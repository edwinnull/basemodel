
<file path=[Content_Types].xml><?xml version="1.0" encoding="utf-8"?>
<Types xmlns="http://schemas.openxmlformats.org/package/2006/content-types">
  <Default Extension="jpeg" ContentType="image/jpeg"/>
  <Default Extension="JPG" ContentType="image/.jpg"/>
  <Default Extension="xlsx" ContentType="application/vnd.openxmlformats-officedocument.spreadsheetml.sheet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73" r:id="rId3"/>
    <p:sldId id="274" r:id="rId5"/>
    <p:sldId id="275" r:id="rId6"/>
    <p:sldId id="276" r:id="rId7"/>
    <p:sldId id="277" r:id="rId8"/>
    <p:sldId id="278" r:id="rId9"/>
    <p:sldId id="279" r:id="rId10"/>
    <p:sldId id="280" r:id="rId11"/>
    <p:sldId id="281" r:id="rId12"/>
    <p:sldId id="282" r:id="rId13"/>
    <p:sldId id="283" r:id="rId14"/>
    <p:sldId id="284" r:id="rId15"/>
    <p:sldId id="285" r:id="rId16"/>
    <p:sldId id="286" r:id="rId17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94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24F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945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转重事件数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rgbClr val="D9DFE8"/>
              </a:solidFill>
              <a:ln w="12700">
                <a:solidFill>
                  <a:srgbClr val="8A94A6"/>
                </a:solidFill>
                <a:prstDash val="dash"/>
              </a:ln>
            </c:spPr>
          </c:dPt>
          <c:dPt>
            <c:idx val="1"/>
            <c:invertIfNegative val="0"/>
            <c:bubble3D val="0"/>
            <c:spPr>
              <a:solidFill>
                <a:srgbClr val="1F4E94"/>
              </a:solidFill>
            </c:spPr>
          </c:dPt>
          <c:dPt>
            <c:idx val="2"/>
            <c:invertIfNegative val="0"/>
            <c:bubble3D val="0"/>
            <c:spPr>
              <a:solidFill>
                <a:srgbClr val="4075BE"/>
              </a:solidFill>
            </c:spPr>
          </c:dPt>
          <c:dLbls>
            <c:dLbl>
              <c:idx val="0"/>
              <c:layout/>
              <c:tx>
                <c:rich>
                  <a:bodyPr rot="0" spcFirstLastPara="0" vertOverflow="ellipsis" vert="horz" wrap="none" lIns="38100" tIns="19050" rIns="38100" bIns="19050" anchor="ctr" anchorCtr="1"/>
                  <a:lstStyle/>
                  <a:p>
                    <a:pPr>
                      <a:defRPr lang="zh-CN" sz="1300" b="0" i="0" u="none" strike="noStrike" kern="1200" baseline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+mn-cs"/>
                      </a:defRPr>
                    </a:pPr>
                    <a:r>
                      <a:rPr lang="zh-CN" altLang="en-US" sz="1300" b="1" i="0">
                        <a:solidFill>
                          <a:srgbClr val="8A94A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rPr>
                      <a:t>≥100 例</a:t>
                    </a:r>
                    <a:endParaRPr lang="zh-CN" altLang="en-US" sz="1300" b="1" i="0">
                      <a:solidFill>
                        <a:srgbClr val="8A94A6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endParaRP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none" lIns="38100" tIns="19050" rIns="38100" bIns="19050" anchor="ctr" anchorCtr="1"/>
                  <a:lstStyle/>
                  <a:p>
                    <a:pPr>
                      <a:defRPr lang="zh-CN" sz="1300" b="0" i="0" u="none" strike="noStrike" kern="1200" baseline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+mn-cs"/>
                      </a:defRPr>
                    </a:pPr>
                    <a:r>
                      <a:rPr lang="zh-CN" altLang="en-US" sz="1300" b="1" i="0">
                        <a:solidFill>
                          <a:srgbClr val="11376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rPr>
                      <a:t>38 例（13.0%）</a:t>
                    </a:r>
                    <a:endParaRPr lang="zh-CN" altLang="en-US" sz="1300" b="1" i="0">
                      <a:solidFill>
                        <a:srgbClr val="11376A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endParaRP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none" lIns="38100" tIns="19050" rIns="38100" bIns="19050" anchor="ctr" anchorCtr="1"/>
                  <a:lstStyle/>
                  <a:p>
                    <a:pPr>
                      <a:defRPr lang="zh-CN" sz="1300" b="0" i="0" u="none" strike="noStrike" kern="1200" baseline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+mn-cs"/>
                      </a:defRPr>
                    </a:pPr>
                    <a:r>
                      <a:rPr lang="zh-CN" altLang="en-US" sz="1300" b="1" i="0">
                        <a:solidFill>
                          <a:srgbClr val="11376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rPr>
                      <a:t>10 例（6.1%）</a:t>
                    </a:r>
                    <a:endParaRPr lang="zh-CN" altLang="en-US" sz="1300" b="1" i="0">
                      <a:solidFill>
                        <a:srgbClr val="11376A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endParaRP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300" b="0" i="0" u="none" strike="noStrike" kern="1200" baseline="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/>
              </c:ext>
            </c:extLst>
          </c:dLbls>
          <c:cat>
            <c:strRef>
              <c:f>Sheet1!$A$2:$A$4</c:f>
              <c:strCache>
                <c:ptCount val="3"/>
                <c:pt idx="0">
                  <c:v>参考：外部验证建议</c:v>
                </c:pt>
                <c:pt idx="1">
                  <c:v>GD（外部验证）</c:v>
                </c:pt>
                <c:pt idx="2">
                  <c:v>GAM（训练）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</c:v>
                </c:pt>
                <c:pt idx="1">
                  <c:v>38</c:v>
                </c:pt>
                <c:pt idx="2">
                  <c:v>10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 w="9525" cap="flat" cmpd="sng" algn="ctr">
            <a:solidFill>
              <a:srgbClr val="CDDA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300" b="0" i="0" u="none" strike="noStrike" kern="1200" baseline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35"/>
          <c:min val="0"/>
        </c:scaling>
        <c:delete val="1"/>
        <c:axPos val="b"/>
        <c:numFmt formatCode="General" sourceLinked="1"/>
        <c:majorTickMark val="none"/>
        <c:minorTickMark val="none"/>
        <c:tickLblPos val="none"/>
        <c:txPr>
          <a:bodyPr rot="-60000000" spcFirstLastPara="0" vertOverflow="ellipsis" vert="horz" wrap="square" anchor="ctr" anchorCtr="1"/>
          <a:lstStyle/>
          <a:p>
            <a:pPr>
              <a:defRPr lang="zh-CN" sz="1300" b="0" i="0" u="none" strike="noStrike" kern="1200" baseline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pPr>
          </a:p>
        </c:txPr>
        <c:crossAx val="-2068027336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eb275581-8cb2-47cc-9b3c-a3f529ccbc7a}"/>
      </c:ext>
    </c:extLst>
  </c:chart>
  <c:txPr>
    <a:bodyPr/>
    <a:lstStyle/>
    <a:p>
      <a:pPr>
        <a:defRPr lang="zh-CN" sz="1300">
          <a:latin typeface="微软雅黑" panose="020B0503020204020204" charset="-122"/>
          <a:ea typeface="微软雅黑" panose="020B0503020204020204" charset="-122"/>
        </a:defRPr>
      </a:pPr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943" y="1143000"/>
            <a:ext cx="5486114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预计用时：30 秒。</a:t>
            </a:r>
          </a:p>
          <a:p>
            <a:r>
              <a:t>今天汇报两中心数据对齐的进展，以及需要院方协助确认的事项。按四个问题展开：理想数据、两院差异、已完成的对齐工作、需要共同核实的问题；第 13 页是分批核实清单。</a:t>
            </a:r>
          </a:p>
          <a:p>
            <a:r>
              <a:t>（原稿此处的备注是另一份“时序大模型后训练”汇报的内容，已替换。）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预计用时：1 分钟。</a:t>
            </a:r>
          </a:p>
          <a:p>
            <a:r>
              <a:t>先给出四个问题的一句话回答。核心诉求在第 4 条：转重的定义与发生时间、真实入院时间、检验单位与字段含义，需要院方帮助确认。右侧是各部分对应的页码。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预计用时：1.5 分钟。</a:t>
            </a:r>
          </a:p>
          <a:p>
            <a:r>
              <a:t>用一条病程时间轴说明理想数据：入院、流感检测阳性（索引时点）、住院期间多次测量、呼吸支持或入 ICU、首次转重、出院或死亡。每个环节都要带时间。</a:t>
            </a:r>
          </a:p>
          <a:p>
            <a:r>
              <a:t>两个条件：时间可追溯、病程可重建；同时要纳入未转重病例，否则没有对照。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预计用时：1.5 分钟。</a:t>
            </a:r>
          </a:p>
          <a:p>
            <a:r>
              <a:t>两院数据的来源完全不同：GAM 是 EHR 多表导出，GD 是人工整理的 CRF 宽表。两院没有共同患者（同日三项血常规完全相同的记录为 0 组），只能在变量与定义层面对齐。</a:t>
            </a:r>
          </a:p>
          <a:p>
            <a:r>
              <a:t>GAM 是全院提取，109/173（63%）次住院在入院 48 小时后才首次流感阳性，入院值不能直接与 GD 比较。</a:t>
            </a:r>
          </a:p>
          <a:p>
            <a:r>
              <a:t>来源：docs/数据对齐.md；docs/两院数据对齐工作与示例数据格式_20261006.docx；时间跨度与年龄见 docs/数据理想形态与两中心对齐_交互演示_20261005.html。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预计用时：2 分钟。</a:t>
            </a:r>
          </a:p>
          <a:p>
            <a:r>
              <a:t>逐行对照理想记录与两院现状。重点讲三行：入院时间（GD 没有）、体征（GD 每项 1–2 次；GAM 用的是病历书写时间）、呼吸支持（GAM 需从文字推断）。</a:t>
            </a:r>
          </a:p>
          <a:p>
            <a:r>
              <a:t>强调差异来自采集方式，不是数据质量高低。来源：docx 第九节“同一件事，理想的记录与现在的记录”。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预计用时：1.5 分钟。</a:t>
            </a:r>
          </a:p>
          <a:p>
            <a:r>
              <a:t>四类工作：结构、语义与时间、标签、质量检查。本页数字是 CDM 对齐口径（全部记录）。</a:t>
            </a:r>
          </a:p>
          <a:p>
            <a:r>
              <a:t>SEV_B 是重症候选规则：ICU、有创或无创通气、ECMO、死亡、I 型或 II 型呼衰任一即判为重症；在 GD 293 次住院上与人工判定的一致性 κ = 0.917（漏判 0、多判 10）。</a:t>
            </a:r>
          </a:p>
          <a:p>
            <a:r>
              <a:t>流水线共 9 步，原始表格只在服务器上只读使用。来源：docx 第二、四、七节。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预计用时：1.5 分钟。</a:t>
            </a:r>
          </a:p>
          <a:p>
            <a:r>
              <a:t>用虚构示例说明统一格式：GD 一行里的体温和 PCT 拆成带时间精度的观测记录；GAM 病程文字里的 SpO₂ 进 events 表，无创通气进 treatments 表（TRT006）；“必要时气管插管”是假设语境，不记为有创通气。</a:t>
            </a:r>
          </a:p>
          <a:p>
            <a:r>
              <a:t>每条记录都保留原值、原时间、时间精度和来源，修正只打标记。</a:t>
            </a:r>
          </a:p>
          <a:p>
            <a:r>
              <a:t>（原稿写的 OUT_NIV 在 CDM 中不存在，已改为 TRT006。）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预计用时：1.5 分钟。</a:t>
            </a:r>
          </a:p>
          <a:p>
            <a:r>
              <a:t>口径为 v1.0：转重 = 有创通气、ICU、ECMO 或死亡（E1），住院期间任意时间发生。GAM 163 次住院（161 人）、10 个事件，全部用于训练；GD 292 次住院（290 人）、38 个事件，全部用于外部验证。</a:t>
            </a:r>
          </a:p>
          <a:p>
            <a:r>
              <a:t>外部验证的样本量研究建议至少 100 个事件（Collins 等，Stat Med 2016）。约 2/3 的事件发生在流感索引当天。GAM 经单人逐例裁定后为 14 个事件，说明规则识别有遗漏，需要联合复核。</a:t>
            </a:r>
          </a:p>
          <a:p>
            <a:r>
              <a:t>注意：原稿 GD 写“290 例 / 13.1%”，290 是患者数；按住院计为 292 次、13.0%。GAM 的 10 / 14 两个版本需在正式材料中统一。来源：docs/实验进度.md；docs/数据对齐.md。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预计用时：1.5 分钟。</a:t>
            </a:r>
          </a:p>
          <a:p>
            <a:r>
              <a:t>四条泳道对应四种病程。重点是第三种：转重后好转出院，只看出院状态会误判为“未转重”。第一种“起点已重症”需要单列，如何纳入需共同确认。</a:t>
            </a:r>
          </a:p>
          <a:p>
            <a:r>
              <a:t>GAM 的相关信息分散在病历叙述中，候选事件需要结合临床记录核验。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预计用时：1.5 分钟。</a:t>
            </a:r>
          </a:p>
          <a:p>
            <a:r>
              <a:t>示意图比较三种数据形态：理想的逐次测量；类似 GAM 的每天 1–3 次（病历书写时间）；类似 GD 的每次住院 1–2 次（部分只有日期）。</a:t>
            </a:r>
          </a:p>
          <a:p>
            <a:r>
              <a:t>GD 用首个有效体征时间作时间零点（292/297 次），这不等于真实入院时间；只有日期的数据保留精度标志，不推断为分钟。来源：docx 第八节（时间精度真实计数）；体征时间点中位数见交互演示页 1.2 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预计用时：1 分钟。</a:t>
            </a:r>
          </a:p>
          <a:p>
            <a:r>
              <a:t>文本三态：明确存在、明确不存在、未提及。未提及不等于没有发生。还要识别假设、计划、拒绝、围术期和伪否定等语境。希望院方协助确认术语词表与否定规则。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预计用时：1 分钟。</a:t>
            </a:r>
          </a:p>
          <a:p>
            <a:r>
              <a:t>左列是已完成的技术处理，右列是需院方确认的口径。重点：D-二聚体 FEU / DDU 相差约 2 倍；CRF 表头 TRT009 重复；“判定依据”1–4 的含义；急性肾损伤判定标准（CRF 与 KDIGO 一致性 κ = 0.347）。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预计用时：2 分钟。</a:t>
            </a:r>
          </a:p>
          <a:p>
            <a:r>
              <a:t>按对研究的影响分三批：第一批决定主要结局（转重定义、时间锚点）；第二批决定两院可比性（单位与方法、字段字典、文本规则）；持续推进补充病例与导出规范。</a:t>
            </a:r>
          </a:p>
          <a:p>
            <a:r>
              <a:t>核实完成后形成最终字段字典、冻结版 CDM、统一结局标签和可复现的实验数据。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致谢与讨论。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jpeg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8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1" Type="http://schemas.openxmlformats.org/officeDocument/2006/relationships/chart" Target="../charts/char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矩形 21"/>
          <p:cNvSpPr>
            <a:spLocks noGrp="1"/>
          </p:cNvSpPr>
          <p:nvPr/>
        </p:nvSpPr>
        <p:spPr>
          <a:xfrm>
            <a:off x="3676459" y="828175"/>
            <a:ext cx="5334992" cy="554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lnSpc>
                <a:spcPct val="120000"/>
              </a:lnSpc>
              <a:buNone/>
            </a:pPr>
            <a:r>
              <a:rPr sz="3600">
                <a:solidFill>
                  <a:srgbClr val="035393"/>
                </a:solidFill>
                <a:latin typeface="华文隶书" panose="02010800040101010101" charset="-122"/>
                <a:ea typeface="华文隶书" panose="02010800040101010101" charset="-122"/>
                <a:cs typeface="华文隶书" panose="02010800040101010101" charset="-122"/>
              </a:rPr>
              <a:t>明德·厚学·求是·创新 </a:t>
            </a:r>
            <a:endParaRPr sz="3600"/>
          </a:p>
        </p:txBody>
      </p:sp>
      <p:sp>
        <p:nvSpPr>
          <p:cNvPr id="3" name="矩形 22"/>
          <p:cNvSpPr>
            <a:spLocks noGrp="1"/>
          </p:cNvSpPr>
          <p:nvPr/>
        </p:nvSpPr>
        <p:spPr>
          <a:xfrm>
            <a:off x="0" y="1096132"/>
            <a:ext cx="3239601" cy="17779"/>
          </a:xfrm>
          <a:prstGeom prst="rect">
            <a:avLst/>
          </a:prstGeom>
          <a:solidFill>
            <a:srgbClr val="4472C4"/>
          </a:solidFill>
          <a:ln w="12700">
            <a:solidFill>
              <a:srgbClr val="2F528F"/>
            </a:solidFill>
          </a:ln>
        </p:spPr>
        <p:txBody>
          <a:bodyPr/>
          <a:p/>
        </p:txBody>
      </p:sp>
      <p:sp>
        <p:nvSpPr>
          <p:cNvPr id="4" name="矩形 23"/>
          <p:cNvSpPr>
            <a:spLocks noGrp="1"/>
          </p:cNvSpPr>
          <p:nvPr/>
        </p:nvSpPr>
        <p:spPr>
          <a:xfrm>
            <a:off x="8951764" y="1096132"/>
            <a:ext cx="3239601" cy="17779"/>
          </a:xfrm>
          <a:prstGeom prst="rect">
            <a:avLst/>
          </a:prstGeom>
          <a:solidFill>
            <a:srgbClr val="4472C4"/>
          </a:solidFill>
          <a:ln w="12700">
            <a:solidFill>
              <a:srgbClr val="223962"/>
            </a:solidFill>
          </a:ln>
        </p:spPr>
        <p:txBody>
          <a:bodyPr/>
          <a:p/>
        </p:txBody>
      </p:sp>
      <p:sp>
        <p:nvSpPr>
          <p:cNvPr id="5" name="矩形 24-shape"/>
          <p:cNvSpPr>
            <a:spLocks noGrp="1"/>
          </p:cNvSpPr>
          <p:nvPr/>
        </p:nvSpPr>
        <p:spPr>
          <a:xfrm>
            <a:off x="0" y="2070171"/>
            <a:ext cx="12191365" cy="1687742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</a:ln>
        </p:spPr>
        <p:txBody>
          <a:bodyPr/>
          <a:p/>
        </p:txBody>
      </p:sp>
      <p:sp>
        <p:nvSpPr>
          <p:cNvPr id="6" name="矩形 24-text"/>
          <p:cNvSpPr>
            <a:spLocks noGrp="1"/>
          </p:cNvSpPr>
          <p:nvPr/>
        </p:nvSpPr>
        <p:spPr>
          <a:xfrm>
            <a:off x="0" y="2070171"/>
            <a:ext cx="12191365" cy="168774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buClrTx/>
              <a:buSzTx/>
              <a:buFontTx/>
              <a:buNone/>
            </a:pPr>
            <a:r>
              <a:rPr lang="zh-CN" altLang="en-US" sz="3600">
                <a:solidFill>
                  <a:schemeClr val="bg1"/>
                </a:solidFill>
                <a:effectLst>
                  <a:outerShdw blurRad="50800" dist="50800" dir="5400000" algn="ctr" rotWithShape="0">
                    <a:srgbClr val="000000"/>
                  </a:outerShdw>
                </a:effectLst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老年流感多中心数据对齐与研究协作汇报</a:t>
            </a:r>
            <a:endParaRPr lang="zh-CN" altLang="en-US" sz="3600">
              <a:solidFill>
                <a:schemeClr val="bg1"/>
              </a:solidFill>
              <a:effectLst>
                <a:outerShdw blurRad="50800" dist="50800" dir="5400000" algn="ctr" rotWithShape="0">
                  <a:srgbClr val="000000"/>
                </a:outerShdw>
              </a:effectLst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矩形 25"/>
          <p:cNvSpPr>
            <a:spLocks noGrp="1"/>
          </p:cNvSpPr>
          <p:nvPr/>
        </p:nvSpPr>
        <p:spPr>
          <a:xfrm>
            <a:off x="0" y="3783312"/>
            <a:ext cx="12191365" cy="1036266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buClrTx/>
              <a:buSzTx/>
              <a:buNone/>
            </a:pPr>
            <a:r>
              <a:rPr lang="zh-CN" altLang="en-US" sz="2400">
                <a:solidFill>
                  <a:schemeClr val="bg1"/>
                </a:solidFill>
                <a:effectLst>
                  <a:outerShdw blurRad="50800" dist="50800" dir="5400000" algn="ctr" rotWithShape="0">
                    <a:srgbClr val="000000"/>
                  </a:outerShdw>
                </a:effectLst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理想数据 · 两院差异 · 对齐工作 · 待核实事项</a:t>
            </a:r>
            <a:endParaRPr lang="zh-CN" altLang="en-US" sz="2400">
              <a:solidFill>
                <a:schemeClr val="bg1"/>
              </a:solidFill>
              <a:effectLst>
                <a:outerShdw blurRad="50800" dist="50800" dir="5400000" algn="ctr" rotWithShape="0">
                  <a:srgbClr val="000000"/>
                </a:outerShdw>
              </a:effectLst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  <p:sp>
        <p:nvSpPr>
          <p:cNvPr id="9" name="Rectangle 7"/>
          <p:cNvSpPr>
            <a:spLocks noGrp="1"/>
          </p:cNvSpPr>
          <p:nvPr/>
        </p:nvSpPr>
        <p:spPr>
          <a:xfrm>
            <a:off x="9971521" y="467514"/>
            <a:ext cx="180331" cy="6350"/>
          </a:xfrm>
          <a:prstGeom prst="rect">
            <a:avLst/>
          </a:prstGeom>
          <a:solidFill>
            <a:srgbClr val="005A9F"/>
          </a:solidFill>
          <a:ln>
            <a:noFill/>
          </a:ln>
        </p:spPr>
        <p:txBody>
          <a:bodyPr/>
          <a:p/>
        </p:txBody>
      </p:sp>
      <p:sp>
        <p:nvSpPr>
          <p:cNvPr id="10" name="Freeform 8"/>
          <p:cNvSpPr>
            <a:spLocks noGrp="1"/>
          </p:cNvSpPr>
          <p:nvPr/>
        </p:nvSpPr>
        <p:spPr>
          <a:xfrm>
            <a:off x="9862306" y="238926"/>
            <a:ext cx="400029" cy="256527"/>
          </a:xfrm>
          <a:custGeom>
            <a:avLst/>
            <a:gdLst/>
            <a:ahLst/>
            <a:cxnLst/>
            <a:rect l="l" t="t" r="r" b="b"/>
            <a:pathLst>
              <a:path w="259" h="165">
                <a:moveTo>
                  <a:pt x="129" y="4"/>
                </a:moveTo>
                <a:cubicBezTo>
                  <a:pt x="198" y="4"/>
                  <a:pt x="255" y="39"/>
                  <a:pt x="255" y="83"/>
                </a:cubicBezTo>
                <a:cubicBezTo>
                  <a:pt x="255" y="126"/>
                  <a:pt x="198" y="161"/>
                  <a:pt x="129" y="161"/>
                </a:cubicBezTo>
                <a:cubicBezTo>
                  <a:pt x="61" y="161"/>
                  <a:pt x="4" y="126"/>
                  <a:pt x="4" y="83"/>
                </a:cubicBezTo>
                <a:cubicBezTo>
                  <a:pt x="4" y="39"/>
                  <a:pt x="61" y="4"/>
                  <a:pt x="129" y="4"/>
                </a:cubicBezTo>
                <a:close/>
                <a:moveTo>
                  <a:pt x="129" y="0"/>
                </a:moveTo>
                <a:cubicBezTo>
                  <a:pt x="201" y="0"/>
                  <a:pt x="259" y="37"/>
                  <a:pt x="259" y="83"/>
                </a:cubicBezTo>
                <a:cubicBezTo>
                  <a:pt x="259" y="128"/>
                  <a:pt x="201" y="165"/>
                  <a:pt x="129" y="165"/>
                </a:cubicBezTo>
                <a:cubicBezTo>
                  <a:pt x="58" y="165"/>
                  <a:pt x="0" y="128"/>
                  <a:pt x="0" y="83"/>
                </a:cubicBezTo>
                <a:cubicBezTo>
                  <a:pt x="0" y="37"/>
                  <a:pt x="58" y="0"/>
                  <a:pt x="129" y="0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  <p:txBody>
          <a:bodyPr/>
          <a:p/>
        </p:txBody>
      </p:sp>
      <p:sp>
        <p:nvSpPr>
          <p:cNvPr id="11" name="Freeform 9"/>
          <p:cNvSpPr>
            <a:spLocks noGrp="1"/>
          </p:cNvSpPr>
          <p:nvPr/>
        </p:nvSpPr>
        <p:spPr>
          <a:xfrm>
            <a:off x="9899134" y="238926"/>
            <a:ext cx="326373" cy="256527"/>
          </a:xfrm>
          <a:custGeom>
            <a:avLst/>
            <a:gdLst/>
            <a:ahLst/>
            <a:cxnLst/>
            <a:rect l="l" t="t" r="r" b="b"/>
            <a:pathLst>
              <a:path w="211" h="165">
                <a:moveTo>
                  <a:pt x="105" y="4"/>
                </a:moveTo>
                <a:cubicBezTo>
                  <a:pt x="161" y="4"/>
                  <a:pt x="207" y="39"/>
                  <a:pt x="207" y="83"/>
                </a:cubicBezTo>
                <a:cubicBezTo>
                  <a:pt x="207" y="126"/>
                  <a:pt x="161" y="161"/>
                  <a:pt x="105" y="161"/>
                </a:cubicBezTo>
                <a:cubicBezTo>
                  <a:pt x="50" y="161"/>
                  <a:pt x="4" y="126"/>
                  <a:pt x="4" y="83"/>
                </a:cubicBezTo>
                <a:cubicBezTo>
                  <a:pt x="4" y="39"/>
                  <a:pt x="50" y="4"/>
                  <a:pt x="105" y="4"/>
                </a:cubicBezTo>
                <a:close/>
                <a:moveTo>
                  <a:pt x="105" y="0"/>
                </a:moveTo>
                <a:cubicBezTo>
                  <a:pt x="163" y="0"/>
                  <a:pt x="211" y="37"/>
                  <a:pt x="211" y="83"/>
                </a:cubicBezTo>
                <a:cubicBezTo>
                  <a:pt x="211" y="128"/>
                  <a:pt x="163" y="165"/>
                  <a:pt x="105" y="165"/>
                </a:cubicBezTo>
                <a:cubicBezTo>
                  <a:pt x="48" y="165"/>
                  <a:pt x="0" y="128"/>
                  <a:pt x="0" y="83"/>
                </a:cubicBezTo>
                <a:cubicBezTo>
                  <a:pt x="0" y="37"/>
                  <a:pt x="48" y="0"/>
                  <a:pt x="105" y="0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  <p:txBody>
          <a:bodyPr/>
          <a:p/>
        </p:txBody>
      </p:sp>
      <p:sp>
        <p:nvSpPr>
          <p:cNvPr id="12" name="Freeform 10"/>
          <p:cNvSpPr>
            <a:spLocks noGrp="1"/>
          </p:cNvSpPr>
          <p:nvPr/>
        </p:nvSpPr>
        <p:spPr>
          <a:xfrm>
            <a:off x="9777221" y="157650"/>
            <a:ext cx="568930" cy="412729"/>
          </a:xfrm>
          <a:custGeom>
            <a:avLst/>
            <a:gdLst/>
            <a:ahLst/>
            <a:cxnLst/>
            <a:rect l="l" t="t" r="r" b="b"/>
            <a:pathLst>
              <a:path w="368" h="265">
                <a:moveTo>
                  <a:pt x="184" y="0"/>
                </a:moveTo>
                <a:cubicBezTo>
                  <a:pt x="286" y="0"/>
                  <a:pt x="368" y="60"/>
                  <a:pt x="368" y="133"/>
                </a:cubicBezTo>
                <a:cubicBezTo>
                  <a:pt x="368" y="206"/>
                  <a:pt x="286" y="265"/>
                  <a:pt x="184" y="265"/>
                </a:cubicBezTo>
                <a:cubicBezTo>
                  <a:pt x="83" y="265"/>
                  <a:pt x="0" y="206"/>
                  <a:pt x="0" y="133"/>
                </a:cubicBezTo>
                <a:cubicBezTo>
                  <a:pt x="0" y="60"/>
                  <a:pt x="83" y="0"/>
                  <a:pt x="184" y="0"/>
                </a:cubicBezTo>
                <a:close/>
                <a:moveTo>
                  <a:pt x="184" y="7"/>
                </a:moveTo>
                <a:cubicBezTo>
                  <a:pt x="280" y="7"/>
                  <a:pt x="359" y="64"/>
                  <a:pt x="359" y="133"/>
                </a:cubicBezTo>
                <a:cubicBezTo>
                  <a:pt x="359" y="202"/>
                  <a:pt x="280" y="258"/>
                  <a:pt x="184" y="258"/>
                </a:cubicBezTo>
                <a:cubicBezTo>
                  <a:pt x="88" y="258"/>
                  <a:pt x="9" y="202"/>
                  <a:pt x="9" y="133"/>
                </a:cubicBezTo>
                <a:cubicBezTo>
                  <a:pt x="9" y="64"/>
                  <a:pt x="88" y="7"/>
                  <a:pt x="184" y="7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  <p:txBody>
          <a:bodyPr/>
          <a:p/>
        </p:txBody>
      </p:sp>
      <p:sp>
        <p:nvSpPr>
          <p:cNvPr id="13" name="Freeform 11"/>
          <p:cNvSpPr>
            <a:spLocks noGrp="1"/>
          </p:cNvSpPr>
          <p:nvPr/>
        </p:nvSpPr>
        <p:spPr>
          <a:xfrm>
            <a:off x="10007079" y="447195"/>
            <a:ext cx="107944" cy="17779"/>
          </a:xfrm>
          <a:custGeom>
            <a:avLst/>
            <a:gdLst/>
            <a:ahLst/>
            <a:cxnLst/>
            <a:rect l="l" t="t" r="r" b="b"/>
            <a:pathLst>
              <a:path w="70" h="11">
                <a:moveTo>
                  <a:pt x="0" y="0"/>
                </a:moveTo>
                <a:lnTo>
                  <a:pt x="1" y="0"/>
                </a:lnTo>
                <a:lnTo>
                  <a:pt x="2" y="6"/>
                </a:lnTo>
                <a:cubicBezTo>
                  <a:pt x="3" y="6"/>
                  <a:pt x="3" y="7"/>
                  <a:pt x="3" y="7"/>
                </a:cubicBezTo>
                <a:cubicBezTo>
                  <a:pt x="3" y="7"/>
                  <a:pt x="3" y="8"/>
                  <a:pt x="3" y="8"/>
                </a:cubicBezTo>
                <a:cubicBezTo>
                  <a:pt x="3" y="8"/>
                  <a:pt x="3" y="7"/>
                  <a:pt x="3" y="6"/>
                </a:cubicBezTo>
                <a:cubicBezTo>
                  <a:pt x="3" y="6"/>
                  <a:pt x="3" y="6"/>
                  <a:pt x="3" y="6"/>
                </a:cubicBezTo>
                <a:lnTo>
                  <a:pt x="4" y="0"/>
                </a:lnTo>
                <a:lnTo>
                  <a:pt x="5" y="0"/>
                </a:lnTo>
                <a:lnTo>
                  <a:pt x="7" y="6"/>
                </a:lnTo>
                <a:cubicBezTo>
                  <a:pt x="7" y="6"/>
                  <a:pt x="7" y="7"/>
                  <a:pt x="7" y="7"/>
                </a:cubicBezTo>
                <a:cubicBezTo>
                  <a:pt x="7" y="7"/>
                  <a:pt x="7" y="8"/>
                  <a:pt x="7" y="8"/>
                </a:cubicBezTo>
                <a:cubicBezTo>
                  <a:pt x="7" y="8"/>
                  <a:pt x="7" y="7"/>
                  <a:pt x="7" y="7"/>
                </a:cubicBezTo>
                <a:cubicBezTo>
                  <a:pt x="7" y="7"/>
                  <a:pt x="7" y="6"/>
                  <a:pt x="7" y="6"/>
                </a:cubicBezTo>
                <a:lnTo>
                  <a:pt x="8" y="0"/>
                </a:lnTo>
                <a:lnTo>
                  <a:pt x="10" y="0"/>
                </a:lnTo>
                <a:lnTo>
                  <a:pt x="7" y="10"/>
                </a:lnTo>
                <a:lnTo>
                  <a:pt x="6" y="10"/>
                </a:lnTo>
                <a:lnTo>
                  <a:pt x="5" y="5"/>
                </a:lnTo>
                <a:cubicBezTo>
                  <a:pt x="5" y="4"/>
                  <a:pt x="5" y="4"/>
                  <a:pt x="5" y="4"/>
                </a:cubicBezTo>
                <a:cubicBezTo>
                  <a:pt x="5" y="3"/>
                  <a:pt x="5" y="3"/>
                  <a:pt x="5" y="2"/>
                </a:cubicBezTo>
                <a:cubicBezTo>
                  <a:pt x="5" y="3"/>
                  <a:pt x="5" y="3"/>
                  <a:pt x="5" y="4"/>
                </a:cubicBezTo>
                <a:cubicBezTo>
                  <a:pt x="5" y="4"/>
                  <a:pt x="5" y="4"/>
                  <a:pt x="4" y="5"/>
                </a:cubicBezTo>
                <a:lnTo>
                  <a:pt x="3" y="10"/>
                </a:lnTo>
                <a:lnTo>
                  <a:pt x="2" y="10"/>
                </a:lnTo>
                <a:lnTo>
                  <a:pt x="0" y="0"/>
                </a:lnTo>
                <a:close/>
              </a:path>
              <a:path w="70" h="11">
                <a:moveTo>
                  <a:pt x="10" y="0"/>
                </a:moveTo>
                <a:lnTo>
                  <a:pt x="12" y="0"/>
                </a:lnTo>
                <a:lnTo>
                  <a:pt x="12" y="7"/>
                </a:lnTo>
                <a:cubicBezTo>
                  <a:pt x="12" y="8"/>
                  <a:pt x="12" y="8"/>
                  <a:pt x="12" y="9"/>
                </a:cubicBezTo>
                <a:cubicBezTo>
                  <a:pt x="12" y="9"/>
                  <a:pt x="13" y="9"/>
                  <a:pt x="13" y="9"/>
                </a:cubicBezTo>
                <a:cubicBezTo>
                  <a:pt x="14" y="9"/>
                  <a:pt x="14" y="9"/>
                  <a:pt x="15" y="9"/>
                </a:cubicBezTo>
                <a:cubicBezTo>
                  <a:pt x="15" y="8"/>
                  <a:pt x="15" y="8"/>
                  <a:pt x="15" y="7"/>
                </a:cubicBezTo>
                <a:lnTo>
                  <a:pt x="15" y="0"/>
                </a:lnTo>
                <a:lnTo>
                  <a:pt x="16" y="0"/>
                </a:lnTo>
                <a:lnTo>
                  <a:pt x="16" y="7"/>
                </a:lnTo>
                <a:cubicBezTo>
                  <a:pt x="16" y="8"/>
                  <a:pt x="16" y="9"/>
                  <a:pt x="15" y="10"/>
                </a:cubicBezTo>
                <a:cubicBezTo>
                  <a:pt x="15" y="10"/>
                  <a:pt x="14" y="11"/>
                  <a:pt x="13" y="11"/>
                </a:cubicBezTo>
                <a:cubicBezTo>
                  <a:pt x="12" y="11"/>
                  <a:pt x="12" y="10"/>
                  <a:pt x="11" y="10"/>
                </a:cubicBezTo>
                <a:cubicBezTo>
                  <a:pt x="11" y="9"/>
                  <a:pt x="10" y="8"/>
                  <a:pt x="10" y="7"/>
                </a:cubicBezTo>
                <a:lnTo>
                  <a:pt x="10" y="0"/>
                </a:lnTo>
                <a:close/>
              </a:path>
              <a:path w="70" h="11">
                <a:moveTo>
                  <a:pt x="18" y="0"/>
                </a:moveTo>
                <a:lnTo>
                  <a:pt x="19" y="0"/>
                </a:lnTo>
                <a:lnTo>
                  <a:pt x="19" y="4"/>
                </a:lnTo>
                <a:lnTo>
                  <a:pt x="22" y="4"/>
                </a:lnTo>
                <a:lnTo>
                  <a:pt x="22" y="0"/>
                </a:lnTo>
                <a:lnTo>
                  <a:pt x="23" y="0"/>
                </a:lnTo>
                <a:lnTo>
                  <a:pt x="23" y="10"/>
                </a:lnTo>
                <a:lnTo>
                  <a:pt x="22" y="10"/>
                </a:lnTo>
                <a:lnTo>
                  <a:pt x="22" y="6"/>
                </a:lnTo>
                <a:lnTo>
                  <a:pt x="19" y="6"/>
                </a:lnTo>
                <a:lnTo>
                  <a:pt x="19" y="10"/>
                </a:lnTo>
                <a:lnTo>
                  <a:pt x="18" y="10"/>
                </a:lnTo>
                <a:lnTo>
                  <a:pt x="18" y="0"/>
                </a:lnTo>
                <a:close/>
              </a:path>
              <a:path w="70" h="11">
                <a:moveTo>
                  <a:pt x="26" y="0"/>
                </a:moveTo>
                <a:lnTo>
                  <a:pt x="28" y="0"/>
                </a:lnTo>
                <a:lnTo>
                  <a:pt x="30" y="10"/>
                </a:lnTo>
                <a:lnTo>
                  <a:pt x="29" y="10"/>
                </a:lnTo>
                <a:lnTo>
                  <a:pt x="29" y="8"/>
                </a:lnTo>
                <a:lnTo>
                  <a:pt x="26" y="8"/>
                </a:lnTo>
                <a:lnTo>
                  <a:pt x="25" y="10"/>
                </a:lnTo>
                <a:lnTo>
                  <a:pt x="24" y="10"/>
                </a:lnTo>
                <a:lnTo>
                  <a:pt x="26" y="0"/>
                </a:lnTo>
                <a:close/>
                <a:moveTo>
                  <a:pt x="27" y="1"/>
                </a:moveTo>
                <a:lnTo>
                  <a:pt x="26" y="6"/>
                </a:lnTo>
                <a:lnTo>
                  <a:pt x="28" y="6"/>
                </a:lnTo>
                <a:lnTo>
                  <a:pt x="27" y="1"/>
                </a:lnTo>
                <a:close/>
              </a:path>
              <a:path w="70" h="11">
                <a:moveTo>
                  <a:pt x="31" y="0"/>
                </a:moveTo>
                <a:lnTo>
                  <a:pt x="32" y="0"/>
                </a:lnTo>
                <a:lnTo>
                  <a:pt x="35" y="6"/>
                </a:lnTo>
                <a:cubicBezTo>
                  <a:pt x="35" y="6"/>
                  <a:pt x="35" y="7"/>
                  <a:pt x="35" y="7"/>
                </a:cubicBezTo>
                <a:cubicBezTo>
                  <a:pt x="36" y="7"/>
                  <a:pt x="36" y="8"/>
                  <a:pt x="36" y="8"/>
                </a:cubicBezTo>
                <a:cubicBezTo>
                  <a:pt x="36" y="8"/>
                  <a:pt x="36" y="7"/>
                  <a:pt x="36" y="7"/>
                </a:cubicBezTo>
                <a:cubicBezTo>
                  <a:pt x="36" y="7"/>
                  <a:pt x="36" y="6"/>
                  <a:pt x="36" y="6"/>
                </a:cubicBezTo>
                <a:lnTo>
                  <a:pt x="36" y="0"/>
                </a:lnTo>
                <a:lnTo>
                  <a:pt x="37" y="0"/>
                </a:lnTo>
                <a:lnTo>
                  <a:pt x="37" y="10"/>
                </a:lnTo>
                <a:lnTo>
                  <a:pt x="36" y="10"/>
                </a:lnTo>
                <a:lnTo>
                  <a:pt x="33" y="4"/>
                </a:lnTo>
                <a:cubicBezTo>
                  <a:pt x="33" y="4"/>
                  <a:pt x="33" y="4"/>
                  <a:pt x="33" y="3"/>
                </a:cubicBezTo>
                <a:cubicBezTo>
                  <a:pt x="32" y="3"/>
                  <a:pt x="32" y="2"/>
                  <a:pt x="32" y="2"/>
                </a:cubicBezTo>
                <a:cubicBezTo>
                  <a:pt x="32" y="2"/>
                  <a:pt x="32" y="2"/>
                  <a:pt x="32" y="3"/>
                </a:cubicBezTo>
                <a:cubicBezTo>
                  <a:pt x="32" y="3"/>
                  <a:pt x="32" y="4"/>
                  <a:pt x="32" y="4"/>
                </a:cubicBezTo>
                <a:lnTo>
                  <a:pt x="32" y="10"/>
                </a:lnTo>
                <a:lnTo>
                  <a:pt x="31" y="10"/>
                </a:lnTo>
                <a:lnTo>
                  <a:pt x="31" y="0"/>
                </a:lnTo>
                <a:close/>
              </a:path>
              <a:path w="70" h="11">
                <a:moveTo>
                  <a:pt x="46" y="3"/>
                </a:moveTo>
                <a:lnTo>
                  <a:pt x="45" y="3"/>
                </a:lnTo>
                <a:cubicBezTo>
                  <a:pt x="45" y="3"/>
                  <a:pt x="45" y="2"/>
                  <a:pt x="44" y="2"/>
                </a:cubicBezTo>
                <a:cubicBezTo>
                  <a:pt x="44" y="1"/>
                  <a:pt x="44" y="1"/>
                  <a:pt x="43" y="1"/>
                </a:cubicBezTo>
                <a:cubicBezTo>
                  <a:pt x="43" y="1"/>
                  <a:pt x="42" y="2"/>
                  <a:pt x="42" y="2"/>
                </a:cubicBezTo>
                <a:cubicBezTo>
                  <a:pt x="42" y="3"/>
                  <a:pt x="42" y="4"/>
                  <a:pt x="42" y="5"/>
                </a:cubicBezTo>
                <a:cubicBezTo>
                  <a:pt x="42" y="7"/>
                  <a:pt x="42" y="8"/>
                  <a:pt x="42" y="8"/>
                </a:cubicBezTo>
                <a:cubicBezTo>
                  <a:pt x="42" y="9"/>
                  <a:pt x="43" y="9"/>
                  <a:pt x="43" y="9"/>
                </a:cubicBezTo>
                <a:cubicBezTo>
                  <a:pt x="44" y="9"/>
                  <a:pt x="44" y="9"/>
                  <a:pt x="45" y="9"/>
                </a:cubicBezTo>
                <a:cubicBezTo>
                  <a:pt x="45" y="8"/>
                  <a:pt x="45" y="8"/>
                  <a:pt x="45" y="7"/>
                </a:cubicBezTo>
                <a:lnTo>
                  <a:pt x="46" y="8"/>
                </a:lnTo>
                <a:cubicBezTo>
                  <a:pt x="46" y="9"/>
                  <a:pt x="46" y="9"/>
                  <a:pt x="45" y="10"/>
                </a:cubicBezTo>
                <a:cubicBezTo>
                  <a:pt x="45" y="10"/>
                  <a:pt x="44" y="11"/>
                  <a:pt x="43" y="11"/>
                </a:cubicBezTo>
                <a:cubicBezTo>
                  <a:pt x="42" y="11"/>
                  <a:pt x="42" y="10"/>
                  <a:pt x="41" y="9"/>
                </a:cubicBezTo>
                <a:cubicBezTo>
                  <a:pt x="41" y="8"/>
                  <a:pt x="40" y="7"/>
                  <a:pt x="40" y="5"/>
                </a:cubicBezTo>
                <a:cubicBezTo>
                  <a:pt x="40" y="4"/>
                  <a:pt x="41" y="2"/>
                  <a:pt x="41" y="1"/>
                </a:cubicBezTo>
                <a:cubicBezTo>
                  <a:pt x="42" y="0"/>
                  <a:pt x="43" y="0"/>
                  <a:pt x="43" y="0"/>
                </a:cubicBezTo>
                <a:cubicBezTo>
                  <a:pt x="44" y="0"/>
                  <a:pt x="45" y="0"/>
                  <a:pt x="45" y="1"/>
                </a:cubicBezTo>
                <a:cubicBezTo>
                  <a:pt x="46" y="1"/>
                  <a:pt x="46" y="2"/>
                  <a:pt x="46" y="3"/>
                </a:cubicBezTo>
                <a:close/>
              </a:path>
              <a:path w="70" h="11">
                <a:moveTo>
                  <a:pt x="47" y="0"/>
                </a:moveTo>
                <a:lnTo>
                  <a:pt x="48" y="0"/>
                </a:lnTo>
                <a:lnTo>
                  <a:pt x="48" y="4"/>
                </a:lnTo>
                <a:lnTo>
                  <a:pt x="52" y="4"/>
                </a:lnTo>
                <a:lnTo>
                  <a:pt x="52" y="0"/>
                </a:lnTo>
                <a:lnTo>
                  <a:pt x="53" y="0"/>
                </a:lnTo>
                <a:lnTo>
                  <a:pt x="53" y="10"/>
                </a:lnTo>
                <a:lnTo>
                  <a:pt x="52" y="10"/>
                </a:lnTo>
                <a:lnTo>
                  <a:pt x="52" y="6"/>
                </a:lnTo>
                <a:lnTo>
                  <a:pt x="48" y="6"/>
                </a:lnTo>
                <a:lnTo>
                  <a:pt x="48" y="10"/>
                </a:lnTo>
                <a:lnTo>
                  <a:pt x="47" y="10"/>
                </a:lnTo>
                <a:lnTo>
                  <a:pt x="47" y="0"/>
                </a:lnTo>
                <a:close/>
              </a:path>
              <a:path w="70" h="11">
                <a:moveTo>
                  <a:pt x="55" y="0"/>
                </a:moveTo>
                <a:lnTo>
                  <a:pt x="56" y="0"/>
                </a:lnTo>
                <a:lnTo>
                  <a:pt x="56" y="10"/>
                </a:lnTo>
                <a:lnTo>
                  <a:pt x="55" y="10"/>
                </a:lnTo>
                <a:lnTo>
                  <a:pt x="55" y="0"/>
                </a:lnTo>
                <a:close/>
              </a:path>
              <a:path w="70" h="11">
                <a:moveTo>
                  <a:pt x="57" y="0"/>
                </a:moveTo>
                <a:lnTo>
                  <a:pt x="59" y="0"/>
                </a:lnTo>
                <a:lnTo>
                  <a:pt x="61" y="6"/>
                </a:lnTo>
                <a:cubicBezTo>
                  <a:pt x="61" y="6"/>
                  <a:pt x="61" y="7"/>
                  <a:pt x="62" y="7"/>
                </a:cubicBezTo>
                <a:cubicBezTo>
                  <a:pt x="62" y="7"/>
                  <a:pt x="62" y="8"/>
                  <a:pt x="62" y="8"/>
                </a:cubicBezTo>
                <a:cubicBezTo>
                  <a:pt x="62" y="8"/>
                  <a:pt x="62" y="7"/>
                  <a:pt x="62" y="7"/>
                </a:cubicBezTo>
                <a:cubicBezTo>
                  <a:pt x="62" y="7"/>
                  <a:pt x="62" y="6"/>
                  <a:pt x="62" y="6"/>
                </a:cubicBezTo>
                <a:lnTo>
                  <a:pt x="62" y="0"/>
                </a:lnTo>
                <a:lnTo>
                  <a:pt x="63" y="0"/>
                </a:lnTo>
                <a:lnTo>
                  <a:pt x="63" y="10"/>
                </a:lnTo>
                <a:lnTo>
                  <a:pt x="62" y="10"/>
                </a:lnTo>
                <a:lnTo>
                  <a:pt x="59" y="4"/>
                </a:lnTo>
                <a:cubicBezTo>
                  <a:pt x="59" y="4"/>
                  <a:pt x="59" y="4"/>
                  <a:pt x="59" y="3"/>
                </a:cubicBezTo>
                <a:cubicBezTo>
                  <a:pt x="59" y="3"/>
                  <a:pt x="59" y="2"/>
                  <a:pt x="58" y="2"/>
                </a:cubicBezTo>
                <a:cubicBezTo>
                  <a:pt x="58" y="2"/>
                  <a:pt x="58" y="2"/>
                  <a:pt x="58" y="3"/>
                </a:cubicBezTo>
                <a:cubicBezTo>
                  <a:pt x="58" y="3"/>
                  <a:pt x="58" y="4"/>
                  <a:pt x="58" y="4"/>
                </a:cubicBezTo>
                <a:lnTo>
                  <a:pt x="58" y="10"/>
                </a:lnTo>
                <a:lnTo>
                  <a:pt x="57" y="10"/>
                </a:lnTo>
                <a:lnTo>
                  <a:pt x="57" y="0"/>
                </a:lnTo>
                <a:close/>
              </a:path>
              <a:path w="70" h="11">
                <a:moveTo>
                  <a:pt x="66" y="0"/>
                </a:moveTo>
                <a:lnTo>
                  <a:pt x="68" y="0"/>
                </a:lnTo>
                <a:lnTo>
                  <a:pt x="70" y="10"/>
                </a:lnTo>
                <a:lnTo>
                  <a:pt x="69" y="10"/>
                </a:lnTo>
                <a:lnTo>
                  <a:pt x="68" y="8"/>
                </a:lnTo>
                <a:lnTo>
                  <a:pt x="66" y="8"/>
                </a:lnTo>
                <a:lnTo>
                  <a:pt x="65" y="10"/>
                </a:lnTo>
                <a:lnTo>
                  <a:pt x="64" y="10"/>
                </a:lnTo>
                <a:lnTo>
                  <a:pt x="66" y="0"/>
                </a:lnTo>
                <a:close/>
                <a:moveTo>
                  <a:pt x="67" y="1"/>
                </a:moveTo>
                <a:lnTo>
                  <a:pt x="66" y="6"/>
                </a:lnTo>
                <a:lnTo>
                  <a:pt x="68" y="6"/>
                </a:lnTo>
                <a:lnTo>
                  <a:pt x="67" y="1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  <p:txBody>
          <a:bodyPr/>
          <a:p/>
        </p:txBody>
      </p:sp>
      <p:sp>
        <p:nvSpPr>
          <p:cNvPr id="14" name="Freeform 12"/>
          <p:cNvSpPr>
            <a:spLocks noGrp="1"/>
          </p:cNvSpPr>
          <p:nvPr/>
        </p:nvSpPr>
        <p:spPr>
          <a:xfrm>
            <a:off x="9914374" y="411637"/>
            <a:ext cx="297165" cy="30478"/>
          </a:xfrm>
          <a:custGeom>
            <a:avLst/>
            <a:gdLst/>
            <a:ahLst/>
            <a:cxnLst/>
            <a:rect l="l" t="t" r="r" b="b"/>
            <a:pathLst>
              <a:path w="192" h="20">
                <a:moveTo>
                  <a:pt x="0" y="0"/>
                </a:moveTo>
                <a:lnTo>
                  <a:pt x="192" y="0"/>
                </a:lnTo>
                <a:cubicBezTo>
                  <a:pt x="189" y="7"/>
                  <a:pt x="184" y="13"/>
                  <a:pt x="177" y="20"/>
                </a:cubicBezTo>
                <a:lnTo>
                  <a:pt x="14" y="19"/>
                </a:lnTo>
                <a:cubicBezTo>
                  <a:pt x="7" y="15"/>
                  <a:pt x="3" y="8"/>
                  <a:pt x="0" y="0"/>
                </a:cubicBezTo>
                <a:close/>
                <a:moveTo>
                  <a:pt x="39" y="4"/>
                </a:moveTo>
                <a:cubicBezTo>
                  <a:pt x="39" y="4"/>
                  <a:pt x="39" y="5"/>
                  <a:pt x="38" y="5"/>
                </a:cubicBezTo>
                <a:cubicBezTo>
                  <a:pt x="38" y="5"/>
                  <a:pt x="38" y="5"/>
                  <a:pt x="38" y="6"/>
                </a:cubicBezTo>
                <a:cubicBezTo>
                  <a:pt x="38" y="7"/>
                  <a:pt x="38" y="7"/>
                  <a:pt x="38" y="8"/>
                </a:cubicBezTo>
                <a:cubicBezTo>
                  <a:pt x="38" y="8"/>
                  <a:pt x="38" y="9"/>
                  <a:pt x="38" y="9"/>
                </a:cubicBezTo>
                <a:cubicBezTo>
                  <a:pt x="38" y="10"/>
                  <a:pt x="38" y="11"/>
                  <a:pt x="38" y="12"/>
                </a:cubicBezTo>
                <a:lnTo>
                  <a:pt x="38" y="14"/>
                </a:lnTo>
                <a:cubicBezTo>
                  <a:pt x="38" y="15"/>
                  <a:pt x="38" y="16"/>
                  <a:pt x="38" y="17"/>
                </a:cubicBezTo>
                <a:cubicBezTo>
                  <a:pt x="38" y="17"/>
                  <a:pt x="38" y="17"/>
                  <a:pt x="38" y="17"/>
                </a:cubicBezTo>
                <a:cubicBezTo>
                  <a:pt x="38" y="17"/>
                  <a:pt x="38" y="17"/>
                  <a:pt x="38" y="17"/>
                </a:cubicBezTo>
                <a:cubicBezTo>
                  <a:pt x="38" y="17"/>
                  <a:pt x="38" y="17"/>
                  <a:pt x="37" y="17"/>
                </a:cubicBezTo>
                <a:cubicBezTo>
                  <a:pt x="37" y="17"/>
                  <a:pt x="36" y="17"/>
                  <a:pt x="36" y="17"/>
                </a:cubicBezTo>
                <a:cubicBezTo>
                  <a:pt x="35" y="16"/>
                  <a:pt x="35" y="16"/>
                  <a:pt x="35" y="16"/>
                </a:cubicBezTo>
                <a:cubicBezTo>
                  <a:pt x="34" y="16"/>
                  <a:pt x="34" y="16"/>
                  <a:pt x="34" y="16"/>
                </a:cubicBezTo>
                <a:cubicBezTo>
                  <a:pt x="34" y="16"/>
                  <a:pt x="34" y="15"/>
                  <a:pt x="34" y="15"/>
                </a:cubicBezTo>
                <a:cubicBezTo>
                  <a:pt x="34" y="15"/>
                  <a:pt x="34" y="15"/>
                  <a:pt x="34" y="15"/>
                </a:cubicBezTo>
                <a:cubicBezTo>
                  <a:pt x="35" y="15"/>
                  <a:pt x="35" y="15"/>
                  <a:pt x="36" y="15"/>
                </a:cubicBezTo>
                <a:cubicBezTo>
                  <a:pt x="36" y="15"/>
                  <a:pt x="36" y="15"/>
                  <a:pt x="36" y="15"/>
                </a:cubicBezTo>
                <a:cubicBezTo>
                  <a:pt x="37" y="15"/>
                  <a:pt x="37" y="15"/>
                  <a:pt x="37" y="15"/>
                </a:cubicBezTo>
                <a:cubicBezTo>
                  <a:pt x="37" y="15"/>
                  <a:pt x="37" y="15"/>
                  <a:pt x="37" y="14"/>
                </a:cubicBezTo>
                <a:cubicBezTo>
                  <a:pt x="37" y="14"/>
                  <a:pt x="37" y="13"/>
                  <a:pt x="37" y="12"/>
                </a:cubicBezTo>
                <a:cubicBezTo>
                  <a:pt x="36" y="11"/>
                  <a:pt x="36" y="10"/>
                  <a:pt x="36" y="8"/>
                </a:cubicBezTo>
                <a:lnTo>
                  <a:pt x="36" y="6"/>
                </a:lnTo>
                <a:cubicBezTo>
                  <a:pt x="36" y="5"/>
                  <a:pt x="36" y="5"/>
                  <a:pt x="36" y="5"/>
                </a:cubicBezTo>
                <a:cubicBezTo>
                  <a:pt x="35" y="5"/>
                  <a:pt x="35" y="5"/>
                  <a:pt x="35" y="5"/>
                </a:cubicBezTo>
                <a:cubicBezTo>
                  <a:pt x="34" y="5"/>
                  <a:pt x="34" y="5"/>
                  <a:pt x="34" y="6"/>
                </a:cubicBezTo>
                <a:cubicBezTo>
                  <a:pt x="34" y="6"/>
                  <a:pt x="34" y="6"/>
                  <a:pt x="34" y="6"/>
                </a:cubicBezTo>
                <a:cubicBezTo>
                  <a:pt x="34" y="7"/>
                  <a:pt x="34" y="7"/>
                  <a:pt x="34" y="7"/>
                </a:cubicBezTo>
                <a:cubicBezTo>
                  <a:pt x="35" y="7"/>
                  <a:pt x="35" y="7"/>
                  <a:pt x="35" y="7"/>
                </a:cubicBezTo>
                <a:cubicBezTo>
                  <a:pt x="35" y="7"/>
                  <a:pt x="35" y="7"/>
                  <a:pt x="35" y="7"/>
                </a:cubicBezTo>
                <a:cubicBezTo>
                  <a:pt x="36" y="7"/>
                  <a:pt x="36" y="7"/>
                  <a:pt x="36" y="7"/>
                </a:cubicBezTo>
                <a:cubicBezTo>
                  <a:pt x="36" y="7"/>
                  <a:pt x="36" y="7"/>
                  <a:pt x="35" y="7"/>
                </a:cubicBezTo>
                <a:cubicBezTo>
                  <a:pt x="35" y="7"/>
                  <a:pt x="35" y="8"/>
                  <a:pt x="35" y="8"/>
                </a:cubicBezTo>
                <a:cubicBezTo>
                  <a:pt x="34" y="8"/>
                  <a:pt x="34" y="8"/>
                  <a:pt x="34" y="8"/>
                </a:cubicBezTo>
                <a:cubicBezTo>
                  <a:pt x="34" y="8"/>
                  <a:pt x="34" y="9"/>
                  <a:pt x="34" y="9"/>
                </a:cubicBezTo>
                <a:cubicBezTo>
                  <a:pt x="34" y="9"/>
                  <a:pt x="34" y="9"/>
                  <a:pt x="34" y="9"/>
                </a:cubicBezTo>
                <a:cubicBezTo>
                  <a:pt x="34" y="9"/>
                  <a:pt x="34" y="9"/>
                  <a:pt x="34" y="9"/>
                </a:cubicBezTo>
                <a:cubicBezTo>
                  <a:pt x="34" y="9"/>
                  <a:pt x="35" y="9"/>
                  <a:pt x="35" y="9"/>
                </a:cubicBezTo>
                <a:cubicBezTo>
                  <a:pt x="35" y="9"/>
                  <a:pt x="35" y="9"/>
                  <a:pt x="35" y="9"/>
                </a:cubicBezTo>
                <a:cubicBezTo>
                  <a:pt x="36" y="9"/>
                  <a:pt x="36" y="9"/>
                  <a:pt x="36" y="9"/>
                </a:cubicBezTo>
                <a:cubicBezTo>
                  <a:pt x="36" y="9"/>
                  <a:pt x="36" y="10"/>
                  <a:pt x="36" y="10"/>
                </a:cubicBezTo>
                <a:cubicBezTo>
                  <a:pt x="36" y="10"/>
                  <a:pt x="36" y="10"/>
                  <a:pt x="36" y="10"/>
                </a:cubicBezTo>
                <a:cubicBezTo>
                  <a:pt x="36" y="10"/>
                  <a:pt x="35" y="10"/>
                  <a:pt x="35" y="11"/>
                </a:cubicBezTo>
                <a:cubicBezTo>
                  <a:pt x="35" y="11"/>
                  <a:pt x="35" y="11"/>
                  <a:pt x="34" y="11"/>
                </a:cubicBezTo>
                <a:cubicBezTo>
                  <a:pt x="34" y="11"/>
                  <a:pt x="33" y="12"/>
                  <a:pt x="33" y="12"/>
                </a:cubicBezTo>
                <a:cubicBezTo>
                  <a:pt x="33" y="12"/>
                  <a:pt x="33" y="12"/>
                  <a:pt x="33" y="12"/>
                </a:cubicBezTo>
                <a:cubicBezTo>
                  <a:pt x="32" y="13"/>
                  <a:pt x="32" y="14"/>
                  <a:pt x="32" y="14"/>
                </a:cubicBezTo>
                <a:cubicBezTo>
                  <a:pt x="32" y="14"/>
                  <a:pt x="32" y="15"/>
                  <a:pt x="32" y="15"/>
                </a:cubicBezTo>
                <a:cubicBezTo>
                  <a:pt x="32" y="15"/>
                  <a:pt x="32" y="15"/>
                  <a:pt x="32" y="15"/>
                </a:cubicBezTo>
                <a:cubicBezTo>
                  <a:pt x="32" y="15"/>
                  <a:pt x="32" y="16"/>
                  <a:pt x="31" y="16"/>
                </a:cubicBezTo>
                <a:cubicBezTo>
                  <a:pt x="31" y="16"/>
                  <a:pt x="31" y="16"/>
                  <a:pt x="30" y="16"/>
                </a:cubicBezTo>
                <a:cubicBezTo>
                  <a:pt x="30" y="16"/>
                  <a:pt x="30" y="16"/>
                  <a:pt x="29" y="16"/>
                </a:cubicBezTo>
                <a:cubicBezTo>
                  <a:pt x="29" y="16"/>
                  <a:pt x="29" y="16"/>
                  <a:pt x="29" y="16"/>
                </a:cubicBezTo>
                <a:cubicBezTo>
                  <a:pt x="29" y="16"/>
                  <a:pt x="29" y="16"/>
                  <a:pt x="29" y="16"/>
                </a:cubicBezTo>
                <a:cubicBezTo>
                  <a:pt x="30" y="15"/>
                  <a:pt x="30" y="15"/>
                  <a:pt x="31" y="15"/>
                </a:cubicBezTo>
                <a:cubicBezTo>
                  <a:pt x="31" y="15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0" y="14"/>
                  <a:pt x="29" y="13"/>
                  <a:pt x="29" y="13"/>
                </a:cubicBezTo>
                <a:cubicBezTo>
                  <a:pt x="28" y="13"/>
                  <a:pt x="28" y="12"/>
                  <a:pt x="28" y="12"/>
                </a:cubicBezTo>
                <a:cubicBezTo>
                  <a:pt x="28" y="12"/>
                  <a:pt x="28" y="12"/>
                  <a:pt x="28" y="12"/>
                </a:cubicBezTo>
                <a:cubicBezTo>
                  <a:pt x="28" y="12"/>
                  <a:pt x="28" y="12"/>
                  <a:pt x="28" y="12"/>
                </a:cubicBezTo>
                <a:cubicBezTo>
                  <a:pt x="29" y="13"/>
                  <a:pt x="29" y="13"/>
                  <a:pt x="30" y="13"/>
                </a:cubicBezTo>
                <a:cubicBezTo>
                  <a:pt x="30" y="13"/>
                  <a:pt x="30" y="13"/>
                  <a:pt x="30" y="12"/>
                </a:cubicBezTo>
                <a:lnTo>
                  <a:pt x="30" y="11"/>
                </a:lnTo>
                <a:cubicBezTo>
                  <a:pt x="30" y="11"/>
                  <a:pt x="30" y="11"/>
                  <a:pt x="30" y="11"/>
                </a:cubicBezTo>
                <a:cubicBezTo>
                  <a:pt x="30" y="11"/>
                  <a:pt x="30" y="11"/>
                  <a:pt x="29" y="11"/>
                </a:cubicBezTo>
                <a:cubicBezTo>
                  <a:pt x="29" y="11"/>
                  <a:pt x="29" y="12"/>
                  <a:pt x="28" y="12"/>
                </a:cubicBezTo>
                <a:cubicBezTo>
                  <a:pt x="28" y="12"/>
                  <a:pt x="28" y="13"/>
                  <a:pt x="27" y="13"/>
                </a:cubicBezTo>
                <a:cubicBezTo>
                  <a:pt x="27" y="14"/>
                  <a:pt x="26" y="14"/>
                  <a:pt x="26" y="14"/>
                </a:cubicBezTo>
                <a:cubicBezTo>
                  <a:pt x="26" y="14"/>
                  <a:pt x="26" y="14"/>
                  <a:pt x="26" y="14"/>
                </a:cubicBezTo>
                <a:cubicBezTo>
                  <a:pt x="26" y="14"/>
                  <a:pt x="25" y="14"/>
                  <a:pt x="25" y="14"/>
                </a:cubicBezTo>
                <a:cubicBezTo>
                  <a:pt x="25" y="14"/>
                  <a:pt x="25" y="13"/>
                  <a:pt x="25" y="13"/>
                </a:cubicBezTo>
                <a:cubicBezTo>
                  <a:pt x="25" y="13"/>
                  <a:pt x="25" y="13"/>
                  <a:pt x="25" y="13"/>
                </a:cubicBezTo>
                <a:cubicBezTo>
                  <a:pt x="25" y="13"/>
                  <a:pt x="26" y="13"/>
                  <a:pt x="26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12"/>
                  <a:pt x="27" y="12"/>
                  <a:pt x="27" y="11"/>
                </a:cubicBezTo>
                <a:cubicBezTo>
                  <a:pt x="26" y="10"/>
                  <a:pt x="26" y="9"/>
                  <a:pt x="26" y="9"/>
                </a:cubicBezTo>
                <a:lnTo>
                  <a:pt x="26" y="7"/>
                </a:lnTo>
                <a:lnTo>
                  <a:pt x="26" y="6"/>
                </a:lnTo>
                <a:cubicBezTo>
                  <a:pt x="26" y="6"/>
                  <a:pt x="27" y="6"/>
                  <a:pt x="27" y="6"/>
                </a:cubicBezTo>
                <a:cubicBezTo>
                  <a:pt x="27" y="6"/>
                  <a:pt x="27" y="5"/>
                  <a:pt x="28" y="5"/>
                </a:cubicBezTo>
                <a:cubicBezTo>
                  <a:pt x="28" y="5"/>
                  <a:pt x="28" y="5"/>
                  <a:pt x="29" y="5"/>
                </a:cubicBezTo>
                <a:cubicBezTo>
                  <a:pt x="30" y="5"/>
                  <a:pt x="30" y="5"/>
                  <a:pt x="30" y="5"/>
                </a:cubicBezTo>
                <a:cubicBezTo>
                  <a:pt x="31" y="5"/>
                  <a:pt x="31" y="5"/>
                  <a:pt x="31" y="5"/>
                </a:cubicBezTo>
                <a:cubicBezTo>
                  <a:pt x="32" y="5"/>
                  <a:pt x="32" y="5"/>
                  <a:pt x="32" y="5"/>
                </a:cubicBezTo>
                <a:cubicBezTo>
                  <a:pt x="32" y="5"/>
                  <a:pt x="32" y="5"/>
                  <a:pt x="32" y="5"/>
                </a:cubicBezTo>
                <a:cubicBezTo>
                  <a:pt x="32" y="6"/>
                  <a:pt x="32" y="6"/>
                  <a:pt x="31" y="6"/>
                </a:cubicBezTo>
                <a:cubicBezTo>
                  <a:pt x="31" y="6"/>
                  <a:pt x="31" y="7"/>
                  <a:pt x="31" y="7"/>
                </a:cubicBezTo>
                <a:cubicBezTo>
                  <a:pt x="31" y="7"/>
                  <a:pt x="31" y="8"/>
                  <a:pt x="31" y="8"/>
                </a:cubicBezTo>
                <a:cubicBezTo>
                  <a:pt x="31" y="8"/>
                  <a:pt x="31" y="9"/>
                  <a:pt x="31" y="10"/>
                </a:cubicBezTo>
                <a:cubicBezTo>
                  <a:pt x="31" y="11"/>
                  <a:pt x="31" y="11"/>
                  <a:pt x="31" y="11"/>
                </a:cubicBezTo>
                <a:cubicBezTo>
                  <a:pt x="31" y="12"/>
                  <a:pt x="31" y="12"/>
                  <a:pt x="31" y="12"/>
                </a:cubicBezTo>
                <a:cubicBezTo>
                  <a:pt x="31" y="13"/>
                  <a:pt x="31" y="13"/>
                  <a:pt x="31" y="13"/>
                </a:cubicBezTo>
                <a:cubicBezTo>
                  <a:pt x="31" y="13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1" y="14"/>
                  <a:pt x="32" y="13"/>
                  <a:pt x="32" y="12"/>
                </a:cubicBezTo>
                <a:cubicBezTo>
                  <a:pt x="32" y="12"/>
                  <a:pt x="32" y="11"/>
                  <a:pt x="33" y="10"/>
                </a:cubicBezTo>
                <a:cubicBezTo>
                  <a:pt x="33" y="8"/>
                  <a:pt x="33" y="6"/>
                  <a:pt x="33" y="6"/>
                </a:cubicBezTo>
                <a:cubicBezTo>
                  <a:pt x="33" y="5"/>
                  <a:pt x="33" y="5"/>
                  <a:pt x="33" y="5"/>
                </a:cubicBezTo>
                <a:cubicBezTo>
                  <a:pt x="33" y="5"/>
                  <a:pt x="33" y="4"/>
                  <a:pt x="34" y="4"/>
                </a:cubicBezTo>
                <a:cubicBezTo>
                  <a:pt x="34" y="4"/>
                  <a:pt x="34" y="4"/>
                  <a:pt x="34" y="4"/>
                </a:cubicBezTo>
                <a:cubicBezTo>
                  <a:pt x="35" y="4"/>
                  <a:pt x="35" y="4"/>
                  <a:pt x="35" y="4"/>
                </a:cubicBezTo>
                <a:cubicBezTo>
                  <a:pt x="35" y="4"/>
                  <a:pt x="36" y="4"/>
                  <a:pt x="36" y="4"/>
                </a:cubicBezTo>
                <a:cubicBezTo>
                  <a:pt x="36" y="4"/>
                  <a:pt x="37" y="4"/>
                  <a:pt x="37" y="4"/>
                </a:cubicBezTo>
                <a:cubicBezTo>
                  <a:pt x="37" y="4"/>
                  <a:pt x="37" y="4"/>
                  <a:pt x="38" y="4"/>
                </a:cubicBezTo>
                <a:cubicBezTo>
                  <a:pt x="38" y="4"/>
                  <a:pt x="38" y="4"/>
                  <a:pt x="38" y="4"/>
                </a:cubicBezTo>
                <a:cubicBezTo>
                  <a:pt x="39" y="4"/>
                  <a:pt x="39" y="4"/>
                  <a:pt x="39" y="4"/>
                </a:cubicBezTo>
                <a:close/>
                <a:moveTo>
                  <a:pt x="52" y="6"/>
                </a:moveTo>
                <a:cubicBezTo>
                  <a:pt x="52" y="6"/>
                  <a:pt x="53" y="6"/>
                  <a:pt x="53" y="6"/>
                </a:cubicBezTo>
                <a:cubicBezTo>
                  <a:pt x="53" y="6"/>
                  <a:pt x="54" y="6"/>
                  <a:pt x="54" y="6"/>
                </a:cubicBezTo>
                <a:cubicBezTo>
                  <a:pt x="54" y="7"/>
                  <a:pt x="55" y="7"/>
                  <a:pt x="55" y="7"/>
                </a:cubicBezTo>
                <a:cubicBezTo>
                  <a:pt x="55" y="7"/>
                  <a:pt x="55" y="7"/>
                  <a:pt x="55" y="7"/>
                </a:cubicBezTo>
                <a:cubicBezTo>
                  <a:pt x="55" y="7"/>
                  <a:pt x="55" y="7"/>
                  <a:pt x="54" y="7"/>
                </a:cubicBezTo>
                <a:cubicBezTo>
                  <a:pt x="54" y="8"/>
                  <a:pt x="54" y="8"/>
                  <a:pt x="54" y="8"/>
                </a:cubicBezTo>
                <a:cubicBezTo>
                  <a:pt x="54" y="9"/>
                  <a:pt x="54" y="9"/>
                  <a:pt x="53" y="10"/>
                </a:cubicBezTo>
                <a:cubicBezTo>
                  <a:pt x="53" y="10"/>
                  <a:pt x="53" y="10"/>
                  <a:pt x="53" y="10"/>
                </a:cubicBezTo>
                <a:cubicBezTo>
                  <a:pt x="53" y="10"/>
                  <a:pt x="53" y="10"/>
                  <a:pt x="53" y="10"/>
                </a:cubicBezTo>
                <a:cubicBezTo>
                  <a:pt x="52" y="10"/>
                  <a:pt x="52" y="10"/>
                  <a:pt x="52" y="10"/>
                </a:cubicBezTo>
                <a:cubicBezTo>
                  <a:pt x="52" y="10"/>
                  <a:pt x="51" y="10"/>
                  <a:pt x="51" y="10"/>
                </a:cubicBezTo>
                <a:cubicBezTo>
                  <a:pt x="51" y="10"/>
                  <a:pt x="51" y="10"/>
                  <a:pt x="50" y="10"/>
                </a:cubicBezTo>
                <a:cubicBezTo>
                  <a:pt x="50" y="10"/>
                  <a:pt x="49" y="10"/>
                  <a:pt x="49" y="10"/>
                </a:cubicBezTo>
                <a:cubicBezTo>
                  <a:pt x="49" y="11"/>
                  <a:pt x="48" y="11"/>
                  <a:pt x="48" y="11"/>
                </a:cubicBezTo>
                <a:cubicBezTo>
                  <a:pt x="48" y="11"/>
                  <a:pt x="48" y="10"/>
                  <a:pt x="48" y="10"/>
                </a:cubicBezTo>
                <a:cubicBezTo>
                  <a:pt x="47" y="10"/>
                  <a:pt x="47" y="9"/>
                  <a:pt x="47" y="9"/>
                </a:cubicBezTo>
                <a:cubicBezTo>
                  <a:pt x="46" y="8"/>
                  <a:pt x="46" y="8"/>
                  <a:pt x="46" y="8"/>
                </a:cubicBezTo>
                <a:cubicBezTo>
                  <a:pt x="46" y="8"/>
                  <a:pt x="46" y="7"/>
                  <a:pt x="47" y="7"/>
                </a:cubicBezTo>
                <a:cubicBezTo>
                  <a:pt x="47" y="7"/>
                  <a:pt x="47" y="7"/>
                  <a:pt x="48" y="7"/>
                </a:cubicBezTo>
                <a:cubicBezTo>
                  <a:pt x="49" y="7"/>
                  <a:pt x="49" y="7"/>
                  <a:pt x="49" y="6"/>
                </a:cubicBezTo>
                <a:cubicBezTo>
                  <a:pt x="49" y="6"/>
                  <a:pt x="49" y="6"/>
                  <a:pt x="49" y="6"/>
                </a:cubicBezTo>
                <a:cubicBezTo>
                  <a:pt x="48" y="6"/>
                  <a:pt x="48" y="6"/>
                  <a:pt x="47" y="6"/>
                </a:cubicBezTo>
                <a:cubicBezTo>
                  <a:pt x="47" y="6"/>
                  <a:pt x="47" y="6"/>
                  <a:pt x="47" y="6"/>
                </a:cubicBezTo>
                <a:cubicBezTo>
                  <a:pt x="47" y="6"/>
                  <a:pt x="47" y="6"/>
                  <a:pt x="47" y="6"/>
                </a:cubicBezTo>
                <a:cubicBezTo>
                  <a:pt x="46" y="6"/>
                  <a:pt x="46" y="5"/>
                  <a:pt x="46" y="5"/>
                </a:cubicBezTo>
                <a:cubicBezTo>
                  <a:pt x="46" y="5"/>
                  <a:pt x="46" y="5"/>
                  <a:pt x="47" y="5"/>
                </a:cubicBezTo>
                <a:cubicBezTo>
                  <a:pt x="47" y="5"/>
                  <a:pt x="47" y="5"/>
                  <a:pt x="47" y="5"/>
                </a:cubicBezTo>
                <a:cubicBezTo>
                  <a:pt x="48" y="5"/>
                  <a:pt x="49" y="5"/>
                  <a:pt x="49" y="4"/>
                </a:cubicBezTo>
                <a:cubicBezTo>
                  <a:pt x="49" y="4"/>
                  <a:pt x="49" y="4"/>
                  <a:pt x="49" y="3"/>
                </a:cubicBezTo>
                <a:cubicBezTo>
                  <a:pt x="50" y="2"/>
                  <a:pt x="50" y="2"/>
                  <a:pt x="50" y="2"/>
                </a:cubicBezTo>
                <a:cubicBezTo>
                  <a:pt x="50" y="2"/>
                  <a:pt x="50" y="2"/>
                  <a:pt x="50" y="2"/>
                </a:cubicBezTo>
                <a:cubicBezTo>
                  <a:pt x="50" y="2"/>
                  <a:pt x="50" y="2"/>
                  <a:pt x="50" y="2"/>
                </a:cubicBezTo>
                <a:cubicBezTo>
                  <a:pt x="51" y="2"/>
                  <a:pt x="51" y="2"/>
                  <a:pt x="51" y="2"/>
                </a:cubicBezTo>
                <a:cubicBezTo>
                  <a:pt x="51" y="2"/>
                  <a:pt x="51" y="2"/>
                  <a:pt x="51" y="3"/>
                </a:cubicBezTo>
                <a:cubicBezTo>
                  <a:pt x="50" y="3"/>
                  <a:pt x="50" y="3"/>
                  <a:pt x="50" y="4"/>
                </a:cubicBezTo>
                <a:cubicBezTo>
                  <a:pt x="50" y="4"/>
                  <a:pt x="51" y="4"/>
                  <a:pt x="51" y="4"/>
                </a:cubicBezTo>
                <a:cubicBezTo>
                  <a:pt x="51" y="4"/>
                  <a:pt x="51" y="4"/>
                  <a:pt x="52" y="4"/>
                </a:cubicBezTo>
                <a:cubicBezTo>
                  <a:pt x="52" y="4"/>
                  <a:pt x="53" y="4"/>
                  <a:pt x="53" y="4"/>
                </a:cubicBezTo>
                <a:cubicBezTo>
                  <a:pt x="53" y="4"/>
                  <a:pt x="53" y="4"/>
                  <a:pt x="53" y="4"/>
                </a:cubicBezTo>
                <a:cubicBezTo>
                  <a:pt x="53" y="4"/>
                  <a:pt x="53" y="4"/>
                  <a:pt x="53" y="4"/>
                </a:cubicBezTo>
                <a:cubicBezTo>
                  <a:pt x="54" y="4"/>
                  <a:pt x="54" y="5"/>
                  <a:pt x="54" y="5"/>
                </a:cubicBezTo>
                <a:cubicBezTo>
                  <a:pt x="54" y="5"/>
                  <a:pt x="54" y="5"/>
                  <a:pt x="54" y="5"/>
                </a:cubicBezTo>
                <a:cubicBezTo>
                  <a:pt x="53" y="5"/>
                  <a:pt x="53" y="5"/>
                  <a:pt x="53" y="5"/>
                </a:cubicBezTo>
                <a:cubicBezTo>
                  <a:pt x="53" y="5"/>
                  <a:pt x="53" y="5"/>
                  <a:pt x="52" y="5"/>
                </a:cubicBezTo>
                <a:cubicBezTo>
                  <a:pt x="52" y="5"/>
                  <a:pt x="51" y="5"/>
                  <a:pt x="51" y="5"/>
                </a:cubicBezTo>
                <a:lnTo>
                  <a:pt x="50" y="6"/>
                </a:lnTo>
                <a:cubicBezTo>
                  <a:pt x="50" y="6"/>
                  <a:pt x="50" y="6"/>
                  <a:pt x="50" y="6"/>
                </a:cubicBezTo>
                <a:cubicBezTo>
                  <a:pt x="50" y="6"/>
                  <a:pt x="50" y="6"/>
                  <a:pt x="51" y="6"/>
                </a:cubicBezTo>
                <a:cubicBezTo>
                  <a:pt x="51" y="6"/>
                  <a:pt x="51" y="6"/>
                  <a:pt x="52" y="6"/>
                </a:cubicBezTo>
                <a:close/>
                <a:moveTo>
                  <a:pt x="45" y="3"/>
                </a:moveTo>
                <a:cubicBezTo>
                  <a:pt x="45" y="3"/>
                  <a:pt x="45" y="3"/>
                  <a:pt x="46" y="4"/>
                </a:cubicBezTo>
                <a:cubicBezTo>
                  <a:pt x="46" y="4"/>
                  <a:pt x="46" y="4"/>
                  <a:pt x="46" y="4"/>
                </a:cubicBezTo>
                <a:cubicBezTo>
                  <a:pt x="46" y="4"/>
                  <a:pt x="46" y="5"/>
                  <a:pt x="45" y="5"/>
                </a:cubicBezTo>
                <a:cubicBezTo>
                  <a:pt x="45" y="6"/>
                  <a:pt x="44" y="6"/>
                  <a:pt x="44" y="6"/>
                </a:cubicBezTo>
                <a:cubicBezTo>
                  <a:pt x="44" y="7"/>
                  <a:pt x="44" y="7"/>
                  <a:pt x="43" y="7"/>
                </a:cubicBezTo>
                <a:cubicBezTo>
                  <a:pt x="43" y="7"/>
                  <a:pt x="43" y="7"/>
                  <a:pt x="43" y="7"/>
                </a:cubicBezTo>
                <a:cubicBezTo>
                  <a:pt x="43" y="7"/>
                  <a:pt x="43" y="7"/>
                  <a:pt x="43" y="7"/>
                </a:cubicBezTo>
                <a:cubicBezTo>
                  <a:pt x="43" y="7"/>
                  <a:pt x="43" y="6"/>
                  <a:pt x="43" y="6"/>
                </a:cubicBezTo>
                <a:cubicBezTo>
                  <a:pt x="43" y="6"/>
                  <a:pt x="44" y="5"/>
                  <a:pt x="44" y="4"/>
                </a:cubicBezTo>
                <a:cubicBezTo>
                  <a:pt x="44" y="4"/>
                  <a:pt x="45" y="3"/>
                  <a:pt x="45" y="3"/>
                </a:cubicBezTo>
                <a:cubicBezTo>
                  <a:pt x="45" y="3"/>
                  <a:pt x="45" y="3"/>
                  <a:pt x="45" y="3"/>
                </a:cubicBezTo>
                <a:close/>
                <a:moveTo>
                  <a:pt x="45" y="6"/>
                </a:moveTo>
                <a:cubicBezTo>
                  <a:pt x="45" y="6"/>
                  <a:pt x="45" y="6"/>
                  <a:pt x="46" y="7"/>
                </a:cubicBezTo>
                <a:cubicBezTo>
                  <a:pt x="46" y="7"/>
                  <a:pt x="46" y="7"/>
                  <a:pt x="46" y="7"/>
                </a:cubicBezTo>
                <a:cubicBezTo>
                  <a:pt x="46" y="7"/>
                  <a:pt x="46" y="8"/>
                  <a:pt x="45" y="8"/>
                </a:cubicBezTo>
                <a:cubicBezTo>
                  <a:pt x="45" y="9"/>
                  <a:pt x="44" y="9"/>
                  <a:pt x="44" y="9"/>
                </a:cubicBezTo>
                <a:cubicBezTo>
                  <a:pt x="44" y="9"/>
                  <a:pt x="44" y="10"/>
                  <a:pt x="44" y="10"/>
                </a:cubicBezTo>
                <a:cubicBezTo>
                  <a:pt x="44" y="10"/>
                  <a:pt x="44" y="10"/>
                  <a:pt x="44" y="10"/>
                </a:cubicBezTo>
                <a:cubicBezTo>
                  <a:pt x="44" y="10"/>
                  <a:pt x="44" y="10"/>
                  <a:pt x="44" y="10"/>
                </a:cubicBezTo>
                <a:cubicBezTo>
                  <a:pt x="45" y="10"/>
                  <a:pt x="45" y="11"/>
                  <a:pt x="45" y="11"/>
                </a:cubicBezTo>
                <a:cubicBezTo>
                  <a:pt x="45" y="11"/>
                  <a:pt x="45" y="11"/>
                  <a:pt x="45" y="11"/>
                </a:cubicBezTo>
                <a:cubicBezTo>
                  <a:pt x="45" y="11"/>
                  <a:pt x="45" y="11"/>
                  <a:pt x="45" y="12"/>
                </a:cubicBezTo>
                <a:cubicBezTo>
                  <a:pt x="45" y="12"/>
                  <a:pt x="45" y="12"/>
                  <a:pt x="45" y="13"/>
                </a:cubicBezTo>
                <a:cubicBezTo>
                  <a:pt x="45" y="14"/>
                  <a:pt x="45" y="14"/>
                  <a:pt x="45" y="14"/>
                </a:cubicBezTo>
                <a:cubicBezTo>
                  <a:pt x="45" y="15"/>
                  <a:pt x="45" y="15"/>
                  <a:pt x="45" y="15"/>
                </a:cubicBezTo>
                <a:cubicBezTo>
                  <a:pt x="45" y="15"/>
                  <a:pt x="45" y="16"/>
                  <a:pt x="45" y="16"/>
                </a:cubicBezTo>
                <a:cubicBezTo>
                  <a:pt x="45" y="16"/>
                  <a:pt x="45" y="16"/>
                  <a:pt x="44" y="16"/>
                </a:cubicBezTo>
                <a:cubicBezTo>
                  <a:pt x="44" y="16"/>
                  <a:pt x="44" y="16"/>
                  <a:pt x="44" y="16"/>
                </a:cubicBezTo>
                <a:cubicBezTo>
                  <a:pt x="44" y="16"/>
                  <a:pt x="44" y="15"/>
                  <a:pt x="44" y="14"/>
                </a:cubicBezTo>
                <a:cubicBezTo>
                  <a:pt x="44" y="14"/>
                  <a:pt x="44" y="13"/>
                  <a:pt x="44" y="13"/>
                </a:cubicBezTo>
                <a:cubicBezTo>
                  <a:pt x="44" y="13"/>
                  <a:pt x="44" y="13"/>
                  <a:pt x="44" y="12"/>
                </a:cubicBezTo>
                <a:cubicBezTo>
                  <a:pt x="44" y="12"/>
                  <a:pt x="44" y="12"/>
                  <a:pt x="44" y="12"/>
                </a:cubicBezTo>
                <a:cubicBezTo>
                  <a:pt x="44" y="12"/>
                  <a:pt x="44" y="12"/>
                  <a:pt x="43" y="12"/>
                </a:cubicBezTo>
                <a:cubicBezTo>
                  <a:pt x="43" y="12"/>
                  <a:pt x="43" y="12"/>
                  <a:pt x="43" y="12"/>
                </a:cubicBezTo>
                <a:cubicBezTo>
                  <a:pt x="43" y="12"/>
                  <a:pt x="42" y="12"/>
                  <a:pt x="42" y="13"/>
                </a:cubicBezTo>
                <a:cubicBezTo>
                  <a:pt x="41" y="13"/>
                  <a:pt x="41" y="13"/>
                  <a:pt x="41" y="13"/>
                </a:cubicBezTo>
                <a:cubicBezTo>
                  <a:pt x="41" y="13"/>
                  <a:pt x="41" y="13"/>
                  <a:pt x="41" y="13"/>
                </a:cubicBezTo>
                <a:cubicBezTo>
                  <a:pt x="41" y="13"/>
                  <a:pt x="41" y="12"/>
                  <a:pt x="41" y="12"/>
                </a:cubicBezTo>
                <a:cubicBezTo>
                  <a:pt x="41" y="12"/>
                  <a:pt x="41" y="11"/>
                  <a:pt x="42" y="11"/>
                </a:cubicBezTo>
                <a:cubicBezTo>
                  <a:pt x="43" y="10"/>
                  <a:pt x="43" y="10"/>
                  <a:pt x="43" y="9"/>
                </a:cubicBezTo>
                <a:cubicBezTo>
                  <a:pt x="43" y="9"/>
                  <a:pt x="44" y="8"/>
                  <a:pt x="44" y="8"/>
                </a:cubicBezTo>
                <a:cubicBezTo>
                  <a:pt x="44" y="7"/>
                  <a:pt x="45" y="7"/>
                  <a:pt x="45" y="7"/>
                </a:cubicBezTo>
                <a:cubicBezTo>
                  <a:pt x="45" y="6"/>
                  <a:pt x="45" y="6"/>
                  <a:pt x="45" y="6"/>
                </a:cubicBezTo>
                <a:close/>
                <a:moveTo>
                  <a:pt x="52" y="12"/>
                </a:moveTo>
                <a:cubicBezTo>
                  <a:pt x="52" y="12"/>
                  <a:pt x="52" y="12"/>
                  <a:pt x="52" y="12"/>
                </a:cubicBezTo>
                <a:cubicBezTo>
                  <a:pt x="53" y="13"/>
                  <a:pt x="54" y="14"/>
                  <a:pt x="54" y="14"/>
                </a:cubicBezTo>
                <a:cubicBezTo>
                  <a:pt x="55" y="15"/>
                  <a:pt x="55" y="16"/>
                  <a:pt x="55" y="16"/>
                </a:cubicBezTo>
                <a:cubicBezTo>
                  <a:pt x="55" y="16"/>
                  <a:pt x="55" y="16"/>
                  <a:pt x="55" y="16"/>
                </a:cubicBezTo>
                <a:cubicBezTo>
                  <a:pt x="55" y="16"/>
                  <a:pt x="55" y="16"/>
                  <a:pt x="54" y="16"/>
                </a:cubicBezTo>
                <a:cubicBezTo>
                  <a:pt x="54" y="16"/>
                  <a:pt x="54" y="16"/>
                  <a:pt x="53" y="16"/>
                </a:cubicBezTo>
                <a:cubicBezTo>
                  <a:pt x="53" y="16"/>
                  <a:pt x="52" y="16"/>
                  <a:pt x="52" y="16"/>
                </a:cubicBezTo>
                <a:cubicBezTo>
                  <a:pt x="52" y="16"/>
                  <a:pt x="51" y="16"/>
                  <a:pt x="51" y="16"/>
                </a:cubicBezTo>
                <a:lnTo>
                  <a:pt x="50" y="16"/>
                </a:lnTo>
                <a:cubicBezTo>
                  <a:pt x="50" y="16"/>
                  <a:pt x="50" y="16"/>
                  <a:pt x="50" y="16"/>
                </a:cubicBezTo>
                <a:cubicBezTo>
                  <a:pt x="49" y="16"/>
                  <a:pt x="49" y="16"/>
                  <a:pt x="49" y="16"/>
                </a:cubicBezTo>
                <a:cubicBezTo>
                  <a:pt x="49" y="16"/>
                  <a:pt x="49" y="16"/>
                  <a:pt x="49" y="16"/>
                </a:cubicBezTo>
                <a:cubicBezTo>
                  <a:pt x="49" y="15"/>
                  <a:pt x="48" y="15"/>
                  <a:pt x="48" y="15"/>
                </a:cubicBezTo>
                <a:cubicBezTo>
                  <a:pt x="48" y="15"/>
                  <a:pt x="48" y="14"/>
                  <a:pt x="48" y="14"/>
                </a:cubicBezTo>
                <a:cubicBezTo>
                  <a:pt x="48" y="14"/>
                  <a:pt x="48" y="13"/>
                  <a:pt x="48" y="13"/>
                </a:cubicBezTo>
                <a:cubicBezTo>
                  <a:pt x="48" y="13"/>
                  <a:pt x="48" y="13"/>
                  <a:pt x="48" y="13"/>
                </a:cubicBezTo>
                <a:cubicBezTo>
                  <a:pt x="48" y="13"/>
                  <a:pt x="47" y="13"/>
                  <a:pt x="47" y="14"/>
                </a:cubicBezTo>
                <a:cubicBezTo>
                  <a:pt x="47" y="14"/>
                  <a:pt x="47" y="15"/>
                  <a:pt x="47" y="15"/>
                </a:cubicBezTo>
                <a:cubicBezTo>
                  <a:pt x="47" y="15"/>
                  <a:pt x="47" y="15"/>
                  <a:pt x="47" y="15"/>
                </a:cubicBezTo>
                <a:cubicBezTo>
                  <a:pt x="46" y="15"/>
                  <a:pt x="46" y="15"/>
                  <a:pt x="46" y="15"/>
                </a:cubicBezTo>
                <a:cubicBezTo>
                  <a:pt x="45" y="15"/>
                  <a:pt x="45" y="15"/>
                  <a:pt x="45" y="15"/>
                </a:cubicBezTo>
                <a:cubicBezTo>
                  <a:pt x="45" y="15"/>
                  <a:pt x="45" y="14"/>
                  <a:pt x="46" y="14"/>
                </a:cubicBezTo>
                <a:cubicBezTo>
                  <a:pt x="46" y="13"/>
                  <a:pt x="46" y="13"/>
                  <a:pt x="47" y="13"/>
                </a:cubicBezTo>
                <a:cubicBezTo>
                  <a:pt x="47" y="13"/>
                  <a:pt x="47" y="12"/>
                  <a:pt x="47" y="12"/>
                </a:cubicBezTo>
                <a:cubicBezTo>
                  <a:pt x="47" y="12"/>
                  <a:pt x="47" y="12"/>
                  <a:pt x="47" y="12"/>
                </a:cubicBezTo>
                <a:cubicBezTo>
                  <a:pt x="47" y="12"/>
                  <a:pt x="47" y="12"/>
                  <a:pt x="47" y="12"/>
                </a:cubicBezTo>
                <a:cubicBezTo>
                  <a:pt x="47" y="11"/>
                  <a:pt x="47" y="11"/>
                  <a:pt x="47" y="11"/>
                </a:cubicBezTo>
                <a:cubicBezTo>
                  <a:pt x="48" y="11"/>
                  <a:pt x="48" y="11"/>
                  <a:pt x="48" y="11"/>
                </a:cubicBezTo>
                <a:cubicBezTo>
                  <a:pt x="48" y="11"/>
                  <a:pt x="49" y="11"/>
                  <a:pt x="49" y="11"/>
                </a:cubicBezTo>
                <a:cubicBezTo>
                  <a:pt x="49" y="11"/>
                  <a:pt x="50" y="11"/>
                  <a:pt x="50" y="11"/>
                </a:cubicBezTo>
                <a:cubicBezTo>
                  <a:pt x="50" y="11"/>
                  <a:pt x="50" y="11"/>
                  <a:pt x="50" y="11"/>
                </a:cubicBezTo>
                <a:cubicBezTo>
                  <a:pt x="51" y="11"/>
                  <a:pt x="51" y="11"/>
                  <a:pt x="51" y="11"/>
                </a:cubicBezTo>
                <a:cubicBezTo>
                  <a:pt x="51" y="11"/>
                  <a:pt x="52" y="11"/>
                  <a:pt x="52" y="11"/>
                </a:cubicBezTo>
                <a:cubicBezTo>
                  <a:pt x="52" y="11"/>
                  <a:pt x="52" y="11"/>
                  <a:pt x="52" y="11"/>
                </a:cubicBezTo>
                <a:cubicBezTo>
                  <a:pt x="52" y="11"/>
                  <a:pt x="52" y="11"/>
                  <a:pt x="52" y="11"/>
                </a:cubicBezTo>
                <a:cubicBezTo>
                  <a:pt x="52" y="11"/>
                  <a:pt x="52" y="12"/>
                  <a:pt x="52" y="12"/>
                </a:cubicBezTo>
                <a:cubicBezTo>
                  <a:pt x="52" y="12"/>
                  <a:pt x="52" y="12"/>
                  <a:pt x="52" y="12"/>
                </a:cubicBezTo>
                <a:close/>
                <a:moveTo>
                  <a:pt x="57" y="13"/>
                </a:moveTo>
                <a:cubicBezTo>
                  <a:pt x="57" y="13"/>
                  <a:pt x="57" y="13"/>
                  <a:pt x="57" y="14"/>
                </a:cubicBezTo>
                <a:cubicBezTo>
                  <a:pt x="57" y="14"/>
                  <a:pt x="57" y="14"/>
                  <a:pt x="57" y="14"/>
                </a:cubicBezTo>
                <a:cubicBezTo>
                  <a:pt x="56" y="14"/>
                  <a:pt x="56" y="14"/>
                  <a:pt x="55" y="13"/>
                </a:cubicBezTo>
                <a:cubicBezTo>
                  <a:pt x="54" y="12"/>
                  <a:pt x="54" y="12"/>
                  <a:pt x="54" y="12"/>
                </a:cubicBezTo>
                <a:cubicBezTo>
                  <a:pt x="54" y="12"/>
                  <a:pt x="54" y="12"/>
                  <a:pt x="54" y="12"/>
                </a:cubicBezTo>
                <a:cubicBezTo>
                  <a:pt x="54" y="12"/>
                  <a:pt x="54" y="12"/>
                  <a:pt x="54" y="12"/>
                </a:cubicBezTo>
                <a:cubicBezTo>
                  <a:pt x="55" y="12"/>
                  <a:pt x="55" y="12"/>
                  <a:pt x="56" y="12"/>
                </a:cubicBezTo>
                <a:cubicBezTo>
                  <a:pt x="56" y="12"/>
                  <a:pt x="56" y="12"/>
                  <a:pt x="56" y="12"/>
                </a:cubicBezTo>
                <a:cubicBezTo>
                  <a:pt x="56" y="12"/>
                  <a:pt x="57" y="12"/>
                  <a:pt x="57" y="12"/>
                </a:cubicBezTo>
                <a:cubicBezTo>
                  <a:pt x="57" y="12"/>
                  <a:pt x="57" y="12"/>
                  <a:pt x="57" y="13"/>
                </a:cubicBezTo>
                <a:cubicBezTo>
                  <a:pt x="57" y="13"/>
                  <a:pt x="57" y="13"/>
                  <a:pt x="57" y="13"/>
                </a:cubicBezTo>
                <a:close/>
                <a:moveTo>
                  <a:pt x="71" y="5"/>
                </a:moveTo>
                <a:cubicBezTo>
                  <a:pt x="71" y="5"/>
                  <a:pt x="71" y="5"/>
                  <a:pt x="71" y="5"/>
                </a:cubicBezTo>
                <a:cubicBezTo>
                  <a:pt x="71" y="5"/>
                  <a:pt x="71" y="6"/>
                  <a:pt x="71" y="6"/>
                </a:cubicBezTo>
                <a:cubicBezTo>
                  <a:pt x="70" y="6"/>
                  <a:pt x="70" y="6"/>
                  <a:pt x="70" y="7"/>
                </a:cubicBezTo>
                <a:cubicBezTo>
                  <a:pt x="70" y="7"/>
                  <a:pt x="70" y="7"/>
                  <a:pt x="70" y="8"/>
                </a:cubicBezTo>
                <a:cubicBezTo>
                  <a:pt x="70" y="8"/>
                  <a:pt x="70" y="9"/>
                  <a:pt x="69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69" y="9"/>
                  <a:pt x="69" y="8"/>
                  <a:pt x="68" y="8"/>
                </a:cubicBezTo>
                <a:cubicBezTo>
                  <a:pt x="68" y="8"/>
                  <a:pt x="68" y="8"/>
                  <a:pt x="68" y="8"/>
                </a:cubicBezTo>
                <a:cubicBezTo>
                  <a:pt x="68" y="8"/>
                  <a:pt x="67" y="8"/>
                  <a:pt x="66" y="9"/>
                </a:cubicBezTo>
                <a:cubicBezTo>
                  <a:pt x="66" y="9"/>
                  <a:pt x="65" y="9"/>
                  <a:pt x="65" y="9"/>
                </a:cubicBezTo>
                <a:cubicBezTo>
                  <a:pt x="65" y="9"/>
                  <a:pt x="65" y="9"/>
                  <a:pt x="65" y="9"/>
                </a:cubicBezTo>
                <a:cubicBezTo>
                  <a:pt x="65" y="9"/>
                  <a:pt x="65" y="9"/>
                  <a:pt x="64" y="9"/>
                </a:cubicBezTo>
                <a:cubicBezTo>
                  <a:pt x="64" y="8"/>
                  <a:pt x="64" y="8"/>
                  <a:pt x="63" y="7"/>
                </a:cubicBezTo>
                <a:cubicBezTo>
                  <a:pt x="63" y="7"/>
                  <a:pt x="63" y="6"/>
                  <a:pt x="63" y="6"/>
                </a:cubicBezTo>
                <a:cubicBezTo>
                  <a:pt x="63" y="6"/>
                  <a:pt x="63" y="7"/>
                  <a:pt x="63" y="7"/>
                </a:cubicBezTo>
                <a:cubicBezTo>
                  <a:pt x="63" y="8"/>
                  <a:pt x="62" y="10"/>
                  <a:pt x="61" y="11"/>
                </a:cubicBezTo>
                <a:cubicBezTo>
                  <a:pt x="61" y="12"/>
                  <a:pt x="61" y="12"/>
                  <a:pt x="61" y="13"/>
                </a:cubicBezTo>
                <a:cubicBezTo>
                  <a:pt x="61" y="13"/>
                  <a:pt x="61" y="14"/>
                  <a:pt x="61" y="14"/>
                </a:cubicBezTo>
                <a:cubicBezTo>
                  <a:pt x="60" y="14"/>
                  <a:pt x="60" y="14"/>
                  <a:pt x="60" y="14"/>
                </a:cubicBezTo>
                <a:cubicBezTo>
                  <a:pt x="59" y="15"/>
                  <a:pt x="59" y="15"/>
                  <a:pt x="58" y="15"/>
                </a:cubicBezTo>
                <a:cubicBezTo>
                  <a:pt x="58" y="15"/>
                  <a:pt x="58" y="16"/>
                  <a:pt x="58" y="16"/>
                </a:cubicBezTo>
                <a:cubicBezTo>
                  <a:pt x="57" y="16"/>
                  <a:pt x="57" y="16"/>
                  <a:pt x="57" y="15"/>
                </a:cubicBezTo>
                <a:cubicBezTo>
                  <a:pt x="57" y="15"/>
                  <a:pt x="58" y="15"/>
                  <a:pt x="58" y="15"/>
                </a:cubicBezTo>
                <a:cubicBezTo>
                  <a:pt x="58" y="14"/>
                  <a:pt x="59" y="14"/>
                  <a:pt x="59" y="13"/>
                </a:cubicBezTo>
                <a:cubicBezTo>
                  <a:pt x="59" y="13"/>
                  <a:pt x="60" y="13"/>
                  <a:pt x="60" y="12"/>
                </a:cubicBezTo>
                <a:cubicBezTo>
                  <a:pt x="60" y="11"/>
                  <a:pt x="61" y="10"/>
                  <a:pt x="61" y="9"/>
                </a:cubicBezTo>
                <a:cubicBezTo>
                  <a:pt x="62" y="8"/>
                  <a:pt x="62" y="7"/>
                  <a:pt x="62" y="6"/>
                </a:cubicBezTo>
                <a:cubicBezTo>
                  <a:pt x="63" y="5"/>
                  <a:pt x="63" y="4"/>
                  <a:pt x="63" y="3"/>
                </a:cubicBezTo>
                <a:cubicBezTo>
                  <a:pt x="63" y="3"/>
                  <a:pt x="63" y="3"/>
                  <a:pt x="63" y="3"/>
                </a:cubicBezTo>
                <a:cubicBezTo>
                  <a:pt x="63" y="2"/>
                  <a:pt x="63" y="2"/>
                  <a:pt x="63" y="2"/>
                </a:cubicBezTo>
                <a:cubicBezTo>
                  <a:pt x="63" y="2"/>
                  <a:pt x="64" y="2"/>
                  <a:pt x="64" y="3"/>
                </a:cubicBezTo>
                <a:cubicBezTo>
                  <a:pt x="64" y="3"/>
                  <a:pt x="64" y="3"/>
                  <a:pt x="64" y="3"/>
                </a:cubicBezTo>
                <a:cubicBezTo>
                  <a:pt x="64" y="3"/>
                  <a:pt x="65" y="3"/>
                  <a:pt x="65" y="3"/>
                </a:cubicBezTo>
                <a:cubicBezTo>
                  <a:pt x="66" y="2"/>
                  <a:pt x="66" y="2"/>
                  <a:pt x="66" y="2"/>
                </a:cubicBezTo>
                <a:cubicBezTo>
                  <a:pt x="67" y="2"/>
                  <a:pt x="67" y="2"/>
                  <a:pt x="68" y="2"/>
                </a:cubicBezTo>
                <a:cubicBezTo>
                  <a:pt x="68" y="2"/>
                  <a:pt x="68" y="2"/>
                  <a:pt x="68" y="2"/>
                </a:cubicBezTo>
                <a:cubicBezTo>
                  <a:pt x="69" y="2"/>
                  <a:pt x="69" y="2"/>
                  <a:pt x="69" y="2"/>
                </a:cubicBezTo>
                <a:cubicBezTo>
                  <a:pt x="69" y="2"/>
                  <a:pt x="69" y="2"/>
                  <a:pt x="69" y="2"/>
                </a:cubicBezTo>
                <a:cubicBezTo>
                  <a:pt x="69" y="2"/>
                  <a:pt x="69" y="2"/>
                  <a:pt x="69" y="3"/>
                </a:cubicBezTo>
                <a:cubicBezTo>
                  <a:pt x="70" y="3"/>
                  <a:pt x="70" y="3"/>
                  <a:pt x="70" y="3"/>
                </a:cubicBezTo>
                <a:cubicBezTo>
                  <a:pt x="70" y="3"/>
                  <a:pt x="70" y="3"/>
                  <a:pt x="69" y="3"/>
                </a:cubicBezTo>
                <a:cubicBezTo>
                  <a:pt x="68" y="3"/>
                  <a:pt x="68" y="3"/>
                  <a:pt x="67" y="4"/>
                </a:cubicBezTo>
                <a:cubicBezTo>
                  <a:pt x="67" y="4"/>
                  <a:pt x="67" y="4"/>
                  <a:pt x="67" y="4"/>
                </a:cubicBezTo>
                <a:cubicBezTo>
                  <a:pt x="66" y="4"/>
                  <a:pt x="66" y="4"/>
                  <a:pt x="66" y="4"/>
                </a:cubicBezTo>
                <a:cubicBezTo>
                  <a:pt x="66" y="4"/>
                  <a:pt x="66" y="4"/>
                  <a:pt x="66" y="4"/>
                </a:cubicBezTo>
                <a:cubicBezTo>
                  <a:pt x="66" y="4"/>
                  <a:pt x="65" y="4"/>
                  <a:pt x="65" y="4"/>
                </a:cubicBezTo>
                <a:cubicBezTo>
                  <a:pt x="65" y="4"/>
                  <a:pt x="65" y="4"/>
                  <a:pt x="64" y="4"/>
                </a:cubicBezTo>
                <a:cubicBezTo>
                  <a:pt x="64" y="4"/>
                  <a:pt x="64" y="4"/>
                  <a:pt x="64" y="4"/>
                </a:cubicBezTo>
                <a:cubicBezTo>
                  <a:pt x="64" y="5"/>
                  <a:pt x="64" y="5"/>
                  <a:pt x="64" y="5"/>
                </a:cubicBezTo>
                <a:cubicBezTo>
                  <a:pt x="64" y="5"/>
                  <a:pt x="64" y="5"/>
                  <a:pt x="64" y="5"/>
                </a:cubicBezTo>
                <a:cubicBezTo>
                  <a:pt x="64" y="5"/>
                  <a:pt x="64" y="5"/>
                  <a:pt x="64" y="5"/>
                </a:cubicBezTo>
                <a:cubicBezTo>
                  <a:pt x="65" y="5"/>
                  <a:pt x="66" y="5"/>
                  <a:pt x="67" y="4"/>
                </a:cubicBezTo>
                <a:cubicBezTo>
                  <a:pt x="68" y="4"/>
                  <a:pt x="68" y="4"/>
                  <a:pt x="69" y="4"/>
                </a:cubicBezTo>
                <a:cubicBezTo>
                  <a:pt x="70" y="4"/>
                  <a:pt x="70" y="4"/>
                  <a:pt x="70" y="5"/>
                </a:cubicBezTo>
                <a:cubicBezTo>
                  <a:pt x="71" y="5"/>
                  <a:pt x="71" y="5"/>
                  <a:pt x="71" y="5"/>
                </a:cubicBezTo>
                <a:cubicBezTo>
                  <a:pt x="71" y="5"/>
                  <a:pt x="71" y="5"/>
                  <a:pt x="71" y="5"/>
                </a:cubicBezTo>
                <a:close/>
                <a:moveTo>
                  <a:pt x="72" y="12"/>
                </a:moveTo>
                <a:cubicBezTo>
                  <a:pt x="72" y="12"/>
                  <a:pt x="72" y="12"/>
                  <a:pt x="72" y="12"/>
                </a:cubicBezTo>
                <a:cubicBezTo>
                  <a:pt x="72" y="12"/>
                  <a:pt x="73" y="12"/>
                  <a:pt x="73" y="13"/>
                </a:cubicBezTo>
                <a:cubicBezTo>
                  <a:pt x="73" y="13"/>
                  <a:pt x="73" y="13"/>
                  <a:pt x="73" y="13"/>
                </a:cubicBezTo>
                <a:cubicBezTo>
                  <a:pt x="73" y="13"/>
                  <a:pt x="73" y="13"/>
                  <a:pt x="73" y="13"/>
                </a:cubicBezTo>
                <a:cubicBezTo>
                  <a:pt x="73" y="13"/>
                  <a:pt x="72" y="13"/>
                  <a:pt x="72" y="13"/>
                </a:cubicBezTo>
                <a:cubicBezTo>
                  <a:pt x="72" y="13"/>
                  <a:pt x="71" y="13"/>
                  <a:pt x="70" y="13"/>
                </a:cubicBezTo>
                <a:cubicBezTo>
                  <a:pt x="69" y="13"/>
                  <a:pt x="69" y="13"/>
                  <a:pt x="69" y="13"/>
                </a:cubicBezTo>
                <a:cubicBezTo>
                  <a:pt x="68" y="13"/>
                  <a:pt x="68" y="13"/>
                  <a:pt x="68" y="13"/>
                </a:cubicBezTo>
                <a:lnTo>
                  <a:pt x="68" y="14"/>
                </a:lnTo>
                <a:cubicBezTo>
                  <a:pt x="68" y="15"/>
                  <a:pt x="68" y="16"/>
                  <a:pt x="68" y="16"/>
                </a:cubicBezTo>
                <a:cubicBezTo>
                  <a:pt x="68" y="17"/>
                  <a:pt x="68" y="17"/>
                  <a:pt x="68" y="17"/>
                </a:cubicBezTo>
                <a:cubicBezTo>
                  <a:pt x="68" y="18"/>
                  <a:pt x="68" y="18"/>
                  <a:pt x="68" y="18"/>
                </a:cubicBezTo>
                <a:cubicBezTo>
                  <a:pt x="67" y="18"/>
                  <a:pt x="67" y="18"/>
                  <a:pt x="66" y="17"/>
                </a:cubicBezTo>
                <a:cubicBezTo>
                  <a:pt x="65" y="17"/>
                  <a:pt x="65" y="17"/>
                  <a:pt x="64" y="17"/>
                </a:cubicBezTo>
                <a:cubicBezTo>
                  <a:pt x="64" y="16"/>
                  <a:pt x="63" y="16"/>
                  <a:pt x="63" y="16"/>
                </a:cubicBezTo>
                <a:cubicBezTo>
                  <a:pt x="63" y="16"/>
                  <a:pt x="63" y="16"/>
                  <a:pt x="64" y="16"/>
                </a:cubicBezTo>
                <a:cubicBezTo>
                  <a:pt x="64" y="16"/>
                  <a:pt x="64" y="16"/>
                  <a:pt x="64" y="16"/>
                </a:cubicBezTo>
                <a:cubicBezTo>
                  <a:pt x="64" y="16"/>
                  <a:pt x="65" y="16"/>
                  <a:pt x="65" y="16"/>
                </a:cubicBezTo>
                <a:cubicBezTo>
                  <a:pt x="66" y="16"/>
                  <a:pt x="66" y="16"/>
                  <a:pt x="66" y="16"/>
                </a:cubicBezTo>
                <a:cubicBezTo>
                  <a:pt x="66" y="16"/>
                  <a:pt x="67" y="16"/>
                  <a:pt x="67" y="16"/>
                </a:cubicBezTo>
                <a:cubicBezTo>
                  <a:pt x="67" y="16"/>
                  <a:pt x="67" y="16"/>
                  <a:pt x="67" y="16"/>
                </a:cubicBezTo>
                <a:cubicBezTo>
                  <a:pt x="67" y="16"/>
                  <a:pt x="67" y="15"/>
                  <a:pt x="67" y="15"/>
                </a:cubicBezTo>
                <a:cubicBezTo>
                  <a:pt x="67" y="15"/>
                  <a:pt x="67" y="14"/>
                  <a:pt x="67" y="14"/>
                </a:cubicBezTo>
                <a:cubicBezTo>
                  <a:pt x="67" y="14"/>
                  <a:pt x="67" y="13"/>
                  <a:pt x="67" y="13"/>
                </a:cubicBezTo>
                <a:cubicBezTo>
                  <a:pt x="67" y="13"/>
                  <a:pt x="67" y="13"/>
                  <a:pt x="67" y="13"/>
                </a:cubicBezTo>
                <a:cubicBezTo>
                  <a:pt x="67" y="13"/>
                  <a:pt x="67" y="13"/>
                  <a:pt x="67" y="13"/>
                </a:cubicBezTo>
                <a:cubicBezTo>
                  <a:pt x="66" y="13"/>
                  <a:pt x="65" y="13"/>
                  <a:pt x="64" y="13"/>
                </a:cubicBezTo>
                <a:cubicBezTo>
                  <a:pt x="64" y="14"/>
                  <a:pt x="64" y="14"/>
                  <a:pt x="63" y="14"/>
                </a:cubicBezTo>
                <a:cubicBezTo>
                  <a:pt x="63" y="14"/>
                  <a:pt x="63" y="14"/>
                  <a:pt x="62" y="14"/>
                </a:cubicBezTo>
                <a:cubicBezTo>
                  <a:pt x="62" y="14"/>
                  <a:pt x="62" y="14"/>
                  <a:pt x="62" y="14"/>
                </a:cubicBezTo>
                <a:cubicBezTo>
                  <a:pt x="62" y="14"/>
                  <a:pt x="62" y="14"/>
                  <a:pt x="62" y="14"/>
                </a:cubicBezTo>
                <a:cubicBezTo>
                  <a:pt x="62" y="14"/>
                  <a:pt x="62" y="13"/>
                  <a:pt x="62" y="13"/>
                </a:cubicBezTo>
                <a:cubicBezTo>
                  <a:pt x="62" y="13"/>
                  <a:pt x="62" y="13"/>
                  <a:pt x="62" y="13"/>
                </a:cubicBezTo>
                <a:cubicBezTo>
                  <a:pt x="62" y="13"/>
                  <a:pt x="62" y="13"/>
                  <a:pt x="63" y="13"/>
                </a:cubicBezTo>
                <a:cubicBezTo>
                  <a:pt x="63" y="13"/>
                  <a:pt x="63" y="13"/>
                  <a:pt x="63" y="13"/>
                </a:cubicBezTo>
                <a:cubicBezTo>
                  <a:pt x="64" y="13"/>
                  <a:pt x="65" y="12"/>
                  <a:pt x="66" y="12"/>
                </a:cubicBezTo>
                <a:cubicBezTo>
                  <a:pt x="67" y="12"/>
                  <a:pt x="67" y="12"/>
                  <a:pt x="67" y="12"/>
                </a:cubicBezTo>
                <a:cubicBezTo>
                  <a:pt x="67" y="12"/>
                  <a:pt x="67" y="11"/>
                  <a:pt x="66" y="11"/>
                </a:cubicBezTo>
                <a:cubicBezTo>
                  <a:pt x="66" y="11"/>
                  <a:pt x="66" y="11"/>
                  <a:pt x="66" y="11"/>
                </a:cubicBezTo>
                <a:cubicBezTo>
                  <a:pt x="66" y="11"/>
                  <a:pt x="66" y="11"/>
                  <a:pt x="66" y="11"/>
                </a:cubicBezTo>
                <a:cubicBezTo>
                  <a:pt x="67" y="11"/>
                  <a:pt x="67" y="11"/>
                  <a:pt x="67" y="11"/>
                </a:cubicBezTo>
                <a:cubicBezTo>
                  <a:pt x="67" y="11"/>
                  <a:pt x="68" y="11"/>
                  <a:pt x="68" y="10"/>
                </a:cubicBezTo>
                <a:cubicBezTo>
                  <a:pt x="68" y="10"/>
                  <a:pt x="68" y="10"/>
                  <a:pt x="68" y="10"/>
                </a:cubicBezTo>
                <a:cubicBezTo>
                  <a:pt x="68" y="10"/>
                  <a:pt x="68" y="9"/>
                  <a:pt x="68" y="9"/>
                </a:cubicBezTo>
                <a:cubicBezTo>
                  <a:pt x="68" y="9"/>
                  <a:pt x="67" y="10"/>
                  <a:pt x="66" y="10"/>
                </a:cubicBezTo>
                <a:cubicBezTo>
                  <a:pt x="65" y="11"/>
                  <a:pt x="65" y="11"/>
                  <a:pt x="64" y="11"/>
                </a:cubicBezTo>
                <a:cubicBezTo>
                  <a:pt x="64" y="11"/>
                  <a:pt x="64" y="11"/>
                  <a:pt x="64" y="11"/>
                </a:cubicBezTo>
                <a:cubicBezTo>
                  <a:pt x="64" y="11"/>
                  <a:pt x="63" y="11"/>
                  <a:pt x="63" y="11"/>
                </a:cubicBezTo>
                <a:cubicBezTo>
                  <a:pt x="63" y="11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4" y="10"/>
                  <a:pt x="64" y="10"/>
                </a:cubicBezTo>
                <a:cubicBezTo>
                  <a:pt x="64" y="10"/>
                  <a:pt x="65" y="10"/>
                  <a:pt x="66" y="9"/>
                </a:cubicBezTo>
                <a:cubicBezTo>
                  <a:pt x="67" y="9"/>
                  <a:pt x="67" y="9"/>
                  <a:pt x="68" y="9"/>
                </a:cubicBezTo>
                <a:cubicBezTo>
                  <a:pt x="68" y="9"/>
                  <a:pt x="68" y="9"/>
                  <a:pt x="68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70" y="9"/>
                  <a:pt x="70" y="10"/>
                  <a:pt x="70" y="10"/>
                </a:cubicBezTo>
                <a:cubicBezTo>
                  <a:pt x="70" y="10"/>
                  <a:pt x="70" y="10"/>
                  <a:pt x="69" y="10"/>
                </a:cubicBezTo>
                <a:cubicBezTo>
                  <a:pt x="69" y="11"/>
                  <a:pt x="69" y="11"/>
                  <a:pt x="68" y="11"/>
                </a:cubicBezTo>
                <a:cubicBezTo>
                  <a:pt x="68" y="11"/>
                  <a:pt x="68" y="11"/>
                  <a:pt x="68" y="11"/>
                </a:cubicBezTo>
                <a:cubicBezTo>
                  <a:pt x="68" y="11"/>
                  <a:pt x="68" y="12"/>
                  <a:pt x="68" y="12"/>
                </a:cubicBezTo>
                <a:cubicBezTo>
                  <a:pt x="68" y="12"/>
                  <a:pt x="68" y="12"/>
                  <a:pt x="69" y="12"/>
                </a:cubicBezTo>
                <a:lnTo>
                  <a:pt x="70" y="12"/>
                </a:lnTo>
                <a:cubicBezTo>
                  <a:pt x="70" y="12"/>
                  <a:pt x="71" y="12"/>
                  <a:pt x="71" y="12"/>
                </a:cubicBezTo>
                <a:cubicBezTo>
                  <a:pt x="71" y="12"/>
                  <a:pt x="71" y="12"/>
                  <a:pt x="72" y="12"/>
                </a:cubicBezTo>
                <a:close/>
                <a:moveTo>
                  <a:pt x="84" y="6"/>
                </a:moveTo>
                <a:cubicBezTo>
                  <a:pt x="84" y="6"/>
                  <a:pt x="84" y="6"/>
                  <a:pt x="85" y="6"/>
                </a:cubicBezTo>
                <a:cubicBezTo>
                  <a:pt x="85" y="6"/>
                  <a:pt x="85" y="6"/>
                  <a:pt x="86" y="6"/>
                </a:cubicBezTo>
                <a:cubicBezTo>
                  <a:pt x="86" y="6"/>
                  <a:pt x="86" y="6"/>
                  <a:pt x="87" y="6"/>
                </a:cubicBezTo>
                <a:cubicBezTo>
                  <a:pt x="87" y="6"/>
                  <a:pt x="87" y="6"/>
                  <a:pt x="88" y="7"/>
                </a:cubicBezTo>
                <a:cubicBezTo>
                  <a:pt x="88" y="7"/>
                  <a:pt x="89" y="8"/>
                  <a:pt x="89" y="8"/>
                </a:cubicBezTo>
                <a:cubicBezTo>
                  <a:pt x="89" y="8"/>
                  <a:pt x="89" y="8"/>
                  <a:pt x="89" y="8"/>
                </a:cubicBezTo>
                <a:cubicBezTo>
                  <a:pt x="89" y="8"/>
                  <a:pt x="89" y="9"/>
                  <a:pt x="89" y="9"/>
                </a:cubicBezTo>
                <a:cubicBezTo>
                  <a:pt x="89" y="9"/>
                  <a:pt x="89" y="9"/>
                  <a:pt x="89" y="9"/>
                </a:cubicBezTo>
                <a:cubicBezTo>
                  <a:pt x="89" y="9"/>
                  <a:pt x="89" y="9"/>
                  <a:pt x="88" y="9"/>
                </a:cubicBezTo>
                <a:cubicBezTo>
                  <a:pt x="88" y="9"/>
                  <a:pt x="88" y="9"/>
                  <a:pt x="87" y="9"/>
                </a:cubicBezTo>
                <a:lnTo>
                  <a:pt x="86" y="9"/>
                </a:lnTo>
                <a:cubicBezTo>
                  <a:pt x="86" y="9"/>
                  <a:pt x="86" y="9"/>
                  <a:pt x="86" y="9"/>
                </a:cubicBezTo>
                <a:cubicBezTo>
                  <a:pt x="85" y="9"/>
                  <a:pt x="85" y="10"/>
                  <a:pt x="84" y="10"/>
                </a:cubicBezTo>
                <a:cubicBezTo>
                  <a:pt x="84" y="10"/>
                  <a:pt x="84" y="10"/>
                  <a:pt x="84" y="10"/>
                </a:cubicBezTo>
                <a:cubicBezTo>
                  <a:pt x="84" y="10"/>
                  <a:pt x="84" y="10"/>
                  <a:pt x="84" y="10"/>
                </a:cubicBezTo>
                <a:cubicBezTo>
                  <a:pt x="84" y="11"/>
                  <a:pt x="84" y="11"/>
                  <a:pt x="84" y="11"/>
                </a:cubicBezTo>
                <a:cubicBezTo>
                  <a:pt x="84" y="11"/>
                  <a:pt x="84" y="11"/>
                  <a:pt x="84" y="11"/>
                </a:cubicBezTo>
                <a:cubicBezTo>
                  <a:pt x="84" y="11"/>
                  <a:pt x="84" y="11"/>
                  <a:pt x="84" y="11"/>
                </a:cubicBezTo>
                <a:cubicBezTo>
                  <a:pt x="85" y="11"/>
                  <a:pt x="86" y="11"/>
                  <a:pt x="87" y="11"/>
                </a:cubicBezTo>
                <a:cubicBezTo>
                  <a:pt x="87" y="11"/>
                  <a:pt x="88" y="11"/>
                  <a:pt x="88" y="11"/>
                </a:cubicBezTo>
                <a:cubicBezTo>
                  <a:pt x="88" y="11"/>
                  <a:pt x="88" y="11"/>
                  <a:pt x="88" y="11"/>
                </a:cubicBezTo>
                <a:cubicBezTo>
                  <a:pt x="88" y="12"/>
                  <a:pt x="88" y="12"/>
                  <a:pt x="88" y="12"/>
                </a:cubicBezTo>
                <a:cubicBezTo>
                  <a:pt x="88" y="12"/>
                  <a:pt x="88" y="12"/>
                  <a:pt x="88" y="13"/>
                </a:cubicBezTo>
                <a:cubicBezTo>
                  <a:pt x="88" y="13"/>
                  <a:pt x="88" y="13"/>
                  <a:pt x="88" y="13"/>
                </a:cubicBezTo>
                <a:cubicBezTo>
                  <a:pt x="88" y="13"/>
                  <a:pt x="88" y="13"/>
                  <a:pt x="88" y="13"/>
                </a:cubicBezTo>
                <a:cubicBezTo>
                  <a:pt x="87" y="13"/>
                  <a:pt x="87" y="12"/>
                  <a:pt x="86" y="12"/>
                </a:cubicBezTo>
                <a:cubicBezTo>
                  <a:pt x="85" y="12"/>
                  <a:pt x="84" y="12"/>
                  <a:pt x="84" y="13"/>
                </a:cubicBezTo>
                <a:cubicBezTo>
                  <a:pt x="84" y="13"/>
                  <a:pt x="84" y="13"/>
                  <a:pt x="84" y="13"/>
                </a:cubicBezTo>
                <a:cubicBezTo>
                  <a:pt x="84" y="13"/>
                  <a:pt x="84" y="14"/>
                  <a:pt x="84" y="15"/>
                </a:cubicBezTo>
                <a:cubicBezTo>
                  <a:pt x="84" y="15"/>
                  <a:pt x="84" y="16"/>
                  <a:pt x="84" y="16"/>
                </a:cubicBezTo>
                <a:cubicBezTo>
                  <a:pt x="83" y="17"/>
                  <a:pt x="83" y="17"/>
                  <a:pt x="83" y="18"/>
                </a:cubicBezTo>
                <a:cubicBezTo>
                  <a:pt x="83" y="18"/>
                  <a:pt x="83" y="18"/>
                  <a:pt x="83" y="18"/>
                </a:cubicBezTo>
                <a:cubicBezTo>
                  <a:pt x="83" y="18"/>
                  <a:pt x="83" y="18"/>
                  <a:pt x="83" y="18"/>
                </a:cubicBezTo>
                <a:cubicBezTo>
                  <a:pt x="82" y="18"/>
                  <a:pt x="82" y="18"/>
                  <a:pt x="82" y="18"/>
                </a:cubicBezTo>
                <a:cubicBezTo>
                  <a:pt x="81" y="17"/>
                  <a:pt x="80" y="17"/>
                  <a:pt x="80" y="17"/>
                </a:cubicBezTo>
                <a:cubicBezTo>
                  <a:pt x="80" y="17"/>
                  <a:pt x="79" y="16"/>
                  <a:pt x="79" y="16"/>
                </a:cubicBezTo>
                <a:cubicBezTo>
                  <a:pt x="79" y="16"/>
                  <a:pt x="79" y="16"/>
                  <a:pt x="80" y="16"/>
                </a:cubicBezTo>
                <a:cubicBezTo>
                  <a:pt x="80" y="16"/>
                  <a:pt x="80" y="16"/>
                  <a:pt x="81" y="16"/>
                </a:cubicBezTo>
                <a:cubicBezTo>
                  <a:pt x="81" y="16"/>
                  <a:pt x="81" y="16"/>
                  <a:pt x="81" y="16"/>
                </a:cubicBezTo>
                <a:cubicBezTo>
                  <a:pt x="82" y="16"/>
                  <a:pt x="82" y="16"/>
                  <a:pt x="82" y="16"/>
                </a:cubicBezTo>
                <a:cubicBezTo>
                  <a:pt x="82" y="16"/>
                  <a:pt x="82" y="15"/>
                  <a:pt x="82" y="15"/>
                </a:cubicBezTo>
                <a:cubicBezTo>
                  <a:pt x="82" y="15"/>
                  <a:pt x="82" y="14"/>
                  <a:pt x="82" y="14"/>
                </a:cubicBezTo>
                <a:cubicBezTo>
                  <a:pt x="82" y="13"/>
                  <a:pt x="82" y="13"/>
                  <a:pt x="82" y="13"/>
                </a:cubicBezTo>
                <a:cubicBezTo>
                  <a:pt x="82" y="13"/>
                  <a:pt x="82" y="13"/>
                  <a:pt x="82" y="13"/>
                </a:cubicBezTo>
                <a:cubicBezTo>
                  <a:pt x="82" y="13"/>
                  <a:pt x="82" y="13"/>
                  <a:pt x="81" y="13"/>
                </a:cubicBezTo>
                <a:cubicBezTo>
                  <a:pt x="80" y="13"/>
                  <a:pt x="79" y="13"/>
                  <a:pt x="78" y="13"/>
                </a:cubicBezTo>
                <a:cubicBezTo>
                  <a:pt x="78" y="14"/>
                  <a:pt x="78" y="14"/>
                  <a:pt x="77" y="14"/>
                </a:cubicBezTo>
                <a:cubicBezTo>
                  <a:pt x="77" y="14"/>
                  <a:pt x="77" y="14"/>
                  <a:pt x="77" y="14"/>
                </a:cubicBezTo>
                <a:cubicBezTo>
                  <a:pt x="77" y="14"/>
                  <a:pt x="77" y="14"/>
                  <a:pt x="77" y="14"/>
                </a:cubicBezTo>
                <a:cubicBezTo>
                  <a:pt x="77" y="13"/>
                  <a:pt x="77" y="13"/>
                  <a:pt x="77" y="13"/>
                </a:cubicBezTo>
                <a:cubicBezTo>
                  <a:pt x="77" y="13"/>
                  <a:pt x="77" y="13"/>
                  <a:pt x="77" y="13"/>
                </a:cubicBezTo>
                <a:cubicBezTo>
                  <a:pt x="77" y="13"/>
                  <a:pt x="77" y="13"/>
                  <a:pt x="77" y="13"/>
                </a:cubicBezTo>
                <a:cubicBezTo>
                  <a:pt x="78" y="13"/>
                  <a:pt x="78" y="13"/>
                  <a:pt x="79" y="12"/>
                </a:cubicBezTo>
                <a:cubicBezTo>
                  <a:pt x="80" y="12"/>
                  <a:pt x="81" y="12"/>
                  <a:pt x="82" y="12"/>
                </a:cubicBezTo>
                <a:cubicBezTo>
                  <a:pt x="82" y="11"/>
                  <a:pt x="82" y="11"/>
                  <a:pt x="82" y="11"/>
                </a:cubicBezTo>
                <a:cubicBezTo>
                  <a:pt x="82" y="11"/>
                  <a:pt x="82" y="11"/>
                  <a:pt x="82" y="11"/>
                </a:cubicBezTo>
                <a:cubicBezTo>
                  <a:pt x="82" y="11"/>
                  <a:pt x="82" y="10"/>
                  <a:pt x="82" y="10"/>
                </a:cubicBezTo>
                <a:cubicBezTo>
                  <a:pt x="82" y="10"/>
                  <a:pt x="82" y="10"/>
                  <a:pt x="83" y="10"/>
                </a:cubicBezTo>
                <a:cubicBezTo>
                  <a:pt x="83" y="10"/>
                  <a:pt x="83" y="10"/>
                  <a:pt x="83" y="10"/>
                </a:cubicBezTo>
                <a:cubicBezTo>
                  <a:pt x="83" y="10"/>
                  <a:pt x="83" y="10"/>
                  <a:pt x="83" y="10"/>
                </a:cubicBezTo>
                <a:cubicBezTo>
                  <a:pt x="84" y="10"/>
                  <a:pt x="84" y="9"/>
                  <a:pt x="84" y="9"/>
                </a:cubicBezTo>
                <a:cubicBezTo>
                  <a:pt x="84" y="9"/>
                  <a:pt x="84" y="9"/>
                  <a:pt x="84" y="9"/>
                </a:cubicBezTo>
                <a:cubicBezTo>
                  <a:pt x="84" y="9"/>
                  <a:pt x="84" y="9"/>
                  <a:pt x="83" y="9"/>
                </a:cubicBezTo>
                <a:cubicBezTo>
                  <a:pt x="83" y="9"/>
                  <a:pt x="83" y="9"/>
                  <a:pt x="82" y="9"/>
                </a:cubicBezTo>
                <a:cubicBezTo>
                  <a:pt x="82" y="9"/>
                  <a:pt x="82" y="9"/>
                  <a:pt x="82" y="9"/>
                </a:cubicBezTo>
                <a:cubicBezTo>
                  <a:pt x="82" y="9"/>
                  <a:pt x="82" y="10"/>
                  <a:pt x="81" y="10"/>
                </a:cubicBezTo>
                <a:cubicBezTo>
                  <a:pt x="81" y="10"/>
                  <a:pt x="81" y="10"/>
                  <a:pt x="81" y="10"/>
                </a:cubicBezTo>
                <a:cubicBezTo>
                  <a:pt x="80" y="10"/>
                  <a:pt x="80" y="10"/>
                  <a:pt x="80" y="10"/>
                </a:cubicBezTo>
                <a:cubicBezTo>
                  <a:pt x="80" y="10"/>
                  <a:pt x="80" y="11"/>
                  <a:pt x="80" y="11"/>
                </a:cubicBezTo>
                <a:cubicBezTo>
                  <a:pt x="80" y="11"/>
                  <a:pt x="79" y="10"/>
                  <a:pt x="79" y="10"/>
                </a:cubicBezTo>
                <a:cubicBezTo>
                  <a:pt x="79" y="10"/>
                  <a:pt x="79" y="10"/>
                  <a:pt x="79" y="9"/>
                </a:cubicBezTo>
                <a:cubicBezTo>
                  <a:pt x="79" y="9"/>
                  <a:pt x="79" y="9"/>
                  <a:pt x="79" y="9"/>
                </a:cubicBezTo>
                <a:cubicBezTo>
                  <a:pt x="80" y="9"/>
                  <a:pt x="81" y="9"/>
                  <a:pt x="81" y="9"/>
                </a:cubicBezTo>
                <a:cubicBezTo>
                  <a:pt x="82" y="8"/>
                  <a:pt x="83" y="8"/>
                  <a:pt x="84" y="8"/>
                </a:cubicBezTo>
                <a:cubicBezTo>
                  <a:pt x="84" y="8"/>
                  <a:pt x="84" y="8"/>
                  <a:pt x="85" y="8"/>
                </a:cubicBezTo>
                <a:cubicBezTo>
                  <a:pt x="85" y="8"/>
                  <a:pt x="85" y="8"/>
                  <a:pt x="85" y="9"/>
                </a:cubicBezTo>
                <a:cubicBezTo>
                  <a:pt x="86" y="9"/>
                  <a:pt x="86" y="9"/>
                  <a:pt x="86" y="9"/>
                </a:cubicBezTo>
                <a:cubicBezTo>
                  <a:pt x="86" y="9"/>
                  <a:pt x="86" y="9"/>
                  <a:pt x="87" y="8"/>
                </a:cubicBezTo>
                <a:cubicBezTo>
                  <a:pt x="87" y="8"/>
                  <a:pt x="87" y="8"/>
                  <a:pt x="87" y="7"/>
                </a:cubicBezTo>
                <a:cubicBezTo>
                  <a:pt x="87" y="7"/>
                  <a:pt x="87" y="7"/>
                  <a:pt x="87" y="7"/>
                </a:cubicBezTo>
                <a:cubicBezTo>
                  <a:pt x="86" y="6"/>
                  <a:pt x="86" y="6"/>
                  <a:pt x="86" y="6"/>
                </a:cubicBezTo>
                <a:cubicBezTo>
                  <a:pt x="86" y="6"/>
                  <a:pt x="85" y="6"/>
                  <a:pt x="84" y="7"/>
                </a:cubicBezTo>
                <a:cubicBezTo>
                  <a:pt x="84" y="7"/>
                  <a:pt x="83" y="7"/>
                  <a:pt x="83" y="7"/>
                </a:cubicBezTo>
                <a:cubicBezTo>
                  <a:pt x="83" y="7"/>
                  <a:pt x="82" y="7"/>
                  <a:pt x="82" y="7"/>
                </a:cubicBezTo>
                <a:cubicBezTo>
                  <a:pt x="81" y="7"/>
                  <a:pt x="81" y="7"/>
                  <a:pt x="80" y="8"/>
                </a:cubicBezTo>
                <a:cubicBezTo>
                  <a:pt x="80" y="8"/>
                  <a:pt x="80" y="8"/>
                  <a:pt x="79" y="8"/>
                </a:cubicBezTo>
                <a:cubicBezTo>
                  <a:pt x="79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9" y="7"/>
                </a:cubicBezTo>
                <a:cubicBezTo>
                  <a:pt x="80" y="7"/>
                  <a:pt x="81" y="6"/>
                  <a:pt x="82" y="6"/>
                </a:cubicBezTo>
                <a:cubicBezTo>
                  <a:pt x="82" y="6"/>
                  <a:pt x="83" y="6"/>
                  <a:pt x="83" y="5"/>
                </a:cubicBezTo>
                <a:cubicBezTo>
                  <a:pt x="84" y="4"/>
                  <a:pt x="84" y="3"/>
                  <a:pt x="85" y="2"/>
                </a:cubicBezTo>
                <a:cubicBezTo>
                  <a:pt x="85" y="2"/>
                  <a:pt x="85" y="2"/>
                  <a:pt x="85" y="2"/>
                </a:cubicBezTo>
                <a:cubicBezTo>
                  <a:pt x="86" y="2"/>
                  <a:pt x="86" y="2"/>
                  <a:pt x="86" y="2"/>
                </a:cubicBezTo>
                <a:cubicBezTo>
                  <a:pt x="86" y="3"/>
                  <a:pt x="87" y="3"/>
                  <a:pt x="87" y="3"/>
                </a:cubicBezTo>
                <a:cubicBezTo>
                  <a:pt x="87" y="3"/>
                  <a:pt x="87" y="3"/>
                  <a:pt x="86" y="3"/>
                </a:cubicBezTo>
                <a:cubicBezTo>
                  <a:pt x="86" y="3"/>
                  <a:pt x="86" y="4"/>
                  <a:pt x="86" y="4"/>
                </a:cubicBezTo>
                <a:cubicBezTo>
                  <a:pt x="86" y="4"/>
                  <a:pt x="85" y="4"/>
                  <a:pt x="85" y="5"/>
                </a:cubicBezTo>
                <a:cubicBezTo>
                  <a:pt x="85" y="5"/>
                  <a:pt x="84" y="5"/>
                  <a:pt x="84" y="5"/>
                </a:cubicBezTo>
                <a:cubicBezTo>
                  <a:pt x="84" y="5"/>
                  <a:pt x="84" y="5"/>
                  <a:pt x="84" y="6"/>
                </a:cubicBezTo>
                <a:close/>
                <a:moveTo>
                  <a:pt x="83" y="2"/>
                </a:moveTo>
                <a:cubicBezTo>
                  <a:pt x="83" y="2"/>
                  <a:pt x="83" y="2"/>
                  <a:pt x="83" y="3"/>
                </a:cubicBezTo>
                <a:cubicBezTo>
                  <a:pt x="83" y="3"/>
                  <a:pt x="83" y="3"/>
                  <a:pt x="83" y="3"/>
                </a:cubicBezTo>
                <a:cubicBezTo>
                  <a:pt x="82" y="3"/>
                  <a:pt x="82" y="4"/>
                  <a:pt x="82" y="4"/>
                </a:cubicBezTo>
                <a:cubicBezTo>
                  <a:pt x="82" y="4"/>
                  <a:pt x="82" y="4"/>
                  <a:pt x="82" y="4"/>
                </a:cubicBezTo>
                <a:cubicBezTo>
                  <a:pt x="82" y="4"/>
                  <a:pt x="81" y="4"/>
                  <a:pt x="81" y="4"/>
                </a:cubicBezTo>
                <a:cubicBezTo>
                  <a:pt x="81" y="4"/>
                  <a:pt x="81" y="3"/>
                  <a:pt x="81" y="3"/>
                </a:cubicBezTo>
                <a:cubicBezTo>
                  <a:pt x="81" y="3"/>
                  <a:pt x="81" y="3"/>
                  <a:pt x="81" y="3"/>
                </a:cubicBezTo>
                <a:cubicBezTo>
                  <a:pt x="81" y="3"/>
                  <a:pt x="81" y="3"/>
                  <a:pt x="82" y="3"/>
                </a:cubicBezTo>
                <a:cubicBezTo>
                  <a:pt x="82" y="3"/>
                  <a:pt x="82" y="3"/>
                  <a:pt x="82" y="3"/>
                </a:cubicBezTo>
                <a:cubicBezTo>
                  <a:pt x="82" y="3"/>
                  <a:pt x="82" y="3"/>
                  <a:pt x="82" y="3"/>
                </a:cubicBezTo>
                <a:cubicBezTo>
                  <a:pt x="82" y="3"/>
                  <a:pt x="82" y="3"/>
                  <a:pt x="83" y="3"/>
                </a:cubicBezTo>
                <a:cubicBezTo>
                  <a:pt x="83" y="2"/>
                  <a:pt x="83" y="2"/>
                  <a:pt x="83" y="2"/>
                </a:cubicBezTo>
                <a:close/>
                <a:moveTo>
                  <a:pt x="80" y="5"/>
                </a:moveTo>
                <a:cubicBezTo>
                  <a:pt x="80" y="6"/>
                  <a:pt x="80" y="6"/>
                  <a:pt x="80" y="6"/>
                </a:cubicBezTo>
                <a:cubicBezTo>
                  <a:pt x="80" y="6"/>
                  <a:pt x="80" y="6"/>
                  <a:pt x="80" y="6"/>
                </a:cubicBezTo>
                <a:cubicBezTo>
                  <a:pt x="79" y="6"/>
                  <a:pt x="79" y="6"/>
                  <a:pt x="79" y="6"/>
                </a:cubicBezTo>
                <a:cubicBezTo>
                  <a:pt x="79" y="6"/>
                  <a:pt x="78" y="6"/>
                  <a:pt x="78" y="6"/>
                </a:cubicBezTo>
                <a:cubicBezTo>
                  <a:pt x="78" y="6"/>
                  <a:pt x="78" y="5"/>
                  <a:pt x="78" y="5"/>
                </a:cubicBezTo>
                <a:cubicBezTo>
                  <a:pt x="78" y="5"/>
                  <a:pt x="78" y="5"/>
                  <a:pt x="78" y="4"/>
                </a:cubicBezTo>
                <a:cubicBezTo>
                  <a:pt x="78" y="4"/>
                  <a:pt x="78" y="4"/>
                  <a:pt x="78" y="4"/>
                </a:cubicBezTo>
                <a:cubicBezTo>
                  <a:pt x="78" y="4"/>
                  <a:pt x="78" y="4"/>
                  <a:pt x="79" y="4"/>
                </a:cubicBezTo>
                <a:cubicBezTo>
                  <a:pt x="79" y="4"/>
                  <a:pt x="79" y="4"/>
                  <a:pt x="79" y="4"/>
                </a:cubicBezTo>
                <a:cubicBezTo>
                  <a:pt x="79" y="4"/>
                  <a:pt x="79" y="4"/>
                  <a:pt x="80" y="4"/>
                </a:cubicBezTo>
                <a:cubicBezTo>
                  <a:pt x="80" y="5"/>
                  <a:pt x="80" y="5"/>
                  <a:pt x="80" y="5"/>
                </a:cubicBezTo>
                <a:close/>
                <a:moveTo>
                  <a:pt x="77" y="9"/>
                </a:moveTo>
                <a:cubicBezTo>
                  <a:pt x="77" y="10"/>
                  <a:pt x="77" y="10"/>
                  <a:pt x="77" y="10"/>
                </a:cubicBezTo>
                <a:cubicBezTo>
                  <a:pt x="77" y="10"/>
                  <a:pt x="77" y="10"/>
                  <a:pt x="77" y="10"/>
                </a:cubicBezTo>
                <a:cubicBezTo>
                  <a:pt x="77" y="10"/>
                  <a:pt x="77" y="11"/>
                  <a:pt x="77" y="11"/>
                </a:cubicBezTo>
                <a:cubicBezTo>
                  <a:pt x="76" y="11"/>
                  <a:pt x="76" y="10"/>
                  <a:pt x="76" y="10"/>
                </a:cubicBezTo>
                <a:cubicBezTo>
                  <a:pt x="75" y="10"/>
                  <a:pt x="75" y="10"/>
                  <a:pt x="75" y="10"/>
                </a:cubicBezTo>
                <a:cubicBezTo>
                  <a:pt x="75" y="10"/>
                  <a:pt x="75" y="9"/>
                  <a:pt x="75" y="9"/>
                </a:cubicBezTo>
                <a:cubicBezTo>
                  <a:pt x="75" y="9"/>
                  <a:pt x="76" y="9"/>
                  <a:pt x="76" y="9"/>
                </a:cubicBezTo>
                <a:cubicBezTo>
                  <a:pt x="76" y="8"/>
                  <a:pt x="77" y="8"/>
                  <a:pt x="77" y="8"/>
                </a:cubicBezTo>
                <a:cubicBezTo>
                  <a:pt x="77" y="8"/>
                  <a:pt x="77" y="8"/>
                  <a:pt x="77" y="8"/>
                </a:cubicBezTo>
                <a:cubicBezTo>
                  <a:pt x="77" y="9"/>
                  <a:pt x="77" y="9"/>
                  <a:pt x="77" y="9"/>
                </a:cubicBezTo>
                <a:cubicBezTo>
                  <a:pt x="77" y="9"/>
                  <a:pt x="77" y="9"/>
                  <a:pt x="77" y="9"/>
                </a:cubicBezTo>
                <a:close/>
                <a:moveTo>
                  <a:pt x="118" y="15"/>
                </a:moveTo>
                <a:cubicBezTo>
                  <a:pt x="118" y="15"/>
                  <a:pt x="118" y="15"/>
                  <a:pt x="117" y="15"/>
                </a:cubicBezTo>
                <a:cubicBezTo>
                  <a:pt x="117" y="15"/>
                  <a:pt x="117" y="15"/>
                  <a:pt x="116" y="15"/>
                </a:cubicBezTo>
                <a:cubicBezTo>
                  <a:pt x="115" y="15"/>
                  <a:pt x="114" y="15"/>
                  <a:pt x="114" y="15"/>
                </a:cubicBezTo>
                <a:cubicBezTo>
                  <a:pt x="113" y="15"/>
                  <a:pt x="113" y="15"/>
                  <a:pt x="113" y="14"/>
                </a:cubicBezTo>
                <a:cubicBezTo>
                  <a:pt x="113" y="14"/>
                  <a:pt x="113" y="14"/>
                  <a:pt x="113" y="14"/>
                </a:cubicBezTo>
                <a:cubicBezTo>
                  <a:pt x="113" y="13"/>
                  <a:pt x="112" y="13"/>
                  <a:pt x="112" y="13"/>
                </a:cubicBezTo>
                <a:cubicBezTo>
                  <a:pt x="111" y="12"/>
                  <a:pt x="111" y="12"/>
                  <a:pt x="110" y="12"/>
                </a:cubicBezTo>
                <a:cubicBezTo>
                  <a:pt x="110" y="12"/>
                  <a:pt x="110" y="11"/>
                  <a:pt x="110" y="11"/>
                </a:cubicBezTo>
                <a:cubicBezTo>
                  <a:pt x="110" y="11"/>
                  <a:pt x="110" y="12"/>
                  <a:pt x="110" y="12"/>
                </a:cubicBezTo>
                <a:cubicBezTo>
                  <a:pt x="110" y="12"/>
                  <a:pt x="110" y="12"/>
                  <a:pt x="110" y="13"/>
                </a:cubicBezTo>
                <a:cubicBezTo>
                  <a:pt x="110" y="14"/>
                  <a:pt x="110" y="14"/>
                  <a:pt x="110" y="15"/>
                </a:cubicBezTo>
                <a:cubicBezTo>
                  <a:pt x="110" y="16"/>
                  <a:pt x="110" y="16"/>
                  <a:pt x="110" y="17"/>
                </a:cubicBezTo>
                <a:cubicBezTo>
                  <a:pt x="110" y="17"/>
                  <a:pt x="110" y="17"/>
                  <a:pt x="110" y="17"/>
                </a:cubicBezTo>
                <a:cubicBezTo>
                  <a:pt x="110" y="17"/>
                  <a:pt x="110" y="17"/>
                  <a:pt x="110" y="17"/>
                </a:cubicBezTo>
                <a:cubicBezTo>
                  <a:pt x="109" y="17"/>
                  <a:pt x="109" y="17"/>
                  <a:pt x="109" y="17"/>
                </a:cubicBezTo>
                <a:cubicBezTo>
                  <a:pt x="109" y="17"/>
                  <a:pt x="108" y="17"/>
                  <a:pt x="108" y="17"/>
                </a:cubicBezTo>
                <a:cubicBezTo>
                  <a:pt x="107" y="16"/>
                  <a:pt x="107" y="16"/>
                  <a:pt x="106" y="16"/>
                </a:cubicBezTo>
                <a:cubicBezTo>
                  <a:pt x="106" y="15"/>
                  <a:pt x="105" y="15"/>
                  <a:pt x="105" y="15"/>
                </a:cubicBezTo>
                <a:cubicBezTo>
                  <a:pt x="105" y="15"/>
                  <a:pt x="105" y="15"/>
                  <a:pt x="105" y="15"/>
                </a:cubicBezTo>
                <a:cubicBezTo>
                  <a:pt x="105" y="15"/>
                  <a:pt x="105" y="15"/>
                  <a:pt x="106" y="15"/>
                </a:cubicBezTo>
                <a:cubicBezTo>
                  <a:pt x="106" y="15"/>
                  <a:pt x="107" y="15"/>
                  <a:pt x="107" y="15"/>
                </a:cubicBezTo>
                <a:cubicBezTo>
                  <a:pt x="108" y="15"/>
                  <a:pt x="108" y="15"/>
                  <a:pt x="108" y="15"/>
                </a:cubicBezTo>
                <a:cubicBezTo>
                  <a:pt x="108" y="15"/>
                  <a:pt x="108" y="15"/>
                  <a:pt x="108" y="15"/>
                </a:cubicBezTo>
                <a:cubicBezTo>
                  <a:pt x="108" y="14"/>
                  <a:pt x="108" y="14"/>
                  <a:pt x="108" y="13"/>
                </a:cubicBezTo>
                <a:cubicBezTo>
                  <a:pt x="108" y="12"/>
                  <a:pt x="108" y="12"/>
                  <a:pt x="108" y="11"/>
                </a:cubicBezTo>
                <a:cubicBezTo>
                  <a:pt x="108" y="10"/>
                  <a:pt x="108" y="9"/>
                  <a:pt x="108" y="8"/>
                </a:cubicBezTo>
                <a:cubicBezTo>
                  <a:pt x="108" y="8"/>
                  <a:pt x="108" y="8"/>
                  <a:pt x="108" y="8"/>
                </a:cubicBezTo>
                <a:cubicBezTo>
                  <a:pt x="108" y="8"/>
                  <a:pt x="108" y="8"/>
                  <a:pt x="108" y="8"/>
                </a:cubicBezTo>
                <a:cubicBezTo>
                  <a:pt x="108" y="8"/>
                  <a:pt x="107" y="8"/>
                  <a:pt x="106" y="8"/>
                </a:cubicBezTo>
                <a:cubicBezTo>
                  <a:pt x="106" y="8"/>
                  <a:pt x="105" y="8"/>
                  <a:pt x="105" y="8"/>
                </a:cubicBezTo>
                <a:cubicBezTo>
                  <a:pt x="105" y="8"/>
                  <a:pt x="105" y="8"/>
                  <a:pt x="105" y="8"/>
                </a:cubicBezTo>
                <a:cubicBezTo>
                  <a:pt x="104" y="8"/>
                  <a:pt x="104" y="8"/>
                  <a:pt x="104" y="8"/>
                </a:cubicBezTo>
                <a:cubicBezTo>
                  <a:pt x="104" y="8"/>
                  <a:pt x="104" y="8"/>
                  <a:pt x="104" y="7"/>
                </a:cubicBezTo>
                <a:cubicBezTo>
                  <a:pt x="104" y="7"/>
                  <a:pt x="104" y="7"/>
                  <a:pt x="104" y="7"/>
                </a:cubicBezTo>
                <a:cubicBezTo>
                  <a:pt x="104" y="7"/>
                  <a:pt x="104" y="7"/>
                  <a:pt x="104" y="7"/>
                </a:cubicBezTo>
                <a:cubicBezTo>
                  <a:pt x="104" y="7"/>
                  <a:pt x="105" y="6"/>
                  <a:pt x="105" y="6"/>
                </a:cubicBezTo>
                <a:cubicBezTo>
                  <a:pt x="106" y="6"/>
                  <a:pt x="107" y="6"/>
                  <a:pt x="107" y="6"/>
                </a:cubicBezTo>
                <a:cubicBezTo>
                  <a:pt x="107" y="6"/>
                  <a:pt x="108" y="6"/>
                  <a:pt x="108" y="6"/>
                </a:cubicBezTo>
                <a:cubicBezTo>
                  <a:pt x="108" y="6"/>
                  <a:pt x="108" y="6"/>
                  <a:pt x="108" y="6"/>
                </a:cubicBezTo>
                <a:lnTo>
                  <a:pt x="108" y="5"/>
                </a:lnTo>
                <a:cubicBezTo>
                  <a:pt x="108" y="4"/>
                  <a:pt x="108" y="4"/>
                  <a:pt x="108" y="3"/>
                </a:cubicBezTo>
                <a:cubicBezTo>
                  <a:pt x="108" y="3"/>
                  <a:pt x="108" y="3"/>
                  <a:pt x="109" y="2"/>
                </a:cubicBezTo>
                <a:cubicBezTo>
                  <a:pt x="109" y="2"/>
                  <a:pt x="109" y="1"/>
                  <a:pt x="109" y="1"/>
                </a:cubicBezTo>
                <a:cubicBezTo>
                  <a:pt x="109" y="1"/>
                  <a:pt x="109" y="1"/>
                  <a:pt x="109" y="1"/>
                </a:cubicBezTo>
                <a:cubicBezTo>
                  <a:pt x="109" y="1"/>
                  <a:pt x="109" y="1"/>
                  <a:pt x="110" y="1"/>
                </a:cubicBezTo>
                <a:cubicBezTo>
                  <a:pt x="110" y="1"/>
                  <a:pt x="110" y="1"/>
                  <a:pt x="110" y="1"/>
                </a:cubicBezTo>
                <a:cubicBezTo>
                  <a:pt x="110" y="2"/>
                  <a:pt x="110" y="2"/>
                  <a:pt x="110" y="2"/>
                </a:cubicBezTo>
                <a:cubicBezTo>
                  <a:pt x="110" y="2"/>
                  <a:pt x="110" y="3"/>
                  <a:pt x="110" y="3"/>
                </a:cubicBezTo>
                <a:lnTo>
                  <a:pt x="110" y="4"/>
                </a:lnTo>
                <a:lnTo>
                  <a:pt x="110" y="5"/>
                </a:lnTo>
                <a:cubicBezTo>
                  <a:pt x="110" y="5"/>
                  <a:pt x="110" y="5"/>
                  <a:pt x="110" y="5"/>
                </a:cubicBezTo>
                <a:cubicBezTo>
                  <a:pt x="110" y="5"/>
                  <a:pt x="110" y="5"/>
                  <a:pt x="110" y="5"/>
                </a:cubicBezTo>
                <a:cubicBezTo>
                  <a:pt x="111" y="5"/>
                  <a:pt x="111" y="5"/>
                  <a:pt x="111" y="5"/>
                </a:cubicBezTo>
                <a:cubicBezTo>
                  <a:pt x="111" y="5"/>
                  <a:pt x="112" y="5"/>
                  <a:pt x="112" y="5"/>
                </a:cubicBezTo>
                <a:cubicBezTo>
                  <a:pt x="112" y="6"/>
                  <a:pt x="112" y="6"/>
                  <a:pt x="112" y="6"/>
                </a:cubicBezTo>
                <a:cubicBezTo>
                  <a:pt x="112" y="6"/>
                  <a:pt x="112" y="6"/>
                  <a:pt x="112" y="6"/>
                </a:cubicBezTo>
                <a:cubicBezTo>
                  <a:pt x="112" y="7"/>
                  <a:pt x="112" y="7"/>
                  <a:pt x="112" y="7"/>
                </a:cubicBezTo>
                <a:cubicBezTo>
                  <a:pt x="112" y="7"/>
                  <a:pt x="111" y="7"/>
                  <a:pt x="111" y="7"/>
                </a:cubicBezTo>
                <a:cubicBezTo>
                  <a:pt x="111" y="7"/>
                  <a:pt x="110" y="7"/>
                  <a:pt x="110" y="7"/>
                </a:cubicBezTo>
                <a:cubicBezTo>
                  <a:pt x="110" y="7"/>
                  <a:pt x="110" y="7"/>
                  <a:pt x="110" y="7"/>
                </a:cubicBezTo>
                <a:cubicBezTo>
                  <a:pt x="109" y="7"/>
                  <a:pt x="109" y="8"/>
                  <a:pt x="109" y="8"/>
                </a:cubicBezTo>
                <a:cubicBezTo>
                  <a:pt x="109" y="8"/>
                  <a:pt x="109" y="8"/>
                  <a:pt x="109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1" y="9"/>
                  <a:pt x="111" y="9"/>
                </a:cubicBezTo>
                <a:cubicBezTo>
                  <a:pt x="112" y="8"/>
                  <a:pt x="112" y="8"/>
                  <a:pt x="113" y="7"/>
                </a:cubicBezTo>
                <a:cubicBezTo>
                  <a:pt x="113" y="7"/>
                  <a:pt x="113" y="7"/>
                  <a:pt x="113" y="7"/>
                </a:cubicBezTo>
                <a:cubicBezTo>
                  <a:pt x="113" y="7"/>
                  <a:pt x="113" y="7"/>
                  <a:pt x="114" y="8"/>
                </a:cubicBezTo>
                <a:cubicBezTo>
                  <a:pt x="114" y="8"/>
                  <a:pt x="114" y="8"/>
                  <a:pt x="114" y="8"/>
                </a:cubicBezTo>
                <a:cubicBezTo>
                  <a:pt x="114" y="8"/>
                  <a:pt x="114" y="8"/>
                  <a:pt x="113" y="8"/>
                </a:cubicBezTo>
                <a:cubicBezTo>
                  <a:pt x="113" y="8"/>
                  <a:pt x="113" y="9"/>
                  <a:pt x="113" y="9"/>
                </a:cubicBezTo>
                <a:cubicBezTo>
                  <a:pt x="112" y="9"/>
                  <a:pt x="112" y="9"/>
                  <a:pt x="111" y="10"/>
                </a:cubicBezTo>
                <a:cubicBezTo>
                  <a:pt x="111" y="10"/>
                  <a:pt x="111" y="10"/>
                  <a:pt x="111" y="10"/>
                </a:cubicBezTo>
                <a:cubicBezTo>
                  <a:pt x="111" y="10"/>
                  <a:pt x="111" y="10"/>
                  <a:pt x="111" y="10"/>
                </a:cubicBezTo>
                <a:cubicBezTo>
                  <a:pt x="111" y="11"/>
                  <a:pt x="111" y="11"/>
                  <a:pt x="112" y="11"/>
                </a:cubicBezTo>
                <a:cubicBezTo>
                  <a:pt x="112" y="12"/>
                  <a:pt x="113" y="12"/>
                  <a:pt x="113" y="12"/>
                </a:cubicBezTo>
                <a:cubicBezTo>
                  <a:pt x="114" y="13"/>
                  <a:pt x="114" y="13"/>
                  <a:pt x="115" y="13"/>
                </a:cubicBezTo>
                <a:cubicBezTo>
                  <a:pt x="117" y="14"/>
                  <a:pt x="118" y="14"/>
                  <a:pt x="118" y="15"/>
                </a:cubicBezTo>
                <a:close/>
                <a:moveTo>
                  <a:pt x="113" y="3"/>
                </a:moveTo>
                <a:cubicBezTo>
                  <a:pt x="113" y="3"/>
                  <a:pt x="113" y="3"/>
                  <a:pt x="113" y="3"/>
                </a:cubicBezTo>
                <a:cubicBezTo>
                  <a:pt x="113" y="3"/>
                  <a:pt x="113" y="3"/>
                  <a:pt x="114" y="3"/>
                </a:cubicBezTo>
                <a:cubicBezTo>
                  <a:pt x="114" y="4"/>
                  <a:pt x="114" y="4"/>
                  <a:pt x="114" y="4"/>
                </a:cubicBezTo>
                <a:cubicBezTo>
                  <a:pt x="115" y="4"/>
                  <a:pt x="115" y="5"/>
                  <a:pt x="115" y="5"/>
                </a:cubicBezTo>
                <a:cubicBezTo>
                  <a:pt x="115" y="5"/>
                  <a:pt x="115" y="5"/>
                  <a:pt x="114" y="5"/>
                </a:cubicBezTo>
                <a:cubicBezTo>
                  <a:pt x="114" y="5"/>
                  <a:pt x="114" y="5"/>
                  <a:pt x="113" y="5"/>
                </a:cubicBezTo>
                <a:cubicBezTo>
                  <a:pt x="113" y="5"/>
                  <a:pt x="113" y="5"/>
                  <a:pt x="113" y="5"/>
                </a:cubicBezTo>
                <a:cubicBezTo>
                  <a:pt x="112" y="5"/>
                  <a:pt x="112" y="5"/>
                  <a:pt x="112" y="4"/>
                </a:cubicBezTo>
                <a:cubicBezTo>
                  <a:pt x="112" y="4"/>
                  <a:pt x="112" y="4"/>
                  <a:pt x="112" y="4"/>
                </a:cubicBezTo>
                <a:cubicBezTo>
                  <a:pt x="112" y="4"/>
                  <a:pt x="112" y="3"/>
                  <a:pt x="112" y="3"/>
                </a:cubicBezTo>
                <a:cubicBezTo>
                  <a:pt x="112" y="3"/>
                  <a:pt x="113" y="3"/>
                  <a:pt x="113" y="3"/>
                </a:cubicBezTo>
                <a:close/>
                <a:moveTo>
                  <a:pt x="105" y="9"/>
                </a:moveTo>
                <a:cubicBezTo>
                  <a:pt x="105" y="9"/>
                  <a:pt x="105" y="9"/>
                  <a:pt x="105" y="9"/>
                </a:cubicBezTo>
                <a:cubicBezTo>
                  <a:pt x="105" y="9"/>
                  <a:pt x="105" y="9"/>
                  <a:pt x="106" y="9"/>
                </a:cubicBezTo>
                <a:cubicBezTo>
                  <a:pt x="106" y="10"/>
                  <a:pt x="107" y="10"/>
                  <a:pt x="107" y="10"/>
                </a:cubicBezTo>
                <a:cubicBezTo>
                  <a:pt x="107" y="11"/>
                  <a:pt x="106" y="11"/>
                  <a:pt x="106" y="11"/>
                </a:cubicBezTo>
                <a:cubicBezTo>
                  <a:pt x="105" y="11"/>
                  <a:pt x="105" y="11"/>
                  <a:pt x="105" y="11"/>
                </a:cubicBezTo>
                <a:cubicBezTo>
                  <a:pt x="105" y="11"/>
                  <a:pt x="104" y="11"/>
                  <a:pt x="104" y="10"/>
                </a:cubicBezTo>
                <a:cubicBezTo>
                  <a:pt x="104" y="10"/>
                  <a:pt x="104" y="10"/>
                  <a:pt x="104" y="10"/>
                </a:cubicBezTo>
                <a:cubicBezTo>
                  <a:pt x="104" y="9"/>
                  <a:pt x="104" y="9"/>
                  <a:pt x="104" y="9"/>
                </a:cubicBezTo>
                <a:cubicBezTo>
                  <a:pt x="104" y="9"/>
                  <a:pt x="105" y="9"/>
                  <a:pt x="105" y="9"/>
                </a:cubicBezTo>
                <a:close/>
                <a:moveTo>
                  <a:pt x="108" y="11"/>
                </a:moveTo>
                <a:cubicBezTo>
                  <a:pt x="108" y="11"/>
                  <a:pt x="107" y="11"/>
                  <a:pt x="107" y="11"/>
                </a:cubicBezTo>
                <a:cubicBezTo>
                  <a:pt x="107" y="12"/>
                  <a:pt x="107" y="12"/>
                  <a:pt x="107" y="12"/>
                </a:cubicBezTo>
                <a:cubicBezTo>
                  <a:pt x="106" y="12"/>
                  <a:pt x="106" y="12"/>
                  <a:pt x="106" y="13"/>
                </a:cubicBezTo>
                <a:cubicBezTo>
                  <a:pt x="106" y="13"/>
                  <a:pt x="105" y="14"/>
                  <a:pt x="104" y="14"/>
                </a:cubicBezTo>
                <a:cubicBezTo>
                  <a:pt x="104" y="14"/>
                  <a:pt x="104" y="14"/>
                  <a:pt x="104" y="15"/>
                </a:cubicBezTo>
                <a:cubicBezTo>
                  <a:pt x="104" y="15"/>
                  <a:pt x="104" y="15"/>
                  <a:pt x="104" y="15"/>
                </a:cubicBezTo>
                <a:cubicBezTo>
                  <a:pt x="103" y="15"/>
                  <a:pt x="103" y="15"/>
                  <a:pt x="103" y="15"/>
                </a:cubicBezTo>
                <a:cubicBezTo>
                  <a:pt x="103" y="15"/>
                  <a:pt x="103" y="15"/>
                  <a:pt x="103" y="15"/>
                </a:cubicBezTo>
                <a:cubicBezTo>
                  <a:pt x="102" y="14"/>
                  <a:pt x="102" y="14"/>
                  <a:pt x="102" y="14"/>
                </a:cubicBezTo>
                <a:cubicBezTo>
                  <a:pt x="102" y="14"/>
                  <a:pt x="102" y="14"/>
                  <a:pt x="103" y="14"/>
                </a:cubicBezTo>
                <a:cubicBezTo>
                  <a:pt x="103" y="13"/>
                  <a:pt x="104" y="13"/>
                  <a:pt x="104" y="13"/>
                </a:cubicBezTo>
                <a:cubicBezTo>
                  <a:pt x="105" y="12"/>
                  <a:pt x="106" y="11"/>
                  <a:pt x="107" y="11"/>
                </a:cubicBezTo>
                <a:cubicBezTo>
                  <a:pt x="107" y="11"/>
                  <a:pt x="107" y="11"/>
                  <a:pt x="107" y="11"/>
                </a:cubicBezTo>
                <a:cubicBezTo>
                  <a:pt x="107" y="11"/>
                  <a:pt x="108" y="11"/>
                  <a:pt x="108" y="11"/>
                </a:cubicBezTo>
                <a:close/>
                <a:moveTo>
                  <a:pt x="127" y="13"/>
                </a:moveTo>
                <a:cubicBezTo>
                  <a:pt x="127" y="13"/>
                  <a:pt x="127" y="13"/>
                  <a:pt x="127" y="14"/>
                </a:cubicBezTo>
                <a:cubicBezTo>
                  <a:pt x="127" y="14"/>
                  <a:pt x="127" y="14"/>
                  <a:pt x="128" y="14"/>
                </a:cubicBezTo>
                <a:cubicBezTo>
                  <a:pt x="128" y="14"/>
                  <a:pt x="129" y="15"/>
                  <a:pt x="129" y="15"/>
                </a:cubicBezTo>
                <a:cubicBezTo>
                  <a:pt x="130" y="15"/>
                  <a:pt x="130" y="15"/>
                  <a:pt x="131" y="15"/>
                </a:cubicBezTo>
                <a:cubicBezTo>
                  <a:pt x="131" y="16"/>
                  <a:pt x="132" y="16"/>
                  <a:pt x="134" y="16"/>
                </a:cubicBezTo>
                <a:cubicBezTo>
                  <a:pt x="135" y="17"/>
                  <a:pt x="135" y="17"/>
                  <a:pt x="135" y="17"/>
                </a:cubicBezTo>
                <a:cubicBezTo>
                  <a:pt x="135" y="17"/>
                  <a:pt x="135" y="17"/>
                  <a:pt x="135" y="17"/>
                </a:cubicBezTo>
                <a:cubicBezTo>
                  <a:pt x="134" y="18"/>
                  <a:pt x="134" y="18"/>
                  <a:pt x="133" y="18"/>
                </a:cubicBezTo>
                <a:cubicBezTo>
                  <a:pt x="133" y="18"/>
                  <a:pt x="132" y="18"/>
                  <a:pt x="131" y="18"/>
                </a:cubicBezTo>
                <a:cubicBezTo>
                  <a:pt x="131" y="18"/>
                  <a:pt x="130" y="17"/>
                  <a:pt x="130" y="17"/>
                </a:cubicBezTo>
                <a:cubicBezTo>
                  <a:pt x="130" y="17"/>
                  <a:pt x="129" y="17"/>
                  <a:pt x="129" y="17"/>
                </a:cubicBezTo>
                <a:cubicBezTo>
                  <a:pt x="129" y="17"/>
                  <a:pt x="129" y="17"/>
                  <a:pt x="129" y="17"/>
                </a:cubicBezTo>
                <a:cubicBezTo>
                  <a:pt x="129" y="16"/>
                  <a:pt x="129" y="16"/>
                  <a:pt x="129" y="16"/>
                </a:cubicBezTo>
                <a:cubicBezTo>
                  <a:pt x="128" y="15"/>
                  <a:pt x="128" y="15"/>
                  <a:pt x="127" y="15"/>
                </a:cubicBezTo>
                <a:cubicBezTo>
                  <a:pt x="126" y="15"/>
                  <a:pt x="126" y="14"/>
                  <a:pt x="126" y="14"/>
                </a:cubicBezTo>
                <a:cubicBezTo>
                  <a:pt x="125" y="14"/>
                  <a:pt x="125" y="14"/>
                  <a:pt x="124" y="14"/>
                </a:cubicBezTo>
                <a:cubicBezTo>
                  <a:pt x="124" y="13"/>
                  <a:pt x="123" y="13"/>
                  <a:pt x="123" y="13"/>
                </a:cubicBezTo>
                <a:cubicBezTo>
                  <a:pt x="123" y="13"/>
                  <a:pt x="123" y="13"/>
                  <a:pt x="123" y="14"/>
                </a:cubicBezTo>
                <a:cubicBezTo>
                  <a:pt x="123" y="14"/>
                  <a:pt x="122" y="14"/>
                  <a:pt x="122" y="14"/>
                </a:cubicBezTo>
                <a:cubicBezTo>
                  <a:pt x="122" y="14"/>
                  <a:pt x="122" y="15"/>
                  <a:pt x="122" y="15"/>
                </a:cubicBezTo>
                <a:cubicBezTo>
                  <a:pt x="122" y="15"/>
                  <a:pt x="122" y="15"/>
                  <a:pt x="122" y="15"/>
                </a:cubicBezTo>
                <a:cubicBezTo>
                  <a:pt x="121" y="15"/>
                  <a:pt x="121" y="15"/>
                  <a:pt x="120" y="15"/>
                </a:cubicBezTo>
                <a:cubicBezTo>
                  <a:pt x="120" y="16"/>
                  <a:pt x="119" y="16"/>
                  <a:pt x="119" y="16"/>
                </a:cubicBezTo>
                <a:cubicBezTo>
                  <a:pt x="119" y="16"/>
                  <a:pt x="119" y="16"/>
                  <a:pt x="118" y="16"/>
                </a:cubicBezTo>
                <a:cubicBezTo>
                  <a:pt x="118" y="15"/>
                  <a:pt x="118" y="15"/>
                  <a:pt x="118" y="15"/>
                </a:cubicBezTo>
                <a:cubicBezTo>
                  <a:pt x="118" y="15"/>
                  <a:pt x="119" y="15"/>
                  <a:pt x="119" y="15"/>
                </a:cubicBezTo>
                <a:cubicBezTo>
                  <a:pt x="120" y="15"/>
                  <a:pt x="120" y="15"/>
                  <a:pt x="121" y="14"/>
                </a:cubicBezTo>
                <a:cubicBezTo>
                  <a:pt x="121" y="14"/>
                  <a:pt x="122" y="13"/>
                  <a:pt x="122" y="12"/>
                </a:cubicBezTo>
                <a:cubicBezTo>
                  <a:pt x="123" y="11"/>
                  <a:pt x="123" y="11"/>
                  <a:pt x="123" y="11"/>
                </a:cubicBezTo>
                <a:cubicBezTo>
                  <a:pt x="123" y="11"/>
                  <a:pt x="123" y="11"/>
                  <a:pt x="123" y="11"/>
                </a:cubicBezTo>
                <a:cubicBezTo>
                  <a:pt x="123" y="10"/>
                  <a:pt x="123" y="10"/>
                  <a:pt x="123" y="10"/>
                </a:cubicBezTo>
                <a:cubicBezTo>
                  <a:pt x="122" y="10"/>
                  <a:pt x="122" y="11"/>
                  <a:pt x="122" y="11"/>
                </a:cubicBezTo>
                <a:cubicBezTo>
                  <a:pt x="122" y="11"/>
                  <a:pt x="121" y="11"/>
                  <a:pt x="121" y="11"/>
                </a:cubicBezTo>
                <a:cubicBezTo>
                  <a:pt x="120" y="11"/>
                  <a:pt x="120" y="11"/>
                  <a:pt x="120" y="11"/>
                </a:cubicBezTo>
                <a:cubicBezTo>
                  <a:pt x="120" y="11"/>
                  <a:pt x="119" y="11"/>
                  <a:pt x="119" y="11"/>
                </a:cubicBezTo>
                <a:cubicBezTo>
                  <a:pt x="119" y="11"/>
                  <a:pt x="119" y="11"/>
                  <a:pt x="119" y="11"/>
                </a:cubicBezTo>
                <a:cubicBezTo>
                  <a:pt x="119" y="11"/>
                  <a:pt x="119" y="11"/>
                  <a:pt x="119" y="10"/>
                </a:cubicBezTo>
                <a:cubicBezTo>
                  <a:pt x="119" y="10"/>
                  <a:pt x="119" y="10"/>
                  <a:pt x="119" y="10"/>
                </a:cubicBezTo>
                <a:cubicBezTo>
                  <a:pt x="120" y="10"/>
                  <a:pt x="121" y="10"/>
                  <a:pt x="123" y="9"/>
                </a:cubicBezTo>
                <a:cubicBezTo>
                  <a:pt x="124" y="9"/>
                  <a:pt x="126" y="8"/>
                  <a:pt x="127" y="8"/>
                </a:cubicBezTo>
                <a:cubicBezTo>
                  <a:pt x="127" y="8"/>
                  <a:pt x="127" y="8"/>
                  <a:pt x="127" y="8"/>
                </a:cubicBezTo>
                <a:cubicBezTo>
                  <a:pt x="127" y="8"/>
                  <a:pt x="127" y="8"/>
                  <a:pt x="127" y="8"/>
                </a:cubicBezTo>
                <a:cubicBezTo>
                  <a:pt x="126" y="7"/>
                  <a:pt x="126" y="7"/>
                  <a:pt x="126" y="7"/>
                </a:cubicBezTo>
                <a:cubicBezTo>
                  <a:pt x="126" y="7"/>
                  <a:pt x="126" y="7"/>
                  <a:pt x="125" y="7"/>
                </a:cubicBezTo>
                <a:cubicBezTo>
                  <a:pt x="125" y="8"/>
                  <a:pt x="125" y="8"/>
                  <a:pt x="125" y="8"/>
                </a:cubicBezTo>
                <a:cubicBezTo>
                  <a:pt x="125" y="8"/>
                  <a:pt x="124" y="8"/>
                  <a:pt x="124" y="8"/>
                </a:cubicBezTo>
                <a:cubicBezTo>
                  <a:pt x="124" y="8"/>
                  <a:pt x="124" y="8"/>
                  <a:pt x="123" y="7"/>
                </a:cubicBezTo>
                <a:cubicBezTo>
                  <a:pt x="123" y="7"/>
                  <a:pt x="123" y="7"/>
                  <a:pt x="123" y="6"/>
                </a:cubicBezTo>
                <a:cubicBezTo>
                  <a:pt x="123" y="5"/>
                  <a:pt x="123" y="4"/>
                  <a:pt x="123" y="3"/>
                </a:cubicBezTo>
                <a:cubicBezTo>
                  <a:pt x="123" y="3"/>
                  <a:pt x="123" y="2"/>
                  <a:pt x="124" y="2"/>
                </a:cubicBezTo>
                <a:cubicBezTo>
                  <a:pt x="124" y="2"/>
                  <a:pt x="124" y="2"/>
                  <a:pt x="125" y="2"/>
                </a:cubicBezTo>
                <a:cubicBezTo>
                  <a:pt x="126" y="2"/>
                  <a:pt x="127" y="2"/>
                  <a:pt x="128" y="2"/>
                </a:cubicBezTo>
                <a:cubicBezTo>
                  <a:pt x="128" y="2"/>
                  <a:pt x="129" y="2"/>
                  <a:pt x="129" y="2"/>
                </a:cubicBezTo>
                <a:cubicBezTo>
                  <a:pt x="129" y="2"/>
                  <a:pt x="130" y="2"/>
                  <a:pt x="130" y="2"/>
                </a:cubicBezTo>
                <a:cubicBezTo>
                  <a:pt x="130" y="2"/>
                  <a:pt x="130" y="2"/>
                  <a:pt x="129" y="3"/>
                </a:cubicBezTo>
                <a:cubicBezTo>
                  <a:pt x="129" y="3"/>
                  <a:pt x="129" y="3"/>
                  <a:pt x="129" y="3"/>
                </a:cubicBezTo>
                <a:cubicBezTo>
                  <a:pt x="129" y="4"/>
                  <a:pt x="129" y="4"/>
                  <a:pt x="129" y="4"/>
                </a:cubicBezTo>
                <a:lnTo>
                  <a:pt x="129" y="6"/>
                </a:lnTo>
                <a:cubicBezTo>
                  <a:pt x="129" y="7"/>
                  <a:pt x="129" y="7"/>
                  <a:pt x="129" y="7"/>
                </a:cubicBezTo>
                <a:cubicBezTo>
                  <a:pt x="129" y="8"/>
                  <a:pt x="129" y="8"/>
                  <a:pt x="129" y="8"/>
                </a:cubicBezTo>
                <a:cubicBezTo>
                  <a:pt x="129" y="8"/>
                  <a:pt x="129" y="8"/>
                  <a:pt x="129" y="8"/>
                </a:cubicBezTo>
                <a:cubicBezTo>
                  <a:pt x="129" y="8"/>
                  <a:pt x="130" y="8"/>
                  <a:pt x="130" y="8"/>
                </a:cubicBezTo>
                <a:cubicBezTo>
                  <a:pt x="130" y="8"/>
                  <a:pt x="130" y="8"/>
                  <a:pt x="131" y="8"/>
                </a:cubicBezTo>
                <a:cubicBezTo>
                  <a:pt x="131" y="8"/>
                  <a:pt x="131" y="8"/>
                  <a:pt x="131" y="8"/>
                </a:cubicBezTo>
                <a:cubicBezTo>
                  <a:pt x="131" y="8"/>
                  <a:pt x="131" y="8"/>
                  <a:pt x="131" y="9"/>
                </a:cubicBezTo>
                <a:cubicBezTo>
                  <a:pt x="131" y="9"/>
                  <a:pt x="131" y="9"/>
                  <a:pt x="131" y="9"/>
                </a:cubicBezTo>
                <a:cubicBezTo>
                  <a:pt x="131" y="9"/>
                  <a:pt x="131" y="10"/>
                  <a:pt x="131" y="10"/>
                </a:cubicBezTo>
                <a:cubicBezTo>
                  <a:pt x="130" y="10"/>
                  <a:pt x="130" y="10"/>
                  <a:pt x="129" y="10"/>
                </a:cubicBezTo>
                <a:cubicBezTo>
                  <a:pt x="128" y="10"/>
                  <a:pt x="128" y="10"/>
                  <a:pt x="127" y="10"/>
                </a:cubicBezTo>
                <a:cubicBezTo>
                  <a:pt x="127" y="10"/>
                  <a:pt x="127" y="10"/>
                  <a:pt x="127" y="10"/>
                </a:cubicBezTo>
                <a:cubicBezTo>
                  <a:pt x="127" y="10"/>
                  <a:pt x="127" y="10"/>
                  <a:pt x="127" y="10"/>
                </a:cubicBezTo>
                <a:cubicBezTo>
                  <a:pt x="127" y="10"/>
                  <a:pt x="127" y="11"/>
                  <a:pt x="127" y="11"/>
                </a:cubicBezTo>
                <a:cubicBezTo>
                  <a:pt x="127" y="11"/>
                  <a:pt x="127" y="11"/>
                  <a:pt x="128" y="11"/>
                </a:cubicBezTo>
                <a:cubicBezTo>
                  <a:pt x="128" y="11"/>
                  <a:pt x="128" y="11"/>
                  <a:pt x="128" y="11"/>
                </a:cubicBezTo>
                <a:cubicBezTo>
                  <a:pt x="128" y="10"/>
                  <a:pt x="129" y="10"/>
                  <a:pt x="129" y="10"/>
                </a:cubicBezTo>
                <a:cubicBezTo>
                  <a:pt x="129" y="10"/>
                  <a:pt x="129" y="11"/>
                  <a:pt x="129" y="11"/>
                </a:cubicBezTo>
                <a:cubicBezTo>
                  <a:pt x="129" y="11"/>
                  <a:pt x="129" y="11"/>
                  <a:pt x="129" y="11"/>
                </a:cubicBezTo>
                <a:cubicBezTo>
                  <a:pt x="129" y="11"/>
                  <a:pt x="129" y="12"/>
                  <a:pt x="129" y="12"/>
                </a:cubicBezTo>
                <a:cubicBezTo>
                  <a:pt x="129" y="12"/>
                  <a:pt x="129" y="12"/>
                  <a:pt x="128" y="12"/>
                </a:cubicBezTo>
                <a:cubicBezTo>
                  <a:pt x="128" y="12"/>
                  <a:pt x="128" y="12"/>
                  <a:pt x="127" y="12"/>
                </a:cubicBezTo>
                <a:cubicBezTo>
                  <a:pt x="127" y="12"/>
                  <a:pt x="127" y="12"/>
                  <a:pt x="127" y="12"/>
                </a:cubicBezTo>
                <a:cubicBezTo>
                  <a:pt x="127" y="12"/>
                  <a:pt x="127" y="13"/>
                  <a:pt x="127" y="13"/>
                </a:cubicBezTo>
                <a:cubicBezTo>
                  <a:pt x="127" y="13"/>
                  <a:pt x="127" y="13"/>
                  <a:pt x="127" y="13"/>
                </a:cubicBezTo>
                <a:close/>
                <a:moveTo>
                  <a:pt x="148" y="11"/>
                </a:moveTo>
                <a:cubicBezTo>
                  <a:pt x="148" y="12"/>
                  <a:pt x="148" y="13"/>
                  <a:pt x="148" y="14"/>
                </a:cubicBezTo>
                <a:cubicBezTo>
                  <a:pt x="148" y="15"/>
                  <a:pt x="148" y="15"/>
                  <a:pt x="148" y="16"/>
                </a:cubicBezTo>
                <a:cubicBezTo>
                  <a:pt x="148" y="16"/>
                  <a:pt x="148" y="16"/>
                  <a:pt x="148" y="17"/>
                </a:cubicBezTo>
                <a:cubicBezTo>
                  <a:pt x="148" y="17"/>
                  <a:pt x="148" y="17"/>
                  <a:pt x="148" y="17"/>
                </a:cubicBezTo>
                <a:cubicBezTo>
                  <a:pt x="148" y="18"/>
                  <a:pt x="148" y="18"/>
                  <a:pt x="148" y="18"/>
                </a:cubicBezTo>
                <a:cubicBezTo>
                  <a:pt x="148" y="18"/>
                  <a:pt x="147" y="18"/>
                  <a:pt x="146" y="17"/>
                </a:cubicBezTo>
                <a:cubicBezTo>
                  <a:pt x="145" y="17"/>
                  <a:pt x="144" y="16"/>
                  <a:pt x="144" y="16"/>
                </a:cubicBezTo>
                <a:cubicBezTo>
                  <a:pt x="143" y="16"/>
                  <a:pt x="143" y="15"/>
                  <a:pt x="143" y="15"/>
                </a:cubicBezTo>
                <a:cubicBezTo>
                  <a:pt x="143" y="15"/>
                  <a:pt x="143" y="15"/>
                  <a:pt x="143" y="15"/>
                </a:cubicBezTo>
                <a:cubicBezTo>
                  <a:pt x="143" y="15"/>
                  <a:pt x="143" y="15"/>
                  <a:pt x="143" y="15"/>
                </a:cubicBezTo>
                <a:cubicBezTo>
                  <a:pt x="144" y="16"/>
                  <a:pt x="145" y="16"/>
                  <a:pt x="146" y="16"/>
                </a:cubicBezTo>
                <a:cubicBezTo>
                  <a:pt x="146" y="16"/>
                  <a:pt x="147" y="16"/>
                  <a:pt x="147" y="16"/>
                </a:cubicBezTo>
                <a:cubicBezTo>
                  <a:pt x="147" y="16"/>
                  <a:pt x="147" y="15"/>
                  <a:pt x="147" y="15"/>
                </a:cubicBezTo>
                <a:cubicBezTo>
                  <a:pt x="147" y="14"/>
                  <a:pt x="147" y="14"/>
                  <a:pt x="147" y="12"/>
                </a:cubicBezTo>
                <a:cubicBezTo>
                  <a:pt x="147" y="11"/>
                  <a:pt x="146" y="9"/>
                  <a:pt x="146" y="8"/>
                </a:cubicBezTo>
                <a:lnTo>
                  <a:pt x="146" y="5"/>
                </a:lnTo>
                <a:lnTo>
                  <a:pt x="146" y="3"/>
                </a:lnTo>
                <a:cubicBezTo>
                  <a:pt x="146" y="3"/>
                  <a:pt x="147" y="3"/>
                  <a:pt x="147" y="3"/>
                </a:cubicBezTo>
                <a:cubicBezTo>
                  <a:pt x="147" y="3"/>
                  <a:pt x="147" y="3"/>
                  <a:pt x="148" y="3"/>
                </a:cubicBezTo>
                <a:cubicBezTo>
                  <a:pt x="148" y="3"/>
                  <a:pt x="148" y="3"/>
                  <a:pt x="148" y="3"/>
                </a:cubicBezTo>
                <a:cubicBezTo>
                  <a:pt x="148" y="4"/>
                  <a:pt x="148" y="4"/>
                  <a:pt x="148" y="4"/>
                </a:cubicBezTo>
                <a:cubicBezTo>
                  <a:pt x="148" y="4"/>
                  <a:pt x="148" y="5"/>
                  <a:pt x="148" y="6"/>
                </a:cubicBezTo>
                <a:cubicBezTo>
                  <a:pt x="148" y="6"/>
                  <a:pt x="148" y="6"/>
                  <a:pt x="148" y="7"/>
                </a:cubicBezTo>
                <a:cubicBezTo>
                  <a:pt x="148" y="9"/>
                  <a:pt x="148" y="9"/>
                  <a:pt x="148" y="10"/>
                </a:cubicBezTo>
                <a:lnTo>
                  <a:pt x="148" y="11"/>
                </a:lnTo>
                <a:close/>
                <a:moveTo>
                  <a:pt x="143" y="7"/>
                </a:moveTo>
                <a:cubicBezTo>
                  <a:pt x="143" y="7"/>
                  <a:pt x="143" y="7"/>
                  <a:pt x="142" y="7"/>
                </a:cubicBezTo>
                <a:cubicBezTo>
                  <a:pt x="142" y="7"/>
                  <a:pt x="142" y="7"/>
                  <a:pt x="141" y="7"/>
                </a:cubicBezTo>
                <a:cubicBezTo>
                  <a:pt x="141" y="7"/>
                  <a:pt x="141" y="7"/>
                  <a:pt x="141" y="7"/>
                </a:cubicBezTo>
                <a:cubicBezTo>
                  <a:pt x="141" y="7"/>
                  <a:pt x="141" y="7"/>
                  <a:pt x="140" y="7"/>
                </a:cubicBezTo>
                <a:cubicBezTo>
                  <a:pt x="140" y="7"/>
                  <a:pt x="140" y="6"/>
                  <a:pt x="140" y="6"/>
                </a:cubicBezTo>
                <a:cubicBezTo>
                  <a:pt x="140" y="6"/>
                  <a:pt x="140" y="7"/>
                  <a:pt x="140" y="7"/>
                </a:cubicBezTo>
                <a:cubicBezTo>
                  <a:pt x="139" y="7"/>
                  <a:pt x="139" y="7"/>
                  <a:pt x="139" y="7"/>
                </a:cubicBezTo>
                <a:cubicBezTo>
                  <a:pt x="138" y="8"/>
                  <a:pt x="138" y="8"/>
                  <a:pt x="138" y="9"/>
                </a:cubicBezTo>
                <a:cubicBezTo>
                  <a:pt x="138" y="9"/>
                  <a:pt x="137" y="9"/>
                  <a:pt x="137" y="10"/>
                </a:cubicBezTo>
                <a:cubicBezTo>
                  <a:pt x="137" y="10"/>
                  <a:pt x="138" y="10"/>
                  <a:pt x="138" y="10"/>
                </a:cubicBezTo>
                <a:cubicBezTo>
                  <a:pt x="138" y="10"/>
                  <a:pt x="138" y="10"/>
                  <a:pt x="138" y="10"/>
                </a:cubicBezTo>
                <a:cubicBezTo>
                  <a:pt x="139" y="9"/>
                  <a:pt x="140" y="9"/>
                  <a:pt x="141" y="9"/>
                </a:cubicBezTo>
                <a:cubicBezTo>
                  <a:pt x="141" y="9"/>
                  <a:pt x="141" y="9"/>
                  <a:pt x="141" y="9"/>
                </a:cubicBezTo>
                <a:cubicBezTo>
                  <a:pt x="142" y="9"/>
                  <a:pt x="142" y="9"/>
                  <a:pt x="142" y="9"/>
                </a:cubicBezTo>
                <a:cubicBezTo>
                  <a:pt x="142" y="9"/>
                  <a:pt x="142" y="9"/>
                  <a:pt x="142" y="9"/>
                </a:cubicBezTo>
                <a:cubicBezTo>
                  <a:pt x="142" y="10"/>
                  <a:pt x="142" y="10"/>
                  <a:pt x="142" y="10"/>
                </a:cubicBezTo>
                <a:cubicBezTo>
                  <a:pt x="142" y="11"/>
                  <a:pt x="141" y="11"/>
                  <a:pt x="141" y="12"/>
                </a:cubicBezTo>
                <a:cubicBezTo>
                  <a:pt x="141" y="12"/>
                  <a:pt x="141" y="13"/>
                  <a:pt x="141" y="13"/>
                </a:cubicBezTo>
                <a:cubicBezTo>
                  <a:pt x="141" y="13"/>
                  <a:pt x="140" y="13"/>
                  <a:pt x="140" y="13"/>
                </a:cubicBezTo>
                <a:cubicBezTo>
                  <a:pt x="140" y="13"/>
                  <a:pt x="139" y="13"/>
                  <a:pt x="139" y="13"/>
                </a:cubicBezTo>
                <a:cubicBezTo>
                  <a:pt x="139" y="13"/>
                  <a:pt x="139" y="13"/>
                  <a:pt x="139" y="13"/>
                </a:cubicBezTo>
                <a:cubicBezTo>
                  <a:pt x="139" y="13"/>
                  <a:pt x="139" y="13"/>
                  <a:pt x="139" y="13"/>
                </a:cubicBezTo>
                <a:cubicBezTo>
                  <a:pt x="139" y="13"/>
                  <a:pt x="139" y="13"/>
                  <a:pt x="139" y="14"/>
                </a:cubicBezTo>
                <a:cubicBezTo>
                  <a:pt x="138" y="14"/>
                  <a:pt x="138" y="14"/>
                  <a:pt x="138" y="15"/>
                </a:cubicBezTo>
                <a:cubicBezTo>
                  <a:pt x="138" y="15"/>
                  <a:pt x="138" y="15"/>
                  <a:pt x="139" y="15"/>
                </a:cubicBezTo>
                <a:cubicBezTo>
                  <a:pt x="139" y="15"/>
                  <a:pt x="139" y="15"/>
                  <a:pt x="139" y="15"/>
                </a:cubicBezTo>
                <a:cubicBezTo>
                  <a:pt x="139" y="15"/>
                  <a:pt x="140" y="15"/>
                  <a:pt x="140" y="15"/>
                </a:cubicBezTo>
                <a:cubicBezTo>
                  <a:pt x="140" y="15"/>
                  <a:pt x="140" y="15"/>
                  <a:pt x="141" y="15"/>
                </a:cubicBezTo>
                <a:cubicBezTo>
                  <a:pt x="141" y="15"/>
                  <a:pt x="141" y="14"/>
                  <a:pt x="141" y="14"/>
                </a:cubicBezTo>
                <a:cubicBezTo>
                  <a:pt x="141" y="14"/>
                  <a:pt x="141" y="13"/>
                  <a:pt x="141" y="13"/>
                </a:cubicBezTo>
                <a:cubicBezTo>
                  <a:pt x="141" y="13"/>
                  <a:pt x="141" y="14"/>
                  <a:pt x="142" y="14"/>
                </a:cubicBezTo>
                <a:cubicBezTo>
                  <a:pt x="142" y="15"/>
                  <a:pt x="142" y="15"/>
                  <a:pt x="142" y="16"/>
                </a:cubicBezTo>
                <a:cubicBezTo>
                  <a:pt x="142" y="16"/>
                  <a:pt x="142" y="16"/>
                  <a:pt x="141" y="16"/>
                </a:cubicBezTo>
                <a:cubicBezTo>
                  <a:pt x="141" y="16"/>
                  <a:pt x="141" y="16"/>
                  <a:pt x="141" y="16"/>
                </a:cubicBezTo>
                <a:cubicBezTo>
                  <a:pt x="140" y="16"/>
                  <a:pt x="140" y="16"/>
                  <a:pt x="139" y="16"/>
                </a:cubicBezTo>
                <a:cubicBezTo>
                  <a:pt x="139" y="16"/>
                  <a:pt x="138" y="16"/>
                  <a:pt x="138" y="16"/>
                </a:cubicBezTo>
                <a:cubicBezTo>
                  <a:pt x="138" y="16"/>
                  <a:pt x="137" y="15"/>
                  <a:pt x="137" y="14"/>
                </a:cubicBezTo>
                <a:cubicBezTo>
                  <a:pt x="137" y="14"/>
                  <a:pt x="138" y="13"/>
                  <a:pt x="138" y="13"/>
                </a:cubicBezTo>
                <a:cubicBezTo>
                  <a:pt x="138" y="12"/>
                  <a:pt x="138" y="12"/>
                  <a:pt x="138" y="11"/>
                </a:cubicBezTo>
                <a:cubicBezTo>
                  <a:pt x="138" y="11"/>
                  <a:pt x="138" y="11"/>
                  <a:pt x="138" y="11"/>
                </a:cubicBezTo>
                <a:cubicBezTo>
                  <a:pt x="138" y="11"/>
                  <a:pt x="139" y="11"/>
                  <a:pt x="139" y="11"/>
                </a:cubicBezTo>
                <a:cubicBezTo>
                  <a:pt x="139" y="11"/>
                  <a:pt x="139" y="11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40" y="12"/>
                  <a:pt x="140" y="12"/>
                  <a:pt x="140" y="11"/>
                </a:cubicBezTo>
                <a:cubicBezTo>
                  <a:pt x="140" y="11"/>
                  <a:pt x="140" y="11"/>
                  <a:pt x="140" y="10"/>
                </a:cubicBezTo>
                <a:cubicBezTo>
                  <a:pt x="140" y="10"/>
                  <a:pt x="140" y="10"/>
                  <a:pt x="140" y="10"/>
                </a:cubicBezTo>
                <a:cubicBezTo>
                  <a:pt x="139" y="10"/>
                  <a:pt x="139" y="10"/>
                  <a:pt x="138" y="11"/>
                </a:cubicBezTo>
                <a:cubicBezTo>
                  <a:pt x="138" y="11"/>
                  <a:pt x="138" y="11"/>
                  <a:pt x="138" y="11"/>
                </a:cubicBezTo>
                <a:cubicBezTo>
                  <a:pt x="138" y="11"/>
                  <a:pt x="138" y="11"/>
                  <a:pt x="137" y="11"/>
                </a:cubicBezTo>
                <a:cubicBezTo>
                  <a:pt x="137" y="11"/>
                  <a:pt x="137" y="11"/>
                  <a:pt x="137" y="11"/>
                </a:cubicBezTo>
                <a:cubicBezTo>
                  <a:pt x="137" y="11"/>
                  <a:pt x="137" y="11"/>
                  <a:pt x="137" y="11"/>
                </a:cubicBezTo>
                <a:cubicBezTo>
                  <a:pt x="137" y="11"/>
                  <a:pt x="137" y="11"/>
                  <a:pt x="136" y="12"/>
                </a:cubicBezTo>
                <a:cubicBezTo>
                  <a:pt x="135" y="12"/>
                  <a:pt x="135" y="12"/>
                  <a:pt x="135" y="12"/>
                </a:cubicBezTo>
                <a:cubicBezTo>
                  <a:pt x="134" y="12"/>
                  <a:pt x="134" y="12"/>
                  <a:pt x="134" y="12"/>
                </a:cubicBezTo>
                <a:cubicBezTo>
                  <a:pt x="134" y="12"/>
                  <a:pt x="133" y="12"/>
                  <a:pt x="133" y="12"/>
                </a:cubicBezTo>
                <a:cubicBezTo>
                  <a:pt x="133" y="12"/>
                  <a:pt x="134" y="12"/>
                  <a:pt x="134" y="12"/>
                </a:cubicBezTo>
                <a:cubicBezTo>
                  <a:pt x="134" y="11"/>
                  <a:pt x="135" y="11"/>
                  <a:pt x="135" y="10"/>
                </a:cubicBezTo>
                <a:cubicBezTo>
                  <a:pt x="136" y="10"/>
                  <a:pt x="136" y="9"/>
                  <a:pt x="137" y="8"/>
                </a:cubicBezTo>
                <a:cubicBezTo>
                  <a:pt x="137" y="8"/>
                  <a:pt x="138" y="7"/>
                  <a:pt x="138" y="7"/>
                </a:cubicBezTo>
                <a:cubicBezTo>
                  <a:pt x="138" y="7"/>
                  <a:pt x="138" y="6"/>
                  <a:pt x="139" y="6"/>
                </a:cubicBezTo>
                <a:cubicBezTo>
                  <a:pt x="139" y="5"/>
                  <a:pt x="140" y="4"/>
                  <a:pt x="140" y="4"/>
                </a:cubicBezTo>
                <a:cubicBezTo>
                  <a:pt x="140" y="4"/>
                  <a:pt x="140" y="4"/>
                  <a:pt x="140" y="4"/>
                </a:cubicBezTo>
                <a:cubicBezTo>
                  <a:pt x="140" y="4"/>
                  <a:pt x="141" y="3"/>
                  <a:pt x="141" y="3"/>
                </a:cubicBezTo>
                <a:cubicBezTo>
                  <a:pt x="141" y="3"/>
                  <a:pt x="141" y="4"/>
                  <a:pt x="141" y="4"/>
                </a:cubicBezTo>
                <a:cubicBezTo>
                  <a:pt x="141" y="4"/>
                  <a:pt x="141" y="4"/>
                  <a:pt x="141" y="4"/>
                </a:cubicBezTo>
                <a:cubicBezTo>
                  <a:pt x="141" y="5"/>
                  <a:pt x="141" y="5"/>
                  <a:pt x="141" y="5"/>
                </a:cubicBezTo>
                <a:cubicBezTo>
                  <a:pt x="141" y="5"/>
                  <a:pt x="141" y="5"/>
                  <a:pt x="141" y="6"/>
                </a:cubicBezTo>
                <a:cubicBezTo>
                  <a:pt x="141" y="6"/>
                  <a:pt x="141" y="6"/>
                  <a:pt x="141" y="6"/>
                </a:cubicBezTo>
                <a:cubicBezTo>
                  <a:pt x="141" y="6"/>
                  <a:pt x="141" y="6"/>
                  <a:pt x="142" y="6"/>
                </a:cubicBezTo>
                <a:cubicBezTo>
                  <a:pt x="142" y="6"/>
                  <a:pt x="143" y="6"/>
                  <a:pt x="143" y="7"/>
                </a:cubicBezTo>
                <a:close/>
                <a:moveTo>
                  <a:pt x="145" y="8"/>
                </a:moveTo>
                <a:cubicBezTo>
                  <a:pt x="145" y="8"/>
                  <a:pt x="145" y="8"/>
                  <a:pt x="145" y="8"/>
                </a:cubicBezTo>
                <a:cubicBezTo>
                  <a:pt x="145" y="8"/>
                  <a:pt x="145" y="9"/>
                  <a:pt x="145" y="9"/>
                </a:cubicBezTo>
                <a:cubicBezTo>
                  <a:pt x="145" y="9"/>
                  <a:pt x="145" y="10"/>
                  <a:pt x="145" y="10"/>
                </a:cubicBezTo>
                <a:cubicBezTo>
                  <a:pt x="145" y="11"/>
                  <a:pt x="145" y="11"/>
                  <a:pt x="144" y="11"/>
                </a:cubicBezTo>
                <a:cubicBezTo>
                  <a:pt x="144" y="11"/>
                  <a:pt x="144" y="11"/>
                  <a:pt x="144" y="11"/>
                </a:cubicBezTo>
                <a:cubicBezTo>
                  <a:pt x="144" y="11"/>
                  <a:pt x="143" y="11"/>
                  <a:pt x="143" y="10"/>
                </a:cubicBezTo>
                <a:cubicBezTo>
                  <a:pt x="143" y="9"/>
                  <a:pt x="143" y="9"/>
                  <a:pt x="143" y="9"/>
                </a:cubicBezTo>
                <a:lnTo>
                  <a:pt x="143" y="8"/>
                </a:lnTo>
                <a:cubicBezTo>
                  <a:pt x="143" y="8"/>
                  <a:pt x="143" y="8"/>
                  <a:pt x="144" y="8"/>
                </a:cubicBezTo>
                <a:cubicBezTo>
                  <a:pt x="144" y="8"/>
                  <a:pt x="144" y="8"/>
                  <a:pt x="144" y="8"/>
                </a:cubicBezTo>
                <a:cubicBezTo>
                  <a:pt x="145" y="8"/>
                  <a:pt x="145" y="8"/>
                  <a:pt x="145" y="8"/>
                </a:cubicBezTo>
                <a:cubicBezTo>
                  <a:pt x="145" y="8"/>
                  <a:pt x="145" y="8"/>
                  <a:pt x="145" y="8"/>
                </a:cubicBezTo>
                <a:close/>
                <a:moveTo>
                  <a:pt x="157" y="2"/>
                </a:moveTo>
                <a:cubicBezTo>
                  <a:pt x="157" y="2"/>
                  <a:pt x="158" y="2"/>
                  <a:pt x="158" y="2"/>
                </a:cubicBezTo>
                <a:cubicBezTo>
                  <a:pt x="158" y="2"/>
                  <a:pt x="158" y="2"/>
                  <a:pt x="158" y="3"/>
                </a:cubicBezTo>
                <a:cubicBezTo>
                  <a:pt x="158" y="3"/>
                  <a:pt x="158" y="3"/>
                  <a:pt x="158" y="3"/>
                </a:cubicBezTo>
                <a:cubicBezTo>
                  <a:pt x="158" y="3"/>
                  <a:pt x="158" y="4"/>
                  <a:pt x="158" y="4"/>
                </a:cubicBezTo>
                <a:cubicBezTo>
                  <a:pt x="158" y="4"/>
                  <a:pt x="158" y="4"/>
                  <a:pt x="158" y="4"/>
                </a:cubicBezTo>
                <a:cubicBezTo>
                  <a:pt x="158" y="4"/>
                  <a:pt x="158" y="4"/>
                  <a:pt x="158" y="4"/>
                </a:cubicBezTo>
                <a:cubicBezTo>
                  <a:pt x="158" y="4"/>
                  <a:pt x="157" y="4"/>
                  <a:pt x="157" y="4"/>
                </a:cubicBezTo>
                <a:cubicBezTo>
                  <a:pt x="157" y="4"/>
                  <a:pt x="156" y="4"/>
                  <a:pt x="156" y="3"/>
                </a:cubicBezTo>
                <a:cubicBezTo>
                  <a:pt x="156" y="3"/>
                  <a:pt x="157" y="3"/>
                  <a:pt x="157" y="2"/>
                </a:cubicBezTo>
                <a:cubicBezTo>
                  <a:pt x="157" y="2"/>
                  <a:pt x="157" y="2"/>
                  <a:pt x="157" y="2"/>
                </a:cubicBezTo>
                <a:close/>
                <a:moveTo>
                  <a:pt x="159" y="5"/>
                </a:moveTo>
                <a:cubicBezTo>
                  <a:pt x="159" y="5"/>
                  <a:pt x="159" y="6"/>
                  <a:pt x="159" y="6"/>
                </a:cubicBezTo>
                <a:cubicBezTo>
                  <a:pt x="159" y="6"/>
                  <a:pt x="159" y="6"/>
                  <a:pt x="159" y="6"/>
                </a:cubicBezTo>
                <a:cubicBezTo>
                  <a:pt x="159" y="6"/>
                  <a:pt x="158" y="6"/>
                  <a:pt x="158" y="6"/>
                </a:cubicBezTo>
                <a:cubicBezTo>
                  <a:pt x="158" y="6"/>
                  <a:pt x="158" y="6"/>
                  <a:pt x="159" y="6"/>
                </a:cubicBezTo>
                <a:cubicBezTo>
                  <a:pt x="159" y="6"/>
                  <a:pt x="159" y="7"/>
                  <a:pt x="159" y="7"/>
                </a:cubicBezTo>
                <a:cubicBezTo>
                  <a:pt x="159" y="7"/>
                  <a:pt x="159" y="7"/>
                  <a:pt x="159" y="7"/>
                </a:cubicBezTo>
                <a:cubicBezTo>
                  <a:pt x="159" y="7"/>
                  <a:pt x="159" y="7"/>
                  <a:pt x="159" y="7"/>
                </a:cubicBezTo>
                <a:cubicBezTo>
                  <a:pt x="159" y="8"/>
                  <a:pt x="159" y="8"/>
                  <a:pt x="158" y="8"/>
                </a:cubicBezTo>
                <a:cubicBezTo>
                  <a:pt x="158" y="8"/>
                  <a:pt x="158" y="8"/>
                  <a:pt x="158" y="8"/>
                </a:cubicBezTo>
                <a:cubicBezTo>
                  <a:pt x="158" y="8"/>
                  <a:pt x="158" y="8"/>
                  <a:pt x="159" y="8"/>
                </a:cubicBezTo>
                <a:cubicBezTo>
                  <a:pt x="159" y="8"/>
                  <a:pt x="159" y="8"/>
                  <a:pt x="159" y="8"/>
                </a:cubicBezTo>
                <a:cubicBezTo>
                  <a:pt x="159" y="8"/>
                  <a:pt x="159" y="8"/>
                  <a:pt x="159" y="9"/>
                </a:cubicBezTo>
                <a:cubicBezTo>
                  <a:pt x="159" y="9"/>
                  <a:pt x="159" y="9"/>
                  <a:pt x="159" y="9"/>
                </a:cubicBezTo>
                <a:cubicBezTo>
                  <a:pt x="159" y="9"/>
                  <a:pt x="158" y="9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9" y="10"/>
                  <a:pt x="159" y="10"/>
                </a:cubicBezTo>
                <a:cubicBezTo>
                  <a:pt x="159" y="10"/>
                  <a:pt x="159" y="10"/>
                  <a:pt x="159" y="10"/>
                </a:cubicBezTo>
                <a:cubicBezTo>
                  <a:pt x="159" y="11"/>
                  <a:pt x="159" y="11"/>
                  <a:pt x="159" y="11"/>
                </a:cubicBezTo>
                <a:cubicBezTo>
                  <a:pt x="159" y="11"/>
                  <a:pt x="159" y="11"/>
                  <a:pt x="159" y="11"/>
                </a:cubicBezTo>
                <a:cubicBezTo>
                  <a:pt x="159" y="11"/>
                  <a:pt x="159" y="11"/>
                  <a:pt x="158" y="11"/>
                </a:cubicBezTo>
                <a:cubicBezTo>
                  <a:pt x="158" y="11"/>
                  <a:pt x="157" y="12"/>
                  <a:pt x="157" y="12"/>
                </a:cubicBezTo>
                <a:cubicBezTo>
                  <a:pt x="157" y="12"/>
                  <a:pt x="157" y="12"/>
                  <a:pt x="157" y="12"/>
                </a:cubicBezTo>
                <a:cubicBezTo>
                  <a:pt x="157" y="12"/>
                  <a:pt x="157" y="12"/>
                  <a:pt x="158" y="12"/>
                </a:cubicBezTo>
                <a:cubicBezTo>
                  <a:pt x="158" y="12"/>
                  <a:pt x="159" y="13"/>
                  <a:pt x="159" y="13"/>
                </a:cubicBezTo>
                <a:cubicBezTo>
                  <a:pt x="159" y="13"/>
                  <a:pt x="159" y="13"/>
                  <a:pt x="158" y="13"/>
                </a:cubicBezTo>
                <a:cubicBezTo>
                  <a:pt x="158" y="13"/>
                  <a:pt x="158" y="13"/>
                  <a:pt x="158" y="13"/>
                </a:cubicBezTo>
                <a:cubicBezTo>
                  <a:pt x="158" y="13"/>
                  <a:pt x="158" y="13"/>
                  <a:pt x="158" y="13"/>
                </a:cubicBezTo>
                <a:cubicBezTo>
                  <a:pt x="158" y="13"/>
                  <a:pt x="157" y="13"/>
                  <a:pt x="157" y="13"/>
                </a:cubicBezTo>
                <a:cubicBezTo>
                  <a:pt x="157" y="13"/>
                  <a:pt x="157" y="13"/>
                  <a:pt x="157" y="13"/>
                </a:cubicBezTo>
                <a:cubicBezTo>
                  <a:pt x="157" y="14"/>
                  <a:pt x="157" y="14"/>
                  <a:pt x="157" y="14"/>
                </a:cubicBezTo>
                <a:cubicBezTo>
                  <a:pt x="157" y="14"/>
                  <a:pt x="157" y="15"/>
                  <a:pt x="157" y="15"/>
                </a:cubicBezTo>
                <a:cubicBezTo>
                  <a:pt x="157" y="16"/>
                  <a:pt x="157" y="16"/>
                  <a:pt x="157" y="16"/>
                </a:cubicBezTo>
                <a:cubicBezTo>
                  <a:pt x="157" y="16"/>
                  <a:pt x="156" y="16"/>
                  <a:pt x="156" y="16"/>
                </a:cubicBezTo>
                <a:cubicBezTo>
                  <a:pt x="156" y="15"/>
                  <a:pt x="155" y="15"/>
                  <a:pt x="155" y="15"/>
                </a:cubicBezTo>
                <a:cubicBezTo>
                  <a:pt x="155" y="15"/>
                  <a:pt x="154" y="15"/>
                  <a:pt x="154" y="15"/>
                </a:cubicBezTo>
                <a:cubicBezTo>
                  <a:pt x="154" y="15"/>
                  <a:pt x="154" y="15"/>
                  <a:pt x="154" y="15"/>
                </a:cubicBezTo>
                <a:cubicBezTo>
                  <a:pt x="154" y="15"/>
                  <a:pt x="154" y="15"/>
                  <a:pt x="154" y="15"/>
                </a:cubicBezTo>
                <a:cubicBezTo>
                  <a:pt x="154" y="15"/>
                  <a:pt x="154" y="16"/>
                  <a:pt x="154" y="16"/>
                </a:cubicBezTo>
                <a:cubicBezTo>
                  <a:pt x="154" y="16"/>
                  <a:pt x="153" y="15"/>
                  <a:pt x="153" y="15"/>
                </a:cubicBezTo>
                <a:cubicBezTo>
                  <a:pt x="153" y="15"/>
                  <a:pt x="153" y="15"/>
                  <a:pt x="153" y="15"/>
                </a:cubicBezTo>
                <a:cubicBezTo>
                  <a:pt x="153" y="15"/>
                  <a:pt x="153" y="15"/>
                  <a:pt x="153" y="15"/>
                </a:cubicBezTo>
                <a:cubicBezTo>
                  <a:pt x="153" y="14"/>
                  <a:pt x="153" y="14"/>
                  <a:pt x="153" y="14"/>
                </a:cubicBezTo>
                <a:cubicBezTo>
                  <a:pt x="154" y="13"/>
                  <a:pt x="154" y="13"/>
                  <a:pt x="154" y="13"/>
                </a:cubicBezTo>
                <a:cubicBezTo>
                  <a:pt x="154" y="13"/>
                  <a:pt x="154" y="13"/>
                  <a:pt x="154" y="13"/>
                </a:cubicBezTo>
                <a:cubicBezTo>
                  <a:pt x="154" y="12"/>
                  <a:pt x="154" y="12"/>
                  <a:pt x="154" y="12"/>
                </a:cubicBezTo>
                <a:cubicBezTo>
                  <a:pt x="154" y="12"/>
                  <a:pt x="154" y="12"/>
                  <a:pt x="153" y="13"/>
                </a:cubicBezTo>
                <a:cubicBezTo>
                  <a:pt x="153" y="13"/>
                  <a:pt x="153" y="13"/>
                  <a:pt x="153" y="13"/>
                </a:cubicBezTo>
                <a:cubicBezTo>
                  <a:pt x="152" y="13"/>
                  <a:pt x="152" y="13"/>
                  <a:pt x="152" y="13"/>
                </a:cubicBezTo>
                <a:cubicBezTo>
                  <a:pt x="152" y="13"/>
                  <a:pt x="152" y="13"/>
                  <a:pt x="152" y="13"/>
                </a:cubicBezTo>
                <a:cubicBezTo>
                  <a:pt x="152" y="12"/>
                  <a:pt x="152" y="12"/>
                  <a:pt x="152" y="12"/>
                </a:cubicBezTo>
                <a:cubicBezTo>
                  <a:pt x="152" y="12"/>
                  <a:pt x="152" y="12"/>
                  <a:pt x="152" y="12"/>
                </a:cubicBezTo>
                <a:cubicBezTo>
                  <a:pt x="153" y="12"/>
                  <a:pt x="154" y="11"/>
                  <a:pt x="155" y="11"/>
                </a:cubicBezTo>
                <a:cubicBezTo>
                  <a:pt x="155" y="11"/>
                  <a:pt x="155" y="11"/>
                  <a:pt x="156" y="11"/>
                </a:cubicBezTo>
                <a:cubicBezTo>
                  <a:pt x="156" y="11"/>
                  <a:pt x="156" y="11"/>
                  <a:pt x="156" y="11"/>
                </a:cubicBezTo>
                <a:cubicBezTo>
                  <a:pt x="156" y="10"/>
                  <a:pt x="156" y="10"/>
                  <a:pt x="156" y="10"/>
                </a:cubicBezTo>
                <a:cubicBezTo>
                  <a:pt x="156" y="10"/>
                  <a:pt x="155" y="10"/>
                  <a:pt x="155" y="10"/>
                </a:cubicBezTo>
                <a:cubicBezTo>
                  <a:pt x="155" y="10"/>
                  <a:pt x="154" y="10"/>
                  <a:pt x="154" y="10"/>
                </a:cubicBezTo>
                <a:cubicBezTo>
                  <a:pt x="154" y="11"/>
                  <a:pt x="154" y="11"/>
                  <a:pt x="154" y="11"/>
                </a:cubicBezTo>
                <a:cubicBezTo>
                  <a:pt x="154" y="11"/>
                  <a:pt x="154" y="10"/>
                  <a:pt x="154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154" y="10"/>
                  <a:pt x="154" y="10"/>
                  <a:pt x="154" y="9"/>
                </a:cubicBezTo>
                <a:cubicBezTo>
                  <a:pt x="154" y="9"/>
                  <a:pt x="154" y="9"/>
                  <a:pt x="154" y="9"/>
                </a:cubicBezTo>
                <a:cubicBezTo>
                  <a:pt x="155" y="9"/>
                  <a:pt x="155" y="9"/>
                  <a:pt x="156" y="9"/>
                </a:cubicBezTo>
                <a:cubicBezTo>
                  <a:pt x="156" y="9"/>
                  <a:pt x="157" y="8"/>
                  <a:pt x="157" y="8"/>
                </a:cubicBezTo>
                <a:cubicBezTo>
                  <a:pt x="157" y="8"/>
                  <a:pt x="157" y="8"/>
                  <a:pt x="157" y="8"/>
                </a:cubicBezTo>
                <a:cubicBezTo>
                  <a:pt x="157" y="8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6" y="7"/>
                  <a:pt x="156" y="7"/>
                  <a:pt x="156" y="7"/>
                </a:cubicBezTo>
                <a:cubicBezTo>
                  <a:pt x="156" y="7"/>
                  <a:pt x="156" y="8"/>
                  <a:pt x="156" y="8"/>
                </a:cubicBezTo>
                <a:cubicBezTo>
                  <a:pt x="156" y="8"/>
                  <a:pt x="156" y="8"/>
                  <a:pt x="155" y="9"/>
                </a:cubicBezTo>
                <a:cubicBezTo>
                  <a:pt x="155" y="9"/>
                  <a:pt x="155" y="9"/>
                  <a:pt x="155" y="9"/>
                </a:cubicBezTo>
                <a:cubicBezTo>
                  <a:pt x="155" y="9"/>
                  <a:pt x="155" y="9"/>
                  <a:pt x="155" y="9"/>
                </a:cubicBezTo>
                <a:cubicBezTo>
                  <a:pt x="155" y="8"/>
                  <a:pt x="155" y="8"/>
                  <a:pt x="155" y="8"/>
                </a:cubicBezTo>
                <a:cubicBezTo>
                  <a:pt x="155" y="8"/>
                  <a:pt x="155" y="8"/>
                  <a:pt x="155" y="8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4" y="7"/>
                </a:cubicBezTo>
                <a:cubicBezTo>
                  <a:pt x="154" y="7"/>
                  <a:pt x="154" y="7"/>
                  <a:pt x="154" y="7"/>
                </a:cubicBezTo>
                <a:cubicBezTo>
                  <a:pt x="154" y="7"/>
                  <a:pt x="154" y="7"/>
                  <a:pt x="154" y="7"/>
                </a:cubicBezTo>
                <a:cubicBezTo>
                  <a:pt x="154" y="6"/>
                  <a:pt x="154" y="6"/>
                  <a:pt x="154" y="6"/>
                </a:cubicBezTo>
                <a:cubicBezTo>
                  <a:pt x="154" y="6"/>
                  <a:pt x="154" y="6"/>
                  <a:pt x="154" y="6"/>
                </a:cubicBezTo>
                <a:cubicBezTo>
                  <a:pt x="154" y="6"/>
                  <a:pt x="155" y="6"/>
                  <a:pt x="156" y="6"/>
                </a:cubicBezTo>
                <a:cubicBezTo>
                  <a:pt x="157" y="5"/>
                  <a:pt x="158" y="5"/>
                  <a:pt x="159" y="5"/>
                </a:cubicBezTo>
                <a:cubicBezTo>
                  <a:pt x="159" y="5"/>
                  <a:pt x="159" y="5"/>
                  <a:pt x="159" y="5"/>
                </a:cubicBezTo>
                <a:cubicBezTo>
                  <a:pt x="159" y="5"/>
                  <a:pt x="159" y="5"/>
                  <a:pt x="159" y="5"/>
                </a:cubicBezTo>
                <a:close/>
                <a:moveTo>
                  <a:pt x="166" y="8"/>
                </a:moveTo>
                <a:cubicBezTo>
                  <a:pt x="166" y="8"/>
                  <a:pt x="166" y="8"/>
                  <a:pt x="166" y="8"/>
                </a:cubicBezTo>
                <a:cubicBezTo>
                  <a:pt x="166" y="8"/>
                  <a:pt x="166" y="8"/>
                  <a:pt x="166" y="9"/>
                </a:cubicBezTo>
                <a:cubicBezTo>
                  <a:pt x="167" y="9"/>
                  <a:pt x="167" y="9"/>
                  <a:pt x="167" y="9"/>
                </a:cubicBezTo>
                <a:cubicBezTo>
                  <a:pt x="167" y="9"/>
                  <a:pt x="167" y="9"/>
                  <a:pt x="167" y="10"/>
                </a:cubicBezTo>
                <a:cubicBezTo>
                  <a:pt x="167" y="10"/>
                  <a:pt x="167" y="10"/>
                  <a:pt x="167" y="10"/>
                </a:cubicBezTo>
                <a:cubicBezTo>
                  <a:pt x="167" y="10"/>
                  <a:pt x="166" y="10"/>
                  <a:pt x="166" y="10"/>
                </a:cubicBezTo>
                <a:cubicBezTo>
                  <a:pt x="166" y="10"/>
                  <a:pt x="166" y="10"/>
                  <a:pt x="165" y="10"/>
                </a:cubicBezTo>
                <a:cubicBezTo>
                  <a:pt x="165" y="10"/>
                  <a:pt x="164" y="10"/>
                  <a:pt x="164" y="10"/>
                </a:cubicBezTo>
                <a:cubicBezTo>
                  <a:pt x="164" y="10"/>
                  <a:pt x="164" y="10"/>
                  <a:pt x="164" y="11"/>
                </a:cubicBezTo>
                <a:cubicBezTo>
                  <a:pt x="164" y="12"/>
                  <a:pt x="164" y="12"/>
                  <a:pt x="164" y="13"/>
                </a:cubicBezTo>
                <a:cubicBezTo>
                  <a:pt x="164" y="13"/>
                  <a:pt x="164" y="13"/>
                  <a:pt x="164" y="14"/>
                </a:cubicBezTo>
                <a:cubicBezTo>
                  <a:pt x="164" y="14"/>
                  <a:pt x="164" y="14"/>
                  <a:pt x="164" y="15"/>
                </a:cubicBezTo>
                <a:cubicBezTo>
                  <a:pt x="164" y="15"/>
                  <a:pt x="164" y="15"/>
                  <a:pt x="164" y="16"/>
                </a:cubicBezTo>
                <a:cubicBezTo>
                  <a:pt x="164" y="16"/>
                  <a:pt x="164" y="16"/>
                  <a:pt x="164" y="16"/>
                </a:cubicBezTo>
                <a:cubicBezTo>
                  <a:pt x="164" y="17"/>
                  <a:pt x="164" y="17"/>
                  <a:pt x="164" y="17"/>
                </a:cubicBezTo>
                <a:cubicBezTo>
                  <a:pt x="164" y="17"/>
                  <a:pt x="164" y="18"/>
                  <a:pt x="164" y="18"/>
                </a:cubicBezTo>
                <a:cubicBezTo>
                  <a:pt x="164" y="18"/>
                  <a:pt x="164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lnTo>
                  <a:pt x="163" y="17"/>
                </a:lnTo>
                <a:cubicBezTo>
                  <a:pt x="163" y="17"/>
                  <a:pt x="163" y="15"/>
                  <a:pt x="163" y="14"/>
                </a:cubicBezTo>
                <a:cubicBezTo>
                  <a:pt x="163" y="12"/>
                  <a:pt x="163" y="11"/>
                  <a:pt x="163" y="11"/>
                </a:cubicBezTo>
                <a:cubicBezTo>
                  <a:pt x="163" y="11"/>
                  <a:pt x="162" y="10"/>
                  <a:pt x="162" y="10"/>
                </a:cubicBezTo>
                <a:cubicBezTo>
                  <a:pt x="162" y="10"/>
                  <a:pt x="162" y="10"/>
                  <a:pt x="162" y="10"/>
                </a:cubicBezTo>
                <a:cubicBezTo>
                  <a:pt x="162" y="10"/>
                  <a:pt x="162" y="10"/>
                  <a:pt x="162" y="10"/>
                </a:cubicBezTo>
                <a:cubicBezTo>
                  <a:pt x="161" y="10"/>
                  <a:pt x="161" y="10"/>
                  <a:pt x="161" y="11"/>
                </a:cubicBezTo>
                <a:cubicBezTo>
                  <a:pt x="161" y="11"/>
                  <a:pt x="161" y="11"/>
                  <a:pt x="161" y="11"/>
                </a:cubicBezTo>
                <a:cubicBezTo>
                  <a:pt x="161" y="11"/>
                  <a:pt x="161" y="11"/>
                  <a:pt x="161" y="11"/>
                </a:cubicBezTo>
                <a:cubicBezTo>
                  <a:pt x="160" y="12"/>
                  <a:pt x="160" y="12"/>
                  <a:pt x="160" y="12"/>
                </a:cubicBezTo>
                <a:lnTo>
                  <a:pt x="160" y="13"/>
                </a:lnTo>
                <a:cubicBezTo>
                  <a:pt x="160" y="13"/>
                  <a:pt x="160" y="13"/>
                  <a:pt x="160" y="14"/>
                </a:cubicBezTo>
                <a:cubicBezTo>
                  <a:pt x="160" y="14"/>
                  <a:pt x="159" y="14"/>
                  <a:pt x="159" y="15"/>
                </a:cubicBezTo>
                <a:cubicBezTo>
                  <a:pt x="159" y="15"/>
                  <a:pt x="158" y="15"/>
                  <a:pt x="158" y="15"/>
                </a:cubicBezTo>
                <a:cubicBezTo>
                  <a:pt x="158" y="15"/>
                  <a:pt x="158" y="15"/>
                  <a:pt x="158" y="15"/>
                </a:cubicBezTo>
                <a:cubicBezTo>
                  <a:pt x="158" y="15"/>
                  <a:pt x="158" y="14"/>
                  <a:pt x="159" y="14"/>
                </a:cubicBezTo>
                <a:cubicBezTo>
                  <a:pt x="159" y="13"/>
                  <a:pt x="159" y="12"/>
                  <a:pt x="160" y="12"/>
                </a:cubicBezTo>
                <a:cubicBezTo>
                  <a:pt x="160" y="11"/>
                  <a:pt x="160" y="11"/>
                  <a:pt x="160" y="10"/>
                </a:cubicBezTo>
                <a:cubicBezTo>
                  <a:pt x="160" y="9"/>
                  <a:pt x="160" y="8"/>
                  <a:pt x="160" y="8"/>
                </a:cubicBezTo>
                <a:lnTo>
                  <a:pt x="160" y="7"/>
                </a:lnTo>
                <a:cubicBezTo>
                  <a:pt x="160" y="7"/>
                  <a:pt x="160" y="6"/>
                  <a:pt x="160" y="6"/>
                </a:cubicBezTo>
                <a:cubicBezTo>
                  <a:pt x="160" y="6"/>
                  <a:pt x="160" y="6"/>
                  <a:pt x="161" y="6"/>
                </a:cubicBezTo>
                <a:cubicBezTo>
                  <a:pt x="161" y="6"/>
                  <a:pt x="162" y="6"/>
                  <a:pt x="162" y="6"/>
                </a:cubicBezTo>
                <a:cubicBezTo>
                  <a:pt x="163" y="5"/>
                  <a:pt x="164" y="5"/>
                  <a:pt x="164" y="5"/>
                </a:cubicBezTo>
                <a:cubicBezTo>
                  <a:pt x="164" y="5"/>
                  <a:pt x="165" y="5"/>
                  <a:pt x="165" y="5"/>
                </a:cubicBezTo>
                <a:cubicBezTo>
                  <a:pt x="165" y="6"/>
                  <a:pt x="165" y="6"/>
                  <a:pt x="165" y="6"/>
                </a:cubicBezTo>
                <a:cubicBezTo>
                  <a:pt x="165" y="6"/>
                  <a:pt x="165" y="6"/>
                  <a:pt x="165" y="6"/>
                </a:cubicBezTo>
                <a:cubicBezTo>
                  <a:pt x="165" y="7"/>
                  <a:pt x="164" y="7"/>
                  <a:pt x="164" y="7"/>
                </a:cubicBezTo>
                <a:cubicBezTo>
                  <a:pt x="164" y="7"/>
                  <a:pt x="164" y="7"/>
                  <a:pt x="164" y="7"/>
                </a:cubicBezTo>
                <a:cubicBezTo>
                  <a:pt x="163" y="7"/>
                  <a:pt x="163" y="7"/>
                  <a:pt x="163" y="7"/>
                </a:cubicBezTo>
                <a:cubicBezTo>
                  <a:pt x="162" y="7"/>
                  <a:pt x="162" y="7"/>
                  <a:pt x="161" y="8"/>
                </a:cubicBezTo>
                <a:cubicBezTo>
                  <a:pt x="161" y="8"/>
                  <a:pt x="161" y="9"/>
                  <a:pt x="161" y="9"/>
                </a:cubicBezTo>
                <a:cubicBezTo>
                  <a:pt x="161" y="9"/>
                  <a:pt x="161" y="9"/>
                  <a:pt x="161" y="9"/>
                </a:cubicBezTo>
                <a:cubicBezTo>
                  <a:pt x="161" y="9"/>
                  <a:pt x="162" y="9"/>
                  <a:pt x="163" y="9"/>
                </a:cubicBezTo>
                <a:cubicBezTo>
                  <a:pt x="163" y="8"/>
                  <a:pt x="164" y="8"/>
                  <a:pt x="165" y="8"/>
                </a:cubicBezTo>
                <a:cubicBezTo>
                  <a:pt x="165" y="8"/>
                  <a:pt x="165" y="8"/>
                  <a:pt x="166" y="8"/>
                </a:cubicBezTo>
                <a:close/>
              </a:path>
              <a:path w="192" h="20">
                <a:moveTo>
                  <a:pt x="28" y="11"/>
                </a:moveTo>
                <a:cubicBezTo>
                  <a:pt x="28" y="11"/>
                  <a:pt x="28" y="11"/>
                  <a:pt x="28" y="11"/>
                </a:cubicBezTo>
                <a:cubicBezTo>
                  <a:pt x="28" y="11"/>
                  <a:pt x="29" y="10"/>
                  <a:pt x="30" y="10"/>
                </a:cubicBezTo>
                <a:cubicBezTo>
                  <a:pt x="30" y="10"/>
                  <a:pt x="30" y="10"/>
                  <a:pt x="30" y="10"/>
                </a:cubicBezTo>
                <a:cubicBezTo>
                  <a:pt x="30" y="10"/>
                  <a:pt x="30" y="9"/>
                  <a:pt x="30" y="9"/>
                </a:cubicBezTo>
                <a:lnTo>
                  <a:pt x="30" y="7"/>
                </a:lnTo>
                <a:cubicBezTo>
                  <a:pt x="30" y="6"/>
                  <a:pt x="30" y="6"/>
                  <a:pt x="30" y="6"/>
                </a:cubicBezTo>
                <a:cubicBezTo>
                  <a:pt x="29" y="6"/>
                  <a:pt x="29" y="6"/>
                  <a:pt x="29" y="6"/>
                </a:cubicBezTo>
                <a:cubicBezTo>
                  <a:pt x="29" y="6"/>
                  <a:pt x="29" y="6"/>
                  <a:pt x="29" y="6"/>
                </a:cubicBezTo>
                <a:cubicBezTo>
                  <a:pt x="28" y="6"/>
                  <a:pt x="28" y="6"/>
                  <a:pt x="28" y="6"/>
                </a:cubicBezTo>
                <a:cubicBezTo>
                  <a:pt x="28" y="7"/>
                  <a:pt x="28" y="7"/>
                  <a:pt x="28" y="7"/>
                </a:cubicBezTo>
                <a:cubicBezTo>
                  <a:pt x="28" y="7"/>
                  <a:pt x="28" y="7"/>
                  <a:pt x="28" y="7"/>
                </a:cubicBezTo>
                <a:cubicBezTo>
                  <a:pt x="28" y="8"/>
                  <a:pt x="29" y="8"/>
                  <a:pt x="29" y="8"/>
                </a:cubicBezTo>
                <a:cubicBezTo>
                  <a:pt x="29" y="8"/>
                  <a:pt x="29" y="8"/>
                  <a:pt x="29" y="9"/>
                </a:cubicBezTo>
                <a:cubicBezTo>
                  <a:pt x="29" y="9"/>
                  <a:pt x="29" y="9"/>
                  <a:pt x="29" y="9"/>
                </a:cubicBezTo>
                <a:cubicBezTo>
                  <a:pt x="29" y="9"/>
                  <a:pt x="28" y="9"/>
                  <a:pt x="28" y="9"/>
                </a:cubicBezTo>
                <a:cubicBezTo>
                  <a:pt x="28" y="9"/>
                  <a:pt x="28" y="9"/>
                  <a:pt x="28" y="10"/>
                </a:cubicBezTo>
                <a:cubicBezTo>
                  <a:pt x="28" y="10"/>
                  <a:pt x="28" y="10"/>
                  <a:pt x="28" y="10"/>
                </a:cubicBezTo>
                <a:cubicBezTo>
                  <a:pt x="28" y="10"/>
                  <a:pt x="28" y="11"/>
                  <a:pt x="28" y="11"/>
                </a:cubicBezTo>
                <a:cubicBezTo>
                  <a:pt x="28" y="11"/>
                  <a:pt x="28" y="11"/>
                  <a:pt x="28" y="11"/>
                </a:cubicBezTo>
                <a:close/>
              </a:path>
              <a:path w="192" h="20">
                <a:moveTo>
                  <a:pt x="53" y="8"/>
                </a:moveTo>
                <a:cubicBezTo>
                  <a:pt x="53" y="7"/>
                  <a:pt x="53" y="7"/>
                  <a:pt x="52" y="7"/>
                </a:cubicBezTo>
                <a:cubicBezTo>
                  <a:pt x="52" y="7"/>
                  <a:pt x="52" y="7"/>
                  <a:pt x="52" y="7"/>
                </a:cubicBezTo>
                <a:cubicBezTo>
                  <a:pt x="52" y="7"/>
                  <a:pt x="52" y="7"/>
                  <a:pt x="52" y="7"/>
                </a:cubicBezTo>
                <a:cubicBezTo>
                  <a:pt x="52" y="7"/>
                  <a:pt x="52" y="7"/>
                  <a:pt x="52" y="8"/>
                </a:cubicBezTo>
                <a:cubicBezTo>
                  <a:pt x="51" y="8"/>
                  <a:pt x="51" y="9"/>
                  <a:pt x="51" y="9"/>
                </a:cubicBezTo>
                <a:cubicBezTo>
                  <a:pt x="51" y="9"/>
                  <a:pt x="52" y="9"/>
                  <a:pt x="52" y="9"/>
                </a:cubicBezTo>
                <a:cubicBezTo>
                  <a:pt x="52" y="9"/>
                  <a:pt x="52" y="9"/>
                  <a:pt x="52" y="9"/>
                </a:cubicBezTo>
                <a:cubicBezTo>
                  <a:pt x="53" y="8"/>
                  <a:pt x="53" y="8"/>
                  <a:pt x="53" y="8"/>
                </a:cubicBezTo>
                <a:close/>
              </a:path>
              <a:path w="192" h="20">
                <a:moveTo>
                  <a:pt x="50" y="8"/>
                </a:moveTo>
                <a:cubicBezTo>
                  <a:pt x="50" y="8"/>
                  <a:pt x="50" y="8"/>
                  <a:pt x="50" y="7"/>
                </a:cubicBezTo>
                <a:cubicBezTo>
                  <a:pt x="50" y="7"/>
                  <a:pt x="50" y="7"/>
                  <a:pt x="50" y="7"/>
                </a:cubicBezTo>
                <a:cubicBezTo>
                  <a:pt x="50" y="7"/>
                  <a:pt x="50" y="7"/>
                  <a:pt x="50" y="7"/>
                </a:cubicBezTo>
                <a:cubicBezTo>
                  <a:pt x="50" y="7"/>
                  <a:pt x="50" y="8"/>
                  <a:pt x="50" y="8"/>
                </a:cubicBezTo>
                <a:cubicBezTo>
                  <a:pt x="50" y="8"/>
                  <a:pt x="50" y="8"/>
                  <a:pt x="50" y="9"/>
                </a:cubicBezTo>
                <a:cubicBezTo>
                  <a:pt x="50" y="9"/>
                  <a:pt x="50" y="9"/>
                  <a:pt x="50" y="9"/>
                </a:cubicBezTo>
                <a:cubicBezTo>
                  <a:pt x="50" y="9"/>
                  <a:pt x="50" y="9"/>
                  <a:pt x="50" y="9"/>
                </a:cubicBezTo>
                <a:cubicBezTo>
                  <a:pt x="50" y="8"/>
                  <a:pt x="50" y="8"/>
                  <a:pt x="50" y="8"/>
                </a:cubicBezTo>
                <a:close/>
              </a:path>
              <a:path w="192" h="20">
                <a:moveTo>
                  <a:pt x="49" y="9"/>
                </a:moveTo>
                <a:cubicBezTo>
                  <a:pt x="49" y="9"/>
                  <a:pt x="49" y="9"/>
                  <a:pt x="49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9"/>
                  <a:pt x="48" y="9"/>
                  <a:pt x="48" y="9"/>
                </a:cubicBezTo>
                <a:cubicBezTo>
                  <a:pt x="48" y="9"/>
                  <a:pt x="48" y="9"/>
                  <a:pt x="48" y="9"/>
                </a:cubicBezTo>
                <a:cubicBezTo>
                  <a:pt x="49" y="9"/>
                  <a:pt x="49" y="9"/>
                  <a:pt x="49" y="9"/>
                </a:cubicBezTo>
                <a:close/>
              </a:path>
              <a:path w="192" h="20">
                <a:moveTo>
                  <a:pt x="51" y="13"/>
                </a:moveTo>
                <a:cubicBezTo>
                  <a:pt x="51" y="13"/>
                  <a:pt x="51" y="13"/>
                  <a:pt x="51" y="13"/>
                </a:cubicBezTo>
                <a:cubicBezTo>
                  <a:pt x="51" y="13"/>
                  <a:pt x="52" y="13"/>
                  <a:pt x="52" y="13"/>
                </a:cubicBezTo>
                <a:cubicBezTo>
                  <a:pt x="52" y="13"/>
                  <a:pt x="52" y="12"/>
                  <a:pt x="52" y="12"/>
                </a:cubicBezTo>
                <a:cubicBezTo>
                  <a:pt x="52" y="12"/>
                  <a:pt x="52" y="12"/>
                  <a:pt x="51" y="12"/>
                </a:cubicBezTo>
                <a:cubicBezTo>
                  <a:pt x="51" y="12"/>
                  <a:pt x="51" y="12"/>
                  <a:pt x="51" y="12"/>
                </a:cubicBezTo>
                <a:cubicBezTo>
                  <a:pt x="51" y="12"/>
                  <a:pt x="51" y="12"/>
                  <a:pt x="50" y="12"/>
                </a:cubicBezTo>
                <a:cubicBezTo>
                  <a:pt x="50" y="12"/>
                  <a:pt x="50" y="12"/>
                  <a:pt x="50" y="12"/>
                </a:cubicBezTo>
                <a:cubicBezTo>
                  <a:pt x="50" y="12"/>
                  <a:pt x="50" y="12"/>
                  <a:pt x="50" y="13"/>
                </a:cubicBezTo>
                <a:cubicBezTo>
                  <a:pt x="50" y="13"/>
                  <a:pt x="50" y="13"/>
                  <a:pt x="51" y="13"/>
                </a:cubicBezTo>
                <a:close/>
              </a:path>
              <a:path w="192" h="20">
                <a:moveTo>
                  <a:pt x="51" y="15"/>
                </a:moveTo>
                <a:cubicBezTo>
                  <a:pt x="52" y="15"/>
                  <a:pt x="52" y="15"/>
                  <a:pt x="52" y="15"/>
                </a:cubicBezTo>
                <a:cubicBezTo>
                  <a:pt x="53" y="15"/>
                  <a:pt x="53" y="15"/>
                  <a:pt x="53" y="14"/>
                </a:cubicBezTo>
                <a:cubicBezTo>
                  <a:pt x="53" y="14"/>
                  <a:pt x="53" y="14"/>
                  <a:pt x="53" y="13"/>
                </a:cubicBezTo>
                <a:cubicBezTo>
                  <a:pt x="52" y="13"/>
                  <a:pt x="52" y="13"/>
                  <a:pt x="52" y="13"/>
                </a:cubicBezTo>
                <a:cubicBezTo>
                  <a:pt x="52" y="13"/>
                  <a:pt x="52" y="13"/>
                  <a:pt x="52" y="13"/>
                </a:cubicBezTo>
                <a:cubicBezTo>
                  <a:pt x="52" y="13"/>
                  <a:pt x="51" y="14"/>
                  <a:pt x="51" y="14"/>
                </a:cubicBezTo>
                <a:cubicBezTo>
                  <a:pt x="51" y="14"/>
                  <a:pt x="51" y="14"/>
                  <a:pt x="51" y="14"/>
                </a:cubicBezTo>
                <a:lnTo>
                  <a:pt x="50" y="14"/>
                </a:lnTo>
                <a:cubicBezTo>
                  <a:pt x="50" y="14"/>
                  <a:pt x="50" y="14"/>
                  <a:pt x="49" y="12"/>
                </a:cubicBezTo>
                <a:cubicBezTo>
                  <a:pt x="49" y="12"/>
                  <a:pt x="49" y="12"/>
                  <a:pt x="49" y="12"/>
                </a:cubicBezTo>
                <a:cubicBezTo>
                  <a:pt x="49" y="12"/>
                  <a:pt x="49" y="12"/>
                  <a:pt x="49" y="12"/>
                </a:cubicBezTo>
                <a:cubicBezTo>
                  <a:pt x="49" y="12"/>
                  <a:pt x="49" y="12"/>
                  <a:pt x="49" y="13"/>
                </a:cubicBezTo>
                <a:cubicBezTo>
                  <a:pt x="49" y="13"/>
                  <a:pt x="49" y="13"/>
                  <a:pt x="49" y="13"/>
                </a:cubicBezTo>
                <a:cubicBezTo>
                  <a:pt x="49" y="14"/>
                  <a:pt x="49" y="14"/>
                  <a:pt x="49" y="15"/>
                </a:cubicBezTo>
                <a:cubicBezTo>
                  <a:pt x="50" y="15"/>
                  <a:pt x="50" y="15"/>
                  <a:pt x="51" y="15"/>
                </a:cubicBezTo>
                <a:close/>
              </a:path>
              <a:path w="192" h="20">
                <a:moveTo>
                  <a:pt x="68" y="8"/>
                </a:moveTo>
                <a:cubicBezTo>
                  <a:pt x="68" y="8"/>
                  <a:pt x="69" y="8"/>
                  <a:pt x="69" y="8"/>
                </a:cubicBezTo>
                <a:cubicBezTo>
                  <a:pt x="69" y="8"/>
                  <a:pt x="69" y="7"/>
                  <a:pt x="69" y="7"/>
                </a:cubicBezTo>
                <a:cubicBezTo>
                  <a:pt x="69" y="7"/>
                  <a:pt x="69" y="6"/>
                  <a:pt x="69" y="6"/>
                </a:cubicBezTo>
                <a:cubicBezTo>
                  <a:pt x="69" y="6"/>
                  <a:pt x="69" y="5"/>
                  <a:pt x="69" y="5"/>
                </a:cubicBezTo>
                <a:cubicBezTo>
                  <a:pt x="68" y="5"/>
                  <a:pt x="68" y="5"/>
                  <a:pt x="68" y="5"/>
                </a:cubicBezTo>
                <a:cubicBezTo>
                  <a:pt x="68" y="5"/>
                  <a:pt x="67" y="5"/>
                  <a:pt x="67" y="5"/>
                </a:cubicBezTo>
                <a:cubicBezTo>
                  <a:pt x="67" y="5"/>
                  <a:pt x="67" y="5"/>
                  <a:pt x="66" y="5"/>
                </a:cubicBezTo>
                <a:cubicBezTo>
                  <a:pt x="66" y="6"/>
                  <a:pt x="66" y="6"/>
                  <a:pt x="65" y="6"/>
                </a:cubicBezTo>
                <a:cubicBezTo>
                  <a:pt x="65" y="6"/>
                  <a:pt x="65" y="6"/>
                  <a:pt x="65" y="6"/>
                </a:cubicBezTo>
                <a:cubicBezTo>
                  <a:pt x="65" y="6"/>
                  <a:pt x="65" y="6"/>
                  <a:pt x="65" y="6"/>
                </a:cubicBezTo>
                <a:cubicBezTo>
                  <a:pt x="65" y="7"/>
                  <a:pt x="65" y="7"/>
                  <a:pt x="65" y="8"/>
                </a:cubicBezTo>
                <a:cubicBezTo>
                  <a:pt x="65" y="8"/>
                  <a:pt x="65" y="8"/>
                  <a:pt x="65" y="8"/>
                </a:cubicBezTo>
                <a:cubicBezTo>
                  <a:pt x="66" y="8"/>
                  <a:pt x="66" y="8"/>
                  <a:pt x="66" y="8"/>
                </a:cubicBezTo>
                <a:cubicBezTo>
                  <a:pt x="67" y="7"/>
                  <a:pt x="68" y="7"/>
                  <a:pt x="68" y="7"/>
                </a:cubicBezTo>
                <a:cubicBezTo>
                  <a:pt x="68" y="7"/>
                  <a:pt x="68" y="7"/>
                  <a:pt x="68" y="8"/>
                </a:cubicBezTo>
                <a:cubicBezTo>
                  <a:pt x="68" y="8"/>
                  <a:pt x="68" y="8"/>
                  <a:pt x="68" y="8"/>
                </a:cubicBezTo>
                <a:close/>
                <a:moveTo>
                  <a:pt x="68" y="6"/>
                </a:moveTo>
                <a:cubicBezTo>
                  <a:pt x="68" y="6"/>
                  <a:pt x="68" y="6"/>
                  <a:pt x="68" y="6"/>
                </a:cubicBezTo>
                <a:cubicBezTo>
                  <a:pt x="68" y="7"/>
                  <a:pt x="68" y="7"/>
                  <a:pt x="67" y="7"/>
                </a:cubicBezTo>
                <a:cubicBezTo>
                  <a:pt x="67" y="7"/>
                  <a:pt x="66" y="7"/>
                  <a:pt x="66" y="7"/>
                </a:cubicBezTo>
                <a:cubicBezTo>
                  <a:pt x="66" y="7"/>
                  <a:pt x="66" y="7"/>
                  <a:pt x="66" y="7"/>
                </a:cubicBezTo>
                <a:cubicBezTo>
                  <a:pt x="65" y="7"/>
                  <a:pt x="65" y="7"/>
                  <a:pt x="65" y="6"/>
                </a:cubicBezTo>
                <a:cubicBezTo>
                  <a:pt x="65" y="6"/>
                  <a:pt x="66" y="6"/>
                  <a:pt x="66" y="6"/>
                </a:cubicBezTo>
                <a:cubicBezTo>
                  <a:pt x="66" y="6"/>
                  <a:pt x="67" y="6"/>
                  <a:pt x="67" y="6"/>
                </a:cubicBezTo>
                <a:cubicBezTo>
                  <a:pt x="67" y="6"/>
                  <a:pt x="67" y="6"/>
                  <a:pt x="68" y="6"/>
                </a:cubicBezTo>
                <a:close/>
              </a:path>
              <a:path w="192" h="20">
                <a:moveTo>
                  <a:pt x="127" y="7"/>
                </a:moveTo>
                <a:cubicBezTo>
                  <a:pt x="127" y="7"/>
                  <a:pt x="127" y="7"/>
                  <a:pt x="127" y="7"/>
                </a:cubicBezTo>
                <a:cubicBezTo>
                  <a:pt x="127" y="7"/>
                  <a:pt x="127" y="7"/>
                  <a:pt x="127" y="6"/>
                </a:cubicBezTo>
                <a:cubicBezTo>
                  <a:pt x="127" y="6"/>
                  <a:pt x="127" y="5"/>
                  <a:pt x="127" y="5"/>
                </a:cubicBezTo>
                <a:cubicBezTo>
                  <a:pt x="127" y="4"/>
                  <a:pt x="127" y="4"/>
                  <a:pt x="127" y="3"/>
                </a:cubicBezTo>
                <a:cubicBezTo>
                  <a:pt x="127" y="3"/>
                  <a:pt x="127" y="3"/>
                  <a:pt x="127" y="3"/>
                </a:cubicBezTo>
                <a:cubicBezTo>
                  <a:pt x="127" y="3"/>
                  <a:pt x="127" y="3"/>
                  <a:pt x="127" y="3"/>
                </a:cubicBezTo>
                <a:cubicBezTo>
                  <a:pt x="127" y="3"/>
                  <a:pt x="126" y="3"/>
                  <a:pt x="126" y="3"/>
                </a:cubicBezTo>
                <a:cubicBezTo>
                  <a:pt x="125" y="3"/>
                  <a:pt x="125" y="3"/>
                  <a:pt x="125" y="4"/>
                </a:cubicBezTo>
                <a:cubicBezTo>
                  <a:pt x="125" y="4"/>
                  <a:pt x="125" y="4"/>
                  <a:pt x="125" y="4"/>
                </a:cubicBezTo>
                <a:cubicBezTo>
                  <a:pt x="125" y="4"/>
                  <a:pt x="125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5"/>
                  <a:pt x="126" y="5"/>
                  <a:pt x="126" y="5"/>
                </a:cubicBezTo>
                <a:cubicBezTo>
                  <a:pt x="125" y="5"/>
                  <a:pt x="125" y="5"/>
                  <a:pt x="125" y="5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6" y="6"/>
                </a:cubicBezTo>
                <a:cubicBezTo>
                  <a:pt x="126" y="6"/>
                  <a:pt x="126" y="6"/>
                  <a:pt x="126" y="6"/>
                </a:cubicBezTo>
                <a:cubicBezTo>
                  <a:pt x="126" y="6"/>
                  <a:pt x="126" y="6"/>
                  <a:pt x="126" y="6"/>
                </a:cubicBezTo>
                <a:cubicBezTo>
                  <a:pt x="126" y="6"/>
                  <a:pt x="126" y="6"/>
                  <a:pt x="127" y="7"/>
                </a:cubicBezTo>
                <a:cubicBezTo>
                  <a:pt x="127" y="7"/>
                  <a:pt x="127" y="7"/>
                  <a:pt x="127" y="7"/>
                </a:cubicBezTo>
                <a:close/>
              </a:path>
              <a:path w="192" h="20">
                <a:moveTo>
                  <a:pt x="125" y="13"/>
                </a:moveTo>
                <a:cubicBezTo>
                  <a:pt x="125" y="13"/>
                  <a:pt x="125" y="13"/>
                  <a:pt x="125" y="13"/>
                </a:cubicBezTo>
                <a:cubicBezTo>
                  <a:pt x="125" y="13"/>
                  <a:pt x="125" y="12"/>
                  <a:pt x="125" y="12"/>
                </a:cubicBezTo>
                <a:cubicBezTo>
                  <a:pt x="126" y="12"/>
                  <a:pt x="126" y="11"/>
                  <a:pt x="126" y="11"/>
                </a:cubicBezTo>
                <a:cubicBezTo>
                  <a:pt x="126" y="11"/>
                  <a:pt x="125" y="11"/>
                  <a:pt x="125" y="10"/>
                </a:cubicBezTo>
                <a:cubicBezTo>
                  <a:pt x="125" y="10"/>
                  <a:pt x="125" y="10"/>
                  <a:pt x="125" y="10"/>
                </a:cubicBezTo>
                <a:cubicBezTo>
                  <a:pt x="125" y="10"/>
                  <a:pt x="125" y="10"/>
                  <a:pt x="125" y="10"/>
                </a:cubicBezTo>
                <a:cubicBezTo>
                  <a:pt x="124" y="10"/>
                  <a:pt x="124" y="10"/>
                  <a:pt x="124" y="11"/>
                </a:cubicBezTo>
                <a:cubicBezTo>
                  <a:pt x="124" y="11"/>
                  <a:pt x="124" y="11"/>
                  <a:pt x="124" y="11"/>
                </a:cubicBezTo>
                <a:cubicBezTo>
                  <a:pt x="124" y="12"/>
                  <a:pt x="124" y="12"/>
                  <a:pt x="124" y="12"/>
                </a:cubicBezTo>
                <a:cubicBezTo>
                  <a:pt x="125" y="12"/>
                  <a:pt x="125" y="12"/>
                  <a:pt x="125" y="12"/>
                </a:cubicBezTo>
                <a:cubicBezTo>
                  <a:pt x="125" y="13"/>
                  <a:pt x="125" y="13"/>
                  <a:pt x="125" y="13"/>
                </a:cubicBezTo>
                <a:close/>
              </a:path>
              <a:path w="192" h="20">
                <a:moveTo>
                  <a:pt x="156" y="13"/>
                </a:moveTo>
                <a:cubicBezTo>
                  <a:pt x="156" y="13"/>
                  <a:pt x="156" y="12"/>
                  <a:pt x="156" y="12"/>
                </a:cubicBezTo>
                <a:cubicBezTo>
                  <a:pt x="156" y="12"/>
                  <a:pt x="156" y="12"/>
                  <a:pt x="156" y="12"/>
                </a:cubicBezTo>
                <a:cubicBezTo>
                  <a:pt x="156" y="12"/>
                  <a:pt x="156" y="12"/>
                  <a:pt x="156" y="12"/>
                </a:cubicBezTo>
                <a:cubicBezTo>
                  <a:pt x="156" y="12"/>
                  <a:pt x="156" y="12"/>
                  <a:pt x="155" y="12"/>
                </a:cubicBezTo>
                <a:cubicBezTo>
                  <a:pt x="155" y="12"/>
                  <a:pt x="155" y="12"/>
                  <a:pt x="155" y="12"/>
                </a:cubicBezTo>
                <a:cubicBezTo>
                  <a:pt x="155" y="12"/>
                  <a:pt x="155" y="12"/>
                  <a:pt x="155" y="13"/>
                </a:cubicBezTo>
                <a:cubicBezTo>
                  <a:pt x="155" y="13"/>
                  <a:pt x="155" y="13"/>
                  <a:pt x="155" y="13"/>
                </a:cubicBezTo>
                <a:cubicBezTo>
                  <a:pt x="155" y="14"/>
                  <a:pt x="155" y="14"/>
                  <a:pt x="155" y="14"/>
                </a:cubicBezTo>
                <a:cubicBezTo>
                  <a:pt x="155" y="14"/>
                  <a:pt x="155" y="14"/>
                  <a:pt x="155" y="14"/>
                </a:cubicBezTo>
                <a:cubicBezTo>
                  <a:pt x="155" y="14"/>
                  <a:pt x="155" y="14"/>
                  <a:pt x="156" y="14"/>
                </a:cubicBezTo>
                <a:cubicBezTo>
                  <a:pt x="156" y="14"/>
                  <a:pt x="156" y="14"/>
                  <a:pt x="156" y="14"/>
                </a:cubicBezTo>
                <a:cubicBezTo>
                  <a:pt x="156" y="14"/>
                  <a:pt x="156" y="14"/>
                  <a:pt x="156" y="14"/>
                </a:cubicBezTo>
                <a:cubicBezTo>
                  <a:pt x="156" y="13"/>
                  <a:pt x="156" y="13"/>
                  <a:pt x="156" y="13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  <p:txBody>
          <a:bodyPr/>
          <a:p/>
        </p:txBody>
      </p:sp>
      <p:sp>
        <p:nvSpPr>
          <p:cNvPr id="15" name="Rectangle 13"/>
          <p:cNvSpPr>
            <a:spLocks noGrp="1"/>
          </p:cNvSpPr>
          <p:nvPr/>
        </p:nvSpPr>
        <p:spPr>
          <a:xfrm>
            <a:off x="9971521" y="260515"/>
            <a:ext cx="182870" cy="6350"/>
          </a:xfrm>
          <a:prstGeom prst="rect">
            <a:avLst/>
          </a:prstGeom>
          <a:solidFill>
            <a:srgbClr val="005A9F"/>
          </a:solidFill>
          <a:ln>
            <a:noFill/>
          </a:ln>
        </p:spPr>
        <p:txBody>
          <a:bodyPr/>
          <a:p/>
        </p:txBody>
      </p:sp>
      <p:sp>
        <p:nvSpPr>
          <p:cNvPr id="16" name="Freeform 14"/>
          <p:cNvSpPr>
            <a:spLocks noGrp="1"/>
          </p:cNvSpPr>
          <p:nvPr/>
        </p:nvSpPr>
        <p:spPr>
          <a:xfrm>
            <a:off x="9881355" y="177969"/>
            <a:ext cx="358121" cy="91435"/>
          </a:xfrm>
          <a:custGeom>
            <a:avLst/>
            <a:gdLst/>
            <a:ahLst/>
            <a:cxnLst/>
            <a:rect l="l" t="t" r="r" b="b"/>
            <a:pathLst>
              <a:path w="232" h="59">
                <a:moveTo>
                  <a:pt x="7" y="34"/>
                </a:moveTo>
                <a:lnTo>
                  <a:pt x="2" y="31"/>
                </a:lnTo>
                <a:lnTo>
                  <a:pt x="1" y="31"/>
                </a:lnTo>
                <a:lnTo>
                  <a:pt x="1" y="30"/>
                </a:lnTo>
                <a:lnTo>
                  <a:pt x="2" y="30"/>
                </a:lnTo>
                <a:lnTo>
                  <a:pt x="3" y="30"/>
                </a:lnTo>
                <a:lnTo>
                  <a:pt x="3" y="29"/>
                </a:lnTo>
                <a:lnTo>
                  <a:pt x="4" y="29"/>
                </a:lnTo>
                <a:lnTo>
                  <a:pt x="5" y="30"/>
                </a:lnTo>
                <a:lnTo>
                  <a:pt x="6" y="30"/>
                </a:lnTo>
                <a:lnTo>
                  <a:pt x="7" y="31"/>
                </a:lnTo>
                <a:lnTo>
                  <a:pt x="7" y="32"/>
                </a:lnTo>
                <a:lnTo>
                  <a:pt x="8" y="34"/>
                </a:lnTo>
                <a:lnTo>
                  <a:pt x="9" y="33"/>
                </a:lnTo>
                <a:lnTo>
                  <a:pt x="9" y="28"/>
                </a:lnTo>
                <a:lnTo>
                  <a:pt x="9" y="27"/>
                </a:lnTo>
                <a:lnTo>
                  <a:pt x="9" y="26"/>
                </a:lnTo>
                <a:lnTo>
                  <a:pt x="10" y="26"/>
                </a:lnTo>
                <a:lnTo>
                  <a:pt x="11" y="26"/>
                </a:lnTo>
                <a:lnTo>
                  <a:pt x="12" y="26"/>
                </a:lnTo>
                <a:lnTo>
                  <a:pt x="13" y="26"/>
                </a:lnTo>
                <a:lnTo>
                  <a:pt x="14" y="27"/>
                </a:lnTo>
                <a:lnTo>
                  <a:pt x="14" y="28"/>
                </a:lnTo>
                <a:lnTo>
                  <a:pt x="15" y="28"/>
                </a:lnTo>
                <a:lnTo>
                  <a:pt x="15" y="29"/>
                </a:lnTo>
                <a:lnTo>
                  <a:pt x="14" y="29"/>
                </a:lnTo>
                <a:lnTo>
                  <a:pt x="12" y="32"/>
                </a:lnTo>
                <a:lnTo>
                  <a:pt x="12" y="33"/>
                </a:lnTo>
                <a:lnTo>
                  <a:pt x="11" y="33"/>
                </a:lnTo>
                <a:lnTo>
                  <a:pt x="11" y="34"/>
                </a:lnTo>
                <a:lnTo>
                  <a:pt x="11" y="35"/>
                </a:lnTo>
                <a:lnTo>
                  <a:pt x="11" y="37"/>
                </a:lnTo>
                <a:lnTo>
                  <a:pt x="13" y="37"/>
                </a:lnTo>
                <a:lnTo>
                  <a:pt x="14" y="36"/>
                </a:lnTo>
                <a:lnTo>
                  <a:pt x="14" y="35"/>
                </a:lnTo>
                <a:lnTo>
                  <a:pt x="14" y="34"/>
                </a:lnTo>
                <a:lnTo>
                  <a:pt x="14" y="33"/>
                </a:lnTo>
                <a:lnTo>
                  <a:pt x="13" y="33"/>
                </a:lnTo>
                <a:lnTo>
                  <a:pt x="13" y="32"/>
                </a:lnTo>
                <a:lnTo>
                  <a:pt x="14" y="32"/>
                </a:lnTo>
                <a:lnTo>
                  <a:pt x="16" y="32"/>
                </a:lnTo>
                <a:lnTo>
                  <a:pt x="17" y="32"/>
                </a:lnTo>
                <a:lnTo>
                  <a:pt x="18" y="32"/>
                </a:lnTo>
                <a:lnTo>
                  <a:pt x="18" y="33"/>
                </a:lnTo>
                <a:lnTo>
                  <a:pt x="18" y="34"/>
                </a:lnTo>
                <a:lnTo>
                  <a:pt x="17" y="34"/>
                </a:lnTo>
                <a:lnTo>
                  <a:pt x="17" y="35"/>
                </a:lnTo>
                <a:lnTo>
                  <a:pt x="17" y="36"/>
                </a:lnTo>
                <a:lnTo>
                  <a:pt x="16" y="36"/>
                </a:lnTo>
                <a:lnTo>
                  <a:pt x="16" y="38"/>
                </a:lnTo>
                <a:lnTo>
                  <a:pt x="17" y="38"/>
                </a:lnTo>
                <a:lnTo>
                  <a:pt x="19" y="35"/>
                </a:lnTo>
                <a:lnTo>
                  <a:pt x="19" y="34"/>
                </a:lnTo>
                <a:lnTo>
                  <a:pt x="20" y="34"/>
                </a:lnTo>
                <a:lnTo>
                  <a:pt x="21" y="34"/>
                </a:lnTo>
                <a:lnTo>
                  <a:pt x="22" y="34"/>
                </a:lnTo>
                <a:lnTo>
                  <a:pt x="22" y="35"/>
                </a:lnTo>
                <a:lnTo>
                  <a:pt x="23" y="35"/>
                </a:lnTo>
                <a:lnTo>
                  <a:pt x="23" y="36"/>
                </a:lnTo>
                <a:lnTo>
                  <a:pt x="22" y="36"/>
                </a:lnTo>
                <a:lnTo>
                  <a:pt x="19" y="42"/>
                </a:lnTo>
                <a:lnTo>
                  <a:pt x="18" y="42"/>
                </a:lnTo>
                <a:lnTo>
                  <a:pt x="18" y="43"/>
                </a:lnTo>
                <a:lnTo>
                  <a:pt x="19" y="43"/>
                </a:lnTo>
                <a:lnTo>
                  <a:pt x="20" y="43"/>
                </a:lnTo>
                <a:lnTo>
                  <a:pt x="22" y="43"/>
                </a:lnTo>
                <a:lnTo>
                  <a:pt x="23" y="43"/>
                </a:lnTo>
                <a:lnTo>
                  <a:pt x="23" y="44"/>
                </a:lnTo>
                <a:lnTo>
                  <a:pt x="20" y="48"/>
                </a:lnTo>
                <a:lnTo>
                  <a:pt x="24" y="54"/>
                </a:lnTo>
                <a:lnTo>
                  <a:pt x="24" y="56"/>
                </a:lnTo>
                <a:lnTo>
                  <a:pt x="25" y="57"/>
                </a:lnTo>
                <a:lnTo>
                  <a:pt x="25" y="58"/>
                </a:lnTo>
                <a:lnTo>
                  <a:pt x="25" y="59"/>
                </a:lnTo>
                <a:lnTo>
                  <a:pt x="24" y="59"/>
                </a:lnTo>
                <a:lnTo>
                  <a:pt x="23" y="59"/>
                </a:lnTo>
                <a:lnTo>
                  <a:pt x="22" y="59"/>
                </a:lnTo>
                <a:lnTo>
                  <a:pt x="22" y="58"/>
                </a:lnTo>
                <a:lnTo>
                  <a:pt x="17" y="51"/>
                </a:lnTo>
                <a:lnTo>
                  <a:pt x="13" y="57"/>
                </a:lnTo>
                <a:lnTo>
                  <a:pt x="12" y="58"/>
                </a:lnTo>
                <a:lnTo>
                  <a:pt x="11" y="58"/>
                </a:lnTo>
                <a:lnTo>
                  <a:pt x="10" y="58"/>
                </a:lnTo>
                <a:lnTo>
                  <a:pt x="10" y="57"/>
                </a:lnTo>
                <a:lnTo>
                  <a:pt x="12" y="52"/>
                </a:lnTo>
                <a:lnTo>
                  <a:pt x="14" y="47"/>
                </a:lnTo>
                <a:lnTo>
                  <a:pt x="14" y="46"/>
                </a:lnTo>
                <a:lnTo>
                  <a:pt x="13" y="46"/>
                </a:lnTo>
                <a:lnTo>
                  <a:pt x="8" y="53"/>
                </a:lnTo>
                <a:lnTo>
                  <a:pt x="7" y="54"/>
                </a:lnTo>
                <a:lnTo>
                  <a:pt x="7" y="55"/>
                </a:lnTo>
                <a:lnTo>
                  <a:pt x="6" y="55"/>
                </a:lnTo>
                <a:lnTo>
                  <a:pt x="5" y="56"/>
                </a:lnTo>
                <a:lnTo>
                  <a:pt x="3" y="56"/>
                </a:lnTo>
                <a:lnTo>
                  <a:pt x="2" y="55"/>
                </a:lnTo>
                <a:lnTo>
                  <a:pt x="12" y="44"/>
                </a:lnTo>
                <a:lnTo>
                  <a:pt x="11" y="42"/>
                </a:lnTo>
                <a:lnTo>
                  <a:pt x="11" y="43"/>
                </a:lnTo>
                <a:lnTo>
                  <a:pt x="10" y="43"/>
                </a:lnTo>
                <a:lnTo>
                  <a:pt x="10" y="44"/>
                </a:lnTo>
                <a:lnTo>
                  <a:pt x="10" y="45"/>
                </a:lnTo>
                <a:lnTo>
                  <a:pt x="10" y="46"/>
                </a:lnTo>
                <a:lnTo>
                  <a:pt x="9" y="47"/>
                </a:lnTo>
                <a:lnTo>
                  <a:pt x="5" y="46"/>
                </a:lnTo>
                <a:lnTo>
                  <a:pt x="5" y="45"/>
                </a:lnTo>
                <a:lnTo>
                  <a:pt x="5" y="44"/>
                </a:lnTo>
                <a:lnTo>
                  <a:pt x="3" y="43"/>
                </a:lnTo>
                <a:lnTo>
                  <a:pt x="3" y="42"/>
                </a:lnTo>
                <a:lnTo>
                  <a:pt x="4" y="42"/>
                </a:lnTo>
                <a:lnTo>
                  <a:pt x="7" y="42"/>
                </a:lnTo>
                <a:lnTo>
                  <a:pt x="8" y="42"/>
                </a:lnTo>
                <a:lnTo>
                  <a:pt x="8" y="41"/>
                </a:lnTo>
                <a:lnTo>
                  <a:pt x="9" y="41"/>
                </a:lnTo>
                <a:lnTo>
                  <a:pt x="10" y="41"/>
                </a:lnTo>
                <a:lnTo>
                  <a:pt x="10" y="40"/>
                </a:lnTo>
                <a:lnTo>
                  <a:pt x="8" y="39"/>
                </a:lnTo>
                <a:lnTo>
                  <a:pt x="8" y="38"/>
                </a:lnTo>
                <a:lnTo>
                  <a:pt x="8" y="37"/>
                </a:lnTo>
                <a:lnTo>
                  <a:pt x="9" y="37"/>
                </a:lnTo>
                <a:lnTo>
                  <a:pt x="10" y="37"/>
                </a:lnTo>
                <a:lnTo>
                  <a:pt x="10" y="36"/>
                </a:lnTo>
                <a:lnTo>
                  <a:pt x="10" y="35"/>
                </a:lnTo>
                <a:lnTo>
                  <a:pt x="9" y="35"/>
                </a:lnTo>
                <a:lnTo>
                  <a:pt x="5" y="39"/>
                </a:lnTo>
                <a:lnTo>
                  <a:pt x="4" y="40"/>
                </a:lnTo>
                <a:lnTo>
                  <a:pt x="3" y="40"/>
                </a:lnTo>
                <a:lnTo>
                  <a:pt x="2" y="40"/>
                </a:lnTo>
                <a:lnTo>
                  <a:pt x="1" y="40"/>
                </a:lnTo>
                <a:lnTo>
                  <a:pt x="0" y="40"/>
                </a:lnTo>
                <a:lnTo>
                  <a:pt x="0" y="39"/>
                </a:lnTo>
                <a:lnTo>
                  <a:pt x="1" y="38"/>
                </a:lnTo>
                <a:lnTo>
                  <a:pt x="7" y="34"/>
                </a:lnTo>
                <a:close/>
                <a:moveTo>
                  <a:pt x="17" y="45"/>
                </a:moveTo>
                <a:lnTo>
                  <a:pt x="17" y="45"/>
                </a:lnTo>
                <a:lnTo>
                  <a:pt x="18" y="45"/>
                </a:lnTo>
                <a:lnTo>
                  <a:pt x="18" y="46"/>
                </a:lnTo>
                <a:lnTo>
                  <a:pt x="19" y="46"/>
                </a:lnTo>
                <a:lnTo>
                  <a:pt x="19" y="45"/>
                </a:lnTo>
                <a:lnTo>
                  <a:pt x="18" y="44"/>
                </a:lnTo>
                <a:lnTo>
                  <a:pt x="17" y="44"/>
                </a:lnTo>
                <a:lnTo>
                  <a:pt x="17" y="45"/>
                </a:lnTo>
                <a:close/>
                <a:moveTo>
                  <a:pt x="16" y="42"/>
                </a:moveTo>
                <a:lnTo>
                  <a:pt x="18" y="39"/>
                </a:lnTo>
                <a:lnTo>
                  <a:pt x="19" y="39"/>
                </a:lnTo>
                <a:lnTo>
                  <a:pt x="17" y="42"/>
                </a:lnTo>
                <a:lnTo>
                  <a:pt x="17" y="43"/>
                </a:lnTo>
                <a:lnTo>
                  <a:pt x="16" y="43"/>
                </a:lnTo>
                <a:lnTo>
                  <a:pt x="16" y="42"/>
                </a:lnTo>
                <a:close/>
                <a:moveTo>
                  <a:pt x="13" y="38"/>
                </a:moveTo>
                <a:lnTo>
                  <a:pt x="15" y="41"/>
                </a:lnTo>
                <a:lnTo>
                  <a:pt x="15" y="40"/>
                </a:lnTo>
                <a:lnTo>
                  <a:pt x="16" y="40"/>
                </a:lnTo>
                <a:lnTo>
                  <a:pt x="16" y="39"/>
                </a:lnTo>
                <a:lnTo>
                  <a:pt x="15" y="39"/>
                </a:lnTo>
                <a:lnTo>
                  <a:pt x="15" y="38"/>
                </a:lnTo>
                <a:lnTo>
                  <a:pt x="15" y="37"/>
                </a:lnTo>
                <a:lnTo>
                  <a:pt x="14" y="37"/>
                </a:lnTo>
                <a:lnTo>
                  <a:pt x="13" y="38"/>
                </a:lnTo>
                <a:close/>
                <a:moveTo>
                  <a:pt x="11" y="29"/>
                </a:moveTo>
                <a:lnTo>
                  <a:pt x="11" y="29"/>
                </a:lnTo>
                <a:lnTo>
                  <a:pt x="11" y="28"/>
                </a:lnTo>
                <a:lnTo>
                  <a:pt x="12" y="28"/>
                </a:lnTo>
                <a:lnTo>
                  <a:pt x="12" y="29"/>
                </a:lnTo>
                <a:lnTo>
                  <a:pt x="12" y="30"/>
                </a:lnTo>
                <a:lnTo>
                  <a:pt x="12" y="31"/>
                </a:lnTo>
                <a:lnTo>
                  <a:pt x="11" y="31"/>
                </a:lnTo>
                <a:lnTo>
                  <a:pt x="11" y="30"/>
                </a:lnTo>
                <a:lnTo>
                  <a:pt x="11" y="29"/>
                </a:lnTo>
                <a:close/>
                <a:moveTo>
                  <a:pt x="15" y="48"/>
                </a:moveTo>
                <a:lnTo>
                  <a:pt x="16" y="49"/>
                </a:lnTo>
                <a:lnTo>
                  <a:pt x="13" y="53"/>
                </a:lnTo>
                <a:lnTo>
                  <a:pt x="12" y="53"/>
                </a:lnTo>
                <a:lnTo>
                  <a:pt x="15" y="48"/>
                </a:lnTo>
                <a:close/>
              </a:path>
              <a:path w="232" h="59">
                <a:moveTo>
                  <a:pt x="204" y="57"/>
                </a:moveTo>
                <a:cubicBezTo>
                  <a:pt x="202" y="54"/>
                  <a:pt x="202" y="53"/>
                  <a:pt x="201" y="52"/>
                </a:cubicBezTo>
                <a:cubicBezTo>
                  <a:pt x="201" y="52"/>
                  <a:pt x="201" y="52"/>
                  <a:pt x="201" y="52"/>
                </a:cubicBezTo>
                <a:cubicBezTo>
                  <a:pt x="203" y="53"/>
                  <a:pt x="204" y="54"/>
                  <a:pt x="206" y="52"/>
                </a:cubicBezTo>
                <a:cubicBezTo>
                  <a:pt x="208" y="50"/>
                  <a:pt x="209" y="48"/>
                  <a:pt x="210" y="46"/>
                </a:cubicBezTo>
                <a:cubicBezTo>
                  <a:pt x="210" y="45"/>
                  <a:pt x="210" y="45"/>
                  <a:pt x="210" y="45"/>
                </a:cubicBezTo>
                <a:cubicBezTo>
                  <a:pt x="207" y="45"/>
                  <a:pt x="204" y="46"/>
                  <a:pt x="200" y="46"/>
                </a:cubicBezTo>
                <a:cubicBezTo>
                  <a:pt x="199" y="45"/>
                  <a:pt x="198" y="43"/>
                  <a:pt x="198" y="42"/>
                </a:cubicBezTo>
                <a:cubicBezTo>
                  <a:pt x="198" y="42"/>
                  <a:pt x="198" y="42"/>
                  <a:pt x="198" y="42"/>
                </a:cubicBezTo>
                <a:cubicBezTo>
                  <a:pt x="203" y="42"/>
                  <a:pt x="208" y="44"/>
                  <a:pt x="213" y="43"/>
                </a:cubicBezTo>
                <a:cubicBezTo>
                  <a:pt x="214" y="43"/>
                  <a:pt x="217" y="41"/>
                  <a:pt x="216" y="41"/>
                </a:cubicBezTo>
                <a:cubicBezTo>
                  <a:pt x="215" y="39"/>
                  <a:pt x="210" y="41"/>
                  <a:pt x="209" y="38"/>
                </a:cubicBezTo>
                <a:cubicBezTo>
                  <a:pt x="209" y="38"/>
                  <a:pt x="209" y="38"/>
                  <a:pt x="209" y="38"/>
                </a:cubicBezTo>
                <a:cubicBezTo>
                  <a:pt x="213" y="38"/>
                  <a:pt x="216" y="39"/>
                  <a:pt x="219" y="39"/>
                </a:cubicBezTo>
                <a:cubicBezTo>
                  <a:pt x="221" y="38"/>
                  <a:pt x="223" y="37"/>
                  <a:pt x="224" y="37"/>
                </a:cubicBezTo>
                <a:cubicBezTo>
                  <a:pt x="225" y="36"/>
                  <a:pt x="225" y="36"/>
                  <a:pt x="226" y="35"/>
                </a:cubicBezTo>
                <a:cubicBezTo>
                  <a:pt x="225" y="34"/>
                  <a:pt x="222" y="33"/>
                  <a:pt x="222" y="34"/>
                </a:cubicBezTo>
                <a:cubicBezTo>
                  <a:pt x="221" y="36"/>
                  <a:pt x="221" y="38"/>
                  <a:pt x="218" y="38"/>
                </a:cubicBezTo>
                <a:cubicBezTo>
                  <a:pt x="216" y="38"/>
                  <a:pt x="216" y="37"/>
                  <a:pt x="215" y="36"/>
                </a:cubicBezTo>
                <a:cubicBezTo>
                  <a:pt x="215" y="33"/>
                  <a:pt x="217" y="33"/>
                  <a:pt x="218" y="32"/>
                </a:cubicBezTo>
                <a:cubicBezTo>
                  <a:pt x="217" y="31"/>
                  <a:pt x="216" y="32"/>
                  <a:pt x="215" y="32"/>
                </a:cubicBezTo>
                <a:cubicBezTo>
                  <a:pt x="215" y="33"/>
                  <a:pt x="215" y="33"/>
                  <a:pt x="214" y="34"/>
                </a:cubicBezTo>
                <a:cubicBezTo>
                  <a:pt x="214" y="35"/>
                  <a:pt x="214" y="36"/>
                  <a:pt x="213" y="36"/>
                </a:cubicBezTo>
                <a:cubicBezTo>
                  <a:pt x="212" y="36"/>
                  <a:pt x="212" y="34"/>
                  <a:pt x="212" y="34"/>
                </a:cubicBezTo>
                <a:cubicBezTo>
                  <a:pt x="211" y="34"/>
                  <a:pt x="211" y="35"/>
                  <a:pt x="210" y="36"/>
                </a:cubicBezTo>
                <a:cubicBezTo>
                  <a:pt x="209" y="36"/>
                  <a:pt x="209" y="36"/>
                  <a:pt x="209" y="35"/>
                </a:cubicBezTo>
                <a:cubicBezTo>
                  <a:pt x="210" y="33"/>
                  <a:pt x="210" y="29"/>
                  <a:pt x="211" y="27"/>
                </a:cubicBezTo>
                <a:cubicBezTo>
                  <a:pt x="212" y="27"/>
                  <a:pt x="211" y="29"/>
                  <a:pt x="212" y="30"/>
                </a:cubicBezTo>
                <a:cubicBezTo>
                  <a:pt x="212" y="30"/>
                  <a:pt x="213" y="30"/>
                  <a:pt x="213" y="30"/>
                </a:cubicBezTo>
                <a:cubicBezTo>
                  <a:pt x="213" y="28"/>
                  <a:pt x="213" y="26"/>
                  <a:pt x="213" y="24"/>
                </a:cubicBezTo>
                <a:cubicBezTo>
                  <a:pt x="213" y="24"/>
                  <a:pt x="213" y="24"/>
                  <a:pt x="213" y="24"/>
                </a:cubicBezTo>
                <a:cubicBezTo>
                  <a:pt x="214" y="23"/>
                  <a:pt x="215" y="26"/>
                  <a:pt x="215" y="27"/>
                </a:cubicBezTo>
                <a:cubicBezTo>
                  <a:pt x="215" y="28"/>
                  <a:pt x="215" y="29"/>
                  <a:pt x="215" y="30"/>
                </a:cubicBezTo>
                <a:cubicBezTo>
                  <a:pt x="216" y="31"/>
                  <a:pt x="217" y="31"/>
                  <a:pt x="218" y="30"/>
                </a:cubicBezTo>
                <a:cubicBezTo>
                  <a:pt x="218" y="29"/>
                  <a:pt x="217" y="28"/>
                  <a:pt x="218" y="27"/>
                </a:cubicBezTo>
                <a:cubicBezTo>
                  <a:pt x="219" y="27"/>
                  <a:pt x="219" y="29"/>
                  <a:pt x="221" y="29"/>
                </a:cubicBezTo>
                <a:cubicBezTo>
                  <a:pt x="221" y="28"/>
                  <a:pt x="222" y="28"/>
                  <a:pt x="223" y="27"/>
                </a:cubicBezTo>
                <a:cubicBezTo>
                  <a:pt x="224" y="28"/>
                  <a:pt x="225" y="30"/>
                  <a:pt x="224" y="31"/>
                </a:cubicBezTo>
                <a:cubicBezTo>
                  <a:pt x="224" y="31"/>
                  <a:pt x="223" y="31"/>
                  <a:pt x="223" y="32"/>
                </a:cubicBezTo>
                <a:cubicBezTo>
                  <a:pt x="224" y="32"/>
                  <a:pt x="228" y="33"/>
                  <a:pt x="229" y="33"/>
                </a:cubicBezTo>
                <a:cubicBezTo>
                  <a:pt x="230" y="33"/>
                  <a:pt x="232" y="37"/>
                  <a:pt x="230" y="39"/>
                </a:cubicBezTo>
                <a:cubicBezTo>
                  <a:pt x="229" y="39"/>
                  <a:pt x="226" y="39"/>
                  <a:pt x="225" y="39"/>
                </a:cubicBezTo>
                <a:cubicBezTo>
                  <a:pt x="223" y="39"/>
                  <a:pt x="223" y="39"/>
                  <a:pt x="222" y="39"/>
                </a:cubicBezTo>
                <a:cubicBezTo>
                  <a:pt x="221" y="40"/>
                  <a:pt x="221" y="40"/>
                  <a:pt x="222" y="42"/>
                </a:cubicBezTo>
                <a:cubicBezTo>
                  <a:pt x="221" y="44"/>
                  <a:pt x="218" y="42"/>
                  <a:pt x="217" y="44"/>
                </a:cubicBezTo>
                <a:cubicBezTo>
                  <a:pt x="218" y="45"/>
                  <a:pt x="220" y="46"/>
                  <a:pt x="219" y="48"/>
                </a:cubicBezTo>
                <a:cubicBezTo>
                  <a:pt x="218" y="49"/>
                  <a:pt x="215" y="49"/>
                  <a:pt x="214" y="48"/>
                </a:cubicBezTo>
                <a:cubicBezTo>
                  <a:pt x="215" y="46"/>
                  <a:pt x="215" y="46"/>
                  <a:pt x="215" y="46"/>
                </a:cubicBezTo>
                <a:cubicBezTo>
                  <a:pt x="215" y="46"/>
                  <a:pt x="215" y="46"/>
                  <a:pt x="214" y="46"/>
                </a:cubicBezTo>
                <a:cubicBezTo>
                  <a:pt x="212" y="46"/>
                  <a:pt x="210" y="51"/>
                  <a:pt x="209" y="53"/>
                </a:cubicBezTo>
                <a:cubicBezTo>
                  <a:pt x="208" y="54"/>
                  <a:pt x="207" y="58"/>
                  <a:pt x="204" y="57"/>
                </a:cubicBezTo>
                <a:close/>
                <a:moveTo>
                  <a:pt x="218" y="36"/>
                </a:moveTo>
                <a:cubicBezTo>
                  <a:pt x="218" y="35"/>
                  <a:pt x="218" y="35"/>
                  <a:pt x="218" y="35"/>
                </a:cubicBezTo>
                <a:cubicBezTo>
                  <a:pt x="218" y="35"/>
                  <a:pt x="219" y="34"/>
                  <a:pt x="219" y="34"/>
                </a:cubicBezTo>
                <a:cubicBezTo>
                  <a:pt x="219" y="35"/>
                  <a:pt x="219" y="35"/>
                  <a:pt x="218" y="36"/>
                </a:cubicBezTo>
                <a:cubicBezTo>
                  <a:pt x="218" y="36"/>
                  <a:pt x="218" y="36"/>
                  <a:pt x="218" y="36"/>
                </a:cubicBezTo>
                <a:close/>
              </a:path>
              <a:path w="232" h="59">
                <a:moveTo>
                  <a:pt x="177" y="37"/>
                </a:moveTo>
                <a:cubicBezTo>
                  <a:pt x="176" y="36"/>
                  <a:pt x="176" y="36"/>
                  <a:pt x="176" y="35"/>
                </a:cubicBezTo>
                <a:cubicBezTo>
                  <a:pt x="177" y="33"/>
                  <a:pt x="177" y="28"/>
                  <a:pt x="178" y="27"/>
                </a:cubicBezTo>
                <a:cubicBezTo>
                  <a:pt x="179" y="27"/>
                  <a:pt x="179" y="27"/>
                  <a:pt x="179" y="27"/>
                </a:cubicBezTo>
                <a:cubicBezTo>
                  <a:pt x="179" y="27"/>
                  <a:pt x="179" y="27"/>
                  <a:pt x="179" y="28"/>
                </a:cubicBezTo>
                <a:cubicBezTo>
                  <a:pt x="179" y="32"/>
                  <a:pt x="180" y="35"/>
                  <a:pt x="183" y="38"/>
                </a:cubicBezTo>
                <a:cubicBezTo>
                  <a:pt x="183" y="38"/>
                  <a:pt x="183" y="38"/>
                  <a:pt x="183" y="38"/>
                </a:cubicBezTo>
                <a:cubicBezTo>
                  <a:pt x="183" y="39"/>
                  <a:pt x="178" y="37"/>
                  <a:pt x="177" y="37"/>
                </a:cubicBezTo>
                <a:close/>
              </a:path>
              <a:path w="232" h="59">
                <a:moveTo>
                  <a:pt x="163" y="29"/>
                </a:moveTo>
                <a:cubicBezTo>
                  <a:pt x="163" y="28"/>
                  <a:pt x="163" y="28"/>
                  <a:pt x="162" y="28"/>
                </a:cubicBezTo>
                <a:cubicBezTo>
                  <a:pt x="162" y="27"/>
                  <a:pt x="162" y="27"/>
                  <a:pt x="162" y="27"/>
                </a:cubicBezTo>
                <a:cubicBezTo>
                  <a:pt x="164" y="28"/>
                  <a:pt x="165" y="28"/>
                  <a:pt x="166" y="28"/>
                </a:cubicBezTo>
                <a:cubicBezTo>
                  <a:pt x="169" y="28"/>
                  <a:pt x="171" y="27"/>
                  <a:pt x="173" y="26"/>
                </a:cubicBezTo>
                <a:cubicBezTo>
                  <a:pt x="172" y="25"/>
                  <a:pt x="170" y="25"/>
                  <a:pt x="169" y="26"/>
                </a:cubicBezTo>
                <a:cubicBezTo>
                  <a:pt x="167" y="25"/>
                  <a:pt x="166" y="21"/>
                  <a:pt x="166" y="21"/>
                </a:cubicBezTo>
                <a:cubicBezTo>
                  <a:pt x="168" y="21"/>
                  <a:pt x="172" y="23"/>
                  <a:pt x="173" y="22"/>
                </a:cubicBezTo>
                <a:cubicBezTo>
                  <a:pt x="178" y="23"/>
                  <a:pt x="178" y="21"/>
                  <a:pt x="181" y="17"/>
                </a:cubicBezTo>
                <a:cubicBezTo>
                  <a:pt x="182" y="16"/>
                  <a:pt x="184" y="12"/>
                  <a:pt x="185" y="12"/>
                </a:cubicBezTo>
                <a:cubicBezTo>
                  <a:pt x="186" y="13"/>
                  <a:pt x="186" y="15"/>
                  <a:pt x="186" y="17"/>
                </a:cubicBezTo>
                <a:cubicBezTo>
                  <a:pt x="185" y="19"/>
                  <a:pt x="183" y="20"/>
                  <a:pt x="182" y="23"/>
                </a:cubicBezTo>
                <a:cubicBezTo>
                  <a:pt x="184" y="24"/>
                  <a:pt x="185" y="22"/>
                  <a:pt x="187" y="24"/>
                </a:cubicBezTo>
                <a:cubicBezTo>
                  <a:pt x="187" y="25"/>
                  <a:pt x="187" y="25"/>
                  <a:pt x="187" y="25"/>
                </a:cubicBezTo>
                <a:cubicBezTo>
                  <a:pt x="186" y="26"/>
                  <a:pt x="184" y="25"/>
                  <a:pt x="183" y="25"/>
                </a:cubicBezTo>
                <a:cubicBezTo>
                  <a:pt x="180" y="25"/>
                  <a:pt x="180" y="25"/>
                  <a:pt x="179" y="25"/>
                </a:cubicBezTo>
                <a:cubicBezTo>
                  <a:pt x="175" y="28"/>
                  <a:pt x="169" y="33"/>
                  <a:pt x="163" y="29"/>
                </a:cubicBezTo>
                <a:close/>
              </a:path>
              <a:path w="232" h="59">
                <a:moveTo>
                  <a:pt x="134" y="18"/>
                </a:moveTo>
                <a:cubicBezTo>
                  <a:pt x="133" y="16"/>
                  <a:pt x="134" y="15"/>
                  <a:pt x="134" y="14"/>
                </a:cubicBezTo>
                <a:cubicBezTo>
                  <a:pt x="134" y="14"/>
                  <a:pt x="134" y="14"/>
                  <a:pt x="134" y="14"/>
                </a:cubicBezTo>
                <a:cubicBezTo>
                  <a:pt x="133" y="15"/>
                  <a:pt x="132" y="15"/>
                  <a:pt x="132" y="15"/>
                </a:cubicBezTo>
                <a:cubicBezTo>
                  <a:pt x="131" y="16"/>
                  <a:pt x="130" y="17"/>
                  <a:pt x="129" y="19"/>
                </a:cubicBezTo>
                <a:cubicBezTo>
                  <a:pt x="129" y="20"/>
                  <a:pt x="129" y="30"/>
                  <a:pt x="126" y="30"/>
                </a:cubicBezTo>
                <a:cubicBezTo>
                  <a:pt x="124" y="28"/>
                  <a:pt x="125" y="27"/>
                  <a:pt x="125" y="25"/>
                </a:cubicBezTo>
                <a:cubicBezTo>
                  <a:pt x="125" y="24"/>
                  <a:pt x="125" y="24"/>
                  <a:pt x="126" y="23"/>
                </a:cubicBezTo>
                <a:cubicBezTo>
                  <a:pt x="125" y="23"/>
                  <a:pt x="123" y="25"/>
                  <a:pt x="123" y="25"/>
                </a:cubicBezTo>
                <a:cubicBezTo>
                  <a:pt x="121" y="26"/>
                  <a:pt x="120" y="25"/>
                  <a:pt x="120" y="23"/>
                </a:cubicBezTo>
                <a:cubicBezTo>
                  <a:pt x="122" y="23"/>
                  <a:pt x="124" y="21"/>
                  <a:pt x="126" y="19"/>
                </a:cubicBezTo>
                <a:cubicBezTo>
                  <a:pt x="126" y="17"/>
                  <a:pt x="126" y="17"/>
                  <a:pt x="126" y="14"/>
                </a:cubicBezTo>
                <a:cubicBezTo>
                  <a:pt x="126" y="14"/>
                  <a:pt x="126" y="14"/>
                  <a:pt x="126" y="14"/>
                </a:cubicBezTo>
                <a:cubicBezTo>
                  <a:pt x="125" y="15"/>
                  <a:pt x="125" y="15"/>
                  <a:pt x="124" y="16"/>
                </a:cubicBezTo>
                <a:cubicBezTo>
                  <a:pt x="122" y="18"/>
                  <a:pt x="119" y="16"/>
                  <a:pt x="120" y="14"/>
                </a:cubicBezTo>
                <a:cubicBezTo>
                  <a:pt x="122" y="14"/>
                  <a:pt x="124" y="12"/>
                  <a:pt x="126" y="11"/>
                </a:cubicBezTo>
                <a:cubicBezTo>
                  <a:pt x="127" y="9"/>
                  <a:pt x="127" y="6"/>
                  <a:pt x="127" y="4"/>
                </a:cubicBezTo>
                <a:cubicBezTo>
                  <a:pt x="126" y="3"/>
                  <a:pt x="128" y="2"/>
                  <a:pt x="129" y="1"/>
                </a:cubicBezTo>
                <a:cubicBezTo>
                  <a:pt x="132" y="2"/>
                  <a:pt x="130" y="5"/>
                  <a:pt x="130" y="7"/>
                </a:cubicBezTo>
                <a:cubicBezTo>
                  <a:pt x="130" y="8"/>
                  <a:pt x="130" y="8"/>
                  <a:pt x="130" y="9"/>
                </a:cubicBezTo>
                <a:cubicBezTo>
                  <a:pt x="130" y="9"/>
                  <a:pt x="131" y="8"/>
                  <a:pt x="132" y="8"/>
                </a:cubicBezTo>
                <a:cubicBezTo>
                  <a:pt x="132" y="8"/>
                  <a:pt x="132" y="8"/>
                  <a:pt x="132" y="9"/>
                </a:cubicBezTo>
                <a:cubicBezTo>
                  <a:pt x="129" y="12"/>
                  <a:pt x="129" y="11"/>
                  <a:pt x="129" y="15"/>
                </a:cubicBezTo>
                <a:cubicBezTo>
                  <a:pt x="130" y="15"/>
                  <a:pt x="131" y="14"/>
                  <a:pt x="131" y="13"/>
                </a:cubicBezTo>
                <a:cubicBezTo>
                  <a:pt x="130" y="12"/>
                  <a:pt x="130" y="12"/>
                  <a:pt x="130" y="12"/>
                </a:cubicBezTo>
                <a:cubicBezTo>
                  <a:pt x="132" y="12"/>
                  <a:pt x="134" y="11"/>
                  <a:pt x="136" y="10"/>
                </a:cubicBezTo>
                <a:cubicBezTo>
                  <a:pt x="136" y="8"/>
                  <a:pt x="137" y="7"/>
                  <a:pt x="138" y="4"/>
                </a:cubicBezTo>
                <a:cubicBezTo>
                  <a:pt x="140" y="2"/>
                  <a:pt x="143" y="5"/>
                  <a:pt x="142" y="8"/>
                </a:cubicBezTo>
                <a:cubicBezTo>
                  <a:pt x="142" y="9"/>
                  <a:pt x="138" y="11"/>
                  <a:pt x="137" y="12"/>
                </a:cubicBezTo>
                <a:cubicBezTo>
                  <a:pt x="137" y="12"/>
                  <a:pt x="136" y="15"/>
                  <a:pt x="136" y="15"/>
                </a:cubicBezTo>
                <a:cubicBezTo>
                  <a:pt x="138" y="16"/>
                  <a:pt x="139" y="11"/>
                  <a:pt x="142" y="13"/>
                </a:cubicBezTo>
                <a:cubicBezTo>
                  <a:pt x="143" y="14"/>
                  <a:pt x="143" y="14"/>
                  <a:pt x="143" y="15"/>
                </a:cubicBezTo>
                <a:cubicBezTo>
                  <a:pt x="142" y="17"/>
                  <a:pt x="140" y="20"/>
                  <a:pt x="139" y="23"/>
                </a:cubicBezTo>
                <a:cubicBezTo>
                  <a:pt x="141" y="25"/>
                  <a:pt x="143" y="26"/>
                  <a:pt x="146" y="27"/>
                </a:cubicBezTo>
                <a:cubicBezTo>
                  <a:pt x="146" y="27"/>
                  <a:pt x="142" y="29"/>
                  <a:pt x="141" y="29"/>
                </a:cubicBezTo>
                <a:cubicBezTo>
                  <a:pt x="138" y="30"/>
                  <a:pt x="138" y="27"/>
                  <a:pt x="137" y="25"/>
                </a:cubicBezTo>
                <a:cubicBezTo>
                  <a:pt x="135" y="27"/>
                  <a:pt x="132" y="28"/>
                  <a:pt x="129" y="27"/>
                </a:cubicBezTo>
                <a:cubicBezTo>
                  <a:pt x="129" y="27"/>
                  <a:pt x="129" y="27"/>
                  <a:pt x="129" y="27"/>
                </a:cubicBezTo>
                <a:cubicBezTo>
                  <a:pt x="131" y="26"/>
                  <a:pt x="133" y="26"/>
                  <a:pt x="134" y="24"/>
                </a:cubicBezTo>
                <a:cubicBezTo>
                  <a:pt x="137" y="22"/>
                  <a:pt x="132" y="20"/>
                  <a:pt x="133" y="18"/>
                </a:cubicBezTo>
                <a:cubicBezTo>
                  <a:pt x="133" y="18"/>
                  <a:pt x="133" y="18"/>
                  <a:pt x="134" y="18"/>
                </a:cubicBezTo>
                <a:cubicBezTo>
                  <a:pt x="134" y="19"/>
                  <a:pt x="136" y="20"/>
                  <a:pt x="137" y="20"/>
                </a:cubicBezTo>
                <a:cubicBezTo>
                  <a:pt x="137" y="19"/>
                  <a:pt x="138" y="18"/>
                  <a:pt x="139" y="17"/>
                </a:cubicBezTo>
                <a:cubicBezTo>
                  <a:pt x="138" y="17"/>
                  <a:pt x="137" y="18"/>
                  <a:pt x="136" y="19"/>
                </a:cubicBezTo>
                <a:cubicBezTo>
                  <a:pt x="136" y="18"/>
                  <a:pt x="135" y="18"/>
                  <a:pt x="134" y="18"/>
                </a:cubicBezTo>
                <a:close/>
              </a:path>
              <a:path w="232" h="59">
                <a:moveTo>
                  <a:pt x="84" y="9"/>
                </a:moveTo>
                <a:cubicBezTo>
                  <a:pt x="86" y="9"/>
                  <a:pt x="87" y="10"/>
                  <a:pt x="87" y="12"/>
                </a:cubicBezTo>
                <a:cubicBezTo>
                  <a:pt x="88" y="11"/>
                  <a:pt x="87" y="10"/>
                  <a:pt x="90" y="11"/>
                </a:cubicBezTo>
                <a:cubicBezTo>
                  <a:pt x="90" y="12"/>
                  <a:pt x="90" y="12"/>
                  <a:pt x="90" y="14"/>
                </a:cubicBezTo>
                <a:cubicBezTo>
                  <a:pt x="89" y="15"/>
                  <a:pt x="88" y="16"/>
                  <a:pt x="87" y="17"/>
                </a:cubicBezTo>
                <a:cubicBezTo>
                  <a:pt x="88" y="19"/>
                  <a:pt x="87" y="19"/>
                  <a:pt x="88" y="20"/>
                </a:cubicBezTo>
                <a:cubicBezTo>
                  <a:pt x="88" y="20"/>
                  <a:pt x="89" y="19"/>
                  <a:pt x="90" y="18"/>
                </a:cubicBezTo>
                <a:cubicBezTo>
                  <a:pt x="90" y="20"/>
                  <a:pt x="89" y="20"/>
                  <a:pt x="88" y="21"/>
                </a:cubicBezTo>
                <a:cubicBezTo>
                  <a:pt x="88" y="24"/>
                  <a:pt x="90" y="28"/>
                  <a:pt x="88" y="30"/>
                </a:cubicBezTo>
                <a:cubicBezTo>
                  <a:pt x="85" y="31"/>
                  <a:pt x="86" y="26"/>
                  <a:pt x="85" y="25"/>
                </a:cubicBezTo>
                <a:cubicBezTo>
                  <a:pt x="85" y="25"/>
                  <a:pt x="85" y="25"/>
                  <a:pt x="85" y="25"/>
                </a:cubicBezTo>
                <a:cubicBezTo>
                  <a:pt x="84" y="26"/>
                  <a:pt x="82" y="28"/>
                  <a:pt x="81" y="27"/>
                </a:cubicBezTo>
                <a:cubicBezTo>
                  <a:pt x="80" y="26"/>
                  <a:pt x="81" y="24"/>
                  <a:pt x="82" y="22"/>
                </a:cubicBezTo>
                <a:cubicBezTo>
                  <a:pt x="83" y="21"/>
                  <a:pt x="85" y="18"/>
                  <a:pt x="85" y="18"/>
                </a:cubicBezTo>
                <a:cubicBezTo>
                  <a:pt x="85" y="17"/>
                  <a:pt x="85" y="17"/>
                  <a:pt x="85" y="17"/>
                </a:cubicBezTo>
                <a:cubicBezTo>
                  <a:pt x="85" y="17"/>
                  <a:pt x="84" y="16"/>
                  <a:pt x="84" y="16"/>
                </a:cubicBezTo>
                <a:cubicBezTo>
                  <a:pt x="83" y="18"/>
                  <a:pt x="81" y="20"/>
                  <a:pt x="79" y="20"/>
                </a:cubicBezTo>
                <a:cubicBezTo>
                  <a:pt x="78" y="19"/>
                  <a:pt x="78" y="19"/>
                  <a:pt x="78" y="18"/>
                </a:cubicBezTo>
                <a:cubicBezTo>
                  <a:pt x="80" y="17"/>
                  <a:pt x="82" y="15"/>
                  <a:pt x="84" y="14"/>
                </a:cubicBezTo>
                <a:cubicBezTo>
                  <a:pt x="84" y="12"/>
                  <a:pt x="83" y="11"/>
                  <a:pt x="84" y="9"/>
                </a:cubicBezTo>
                <a:cubicBezTo>
                  <a:pt x="82" y="9"/>
                  <a:pt x="81" y="10"/>
                  <a:pt x="80" y="10"/>
                </a:cubicBezTo>
                <a:cubicBezTo>
                  <a:pt x="80" y="10"/>
                  <a:pt x="80" y="10"/>
                  <a:pt x="81" y="9"/>
                </a:cubicBezTo>
                <a:cubicBezTo>
                  <a:pt x="85" y="6"/>
                  <a:pt x="86" y="5"/>
                  <a:pt x="86" y="4"/>
                </a:cubicBezTo>
                <a:cubicBezTo>
                  <a:pt x="87" y="3"/>
                  <a:pt x="87" y="2"/>
                  <a:pt x="89" y="3"/>
                </a:cubicBezTo>
                <a:cubicBezTo>
                  <a:pt x="90" y="3"/>
                  <a:pt x="90" y="5"/>
                  <a:pt x="90" y="5"/>
                </a:cubicBezTo>
                <a:cubicBezTo>
                  <a:pt x="88" y="7"/>
                  <a:pt x="86" y="8"/>
                  <a:pt x="84" y="9"/>
                </a:cubicBezTo>
                <a:cubicBezTo>
                  <a:pt x="84" y="9"/>
                  <a:pt x="84" y="9"/>
                  <a:pt x="84" y="9"/>
                </a:cubicBezTo>
                <a:close/>
                <a:moveTo>
                  <a:pt x="84" y="23"/>
                </a:moveTo>
                <a:cubicBezTo>
                  <a:pt x="84" y="22"/>
                  <a:pt x="84" y="22"/>
                  <a:pt x="85" y="21"/>
                </a:cubicBezTo>
                <a:cubicBezTo>
                  <a:pt x="85" y="21"/>
                  <a:pt x="85" y="21"/>
                  <a:pt x="85" y="22"/>
                </a:cubicBezTo>
                <a:cubicBezTo>
                  <a:pt x="85" y="22"/>
                  <a:pt x="85" y="23"/>
                  <a:pt x="84" y="23"/>
                </a:cubicBezTo>
                <a:close/>
              </a:path>
              <a:path w="232" h="59">
                <a:moveTo>
                  <a:pt x="99" y="32"/>
                </a:moveTo>
                <a:cubicBezTo>
                  <a:pt x="99" y="32"/>
                  <a:pt x="98" y="32"/>
                  <a:pt x="98" y="31"/>
                </a:cubicBezTo>
                <a:cubicBezTo>
                  <a:pt x="98" y="28"/>
                  <a:pt x="97" y="25"/>
                  <a:pt x="97" y="22"/>
                </a:cubicBezTo>
                <a:cubicBezTo>
                  <a:pt x="96" y="22"/>
                  <a:pt x="95" y="23"/>
                  <a:pt x="94" y="24"/>
                </a:cubicBezTo>
                <a:cubicBezTo>
                  <a:pt x="93" y="24"/>
                  <a:pt x="92" y="24"/>
                  <a:pt x="92" y="23"/>
                </a:cubicBezTo>
                <a:cubicBezTo>
                  <a:pt x="92" y="23"/>
                  <a:pt x="92" y="22"/>
                  <a:pt x="92" y="22"/>
                </a:cubicBezTo>
                <a:cubicBezTo>
                  <a:pt x="92" y="20"/>
                  <a:pt x="93" y="16"/>
                  <a:pt x="91" y="16"/>
                </a:cubicBezTo>
                <a:cubicBezTo>
                  <a:pt x="90" y="15"/>
                  <a:pt x="90" y="15"/>
                  <a:pt x="90" y="14"/>
                </a:cubicBezTo>
                <a:cubicBezTo>
                  <a:pt x="92" y="14"/>
                  <a:pt x="91" y="11"/>
                  <a:pt x="91" y="10"/>
                </a:cubicBezTo>
                <a:cubicBezTo>
                  <a:pt x="89" y="9"/>
                  <a:pt x="87" y="8"/>
                  <a:pt x="89" y="7"/>
                </a:cubicBezTo>
                <a:cubicBezTo>
                  <a:pt x="91" y="7"/>
                  <a:pt x="93" y="7"/>
                  <a:pt x="94" y="9"/>
                </a:cubicBezTo>
                <a:cubicBezTo>
                  <a:pt x="94" y="10"/>
                  <a:pt x="92" y="12"/>
                  <a:pt x="92" y="13"/>
                </a:cubicBezTo>
                <a:cubicBezTo>
                  <a:pt x="94" y="13"/>
                  <a:pt x="95" y="14"/>
                  <a:pt x="95" y="16"/>
                </a:cubicBezTo>
                <a:cubicBezTo>
                  <a:pt x="93" y="17"/>
                  <a:pt x="93" y="18"/>
                  <a:pt x="94" y="20"/>
                </a:cubicBezTo>
                <a:cubicBezTo>
                  <a:pt x="95" y="19"/>
                  <a:pt x="95" y="18"/>
                  <a:pt x="96" y="17"/>
                </a:cubicBezTo>
                <a:cubicBezTo>
                  <a:pt x="96" y="11"/>
                  <a:pt x="93" y="7"/>
                  <a:pt x="93" y="2"/>
                </a:cubicBezTo>
                <a:cubicBezTo>
                  <a:pt x="94" y="0"/>
                  <a:pt x="96" y="0"/>
                  <a:pt x="97" y="2"/>
                </a:cubicBezTo>
                <a:cubicBezTo>
                  <a:pt x="97" y="5"/>
                  <a:pt x="97" y="11"/>
                  <a:pt x="99" y="14"/>
                </a:cubicBezTo>
                <a:cubicBezTo>
                  <a:pt x="99" y="13"/>
                  <a:pt x="100" y="12"/>
                  <a:pt x="100" y="11"/>
                </a:cubicBezTo>
                <a:cubicBezTo>
                  <a:pt x="101" y="11"/>
                  <a:pt x="102" y="12"/>
                  <a:pt x="103" y="14"/>
                </a:cubicBezTo>
                <a:cubicBezTo>
                  <a:pt x="101" y="15"/>
                  <a:pt x="100" y="16"/>
                  <a:pt x="99" y="18"/>
                </a:cubicBezTo>
                <a:cubicBezTo>
                  <a:pt x="100" y="23"/>
                  <a:pt x="100" y="26"/>
                  <a:pt x="101" y="29"/>
                </a:cubicBezTo>
                <a:cubicBezTo>
                  <a:pt x="100" y="30"/>
                  <a:pt x="100" y="32"/>
                  <a:pt x="99" y="32"/>
                </a:cubicBezTo>
                <a:close/>
              </a:path>
              <a:path w="232" h="59">
                <a:moveTo>
                  <a:pt x="58" y="41"/>
                </a:moveTo>
                <a:cubicBezTo>
                  <a:pt x="58" y="42"/>
                  <a:pt x="57" y="41"/>
                  <a:pt x="57" y="41"/>
                </a:cubicBezTo>
                <a:cubicBezTo>
                  <a:pt x="52" y="36"/>
                  <a:pt x="53" y="29"/>
                  <a:pt x="50" y="25"/>
                </a:cubicBezTo>
                <a:cubicBezTo>
                  <a:pt x="48" y="26"/>
                  <a:pt x="48" y="30"/>
                  <a:pt x="47" y="31"/>
                </a:cubicBezTo>
                <a:cubicBezTo>
                  <a:pt x="44" y="33"/>
                  <a:pt x="43" y="28"/>
                  <a:pt x="43" y="26"/>
                </a:cubicBezTo>
                <a:cubicBezTo>
                  <a:pt x="43" y="25"/>
                  <a:pt x="43" y="24"/>
                  <a:pt x="43" y="23"/>
                </a:cubicBezTo>
                <a:cubicBezTo>
                  <a:pt x="44" y="23"/>
                  <a:pt x="45" y="25"/>
                  <a:pt x="46" y="26"/>
                </a:cubicBezTo>
                <a:cubicBezTo>
                  <a:pt x="47" y="26"/>
                  <a:pt x="47" y="26"/>
                  <a:pt x="47" y="26"/>
                </a:cubicBezTo>
                <a:cubicBezTo>
                  <a:pt x="50" y="21"/>
                  <a:pt x="47" y="18"/>
                  <a:pt x="44" y="15"/>
                </a:cubicBezTo>
                <a:cubicBezTo>
                  <a:pt x="44" y="14"/>
                  <a:pt x="44" y="13"/>
                  <a:pt x="45" y="12"/>
                </a:cubicBezTo>
                <a:cubicBezTo>
                  <a:pt x="45" y="12"/>
                  <a:pt x="47" y="12"/>
                  <a:pt x="48" y="12"/>
                </a:cubicBezTo>
                <a:cubicBezTo>
                  <a:pt x="48" y="12"/>
                  <a:pt x="48" y="12"/>
                  <a:pt x="48" y="12"/>
                </a:cubicBezTo>
                <a:cubicBezTo>
                  <a:pt x="49" y="14"/>
                  <a:pt x="50" y="16"/>
                  <a:pt x="50" y="17"/>
                </a:cubicBezTo>
                <a:cubicBezTo>
                  <a:pt x="50" y="17"/>
                  <a:pt x="51" y="17"/>
                  <a:pt x="51" y="17"/>
                </a:cubicBezTo>
                <a:cubicBezTo>
                  <a:pt x="52" y="16"/>
                  <a:pt x="53" y="14"/>
                  <a:pt x="54" y="12"/>
                </a:cubicBezTo>
                <a:cubicBezTo>
                  <a:pt x="55" y="12"/>
                  <a:pt x="57" y="10"/>
                  <a:pt x="58" y="13"/>
                </a:cubicBezTo>
                <a:cubicBezTo>
                  <a:pt x="58" y="15"/>
                  <a:pt x="53" y="19"/>
                  <a:pt x="57" y="20"/>
                </a:cubicBezTo>
                <a:cubicBezTo>
                  <a:pt x="57" y="20"/>
                  <a:pt x="57" y="21"/>
                  <a:pt x="57" y="21"/>
                </a:cubicBezTo>
                <a:cubicBezTo>
                  <a:pt x="57" y="23"/>
                  <a:pt x="55" y="25"/>
                  <a:pt x="53" y="26"/>
                </a:cubicBezTo>
                <a:cubicBezTo>
                  <a:pt x="54" y="30"/>
                  <a:pt x="57" y="34"/>
                  <a:pt x="58" y="37"/>
                </a:cubicBezTo>
                <a:cubicBezTo>
                  <a:pt x="59" y="39"/>
                  <a:pt x="59" y="40"/>
                  <a:pt x="58" y="41"/>
                </a:cubicBezTo>
                <a:close/>
                <a:moveTo>
                  <a:pt x="53" y="23"/>
                </a:moveTo>
                <a:cubicBezTo>
                  <a:pt x="52" y="23"/>
                  <a:pt x="51" y="21"/>
                  <a:pt x="51" y="21"/>
                </a:cubicBezTo>
                <a:cubicBezTo>
                  <a:pt x="51" y="20"/>
                  <a:pt x="52" y="18"/>
                  <a:pt x="53" y="18"/>
                </a:cubicBezTo>
                <a:cubicBezTo>
                  <a:pt x="54" y="20"/>
                  <a:pt x="54" y="21"/>
                  <a:pt x="53" y="23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/>
          <a:p/>
        </p:txBody>
      </p:sp>
      <p:sp>
        <p:nvSpPr>
          <p:cNvPr id="17" name="Freeform 15"/>
          <p:cNvSpPr>
            <a:spLocks noGrp="1"/>
          </p:cNvSpPr>
          <p:nvPr/>
        </p:nvSpPr>
        <p:spPr>
          <a:xfrm>
            <a:off x="9802619" y="257975"/>
            <a:ext cx="519403" cy="294625"/>
          </a:xfrm>
          <a:custGeom>
            <a:avLst/>
            <a:gdLst/>
            <a:ahLst/>
            <a:cxnLst/>
            <a:rect l="l" t="t" r="r" b="b"/>
            <a:pathLst>
              <a:path w="336" h="189">
                <a:moveTo>
                  <a:pt x="293" y="24"/>
                </a:moveTo>
                <a:lnTo>
                  <a:pt x="299" y="19"/>
                </a:lnTo>
                <a:lnTo>
                  <a:pt x="300" y="19"/>
                </a:lnTo>
                <a:cubicBezTo>
                  <a:pt x="298" y="20"/>
                  <a:pt x="297" y="22"/>
                  <a:pt x="297" y="23"/>
                </a:cubicBezTo>
                <a:cubicBezTo>
                  <a:pt x="296" y="24"/>
                  <a:pt x="296" y="26"/>
                  <a:pt x="297" y="27"/>
                </a:cubicBezTo>
                <a:cubicBezTo>
                  <a:pt x="298" y="28"/>
                  <a:pt x="299" y="28"/>
                  <a:pt x="302" y="27"/>
                </a:cubicBezTo>
                <a:cubicBezTo>
                  <a:pt x="304" y="27"/>
                  <a:pt x="307" y="25"/>
                  <a:pt x="309" y="23"/>
                </a:cubicBezTo>
                <a:cubicBezTo>
                  <a:pt x="311" y="22"/>
                  <a:pt x="313" y="20"/>
                  <a:pt x="314" y="19"/>
                </a:cubicBezTo>
                <a:cubicBezTo>
                  <a:pt x="316" y="17"/>
                  <a:pt x="316" y="16"/>
                  <a:pt x="317" y="14"/>
                </a:cubicBezTo>
                <a:cubicBezTo>
                  <a:pt x="317" y="13"/>
                  <a:pt x="317" y="12"/>
                  <a:pt x="317" y="12"/>
                </a:cubicBezTo>
                <a:cubicBezTo>
                  <a:pt x="316" y="11"/>
                  <a:pt x="316" y="11"/>
                  <a:pt x="315" y="11"/>
                </a:cubicBezTo>
                <a:cubicBezTo>
                  <a:pt x="315" y="11"/>
                  <a:pt x="314" y="10"/>
                  <a:pt x="314" y="10"/>
                </a:cubicBezTo>
                <a:lnTo>
                  <a:pt x="308" y="15"/>
                </a:lnTo>
                <a:cubicBezTo>
                  <a:pt x="307" y="16"/>
                  <a:pt x="306" y="16"/>
                  <a:pt x="306" y="17"/>
                </a:cubicBezTo>
                <a:cubicBezTo>
                  <a:pt x="305" y="17"/>
                  <a:pt x="305" y="17"/>
                  <a:pt x="305" y="18"/>
                </a:cubicBezTo>
                <a:cubicBezTo>
                  <a:pt x="305" y="18"/>
                  <a:pt x="305" y="18"/>
                  <a:pt x="306" y="19"/>
                </a:cubicBezTo>
                <a:lnTo>
                  <a:pt x="305" y="19"/>
                </a:lnTo>
                <a:lnTo>
                  <a:pt x="302" y="15"/>
                </a:lnTo>
                <a:lnTo>
                  <a:pt x="303" y="15"/>
                </a:lnTo>
                <a:cubicBezTo>
                  <a:pt x="303" y="15"/>
                  <a:pt x="304" y="15"/>
                  <a:pt x="304" y="15"/>
                </a:cubicBezTo>
                <a:cubicBezTo>
                  <a:pt x="305" y="15"/>
                  <a:pt x="305" y="14"/>
                  <a:pt x="307" y="13"/>
                </a:cubicBezTo>
                <a:lnTo>
                  <a:pt x="313" y="9"/>
                </a:lnTo>
                <a:cubicBezTo>
                  <a:pt x="314" y="9"/>
                  <a:pt x="315" y="9"/>
                  <a:pt x="316" y="9"/>
                </a:cubicBezTo>
                <a:cubicBezTo>
                  <a:pt x="316" y="10"/>
                  <a:pt x="317" y="10"/>
                  <a:pt x="318" y="11"/>
                </a:cubicBezTo>
                <a:cubicBezTo>
                  <a:pt x="319" y="13"/>
                  <a:pt x="319" y="15"/>
                  <a:pt x="317" y="18"/>
                </a:cubicBezTo>
                <a:cubicBezTo>
                  <a:pt x="316" y="21"/>
                  <a:pt x="314" y="23"/>
                  <a:pt x="311" y="25"/>
                </a:cubicBezTo>
                <a:cubicBezTo>
                  <a:pt x="309" y="26"/>
                  <a:pt x="307" y="27"/>
                  <a:pt x="305" y="28"/>
                </a:cubicBezTo>
                <a:cubicBezTo>
                  <a:pt x="303" y="29"/>
                  <a:pt x="301" y="29"/>
                  <a:pt x="299" y="29"/>
                </a:cubicBezTo>
                <a:cubicBezTo>
                  <a:pt x="298" y="29"/>
                  <a:pt x="296" y="29"/>
                  <a:pt x="296" y="28"/>
                </a:cubicBezTo>
                <a:cubicBezTo>
                  <a:pt x="295" y="27"/>
                  <a:pt x="295" y="27"/>
                  <a:pt x="295" y="26"/>
                </a:cubicBezTo>
                <a:cubicBezTo>
                  <a:pt x="295" y="26"/>
                  <a:pt x="295" y="25"/>
                  <a:pt x="295" y="24"/>
                </a:cubicBezTo>
                <a:cubicBezTo>
                  <a:pt x="295" y="24"/>
                  <a:pt x="295" y="24"/>
                  <a:pt x="295" y="24"/>
                </a:cubicBezTo>
                <a:cubicBezTo>
                  <a:pt x="295" y="23"/>
                  <a:pt x="295" y="23"/>
                  <a:pt x="294" y="24"/>
                </a:cubicBezTo>
                <a:cubicBezTo>
                  <a:pt x="294" y="24"/>
                  <a:pt x="294" y="24"/>
                  <a:pt x="293" y="24"/>
                </a:cubicBezTo>
                <a:close/>
              </a:path>
              <a:path w="336" h="189">
                <a:moveTo>
                  <a:pt x="293" y="145"/>
                </a:moveTo>
                <a:lnTo>
                  <a:pt x="292" y="145"/>
                </a:lnTo>
                <a:lnTo>
                  <a:pt x="293" y="144"/>
                </a:lnTo>
                <a:cubicBezTo>
                  <a:pt x="293" y="144"/>
                  <a:pt x="293" y="144"/>
                  <a:pt x="293" y="143"/>
                </a:cubicBezTo>
                <a:cubicBezTo>
                  <a:pt x="293" y="143"/>
                  <a:pt x="292" y="142"/>
                  <a:pt x="292" y="141"/>
                </a:cubicBezTo>
                <a:lnTo>
                  <a:pt x="282" y="128"/>
                </a:lnTo>
                <a:cubicBezTo>
                  <a:pt x="281" y="126"/>
                  <a:pt x="280" y="126"/>
                  <a:pt x="280" y="126"/>
                </a:cubicBezTo>
                <a:cubicBezTo>
                  <a:pt x="279" y="125"/>
                  <a:pt x="279" y="125"/>
                  <a:pt x="278" y="126"/>
                </a:cubicBezTo>
                <a:lnTo>
                  <a:pt x="277" y="125"/>
                </a:lnTo>
                <a:lnTo>
                  <a:pt x="282" y="122"/>
                </a:lnTo>
                <a:cubicBezTo>
                  <a:pt x="283" y="121"/>
                  <a:pt x="284" y="120"/>
                  <a:pt x="286" y="121"/>
                </a:cubicBezTo>
                <a:cubicBezTo>
                  <a:pt x="287" y="121"/>
                  <a:pt x="288" y="121"/>
                  <a:pt x="290" y="123"/>
                </a:cubicBezTo>
                <a:cubicBezTo>
                  <a:pt x="292" y="124"/>
                  <a:pt x="293" y="125"/>
                  <a:pt x="295" y="128"/>
                </a:cubicBezTo>
                <a:cubicBezTo>
                  <a:pt x="297" y="130"/>
                  <a:pt x="299" y="133"/>
                  <a:pt x="299" y="135"/>
                </a:cubicBezTo>
                <a:cubicBezTo>
                  <a:pt x="300" y="138"/>
                  <a:pt x="299" y="140"/>
                  <a:pt x="297" y="142"/>
                </a:cubicBezTo>
                <a:lnTo>
                  <a:pt x="293" y="145"/>
                </a:lnTo>
                <a:close/>
                <a:moveTo>
                  <a:pt x="295" y="142"/>
                </a:moveTo>
                <a:cubicBezTo>
                  <a:pt x="295" y="141"/>
                  <a:pt x="296" y="141"/>
                  <a:pt x="296" y="141"/>
                </a:cubicBezTo>
                <a:cubicBezTo>
                  <a:pt x="298" y="140"/>
                  <a:pt x="298" y="139"/>
                  <a:pt x="297" y="136"/>
                </a:cubicBezTo>
                <a:cubicBezTo>
                  <a:pt x="297" y="134"/>
                  <a:pt x="296" y="132"/>
                  <a:pt x="293" y="129"/>
                </a:cubicBezTo>
                <a:cubicBezTo>
                  <a:pt x="291" y="126"/>
                  <a:pt x="289" y="124"/>
                  <a:pt x="287" y="123"/>
                </a:cubicBezTo>
                <a:cubicBezTo>
                  <a:pt x="285" y="122"/>
                  <a:pt x="284" y="122"/>
                  <a:pt x="283" y="123"/>
                </a:cubicBezTo>
                <a:cubicBezTo>
                  <a:pt x="282" y="123"/>
                  <a:pt x="282" y="124"/>
                  <a:pt x="281" y="125"/>
                </a:cubicBezTo>
                <a:lnTo>
                  <a:pt x="295" y="142"/>
                </a:lnTo>
                <a:close/>
              </a:path>
              <a:path w="336" h="189">
                <a:moveTo>
                  <a:pt x="266" y="134"/>
                </a:moveTo>
                <a:lnTo>
                  <a:pt x="268" y="132"/>
                </a:lnTo>
                <a:lnTo>
                  <a:pt x="286" y="143"/>
                </a:lnTo>
                <a:lnTo>
                  <a:pt x="277" y="131"/>
                </a:lnTo>
                <a:cubicBezTo>
                  <a:pt x="276" y="130"/>
                  <a:pt x="276" y="129"/>
                  <a:pt x="275" y="129"/>
                </a:cubicBezTo>
                <a:cubicBezTo>
                  <a:pt x="275" y="129"/>
                  <a:pt x="274" y="129"/>
                  <a:pt x="274" y="129"/>
                </a:cubicBezTo>
                <a:lnTo>
                  <a:pt x="273" y="129"/>
                </a:lnTo>
                <a:lnTo>
                  <a:pt x="277" y="126"/>
                </a:lnTo>
                <a:lnTo>
                  <a:pt x="277" y="127"/>
                </a:lnTo>
                <a:cubicBezTo>
                  <a:pt x="276" y="127"/>
                  <a:pt x="276" y="128"/>
                  <a:pt x="276" y="128"/>
                </a:cubicBezTo>
                <a:cubicBezTo>
                  <a:pt x="277" y="129"/>
                  <a:pt x="277" y="129"/>
                  <a:pt x="278" y="130"/>
                </a:cubicBezTo>
                <a:lnTo>
                  <a:pt x="291" y="147"/>
                </a:lnTo>
                <a:lnTo>
                  <a:pt x="290" y="148"/>
                </a:lnTo>
                <a:lnTo>
                  <a:pt x="272" y="136"/>
                </a:lnTo>
                <a:lnTo>
                  <a:pt x="281" y="149"/>
                </a:lnTo>
                <a:cubicBezTo>
                  <a:pt x="282" y="150"/>
                  <a:pt x="283" y="151"/>
                  <a:pt x="283" y="151"/>
                </a:cubicBezTo>
                <a:cubicBezTo>
                  <a:pt x="284" y="151"/>
                  <a:pt x="284" y="151"/>
                  <a:pt x="284" y="151"/>
                </a:cubicBezTo>
                <a:lnTo>
                  <a:pt x="285" y="151"/>
                </a:lnTo>
                <a:lnTo>
                  <a:pt x="282" y="154"/>
                </a:lnTo>
                <a:lnTo>
                  <a:pt x="281" y="153"/>
                </a:lnTo>
                <a:lnTo>
                  <a:pt x="282" y="153"/>
                </a:lnTo>
                <a:cubicBezTo>
                  <a:pt x="282" y="153"/>
                  <a:pt x="282" y="152"/>
                  <a:pt x="282" y="152"/>
                </a:cubicBezTo>
                <a:cubicBezTo>
                  <a:pt x="282" y="151"/>
                  <a:pt x="281" y="150"/>
                  <a:pt x="280" y="149"/>
                </a:cubicBezTo>
                <a:lnTo>
                  <a:pt x="270" y="135"/>
                </a:lnTo>
                <a:cubicBezTo>
                  <a:pt x="269" y="135"/>
                  <a:pt x="268" y="135"/>
                  <a:pt x="268" y="134"/>
                </a:cubicBezTo>
                <a:cubicBezTo>
                  <a:pt x="268" y="134"/>
                  <a:pt x="267" y="134"/>
                  <a:pt x="267" y="134"/>
                </a:cubicBezTo>
                <a:cubicBezTo>
                  <a:pt x="267" y="134"/>
                  <a:pt x="267" y="135"/>
                  <a:pt x="266" y="135"/>
                </a:cubicBezTo>
                <a:lnTo>
                  <a:pt x="266" y="134"/>
                </a:lnTo>
                <a:close/>
              </a:path>
              <a:path w="336" h="189">
                <a:moveTo>
                  <a:pt x="272" y="151"/>
                </a:moveTo>
                <a:lnTo>
                  <a:pt x="268" y="154"/>
                </a:lnTo>
                <a:lnTo>
                  <a:pt x="270" y="157"/>
                </a:lnTo>
                <a:cubicBezTo>
                  <a:pt x="270" y="158"/>
                  <a:pt x="270" y="159"/>
                  <a:pt x="271" y="159"/>
                </a:cubicBezTo>
                <a:cubicBezTo>
                  <a:pt x="271" y="160"/>
                  <a:pt x="271" y="160"/>
                  <a:pt x="272" y="160"/>
                </a:cubicBezTo>
                <a:cubicBezTo>
                  <a:pt x="272" y="160"/>
                  <a:pt x="272" y="160"/>
                  <a:pt x="273" y="160"/>
                </a:cubicBezTo>
                <a:lnTo>
                  <a:pt x="270" y="163"/>
                </a:lnTo>
                <a:lnTo>
                  <a:pt x="270" y="162"/>
                </a:lnTo>
                <a:cubicBezTo>
                  <a:pt x="270" y="162"/>
                  <a:pt x="270" y="161"/>
                  <a:pt x="270" y="161"/>
                </a:cubicBezTo>
                <a:cubicBezTo>
                  <a:pt x="270" y="160"/>
                  <a:pt x="270" y="159"/>
                  <a:pt x="269" y="157"/>
                </a:cubicBezTo>
                <a:lnTo>
                  <a:pt x="260" y="138"/>
                </a:lnTo>
                <a:lnTo>
                  <a:pt x="276" y="152"/>
                </a:lnTo>
                <a:cubicBezTo>
                  <a:pt x="277" y="153"/>
                  <a:pt x="278" y="154"/>
                  <a:pt x="279" y="154"/>
                </a:cubicBezTo>
                <a:cubicBezTo>
                  <a:pt x="279" y="154"/>
                  <a:pt x="280" y="154"/>
                  <a:pt x="280" y="154"/>
                </a:cubicBezTo>
                <a:lnTo>
                  <a:pt x="281" y="155"/>
                </a:lnTo>
                <a:lnTo>
                  <a:pt x="277" y="158"/>
                </a:lnTo>
                <a:lnTo>
                  <a:pt x="276" y="157"/>
                </a:lnTo>
                <a:cubicBezTo>
                  <a:pt x="277" y="157"/>
                  <a:pt x="277" y="156"/>
                  <a:pt x="277" y="156"/>
                </a:cubicBezTo>
                <a:cubicBezTo>
                  <a:pt x="277" y="156"/>
                  <a:pt x="277" y="155"/>
                  <a:pt x="276" y="155"/>
                </a:cubicBezTo>
                <a:cubicBezTo>
                  <a:pt x="276" y="155"/>
                  <a:pt x="276" y="154"/>
                  <a:pt x="275" y="153"/>
                </a:cubicBezTo>
                <a:lnTo>
                  <a:pt x="272" y="151"/>
                </a:lnTo>
                <a:close/>
                <a:moveTo>
                  <a:pt x="271" y="150"/>
                </a:moveTo>
                <a:lnTo>
                  <a:pt x="263" y="143"/>
                </a:lnTo>
                <a:lnTo>
                  <a:pt x="267" y="152"/>
                </a:lnTo>
                <a:lnTo>
                  <a:pt x="271" y="150"/>
                </a:lnTo>
                <a:close/>
              </a:path>
              <a:path w="336" h="189">
                <a:moveTo>
                  <a:pt x="319" y="86"/>
                </a:moveTo>
                <a:lnTo>
                  <a:pt x="320" y="81"/>
                </a:lnTo>
                <a:lnTo>
                  <a:pt x="313" y="79"/>
                </a:lnTo>
                <a:cubicBezTo>
                  <a:pt x="311" y="79"/>
                  <a:pt x="311" y="79"/>
                  <a:pt x="310" y="79"/>
                </a:cubicBezTo>
                <a:cubicBezTo>
                  <a:pt x="310" y="79"/>
                  <a:pt x="310" y="79"/>
                  <a:pt x="309" y="79"/>
                </a:cubicBezTo>
                <a:cubicBezTo>
                  <a:pt x="309" y="79"/>
                  <a:pt x="309" y="80"/>
                  <a:pt x="309" y="80"/>
                </a:cubicBezTo>
                <a:lnTo>
                  <a:pt x="308" y="80"/>
                </a:lnTo>
                <a:lnTo>
                  <a:pt x="309" y="75"/>
                </a:lnTo>
                <a:lnTo>
                  <a:pt x="310" y="75"/>
                </a:lnTo>
                <a:cubicBezTo>
                  <a:pt x="309" y="76"/>
                  <a:pt x="310" y="76"/>
                  <a:pt x="310" y="76"/>
                </a:cubicBezTo>
                <a:cubicBezTo>
                  <a:pt x="310" y="77"/>
                  <a:pt x="310" y="77"/>
                  <a:pt x="311" y="77"/>
                </a:cubicBezTo>
                <a:cubicBezTo>
                  <a:pt x="311" y="77"/>
                  <a:pt x="312" y="77"/>
                  <a:pt x="313" y="77"/>
                </a:cubicBezTo>
                <a:lnTo>
                  <a:pt x="330" y="80"/>
                </a:lnTo>
                <a:cubicBezTo>
                  <a:pt x="331" y="81"/>
                  <a:pt x="332" y="81"/>
                  <a:pt x="332" y="81"/>
                </a:cubicBezTo>
                <a:cubicBezTo>
                  <a:pt x="333" y="81"/>
                  <a:pt x="333" y="81"/>
                  <a:pt x="333" y="81"/>
                </a:cubicBezTo>
                <a:cubicBezTo>
                  <a:pt x="334" y="80"/>
                  <a:pt x="334" y="80"/>
                  <a:pt x="334" y="80"/>
                </a:cubicBezTo>
                <a:lnTo>
                  <a:pt x="334" y="79"/>
                </a:lnTo>
                <a:lnTo>
                  <a:pt x="335" y="80"/>
                </a:lnTo>
                <a:lnTo>
                  <a:pt x="334" y="85"/>
                </a:lnTo>
                <a:lnTo>
                  <a:pt x="333" y="85"/>
                </a:lnTo>
                <a:lnTo>
                  <a:pt x="333" y="84"/>
                </a:lnTo>
                <a:cubicBezTo>
                  <a:pt x="333" y="84"/>
                  <a:pt x="333" y="83"/>
                  <a:pt x="332" y="83"/>
                </a:cubicBezTo>
                <a:cubicBezTo>
                  <a:pt x="332" y="83"/>
                  <a:pt x="331" y="83"/>
                  <a:pt x="329" y="82"/>
                </a:cubicBezTo>
                <a:lnTo>
                  <a:pt x="322" y="81"/>
                </a:lnTo>
                <a:lnTo>
                  <a:pt x="320" y="87"/>
                </a:lnTo>
                <a:lnTo>
                  <a:pt x="328" y="88"/>
                </a:lnTo>
                <a:cubicBezTo>
                  <a:pt x="330" y="88"/>
                  <a:pt x="331" y="88"/>
                  <a:pt x="331" y="88"/>
                </a:cubicBezTo>
                <a:cubicBezTo>
                  <a:pt x="331" y="88"/>
                  <a:pt x="332" y="88"/>
                  <a:pt x="332" y="88"/>
                </a:cubicBezTo>
                <a:cubicBezTo>
                  <a:pt x="332" y="88"/>
                  <a:pt x="332" y="88"/>
                  <a:pt x="333" y="87"/>
                </a:cubicBezTo>
                <a:lnTo>
                  <a:pt x="332" y="92"/>
                </a:lnTo>
                <a:cubicBezTo>
                  <a:pt x="332" y="91"/>
                  <a:pt x="331" y="91"/>
                  <a:pt x="331" y="90"/>
                </a:cubicBezTo>
                <a:cubicBezTo>
                  <a:pt x="331" y="90"/>
                  <a:pt x="330" y="90"/>
                  <a:pt x="328" y="90"/>
                </a:cubicBezTo>
                <a:lnTo>
                  <a:pt x="311" y="87"/>
                </a:lnTo>
                <a:cubicBezTo>
                  <a:pt x="310" y="86"/>
                  <a:pt x="309" y="86"/>
                  <a:pt x="309" y="86"/>
                </a:cubicBezTo>
                <a:cubicBezTo>
                  <a:pt x="308" y="86"/>
                  <a:pt x="308" y="86"/>
                  <a:pt x="308" y="87"/>
                </a:cubicBezTo>
                <a:cubicBezTo>
                  <a:pt x="307" y="87"/>
                  <a:pt x="307" y="87"/>
                  <a:pt x="307" y="87"/>
                </a:cubicBezTo>
                <a:lnTo>
                  <a:pt x="307" y="88"/>
                </a:lnTo>
                <a:lnTo>
                  <a:pt x="306" y="88"/>
                </a:lnTo>
                <a:lnTo>
                  <a:pt x="307" y="82"/>
                </a:lnTo>
                <a:lnTo>
                  <a:pt x="308" y="82"/>
                </a:lnTo>
                <a:lnTo>
                  <a:pt x="308" y="83"/>
                </a:lnTo>
                <a:cubicBezTo>
                  <a:pt x="308" y="83"/>
                  <a:pt x="308" y="84"/>
                  <a:pt x="308" y="84"/>
                </a:cubicBezTo>
                <a:cubicBezTo>
                  <a:pt x="309" y="84"/>
                  <a:pt x="309" y="84"/>
                  <a:pt x="309" y="84"/>
                </a:cubicBezTo>
                <a:cubicBezTo>
                  <a:pt x="310" y="85"/>
                  <a:pt x="310" y="85"/>
                  <a:pt x="312" y="85"/>
                </a:cubicBezTo>
                <a:lnTo>
                  <a:pt x="319" y="86"/>
                </a:lnTo>
                <a:close/>
              </a:path>
              <a:path w="336" h="189">
                <a:moveTo>
                  <a:pt x="305" y="89"/>
                </a:moveTo>
                <a:lnTo>
                  <a:pt x="314" y="91"/>
                </a:lnTo>
                <a:cubicBezTo>
                  <a:pt x="311" y="91"/>
                  <a:pt x="309" y="91"/>
                  <a:pt x="308" y="92"/>
                </a:cubicBezTo>
                <a:cubicBezTo>
                  <a:pt x="307" y="92"/>
                  <a:pt x="306" y="93"/>
                  <a:pt x="306" y="94"/>
                </a:cubicBezTo>
                <a:cubicBezTo>
                  <a:pt x="305" y="95"/>
                  <a:pt x="306" y="95"/>
                  <a:pt x="306" y="96"/>
                </a:cubicBezTo>
                <a:cubicBezTo>
                  <a:pt x="307" y="97"/>
                  <a:pt x="308" y="98"/>
                  <a:pt x="310" y="99"/>
                </a:cubicBezTo>
                <a:cubicBezTo>
                  <a:pt x="312" y="99"/>
                  <a:pt x="314" y="100"/>
                  <a:pt x="317" y="101"/>
                </a:cubicBezTo>
                <a:cubicBezTo>
                  <a:pt x="320" y="101"/>
                  <a:pt x="322" y="101"/>
                  <a:pt x="323" y="101"/>
                </a:cubicBezTo>
                <a:cubicBezTo>
                  <a:pt x="325" y="101"/>
                  <a:pt x="327" y="101"/>
                  <a:pt x="328" y="100"/>
                </a:cubicBezTo>
                <a:cubicBezTo>
                  <a:pt x="329" y="100"/>
                  <a:pt x="329" y="99"/>
                  <a:pt x="330" y="98"/>
                </a:cubicBezTo>
                <a:cubicBezTo>
                  <a:pt x="330" y="97"/>
                  <a:pt x="330" y="97"/>
                  <a:pt x="329" y="96"/>
                </a:cubicBezTo>
                <a:cubicBezTo>
                  <a:pt x="328" y="95"/>
                  <a:pt x="327" y="94"/>
                  <a:pt x="325" y="93"/>
                </a:cubicBezTo>
                <a:lnTo>
                  <a:pt x="326" y="93"/>
                </a:lnTo>
                <a:cubicBezTo>
                  <a:pt x="328" y="94"/>
                  <a:pt x="329" y="95"/>
                  <a:pt x="330" y="96"/>
                </a:cubicBezTo>
                <a:cubicBezTo>
                  <a:pt x="331" y="97"/>
                  <a:pt x="331" y="98"/>
                  <a:pt x="331" y="99"/>
                </a:cubicBezTo>
                <a:cubicBezTo>
                  <a:pt x="331" y="101"/>
                  <a:pt x="329" y="102"/>
                  <a:pt x="325" y="103"/>
                </a:cubicBezTo>
                <a:cubicBezTo>
                  <a:pt x="323" y="103"/>
                  <a:pt x="320" y="103"/>
                  <a:pt x="317" y="103"/>
                </a:cubicBezTo>
                <a:cubicBezTo>
                  <a:pt x="314" y="102"/>
                  <a:pt x="312" y="101"/>
                  <a:pt x="310" y="100"/>
                </a:cubicBezTo>
                <a:cubicBezTo>
                  <a:pt x="308" y="99"/>
                  <a:pt x="306" y="98"/>
                  <a:pt x="305" y="97"/>
                </a:cubicBezTo>
                <a:cubicBezTo>
                  <a:pt x="304" y="96"/>
                  <a:pt x="304" y="95"/>
                  <a:pt x="304" y="94"/>
                </a:cubicBezTo>
                <a:cubicBezTo>
                  <a:pt x="304" y="93"/>
                  <a:pt x="305" y="92"/>
                  <a:pt x="306" y="91"/>
                </a:cubicBezTo>
                <a:cubicBezTo>
                  <a:pt x="306" y="91"/>
                  <a:pt x="307" y="91"/>
                  <a:pt x="307" y="91"/>
                </a:cubicBezTo>
                <a:cubicBezTo>
                  <a:pt x="307" y="91"/>
                  <a:pt x="307" y="90"/>
                  <a:pt x="306" y="90"/>
                </a:cubicBezTo>
                <a:cubicBezTo>
                  <a:pt x="306" y="90"/>
                  <a:pt x="306" y="90"/>
                  <a:pt x="305" y="90"/>
                </a:cubicBezTo>
                <a:lnTo>
                  <a:pt x="305" y="89"/>
                </a:lnTo>
                <a:close/>
              </a:path>
              <a:path w="336" h="189">
                <a:moveTo>
                  <a:pt x="300" y="104"/>
                </a:moveTo>
                <a:lnTo>
                  <a:pt x="309" y="109"/>
                </a:lnTo>
                <a:lnTo>
                  <a:pt x="311" y="106"/>
                </a:lnTo>
                <a:cubicBezTo>
                  <a:pt x="311" y="105"/>
                  <a:pt x="311" y="105"/>
                  <a:pt x="311" y="104"/>
                </a:cubicBezTo>
                <a:cubicBezTo>
                  <a:pt x="310" y="104"/>
                  <a:pt x="309" y="103"/>
                  <a:pt x="308" y="102"/>
                </a:cubicBezTo>
                <a:lnTo>
                  <a:pt x="317" y="106"/>
                </a:lnTo>
                <a:lnTo>
                  <a:pt x="316" y="106"/>
                </a:lnTo>
                <a:cubicBezTo>
                  <a:pt x="315" y="106"/>
                  <a:pt x="314" y="106"/>
                  <a:pt x="314" y="106"/>
                </a:cubicBezTo>
                <a:cubicBezTo>
                  <a:pt x="314" y="106"/>
                  <a:pt x="313" y="106"/>
                  <a:pt x="313" y="106"/>
                </a:cubicBezTo>
                <a:cubicBezTo>
                  <a:pt x="312" y="106"/>
                  <a:pt x="312" y="106"/>
                  <a:pt x="312" y="107"/>
                </a:cubicBezTo>
                <a:lnTo>
                  <a:pt x="311" y="109"/>
                </a:lnTo>
                <a:lnTo>
                  <a:pt x="319" y="113"/>
                </a:lnTo>
                <a:cubicBezTo>
                  <a:pt x="320" y="113"/>
                  <a:pt x="320" y="114"/>
                  <a:pt x="321" y="114"/>
                </a:cubicBezTo>
                <a:cubicBezTo>
                  <a:pt x="321" y="114"/>
                  <a:pt x="321" y="114"/>
                  <a:pt x="321" y="114"/>
                </a:cubicBezTo>
                <a:cubicBezTo>
                  <a:pt x="321" y="114"/>
                  <a:pt x="322" y="114"/>
                  <a:pt x="322" y="113"/>
                </a:cubicBezTo>
                <a:lnTo>
                  <a:pt x="323" y="111"/>
                </a:lnTo>
                <a:cubicBezTo>
                  <a:pt x="323" y="111"/>
                  <a:pt x="323" y="110"/>
                  <a:pt x="323" y="110"/>
                </a:cubicBezTo>
                <a:cubicBezTo>
                  <a:pt x="323" y="109"/>
                  <a:pt x="323" y="109"/>
                  <a:pt x="322" y="108"/>
                </a:cubicBezTo>
                <a:cubicBezTo>
                  <a:pt x="322" y="108"/>
                  <a:pt x="321" y="107"/>
                  <a:pt x="320" y="106"/>
                </a:cubicBezTo>
                <a:lnTo>
                  <a:pt x="320" y="105"/>
                </a:lnTo>
                <a:lnTo>
                  <a:pt x="325" y="109"/>
                </a:lnTo>
                <a:lnTo>
                  <a:pt x="321" y="118"/>
                </a:lnTo>
                <a:lnTo>
                  <a:pt x="320" y="118"/>
                </a:lnTo>
                <a:lnTo>
                  <a:pt x="321" y="118"/>
                </a:lnTo>
                <a:cubicBezTo>
                  <a:pt x="321" y="117"/>
                  <a:pt x="321" y="117"/>
                  <a:pt x="320" y="117"/>
                </a:cubicBezTo>
                <a:cubicBezTo>
                  <a:pt x="320" y="116"/>
                  <a:pt x="320" y="116"/>
                  <a:pt x="320" y="116"/>
                </a:cubicBezTo>
                <a:cubicBezTo>
                  <a:pt x="319" y="115"/>
                  <a:pt x="319" y="115"/>
                  <a:pt x="318" y="115"/>
                </a:cubicBezTo>
                <a:lnTo>
                  <a:pt x="302" y="107"/>
                </a:lnTo>
                <a:cubicBezTo>
                  <a:pt x="301" y="106"/>
                  <a:pt x="300" y="106"/>
                  <a:pt x="299" y="106"/>
                </a:cubicBezTo>
                <a:cubicBezTo>
                  <a:pt x="299" y="106"/>
                  <a:pt x="298" y="106"/>
                  <a:pt x="298" y="107"/>
                </a:cubicBezTo>
                <a:lnTo>
                  <a:pt x="297" y="107"/>
                </a:lnTo>
                <a:lnTo>
                  <a:pt x="301" y="98"/>
                </a:lnTo>
                <a:lnTo>
                  <a:pt x="307" y="100"/>
                </a:lnTo>
                <a:cubicBezTo>
                  <a:pt x="305" y="100"/>
                  <a:pt x="304" y="100"/>
                  <a:pt x="304" y="100"/>
                </a:cubicBezTo>
                <a:cubicBezTo>
                  <a:pt x="303" y="99"/>
                  <a:pt x="303" y="100"/>
                  <a:pt x="302" y="100"/>
                </a:cubicBezTo>
                <a:cubicBezTo>
                  <a:pt x="302" y="100"/>
                  <a:pt x="302" y="100"/>
                  <a:pt x="302" y="101"/>
                </a:cubicBezTo>
                <a:lnTo>
                  <a:pt x="300" y="104"/>
                </a:lnTo>
                <a:close/>
              </a:path>
              <a:path w="336" h="189">
                <a:moveTo>
                  <a:pt x="298" y="108"/>
                </a:moveTo>
                <a:lnTo>
                  <a:pt x="303" y="111"/>
                </a:lnTo>
                <a:cubicBezTo>
                  <a:pt x="302" y="111"/>
                  <a:pt x="301" y="110"/>
                  <a:pt x="301" y="110"/>
                </a:cubicBezTo>
                <a:cubicBezTo>
                  <a:pt x="300" y="110"/>
                  <a:pt x="299" y="110"/>
                  <a:pt x="299" y="110"/>
                </a:cubicBezTo>
                <a:cubicBezTo>
                  <a:pt x="299" y="110"/>
                  <a:pt x="298" y="111"/>
                  <a:pt x="298" y="111"/>
                </a:cubicBezTo>
                <a:lnTo>
                  <a:pt x="297" y="113"/>
                </a:lnTo>
                <a:lnTo>
                  <a:pt x="315" y="122"/>
                </a:lnTo>
                <a:cubicBezTo>
                  <a:pt x="316" y="123"/>
                  <a:pt x="317" y="123"/>
                  <a:pt x="318" y="123"/>
                </a:cubicBezTo>
                <a:cubicBezTo>
                  <a:pt x="318" y="123"/>
                  <a:pt x="319" y="123"/>
                  <a:pt x="319" y="123"/>
                </a:cubicBezTo>
                <a:lnTo>
                  <a:pt x="319" y="122"/>
                </a:lnTo>
                <a:lnTo>
                  <a:pt x="320" y="123"/>
                </a:lnTo>
                <a:lnTo>
                  <a:pt x="317" y="128"/>
                </a:lnTo>
                <a:lnTo>
                  <a:pt x="317" y="127"/>
                </a:lnTo>
                <a:cubicBezTo>
                  <a:pt x="317" y="126"/>
                  <a:pt x="317" y="126"/>
                  <a:pt x="317" y="125"/>
                </a:cubicBezTo>
                <a:cubicBezTo>
                  <a:pt x="316" y="125"/>
                  <a:pt x="315" y="124"/>
                  <a:pt x="314" y="124"/>
                </a:cubicBezTo>
                <a:lnTo>
                  <a:pt x="296" y="114"/>
                </a:lnTo>
                <a:lnTo>
                  <a:pt x="296" y="116"/>
                </a:lnTo>
                <a:cubicBezTo>
                  <a:pt x="295" y="116"/>
                  <a:pt x="295" y="117"/>
                  <a:pt x="295" y="117"/>
                </a:cubicBezTo>
                <a:cubicBezTo>
                  <a:pt x="295" y="117"/>
                  <a:pt x="296" y="118"/>
                  <a:pt x="296" y="118"/>
                </a:cubicBezTo>
                <a:cubicBezTo>
                  <a:pt x="297" y="119"/>
                  <a:pt x="297" y="120"/>
                  <a:pt x="298" y="120"/>
                </a:cubicBezTo>
                <a:lnTo>
                  <a:pt x="293" y="117"/>
                </a:lnTo>
                <a:lnTo>
                  <a:pt x="298" y="108"/>
                </a:lnTo>
                <a:close/>
              </a:path>
              <a:path w="336" h="189">
                <a:moveTo>
                  <a:pt x="307" y="54"/>
                </a:moveTo>
                <a:cubicBezTo>
                  <a:pt x="307" y="53"/>
                  <a:pt x="308" y="51"/>
                  <a:pt x="310" y="50"/>
                </a:cubicBezTo>
                <a:cubicBezTo>
                  <a:pt x="313" y="49"/>
                  <a:pt x="316" y="48"/>
                  <a:pt x="320" y="48"/>
                </a:cubicBezTo>
                <a:cubicBezTo>
                  <a:pt x="324" y="48"/>
                  <a:pt x="327" y="48"/>
                  <a:pt x="330" y="50"/>
                </a:cubicBezTo>
                <a:cubicBezTo>
                  <a:pt x="333" y="51"/>
                  <a:pt x="334" y="52"/>
                  <a:pt x="334" y="54"/>
                </a:cubicBezTo>
                <a:cubicBezTo>
                  <a:pt x="334" y="56"/>
                  <a:pt x="333" y="57"/>
                  <a:pt x="330" y="59"/>
                </a:cubicBezTo>
                <a:cubicBezTo>
                  <a:pt x="328" y="60"/>
                  <a:pt x="325" y="61"/>
                  <a:pt x="320" y="61"/>
                </a:cubicBezTo>
                <a:cubicBezTo>
                  <a:pt x="316" y="61"/>
                  <a:pt x="313" y="60"/>
                  <a:pt x="310" y="59"/>
                </a:cubicBezTo>
                <a:cubicBezTo>
                  <a:pt x="308" y="57"/>
                  <a:pt x="307" y="56"/>
                  <a:pt x="307" y="54"/>
                </a:cubicBezTo>
                <a:close/>
                <a:moveTo>
                  <a:pt x="308" y="55"/>
                </a:moveTo>
                <a:cubicBezTo>
                  <a:pt x="308" y="56"/>
                  <a:pt x="309" y="57"/>
                  <a:pt x="311" y="57"/>
                </a:cubicBezTo>
                <a:cubicBezTo>
                  <a:pt x="313" y="58"/>
                  <a:pt x="316" y="58"/>
                  <a:pt x="320" y="58"/>
                </a:cubicBezTo>
                <a:cubicBezTo>
                  <a:pt x="325" y="58"/>
                  <a:pt x="328" y="58"/>
                  <a:pt x="330" y="57"/>
                </a:cubicBezTo>
                <a:cubicBezTo>
                  <a:pt x="332" y="56"/>
                  <a:pt x="333" y="55"/>
                  <a:pt x="333" y="54"/>
                </a:cubicBezTo>
                <a:cubicBezTo>
                  <a:pt x="333" y="53"/>
                  <a:pt x="332" y="52"/>
                  <a:pt x="330" y="51"/>
                </a:cubicBezTo>
                <a:cubicBezTo>
                  <a:pt x="328" y="50"/>
                  <a:pt x="325" y="50"/>
                  <a:pt x="321" y="50"/>
                </a:cubicBezTo>
                <a:cubicBezTo>
                  <a:pt x="316" y="50"/>
                  <a:pt x="313" y="51"/>
                  <a:pt x="311" y="52"/>
                </a:cubicBezTo>
                <a:cubicBezTo>
                  <a:pt x="309" y="52"/>
                  <a:pt x="308" y="53"/>
                  <a:pt x="308" y="55"/>
                </a:cubicBezTo>
                <a:close/>
              </a:path>
              <a:path w="336" h="189">
                <a:moveTo>
                  <a:pt x="310" y="75"/>
                </a:moveTo>
                <a:lnTo>
                  <a:pt x="310" y="71"/>
                </a:lnTo>
                <a:lnTo>
                  <a:pt x="329" y="63"/>
                </a:lnTo>
                <a:lnTo>
                  <a:pt x="314" y="63"/>
                </a:lnTo>
                <a:cubicBezTo>
                  <a:pt x="313" y="63"/>
                  <a:pt x="312" y="63"/>
                  <a:pt x="311" y="63"/>
                </a:cubicBezTo>
                <a:cubicBezTo>
                  <a:pt x="311" y="63"/>
                  <a:pt x="310" y="64"/>
                  <a:pt x="310" y="64"/>
                </a:cubicBezTo>
                <a:lnTo>
                  <a:pt x="310" y="65"/>
                </a:lnTo>
                <a:lnTo>
                  <a:pt x="310" y="60"/>
                </a:lnTo>
                <a:lnTo>
                  <a:pt x="310" y="61"/>
                </a:lnTo>
                <a:cubicBezTo>
                  <a:pt x="310" y="61"/>
                  <a:pt x="311" y="62"/>
                  <a:pt x="311" y="62"/>
                </a:cubicBezTo>
                <a:cubicBezTo>
                  <a:pt x="312" y="62"/>
                  <a:pt x="313" y="62"/>
                  <a:pt x="314" y="62"/>
                </a:cubicBezTo>
                <a:lnTo>
                  <a:pt x="336" y="62"/>
                </a:lnTo>
                <a:lnTo>
                  <a:pt x="315" y="71"/>
                </a:lnTo>
                <a:lnTo>
                  <a:pt x="332" y="71"/>
                </a:lnTo>
                <a:cubicBezTo>
                  <a:pt x="333" y="71"/>
                  <a:pt x="334" y="71"/>
                  <a:pt x="335" y="70"/>
                </a:cubicBezTo>
                <a:cubicBezTo>
                  <a:pt x="335" y="70"/>
                  <a:pt x="335" y="70"/>
                  <a:pt x="335" y="69"/>
                </a:cubicBezTo>
                <a:lnTo>
                  <a:pt x="336" y="69"/>
                </a:lnTo>
                <a:lnTo>
                  <a:pt x="336" y="73"/>
                </a:lnTo>
                <a:lnTo>
                  <a:pt x="335" y="73"/>
                </a:lnTo>
                <a:cubicBezTo>
                  <a:pt x="335" y="72"/>
                  <a:pt x="335" y="72"/>
                  <a:pt x="334" y="72"/>
                </a:cubicBezTo>
                <a:cubicBezTo>
                  <a:pt x="334" y="72"/>
                  <a:pt x="333" y="72"/>
                  <a:pt x="332" y="72"/>
                </a:cubicBezTo>
                <a:lnTo>
                  <a:pt x="313" y="72"/>
                </a:lnTo>
                <a:cubicBezTo>
                  <a:pt x="312" y="72"/>
                  <a:pt x="312" y="73"/>
                  <a:pt x="311" y="73"/>
                </a:cubicBezTo>
                <a:cubicBezTo>
                  <a:pt x="311" y="73"/>
                  <a:pt x="311" y="73"/>
                  <a:pt x="311" y="74"/>
                </a:cubicBezTo>
                <a:cubicBezTo>
                  <a:pt x="311" y="74"/>
                  <a:pt x="311" y="74"/>
                  <a:pt x="311" y="75"/>
                </a:cubicBezTo>
                <a:lnTo>
                  <a:pt x="310" y="75"/>
                </a:lnTo>
                <a:close/>
              </a:path>
              <a:path w="336" h="189">
                <a:moveTo>
                  <a:pt x="301" y="38"/>
                </a:moveTo>
                <a:cubicBezTo>
                  <a:pt x="300" y="36"/>
                  <a:pt x="301" y="34"/>
                  <a:pt x="303" y="32"/>
                </a:cubicBezTo>
                <a:cubicBezTo>
                  <a:pt x="305" y="30"/>
                  <a:pt x="307" y="28"/>
                  <a:pt x="311" y="27"/>
                </a:cubicBezTo>
                <a:cubicBezTo>
                  <a:pt x="315" y="25"/>
                  <a:pt x="318" y="25"/>
                  <a:pt x="321" y="25"/>
                </a:cubicBezTo>
                <a:cubicBezTo>
                  <a:pt x="324" y="25"/>
                  <a:pt x="326" y="26"/>
                  <a:pt x="326" y="27"/>
                </a:cubicBezTo>
                <a:cubicBezTo>
                  <a:pt x="327" y="29"/>
                  <a:pt x="326" y="31"/>
                  <a:pt x="325" y="33"/>
                </a:cubicBezTo>
                <a:cubicBezTo>
                  <a:pt x="323" y="35"/>
                  <a:pt x="320" y="37"/>
                  <a:pt x="316" y="39"/>
                </a:cubicBezTo>
                <a:cubicBezTo>
                  <a:pt x="312" y="40"/>
                  <a:pt x="309" y="41"/>
                  <a:pt x="306" y="41"/>
                </a:cubicBezTo>
                <a:cubicBezTo>
                  <a:pt x="303" y="40"/>
                  <a:pt x="302" y="39"/>
                  <a:pt x="301" y="38"/>
                </a:cubicBezTo>
                <a:close/>
                <a:moveTo>
                  <a:pt x="302" y="38"/>
                </a:moveTo>
                <a:cubicBezTo>
                  <a:pt x="303" y="39"/>
                  <a:pt x="304" y="39"/>
                  <a:pt x="306" y="39"/>
                </a:cubicBezTo>
                <a:cubicBezTo>
                  <a:pt x="308" y="39"/>
                  <a:pt x="311" y="38"/>
                  <a:pt x="315" y="37"/>
                </a:cubicBezTo>
                <a:cubicBezTo>
                  <a:pt x="319" y="35"/>
                  <a:pt x="322" y="33"/>
                  <a:pt x="324" y="31"/>
                </a:cubicBezTo>
                <a:cubicBezTo>
                  <a:pt x="325" y="30"/>
                  <a:pt x="326" y="29"/>
                  <a:pt x="325" y="28"/>
                </a:cubicBezTo>
                <a:cubicBezTo>
                  <a:pt x="325" y="27"/>
                  <a:pt x="323" y="26"/>
                  <a:pt x="321" y="26"/>
                </a:cubicBezTo>
                <a:cubicBezTo>
                  <a:pt x="319" y="26"/>
                  <a:pt x="316" y="27"/>
                  <a:pt x="312" y="29"/>
                </a:cubicBezTo>
                <a:cubicBezTo>
                  <a:pt x="308" y="30"/>
                  <a:pt x="305" y="32"/>
                  <a:pt x="304" y="34"/>
                </a:cubicBezTo>
                <a:cubicBezTo>
                  <a:pt x="302" y="35"/>
                  <a:pt x="302" y="36"/>
                  <a:pt x="302" y="38"/>
                </a:cubicBezTo>
                <a:close/>
              </a:path>
              <a:path w="336" h="189">
                <a:moveTo>
                  <a:pt x="323" y="35"/>
                </a:moveTo>
                <a:lnTo>
                  <a:pt x="324" y="35"/>
                </a:lnTo>
                <a:lnTo>
                  <a:pt x="331" y="35"/>
                </a:lnTo>
                <a:lnTo>
                  <a:pt x="332" y="45"/>
                </a:lnTo>
                <a:cubicBezTo>
                  <a:pt x="331" y="44"/>
                  <a:pt x="331" y="44"/>
                  <a:pt x="330" y="44"/>
                </a:cubicBezTo>
                <a:cubicBezTo>
                  <a:pt x="330" y="44"/>
                  <a:pt x="329" y="44"/>
                  <a:pt x="327" y="44"/>
                </a:cubicBezTo>
                <a:lnTo>
                  <a:pt x="311" y="47"/>
                </a:lnTo>
                <a:cubicBezTo>
                  <a:pt x="309" y="47"/>
                  <a:pt x="308" y="47"/>
                  <a:pt x="308" y="47"/>
                </a:cubicBezTo>
                <a:cubicBezTo>
                  <a:pt x="307" y="48"/>
                  <a:pt x="307" y="48"/>
                  <a:pt x="307" y="49"/>
                </a:cubicBezTo>
                <a:lnTo>
                  <a:pt x="306" y="49"/>
                </a:lnTo>
                <a:lnTo>
                  <a:pt x="305" y="43"/>
                </a:lnTo>
                <a:lnTo>
                  <a:pt x="306" y="43"/>
                </a:lnTo>
                <a:cubicBezTo>
                  <a:pt x="306" y="44"/>
                  <a:pt x="306" y="44"/>
                  <a:pt x="307" y="45"/>
                </a:cubicBezTo>
                <a:cubicBezTo>
                  <a:pt x="307" y="45"/>
                  <a:pt x="307" y="45"/>
                  <a:pt x="308" y="45"/>
                </a:cubicBezTo>
                <a:cubicBezTo>
                  <a:pt x="308" y="45"/>
                  <a:pt x="309" y="45"/>
                  <a:pt x="311" y="45"/>
                </a:cubicBezTo>
                <a:lnTo>
                  <a:pt x="327" y="42"/>
                </a:lnTo>
                <a:cubicBezTo>
                  <a:pt x="328" y="42"/>
                  <a:pt x="329" y="42"/>
                  <a:pt x="329" y="42"/>
                </a:cubicBezTo>
                <a:cubicBezTo>
                  <a:pt x="330" y="41"/>
                  <a:pt x="330" y="41"/>
                  <a:pt x="330" y="41"/>
                </a:cubicBezTo>
                <a:cubicBezTo>
                  <a:pt x="330" y="41"/>
                  <a:pt x="330" y="40"/>
                  <a:pt x="330" y="40"/>
                </a:cubicBezTo>
                <a:lnTo>
                  <a:pt x="330" y="39"/>
                </a:lnTo>
                <a:cubicBezTo>
                  <a:pt x="330" y="38"/>
                  <a:pt x="329" y="37"/>
                  <a:pt x="329" y="37"/>
                </a:cubicBezTo>
                <a:cubicBezTo>
                  <a:pt x="329" y="36"/>
                  <a:pt x="328" y="36"/>
                  <a:pt x="327" y="36"/>
                </a:cubicBezTo>
                <a:cubicBezTo>
                  <a:pt x="326" y="36"/>
                  <a:pt x="325" y="35"/>
                  <a:pt x="323" y="35"/>
                </a:cubicBezTo>
                <a:close/>
              </a:path>
              <a:path w="336" h="189">
                <a:moveTo>
                  <a:pt x="286" y="18"/>
                </a:moveTo>
                <a:lnTo>
                  <a:pt x="283" y="14"/>
                </a:lnTo>
                <a:lnTo>
                  <a:pt x="284" y="14"/>
                </a:lnTo>
                <a:cubicBezTo>
                  <a:pt x="284" y="14"/>
                  <a:pt x="284" y="14"/>
                  <a:pt x="285" y="14"/>
                </a:cubicBezTo>
                <a:cubicBezTo>
                  <a:pt x="285" y="14"/>
                  <a:pt x="285" y="14"/>
                  <a:pt x="286" y="14"/>
                </a:cubicBezTo>
                <a:cubicBezTo>
                  <a:pt x="287" y="14"/>
                  <a:pt x="288" y="14"/>
                  <a:pt x="289" y="13"/>
                </a:cubicBezTo>
                <a:lnTo>
                  <a:pt x="298" y="9"/>
                </a:lnTo>
                <a:lnTo>
                  <a:pt x="303" y="4"/>
                </a:lnTo>
                <a:cubicBezTo>
                  <a:pt x="304" y="3"/>
                  <a:pt x="305" y="3"/>
                  <a:pt x="305" y="2"/>
                </a:cubicBezTo>
                <a:cubicBezTo>
                  <a:pt x="306" y="2"/>
                  <a:pt x="306" y="1"/>
                  <a:pt x="305" y="1"/>
                </a:cubicBezTo>
                <a:lnTo>
                  <a:pt x="305" y="0"/>
                </a:lnTo>
                <a:lnTo>
                  <a:pt x="309" y="4"/>
                </a:lnTo>
                <a:lnTo>
                  <a:pt x="309" y="5"/>
                </a:lnTo>
                <a:lnTo>
                  <a:pt x="308" y="4"/>
                </a:lnTo>
                <a:cubicBezTo>
                  <a:pt x="308" y="4"/>
                  <a:pt x="307" y="4"/>
                  <a:pt x="307" y="4"/>
                </a:cubicBezTo>
                <a:cubicBezTo>
                  <a:pt x="306" y="4"/>
                  <a:pt x="306" y="5"/>
                  <a:pt x="304" y="6"/>
                </a:cubicBezTo>
                <a:lnTo>
                  <a:pt x="300" y="10"/>
                </a:lnTo>
                <a:lnTo>
                  <a:pt x="294" y="20"/>
                </a:lnTo>
                <a:cubicBezTo>
                  <a:pt x="293" y="21"/>
                  <a:pt x="293" y="22"/>
                  <a:pt x="293" y="22"/>
                </a:cubicBezTo>
                <a:cubicBezTo>
                  <a:pt x="293" y="23"/>
                  <a:pt x="293" y="23"/>
                  <a:pt x="292" y="24"/>
                </a:cubicBezTo>
                <a:cubicBezTo>
                  <a:pt x="292" y="24"/>
                  <a:pt x="293" y="24"/>
                  <a:pt x="293" y="24"/>
                </a:cubicBezTo>
                <a:lnTo>
                  <a:pt x="292" y="25"/>
                </a:lnTo>
                <a:lnTo>
                  <a:pt x="288" y="21"/>
                </a:lnTo>
                <a:lnTo>
                  <a:pt x="289" y="20"/>
                </a:lnTo>
                <a:cubicBezTo>
                  <a:pt x="289" y="21"/>
                  <a:pt x="290" y="21"/>
                  <a:pt x="290" y="21"/>
                </a:cubicBezTo>
                <a:cubicBezTo>
                  <a:pt x="290" y="21"/>
                  <a:pt x="291" y="20"/>
                  <a:pt x="291" y="20"/>
                </a:cubicBezTo>
                <a:cubicBezTo>
                  <a:pt x="292" y="20"/>
                  <a:pt x="292" y="19"/>
                  <a:pt x="293" y="18"/>
                </a:cubicBezTo>
                <a:lnTo>
                  <a:pt x="297" y="10"/>
                </a:lnTo>
                <a:lnTo>
                  <a:pt x="290" y="14"/>
                </a:lnTo>
                <a:cubicBezTo>
                  <a:pt x="288" y="14"/>
                  <a:pt x="288" y="15"/>
                  <a:pt x="287" y="15"/>
                </a:cubicBezTo>
                <a:cubicBezTo>
                  <a:pt x="287" y="15"/>
                  <a:pt x="287" y="16"/>
                  <a:pt x="286" y="16"/>
                </a:cubicBezTo>
                <a:cubicBezTo>
                  <a:pt x="286" y="16"/>
                  <a:pt x="286" y="16"/>
                  <a:pt x="286" y="17"/>
                </a:cubicBezTo>
                <a:cubicBezTo>
                  <a:pt x="286" y="17"/>
                  <a:pt x="286" y="17"/>
                  <a:pt x="287" y="17"/>
                </a:cubicBezTo>
                <a:lnTo>
                  <a:pt x="286" y="18"/>
                </a:lnTo>
                <a:close/>
              </a:path>
              <a:path w="336" h="189">
                <a:moveTo>
                  <a:pt x="35" y="20"/>
                </a:moveTo>
                <a:lnTo>
                  <a:pt x="32" y="25"/>
                </a:lnTo>
                <a:lnTo>
                  <a:pt x="39" y="29"/>
                </a:lnTo>
                <a:cubicBezTo>
                  <a:pt x="40" y="29"/>
                  <a:pt x="41" y="30"/>
                  <a:pt x="41" y="30"/>
                </a:cubicBezTo>
                <a:cubicBezTo>
                  <a:pt x="42" y="30"/>
                  <a:pt x="42" y="30"/>
                  <a:pt x="42" y="30"/>
                </a:cubicBezTo>
                <a:cubicBezTo>
                  <a:pt x="43" y="30"/>
                  <a:pt x="43" y="30"/>
                  <a:pt x="43" y="29"/>
                </a:cubicBezTo>
                <a:lnTo>
                  <a:pt x="44" y="29"/>
                </a:lnTo>
                <a:lnTo>
                  <a:pt x="41" y="34"/>
                </a:lnTo>
                <a:lnTo>
                  <a:pt x="41" y="33"/>
                </a:lnTo>
                <a:cubicBezTo>
                  <a:pt x="41" y="33"/>
                  <a:pt x="41" y="33"/>
                  <a:pt x="41" y="33"/>
                </a:cubicBezTo>
                <a:cubicBezTo>
                  <a:pt x="41" y="32"/>
                  <a:pt x="41" y="32"/>
                  <a:pt x="40" y="32"/>
                </a:cubicBezTo>
                <a:cubicBezTo>
                  <a:pt x="40" y="31"/>
                  <a:pt x="39" y="31"/>
                  <a:pt x="38" y="30"/>
                </a:cubicBezTo>
                <a:lnTo>
                  <a:pt x="23" y="22"/>
                </a:lnTo>
                <a:cubicBezTo>
                  <a:pt x="22" y="21"/>
                  <a:pt x="21" y="21"/>
                  <a:pt x="21" y="21"/>
                </a:cubicBezTo>
                <a:cubicBezTo>
                  <a:pt x="21" y="21"/>
                  <a:pt x="20" y="21"/>
                  <a:pt x="20" y="21"/>
                </a:cubicBezTo>
                <a:cubicBezTo>
                  <a:pt x="19" y="21"/>
                  <a:pt x="19" y="21"/>
                  <a:pt x="19" y="21"/>
                </a:cubicBezTo>
                <a:lnTo>
                  <a:pt x="19" y="22"/>
                </a:lnTo>
                <a:lnTo>
                  <a:pt x="18" y="21"/>
                </a:lnTo>
                <a:lnTo>
                  <a:pt x="21" y="17"/>
                </a:lnTo>
                <a:lnTo>
                  <a:pt x="22" y="17"/>
                </a:lnTo>
                <a:lnTo>
                  <a:pt x="21" y="17"/>
                </a:lnTo>
                <a:cubicBezTo>
                  <a:pt x="21" y="18"/>
                  <a:pt x="21" y="18"/>
                  <a:pt x="22" y="19"/>
                </a:cubicBezTo>
                <a:cubicBezTo>
                  <a:pt x="22" y="19"/>
                  <a:pt x="23" y="20"/>
                  <a:pt x="24" y="20"/>
                </a:cubicBezTo>
                <a:lnTo>
                  <a:pt x="31" y="24"/>
                </a:lnTo>
                <a:lnTo>
                  <a:pt x="34" y="19"/>
                </a:lnTo>
                <a:lnTo>
                  <a:pt x="27" y="15"/>
                </a:lnTo>
                <a:cubicBezTo>
                  <a:pt x="26" y="15"/>
                  <a:pt x="25" y="14"/>
                  <a:pt x="25" y="14"/>
                </a:cubicBezTo>
                <a:cubicBezTo>
                  <a:pt x="24" y="14"/>
                  <a:pt x="24" y="14"/>
                  <a:pt x="24" y="14"/>
                </a:cubicBezTo>
                <a:cubicBezTo>
                  <a:pt x="23" y="14"/>
                  <a:pt x="23" y="14"/>
                  <a:pt x="23" y="14"/>
                </a:cubicBezTo>
                <a:lnTo>
                  <a:pt x="23" y="15"/>
                </a:lnTo>
                <a:lnTo>
                  <a:pt x="22" y="15"/>
                </a:lnTo>
                <a:lnTo>
                  <a:pt x="25" y="10"/>
                </a:lnTo>
                <a:cubicBezTo>
                  <a:pt x="25" y="11"/>
                  <a:pt x="25" y="11"/>
                  <a:pt x="25" y="12"/>
                </a:cubicBezTo>
                <a:cubicBezTo>
                  <a:pt x="26" y="12"/>
                  <a:pt x="27" y="13"/>
                  <a:pt x="28" y="14"/>
                </a:cubicBezTo>
                <a:lnTo>
                  <a:pt x="43" y="22"/>
                </a:lnTo>
                <a:cubicBezTo>
                  <a:pt x="44" y="22"/>
                  <a:pt x="45" y="23"/>
                  <a:pt x="45" y="23"/>
                </a:cubicBezTo>
                <a:cubicBezTo>
                  <a:pt x="45" y="23"/>
                  <a:pt x="46" y="23"/>
                  <a:pt x="46" y="23"/>
                </a:cubicBezTo>
                <a:cubicBezTo>
                  <a:pt x="46" y="23"/>
                  <a:pt x="47" y="23"/>
                  <a:pt x="47" y="23"/>
                </a:cubicBezTo>
                <a:lnTo>
                  <a:pt x="47" y="22"/>
                </a:lnTo>
                <a:lnTo>
                  <a:pt x="48" y="22"/>
                </a:lnTo>
                <a:lnTo>
                  <a:pt x="45" y="27"/>
                </a:lnTo>
                <a:lnTo>
                  <a:pt x="44" y="27"/>
                </a:lnTo>
                <a:lnTo>
                  <a:pt x="45" y="27"/>
                </a:lnTo>
                <a:cubicBezTo>
                  <a:pt x="45" y="26"/>
                  <a:pt x="45" y="26"/>
                  <a:pt x="45" y="26"/>
                </a:cubicBezTo>
                <a:cubicBezTo>
                  <a:pt x="45" y="25"/>
                  <a:pt x="44" y="25"/>
                  <a:pt x="44" y="25"/>
                </a:cubicBezTo>
                <a:cubicBezTo>
                  <a:pt x="44" y="25"/>
                  <a:pt x="43" y="24"/>
                  <a:pt x="42" y="23"/>
                </a:cubicBezTo>
                <a:lnTo>
                  <a:pt x="35" y="20"/>
                </a:lnTo>
                <a:close/>
              </a:path>
              <a:path w="336" h="189">
                <a:moveTo>
                  <a:pt x="36" y="43"/>
                </a:moveTo>
                <a:lnTo>
                  <a:pt x="36" y="43"/>
                </a:lnTo>
                <a:lnTo>
                  <a:pt x="34" y="47"/>
                </a:lnTo>
                <a:lnTo>
                  <a:pt x="33" y="47"/>
                </a:lnTo>
                <a:lnTo>
                  <a:pt x="34" y="47"/>
                </a:lnTo>
                <a:cubicBezTo>
                  <a:pt x="34" y="46"/>
                  <a:pt x="34" y="46"/>
                  <a:pt x="33" y="45"/>
                </a:cubicBezTo>
                <a:cubicBezTo>
                  <a:pt x="33" y="45"/>
                  <a:pt x="32" y="44"/>
                  <a:pt x="31" y="43"/>
                </a:cubicBezTo>
                <a:lnTo>
                  <a:pt x="21" y="38"/>
                </a:lnTo>
                <a:cubicBezTo>
                  <a:pt x="19" y="37"/>
                  <a:pt x="17" y="36"/>
                  <a:pt x="16" y="35"/>
                </a:cubicBezTo>
                <a:cubicBezTo>
                  <a:pt x="15" y="34"/>
                  <a:pt x="14" y="33"/>
                  <a:pt x="14" y="32"/>
                </a:cubicBezTo>
                <a:cubicBezTo>
                  <a:pt x="13" y="30"/>
                  <a:pt x="13" y="29"/>
                  <a:pt x="14" y="28"/>
                </a:cubicBezTo>
                <a:cubicBezTo>
                  <a:pt x="14" y="27"/>
                  <a:pt x="15" y="26"/>
                  <a:pt x="17" y="26"/>
                </a:cubicBezTo>
                <a:cubicBezTo>
                  <a:pt x="18" y="26"/>
                  <a:pt x="19" y="26"/>
                  <a:pt x="21" y="27"/>
                </a:cubicBezTo>
                <a:cubicBezTo>
                  <a:pt x="22" y="27"/>
                  <a:pt x="24" y="28"/>
                  <a:pt x="27" y="30"/>
                </a:cubicBezTo>
                <a:lnTo>
                  <a:pt x="36" y="35"/>
                </a:lnTo>
                <a:cubicBezTo>
                  <a:pt x="37" y="35"/>
                  <a:pt x="38" y="36"/>
                  <a:pt x="39" y="36"/>
                </a:cubicBezTo>
                <a:cubicBezTo>
                  <a:pt x="39" y="36"/>
                  <a:pt x="40" y="36"/>
                  <a:pt x="40" y="35"/>
                </a:cubicBezTo>
                <a:lnTo>
                  <a:pt x="41" y="35"/>
                </a:lnTo>
                <a:lnTo>
                  <a:pt x="38" y="40"/>
                </a:lnTo>
                <a:lnTo>
                  <a:pt x="37" y="40"/>
                </a:lnTo>
                <a:lnTo>
                  <a:pt x="38" y="39"/>
                </a:lnTo>
                <a:cubicBezTo>
                  <a:pt x="38" y="39"/>
                  <a:pt x="38" y="38"/>
                  <a:pt x="37" y="38"/>
                </a:cubicBezTo>
                <a:cubicBezTo>
                  <a:pt x="37" y="37"/>
                  <a:pt x="36" y="37"/>
                  <a:pt x="35" y="36"/>
                </a:cubicBezTo>
                <a:lnTo>
                  <a:pt x="25" y="31"/>
                </a:lnTo>
                <a:cubicBezTo>
                  <a:pt x="24" y="30"/>
                  <a:pt x="23" y="30"/>
                  <a:pt x="22" y="29"/>
                </a:cubicBezTo>
                <a:cubicBezTo>
                  <a:pt x="20" y="28"/>
                  <a:pt x="19" y="28"/>
                  <a:pt x="19" y="28"/>
                </a:cubicBezTo>
                <a:cubicBezTo>
                  <a:pt x="18" y="28"/>
                  <a:pt x="17" y="28"/>
                  <a:pt x="17" y="28"/>
                </a:cubicBezTo>
                <a:cubicBezTo>
                  <a:pt x="16" y="28"/>
                  <a:pt x="15" y="29"/>
                  <a:pt x="15" y="29"/>
                </a:cubicBezTo>
                <a:cubicBezTo>
                  <a:pt x="15" y="30"/>
                  <a:pt x="15" y="31"/>
                  <a:pt x="15" y="32"/>
                </a:cubicBezTo>
                <a:cubicBezTo>
                  <a:pt x="15" y="33"/>
                  <a:pt x="16" y="33"/>
                  <a:pt x="17" y="34"/>
                </a:cubicBezTo>
                <a:cubicBezTo>
                  <a:pt x="18" y="35"/>
                  <a:pt x="19" y="36"/>
                  <a:pt x="22" y="37"/>
                </a:cubicBezTo>
                <a:lnTo>
                  <a:pt x="31" y="43"/>
                </a:lnTo>
                <a:cubicBezTo>
                  <a:pt x="33" y="43"/>
                  <a:pt x="34" y="44"/>
                  <a:pt x="34" y="44"/>
                </a:cubicBezTo>
                <a:cubicBezTo>
                  <a:pt x="35" y="44"/>
                  <a:pt x="35" y="44"/>
                  <a:pt x="35" y="43"/>
                </a:cubicBezTo>
                <a:lnTo>
                  <a:pt x="36" y="43"/>
                </a:lnTo>
                <a:close/>
              </a:path>
              <a:path w="336" h="189">
                <a:moveTo>
                  <a:pt x="15" y="45"/>
                </a:moveTo>
                <a:lnTo>
                  <a:pt x="16" y="40"/>
                </a:lnTo>
                <a:lnTo>
                  <a:pt x="13" y="38"/>
                </a:lnTo>
                <a:cubicBezTo>
                  <a:pt x="12" y="37"/>
                  <a:pt x="11" y="37"/>
                  <a:pt x="11" y="37"/>
                </a:cubicBezTo>
                <a:cubicBezTo>
                  <a:pt x="11" y="37"/>
                  <a:pt x="10" y="37"/>
                  <a:pt x="10" y="37"/>
                </a:cubicBezTo>
                <a:cubicBezTo>
                  <a:pt x="9" y="37"/>
                  <a:pt x="9" y="37"/>
                  <a:pt x="9" y="38"/>
                </a:cubicBezTo>
                <a:lnTo>
                  <a:pt x="8" y="37"/>
                </a:lnTo>
                <a:lnTo>
                  <a:pt x="10" y="33"/>
                </a:lnTo>
                <a:lnTo>
                  <a:pt x="10" y="34"/>
                </a:lnTo>
                <a:cubicBezTo>
                  <a:pt x="10" y="34"/>
                  <a:pt x="10" y="35"/>
                  <a:pt x="11" y="35"/>
                </a:cubicBezTo>
                <a:cubicBezTo>
                  <a:pt x="11" y="36"/>
                  <a:pt x="12" y="36"/>
                  <a:pt x="14" y="37"/>
                </a:cubicBezTo>
                <a:lnTo>
                  <a:pt x="32" y="50"/>
                </a:lnTo>
                <a:lnTo>
                  <a:pt x="10" y="46"/>
                </a:lnTo>
                <a:cubicBezTo>
                  <a:pt x="8" y="46"/>
                  <a:pt x="7" y="46"/>
                  <a:pt x="7" y="46"/>
                </a:cubicBezTo>
                <a:cubicBezTo>
                  <a:pt x="6" y="46"/>
                  <a:pt x="6" y="46"/>
                  <a:pt x="5" y="47"/>
                </a:cubicBezTo>
                <a:lnTo>
                  <a:pt x="5" y="46"/>
                </a:lnTo>
                <a:lnTo>
                  <a:pt x="6" y="42"/>
                </a:lnTo>
                <a:lnTo>
                  <a:pt x="7" y="42"/>
                </a:lnTo>
                <a:cubicBezTo>
                  <a:pt x="7" y="42"/>
                  <a:pt x="7" y="43"/>
                  <a:pt x="7" y="43"/>
                </a:cubicBezTo>
                <a:cubicBezTo>
                  <a:pt x="7" y="43"/>
                  <a:pt x="8" y="44"/>
                  <a:pt x="8" y="44"/>
                </a:cubicBezTo>
                <a:cubicBezTo>
                  <a:pt x="9" y="44"/>
                  <a:pt x="10" y="44"/>
                  <a:pt x="11" y="44"/>
                </a:cubicBezTo>
                <a:lnTo>
                  <a:pt x="15" y="45"/>
                </a:lnTo>
                <a:close/>
                <a:moveTo>
                  <a:pt x="16" y="45"/>
                </a:moveTo>
                <a:lnTo>
                  <a:pt x="27" y="47"/>
                </a:lnTo>
                <a:lnTo>
                  <a:pt x="18" y="41"/>
                </a:lnTo>
                <a:lnTo>
                  <a:pt x="16" y="45"/>
                </a:lnTo>
                <a:close/>
              </a:path>
              <a:path w="336" h="189">
                <a:moveTo>
                  <a:pt x="29" y="62"/>
                </a:moveTo>
                <a:lnTo>
                  <a:pt x="5" y="52"/>
                </a:lnTo>
                <a:lnTo>
                  <a:pt x="5" y="57"/>
                </a:lnTo>
                <a:cubicBezTo>
                  <a:pt x="5" y="58"/>
                  <a:pt x="5" y="59"/>
                  <a:pt x="6" y="59"/>
                </a:cubicBezTo>
                <a:cubicBezTo>
                  <a:pt x="6" y="60"/>
                  <a:pt x="8" y="60"/>
                  <a:pt x="10" y="61"/>
                </a:cubicBezTo>
                <a:lnTo>
                  <a:pt x="3" y="60"/>
                </a:lnTo>
                <a:lnTo>
                  <a:pt x="4" y="49"/>
                </a:lnTo>
                <a:lnTo>
                  <a:pt x="28" y="59"/>
                </a:lnTo>
                <a:lnTo>
                  <a:pt x="28" y="55"/>
                </a:lnTo>
                <a:cubicBezTo>
                  <a:pt x="28" y="54"/>
                  <a:pt x="28" y="53"/>
                  <a:pt x="28" y="53"/>
                </a:cubicBezTo>
                <a:cubicBezTo>
                  <a:pt x="27" y="53"/>
                  <a:pt x="27" y="53"/>
                  <a:pt x="26" y="52"/>
                </a:cubicBezTo>
                <a:cubicBezTo>
                  <a:pt x="26" y="52"/>
                  <a:pt x="25" y="52"/>
                  <a:pt x="23" y="52"/>
                </a:cubicBezTo>
                <a:lnTo>
                  <a:pt x="23" y="51"/>
                </a:lnTo>
                <a:lnTo>
                  <a:pt x="30" y="52"/>
                </a:lnTo>
                <a:lnTo>
                  <a:pt x="29" y="62"/>
                </a:lnTo>
                <a:close/>
              </a:path>
              <a:path w="336" h="189">
                <a:moveTo>
                  <a:pt x="29" y="82"/>
                </a:moveTo>
                <a:cubicBezTo>
                  <a:pt x="29" y="84"/>
                  <a:pt x="28" y="85"/>
                  <a:pt x="25" y="87"/>
                </a:cubicBezTo>
                <a:cubicBezTo>
                  <a:pt x="22" y="88"/>
                  <a:pt x="19" y="89"/>
                  <a:pt x="15" y="89"/>
                </a:cubicBezTo>
                <a:cubicBezTo>
                  <a:pt x="11" y="89"/>
                  <a:pt x="8" y="89"/>
                  <a:pt x="5" y="87"/>
                </a:cubicBezTo>
                <a:cubicBezTo>
                  <a:pt x="3" y="86"/>
                  <a:pt x="1" y="85"/>
                  <a:pt x="1" y="83"/>
                </a:cubicBezTo>
                <a:cubicBezTo>
                  <a:pt x="1" y="81"/>
                  <a:pt x="2" y="80"/>
                  <a:pt x="5" y="78"/>
                </a:cubicBezTo>
                <a:cubicBezTo>
                  <a:pt x="7" y="77"/>
                  <a:pt x="11" y="76"/>
                  <a:pt x="15" y="76"/>
                </a:cubicBezTo>
                <a:cubicBezTo>
                  <a:pt x="19" y="76"/>
                  <a:pt x="22" y="77"/>
                  <a:pt x="25" y="78"/>
                </a:cubicBezTo>
                <a:cubicBezTo>
                  <a:pt x="27" y="79"/>
                  <a:pt x="29" y="80"/>
                  <a:pt x="29" y="82"/>
                </a:cubicBezTo>
                <a:close/>
                <a:moveTo>
                  <a:pt x="27" y="82"/>
                </a:moveTo>
                <a:cubicBezTo>
                  <a:pt x="27" y="81"/>
                  <a:pt x="26" y="80"/>
                  <a:pt x="25" y="79"/>
                </a:cubicBezTo>
                <a:cubicBezTo>
                  <a:pt x="22" y="78"/>
                  <a:pt x="19" y="78"/>
                  <a:pt x="15" y="78"/>
                </a:cubicBezTo>
                <a:cubicBezTo>
                  <a:pt x="11" y="79"/>
                  <a:pt x="7" y="79"/>
                  <a:pt x="5" y="80"/>
                </a:cubicBezTo>
                <a:cubicBezTo>
                  <a:pt x="3" y="81"/>
                  <a:pt x="2" y="82"/>
                  <a:pt x="3" y="83"/>
                </a:cubicBezTo>
                <a:cubicBezTo>
                  <a:pt x="3" y="84"/>
                  <a:pt x="4" y="85"/>
                  <a:pt x="6" y="86"/>
                </a:cubicBezTo>
                <a:cubicBezTo>
                  <a:pt x="8" y="87"/>
                  <a:pt x="11" y="87"/>
                  <a:pt x="15" y="87"/>
                </a:cubicBezTo>
                <a:cubicBezTo>
                  <a:pt x="19" y="87"/>
                  <a:pt x="23" y="86"/>
                  <a:pt x="25" y="85"/>
                </a:cubicBezTo>
                <a:cubicBezTo>
                  <a:pt x="26" y="84"/>
                  <a:pt x="27" y="83"/>
                  <a:pt x="27" y="82"/>
                </a:cubicBezTo>
                <a:close/>
              </a:path>
              <a:path w="336" h="189">
                <a:moveTo>
                  <a:pt x="16" y="66"/>
                </a:moveTo>
                <a:lnTo>
                  <a:pt x="15" y="72"/>
                </a:lnTo>
                <a:lnTo>
                  <a:pt x="22" y="73"/>
                </a:lnTo>
                <a:cubicBezTo>
                  <a:pt x="24" y="73"/>
                  <a:pt x="24" y="73"/>
                  <a:pt x="25" y="73"/>
                </a:cubicBezTo>
                <a:cubicBezTo>
                  <a:pt x="25" y="73"/>
                  <a:pt x="26" y="73"/>
                  <a:pt x="26" y="73"/>
                </a:cubicBezTo>
                <a:cubicBezTo>
                  <a:pt x="26" y="73"/>
                  <a:pt x="26" y="72"/>
                  <a:pt x="26" y="72"/>
                </a:cubicBezTo>
                <a:lnTo>
                  <a:pt x="27" y="72"/>
                </a:lnTo>
                <a:lnTo>
                  <a:pt x="26" y="77"/>
                </a:lnTo>
                <a:cubicBezTo>
                  <a:pt x="26" y="76"/>
                  <a:pt x="26" y="76"/>
                  <a:pt x="25" y="76"/>
                </a:cubicBezTo>
                <a:cubicBezTo>
                  <a:pt x="25" y="76"/>
                  <a:pt x="25" y="75"/>
                  <a:pt x="25" y="75"/>
                </a:cubicBezTo>
                <a:cubicBezTo>
                  <a:pt x="24" y="75"/>
                  <a:pt x="23" y="75"/>
                  <a:pt x="22" y="75"/>
                </a:cubicBezTo>
                <a:lnTo>
                  <a:pt x="5" y="73"/>
                </a:lnTo>
                <a:cubicBezTo>
                  <a:pt x="4" y="72"/>
                  <a:pt x="3" y="72"/>
                  <a:pt x="3" y="72"/>
                </a:cubicBezTo>
                <a:cubicBezTo>
                  <a:pt x="2" y="72"/>
                  <a:pt x="2" y="72"/>
                  <a:pt x="2" y="73"/>
                </a:cubicBezTo>
                <a:cubicBezTo>
                  <a:pt x="1" y="73"/>
                  <a:pt x="1" y="73"/>
                  <a:pt x="1" y="73"/>
                </a:cubicBezTo>
                <a:lnTo>
                  <a:pt x="1" y="74"/>
                </a:lnTo>
                <a:lnTo>
                  <a:pt x="0" y="74"/>
                </a:lnTo>
                <a:lnTo>
                  <a:pt x="1" y="68"/>
                </a:lnTo>
                <a:lnTo>
                  <a:pt x="2" y="68"/>
                </a:lnTo>
                <a:lnTo>
                  <a:pt x="2" y="69"/>
                </a:lnTo>
                <a:cubicBezTo>
                  <a:pt x="2" y="69"/>
                  <a:pt x="2" y="70"/>
                  <a:pt x="2" y="70"/>
                </a:cubicBezTo>
                <a:cubicBezTo>
                  <a:pt x="3" y="70"/>
                  <a:pt x="4" y="71"/>
                  <a:pt x="5" y="71"/>
                </a:cubicBezTo>
                <a:lnTo>
                  <a:pt x="13" y="72"/>
                </a:lnTo>
                <a:lnTo>
                  <a:pt x="14" y="66"/>
                </a:lnTo>
                <a:lnTo>
                  <a:pt x="6" y="65"/>
                </a:lnTo>
                <a:cubicBezTo>
                  <a:pt x="5" y="65"/>
                  <a:pt x="4" y="65"/>
                  <a:pt x="4" y="65"/>
                </a:cubicBezTo>
                <a:cubicBezTo>
                  <a:pt x="3" y="65"/>
                  <a:pt x="3" y="65"/>
                  <a:pt x="3" y="65"/>
                </a:cubicBezTo>
                <a:cubicBezTo>
                  <a:pt x="2" y="65"/>
                  <a:pt x="2" y="65"/>
                  <a:pt x="2" y="66"/>
                </a:cubicBezTo>
                <a:lnTo>
                  <a:pt x="1" y="66"/>
                </a:lnTo>
                <a:lnTo>
                  <a:pt x="2" y="60"/>
                </a:lnTo>
                <a:lnTo>
                  <a:pt x="3" y="61"/>
                </a:lnTo>
                <a:cubicBezTo>
                  <a:pt x="3" y="62"/>
                  <a:pt x="3" y="62"/>
                  <a:pt x="3" y="62"/>
                </a:cubicBezTo>
                <a:cubicBezTo>
                  <a:pt x="4" y="63"/>
                  <a:pt x="5" y="63"/>
                  <a:pt x="6" y="63"/>
                </a:cubicBezTo>
                <a:lnTo>
                  <a:pt x="23" y="65"/>
                </a:lnTo>
                <a:cubicBezTo>
                  <a:pt x="25" y="65"/>
                  <a:pt x="25" y="65"/>
                  <a:pt x="26" y="65"/>
                </a:cubicBezTo>
                <a:cubicBezTo>
                  <a:pt x="26" y="65"/>
                  <a:pt x="27" y="65"/>
                  <a:pt x="27" y="65"/>
                </a:cubicBezTo>
                <a:cubicBezTo>
                  <a:pt x="27" y="65"/>
                  <a:pt x="27" y="65"/>
                  <a:pt x="27" y="64"/>
                </a:cubicBezTo>
                <a:lnTo>
                  <a:pt x="28" y="64"/>
                </a:lnTo>
                <a:lnTo>
                  <a:pt x="27" y="69"/>
                </a:lnTo>
                <a:cubicBezTo>
                  <a:pt x="27" y="69"/>
                  <a:pt x="27" y="68"/>
                  <a:pt x="26" y="68"/>
                </a:cubicBezTo>
                <a:cubicBezTo>
                  <a:pt x="26" y="68"/>
                  <a:pt x="26" y="67"/>
                  <a:pt x="26" y="67"/>
                </a:cubicBezTo>
                <a:cubicBezTo>
                  <a:pt x="25" y="67"/>
                  <a:pt x="24" y="67"/>
                  <a:pt x="23" y="67"/>
                </a:cubicBezTo>
                <a:lnTo>
                  <a:pt x="16" y="66"/>
                </a:lnTo>
                <a:close/>
              </a:path>
              <a:path w="336" h="189">
                <a:moveTo>
                  <a:pt x="29" y="84"/>
                </a:moveTo>
                <a:lnTo>
                  <a:pt x="30" y="88"/>
                </a:lnTo>
                <a:lnTo>
                  <a:pt x="14" y="101"/>
                </a:lnTo>
                <a:lnTo>
                  <a:pt x="28" y="97"/>
                </a:lnTo>
                <a:cubicBezTo>
                  <a:pt x="30" y="96"/>
                  <a:pt x="31" y="96"/>
                  <a:pt x="31" y="95"/>
                </a:cubicBezTo>
                <a:cubicBezTo>
                  <a:pt x="32" y="95"/>
                  <a:pt x="32" y="95"/>
                  <a:pt x="32" y="94"/>
                </a:cubicBezTo>
                <a:lnTo>
                  <a:pt x="31" y="94"/>
                </a:lnTo>
                <a:lnTo>
                  <a:pt x="32" y="93"/>
                </a:lnTo>
                <a:lnTo>
                  <a:pt x="33" y="98"/>
                </a:lnTo>
                <a:cubicBezTo>
                  <a:pt x="32" y="97"/>
                  <a:pt x="32" y="97"/>
                  <a:pt x="31" y="97"/>
                </a:cubicBezTo>
                <a:cubicBezTo>
                  <a:pt x="31" y="97"/>
                  <a:pt x="30" y="97"/>
                  <a:pt x="29" y="97"/>
                </a:cubicBezTo>
                <a:lnTo>
                  <a:pt x="7" y="104"/>
                </a:lnTo>
                <a:lnTo>
                  <a:pt x="25" y="89"/>
                </a:lnTo>
                <a:lnTo>
                  <a:pt x="9" y="94"/>
                </a:lnTo>
                <a:cubicBezTo>
                  <a:pt x="8" y="95"/>
                  <a:pt x="7" y="95"/>
                  <a:pt x="7" y="95"/>
                </a:cubicBezTo>
                <a:cubicBezTo>
                  <a:pt x="6" y="96"/>
                  <a:pt x="6" y="96"/>
                  <a:pt x="6" y="97"/>
                </a:cubicBezTo>
                <a:lnTo>
                  <a:pt x="4" y="93"/>
                </a:lnTo>
                <a:lnTo>
                  <a:pt x="5" y="93"/>
                </a:lnTo>
                <a:cubicBezTo>
                  <a:pt x="5" y="94"/>
                  <a:pt x="6" y="94"/>
                  <a:pt x="6" y="94"/>
                </a:cubicBezTo>
                <a:cubicBezTo>
                  <a:pt x="7" y="94"/>
                  <a:pt x="8" y="94"/>
                  <a:pt x="9" y="93"/>
                </a:cubicBezTo>
                <a:lnTo>
                  <a:pt x="27" y="88"/>
                </a:lnTo>
                <a:cubicBezTo>
                  <a:pt x="27" y="87"/>
                  <a:pt x="28" y="87"/>
                  <a:pt x="28" y="86"/>
                </a:cubicBezTo>
                <a:cubicBezTo>
                  <a:pt x="28" y="86"/>
                  <a:pt x="28" y="86"/>
                  <a:pt x="29" y="85"/>
                </a:cubicBezTo>
                <a:cubicBezTo>
                  <a:pt x="29" y="85"/>
                  <a:pt x="29" y="85"/>
                  <a:pt x="28" y="84"/>
                </a:cubicBezTo>
                <a:lnTo>
                  <a:pt x="29" y="84"/>
                </a:lnTo>
                <a:close/>
              </a:path>
              <a:path w="336" h="189">
                <a:moveTo>
                  <a:pt x="38" y="107"/>
                </a:moveTo>
                <a:lnTo>
                  <a:pt x="30" y="110"/>
                </a:lnTo>
                <a:cubicBezTo>
                  <a:pt x="32" y="109"/>
                  <a:pt x="33" y="108"/>
                  <a:pt x="34" y="107"/>
                </a:cubicBezTo>
                <a:cubicBezTo>
                  <a:pt x="35" y="106"/>
                  <a:pt x="36" y="105"/>
                  <a:pt x="35" y="104"/>
                </a:cubicBezTo>
                <a:cubicBezTo>
                  <a:pt x="35" y="102"/>
                  <a:pt x="33" y="101"/>
                  <a:pt x="30" y="101"/>
                </a:cubicBezTo>
                <a:cubicBezTo>
                  <a:pt x="28" y="102"/>
                  <a:pt x="25" y="102"/>
                  <a:pt x="22" y="103"/>
                </a:cubicBezTo>
                <a:cubicBezTo>
                  <a:pt x="20" y="104"/>
                  <a:pt x="18" y="105"/>
                  <a:pt x="16" y="106"/>
                </a:cubicBezTo>
                <a:cubicBezTo>
                  <a:pt x="14" y="107"/>
                  <a:pt x="13" y="108"/>
                  <a:pt x="12" y="109"/>
                </a:cubicBezTo>
                <a:cubicBezTo>
                  <a:pt x="12" y="110"/>
                  <a:pt x="11" y="111"/>
                  <a:pt x="12" y="112"/>
                </a:cubicBezTo>
                <a:cubicBezTo>
                  <a:pt x="12" y="112"/>
                  <a:pt x="12" y="113"/>
                  <a:pt x="12" y="113"/>
                </a:cubicBezTo>
                <a:cubicBezTo>
                  <a:pt x="13" y="113"/>
                  <a:pt x="13" y="114"/>
                  <a:pt x="14" y="114"/>
                </a:cubicBezTo>
                <a:lnTo>
                  <a:pt x="21" y="112"/>
                </a:lnTo>
                <a:cubicBezTo>
                  <a:pt x="22" y="111"/>
                  <a:pt x="23" y="111"/>
                  <a:pt x="24" y="111"/>
                </a:cubicBezTo>
                <a:cubicBezTo>
                  <a:pt x="24" y="110"/>
                  <a:pt x="24" y="110"/>
                  <a:pt x="24" y="110"/>
                </a:cubicBezTo>
                <a:cubicBezTo>
                  <a:pt x="24" y="110"/>
                  <a:pt x="24" y="109"/>
                  <a:pt x="24" y="109"/>
                </a:cubicBezTo>
                <a:lnTo>
                  <a:pt x="25" y="108"/>
                </a:lnTo>
                <a:lnTo>
                  <a:pt x="27" y="113"/>
                </a:lnTo>
                <a:lnTo>
                  <a:pt x="26" y="113"/>
                </a:lnTo>
                <a:cubicBezTo>
                  <a:pt x="26" y="113"/>
                  <a:pt x="25" y="113"/>
                  <a:pt x="24" y="113"/>
                </a:cubicBezTo>
                <a:cubicBezTo>
                  <a:pt x="24" y="113"/>
                  <a:pt x="23" y="113"/>
                  <a:pt x="22" y="113"/>
                </a:cubicBezTo>
                <a:lnTo>
                  <a:pt x="14" y="116"/>
                </a:lnTo>
                <a:cubicBezTo>
                  <a:pt x="13" y="115"/>
                  <a:pt x="12" y="115"/>
                  <a:pt x="12" y="114"/>
                </a:cubicBezTo>
                <a:cubicBezTo>
                  <a:pt x="11" y="114"/>
                  <a:pt x="11" y="113"/>
                  <a:pt x="10" y="112"/>
                </a:cubicBezTo>
                <a:cubicBezTo>
                  <a:pt x="10" y="110"/>
                  <a:pt x="11" y="108"/>
                  <a:pt x="13" y="105"/>
                </a:cubicBezTo>
                <a:cubicBezTo>
                  <a:pt x="15" y="104"/>
                  <a:pt x="18" y="102"/>
                  <a:pt x="21" y="101"/>
                </a:cubicBezTo>
                <a:cubicBezTo>
                  <a:pt x="23" y="100"/>
                  <a:pt x="25" y="100"/>
                  <a:pt x="27" y="100"/>
                </a:cubicBezTo>
                <a:cubicBezTo>
                  <a:pt x="30" y="100"/>
                  <a:pt x="32" y="100"/>
                  <a:pt x="34" y="101"/>
                </a:cubicBezTo>
                <a:cubicBezTo>
                  <a:pt x="35" y="101"/>
                  <a:pt x="36" y="102"/>
                  <a:pt x="36" y="103"/>
                </a:cubicBezTo>
                <a:cubicBezTo>
                  <a:pt x="37" y="104"/>
                  <a:pt x="37" y="104"/>
                  <a:pt x="37" y="104"/>
                </a:cubicBezTo>
                <a:cubicBezTo>
                  <a:pt x="37" y="105"/>
                  <a:pt x="36" y="106"/>
                  <a:pt x="36" y="106"/>
                </a:cubicBezTo>
                <a:cubicBezTo>
                  <a:pt x="36" y="107"/>
                  <a:pt x="36" y="107"/>
                  <a:pt x="36" y="107"/>
                </a:cubicBezTo>
                <a:cubicBezTo>
                  <a:pt x="36" y="107"/>
                  <a:pt x="36" y="107"/>
                  <a:pt x="36" y="107"/>
                </a:cubicBezTo>
                <a:cubicBezTo>
                  <a:pt x="37" y="107"/>
                  <a:pt x="37" y="107"/>
                  <a:pt x="38" y="107"/>
                </a:cubicBezTo>
                <a:close/>
              </a:path>
              <a:path w="336" h="189">
                <a:moveTo>
                  <a:pt x="47" y="119"/>
                </a:moveTo>
                <a:lnTo>
                  <a:pt x="48" y="118"/>
                </a:lnTo>
                <a:lnTo>
                  <a:pt x="51" y="122"/>
                </a:lnTo>
                <a:lnTo>
                  <a:pt x="50" y="122"/>
                </a:lnTo>
                <a:cubicBezTo>
                  <a:pt x="49" y="121"/>
                  <a:pt x="49" y="121"/>
                  <a:pt x="48" y="122"/>
                </a:cubicBezTo>
                <a:cubicBezTo>
                  <a:pt x="48" y="122"/>
                  <a:pt x="47" y="122"/>
                  <a:pt x="46" y="123"/>
                </a:cubicBezTo>
                <a:lnTo>
                  <a:pt x="38" y="130"/>
                </a:lnTo>
                <a:cubicBezTo>
                  <a:pt x="36" y="132"/>
                  <a:pt x="34" y="133"/>
                  <a:pt x="33" y="134"/>
                </a:cubicBezTo>
                <a:cubicBezTo>
                  <a:pt x="31" y="135"/>
                  <a:pt x="30" y="135"/>
                  <a:pt x="29" y="135"/>
                </a:cubicBezTo>
                <a:cubicBezTo>
                  <a:pt x="27" y="135"/>
                  <a:pt x="26" y="135"/>
                  <a:pt x="26" y="134"/>
                </a:cubicBezTo>
                <a:cubicBezTo>
                  <a:pt x="25" y="133"/>
                  <a:pt x="24" y="131"/>
                  <a:pt x="25" y="130"/>
                </a:cubicBezTo>
                <a:cubicBezTo>
                  <a:pt x="25" y="129"/>
                  <a:pt x="26" y="128"/>
                  <a:pt x="27" y="126"/>
                </a:cubicBezTo>
                <a:cubicBezTo>
                  <a:pt x="27" y="126"/>
                  <a:pt x="29" y="124"/>
                  <a:pt x="32" y="122"/>
                </a:cubicBezTo>
                <a:lnTo>
                  <a:pt x="39" y="115"/>
                </a:lnTo>
                <a:cubicBezTo>
                  <a:pt x="41" y="114"/>
                  <a:pt x="41" y="114"/>
                  <a:pt x="42" y="113"/>
                </a:cubicBezTo>
                <a:cubicBezTo>
                  <a:pt x="42" y="113"/>
                  <a:pt x="42" y="112"/>
                  <a:pt x="42" y="112"/>
                </a:cubicBezTo>
                <a:lnTo>
                  <a:pt x="41" y="111"/>
                </a:lnTo>
                <a:lnTo>
                  <a:pt x="42" y="111"/>
                </a:lnTo>
                <a:lnTo>
                  <a:pt x="45" y="115"/>
                </a:lnTo>
                <a:lnTo>
                  <a:pt x="45" y="116"/>
                </a:lnTo>
                <a:lnTo>
                  <a:pt x="45" y="115"/>
                </a:lnTo>
                <a:cubicBezTo>
                  <a:pt x="44" y="115"/>
                  <a:pt x="44" y="115"/>
                  <a:pt x="43" y="115"/>
                </a:cubicBezTo>
                <a:cubicBezTo>
                  <a:pt x="43" y="115"/>
                  <a:pt x="42" y="116"/>
                  <a:pt x="41" y="117"/>
                </a:cubicBezTo>
                <a:lnTo>
                  <a:pt x="32" y="124"/>
                </a:lnTo>
                <a:cubicBezTo>
                  <a:pt x="31" y="125"/>
                  <a:pt x="30" y="126"/>
                  <a:pt x="29" y="127"/>
                </a:cubicBezTo>
                <a:cubicBezTo>
                  <a:pt x="28" y="127"/>
                  <a:pt x="28" y="128"/>
                  <a:pt x="27" y="129"/>
                </a:cubicBezTo>
                <a:cubicBezTo>
                  <a:pt x="27" y="130"/>
                  <a:pt x="26" y="130"/>
                  <a:pt x="26" y="131"/>
                </a:cubicBezTo>
                <a:cubicBezTo>
                  <a:pt x="26" y="132"/>
                  <a:pt x="26" y="132"/>
                  <a:pt x="27" y="133"/>
                </a:cubicBezTo>
                <a:cubicBezTo>
                  <a:pt x="27" y="133"/>
                  <a:pt x="28" y="134"/>
                  <a:pt x="29" y="134"/>
                </a:cubicBezTo>
                <a:cubicBezTo>
                  <a:pt x="30" y="134"/>
                  <a:pt x="31" y="133"/>
                  <a:pt x="32" y="133"/>
                </a:cubicBezTo>
                <a:cubicBezTo>
                  <a:pt x="33" y="132"/>
                  <a:pt x="35" y="131"/>
                  <a:pt x="37" y="129"/>
                </a:cubicBezTo>
                <a:lnTo>
                  <a:pt x="45" y="123"/>
                </a:lnTo>
                <a:cubicBezTo>
                  <a:pt x="47" y="122"/>
                  <a:pt x="47" y="121"/>
                  <a:pt x="48" y="120"/>
                </a:cubicBezTo>
                <a:cubicBezTo>
                  <a:pt x="48" y="120"/>
                  <a:pt x="48" y="119"/>
                  <a:pt x="47" y="119"/>
                </a:cubicBezTo>
                <a:close/>
              </a:path>
              <a:path w="336" h="189">
                <a:moveTo>
                  <a:pt x="51" y="121"/>
                </a:moveTo>
                <a:lnTo>
                  <a:pt x="53" y="123"/>
                </a:lnTo>
                <a:lnTo>
                  <a:pt x="46" y="143"/>
                </a:lnTo>
                <a:lnTo>
                  <a:pt x="56" y="132"/>
                </a:lnTo>
                <a:cubicBezTo>
                  <a:pt x="57" y="131"/>
                  <a:pt x="58" y="130"/>
                  <a:pt x="58" y="130"/>
                </a:cubicBezTo>
                <a:cubicBezTo>
                  <a:pt x="58" y="129"/>
                  <a:pt x="58" y="128"/>
                  <a:pt x="58" y="128"/>
                </a:cubicBezTo>
                <a:lnTo>
                  <a:pt x="57" y="128"/>
                </a:lnTo>
                <a:lnTo>
                  <a:pt x="58" y="127"/>
                </a:lnTo>
                <a:lnTo>
                  <a:pt x="61" y="130"/>
                </a:lnTo>
                <a:lnTo>
                  <a:pt x="61" y="131"/>
                </a:lnTo>
                <a:lnTo>
                  <a:pt x="60" y="131"/>
                </a:lnTo>
                <a:cubicBezTo>
                  <a:pt x="60" y="130"/>
                  <a:pt x="60" y="130"/>
                  <a:pt x="59" y="131"/>
                </a:cubicBezTo>
                <a:cubicBezTo>
                  <a:pt x="59" y="131"/>
                  <a:pt x="58" y="131"/>
                  <a:pt x="57" y="133"/>
                </a:cubicBezTo>
                <a:lnTo>
                  <a:pt x="42" y="149"/>
                </a:lnTo>
                <a:lnTo>
                  <a:pt x="50" y="127"/>
                </a:lnTo>
                <a:lnTo>
                  <a:pt x="39" y="140"/>
                </a:lnTo>
                <a:cubicBezTo>
                  <a:pt x="38" y="141"/>
                  <a:pt x="37" y="142"/>
                  <a:pt x="37" y="142"/>
                </a:cubicBezTo>
                <a:cubicBezTo>
                  <a:pt x="37" y="143"/>
                  <a:pt x="37" y="143"/>
                  <a:pt x="37" y="143"/>
                </a:cubicBezTo>
                <a:lnTo>
                  <a:pt x="38" y="144"/>
                </a:lnTo>
                <a:lnTo>
                  <a:pt x="37" y="144"/>
                </a:lnTo>
                <a:lnTo>
                  <a:pt x="34" y="141"/>
                </a:lnTo>
                <a:lnTo>
                  <a:pt x="35" y="141"/>
                </a:lnTo>
                <a:cubicBezTo>
                  <a:pt x="35" y="141"/>
                  <a:pt x="36" y="141"/>
                  <a:pt x="36" y="141"/>
                </a:cubicBezTo>
                <a:cubicBezTo>
                  <a:pt x="37" y="141"/>
                  <a:pt x="37" y="140"/>
                  <a:pt x="38" y="139"/>
                </a:cubicBezTo>
                <a:lnTo>
                  <a:pt x="50" y="125"/>
                </a:lnTo>
                <a:cubicBezTo>
                  <a:pt x="51" y="124"/>
                  <a:pt x="51" y="124"/>
                  <a:pt x="51" y="123"/>
                </a:cubicBezTo>
                <a:cubicBezTo>
                  <a:pt x="51" y="123"/>
                  <a:pt x="51" y="123"/>
                  <a:pt x="51" y="122"/>
                </a:cubicBezTo>
                <a:cubicBezTo>
                  <a:pt x="51" y="122"/>
                  <a:pt x="50" y="122"/>
                  <a:pt x="50" y="121"/>
                </a:cubicBezTo>
                <a:lnTo>
                  <a:pt x="51" y="121"/>
                </a:lnTo>
                <a:close/>
              </a:path>
              <a:path w="336" h="189">
                <a:moveTo>
                  <a:pt x="51" y="155"/>
                </a:moveTo>
                <a:lnTo>
                  <a:pt x="50" y="156"/>
                </a:lnTo>
                <a:lnTo>
                  <a:pt x="46" y="152"/>
                </a:lnTo>
                <a:lnTo>
                  <a:pt x="47" y="151"/>
                </a:lnTo>
                <a:lnTo>
                  <a:pt x="47" y="152"/>
                </a:lnTo>
                <a:cubicBezTo>
                  <a:pt x="47" y="152"/>
                  <a:pt x="48" y="152"/>
                  <a:pt x="49" y="152"/>
                </a:cubicBezTo>
                <a:cubicBezTo>
                  <a:pt x="49" y="152"/>
                  <a:pt x="50" y="151"/>
                  <a:pt x="51" y="150"/>
                </a:cubicBezTo>
                <a:lnTo>
                  <a:pt x="62" y="137"/>
                </a:lnTo>
                <a:cubicBezTo>
                  <a:pt x="63" y="136"/>
                  <a:pt x="63" y="135"/>
                  <a:pt x="63" y="135"/>
                </a:cubicBezTo>
                <a:cubicBezTo>
                  <a:pt x="64" y="134"/>
                  <a:pt x="64" y="134"/>
                  <a:pt x="64" y="134"/>
                </a:cubicBezTo>
                <a:cubicBezTo>
                  <a:pt x="64" y="133"/>
                  <a:pt x="64" y="133"/>
                  <a:pt x="63" y="133"/>
                </a:cubicBezTo>
                <a:lnTo>
                  <a:pt x="63" y="132"/>
                </a:lnTo>
                <a:lnTo>
                  <a:pt x="68" y="136"/>
                </a:lnTo>
                <a:lnTo>
                  <a:pt x="67" y="136"/>
                </a:lnTo>
                <a:cubicBezTo>
                  <a:pt x="66" y="136"/>
                  <a:pt x="66" y="136"/>
                  <a:pt x="65" y="136"/>
                </a:cubicBezTo>
                <a:cubicBezTo>
                  <a:pt x="65" y="136"/>
                  <a:pt x="64" y="137"/>
                  <a:pt x="63" y="138"/>
                </a:cubicBezTo>
                <a:lnTo>
                  <a:pt x="52" y="151"/>
                </a:lnTo>
                <a:cubicBezTo>
                  <a:pt x="51" y="152"/>
                  <a:pt x="51" y="153"/>
                  <a:pt x="50" y="153"/>
                </a:cubicBezTo>
                <a:cubicBezTo>
                  <a:pt x="50" y="153"/>
                  <a:pt x="50" y="153"/>
                  <a:pt x="50" y="154"/>
                </a:cubicBezTo>
                <a:cubicBezTo>
                  <a:pt x="50" y="154"/>
                  <a:pt x="50" y="155"/>
                  <a:pt x="51" y="155"/>
                </a:cubicBezTo>
                <a:close/>
              </a:path>
              <a:path w="336" h="189">
                <a:moveTo>
                  <a:pt x="81" y="143"/>
                </a:moveTo>
                <a:lnTo>
                  <a:pt x="80" y="143"/>
                </a:lnTo>
                <a:cubicBezTo>
                  <a:pt x="80" y="143"/>
                  <a:pt x="79" y="143"/>
                  <a:pt x="79" y="144"/>
                </a:cubicBezTo>
                <a:cubicBezTo>
                  <a:pt x="78" y="144"/>
                  <a:pt x="78" y="145"/>
                  <a:pt x="77" y="146"/>
                </a:cubicBezTo>
                <a:lnTo>
                  <a:pt x="61" y="163"/>
                </a:lnTo>
                <a:lnTo>
                  <a:pt x="61" y="162"/>
                </a:lnTo>
                <a:lnTo>
                  <a:pt x="68" y="140"/>
                </a:lnTo>
                <a:cubicBezTo>
                  <a:pt x="69" y="139"/>
                  <a:pt x="69" y="139"/>
                  <a:pt x="69" y="138"/>
                </a:cubicBezTo>
                <a:cubicBezTo>
                  <a:pt x="69" y="138"/>
                  <a:pt x="69" y="137"/>
                  <a:pt x="69" y="137"/>
                </a:cubicBezTo>
                <a:cubicBezTo>
                  <a:pt x="69" y="137"/>
                  <a:pt x="69" y="137"/>
                  <a:pt x="68" y="136"/>
                </a:cubicBezTo>
                <a:lnTo>
                  <a:pt x="69" y="136"/>
                </a:lnTo>
                <a:lnTo>
                  <a:pt x="73" y="138"/>
                </a:lnTo>
                <a:lnTo>
                  <a:pt x="73" y="139"/>
                </a:lnTo>
                <a:cubicBezTo>
                  <a:pt x="72" y="139"/>
                  <a:pt x="72" y="139"/>
                  <a:pt x="72" y="139"/>
                </a:cubicBezTo>
                <a:cubicBezTo>
                  <a:pt x="71" y="139"/>
                  <a:pt x="71" y="139"/>
                  <a:pt x="71" y="140"/>
                </a:cubicBezTo>
                <a:cubicBezTo>
                  <a:pt x="71" y="140"/>
                  <a:pt x="70" y="141"/>
                  <a:pt x="70" y="143"/>
                </a:cubicBezTo>
                <a:lnTo>
                  <a:pt x="65" y="158"/>
                </a:lnTo>
                <a:lnTo>
                  <a:pt x="75" y="146"/>
                </a:lnTo>
                <a:cubicBezTo>
                  <a:pt x="76" y="145"/>
                  <a:pt x="77" y="144"/>
                  <a:pt x="77" y="144"/>
                </a:cubicBezTo>
                <a:cubicBezTo>
                  <a:pt x="77" y="143"/>
                  <a:pt x="77" y="143"/>
                  <a:pt x="77" y="143"/>
                </a:cubicBezTo>
                <a:cubicBezTo>
                  <a:pt x="77" y="142"/>
                  <a:pt x="77" y="142"/>
                  <a:pt x="77" y="141"/>
                </a:cubicBezTo>
                <a:cubicBezTo>
                  <a:pt x="77" y="141"/>
                  <a:pt x="77" y="141"/>
                  <a:pt x="77" y="141"/>
                </a:cubicBezTo>
                <a:lnTo>
                  <a:pt x="81" y="143"/>
                </a:lnTo>
                <a:close/>
              </a:path>
              <a:path w="336" h="189">
                <a:moveTo>
                  <a:pt x="153" y="160"/>
                </a:moveTo>
                <a:cubicBezTo>
                  <a:pt x="155" y="160"/>
                  <a:pt x="156" y="161"/>
                  <a:pt x="157" y="164"/>
                </a:cubicBezTo>
                <a:cubicBezTo>
                  <a:pt x="159" y="166"/>
                  <a:pt x="159" y="170"/>
                  <a:pt x="159" y="174"/>
                </a:cubicBezTo>
                <a:cubicBezTo>
                  <a:pt x="159" y="178"/>
                  <a:pt x="159" y="181"/>
                  <a:pt x="157" y="184"/>
                </a:cubicBezTo>
                <a:cubicBezTo>
                  <a:pt x="156" y="186"/>
                  <a:pt x="155" y="187"/>
                  <a:pt x="153" y="187"/>
                </a:cubicBezTo>
                <a:cubicBezTo>
                  <a:pt x="151" y="187"/>
                  <a:pt x="150" y="186"/>
                  <a:pt x="148" y="184"/>
                </a:cubicBezTo>
                <a:cubicBezTo>
                  <a:pt x="147" y="181"/>
                  <a:pt x="147" y="178"/>
                  <a:pt x="147" y="174"/>
                </a:cubicBezTo>
                <a:cubicBezTo>
                  <a:pt x="147" y="169"/>
                  <a:pt x="147" y="166"/>
                  <a:pt x="149" y="163"/>
                </a:cubicBezTo>
                <a:cubicBezTo>
                  <a:pt x="150" y="161"/>
                  <a:pt x="151" y="160"/>
                  <a:pt x="153" y="160"/>
                </a:cubicBezTo>
                <a:close/>
                <a:moveTo>
                  <a:pt x="153" y="161"/>
                </a:moveTo>
                <a:cubicBezTo>
                  <a:pt x="152" y="161"/>
                  <a:pt x="151" y="162"/>
                  <a:pt x="150" y="164"/>
                </a:cubicBezTo>
                <a:cubicBezTo>
                  <a:pt x="149" y="166"/>
                  <a:pt x="149" y="169"/>
                  <a:pt x="149" y="174"/>
                </a:cubicBezTo>
                <a:cubicBezTo>
                  <a:pt x="149" y="178"/>
                  <a:pt x="149" y="181"/>
                  <a:pt x="150" y="183"/>
                </a:cubicBezTo>
                <a:cubicBezTo>
                  <a:pt x="151" y="185"/>
                  <a:pt x="152" y="186"/>
                  <a:pt x="153" y="186"/>
                </a:cubicBezTo>
                <a:cubicBezTo>
                  <a:pt x="154" y="186"/>
                  <a:pt x="155" y="185"/>
                  <a:pt x="156" y="183"/>
                </a:cubicBezTo>
                <a:cubicBezTo>
                  <a:pt x="157" y="181"/>
                  <a:pt x="157" y="178"/>
                  <a:pt x="157" y="174"/>
                </a:cubicBezTo>
                <a:cubicBezTo>
                  <a:pt x="157" y="170"/>
                  <a:pt x="157" y="166"/>
                  <a:pt x="156" y="164"/>
                </a:cubicBezTo>
                <a:cubicBezTo>
                  <a:pt x="155" y="162"/>
                  <a:pt x="154" y="161"/>
                  <a:pt x="153" y="161"/>
                </a:cubicBezTo>
                <a:close/>
              </a:path>
              <a:path w="336" h="189">
                <a:moveTo>
                  <a:pt x="165" y="162"/>
                </a:moveTo>
                <a:lnTo>
                  <a:pt x="165" y="172"/>
                </a:lnTo>
                <a:lnTo>
                  <a:pt x="167" y="172"/>
                </a:lnTo>
                <a:cubicBezTo>
                  <a:pt x="168" y="172"/>
                  <a:pt x="168" y="172"/>
                  <a:pt x="168" y="172"/>
                </a:cubicBezTo>
                <a:cubicBezTo>
                  <a:pt x="168" y="171"/>
                  <a:pt x="169" y="170"/>
                  <a:pt x="169" y="169"/>
                </a:cubicBezTo>
                <a:lnTo>
                  <a:pt x="169" y="178"/>
                </a:lnTo>
                <a:cubicBezTo>
                  <a:pt x="169" y="177"/>
                  <a:pt x="169" y="176"/>
                  <a:pt x="169" y="175"/>
                </a:cubicBezTo>
                <a:cubicBezTo>
                  <a:pt x="168" y="175"/>
                  <a:pt x="168" y="175"/>
                  <a:pt x="168" y="174"/>
                </a:cubicBezTo>
                <a:cubicBezTo>
                  <a:pt x="168" y="174"/>
                  <a:pt x="167" y="174"/>
                  <a:pt x="167" y="174"/>
                </a:cubicBezTo>
                <a:lnTo>
                  <a:pt x="165" y="174"/>
                </a:lnTo>
                <a:lnTo>
                  <a:pt x="165" y="182"/>
                </a:lnTo>
                <a:cubicBezTo>
                  <a:pt x="165" y="184"/>
                  <a:pt x="165" y="184"/>
                  <a:pt x="165" y="185"/>
                </a:cubicBezTo>
                <a:cubicBezTo>
                  <a:pt x="165" y="185"/>
                  <a:pt x="165" y="185"/>
                  <a:pt x="165" y="186"/>
                </a:cubicBezTo>
                <a:cubicBezTo>
                  <a:pt x="165" y="186"/>
                  <a:pt x="166" y="186"/>
                  <a:pt x="166" y="186"/>
                </a:cubicBezTo>
                <a:lnTo>
                  <a:pt x="167" y="186"/>
                </a:lnTo>
                <a:lnTo>
                  <a:pt x="167" y="187"/>
                </a:lnTo>
                <a:lnTo>
                  <a:pt x="161" y="187"/>
                </a:lnTo>
                <a:lnTo>
                  <a:pt x="161" y="186"/>
                </a:lnTo>
                <a:cubicBezTo>
                  <a:pt x="162" y="186"/>
                  <a:pt x="162" y="186"/>
                  <a:pt x="163" y="185"/>
                </a:cubicBezTo>
                <a:cubicBezTo>
                  <a:pt x="163" y="185"/>
                  <a:pt x="163" y="184"/>
                  <a:pt x="163" y="182"/>
                </a:cubicBezTo>
                <a:lnTo>
                  <a:pt x="163" y="165"/>
                </a:lnTo>
                <a:cubicBezTo>
                  <a:pt x="163" y="164"/>
                  <a:pt x="163" y="163"/>
                  <a:pt x="163" y="163"/>
                </a:cubicBezTo>
                <a:cubicBezTo>
                  <a:pt x="163" y="162"/>
                  <a:pt x="162" y="162"/>
                  <a:pt x="162" y="162"/>
                </a:cubicBezTo>
                <a:cubicBezTo>
                  <a:pt x="162" y="161"/>
                  <a:pt x="162" y="161"/>
                  <a:pt x="161" y="161"/>
                </a:cubicBezTo>
                <a:lnTo>
                  <a:pt x="171" y="161"/>
                </a:lnTo>
                <a:lnTo>
                  <a:pt x="171" y="166"/>
                </a:lnTo>
                <a:lnTo>
                  <a:pt x="170" y="166"/>
                </a:lnTo>
                <a:cubicBezTo>
                  <a:pt x="170" y="165"/>
                  <a:pt x="170" y="164"/>
                  <a:pt x="170" y="164"/>
                </a:cubicBezTo>
                <a:cubicBezTo>
                  <a:pt x="170" y="163"/>
                  <a:pt x="169" y="163"/>
                  <a:pt x="169" y="162"/>
                </a:cubicBezTo>
                <a:cubicBezTo>
                  <a:pt x="169" y="162"/>
                  <a:pt x="168" y="162"/>
                  <a:pt x="168" y="162"/>
                </a:cubicBezTo>
                <a:lnTo>
                  <a:pt x="165" y="162"/>
                </a:lnTo>
                <a:close/>
              </a:path>
              <a:path w="336" h="189">
                <a:moveTo>
                  <a:pt x="92" y="176"/>
                </a:moveTo>
                <a:lnTo>
                  <a:pt x="89" y="175"/>
                </a:lnTo>
                <a:lnTo>
                  <a:pt x="91" y="162"/>
                </a:lnTo>
                <a:cubicBezTo>
                  <a:pt x="90" y="162"/>
                  <a:pt x="90" y="161"/>
                  <a:pt x="90" y="161"/>
                </a:cubicBezTo>
                <a:cubicBezTo>
                  <a:pt x="90" y="161"/>
                  <a:pt x="90" y="161"/>
                  <a:pt x="90" y="161"/>
                </a:cubicBezTo>
                <a:cubicBezTo>
                  <a:pt x="90" y="161"/>
                  <a:pt x="90" y="161"/>
                  <a:pt x="89" y="161"/>
                </a:cubicBezTo>
                <a:lnTo>
                  <a:pt x="86" y="168"/>
                </a:lnTo>
                <a:cubicBezTo>
                  <a:pt x="85" y="169"/>
                  <a:pt x="85" y="170"/>
                  <a:pt x="84" y="171"/>
                </a:cubicBezTo>
                <a:cubicBezTo>
                  <a:pt x="84" y="171"/>
                  <a:pt x="85" y="172"/>
                  <a:pt x="85" y="172"/>
                </a:cubicBezTo>
                <a:lnTo>
                  <a:pt x="85" y="173"/>
                </a:lnTo>
                <a:lnTo>
                  <a:pt x="80" y="170"/>
                </a:lnTo>
                <a:lnTo>
                  <a:pt x="81" y="169"/>
                </a:lnTo>
                <a:lnTo>
                  <a:pt x="81" y="170"/>
                </a:lnTo>
                <a:cubicBezTo>
                  <a:pt x="81" y="170"/>
                  <a:pt x="82" y="170"/>
                  <a:pt x="83" y="169"/>
                </a:cubicBezTo>
                <a:cubicBezTo>
                  <a:pt x="83" y="169"/>
                  <a:pt x="83" y="168"/>
                  <a:pt x="84" y="167"/>
                </a:cubicBezTo>
                <a:lnTo>
                  <a:pt x="92" y="152"/>
                </a:lnTo>
                <a:cubicBezTo>
                  <a:pt x="93" y="151"/>
                  <a:pt x="94" y="150"/>
                  <a:pt x="94" y="149"/>
                </a:cubicBezTo>
                <a:cubicBezTo>
                  <a:pt x="94" y="149"/>
                  <a:pt x="94" y="148"/>
                  <a:pt x="93" y="148"/>
                </a:cubicBezTo>
                <a:lnTo>
                  <a:pt x="93" y="147"/>
                </a:lnTo>
                <a:lnTo>
                  <a:pt x="97" y="149"/>
                </a:lnTo>
                <a:cubicBezTo>
                  <a:pt x="98" y="150"/>
                  <a:pt x="99" y="151"/>
                  <a:pt x="100" y="151"/>
                </a:cubicBezTo>
                <a:cubicBezTo>
                  <a:pt x="100" y="152"/>
                  <a:pt x="100" y="153"/>
                  <a:pt x="100" y="154"/>
                </a:cubicBezTo>
                <a:cubicBezTo>
                  <a:pt x="100" y="155"/>
                  <a:pt x="99" y="157"/>
                  <a:pt x="99" y="158"/>
                </a:cubicBezTo>
                <a:cubicBezTo>
                  <a:pt x="98" y="159"/>
                  <a:pt x="97" y="160"/>
                  <a:pt x="96" y="161"/>
                </a:cubicBezTo>
                <a:cubicBezTo>
                  <a:pt x="95" y="162"/>
                  <a:pt x="94" y="162"/>
                  <a:pt x="93" y="162"/>
                </a:cubicBezTo>
                <a:lnTo>
                  <a:pt x="91" y="170"/>
                </a:lnTo>
                <a:cubicBezTo>
                  <a:pt x="91" y="172"/>
                  <a:pt x="91" y="173"/>
                  <a:pt x="91" y="174"/>
                </a:cubicBezTo>
                <a:cubicBezTo>
                  <a:pt x="91" y="175"/>
                  <a:pt x="91" y="175"/>
                  <a:pt x="92" y="176"/>
                </a:cubicBezTo>
                <a:close/>
                <a:moveTo>
                  <a:pt x="90" y="160"/>
                </a:moveTo>
                <a:cubicBezTo>
                  <a:pt x="90" y="160"/>
                  <a:pt x="90" y="160"/>
                  <a:pt x="90" y="160"/>
                </a:cubicBezTo>
                <a:cubicBezTo>
                  <a:pt x="90" y="160"/>
                  <a:pt x="90" y="160"/>
                  <a:pt x="91" y="160"/>
                </a:cubicBezTo>
                <a:cubicBezTo>
                  <a:pt x="92" y="161"/>
                  <a:pt x="93" y="161"/>
                  <a:pt x="94" y="160"/>
                </a:cubicBezTo>
                <a:cubicBezTo>
                  <a:pt x="95" y="160"/>
                  <a:pt x="96" y="158"/>
                  <a:pt x="97" y="157"/>
                </a:cubicBezTo>
                <a:cubicBezTo>
                  <a:pt x="97" y="156"/>
                  <a:pt x="98" y="154"/>
                  <a:pt x="98" y="153"/>
                </a:cubicBezTo>
                <a:cubicBezTo>
                  <a:pt x="98" y="152"/>
                  <a:pt x="98" y="151"/>
                  <a:pt x="97" y="151"/>
                </a:cubicBezTo>
                <a:cubicBezTo>
                  <a:pt x="97" y="151"/>
                  <a:pt x="96" y="150"/>
                  <a:pt x="95" y="150"/>
                </a:cubicBezTo>
                <a:lnTo>
                  <a:pt x="90" y="160"/>
                </a:lnTo>
                <a:close/>
              </a:path>
              <a:path w="336" h="189">
                <a:moveTo>
                  <a:pt x="110" y="153"/>
                </a:moveTo>
                <a:lnTo>
                  <a:pt x="107" y="161"/>
                </a:lnTo>
                <a:cubicBezTo>
                  <a:pt x="107" y="160"/>
                  <a:pt x="108" y="158"/>
                  <a:pt x="108" y="157"/>
                </a:cubicBezTo>
                <a:cubicBezTo>
                  <a:pt x="108" y="156"/>
                  <a:pt x="108" y="155"/>
                  <a:pt x="107" y="154"/>
                </a:cubicBezTo>
                <a:cubicBezTo>
                  <a:pt x="107" y="154"/>
                  <a:pt x="107" y="153"/>
                  <a:pt x="106" y="153"/>
                </a:cubicBezTo>
                <a:cubicBezTo>
                  <a:pt x="105" y="153"/>
                  <a:pt x="105" y="153"/>
                  <a:pt x="104" y="154"/>
                </a:cubicBezTo>
                <a:cubicBezTo>
                  <a:pt x="103" y="154"/>
                  <a:pt x="103" y="155"/>
                  <a:pt x="103" y="156"/>
                </a:cubicBezTo>
                <a:cubicBezTo>
                  <a:pt x="102" y="157"/>
                  <a:pt x="102" y="157"/>
                  <a:pt x="102" y="158"/>
                </a:cubicBezTo>
                <a:cubicBezTo>
                  <a:pt x="102" y="159"/>
                  <a:pt x="103" y="161"/>
                  <a:pt x="104" y="163"/>
                </a:cubicBezTo>
                <a:cubicBezTo>
                  <a:pt x="104" y="164"/>
                  <a:pt x="105" y="166"/>
                  <a:pt x="105" y="166"/>
                </a:cubicBezTo>
                <a:cubicBezTo>
                  <a:pt x="105" y="167"/>
                  <a:pt x="105" y="168"/>
                  <a:pt x="105" y="169"/>
                </a:cubicBezTo>
                <a:cubicBezTo>
                  <a:pt x="105" y="170"/>
                  <a:pt x="105" y="171"/>
                  <a:pt x="104" y="172"/>
                </a:cubicBezTo>
                <a:cubicBezTo>
                  <a:pt x="104" y="174"/>
                  <a:pt x="103" y="175"/>
                  <a:pt x="101" y="177"/>
                </a:cubicBezTo>
                <a:cubicBezTo>
                  <a:pt x="100" y="178"/>
                  <a:pt x="99" y="178"/>
                  <a:pt x="98" y="178"/>
                </a:cubicBezTo>
                <a:cubicBezTo>
                  <a:pt x="97" y="177"/>
                  <a:pt x="97" y="177"/>
                  <a:pt x="97" y="177"/>
                </a:cubicBezTo>
                <a:cubicBezTo>
                  <a:pt x="97" y="177"/>
                  <a:pt x="96" y="177"/>
                  <a:pt x="96" y="176"/>
                </a:cubicBezTo>
                <a:cubicBezTo>
                  <a:pt x="96" y="175"/>
                  <a:pt x="95" y="175"/>
                  <a:pt x="95" y="175"/>
                </a:cubicBezTo>
                <a:cubicBezTo>
                  <a:pt x="95" y="175"/>
                  <a:pt x="95" y="175"/>
                  <a:pt x="95" y="175"/>
                </a:cubicBezTo>
                <a:cubicBezTo>
                  <a:pt x="94" y="175"/>
                  <a:pt x="94" y="176"/>
                  <a:pt x="94" y="176"/>
                </a:cubicBezTo>
                <a:lnTo>
                  <a:pt x="97" y="168"/>
                </a:lnTo>
                <a:cubicBezTo>
                  <a:pt x="97" y="170"/>
                  <a:pt x="96" y="171"/>
                  <a:pt x="96" y="172"/>
                </a:cubicBezTo>
                <a:cubicBezTo>
                  <a:pt x="96" y="173"/>
                  <a:pt x="96" y="174"/>
                  <a:pt x="97" y="175"/>
                </a:cubicBezTo>
                <a:cubicBezTo>
                  <a:pt x="97" y="175"/>
                  <a:pt x="98" y="176"/>
                  <a:pt x="98" y="176"/>
                </a:cubicBezTo>
                <a:cubicBezTo>
                  <a:pt x="99" y="176"/>
                  <a:pt x="100" y="176"/>
                  <a:pt x="100" y="176"/>
                </a:cubicBezTo>
                <a:cubicBezTo>
                  <a:pt x="101" y="175"/>
                  <a:pt x="102" y="174"/>
                  <a:pt x="102" y="173"/>
                </a:cubicBezTo>
                <a:cubicBezTo>
                  <a:pt x="102" y="172"/>
                  <a:pt x="102" y="172"/>
                  <a:pt x="103" y="171"/>
                </a:cubicBezTo>
                <a:cubicBezTo>
                  <a:pt x="103" y="170"/>
                  <a:pt x="103" y="170"/>
                  <a:pt x="102" y="169"/>
                </a:cubicBezTo>
                <a:cubicBezTo>
                  <a:pt x="102" y="169"/>
                  <a:pt x="102" y="168"/>
                  <a:pt x="101" y="166"/>
                </a:cubicBezTo>
                <a:cubicBezTo>
                  <a:pt x="101" y="164"/>
                  <a:pt x="100" y="163"/>
                  <a:pt x="100" y="162"/>
                </a:cubicBezTo>
                <a:cubicBezTo>
                  <a:pt x="100" y="161"/>
                  <a:pt x="100" y="161"/>
                  <a:pt x="100" y="160"/>
                </a:cubicBezTo>
                <a:cubicBezTo>
                  <a:pt x="100" y="159"/>
                  <a:pt x="100" y="158"/>
                  <a:pt x="101" y="157"/>
                </a:cubicBezTo>
                <a:cubicBezTo>
                  <a:pt x="101" y="155"/>
                  <a:pt x="102" y="153"/>
                  <a:pt x="103" y="152"/>
                </a:cubicBezTo>
                <a:cubicBezTo>
                  <a:pt x="105" y="151"/>
                  <a:pt x="106" y="151"/>
                  <a:pt x="107" y="151"/>
                </a:cubicBezTo>
                <a:cubicBezTo>
                  <a:pt x="107" y="152"/>
                  <a:pt x="108" y="152"/>
                  <a:pt x="108" y="153"/>
                </a:cubicBezTo>
                <a:cubicBezTo>
                  <a:pt x="109" y="154"/>
                  <a:pt x="109" y="154"/>
                  <a:pt x="109" y="154"/>
                </a:cubicBezTo>
                <a:cubicBezTo>
                  <a:pt x="109" y="154"/>
                  <a:pt x="109" y="154"/>
                  <a:pt x="109" y="154"/>
                </a:cubicBezTo>
                <a:cubicBezTo>
                  <a:pt x="110" y="154"/>
                  <a:pt x="110" y="153"/>
                  <a:pt x="110" y="153"/>
                </a:cubicBezTo>
                <a:close/>
              </a:path>
              <a:path w="336" h="189">
                <a:moveTo>
                  <a:pt x="138" y="160"/>
                </a:moveTo>
                <a:lnTo>
                  <a:pt x="143" y="160"/>
                </a:lnTo>
                <a:lnTo>
                  <a:pt x="143" y="161"/>
                </a:lnTo>
                <a:lnTo>
                  <a:pt x="142" y="161"/>
                </a:lnTo>
                <a:cubicBezTo>
                  <a:pt x="142" y="161"/>
                  <a:pt x="142" y="161"/>
                  <a:pt x="142" y="161"/>
                </a:cubicBezTo>
                <a:cubicBezTo>
                  <a:pt x="141" y="162"/>
                  <a:pt x="141" y="162"/>
                  <a:pt x="141" y="163"/>
                </a:cubicBezTo>
                <a:cubicBezTo>
                  <a:pt x="140" y="163"/>
                  <a:pt x="140" y="164"/>
                  <a:pt x="139" y="165"/>
                </a:cubicBezTo>
                <a:lnTo>
                  <a:pt x="135" y="175"/>
                </a:lnTo>
                <a:lnTo>
                  <a:pt x="134" y="181"/>
                </a:lnTo>
                <a:cubicBezTo>
                  <a:pt x="134" y="183"/>
                  <a:pt x="134" y="184"/>
                  <a:pt x="134" y="184"/>
                </a:cubicBezTo>
                <a:cubicBezTo>
                  <a:pt x="135" y="185"/>
                  <a:pt x="135" y="185"/>
                  <a:pt x="135" y="185"/>
                </a:cubicBezTo>
                <a:lnTo>
                  <a:pt x="136" y="185"/>
                </a:lnTo>
                <a:lnTo>
                  <a:pt x="136" y="186"/>
                </a:lnTo>
                <a:lnTo>
                  <a:pt x="130" y="185"/>
                </a:lnTo>
                <a:lnTo>
                  <a:pt x="131" y="185"/>
                </a:lnTo>
                <a:cubicBezTo>
                  <a:pt x="131" y="185"/>
                  <a:pt x="132" y="184"/>
                  <a:pt x="132" y="184"/>
                </a:cubicBezTo>
                <a:cubicBezTo>
                  <a:pt x="132" y="183"/>
                  <a:pt x="132" y="183"/>
                  <a:pt x="133" y="181"/>
                </a:cubicBezTo>
                <a:lnTo>
                  <a:pt x="133" y="175"/>
                </a:lnTo>
                <a:lnTo>
                  <a:pt x="131" y="164"/>
                </a:lnTo>
                <a:cubicBezTo>
                  <a:pt x="131" y="162"/>
                  <a:pt x="130" y="161"/>
                  <a:pt x="130" y="161"/>
                </a:cubicBezTo>
                <a:cubicBezTo>
                  <a:pt x="130" y="161"/>
                  <a:pt x="130" y="160"/>
                  <a:pt x="130" y="160"/>
                </a:cubicBezTo>
                <a:cubicBezTo>
                  <a:pt x="129" y="160"/>
                  <a:pt x="129" y="160"/>
                  <a:pt x="129" y="159"/>
                </a:cubicBezTo>
                <a:lnTo>
                  <a:pt x="135" y="159"/>
                </a:lnTo>
                <a:lnTo>
                  <a:pt x="135" y="160"/>
                </a:lnTo>
                <a:lnTo>
                  <a:pt x="134" y="160"/>
                </a:lnTo>
                <a:cubicBezTo>
                  <a:pt x="134" y="160"/>
                  <a:pt x="134" y="160"/>
                  <a:pt x="133" y="160"/>
                </a:cubicBezTo>
                <a:cubicBezTo>
                  <a:pt x="133" y="161"/>
                  <a:pt x="133" y="161"/>
                  <a:pt x="133" y="162"/>
                </a:cubicBezTo>
                <a:cubicBezTo>
                  <a:pt x="133" y="162"/>
                  <a:pt x="133" y="163"/>
                  <a:pt x="133" y="164"/>
                </a:cubicBezTo>
                <a:lnTo>
                  <a:pt x="135" y="173"/>
                </a:lnTo>
                <a:lnTo>
                  <a:pt x="138" y="165"/>
                </a:lnTo>
                <a:cubicBezTo>
                  <a:pt x="139" y="164"/>
                  <a:pt x="139" y="163"/>
                  <a:pt x="139" y="163"/>
                </a:cubicBezTo>
                <a:cubicBezTo>
                  <a:pt x="139" y="162"/>
                  <a:pt x="139" y="162"/>
                  <a:pt x="139" y="162"/>
                </a:cubicBezTo>
                <a:cubicBezTo>
                  <a:pt x="139" y="161"/>
                  <a:pt x="139" y="161"/>
                  <a:pt x="139" y="161"/>
                </a:cubicBezTo>
                <a:cubicBezTo>
                  <a:pt x="139" y="161"/>
                  <a:pt x="139" y="161"/>
                  <a:pt x="138" y="161"/>
                </a:cubicBezTo>
                <a:lnTo>
                  <a:pt x="138" y="160"/>
                </a:lnTo>
                <a:close/>
              </a:path>
              <a:path w="336" h="189">
                <a:moveTo>
                  <a:pt x="84" y="146"/>
                </a:moveTo>
                <a:lnTo>
                  <a:pt x="79" y="155"/>
                </a:lnTo>
                <a:lnTo>
                  <a:pt x="82" y="156"/>
                </a:lnTo>
                <a:cubicBezTo>
                  <a:pt x="83" y="157"/>
                  <a:pt x="83" y="157"/>
                  <a:pt x="84" y="156"/>
                </a:cubicBezTo>
                <a:cubicBezTo>
                  <a:pt x="84" y="156"/>
                  <a:pt x="85" y="155"/>
                  <a:pt x="86" y="154"/>
                </a:cubicBezTo>
                <a:lnTo>
                  <a:pt x="82" y="162"/>
                </a:lnTo>
                <a:lnTo>
                  <a:pt x="81" y="162"/>
                </a:lnTo>
                <a:cubicBezTo>
                  <a:pt x="82" y="161"/>
                  <a:pt x="82" y="160"/>
                  <a:pt x="82" y="160"/>
                </a:cubicBezTo>
                <a:cubicBezTo>
                  <a:pt x="82" y="159"/>
                  <a:pt x="82" y="159"/>
                  <a:pt x="82" y="158"/>
                </a:cubicBezTo>
                <a:cubicBezTo>
                  <a:pt x="82" y="158"/>
                  <a:pt x="82" y="158"/>
                  <a:pt x="81" y="157"/>
                </a:cubicBezTo>
                <a:lnTo>
                  <a:pt x="79" y="156"/>
                </a:lnTo>
                <a:lnTo>
                  <a:pt x="75" y="164"/>
                </a:lnTo>
                <a:cubicBezTo>
                  <a:pt x="74" y="165"/>
                  <a:pt x="74" y="165"/>
                  <a:pt x="74" y="166"/>
                </a:cubicBezTo>
                <a:cubicBezTo>
                  <a:pt x="74" y="166"/>
                  <a:pt x="74" y="166"/>
                  <a:pt x="74" y="166"/>
                </a:cubicBezTo>
                <a:cubicBezTo>
                  <a:pt x="74" y="166"/>
                  <a:pt x="74" y="167"/>
                  <a:pt x="74" y="167"/>
                </a:cubicBezTo>
                <a:lnTo>
                  <a:pt x="76" y="168"/>
                </a:lnTo>
                <a:cubicBezTo>
                  <a:pt x="77" y="168"/>
                  <a:pt x="77" y="168"/>
                  <a:pt x="78" y="168"/>
                </a:cubicBezTo>
                <a:cubicBezTo>
                  <a:pt x="78" y="168"/>
                  <a:pt x="79" y="168"/>
                  <a:pt x="79" y="168"/>
                </a:cubicBezTo>
                <a:cubicBezTo>
                  <a:pt x="80" y="167"/>
                  <a:pt x="81" y="166"/>
                  <a:pt x="82" y="165"/>
                </a:cubicBezTo>
                <a:lnTo>
                  <a:pt x="78" y="171"/>
                </a:lnTo>
                <a:lnTo>
                  <a:pt x="69" y="166"/>
                </a:lnTo>
                <a:lnTo>
                  <a:pt x="70" y="165"/>
                </a:lnTo>
                <a:cubicBezTo>
                  <a:pt x="70" y="166"/>
                  <a:pt x="71" y="166"/>
                  <a:pt x="71" y="165"/>
                </a:cubicBezTo>
                <a:cubicBezTo>
                  <a:pt x="71" y="165"/>
                  <a:pt x="72" y="165"/>
                  <a:pt x="72" y="165"/>
                </a:cubicBezTo>
                <a:cubicBezTo>
                  <a:pt x="72" y="164"/>
                  <a:pt x="73" y="164"/>
                  <a:pt x="73" y="163"/>
                </a:cubicBezTo>
                <a:lnTo>
                  <a:pt x="81" y="148"/>
                </a:lnTo>
                <a:cubicBezTo>
                  <a:pt x="82" y="146"/>
                  <a:pt x="82" y="145"/>
                  <a:pt x="82" y="145"/>
                </a:cubicBezTo>
                <a:cubicBezTo>
                  <a:pt x="82" y="144"/>
                  <a:pt x="82" y="144"/>
                  <a:pt x="82" y="144"/>
                </a:cubicBezTo>
                <a:lnTo>
                  <a:pt x="81" y="143"/>
                </a:lnTo>
                <a:lnTo>
                  <a:pt x="82" y="143"/>
                </a:lnTo>
                <a:lnTo>
                  <a:pt x="91" y="147"/>
                </a:lnTo>
                <a:lnTo>
                  <a:pt x="88" y="153"/>
                </a:lnTo>
                <a:lnTo>
                  <a:pt x="88" y="152"/>
                </a:lnTo>
                <a:cubicBezTo>
                  <a:pt x="88" y="151"/>
                  <a:pt x="89" y="150"/>
                  <a:pt x="89" y="150"/>
                </a:cubicBezTo>
                <a:cubicBezTo>
                  <a:pt x="89" y="149"/>
                  <a:pt x="89" y="149"/>
                  <a:pt x="89" y="148"/>
                </a:cubicBezTo>
                <a:cubicBezTo>
                  <a:pt x="88" y="148"/>
                  <a:pt x="88" y="148"/>
                  <a:pt x="87" y="147"/>
                </a:cubicBezTo>
                <a:lnTo>
                  <a:pt x="84" y="146"/>
                </a:lnTo>
                <a:close/>
              </a:path>
              <a:path w="336" h="189">
                <a:moveTo>
                  <a:pt x="108" y="180"/>
                </a:moveTo>
                <a:lnTo>
                  <a:pt x="108" y="180"/>
                </a:lnTo>
                <a:lnTo>
                  <a:pt x="103" y="178"/>
                </a:lnTo>
                <a:lnTo>
                  <a:pt x="103" y="177"/>
                </a:lnTo>
                <a:lnTo>
                  <a:pt x="104" y="178"/>
                </a:lnTo>
                <a:cubicBezTo>
                  <a:pt x="104" y="178"/>
                  <a:pt x="105" y="178"/>
                  <a:pt x="105" y="177"/>
                </a:cubicBezTo>
                <a:cubicBezTo>
                  <a:pt x="105" y="177"/>
                  <a:pt x="106" y="176"/>
                  <a:pt x="106" y="174"/>
                </a:cubicBezTo>
                <a:lnTo>
                  <a:pt x="113" y="159"/>
                </a:lnTo>
                <a:cubicBezTo>
                  <a:pt x="113" y="157"/>
                  <a:pt x="113" y="157"/>
                  <a:pt x="113" y="156"/>
                </a:cubicBezTo>
                <a:cubicBezTo>
                  <a:pt x="113" y="156"/>
                  <a:pt x="113" y="156"/>
                  <a:pt x="113" y="155"/>
                </a:cubicBezTo>
                <a:cubicBezTo>
                  <a:pt x="113" y="155"/>
                  <a:pt x="113" y="155"/>
                  <a:pt x="113" y="154"/>
                </a:cubicBezTo>
                <a:lnTo>
                  <a:pt x="112" y="154"/>
                </a:lnTo>
                <a:lnTo>
                  <a:pt x="113" y="154"/>
                </a:lnTo>
                <a:lnTo>
                  <a:pt x="118" y="156"/>
                </a:lnTo>
                <a:lnTo>
                  <a:pt x="117" y="156"/>
                </a:lnTo>
                <a:cubicBezTo>
                  <a:pt x="117" y="156"/>
                  <a:pt x="116" y="156"/>
                  <a:pt x="116" y="157"/>
                </a:cubicBezTo>
                <a:cubicBezTo>
                  <a:pt x="115" y="157"/>
                  <a:pt x="115" y="158"/>
                  <a:pt x="114" y="159"/>
                </a:cubicBezTo>
                <a:lnTo>
                  <a:pt x="108" y="175"/>
                </a:lnTo>
                <a:cubicBezTo>
                  <a:pt x="108" y="176"/>
                  <a:pt x="107" y="177"/>
                  <a:pt x="107" y="178"/>
                </a:cubicBezTo>
                <a:cubicBezTo>
                  <a:pt x="107" y="178"/>
                  <a:pt x="107" y="178"/>
                  <a:pt x="107" y="179"/>
                </a:cubicBezTo>
                <a:cubicBezTo>
                  <a:pt x="107" y="179"/>
                  <a:pt x="108" y="179"/>
                  <a:pt x="108" y="179"/>
                </a:cubicBezTo>
                <a:lnTo>
                  <a:pt x="108" y="180"/>
                </a:lnTo>
                <a:close/>
              </a:path>
              <a:path w="336" h="189">
                <a:moveTo>
                  <a:pt x="129" y="158"/>
                </a:moveTo>
                <a:lnTo>
                  <a:pt x="128" y="164"/>
                </a:lnTo>
                <a:cubicBezTo>
                  <a:pt x="128" y="163"/>
                  <a:pt x="128" y="162"/>
                  <a:pt x="128" y="162"/>
                </a:cubicBezTo>
                <a:cubicBezTo>
                  <a:pt x="128" y="161"/>
                  <a:pt x="128" y="161"/>
                  <a:pt x="128" y="160"/>
                </a:cubicBezTo>
                <a:cubicBezTo>
                  <a:pt x="127" y="160"/>
                  <a:pt x="127" y="159"/>
                  <a:pt x="126" y="159"/>
                </a:cubicBezTo>
                <a:lnTo>
                  <a:pt x="125" y="159"/>
                </a:lnTo>
                <a:lnTo>
                  <a:pt x="120" y="178"/>
                </a:lnTo>
                <a:cubicBezTo>
                  <a:pt x="119" y="180"/>
                  <a:pt x="119" y="181"/>
                  <a:pt x="119" y="181"/>
                </a:cubicBezTo>
                <a:cubicBezTo>
                  <a:pt x="119" y="182"/>
                  <a:pt x="119" y="182"/>
                  <a:pt x="120" y="182"/>
                </a:cubicBezTo>
                <a:lnTo>
                  <a:pt x="120" y="183"/>
                </a:lnTo>
                <a:lnTo>
                  <a:pt x="115" y="182"/>
                </a:lnTo>
                <a:lnTo>
                  <a:pt x="115" y="181"/>
                </a:lnTo>
                <a:cubicBezTo>
                  <a:pt x="116" y="181"/>
                  <a:pt x="116" y="181"/>
                  <a:pt x="117" y="180"/>
                </a:cubicBezTo>
                <a:cubicBezTo>
                  <a:pt x="117" y="180"/>
                  <a:pt x="117" y="179"/>
                  <a:pt x="118" y="178"/>
                </a:cubicBezTo>
                <a:lnTo>
                  <a:pt x="123" y="158"/>
                </a:lnTo>
                <a:lnTo>
                  <a:pt x="121" y="158"/>
                </a:lnTo>
                <a:cubicBezTo>
                  <a:pt x="121" y="158"/>
                  <a:pt x="120" y="158"/>
                  <a:pt x="120" y="158"/>
                </a:cubicBezTo>
                <a:cubicBezTo>
                  <a:pt x="120" y="158"/>
                  <a:pt x="119" y="158"/>
                  <a:pt x="119" y="159"/>
                </a:cubicBezTo>
                <a:cubicBezTo>
                  <a:pt x="119" y="160"/>
                  <a:pt x="118" y="160"/>
                  <a:pt x="118" y="162"/>
                </a:cubicBezTo>
                <a:lnTo>
                  <a:pt x="117" y="161"/>
                </a:lnTo>
                <a:lnTo>
                  <a:pt x="119" y="156"/>
                </a:lnTo>
                <a:lnTo>
                  <a:pt x="129" y="158"/>
                </a:lnTo>
                <a:close/>
              </a:path>
              <a:path w="336" h="189">
                <a:moveTo>
                  <a:pt x="209" y="181"/>
                </a:moveTo>
                <a:lnTo>
                  <a:pt x="210" y="181"/>
                </a:lnTo>
                <a:lnTo>
                  <a:pt x="204" y="183"/>
                </a:lnTo>
                <a:lnTo>
                  <a:pt x="204" y="182"/>
                </a:lnTo>
                <a:lnTo>
                  <a:pt x="205" y="182"/>
                </a:lnTo>
                <a:cubicBezTo>
                  <a:pt x="205" y="182"/>
                  <a:pt x="205" y="181"/>
                  <a:pt x="206" y="181"/>
                </a:cubicBezTo>
                <a:cubicBezTo>
                  <a:pt x="206" y="180"/>
                  <a:pt x="205" y="179"/>
                  <a:pt x="205" y="178"/>
                </a:cubicBezTo>
                <a:lnTo>
                  <a:pt x="202" y="161"/>
                </a:lnTo>
                <a:cubicBezTo>
                  <a:pt x="201" y="160"/>
                  <a:pt x="201" y="159"/>
                  <a:pt x="201" y="159"/>
                </a:cubicBezTo>
                <a:cubicBezTo>
                  <a:pt x="201" y="158"/>
                  <a:pt x="201" y="158"/>
                  <a:pt x="200" y="158"/>
                </a:cubicBezTo>
                <a:cubicBezTo>
                  <a:pt x="200" y="158"/>
                  <a:pt x="200" y="158"/>
                  <a:pt x="199" y="158"/>
                </a:cubicBezTo>
                <a:lnTo>
                  <a:pt x="199" y="157"/>
                </a:lnTo>
                <a:lnTo>
                  <a:pt x="204" y="156"/>
                </a:lnTo>
                <a:lnTo>
                  <a:pt x="204" y="157"/>
                </a:lnTo>
                <a:cubicBezTo>
                  <a:pt x="203" y="157"/>
                  <a:pt x="203" y="157"/>
                  <a:pt x="203" y="158"/>
                </a:cubicBezTo>
                <a:cubicBezTo>
                  <a:pt x="203" y="158"/>
                  <a:pt x="203" y="159"/>
                  <a:pt x="203" y="161"/>
                </a:cubicBezTo>
                <a:lnTo>
                  <a:pt x="207" y="177"/>
                </a:lnTo>
                <a:cubicBezTo>
                  <a:pt x="207" y="179"/>
                  <a:pt x="207" y="179"/>
                  <a:pt x="208" y="180"/>
                </a:cubicBezTo>
                <a:cubicBezTo>
                  <a:pt x="208" y="180"/>
                  <a:pt x="208" y="180"/>
                  <a:pt x="208" y="181"/>
                </a:cubicBezTo>
                <a:cubicBezTo>
                  <a:pt x="208" y="181"/>
                  <a:pt x="209" y="181"/>
                  <a:pt x="209" y="181"/>
                </a:cubicBezTo>
                <a:close/>
              </a:path>
              <a:path w="336" h="189">
                <a:moveTo>
                  <a:pt x="197" y="157"/>
                </a:moveTo>
                <a:lnTo>
                  <a:pt x="199" y="166"/>
                </a:lnTo>
                <a:cubicBezTo>
                  <a:pt x="198" y="163"/>
                  <a:pt x="197" y="162"/>
                  <a:pt x="196" y="161"/>
                </a:cubicBezTo>
                <a:cubicBezTo>
                  <a:pt x="195" y="160"/>
                  <a:pt x="194" y="159"/>
                  <a:pt x="193" y="160"/>
                </a:cubicBezTo>
                <a:cubicBezTo>
                  <a:pt x="193" y="160"/>
                  <a:pt x="192" y="160"/>
                  <a:pt x="192" y="161"/>
                </a:cubicBezTo>
                <a:cubicBezTo>
                  <a:pt x="191" y="162"/>
                  <a:pt x="191" y="164"/>
                  <a:pt x="191" y="166"/>
                </a:cubicBezTo>
                <a:cubicBezTo>
                  <a:pt x="191" y="168"/>
                  <a:pt x="191" y="170"/>
                  <a:pt x="192" y="173"/>
                </a:cubicBezTo>
                <a:cubicBezTo>
                  <a:pt x="192" y="175"/>
                  <a:pt x="193" y="177"/>
                  <a:pt x="194" y="179"/>
                </a:cubicBezTo>
                <a:cubicBezTo>
                  <a:pt x="194" y="181"/>
                  <a:pt x="195" y="182"/>
                  <a:pt x="196" y="183"/>
                </a:cubicBezTo>
                <a:cubicBezTo>
                  <a:pt x="197" y="183"/>
                  <a:pt x="198" y="184"/>
                  <a:pt x="199" y="183"/>
                </a:cubicBezTo>
                <a:cubicBezTo>
                  <a:pt x="200" y="183"/>
                  <a:pt x="200" y="183"/>
                  <a:pt x="201" y="182"/>
                </a:cubicBezTo>
                <a:cubicBezTo>
                  <a:pt x="201" y="181"/>
                  <a:pt x="202" y="179"/>
                  <a:pt x="202" y="177"/>
                </a:cubicBezTo>
                <a:cubicBezTo>
                  <a:pt x="202" y="180"/>
                  <a:pt x="202" y="182"/>
                  <a:pt x="201" y="183"/>
                </a:cubicBezTo>
                <a:cubicBezTo>
                  <a:pt x="201" y="184"/>
                  <a:pt x="200" y="185"/>
                  <a:pt x="199" y="185"/>
                </a:cubicBezTo>
                <a:cubicBezTo>
                  <a:pt x="197" y="186"/>
                  <a:pt x="195" y="184"/>
                  <a:pt x="193" y="182"/>
                </a:cubicBezTo>
                <a:cubicBezTo>
                  <a:pt x="191" y="179"/>
                  <a:pt x="190" y="177"/>
                  <a:pt x="190" y="174"/>
                </a:cubicBezTo>
                <a:cubicBezTo>
                  <a:pt x="189" y="171"/>
                  <a:pt x="189" y="169"/>
                  <a:pt x="189" y="166"/>
                </a:cubicBezTo>
                <a:cubicBezTo>
                  <a:pt x="189" y="164"/>
                  <a:pt x="190" y="162"/>
                  <a:pt x="190" y="161"/>
                </a:cubicBezTo>
                <a:cubicBezTo>
                  <a:pt x="191" y="159"/>
                  <a:pt x="192" y="159"/>
                  <a:pt x="193" y="158"/>
                </a:cubicBezTo>
                <a:cubicBezTo>
                  <a:pt x="194" y="158"/>
                  <a:pt x="195" y="158"/>
                  <a:pt x="196" y="159"/>
                </a:cubicBezTo>
                <a:cubicBezTo>
                  <a:pt x="196" y="159"/>
                  <a:pt x="196" y="159"/>
                  <a:pt x="197" y="159"/>
                </a:cubicBezTo>
                <a:cubicBezTo>
                  <a:pt x="197" y="159"/>
                  <a:pt x="197" y="159"/>
                  <a:pt x="197" y="159"/>
                </a:cubicBezTo>
                <a:cubicBezTo>
                  <a:pt x="197" y="158"/>
                  <a:pt x="197" y="158"/>
                  <a:pt x="197" y="157"/>
                </a:cubicBezTo>
                <a:close/>
              </a:path>
              <a:path w="336" h="189">
                <a:moveTo>
                  <a:pt x="183" y="160"/>
                </a:moveTo>
                <a:lnTo>
                  <a:pt x="185" y="169"/>
                </a:lnTo>
                <a:cubicBezTo>
                  <a:pt x="184" y="167"/>
                  <a:pt x="184" y="166"/>
                  <a:pt x="183" y="165"/>
                </a:cubicBezTo>
                <a:cubicBezTo>
                  <a:pt x="183" y="164"/>
                  <a:pt x="182" y="163"/>
                  <a:pt x="182" y="163"/>
                </a:cubicBezTo>
                <a:cubicBezTo>
                  <a:pt x="181" y="162"/>
                  <a:pt x="180" y="162"/>
                  <a:pt x="180" y="162"/>
                </a:cubicBezTo>
                <a:cubicBezTo>
                  <a:pt x="179" y="163"/>
                  <a:pt x="179" y="163"/>
                  <a:pt x="178" y="164"/>
                </a:cubicBezTo>
                <a:cubicBezTo>
                  <a:pt x="178" y="165"/>
                  <a:pt x="178" y="166"/>
                  <a:pt x="178" y="167"/>
                </a:cubicBezTo>
                <a:cubicBezTo>
                  <a:pt x="179" y="168"/>
                  <a:pt x="179" y="168"/>
                  <a:pt x="179" y="169"/>
                </a:cubicBezTo>
                <a:cubicBezTo>
                  <a:pt x="180" y="170"/>
                  <a:pt x="181" y="171"/>
                  <a:pt x="183" y="172"/>
                </a:cubicBezTo>
                <a:cubicBezTo>
                  <a:pt x="184" y="173"/>
                  <a:pt x="185" y="174"/>
                  <a:pt x="186" y="175"/>
                </a:cubicBezTo>
                <a:cubicBezTo>
                  <a:pt x="186" y="175"/>
                  <a:pt x="187" y="176"/>
                  <a:pt x="187" y="177"/>
                </a:cubicBezTo>
                <a:cubicBezTo>
                  <a:pt x="188" y="178"/>
                  <a:pt x="188" y="179"/>
                  <a:pt x="188" y="180"/>
                </a:cubicBezTo>
                <a:cubicBezTo>
                  <a:pt x="189" y="182"/>
                  <a:pt x="189" y="183"/>
                  <a:pt x="188" y="185"/>
                </a:cubicBezTo>
                <a:cubicBezTo>
                  <a:pt x="188" y="186"/>
                  <a:pt x="187" y="187"/>
                  <a:pt x="186" y="188"/>
                </a:cubicBezTo>
                <a:cubicBezTo>
                  <a:pt x="185" y="188"/>
                  <a:pt x="185" y="188"/>
                  <a:pt x="185" y="188"/>
                </a:cubicBezTo>
                <a:cubicBezTo>
                  <a:pt x="185" y="188"/>
                  <a:pt x="184" y="188"/>
                  <a:pt x="184" y="187"/>
                </a:cubicBezTo>
                <a:cubicBezTo>
                  <a:pt x="183" y="187"/>
                  <a:pt x="182" y="187"/>
                  <a:pt x="182" y="187"/>
                </a:cubicBezTo>
                <a:cubicBezTo>
                  <a:pt x="182" y="187"/>
                  <a:pt x="182" y="187"/>
                  <a:pt x="182" y="187"/>
                </a:cubicBezTo>
                <a:cubicBezTo>
                  <a:pt x="182" y="188"/>
                  <a:pt x="182" y="188"/>
                  <a:pt x="182" y="189"/>
                </a:cubicBezTo>
                <a:lnTo>
                  <a:pt x="180" y="180"/>
                </a:lnTo>
                <a:cubicBezTo>
                  <a:pt x="181" y="182"/>
                  <a:pt x="181" y="183"/>
                  <a:pt x="182" y="184"/>
                </a:cubicBezTo>
                <a:cubicBezTo>
                  <a:pt x="182" y="185"/>
                  <a:pt x="183" y="185"/>
                  <a:pt x="183" y="186"/>
                </a:cubicBezTo>
                <a:cubicBezTo>
                  <a:pt x="184" y="186"/>
                  <a:pt x="185" y="186"/>
                  <a:pt x="185" y="186"/>
                </a:cubicBezTo>
                <a:cubicBezTo>
                  <a:pt x="186" y="186"/>
                  <a:pt x="187" y="185"/>
                  <a:pt x="187" y="185"/>
                </a:cubicBezTo>
                <a:cubicBezTo>
                  <a:pt x="187" y="184"/>
                  <a:pt x="187" y="183"/>
                  <a:pt x="187" y="181"/>
                </a:cubicBezTo>
                <a:cubicBezTo>
                  <a:pt x="187" y="181"/>
                  <a:pt x="187" y="180"/>
                  <a:pt x="186" y="180"/>
                </a:cubicBezTo>
                <a:cubicBezTo>
                  <a:pt x="186" y="179"/>
                  <a:pt x="186" y="178"/>
                  <a:pt x="185" y="178"/>
                </a:cubicBezTo>
                <a:cubicBezTo>
                  <a:pt x="185" y="178"/>
                  <a:pt x="184" y="177"/>
                  <a:pt x="183" y="176"/>
                </a:cubicBezTo>
                <a:cubicBezTo>
                  <a:pt x="181" y="175"/>
                  <a:pt x="180" y="174"/>
                  <a:pt x="180" y="174"/>
                </a:cubicBezTo>
                <a:cubicBezTo>
                  <a:pt x="179" y="173"/>
                  <a:pt x="179" y="172"/>
                  <a:pt x="178" y="171"/>
                </a:cubicBezTo>
                <a:cubicBezTo>
                  <a:pt x="178" y="171"/>
                  <a:pt x="177" y="170"/>
                  <a:pt x="177" y="169"/>
                </a:cubicBezTo>
                <a:cubicBezTo>
                  <a:pt x="177" y="167"/>
                  <a:pt x="177" y="165"/>
                  <a:pt x="177" y="164"/>
                </a:cubicBezTo>
                <a:cubicBezTo>
                  <a:pt x="178" y="162"/>
                  <a:pt x="178" y="161"/>
                  <a:pt x="179" y="161"/>
                </a:cubicBezTo>
                <a:cubicBezTo>
                  <a:pt x="180" y="161"/>
                  <a:pt x="181" y="161"/>
                  <a:pt x="182" y="161"/>
                </a:cubicBezTo>
                <a:cubicBezTo>
                  <a:pt x="182" y="162"/>
                  <a:pt x="182" y="162"/>
                  <a:pt x="182" y="162"/>
                </a:cubicBezTo>
                <a:cubicBezTo>
                  <a:pt x="183" y="162"/>
                  <a:pt x="183" y="162"/>
                  <a:pt x="183" y="161"/>
                </a:cubicBezTo>
                <a:cubicBezTo>
                  <a:pt x="183" y="161"/>
                  <a:pt x="183" y="161"/>
                  <a:pt x="183" y="160"/>
                </a:cubicBezTo>
                <a:close/>
              </a:path>
              <a:path w="336" h="189">
                <a:moveTo>
                  <a:pt x="209" y="157"/>
                </a:moveTo>
                <a:lnTo>
                  <a:pt x="212" y="167"/>
                </a:lnTo>
                <a:lnTo>
                  <a:pt x="214" y="166"/>
                </a:lnTo>
                <a:cubicBezTo>
                  <a:pt x="215" y="166"/>
                  <a:pt x="215" y="166"/>
                  <a:pt x="216" y="165"/>
                </a:cubicBezTo>
                <a:cubicBezTo>
                  <a:pt x="216" y="165"/>
                  <a:pt x="216" y="164"/>
                  <a:pt x="215" y="162"/>
                </a:cubicBezTo>
                <a:lnTo>
                  <a:pt x="216" y="162"/>
                </a:lnTo>
                <a:lnTo>
                  <a:pt x="218" y="171"/>
                </a:lnTo>
                <a:lnTo>
                  <a:pt x="217" y="171"/>
                </a:lnTo>
                <a:cubicBezTo>
                  <a:pt x="217" y="170"/>
                  <a:pt x="217" y="169"/>
                  <a:pt x="217" y="169"/>
                </a:cubicBezTo>
                <a:cubicBezTo>
                  <a:pt x="216" y="168"/>
                  <a:pt x="216" y="168"/>
                  <a:pt x="216" y="168"/>
                </a:cubicBezTo>
                <a:cubicBezTo>
                  <a:pt x="216" y="168"/>
                  <a:pt x="215" y="167"/>
                  <a:pt x="215" y="168"/>
                </a:cubicBezTo>
                <a:lnTo>
                  <a:pt x="212" y="168"/>
                </a:lnTo>
                <a:lnTo>
                  <a:pt x="214" y="177"/>
                </a:lnTo>
                <a:cubicBezTo>
                  <a:pt x="214" y="178"/>
                  <a:pt x="214" y="179"/>
                  <a:pt x="214" y="179"/>
                </a:cubicBezTo>
                <a:cubicBezTo>
                  <a:pt x="215" y="179"/>
                  <a:pt x="215" y="179"/>
                  <a:pt x="215" y="179"/>
                </a:cubicBezTo>
                <a:cubicBezTo>
                  <a:pt x="215" y="179"/>
                  <a:pt x="215" y="179"/>
                  <a:pt x="216" y="179"/>
                </a:cubicBezTo>
                <a:lnTo>
                  <a:pt x="218" y="179"/>
                </a:lnTo>
                <a:cubicBezTo>
                  <a:pt x="218" y="179"/>
                  <a:pt x="219" y="178"/>
                  <a:pt x="219" y="178"/>
                </a:cubicBezTo>
                <a:cubicBezTo>
                  <a:pt x="219" y="178"/>
                  <a:pt x="219" y="177"/>
                  <a:pt x="220" y="177"/>
                </a:cubicBezTo>
                <a:cubicBezTo>
                  <a:pt x="220" y="176"/>
                  <a:pt x="220" y="175"/>
                  <a:pt x="220" y="173"/>
                </a:cubicBezTo>
                <a:lnTo>
                  <a:pt x="221" y="180"/>
                </a:lnTo>
                <a:lnTo>
                  <a:pt x="212" y="182"/>
                </a:lnTo>
                <a:lnTo>
                  <a:pt x="211" y="181"/>
                </a:lnTo>
                <a:lnTo>
                  <a:pt x="212" y="181"/>
                </a:lnTo>
                <a:cubicBezTo>
                  <a:pt x="212" y="181"/>
                  <a:pt x="212" y="181"/>
                  <a:pt x="213" y="180"/>
                </a:cubicBezTo>
                <a:cubicBezTo>
                  <a:pt x="213" y="180"/>
                  <a:pt x="213" y="180"/>
                  <a:pt x="213" y="179"/>
                </a:cubicBezTo>
                <a:cubicBezTo>
                  <a:pt x="213" y="179"/>
                  <a:pt x="213" y="178"/>
                  <a:pt x="212" y="177"/>
                </a:cubicBezTo>
                <a:lnTo>
                  <a:pt x="208" y="160"/>
                </a:lnTo>
                <a:cubicBezTo>
                  <a:pt x="208" y="159"/>
                  <a:pt x="208" y="158"/>
                  <a:pt x="208" y="157"/>
                </a:cubicBezTo>
                <a:cubicBezTo>
                  <a:pt x="207" y="157"/>
                  <a:pt x="207" y="157"/>
                  <a:pt x="206" y="157"/>
                </a:cubicBezTo>
                <a:lnTo>
                  <a:pt x="206" y="156"/>
                </a:lnTo>
                <a:lnTo>
                  <a:pt x="215" y="154"/>
                </a:lnTo>
                <a:lnTo>
                  <a:pt x="216" y="159"/>
                </a:lnTo>
                <a:lnTo>
                  <a:pt x="216" y="160"/>
                </a:lnTo>
                <a:cubicBezTo>
                  <a:pt x="215" y="158"/>
                  <a:pt x="215" y="157"/>
                  <a:pt x="215" y="157"/>
                </a:cubicBezTo>
                <a:cubicBezTo>
                  <a:pt x="215" y="156"/>
                  <a:pt x="214" y="156"/>
                  <a:pt x="214" y="156"/>
                </a:cubicBezTo>
                <a:cubicBezTo>
                  <a:pt x="214" y="156"/>
                  <a:pt x="213" y="156"/>
                  <a:pt x="213" y="156"/>
                </a:cubicBezTo>
                <a:lnTo>
                  <a:pt x="209" y="157"/>
                </a:lnTo>
                <a:close/>
              </a:path>
              <a:path w="336" h="189">
                <a:moveTo>
                  <a:pt x="217" y="153"/>
                </a:moveTo>
                <a:lnTo>
                  <a:pt x="220" y="153"/>
                </a:lnTo>
                <a:lnTo>
                  <a:pt x="231" y="170"/>
                </a:lnTo>
                <a:lnTo>
                  <a:pt x="228" y="155"/>
                </a:lnTo>
                <a:cubicBezTo>
                  <a:pt x="228" y="154"/>
                  <a:pt x="227" y="153"/>
                  <a:pt x="227" y="152"/>
                </a:cubicBezTo>
                <a:cubicBezTo>
                  <a:pt x="227" y="152"/>
                  <a:pt x="226" y="152"/>
                  <a:pt x="226" y="152"/>
                </a:cubicBezTo>
                <a:lnTo>
                  <a:pt x="225" y="152"/>
                </a:lnTo>
                <a:lnTo>
                  <a:pt x="225" y="151"/>
                </a:lnTo>
                <a:lnTo>
                  <a:pt x="229" y="150"/>
                </a:lnTo>
                <a:lnTo>
                  <a:pt x="230" y="151"/>
                </a:lnTo>
                <a:lnTo>
                  <a:pt x="229" y="151"/>
                </a:lnTo>
                <a:cubicBezTo>
                  <a:pt x="229" y="151"/>
                  <a:pt x="228" y="151"/>
                  <a:pt x="228" y="152"/>
                </a:cubicBezTo>
                <a:cubicBezTo>
                  <a:pt x="228" y="153"/>
                  <a:pt x="228" y="154"/>
                  <a:pt x="229" y="155"/>
                </a:cubicBezTo>
                <a:lnTo>
                  <a:pt x="234" y="177"/>
                </a:lnTo>
                <a:lnTo>
                  <a:pt x="233" y="177"/>
                </a:lnTo>
                <a:lnTo>
                  <a:pt x="221" y="158"/>
                </a:lnTo>
                <a:lnTo>
                  <a:pt x="224" y="174"/>
                </a:lnTo>
                <a:cubicBezTo>
                  <a:pt x="225" y="175"/>
                  <a:pt x="225" y="176"/>
                  <a:pt x="225" y="177"/>
                </a:cubicBezTo>
                <a:cubicBezTo>
                  <a:pt x="226" y="177"/>
                  <a:pt x="226" y="177"/>
                  <a:pt x="226" y="177"/>
                </a:cubicBezTo>
                <a:lnTo>
                  <a:pt x="227" y="177"/>
                </a:lnTo>
                <a:lnTo>
                  <a:pt x="227" y="178"/>
                </a:lnTo>
                <a:lnTo>
                  <a:pt x="223" y="179"/>
                </a:lnTo>
                <a:lnTo>
                  <a:pt x="223" y="178"/>
                </a:lnTo>
                <a:cubicBezTo>
                  <a:pt x="224" y="178"/>
                  <a:pt x="224" y="178"/>
                  <a:pt x="224" y="177"/>
                </a:cubicBezTo>
                <a:cubicBezTo>
                  <a:pt x="224" y="176"/>
                  <a:pt x="224" y="175"/>
                  <a:pt x="224" y="174"/>
                </a:cubicBezTo>
                <a:lnTo>
                  <a:pt x="220" y="156"/>
                </a:lnTo>
                <a:cubicBezTo>
                  <a:pt x="219" y="155"/>
                  <a:pt x="219" y="155"/>
                  <a:pt x="218" y="155"/>
                </a:cubicBezTo>
                <a:cubicBezTo>
                  <a:pt x="218" y="154"/>
                  <a:pt x="218" y="154"/>
                  <a:pt x="217" y="154"/>
                </a:cubicBezTo>
                <a:cubicBezTo>
                  <a:pt x="217" y="154"/>
                  <a:pt x="217" y="154"/>
                  <a:pt x="217" y="154"/>
                </a:cubicBezTo>
                <a:lnTo>
                  <a:pt x="217" y="153"/>
                </a:lnTo>
                <a:close/>
              </a:path>
              <a:path w="336" h="189">
                <a:moveTo>
                  <a:pt x="238" y="146"/>
                </a:moveTo>
                <a:lnTo>
                  <a:pt x="242" y="155"/>
                </a:lnTo>
                <a:cubicBezTo>
                  <a:pt x="240" y="152"/>
                  <a:pt x="239" y="151"/>
                  <a:pt x="238" y="150"/>
                </a:cubicBezTo>
                <a:cubicBezTo>
                  <a:pt x="237" y="149"/>
                  <a:pt x="236" y="149"/>
                  <a:pt x="235" y="149"/>
                </a:cubicBezTo>
                <a:cubicBezTo>
                  <a:pt x="234" y="149"/>
                  <a:pt x="233" y="150"/>
                  <a:pt x="233" y="151"/>
                </a:cubicBezTo>
                <a:cubicBezTo>
                  <a:pt x="233" y="152"/>
                  <a:pt x="233" y="154"/>
                  <a:pt x="233" y="156"/>
                </a:cubicBezTo>
                <a:cubicBezTo>
                  <a:pt x="233" y="158"/>
                  <a:pt x="234" y="160"/>
                  <a:pt x="235" y="163"/>
                </a:cubicBezTo>
                <a:cubicBezTo>
                  <a:pt x="236" y="165"/>
                  <a:pt x="237" y="167"/>
                  <a:pt x="237" y="168"/>
                </a:cubicBezTo>
                <a:cubicBezTo>
                  <a:pt x="238" y="170"/>
                  <a:pt x="239" y="171"/>
                  <a:pt x="240" y="172"/>
                </a:cubicBezTo>
                <a:cubicBezTo>
                  <a:pt x="241" y="172"/>
                  <a:pt x="242" y="172"/>
                  <a:pt x="243" y="172"/>
                </a:cubicBezTo>
                <a:cubicBezTo>
                  <a:pt x="244" y="172"/>
                  <a:pt x="245" y="171"/>
                  <a:pt x="245" y="170"/>
                </a:cubicBezTo>
                <a:cubicBezTo>
                  <a:pt x="245" y="169"/>
                  <a:pt x="246" y="168"/>
                  <a:pt x="246" y="165"/>
                </a:cubicBezTo>
                <a:lnTo>
                  <a:pt x="246" y="166"/>
                </a:lnTo>
                <a:cubicBezTo>
                  <a:pt x="246" y="168"/>
                  <a:pt x="246" y="170"/>
                  <a:pt x="246" y="171"/>
                </a:cubicBezTo>
                <a:cubicBezTo>
                  <a:pt x="245" y="173"/>
                  <a:pt x="244" y="174"/>
                  <a:pt x="243" y="174"/>
                </a:cubicBezTo>
                <a:cubicBezTo>
                  <a:pt x="241" y="175"/>
                  <a:pt x="239" y="174"/>
                  <a:pt x="237" y="171"/>
                </a:cubicBezTo>
                <a:cubicBezTo>
                  <a:pt x="235" y="169"/>
                  <a:pt x="234" y="167"/>
                  <a:pt x="233" y="164"/>
                </a:cubicBezTo>
                <a:cubicBezTo>
                  <a:pt x="232" y="161"/>
                  <a:pt x="231" y="159"/>
                  <a:pt x="231" y="156"/>
                </a:cubicBezTo>
                <a:cubicBezTo>
                  <a:pt x="231" y="154"/>
                  <a:pt x="231" y="152"/>
                  <a:pt x="232" y="151"/>
                </a:cubicBezTo>
                <a:cubicBezTo>
                  <a:pt x="232" y="149"/>
                  <a:pt x="233" y="148"/>
                  <a:pt x="234" y="148"/>
                </a:cubicBezTo>
                <a:cubicBezTo>
                  <a:pt x="235" y="148"/>
                  <a:pt x="236" y="148"/>
                  <a:pt x="237" y="148"/>
                </a:cubicBezTo>
                <a:cubicBezTo>
                  <a:pt x="238" y="148"/>
                  <a:pt x="238" y="149"/>
                  <a:pt x="238" y="149"/>
                </a:cubicBezTo>
                <a:cubicBezTo>
                  <a:pt x="238" y="148"/>
                  <a:pt x="238" y="148"/>
                  <a:pt x="238" y="148"/>
                </a:cubicBezTo>
                <a:cubicBezTo>
                  <a:pt x="238" y="148"/>
                  <a:pt x="238" y="147"/>
                  <a:pt x="238" y="147"/>
                </a:cubicBezTo>
                <a:lnTo>
                  <a:pt x="238" y="146"/>
                </a:lnTo>
                <a:close/>
              </a:path>
              <a:path w="336" h="189">
                <a:moveTo>
                  <a:pt x="245" y="146"/>
                </a:moveTo>
                <a:lnTo>
                  <a:pt x="248" y="156"/>
                </a:lnTo>
                <a:lnTo>
                  <a:pt x="251" y="155"/>
                </a:lnTo>
                <a:cubicBezTo>
                  <a:pt x="252" y="155"/>
                  <a:pt x="252" y="155"/>
                  <a:pt x="252" y="154"/>
                </a:cubicBezTo>
                <a:cubicBezTo>
                  <a:pt x="252" y="153"/>
                  <a:pt x="252" y="152"/>
                  <a:pt x="252" y="151"/>
                </a:cubicBezTo>
                <a:lnTo>
                  <a:pt x="255" y="159"/>
                </a:lnTo>
                <a:cubicBezTo>
                  <a:pt x="254" y="158"/>
                  <a:pt x="254" y="158"/>
                  <a:pt x="254" y="157"/>
                </a:cubicBezTo>
                <a:cubicBezTo>
                  <a:pt x="253" y="157"/>
                  <a:pt x="253" y="157"/>
                  <a:pt x="253" y="156"/>
                </a:cubicBezTo>
                <a:cubicBezTo>
                  <a:pt x="252" y="156"/>
                  <a:pt x="252" y="156"/>
                  <a:pt x="251" y="156"/>
                </a:cubicBezTo>
                <a:lnTo>
                  <a:pt x="249" y="157"/>
                </a:lnTo>
                <a:lnTo>
                  <a:pt x="252" y="166"/>
                </a:lnTo>
                <a:cubicBezTo>
                  <a:pt x="252" y="167"/>
                  <a:pt x="252" y="167"/>
                  <a:pt x="252" y="168"/>
                </a:cubicBezTo>
                <a:cubicBezTo>
                  <a:pt x="253" y="168"/>
                  <a:pt x="253" y="168"/>
                  <a:pt x="253" y="168"/>
                </a:cubicBezTo>
                <a:cubicBezTo>
                  <a:pt x="253" y="168"/>
                  <a:pt x="253" y="168"/>
                  <a:pt x="254" y="168"/>
                </a:cubicBezTo>
                <a:lnTo>
                  <a:pt x="256" y="167"/>
                </a:lnTo>
                <a:cubicBezTo>
                  <a:pt x="256" y="167"/>
                  <a:pt x="257" y="167"/>
                  <a:pt x="257" y="166"/>
                </a:cubicBezTo>
                <a:cubicBezTo>
                  <a:pt x="257" y="166"/>
                  <a:pt x="258" y="166"/>
                  <a:pt x="258" y="165"/>
                </a:cubicBezTo>
                <a:cubicBezTo>
                  <a:pt x="258" y="164"/>
                  <a:pt x="258" y="163"/>
                  <a:pt x="258" y="161"/>
                </a:cubicBezTo>
                <a:lnTo>
                  <a:pt x="259" y="168"/>
                </a:lnTo>
                <a:lnTo>
                  <a:pt x="250" y="171"/>
                </a:lnTo>
                <a:lnTo>
                  <a:pt x="249" y="170"/>
                </a:lnTo>
                <a:lnTo>
                  <a:pt x="250" y="170"/>
                </a:lnTo>
                <a:cubicBezTo>
                  <a:pt x="250" y="170"/>
                  <a:pt x="250" y="170"/>
                  <a:pt x="251" y="169"/>
                </a:cubicBezTo>
                <a:cubicBezTo>
                  <a:pt x="251" y="169"/>
                  <a:pt x="251" y="169"/>
                  <a:pt x="251" y="168"/>
                </a:cubicBezTo>
                <a:cubicBezTo>
                  <a:pt x="251" y="168"/>
                  <a:pt x="250" y="167"/>
                  <a:pt x="250" y="166"/>
                </a:cubicBezTo>
                <a:lnTo>
                  <a:pt x="244" y="150"/>
                </a:lnTo>
                <a:cubicBezTo>
                  <a:pt x="244" y="148"/>
                  <a:pt x="243" y="147"/>
                  <a:pt x="243" y="147"/>
                </a:cubicBezTo>
                <a:cubicBezTo>
                  <a:pt x="242" y="147"/>
                  <a:pt x="242" y="147"/>
                  <a:pt x="241" y="147"/>
                </a:cubicBezTo>
                <a:lnTo>
                  <a:pt x="241" y="146"/>
                </a:lnTo>
                <a:lnTo>
                  <a:pt x="250" y="143"/>
                </a:lnTo>
                <a:lnTo>
                  <a:pt x="252" y="148"/>
                </a:lnTo>
                <a:cubicBezTo>
                  <a:pt x="251" y="147"/>
                  <a:pt x="251" y="146"/>
                  <a:pt x="251" y="146"/>
                </a:cubicBezTo>
                <a:cubicBezTo>
                  <a:pt x="250" y="145"/>
                  <a:pt x="250" y="145"/>
                  <a:pt x="249" y="145"/>
                </a:cubicBezTo>
                <a:cubicBezTo>
                  <a:pt x="249" y="145"/>
                  <a:pt x="249" y="145"/>
                  <a:pt x="248" y="145"/>
                </a:cubicBezTo>
                <a:lnTo>
                  <a:pt x="245" y="146"/>
                </a:lnTo>
                <a:close/>
              </a:path>
            </a:pathLst>
          </a:custGeom>
          <a:solidFill>
            <a:srgbClr val="24211D"/>
          </a:solidFill>
          <a:ln>
            <a:noFill/>
          </a:ln>
        </p:spPr>
        <p:txBody>
          <a:bodyPr/>
          <a:p/>
        </p:txBody>
      </p:sp>
      <p:sp>
        <p:nvSpPr>
          <p:cNvPr id="18" name="Freeform 16"/>
          <p:cNvSpPr>
            <a:spLocks noGrp="1"/>
          </p:cNvSpPr>
          <p:nvPr/>
        </p:nvSpPr>
        <p:spPr>
          <a:xfrm>
            <a:off x="9943582" y="268135"/>
            <a:ext cx="220968" cy="125723"/>
          </a:xfrm>
          <a:custGeom>
            <a:avLst/>
            <a:gdLst/>
            <a:ahLst/>
            <a:cxnLst/>
            <a:rect l="l" t="t" r="r" b="b"/>
            <a:pathLst>
              <a:path w="143" h="81">
                <a:moveTo>
                  <a:pt x="102" y="38"/>
                </a:moveTo>
                <a:lnTo>
                  <a:pt x="129" y="38"/>
                </a:lnTo>
                <a:cubicBezTo>
                  <a:pt x="135" y="33"/>
                  <a:pt x="68" y="12"/>
                  <a:pt x="53" y="18"/>
                </a:cubicBezTo>
                <a:cubicBezTo>
                  <a:pt x="44" y="22"/>
                  <a:pt x="65" y="31"/>
                  <a:pt x="77" y="41"/>
                </a:cubicBezTo>
                <a:cubicBezTo>
                  <a:pt x="84" y="46"/>
                  <a:pt x="94" y="54"/>
                  <a:pt x="96" y="58"/>
                </a:cubicBezTo>
                <a:cubicBezTo>
                  <a:pt x="101" y="65"/>
                  <a:pt x="97" y="72"/>
                  <a:pt x="88" y="81"/>
                </a:cubicBezTo>
                <a:lnTo>
                  <a:pt x="0" y="81"/>
                </a:lnTo>
                <a:cubicBezTo>
                  <a:pt x="3" y="78"/>
                  <a:pt x="7" y="76"/>
                  <a:pt x="10" y="76"/>
                </a:cubicBezTo>
                <a:lnTo>
                  <a:pt x="57" y="76"/>
                </a:lnTo>
                <a:cubicBezTo>
                  <a:pt x="65" y="75"/>
                  <a:pt x="82" y="73"/>
                  <a:pt x="82" y="53"/>
                </a:cubicBezTo>
                <a:cubicBezTo>
                  <a:pt x="79" y="40"/>
                  <a:pt x="48" y="37"/>
                  <a:pt x="39" y="27"/>
                </a:cubicBezTo>
                <a:cubicBezTo>
                  <a:pt x="35" y="23"/>
                  <a:pt x="41" y="17"/>
                  <a:pt x="53" y="17"/>
                </a:cubicBezTo>
                <a:cubicBezTo>
                  <a:pt x="75" y="0"/>
                  <a:pt x="143" y="8"/>
                  <a:pt x="141" y="24"/>
                </a:cubicBezTo>
                <a:cubicBezTo>
                  <a:pt x="140" y="33"/>
                  <a:pt x="134" y="39"/>
                  <a:pt x="127" y="45"/>
                </a:cubicBezTo>
                <a:lnTo>
                  <a:pt x="118" y="45"/>
                </a:lnTo>
                <a:lnTo>
                  <a:pt x="108" y="81"/>
                </a:lnTo>
                <a:lnTo>
                  <a:pt x="96" y="81"/>
                </a:lnTo>
                <a:lnTo>
                  <a:pt x="106" y="45"/>
                </a:lnTo>
                <a:lnTo>
                  <a:pt x="95" y="45"/>
                </a:lnTo>
                <a:lnTo>
                  <a:pt x="102" y="38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  <p:txBody>
          <a:bodyPr/>
          <a:p/>
        </p:txBody>
      </p:sp>
      <p:sp>
        <p:nvSpPr>
          <p:cNvPr id="19" name="Freeform 17"/>
          <p:cNvSpPr>
            <a:spLocks noGrp="1"/>
          </p:cNvSpPr>
          <p:nvPr/>
        </p:nvSpPr>
        <p:spPr>
          <a:xfrm>
            <a:off x="9962631" y="339251"/>
            <a:ext cx="50797" cy="41908"/>
          </a:xfrm>
          <a:custGeom>
            <a:avLst/>
            <a:gdLst/>
            <a:ahLst/>
            <a:cxnLst/>
            <a:rect l="l" t="t" r="r" b="b"/>
            <a:pathLst>
              <a:path w="33" h="27">
                <a:moveTo>
                  <a:pt x="7" y="0"/>
                </a:moveTo>
                <a:lnTo>
                  <a:pt x="18" y="0"/>
                </a:lnTo>
                <a:lnTo>
                  <a:pt x="13" y="17"/>
                </a:lnTo>
                <a:lnTo>
                  <a:pt x="18" y="17"/>
                </a:lnTo>
                <a:lnTo>
                  <a:pt x="22" y="0"/>
                </a:lnTo>
                <a:lnTo>
                  <a:pt x="33" y="0"/>
                </a:lnTo>
                <a:lnTo>
                  <a:pt x="25" y="27"/>
                </a:lnTo>
                <a:lnTo>
                  <a:pt x="15" y="27"/>
                </a:lnTo>
                <a:lnTo>
                  <a:pt x="17" y="20"/>
                </a:lnTo>
                <a:lnTo>
                  <a:pt x="13" y="20"/>
                </a:lnTo>
                <a:lnTo>
                  <a:pt x="11" y="27"/>
                </a:lnTo>
                <a:lnTo>
                  <a:pt x="0" y="27"/>
                </a:lnTo>
                <a:lnTo>
                  <a:pt x="7" y="0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  <p:txBody>
          <a:bodyPr/>
          <a:p/>
        </p:txBody>
      </p:sp>
      <p:sp>
        <p:nvSpPr>
          <p:cNvPr id="20" name="Freeform 18"/>
          <p:cNvSpPr>
            <a:spLocks noGrp="1"/>
          </p:cNvSpPr>
          <p:nvPr/>
        </p:nvSpPr>
        <p:spPr>
          <a:xfrm>
            <a:off x="10007079" y="339251"/>
            <a:ext cx="50797" cy="41908"/>
          </a:xfrm>
          <a:custGeom>
            <a:avLst/>
            <a:gdLst/>
            <a:ahLst/>
            <a:cxnLst/>
            <a:rect l="l" t="t" r="r" b="b"/>
            <a:pathLst>
              <a:path w="33" h="27">
                <a:moveTo>
                  <a:pt x="8" y="0"/>
                </a:moveTo>
                <a:lnTo>
                  <a:pt x="0" y="27"/>
                </a:lnTo>
                <a:lnTo>
                  <a:pt x="25" y="27"/>
                </a:lnTo>
                <a:lnTo>
                  <a:pt x="33" y="0"/>
                </a:lnTo>
                <a:lnTo>
                  <a:pt x="22" y="0"/>
                </a:lnTo>
                <a:lnTo>
                  <a:pt x="15" y="24"/>
                </a:lnTo>
                <a:lnTo>
                  <a:pt x="11" y="24"/>
                </a:lnTo>
                <a:lnTo>
                  <a:pt x="18" y="0"/>
                </a:lnTo>
                <a:lnTo>
                  <a:pt x="8" y="0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  <p:txBody>
          <a:bodyPr/>
          <a:p/>
        </p:txBody>
      </p:sp>
      <p:sp>
        <p:nvSpPr>
          <p:cNvPr id="21" name="Freeform 5"/>
          <p:cNvSpPr>
            <a:spLocks noGrp="1"/>
          </p:cNvSpPr>
          <p:nvPr/>
        </p:nvSpPr>
        <p:spPr>
          <a:xfrm>
            <a:off x="10436316" y="152571"/>
            <a:ext cx="1607736" cy="325103"/>
          </a:xfrm>
          <a:custGeom>
            <a:avLst/>
            <a:gdLst/>
            <a:ahLst/>
            <a:cxnLst/>
            <a:rect l="l" t="t" r="r" b="b"/>
            <a:pathLst>
              <a:path w="489" h="98">
                <a:moveTo>
                  <a:pt x="98" y="37"/>
                </a:moveTo>
                <a:cubicBezTo>
                  <a:pt x="98" y="37"/>
                  <a:pt x="101" y="31"/>
                  <a:pt x="102" y="39"/>
                </a:cubicBezTo>
                <a:lnTo>
                  <a:pt x="104" y="45"/>
                </a:lnTo>
                <a:cubicBezTo>
                  <a:pt x="104" y="45"/>
                  <a:pt x="106" y="49"/>
                  <a:pt x="109" y="43"/>
                </a:cubicBezTo>
                <a:lnTo>
                  <a:pt x="112" y="40"/>
                </a:lnTo>
                <a:cubicBezTo>
                  <a:pt x="112" y="40"/>
                  <a:pt x="114" y="40"/>
                  <a:pt x="114" y="37"/>
                </a:cubicBezTo>
                <a:lnTo>
                  <a:pt x="113" y="28"/>
                </a:lnTo>
                <a:cubicBezTo>
                  <a:pt x="113" y="28"/>
                  <a:pt x="113" y="22"/>
                  <a:pt x="111" y="22"/>
                </a:cubicBezTo>
                <a:cubicBezTo>
                  <a:pt x="111" y="22"/>
                  <a:pt x="108" y="16"/>
                  <a:pt x="112" y="15"/>
                </a:cubicBezTo>
                <a:cubicBezTo>
                  <a:pt x="112" y="15"/>
                  <a:pt x="113" y="11"/>
                  <a:pt x="119" y="14"/>
                </a:cubicBezTo>
                <a:cubicBezTo>
                  <a:pt x="119" y="14"/>
                  <a:pt x="125" y="16"/>
                  <a:pt x="123" y="21"/>
                </a:cubicBezTo>
                <a:lnTo>
                  <a:pt x="122" y="29"/>
                </a:lnTo>
                <a:cubicBezTo>
                  <a:pt x="122" y="29"/>
                  <a:pt x="121" y="33"/>
                  <a:pt x="127" y="28"/>
                </a:cubicBezTo>
                <a:lnTo>
                  <a:pt x="135" y="23"/>
                </a:lnTo>
                <a:cubicBezTo>
                  <a:pt x="135" y="23"/>
                  <a:pt x="143" y="20"/>
                  <a:pt x="145" y="24"/>
                </a:cubicBezTo>
                <a:cubicBezTo>
                  <a:pt x="145" y="24"/>
                  <a:pt x="147" y="27"/>
                  <a:pt x="143" y="30"/>
                </a:cubicBezTo>
                <a:cubicBezTo>
                  <a:pt x="143" y="30"/>
                  <a:pt x="131" y="33"/>
                  <a:pt x="133" y="42"/>
                </a:cubicBezTo>
                <a:cubicBezTo>
                  <a:pt x="133" y="42"/>
                  <a:pt x="139" y="43"/>
                  <a:pt x="134" y="48"/>
                </a:cubicBezTo>
                <a:cubicBezTo>
                  <a:pt x="134" y="48"/>
                  <a:pt x="128" y="49"/>
                  <a:pt x="125" y="52"/>
                </a:cubicBezTo>
                <a:lnTo>
                  <a:pt x="121" y="53"/>
                </a:lnTo>
                <a:lnTo>
                  <a:pt x="121" y="86"/>
                </a:lnTo>
                <a:cubicBezTo>
                  <a:pt x="121" y="86"/>
                  <a:pt x="121" y="96"/>
                  <a:pt x="115" y="92"/>
                </a:cubicBezTo>
                <a:cubicBezTo>
                  <a:pt x="115" y="92"/>
                  <a:pt x="109" y="84"/>
                  <a:pt x="113" y="74"/>
                </a:cubicBezTo>
                <a:lnTo>
                  <a:pt x="114" y="49"/>
                </a:lnTo>
                <a:cubicBezTo>
                  <a:pt x="114" y="49"/>
                  <a:pt x="115" y="41"/>
                  <a:pt x="109" y="50"/>
                </a:cubicBezTo>
                <a:lnTo>
                  <a:pt x="104" y="57"/>
                </a:lnTo>
                <a:cubicBezTo>
                  <a:pt x="104" y="57"/>
                  <a:pt x="102" y="60"/>
                  <a:pt x="98" y="58"/>
                </a:cubicBezTo>
                <a:cubicBezTo>
                  <a:pt x="98" y="58"/>
                  <a:pt x="90" y="54"/>
                  <a:pt x="94" y="47"/>
                </a:cubicBezTo>
                <a:cubicBezTo>
                  <a:pt x="96" y="45"/>
                  <a:pt x="97" y="40"/>
                  <a:pt x="98" y="37"/>
                </a:cubicBezTo>
                <a:close/>
                <a:moveTo>
                  <a:pt x="121" y="39"/>
                </a:moveTo>
                <a:lnTo>
                  <a:pt x="121" y="45"/>
                </a:lnTo>
                <a:cubicBezTo>
                  <a:pt x="121" y="45"/>
                  <a:pt x="120" y="48"/>
                  <a:pt x="125" y="45"/>
                </a:cubicBezTo>
                <a:cubicBezTo>
                  <a:pt x="125" y="45"/>
                  <a:pt x="128" y="42"/>
                  <a:pt x="128" y="40"/>
                </a:cubicBezTo>
                <a:cubicBezTo>
                  <a:pt x="128" y="40"/>
                  <a:pt x="128" y="35"/>
                  <a:pt x="130" y="35"/>
                </a:cubicBezTo>
                <a:cubicBezTo>
                  <a:pt x="130" y="35"/>
                  <a:pt x="131" y="31"/>
                  <a:pt x="126" y="33"/>
                </a:cubicBezTo>
                <a:lnTo>
                  <a:pt x="123" y="37"/>
                </a:lnTo>
                <a:lnTo>
                  <a:pt x="122" y="37"/>
                </a:lnTo>
                <a:cubicBezTo>
                  <a:pt x="122" y="37"/>
                  <a:pt x="121" y="38"/>
                  <a:pt x="121" y="39"/>
                </a:cubicBezTo>
                <a:close/>
              </a:path>
              <a:path w="489" h="98">
                <a:moveTo>
                  <a:pt x="29" y="76"/>
                </a:moveTo>
                <a:cubicBezTo>
                  <a:pt x="34" y="73"/>
                  <a:pt x="37" y="72"/>
                  <a:pt x="38" y="73"/>
                </a:cubicBezTo>
                <a:cubicBezTo>
                  <a:pt x="39" y="73"/>
                  <a:pt x="39" y="80"/>
                  <a:pt x="39" y="92"/>
                </a:cubicBezTo>
                <a:cubicBezTo>
                  <a:pt x="39" y="98"/>
                  <a:pt x="43" y="98"/>
                  <a:pt x="45" y="95"/>
                </a:cubicBezTo>
                <a:cubicBezTo>
                  <a:pt x="47" y="92"/>
                  <a:pt x="48" y="86"/>
                  <a:pt x="48" y="78"/>
                </a:cubicBezTo>
                <a:lnTo>
                  <a:pt x="48" y="71"/>
                </a:lnTo>
                <a:lnTo>
                  <a:pt x="50" y="68"/>
                </a:lnTo>
                <a:lnTo>
                  <a:pt x="59" y="64"/>
                </a:lnTo>
                <a:cubicBezTo>
                  <a:pt x="62" y="63"/>
                  <a:pt x="62" y="61"/>
                  <a:pt x="59" y="60"/>
                </a:cubicBezTo>
                <a:lnTo>
                  <a:pt x="54" y="56"/>
                </a:lnTo>
                <a:cubicBezTo>
                  <a:pt x="53" y="54"/>
                  <a:pt x="53" y="53"/>
                  <a:pt x="56" y="52"/>
                </a:cubicBezTo>
                <a:lnTo>
                  <a:pt x="71" y="44"/>
                </a:lnTo>
                <a:cubicBezTo>
                  <a:pt x="73" y="44"/>
                  <a:pt x="74" y="42"/>
                  <a:pt x="71" y="39"/>
                </a:cubicBezTo>
                <a:cubicBezTo>
                  <a:pt x="69" y="37"/>
                  <a:pt x="67" y="37"/>
                  <a:pt x="64" y="39"/>
                </a:cubicBezTo>
                <a:lnTo>
                  <a:pt x="59" y="41"/>
                </a:lnTo>
                <a:cubicBezTo>
                  <a:pt x="56" y="44"/>
                  <a:pt x="55" y="42"/>
                  <a:pt x="59" y="37"/>
                </a:cubicBezTo>
                <a:lnTo>
                  <a:pt x="64" y="34"/>
                </a:lnTo>
                <a:cubicBezTo>
                  <a:pt x="68" y="32"/>
                  <a:pt x="66" y="30"/>
                  <a:pt x="63" y="29"/>
                </a:cubicBezTo>
                <a:lnTo>
                  <a:pt x="59" y="26"/>
                </a:lnTo>
                <a:cubicBezTo>
                  <a:pt x="57" y="25"/>
                  <a:pt x="56" y="25"/>
                  <a:pt x="55" y="28"/>
                </a:cubicBezTo>
                <a:cubicBezTo>
                  <a:pt x="55" y="32"/>
                  <a:pt x="54" y="34"/>
                  <a:pt x="52" y="35"/>
                </a:cubicBezTo>
                <a:cubicBezTo>
                  <a:pt x="50" y="36"/>
                  <a:pt x="48" y="36"/>
                  <a:pt x="47" y="35"/>
                </a:cubicBezTo>
                <a:cubicBezTo>
                  <a:pt x="45" y="33"/>
                  <a:pt x="45" y="32"/>
                  <a:pt x="47" y="30"/>
                </a:cubicBezTo>
                <a:cubicBezTo>
                  <a:pt x="49" y="27"/>
                  <a:pt x="52" y="25"/>
                  <a:pt x="56" y="25"/>
                </a:cubicBezTo>
                <a:cubicBezTo>
                  <a:pt x="60" y="23"/>
                  <a:pt x="64" y="21"/>
                  <a:pt x="65" y="18"/>
                </a:cubicBezTo>
                <a:cubicBezTo>
                  <a:pt x="66" y="17"/>
                  <a:pt x="65" y="14"/>
                  <a:pt x="62" y="11"/>
                </a:cubicBezTo>
                <a:cubicBezTo>
                  <a:pt x="59" y="6"/>
                  <a:pt x="55" y="5"/>
                  <a:pt x="52" y="10"/>
                </a:cubicBezTo>
                <a:lnTo>
                  <a:pt x="47" y="22"/>
                </a:lnTo>
                <a:lnTo>
                  <a:pt x="43" y="22"/>
                </a:lnTo>
                <a:lnTo>
                  <a:pt x="44" y="14"/>
                </a:lnTo>
                <a:cubicBezTo>
                  <a:pt x="45" y="12"/>
                  <a:pt x="43" y="10"/>
                  <a:pt x="40" y="7"/>
                </a:cubicBezTo>
                <a:cubicBezTo>
                  <a:pt x="36" y="5"/>
                  <a:pt x="34" y="4"/>
                  <a:pt x="33" y="7"/>
                </a:cubicBezTo>
                <a:cubicBezTo>
                  <a:pt x="32" y="7"/>
                  <a:pt x="33" y="9"/>
                  <a:pt x="36" y="13"/>
                </a:cubicBezTo>
                <a:cubicBezTo>
                  <a:pt x="38" y="15"/>
                  <a:pt x="39" y="18"/>
                  <a:pt x="41" y="23"/>
                </a:cubicBezTo>
                <a:cubicBezTo>
                  <a:pt x="36" y="23"/>
                  <a:pt x="31" y="24"/>
                  <a:pt x="26" y="23"/>
                </a:cubicBezTo>
                <a:cubicBezTo>
                  <a:pt x="20" y="23"/>
                  <a:pt x="17" y="24"/>
                  <a:pt x="20" y="27"/>
                </a:cubicBezTo>
                <a:cubicBezTo>
                  <a:pt x="21" y="29"/>
                  <a:pt x="23" y="30"/>
                  <a:pt x="24" y="32"/>
                </a:cubicBezTo>
                <a:lnTo>
                  <a:pt x="38" y="28"/>
                </a:lnTo>
                <a:cubicBezTo>
                  <a:pt x="45" y="27"/>
                  <a:pt x="45" y="27"/>
                  <a:pt x="43" y="30"/>
                </a:cubicBezTo>
                <a:cubicBezTo>
                  <a:pt x="43" y="31"/>
                  <a:pt x="41" y="31"/>
                  <a:pt x="39" y="30"/>
                </a:cubicBezTo>
                <a:cubicBezTo>
                  <a:pt x="36" y="31"/>
                  <a:pt x="36" y="33"/>
                  <a:pt x="37" y="35"/>
                </a:cubicBezTo>
                <a:cubicBezTo>
                  <a:pt x="38" y="39"/>
                  <a:pt x="38" y="40"/>
                  <a:pt x="35" y="38"/>
                </a:cubicBezTo>
                <a:cubicBezTo>
                  <a:pt x="34" y="38"/>
                  <a:pt x="33" y="38"/>
                  <a:pt x="33" y="39"/>
                </a:cubicBezTo>
                <a:cubicBezTo>
                  <a:pt x="32" y="40"/>
                  <a:pt x="30" y="40"/>
                  <a:pt x="28" y="37"/>
                </a:cubicBezTo>
                <a:cubicBezTo>
                  <a:pt x="24" y="33"/>
                  <a:pt x="21" y="32"/>
                  <a:pt x="20" y="35"/>
                </a:cubicBezTo>
                <a:lnTo>
                  <a:pt x="21" y="38"/>
                </a:lnTo>
                <a:cubicBezTo>
                  <a:pt x="23" y="42"/>
                  <a:pt x="23" y="44"/>
                  <a:pt x="20" y="44"/>
                </a:cubicBezTo>
                <a:cubicBezTo>
                  <a:pt x="19" y="45"/>
                  <a:pt x="20" y="46"/>
                  <a:pt x="21" y="47"/>
                </a:cubicBezTo>
                <a:lnTo>
                  <a:pt x="24" y="50"/>
                </a:lnTo>
                <a:cubicBezTo>
                  <a:pt x="26" y="53"/>
                  <a:pt x="28" y="53"/>
                  <a:pt x="32" y="49"/>
                </a:cubicBezTo>
                <a:cubicBezTo>
                  <a:pt x="36" y="44"/>
                  <a:pt x="38" y="43"/>
                  <a:pt x="38" y="47"/>
                </a:cubicBezTo>
                <a:cubicBezTo>
                  <a:pt x="38" y="50"/>
                  <a:pt x="37" y="51"/>
                  <a:pt x="34" y="51"/>
                </a:cubicBezTo>
                <a:lnTo>
                  <a:pt x="1" y="61"/>
                </a:lnTo>
                <a:cubicBezTo>
                  <a:pt x="0" y="61"/>
                  <a:pt x="0" y="61"/>
                  <a:pt x="0" y="61"/>
                </a:cubicBezTo>
                <a:lnTo>
                  <a:pt x="7" y="66"/>
                </a:lnTo>
                <a:cubicBezTo>
                  <a:pt x="8" y="66"/>
                  <a:pt x="10" y="66"/>
                  <a:pt x="11" y="66"/>
                </a:cubicBezTo>
                <a:lnTo>
                  <a:pt x="20" y="63"/>
                </a:lnTo>
                <a:lnTo>
                  <a:pt x="33" y="56"/>
                </a:lnTo>
                <a:cubicBezTo>
                  <a:pt x="37" y="55"/>
                  <a:pt x="39" y="55"/>
                  <a:pt x="38" y="58"/>
                </a:cubicBezTo>
                <a:cubicBezTo>
                  <a:pt x="38" y="59"/>
                  <a:pt x="37" y="60"/>
                  <a:pt x="35" y="61"/>
                </a:cubicBezTo>
                <a:cubicBezTo>
                  <a:pt x="29" y="64"/>
                  <a:pt x="23" y="69"/>
                  <a:pt x="17" y="74"/>
                </a:cubicBezTo>
                <a:cubicBezTo>
                  <a:pt x="14" y="77"/>
                  <a:pt x="13" y="78"/>
                  <a:pt x="17" y="78"/>
                </a:cubicBezTo>
                <a:cubicBezTo>
                  <a:pt x="19" y="79"/>
                  <a:pt x="21" y="79"/>
                  <a:pt x="25" y="77"/>
                </a:cubicBezTo>
                <a:lnTo>
                  <a:pt x="29" y="76"/>
                </a:lnTo>
                <a:close/>
                <a:moveTo>
                  <a:pt x="38" y="65"/>
                </a:moveTo>
                <a:cubicBezTo>
                  <a:pt x="38" y="67"/>
                  <a:pt x="37" y="68"/>
                  <a:pt x="34" y="69"/>
                </a:cubicBezTo>
                <a:lnTo>
                  <a:pt x="30" y="70"/>
                </a:lnTo>
                <a:cubicBezTo>
                  <a:pt x="26" y="71"/>
                  <a:pt x="25" y="71"/>
                  <a:pt x="28" y="69"/>
                </a:cubicBezTo>
                <a:lnTo>
                  <a:pt x="35" y="64"/>
                </a:lnTo>
                <a:cubicBezTo>
                  <a:pt x="37" y="63"/>
                  <a:pt x="38" y="63"/>
                  <a:pt x="38" y="65"/>
                </a:cubicBezTo>
                <a:close/>
                <a:moveTo>
                  <a:pt x="48" y="57"/>
                </a:moveTo>
                <a:lnTo>
                  <a:pt x="48" y="61"/>
                </a:lnTo>
                <a:cubicBezTo>
                  <a:pt x="48" y="63"/>
                  <a:pt x="50" y="63"/>
                  <a:pt x="51" y="62"/>
                </a:cubicBezTo>
                <a:cubicBezTo>
                  <a:pt x="51" y="62"/>
                  <a:pt x="51" y="61"/>
                  <a:pt x="51" y="59"/>
                </a:cubicBezTo>
                <a:cubicBezTo>
                  <a:pt x="50" y="58"/>
                  <a:pt x="49" y="57"/>
                  <a:pt x="48" y="57"/>
                </a:cubicBezTo>
                <a:close/>
                <a:moveTo>
                  <a:pt x="50" y="50"/>
                </a:moveTo>
                <a:cubicBezTo>
                  <a:pt x="48" y="50"/>
                  <a:pt x="48" y="51"/>
                  <a:pt x="48" y="52"/>
                </a:cubicBezTo>
                <a:cubicBezTo>
                  <a:pt x="49" y="53"/>
                  <a:pt x="51" y="53"/>
                  <a:pt x="53" y="51"/>
                </a:cubicBezTo>
                <a:lnTo>
                  <a:pt x="58" y="48"/>
                </a:lnTo>
                <a:cubicBezTo>
                  <a:pt x="59" y="47"/>
                  <a:pt x="59" y="47"/>
                  <a:pt x="56" y="47"/>
                </a:cubicBezTo>
                <a:lnTo>
                  <a:pt x="51" y="49"/>
                </a:lnTo>
                <a:lnTo>
                  <a:pt x="50" y="50"/>
                </a:lnTo>
                <a:close/>
                <a:moveTo>
                  <a:pt x="48" y="39"/>
                </a:moveTo>
                <a:lnTo>
                  <a:pt x="47" y="44"/>
                </a:lnTo>
                <a:cubicBezTo>
                  <a:pt x="48" y="47"/>
                  <a:pt x="49" y="47"/>
                  <a:pt x="51" y="45"/>
                </a:cubicBezTo>
                <a:cubicBezTo>
                  <a:pt x="51" y="44"/>
                  <a:pt x="52" y="43"/>
                  <a:pt x="53" y="41"/>
                </a:cubicBezTo>
                <a:cubicBezTo>
                  <a:pt x="53" y="39"/>
                  <a:pt x="52" y="39"/>
                  <a:pt x="51" y="38"/>
                </a:cubicBezTo>
                <a:cubicBezTo>
                  <a:pt x="50" y="38"/>
                  <a:pt x="49" y="38"/>
                  <a:pt x="48" y="39"/>
                </a:cubicBezTo>
                <a:close/>
                <a:moveTo>
                  <a:pt x="60" y="14"/>
                </a:moveTo>
                <a:cubicBezTo>
                  <a:pt x="60" y="15"/>
                  <a:pt x="59" y="16"/>
                  <a:pt x="58" y="17"/>
                </a:cubicBezTo>
                <a:lnTo>
                  <a:pt x="57" y="17"/>
                </a:lnTo>
                <a:cubicBezTo>
                  <a:pt x="56" y="17"/>
                  <a:pt x="55" y="18"/>
                  <a:pt x="54" y="17"/>
                </a:cubicBezTo>
                <a:lnTo>
                  <a:pt x="57" y="14"/>
                </a:lnTo>
                <a:cubicBezTo>
                  <a:pt x="58" y="14"/>
                  <a:pt x="60" y="13"/>
                  <a:pt x="60" y="14"/>
                </a:cubicBezTo>
                <a:close/>
              </a:path>
              <a:path w="489" h="98">
                <a:moveTo>
                  <a:pt x="186" y="22"/>
                </a:moveTo>
                <a:lnTo>
                  <a:pt x="193" y="17"/>
                </a:lnTo>
                <a:cubicBezTo>
                  <a:pt x="193" y="17"/>
                  <a:pt x="195" y="13"/>
                  <a:pt x="198" y="18"/>
                </a:cubicBezTo>
                <a:cubicBezTo>
                  <a:pt x="198" y="18"/>
                  <a:pt x="202" y="23"/>
                  <a:pt x="196" y="24"/>
                </a:cubicBezTo>
                <a:cubicBezTo>
                  <a:pt x="196" y="24"/>
                  <a:pt x="193" y="26"/>
                  <a:pt x="191" y="25"/>
                </a:cubicBezTo>
                <a:cubicBezTo>
                  <a:pt x="191" y="25"/>
                  <a:pt x="180" y="30"/>
                  <a:pt x="177" y="31"/>
                </a:cubicBezTo>
                <a:cubicBezTo>
                  <a:pt x="177" y="31"/>
                  <a:pt x="171" y="33"/>
                  <a:pt x="172" y="30"/>
                </a:cubicBezTo>
                <a:lnTo>
                  <a:pt x="183" y="24"/>
                </a:lnTo>
                <a:lnTo>
                  <a:pt x="186" y="22"/>
                </a:lnTo>
                <a:close/>
              </a:path>
              <a:path w="489" h="98">
                <a:moveTo>
                  <a:pt x="217" y="29"/>
                </a:moveTo>
                <a:lnTo>
                  <a:pt x="216" y="50"/>
                </a:lnTo>
                <a:lnTo>
                  <a:pt x="220" y="47"/>
                </a:lnTo>
                <a:lnTo>
                  <a:pt x="221" y="42"/>
                </a:lnTo>
                <a:cubicBezTo>
                  <a:pt x="221" y="42"/>
                  <a:pt x="221" y="39"/>
                  <a:pt x="225" y="43"/>
                </a:cubicBezTo>
                <a:cubicBezTo>
                  <a:pt x="225" y="43"/>
                  <a:pt x="229" y="46"/>
                  <a:pt x="228" y="50"/>
                </a:cubicBezTo>
                <a:cubicBezTo>
                  <a:pt x="228" y="50"/>
                  <a:pt x="220" y="52"/>
                  <a:pt x="216" y="59"/>
                </a:cubicBezTo>
                <a:lnTo>
                  <a:pt x="216" y="83"/>
                </a:lnTo>
                <a:cubicBezTo>
                  <a:pt x="216" y="83"/>
                  <a:pt x="216" y="87"/>
                  <a:pt x="215" y="89"/>
                </a:cubicBezTo>
                <a:cubicBezTo>
                  <a:pt x="215" y="89"/>
                  <a:pt x="212" y="95"/>
                  <a:pt x="211" y="94"/>
                </a:cubicBezTo>
                <a:cubicBezTo>
                  <a:pt x="211" y="94"/>
                  <a:pt x="207" y="92"/>
                  <a:pt x="209" y="86"/>
                </a:cubicBezTo>
                <a:lnTo>
                  <a:pt x="209" y="69"/>
                </a:lnTo>
                <a:cubicBezTo>
                  <a:pt x="209" y="69"/>
                  <a:pt x="210" y="63"/>
                  <a:pt x="206" y="68"/>
                </a:cubicBezTo>
                <a:cubicBezTo>
                  <a:pt x="206" y="68"/>
                  <a:pt x="202" y="74"/>
                  <a:pt x="197" y="69"/>
                </a:cubicBezTo>
                <a:cubicBezTo>
                  <a:pt x="197" y="69"/>
                  <a:pt x="192" y="67"/>
                  <a:pt x="197" y="64"/>
                </a:cubicBezTo>
                <a:cubicBezTo>
                  <a:pt x="197" y="64"/>
                  <a:pt x="198" y="64"/>
                  <a:pt x="199" y="59"/>
                </a:cubicBezTo>
                <a:lnTo>
                  <a:pt x="200" y="55"/>
                </a:lnTo>
                <a:cubicBezTo>
                  <a:pt x="200" y="55"/>
                  <a:pt x="201" y="50"/>
                  <a:pt x="198" y="50"/>
                </a:cubicBezTo>
                <a:cubicBezTo>
                  <a:pt x="198" y="50"/>
                  <a:pt x="195" y="47"/>
                  <a:pt x="197" y="45"/>
                </a:cubicBezTo>
                <a:cubicBezTo>
                  <a:pt x="197" y="45"/>
                  <a:pt x="203" y="38"/>
                  <a:pt x="196" y="32"/>
                </a:cubicBezTo>
                <a:cubicBezTo>
                  <a:pt x="196" y="32"/>
                  <a:pt x="190" y="29"/>
                  <a:pt x="195" y="28"/>
                </a:cubicBezTo>
                <a:cubicBezTo>
                  <a:pt x="195" y="28"/>
                  <a:pt x="199" y="28"/>
                  <a:pt x="199" y="29"/>
                </a:cubicBezTo>
                <a:cubicBezTo>
                  <a:pt x="199" y="29"/>
                  <a:pt x="207" y="28"/>
                  <a:pt x="207" y="34"/>
                </a:cubicBezTo>
                <a:cubicBezTo>
                  <a:pt x="207" y="34"/>
                  <a:pt x="207" y="37"/>
                  <a:pt x="205" y="37"/>
                </a:cubicBezTo>
                <a:cubicBezTo>
                  <a:pt x="205" y="37"/>
                  <a:pt x="197" y="44"/>
                  <a:pt x="203" y="44"/>
                </a:cubicBezTo>
                <a:cubicBezTo>
                  <a:pt x="203" y="44"/>
                  <a:pt x="211" y="46"/>
                  <a:pt x="205" y="52"/>
                </a:cubicBezTo>
                <a:cubicBezTo>
                  <a:pt x="205" y="52"/>
                  <a:pt x="203" y="51"/>
                  <a:pt x="202" y="57"/>
                </a:cubicBezTo>
                <a:cubicBezTo>
                  <a:pt x="202" y="57"/>
                  <a:pt x="199" y="64"/>
                  <a:pt x="204" y="61"/>
                </a:cubicBezTo>
                <a:cubicBezTo>
                  <a:pt x="204" y="61"/>
                  <a:pt x="206" y="60"/>
                  <a:pt x="209" y="57"/>
                </a:cubicBezTo>
                <a:cubicBezTo>
                  <a:pt x="209" y="57"/>
                  <a:pt x="210" y="54"/>
                  <a:pt x="210" y="51"/>
                </a:cubicBezTo>
                <a:cubicBezTo>
                  <a:pt x="210" y="51"/>
                  <a:pt x="210" y="26"/>
                  <a:pt x="209" y="20"/>
                </a:cubicBezTo>
                <a:cubicBezTo>
                  <a:pt x="209" y="20"/>
                  <a:pt x="207" y="16"/>
                  <a:pt x="211" y="14"/>
                </a:cubicBezTo>
                <a:cubicBezTo>
                  <a:pt x="211" y="14"/>
                  <a:pt x="214" y="12"/>
                  <a:pt x="218" y="16"/>
                </a:cubicBezTo>
                <a:cubicBezTo>
                  <a:pt x="218" y="16"/>
                  <a:pt x="221" y="17"/>
                  <a:pt x="218" y="21"/>
                </a:cubicBezTo>
                <a:lnTo>
                  <a:pt x="217" y="26"/>
                </a:lnTo>
                <a:lnTo>
                  <a:pt x="217" y="29"/>
                </a:lnTo>
                <a:close/>
              </a:path>
              <a:path w="489" h="98">
                <a:moveTo>
                  <a:pt x="170" y="48"/>
                </a:moveTo>
                <a:cubicBezTo>
                  <a:pt x="170" y="48"/>
                  <a:pt x="165" y="51"/>
                  <a:pt x="163" y="49"/>
                </a:cubicBezTo>
                <a:cubicBezTo>
                  <a:pt x="163" y="49"/>
                  <a:pt x="160" y="49"/>
                  <a:pt x="162" y="52"/>
                </a:cubicBezTo>
                <a:cubicBezTo>
                  <a:pt x="162" y="52"/>
                  <a:pt x="165" y="59"/>
                  <a:pt x="171" y="55"/>
                </a:cubicBezTo>
                <a:lnTo>
                  <a:pt x="179" y="49"/>
                </a:lnTo>
                <a:cubicBezTo>
                  <a:pt x="179" y="49"/>
                  <a:pt x="182" y="45"/>
                  <a:pt x="181" y="51"/>
                </a:cubicBezTo>
                <a:cubicBezTo>
                  <a:pt x="181" y="51"/>
                  <a:pt x="181" y="55"/>
                  <a:pt x="179" y="55"/>
                </a:cubicBezTo>
                <a:lnTo>
                  <a:pt x="167" y="68"/>
                </a:lnTo>
                <a:cubicBezTo>
                  <a:pt x="167" y="68"/>
                  <a:pt x="162" y="73"/>
                  <a:pt x="168" y="74"/>
                </a:cubicBezTo>
                <a:cubicBezTo>
                  <a:pt x="168" y="74"/>
                  <a:pt x="172" y="75"/>
                  <a:pt x="175" y="72"/>
                </a:cubicBezTo>
                <a:cubicBezTo>
                  <a:pt x="175" y="72"/>
                  <a:pt x="180" y="66"/>
                  <a:pt x="179" y="70"/>
                </a:cubicBezTo>
                <a:lnTo>
                  <a:pt x="179" y="79"/>
                </a:lnTo>
                <a:cubicBezTo>
                  <a:pt x="179" y="79"/>
                  <a:pt x="178" y="82"/>
                  <a:pt x="181" y="83"/>
                </a:cubicBezTo>
                <a:cubicBezTo>
                  <a:pt x="181" y="83"/>
                  <a:pt x="183" y="85"/>
                  <a:pt x="185" y="82"/>
                </a:cubicBezTo>
                <a:cubicBezTo>
                  <a:pt x="185" y="82"/>
                  <a:pt x="187" y="80"/>
                  <a:pt x="186" y="75"/>
                </a:cubicBezTo>
                <a:lnTo>
                  <a:pt x="186" y="63"/>
                </a:lnTo>
                <a:cubicBezTo>
                  <a:pt x="186" y="63"/>
                  <a:pt x="192" y="59"/>
                  <a:pt x="193" y="57"/>
                </a:cubicBezTo>
                <a:cubicBezTo>
                  <a:pt x="193" y="57"/>
                  <a:pt x="194" y="53"/>
                  <a:pt x="190" y="57"/>
                </a:cubicBezTo>
                <a:cubicBezTo>
                  <a:pt x="190" y="57"/>
                  <a:pt x="185" y="62"/>
                  <a:pt x="186" y="58"/>
                </a:cubicBezTo>
                <a:lnTo>
                  <a:pt x="186" y="52"/>
                </a:lnTo>
                <a:cubicBezTo>
                  <a:pt x="186" y="52"/>
                  <a:pt x="197" y="43"/>
                  <a:pt x="196" y="42"/>
                </a:cubicBezTo>
                <a:cubicBezTo>
                  <a:pt x="196" y="41"/>
                  <a:pt x="198" y="40"/>
                  <a:pt x="194" y="36"/>
                </a:cubicBezTo>
                <a:cubicBezTo>
                  <a:pt x="194" y="36"/>
                  <a:pt x="191" y="34"/>
                  <a:pt x="190" y="37"/>
                </a:cubicBezTo>
                <a:cubicBezTo>
                  <a:pt x="190" y="37"/>
                  <a:pt x="186" y="41"/>
                  <a:pt x="186" y="37"/>
                </a:cubicBezTo>
                <a:cubicBezTo>
                  <a:pt x="186" y="37"/>
                  <a:pt x="189" y="34"/>
                  <a:pt x="186" y="32"/>
                </a:cubicBezTo>
                <a:cubicBezTo>
                  <a:pt x="186" y="32"/>
                  <a:pt x="182" y="28"/>
                  <a:pt x="180" y="33"/>
                </a:cubicBezTo>
                <a:cubicBezTo>
                  <a:pt x="180" y="33"/>
                  <a:pt x="178" y="33"/>
                  <a:pt x="181" y="42"/>
                </a:cubicBezTo>
                <a:lnTo>
                  <a:pt x="176" y="44"/>
                </a:lnTo>
                <a:lnTo>
                  <a:pt x="173" y="46"/>
                </a:lnTo>
                <a:lnTo>
                  <a:pt x="170" y="48"/>
                </a:lnTo>
                <a:close/>
                <a:moveTo>
                  <a:pt x="186" y="43"/>
                </a:moveTo>
                <a:cubicBezTo>
                  <a:pt x="186" y="43"/>
                  <a:pt x="187" y="41"/>
                  <a:pt x="189" y="42"/>
                </a:cubicBezTo>
                <a:cubicBezTo>
                  <a:pt x="189" y="42"/>
                  <a:pt x="189" y="44"/>
                  <a:pt x="188" y="45"/>
                </a:cubicBezTo>
                <a:cubicBezTo>
                  <a:pt x="188" y="45"/>
                  <a:pt x="186" y="46"/>
                  <a:pt x="187" y="44"/>
                </a:cubicBezTo>
                <a:cubicBezTo>
                  <a:pt x="186" y="46"/>
                  <a:pt x="186" y="43"/>
                  <a:pt x="186" y="43"/>
                </a:cubicBezTo>
                <a:close/>
                <a:moveTo>
                  <a:pt x="175" y="64"/>
                </a:moveTo>
                <a:lnTo>
                  <a:pt x="178" y="61"/>
                </a:lnTo>
                <a:cubicBezTo>
                  <a:pt x="178" y="61"/>
                  <a:pt x="180" y="57"/>
                  <a:pt x="180" y="60"/>
                </a:cubicBezTo>
                <a:cubicBezTo>
                  <a:pt x="180" y="60"/>
                  <a:pt x="180" y="65"/>
                  <a:pt x="177" y="65"/>
                </a:cubicBezTo>
                <a:cubicBezTo>
                  <a:pt x="177" y="65"/>
                  <a:pt x="174" y="67"/>
                  <a:pt x="174" y="65"/>
                </a:cubicBezTo>
                <a:lnTo>
                  <a:pt x="175" y="65"/>
                </a:lnTo>
                <a:lnTo>
                  <a:pt x="175" y="64"/>
                </a:lnTo>
                <a:close/>
              </a:path>
              <a:path w="489" h="98">
                <a:moveTo>
                  <a:pt x="255" y="43"/>
                </a:moveTo>
                <a:cubicBezTo>
                  <a:pt x="255" y="43"/>
                  <a:pt x="252" y="46"/>
                  <a:pt x="249" y="46"/>
                </a:cubicBezTo>
                <a:cubicBezTo>
                  <a:pt x="249" y="46"/>
                  <a:pt x="247" y="45"/>
                  <a:pt x="248" y="48"/>
                </a:cubicBezTo>
                <a:cubicBezTo>
                  <a:pt x="248" y="48"/>
                  <a:pt x="248" y="51"/>
                  <a:pt x="253" y="52"/>
                </a:cubicBezTo>
                <a:cubicBezTo>
                  <a:pt x="253" y="52"/>
                  <a:pt x="257" y="52"/>
                  <a:pt x="257" y="51"/>
                </a:cubicBezTo>
                <a:cubicBezTo>
                  <a:pt x="257" y="51"/>
                  <a:pt x="257" y="49"/>
                  <a:pt x="260" y="48"/>
                </a:cubicBezTo>
                <a:cubicBezTo>
                  <a:pt x="260" y="48"/>
                  <a:pt x="263" y="46"/>
                  <a:pt x="264" y="45"/>
                </a:cubicBezTo>
                <a:cubicBezTo>
                  <a:pt x="264" y="45"/>
                  <a:pt x="267" y="42"/>
                  <a:pt x="266" y="46"/>
                </a:cubicBezTo>
                <a:lnTo>
                  <a:pt x="265" y="55"/>
                </a:lnTo>
                <a:cubicBezTo>
                  <a:pt x="265" y="59"/>
                  <a:pt x="258" y="64"/>
                  <a:pt x="256" y="66"/>
                </a:cubicBezTo>
                <a:cubicBezTo>
                  <a:pt x="256" y="66"/>
                  <a:pt x="253" y="69"/>
                  <a:pt x="251" y="69"/>
                </a:cubicBezTo>
                <a:cubicBezTo>
                  <a:pt x="251" y="69"/>
                  <a:pt x="249" y="68"/>
                  <a:pt x="251" y="72"/>
                </a:cubicBezTo>
                <a:cubicBezTo>
                  <a:pt x="251" y="72"/>
                  <a:pt x="255" y="76"/>
                  <a:pt x="257" y="75"/>
                </a:cubicBezTo>
                <a:lnTo>
                  <a:pt x="261" y="71"/>
                </a:lnTo>
                <a:lnTo>
                  <a:pt x="263" y="67"/>
                </a:lnTo>
                <a:cubicBezTo>
                  <a:pt x="263" y="67"/>
                  <a:pt x="266" y="63"/>
                  <a:pt x="265" y="69"/>
                </a:cubicBezTo>
                <a:cubicBezTo>
                  <a:pt x="265" y="69"/>
                  <a:pt x="265" y="77"/>
                  <a:pt x="263" y="79"/>
                </a:cubicBezTo>
                <a:cubicBezTo>
                  <a:pt x="263" y="79"/>
                  <a:pt x="262" y="79"/>
                  <a:pt x="264" y="82"/>
                </a:cubicBezTo>
                <a:cubicBezTo>
                  <a:pt x="264" y="82"/>
                  <a:pt x="266" y="87"/>
                  <a:pt x="268" y="85"/>
                </a:cubicBezTo>
                <a:lnTo>
                  <a:pt x="270" y="81"/>
                </a:lnTo>
                <a:cubicBezTo>
                  <a:pt x="270" y="81"/>
                  <a:pt x="272" y="78"/>
                  <a:pt x="271" y="76"/>
                </a:cubicBezTo>
                <a:cubicBezTo>
                  <a:pt x="270" y="75"/>
                  <a:pt x="271" y="57"/>
                  <a:pt x="271" y="57"/>
                </a:cubicBezTo>
                <a:lnTo>
                  <a:pt x="277" y="48"/>
                </a:lnTo>
                <a:cubicBezTo>
                  <a:pt x="277" y="48"/>
                  <a:pt x="281" y="44"/>
                  <a:pt x="277" y="44"/>
                </a:cubicBezTo>
                <a:cubicBezTo>
                  <a:pt x="277" y="44"/>
                  <a:pt x="275" y="46"/>
                  <a:pt x="273" y="49"/>
                </a:cubicBezTo>
                <a:cubicBezTo>
                  <a:pt x="273" y="49"/>
                  <a:pt x="271" y="51"/>
                  <a:pt x="272" y="46"/>
                </a:cubicBezTo>
                <a:lnTo>
                  <a:pt x="272" y="40"/>
                </a:lnTo>
                <a:cubicBezTo>
                  <a:pt x="272" y="40"/>
                  <a:pt x="271" y="37"/>
                  <a:pt x="275" y="36"/>
                </a:cubicBezTo>
                <a:lnTo>
                  <a:pt x="279" y="33"/>
                </a:lnTo>
                <a:cubicBezTo>
                  <a:pt x="279" y="33"/>
                  <a:pt x="282" y="31"/>
                  <a:pt x="280" y="30"/>
                </a:cubicBezTo>
                <a:cubicBezTo>
                  <a:pt x="280" y="30"/>
                  <a:pt x="276" y="26"/>
                  <a:pt x="276" y="30"/>
                </a:cubicBezTo>
                <a:lnTo>
                  <a:pt x="274" y="32"/>
                </a:lnTo>
                <a:cubicBezTo>
                  <a:pt x="274" y="32"/>
                  <a:pt x="272" y="34"/>
                  <a:pt x="273" y="30"/>
                </a:cubicBezTo>
                <a:lnTo>
                  <a:pt x="274" y="23"/>
                </a:lnTo>
                <a:cubicBezTo>
                  <a:pt x="274" y="23"/>
                  <a:pt x="274" y="18"/>
                  <a:pt x="276" y="17"/>
                </a:cubicBezTo>
                <a:cubicBezTo>
                  <a:pt x="276" y="17"/>
                  <a:pt x="273" y="11"/>
                  <a:pt x="269" y="14"/>
                </a:cubicBezTo>
                <a:cubicBezTo>
                  <a:pt x="269" y="14"/>
                  <a:pt x="263" y="17"/>
                  <a:pt x="267" y="21"/>
                </a:cubicBezTo>
                <a:lnTo>
                  <a:pt x="266" y="35"/>
                </a:lnTo>
                <a:cubicBezTo>
                  <a:pt x="266" y="35"/>
                  <a:pt x="266" y="38"/>
                  <a:pt x="264" y="38"/>
                </a:cubicBezTo>
                <a:lnTo>
                  <a:pt x="258" y="42"/>
                </a:lnTo>
                <a:lnTo>
                  <a:pt x="256" y="43"/>
                </a:lnTo>
                <a:lnTo>
                  <a:pt x="255" y="43"/>
                </a:lnTo>
                <a:close/>
              </a:path>
              <a:path w="489" h="98">
                <a:moveTo>
                  <a:pt x="303" y="56"/>
                </a:moveTo>
                <a:cubicBezTo>
                  <a:pt x="303" y="56"/>
                  <a:pt x="300" y="63"/>
                  <a:pt x="298" y="65"/>
                </a:cubicBezTo>
                <a:lnTo>
                  <a:pt x="304" y="70"/>
                </a:lnTo>
                <a:cubicBezTo>
                  <a:pt x="304" y="70"/>
                  <a:pt x="306" y="73"/>
                  <a:pt x="317" y="73"/>
                </a:cubicBezTo>
                <a:cubicBezTo>
                  <a:pt x="317" y="73"/>
                  <a:pt x="323" y="73"/>
                  <a:pt x="316" y="76"/>
                </a:cubicBezTo>
                <a:lnTo>
                  <a:pt x="307" y="81"/>
                </a:lnTo>
                <a:cubicBezTo>
                  <a:pt x="307" y="81"/>
                  <a:pt x="300" y="84"/>
                  <a:pt x="299" y="80"/>
                </a:cubicBezTo>
                <a:lnTo>
                  <a:pt x="295" y="73"/>
                </a:lnTo>
                <a:cubicBezTo>
                  <a:pt x="295" y="73"/>
                  <a:pt x="294" y="68"/>
                  <a:pt x="293" y="72"/>
                </a:cubicBezTo>
                <a:cubicBezTo>
                  <a:pt x="293" y="72"/>
                  <a:pt x="288" y="78"/>
                  <a:pt x="285" y="78"/>
                </a:cubicBezTo>
                <a:cubicBezTo>
                  <a:pt x="285" y="78"/>
                  <a:pt x="280" y="79"/>
                  <a:pt x="276" y="77"/>
                </a:cubicBezTo>
                <a:cubicBezTo>
                  <a:pt x="276" y="77"/>
                  <a:pt x="269" y="77"/>
                  <a:pt x="279" y="75"/>
                </a:cubicBezTo>
                <a:cubicBezTo>
                  <a:pt x="279" y="75"/>
                  <a:pt x="286" y="73"/>
                  <a:pt x="290" y="66"/>
                </a:cubicBezTo>
                <a:lnTo>
                  <a:pt x="283" y="58"/>
                </a:lnTo>
                <a:cubicBezTo>
                  <a:pt x="283" y="58"/>
                  <a:pt x="280" y="55"/>
                  <a:pt x="284" y="55"/>
                </a:cubicBezTo>
                <a:cubicBezTo>
                  <a:pt x="284" y="55"/>
                  <a:pt x="285" y="54"/>
                  <a:pt x="289" y="57"/>
                </a:cubicBezTo>
                <a:cubicBezTo>
                  <a:pt x="289" y="57"/>
                  <a:pt x="291" y="59"/>
                  <a:pt x="292" y="60"/>
                </a:cubicBezTo>
                <a:cubicBezTo>
                  <a:pt x="293" y="60"/>
                  <a:pt x="293" y="61"/>
                  <a:pt x="295" y="59"/>
                </a:cubicBezTo>
                <a:cubicBezTo>
                  <a:pt x="295" y="58"/>
                  <a:pt x="296" y="56"/>
                  <a:pt x="298" y="52"/>
                </a:cubicBezTo>
                <a:cubicBezTo>
                  <a:pt x="298" y="52"/>
                  <a:pt x="300" y="49"/>
                  <a:pt x="296" y="50"/>
                </a:cubicBezTo>
                <a:cubicBezTo>
                  <a:pt x="296" y="50"/>
                  <a:pt x="293" y="52"/>
                  <a:pt x="292" y="54"/>
                </a:cubicBezTo>
                <a:cubicBezTo>
                  <a:pt x="292" y="54"/>
                  <a:pt x="290" y="56"/>
                  <a:pt x="287" y="54"/>
                </a:cubicBezTo>
                <a:cubicBezTo>
                  <a:pt x="287" y="54"/>
                  <a:pt x="282" y="51"/>
                  <a:pt x="285" y="49"/>
                </a:cubicBezTo>
                <a:lnTo>
                  <a:pt x="286" y="45"/>
                </a:lnTo>
                <a:cubicBezTo>
                  <a:pt x="286" y="45"/>
                  <a:pt x="288" y="40"/>
                  <a:pt x="284" y="44"/>
                </a:cubicBezTo>
                <a:cubicBezTo>
                  <a:pt x="284" y="44"/>
                  <a:pt x="282" y="47"/>
                  <a:pt x="281" y="45"/>
                </a:cubicBezTo>
                <a:lnTo>
                  <a:pt x="276" y="41"/>
                </a:lnTo>
                <a:cubicBezTo>
                  <a:pt x="276" y="41"/>
                  <a:pt x="273" y="38"/>
                  <a:pt x="278" y="39"/>
                </a:cubicBezTo>
                <a:lnTo>
                  <a:pt x="290" y="34"/>
                </a:lnTo>
                <a:cubicBezTo>
                  <a:pt x="290" y="34"/>
                  <a:pt x="291" y="25"/>
                  <a:pt x="292" y="23"/>
                </a:cubicBezTo>
                <a:cubicBezTo>
                  <a:pt x="292" y="23"/>
                  <a:pt x="293" y="14"/>
                  <a:pt x="298" y="15"/>
                </a:cubicBezTo>
                <a:cubicBezTo>
                  <a:pt x="298" y="15"/>
                  <a:pt x="302" y="15"/>
                  <a:pt x="305" y="23"/>
                </a:cubicBezTo>
                <a:cubicBezTo>
                  <a:pt x="305" y="23"/>
                  <a:pt x="308" y="26"/>
                  <a:pt x="304" y="29"/>
                </a:cubicBezTo>
                <a:cubicBezTo>
                  <a:pt x="304" y="29"/>
                  <a:pt x="296" y="34"/>
                  <a:pt x="295" y="35"/>
                </a:cubicBezTo>
                <a:cubicBezTo>
                  <a:pt x="295" y="35"/>
                  <a:pt x="292" y="37"/>
                  <a:pt x="291" y="41"/>
                </a:cubicBezTo>
                <a:cubicBezTo>
                  <a:pt x="291" y="41"/>
                  <a:pt x="287" y="50"/>
                  <a:pt x="291" y="47"/>
                </a:cubicBezTo>
                <a:lnTo>
                  <a:pt x="301" y="40"/>
                </a:lnTo>
                <a:cubicBezTo>
                  <a:pt x="301" y="40"/>
                  <a:pt x="302" y="37"/>
                  <a:pt x="307" y="41"/>
                </a:cubicBezTo>
                <a:cubicBezTo>
                  <a:pt x="307" y="41"/>
                  <a:pt x="312" y="44"/>
                  <a:pt x="309" y="47"/>
                </a:cubicBezTo>
                <a:lnTo>
                  <a:pt x="305" y="52"/>
                </a:lnTo>
                <a:lnTo>
                  <a:pt x="303" y="54"/>
                </a:lnTo>
                <a:lnTo>
                  <a:pt x="303" y="56"/>
                </a:lnTo>
                <a:close/>
                <a:moveTo>
                  <a:pt x="295" y="27"/>
                </a:moveTo>
                <a:cubicBezTo>
                  <a:pt x="295" y="27"/>
                  <a:pt x="297" y="22"/>
                  <a:pt x="299" y="24"/>
                </a:cubicBezTo>
                <a:cubicBezTo>
                  <a:pt x="299" y="24"/>
                  <a:pt x="302" y="24"/>
                  <a:pt x="299" y="27"/>
                </a:cubicBezTo>
                <a:lnTo>
                  <a:pt x="297" y="30"/>
                </a:lnTo>
                <a:cubicBezTo>
                  <a:pt x="297" y="30"/>
                  <a:pt x="294" y="33"/>
                  <a:pt x="295" y="28"/>
                </a:cubicBezTo>
                <a:cubicBezTo>
                  <a:pt x="294" y="33"/>
                  <a:pt x="295" y="27"/>
                  <a:pt x="295" y="27"/>
                </a:cubicBezTo>
                <a:close/>
              </a:path>
              <a:path w="489" h="98">
                <a:moveTo>
                  <a:pt x="354" y="54"/>
                </a:moveTo>
                <a:cubicBezTo>
                  <a:pt x="354" y="54"/>
                  <a:pt x="348" y="58"/>
                  <a:pt x="341" y="59"/>
                </a:cubicBezTo>
                <a:cubicBezTo>
                  <a:pt x="341" y="59"/>
                  <a:pt x="336" y="59"/>
                  <a:pt x="342" y="62"/>
                </a:cubicBezTo>
                <a:lnTo>
                  <a:pt x="347" y="66"/>
                </a:lnTo>
                <a:cubicBezTo>
                  <a:pt x="347" y="66"/>
                  <a:pt x="352" y="67"/>
                  <a:pt x="354" y="64"/>
                </a:cubicBezTo>
                <a:lnTo>
                  <a:pt x="358" y="61"/>
                </a:lnTo>
                <a:cubicBezTo>
                  <a:pt x="358" y="61"/>
                  <a:pt x="364" y="56"/>
                  <a:pt x="361" y="63"/>
                </a:cubicBezTo>
                <a:cubicBezTo>
                  <a:pt x="361" y="63"/>
                  <a:pt x="357" y="73"/>
                  <a:pt x="342" y="79"/>
                </a:cubicBezTo>
                <a:cubicBezTo>
                  <a:pt x="342" y="79"/>
                  <a:pt x="335" y="81"/>
                  <a:pt x="346" y="80"/>
                </a:cubicBezTo>
                <a:cubicBezTo>
                  <a:pt x="346" y="80"/>
                  <a:pt x="365" y="83"/>
                  <a:pt x="372" y="50"/>
                </a:cubicBezTo>
                <a:cubicBezTo>
                  <a:pt x="372" y="50"/>
                  <a:pt x="385" y="41"/>
                  <a:pt x="388" y="40"/>
                </a:cubicBezTo>
                <a:cubicBezTo>
                  <a:pt x="388" y="40"/>
                  <a:pt x="393" y="37"/>
                  <a:pt x="387" y="36"/>
                </a:cubicBezTo>
                <a:cubicBezTo>
                  <a:pt x="387" y="36"/>
                  <a:pt x="383" y="33"/>
                  <a:pt x="380" y="38"/>
                </a:cubicBezTo>
                <a:lnTo>
                  <a:pt x="377" y="40"/>
                </a:lnTo>
                <a:cubicBezTo>
                  <a:pt x="377" y="40"/>
                  <a:pt x="373" y="43"/>
                  <a:pt x="374" y="37"/>
                </a:cubicBezTo>
                <a:lnTo>
                  <a:pt x="376" y="26"/>
                </a:lnTo>
                <a:cubicBezTo>
                  <a:pt x="376" y="26"/>
                  <a:pt x="377" y="22"/>
                  <a:pt x="374" y="21"/>
                </a:cubicBezTo>
                <a:cubicBezTo>
                  <a:pt x="371" y="19"/>
                  <a:pt x="368" y="15"/>
                  <a:pt x="368" y="15"/>
                </a:cubicBezTo>
                <a:cubicBezTo>
                  <a:pt x="368" y="15"/>
                  <a:pt x="365" y="12"/>
                  <a:pt x="365" y="18"/>
                </a:cubicBezTo>
                <a:cubicBezTo>
                  <a:pt x="365" y="18"/>
                  <a:pt x="368" y="35"/>
                  <a:pt x="365" y="47"/>
                </a:cubicBezTo>
                <a:lnTo>
                  <a:pt x="359" y="51"/>
                </a:lnTo>
                <a:lnTo>
                  <a:pt x="357" y="53"/>
                </a:lnTo>
                <a:lnTo>
                  <a:pt x="354" y="54"/>
                </a:lnTo>
                <a:close/>
              </a:path>
              <a:path w="489" h="98">
                <a:moveTo>
                  <a:pt x="378" y="66"/>
                </a:moveTo>
                <a:lnTo>
                  <a:pt x="383" y="76"/>
                </a:lnTo>
                <a:cubicBezTo>
                  <a:pt x="383" y="76"/>
                  <a:pt x="386" y="79"/>
                  <a:pt x="391" y="76"/>
                </a:cubicBezTo>
                <a:lnTo>
                  <a:pt x="401" y="72"/>
                </a:lnTo>
                <a:cubicBezTo>
                  <a:pt x="401" y="72"/>
                  <a:pt x="405" y="70"/>
                  <a:pt x="400" y="70"/>
                </a:cubicBezTo>
                <a:cubicBezTo>
                  <a:pt x="400" y="70"/>
                  <a:pt x="384" y="70"/>
                  <a:pt x="377" y="55"/>
                </a:cubicBezTo>
                <a:cubicBezTo>
                  <a:pt x="377" y="55"/>
                  <a:pt x="374" y="51"/>
                  <a:pt x="374" y="55"/>
                </a:cubicBezTo>
                <a:cubicBezTo>
                  <a:pt x="374" y="55"/>
                  <a:pt x="373" y="56"/>
                  <a:pt x="376" y="60"/>
                </a:cubicBezTo>
                <a:lnTo>
                  <a:pt x="377" y="63"/>
                </a:lnTo>
                <a:lnTo>
                  <a:pt x="378" y="66"/>
                </a:lnTo>
                <a:close/>
              </a:path>
              <a:path w="489" h="98">
                <a:moveTo>
                  <a:pt x="437" y="62"/>
                </a:moveTo>
                <a:cubicBezTo>
                  <a:pt x="437" y="62"/>
                  <a:pt x="428" y="68"/>
                  <a:pt x="424" y="68"/>
                </a:cubicBezTo>
                <a:cubicBezTo>
                  <a:pt x="424" y="68"/>
                  <a:pt x="420" y="68"/>
                  <a:pt x="424" y="71"/>
                </a:cubicBezTo>
                <a:lnTo>
                  <a:pt x="432" y="74"/>
                </a:lnTo>
                <a:cubicBezTo>
                  <a:pt x="432" y="74"/>
                  <a:pt x="436" y="78"/>
                  <a:pt x="438" y="73"/>
                </a:cubicBezTo>
                <a:cubicBezTo>
                  <a:pt x="438" y="73"/>
                  <a:pt x="449" y="59"/>
                  <a:pt x="452" y="59"/>
                </a:cubicBezTo>
                <a:cubicBezTo>
                  <a:pt x="452" y="59"/>
                  <a:pt x="456" y="55"/>
                  <a:pt x="456" y="60"/>
                </a:cubicBezTo>
                <a:cubicBezTo>
                  <a:pt x="456" y="60"/>
                  <a:pt x="456" y="68"/>
                  <a:pt x="456" y="77"/>
                </a:cubicBezTo>
                <a:cubicBezTo>
                  <a:pt x="456" y="77"/>
                  <a:pt x="458" y="86"/>
                  <a:pt x="450" y="85"/>
                </a:cubicBezTo>
                <a:lnTo>
                  <a:pt x="444" y="86"/>
                </a:lnTo>
                <a:lnTo>
                  <a:pt x="451" y="89"/>
                </a:lnTo>
                <a:lnTo>
                  <a:pt x="457" y="91"/>
                </a:lnTo>
                <a:cubicBezTo>
                  <a:pt x="457" y="91"/>
                  <a:pt x="462" y="94"/>
                  <a:pt x="464" y="88"/>
                </a:cubicBezTo>
                <a:cubicBezTo>
                  <a:pt x="464" y="88"/>
                  <a:pt x="465" y="86"/>
                  <a:pt x="463" y="75"/>
                </a:cubicBezTo>
                <a:lnTo>
                  <a:pt x="461" y="54"/>
                </a:lnTo>
                <a:cubicBezTo>
                  <a:pt x="461" y="54"/>
                  <a:pt x="463" y="49"/>
                  <a:pt x="467" y="53"/>
                </a:cubicBezTo>
                <a:lnTo>
                  <a:pt x="467" y="56"/>
                </a:lnTo>
                <a:cubicBezTo>
                  <a:pt x="467" y="56"/>
                  <a:pt x="466" y="60"/>
                  <a:pt x="471" y="56"/>
                </a:cubicBezTo>
                <a:cubicBezTo>
                  <a:pt x="471" y="56"/>
                  <a:pt x="474" y="53"/>
                  <a:pt x="477" y="53"/>
                </a:cubicBezTo>
                <a:cubicBezTo>
                  <a:pt x="477" y="53"/>
                  <a:pt x="480" y="50"/>
                  <a:pt x="476" y="49"/>
                </a:cubicBezTo>
                <a:cubicBezTo>
                  <a:pt x="476" y="49"/>
                  <a:pt x="473" y="45"/>
                  <a:pt x="468" y="46"/>
                </a:cubicBezTo>
                <a:cubicBezTo>
                  <a:pt x="468" y="46"/>
                  <a:pt x="463" y="46"/>
                  <a:pt x="469" y="41"/>
                </a:cubicBezTo>
                <a:lnTo>
                  <a:pt x="473" y="38"/>
                </a:lnTo>
                <a:cubicBezTo>
                  <a:pt x="473" y="38"/>
                  <a:pt x="477" y="35"/>
                  <a:pt x="472" y="33"/>
                </a:cubicBezTo>
                <a:lnTo>
                  <a:pt x="470" y="31"/>
                </a:lnTo>
                <a:cubicBezTo>
                  <a:pt x="470" y="31"/>
                  <a:pt x="467" y="30"/>
                  <a:pt x="473" y="25"/>
                </a:cubicBezTo>
                <a:cubicBezTo>
                  <a:pt x="473" y="25"/>
                  <a:pt x="478" y="20"/>
                  <a:pt x="483" y="19"/>
                </a:cubicBezTo>
                <a:cubicBezTo>
                  <a:pt x="483" y="19"/>
                  <a:pt x="489" y="15"/>
                  <a:pt x="483" y="9"/>
                </a:cubicBezTo>
                <a:cubicBezTo>
                  <a:pt x="483" y="9"/>
                  <a:pt x="478" y="2"/>
                  <a:pt x="472" y="6"/>
                </a:cubicBezTo>
                <a:lnTo>
                  <a:pt x="462" y="11"/>
                </a:lnTo>
                <a:cubicBezTo>
                  <a:pt x="462" y="11"/>
                  <a:pt x="458" y="14"/>
                  <a:pt x="461" y="10"/>
                </a:cubicBezTo>
                <a:cubicBezTo>
                  <a:pt x="461" y="10"/>
                  <a:pt x="463" y="6"/>
                  <a:pt x="460" y="5"/>
                </a:cubicBezTo>
                <a:lnTo>
                  <a:pt x="457" y="3"/>
                </a:lnTo>
                <a:cubicBezTo>
                  <a:pt x="457" y="3"/>
                  <a:pt x="453" y="0"/>
                  <a:pt x="453" y="4"/>
                </a:cubicBezTo>
                <a:cubicBezTo>
                  <a:pt x="453" y="4"/>
                  <a:pt x="451" y="12"/>
                  <a:pt x="447" y="10"/>
                </a:cubicBezTo>
                <a:cubicBezTo>
                  <a:pt x="447" y="10"/>
                  <a:pt x="442" y="8"/>
                  <a:pt x="442" y="11"/>
                </a:cubicBezTo>
                <a:cubicBezTo>
                  <a:pt x="442" y="11"/>
                  <a:pt x="449" y="15"/>
                  <a:pt x="446" y="18"/>
                </a:cubicBezTo>
                <a:cubicBezTo>
                  <a:pt x="446" y="18"/>
                  <a:pt x="441" y="24"/>
                  <a:pt x="439" y="18"/>
                </a:cubicBezTo>
                <a:cubicBezTo>
                  <a:pt x="439" y="18"/>
                  <a:pt x="436" y="11"/>
                  <a:pt x="430" y="9"/>
                </a:cubicBezTo>
                <a:cubicBezTo>
                  <a:pt x="430" y="9"/>
                  <a:pt x="425" y="7"/>
                  <a:pt x="428" y="11"/>
                </a:cubicBezTo>
                <a:cubicBezTo>
                  <a:pt x="428" y="11"/>
                  <a:pt x="434" y="16"/>
                  <a:pt x="435" y="21"/>
                </a:cubicBezTo>
                <a:cubicBezTo>
                  <a:pt x="435" y="21"/>
                  <a:pt x="438" y="27"/>
                  <a:pt x="433" y="23"/>
                </a:cubicBezTo>
                <a:cubicBezTo>
                  <a:pt x="433" y="23"/>
                  <a:pt x="426" y="17"/>
                  <a:pt x="427" y="21"/>
                </a:cubicBezTo>
                <a:cubicBezTo>
                  <a:pt x="427" y="21"/>
                  <a:pt x="433" y="32"/>
                  <a:pt x="436" y="37"/>
                </a:cubicBezTo>
                <a:cubicBezTo>
                  <a:pt x="436" y="37"/>
                  <a:pt x="439" y="42"/>
                  <a:pt x="439" y="36"/>
                </a:cubicBezTo>
                <a:cubicBezTo>
                  <a:pt x="439" y="36"/>
                  <a:pt x="438" y="30"/>
                  <a:pt x="442" y="34"/>
                </a:cubicBezTo>
                <a:cubicBezTo>
                  <a:pt x="442" y="34"/>
                  <a:pt x="445" y="37"/>
                  <a:pt x="447" y="35"/>
                </a:cubicBezTo>
                <a:cubicBezTo>
                  <a:pt x="447" y="35"/>
                  <a:pt x="449" y="31"/>
                  <a:pt x="447" y="31"/>
                </a:cubicBezTo>
                <a:cubicBezTo>
                  <a:pt x="444" y="30"/>
                  <a:pt x="445" y="26"/>
                  <a:pt x="445" y="26"/>
                </a:cubicBezTo>
                <a:cubicBezTo>
                  <a:pt x="445" y="26"/>
                  <a:pt x="443" y="22"/>
                  <a:pt x="445" y="22"/>
                </a:cubicBezTo>
                <a:cubicBezTo>
                  <a:pt x="445" y="22"/>
                  <a:pt x="453" y="17"/>
                  <a:pt x="450" y="22"/>
                </a:cubicBezTo>
                <a:cubicBezTo>
                  <a:pt x="450" y="22"/>
                  <a:pt x="444" y="27"/>
                  <a:pt x="452" y="32"/>
                </a:cubicBezTo>
                <a:cubicBezTo>
                  <a:pt x="452" y="32"/>
                  <a:pt x="460" y="35"/>
                  <a:pt x="463" y="28"/>
                </a:cubicBezTo>
                <a:cubicBezTo>
                  <a:pt x="463" y="28"/>
                  <a:pt x="464" y="23"/>
                  <a:pt x="462" y="21"/>
                </a:cubicBezTo>
                <a:cubicBezTo>
                  <a:pt x="462" y="21"/>
                  <a:pt x="458" y="16"/>
                  <a:pt x="463" y="16"/>
                </a:cubicBezTo>
                <a:lnTo>
                  <a:pt x="468" y="14"/>
                </a:lnTo>
                <a:cubicBezTo>
                  <a:pt x="468" y="14"/>
                  <a:pt x="473" y="12"/>
                  <a:pt x="472" y="16"/>
                </a:cubicBezTo>
                <a:lnTo>
                  <a:pt x="466" y="28"/>
                </a:lnTo>
                <a:cubicBezTo>
                  <a:pt x="466" y="28"/>
                  <a:pt x="463" y="34"/>
                  <a:pt x="460" y="34"/>
                </a:cubicBezTo>
                <a:lnTo>
                  <a:pt x="444" y="43"/>
                </a:lnTo>
                <a:cubicBezTo>
                  <a:pt x="444" y="43"/>
                  <a:pt x="437" y="45"/>
                  <a:pt x="442" y="46"/>
                </a:cubicBezTo>
                <a:cubicBezTo>
                  <a:pt x="442" y="46"/>
                  <a:pt x="447" y="48"/>
                  <a:pt x="450" y="44"/>
                </a:cubicBezTo>
                <a:lnTo>
                  <a:pt x="458" y="40"/>
                </a:lnTo>
                <a:cubicBezTo>
                  <a:pt x="458" y="40"/>
                  <a:pt x="463" y="36"/>
                  <a:pt x="460" y="42"/>
                </a:cubicBezTo>
                <a:cubicBezTo>
                  <a:pt x="460" y="42"/>
                  <a:pt x="460" y="47"/>
                  <a:pt x="453" y="52"/>
                </a:cubicBezTo>
                <a:lnTo>
                  <a:pt x="443" y="59"/>
                </a:lnTo>
                <a:lnTo>
                  <a:pt x="440" y="60"/>
                </a:lnTo>
                <a:lnTo>
                  <a:pt x="437" y="62"/>
                </a:lnTo>
                <a:close/>
                <a:moveTo>
                  <a:pt x="456" y="23"/>
                </a:moveTo>
                <a:cubicBezTo>
                  <a:pt x="457" y="23"/>
                  <a:pt x="458" y="24"/>
                  <a:pt x="458" y="25"/>
                </a:cubicBezTo>
                <a:cubicBezTo>
                  <a:pt x="458" y="27"/>
                  <a:pt x="457" y="28"/>
                  <a:pt x="456" y="28"/>
                </a:cubicBezTo>
                <a:cubicBezTo>
                  <a:pt x="455" y="28"/>
                  <a:pt x="454" y="27"/>
                  <a:pt x="454" y="25"/>
                </a:cubicBezTo>
                <a:cubicBezTo>
                  <a:pt x="454" y="24"/>
                  <a:pt x="455" y="23"/>
                  <a:pt x="456" y="23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/>
          <a:p/>
        </p:txBody>
      </p:sp>
      <p:sp>
        <p:nvSpPr>
          <p:cNvPr id="22" name="Freeform 6"/>
          <p:cNvSpPr>
            <a:spLocks noGrp="1"/>
          </p:cNvSpPr>
          <p:nvPr/>
        </p:nvSpPr>
        <p:spPr>
          <a:xfrm>
            <a:off x="10465525" y="520851"/>
            <a:ext cx="1549319" cy="49527"/>
          </a:xfrm>
          <a:custGeom>
            <a:avLst/>
            <a:gdLst/>
            <a:ahLst/>
            <a:cxnLst/>
            <a:rect l="l" t="t" r="r" b="b"/>
            <a:pathLst>
              <a:path w="471" h="15">
                <a:moveTo>
                  <a:pt x="0" y="15"/>
                </a:moveTo>
                <a:lnTo>
                  <a:pt x="0" y="0"/>
                </a:lnTo>
                <a:lnTo>
                  <a:pt x="2" y="0"/>
                </a:lnTo>
                <a:lnTo>
                  <a:pt x="2" y="6"/>
                </a:lnTo>
                <a:lnTo>
                  <a:pt x="9" y="6"/>
                </a:lnTo>
                <a:lnTo>
                  <a:pt x="9" y="0"/>
                </a:lnTo>
                <a:lnTo>
                  <a:pt x="10" y="0"/>
                </a:lnTo>
                <a:lnTo>
                  <a:pt x="10" y="15"/>
                </a:lnTo>
                <a:lnTo>
                  <a:pt x="9" y="15"/>
                </a:lnTo>
                <a:lnTo>
                  <a:pt x="9" y="8"/>
                </a:lnTo>
                <a:lnTo>
                  <a:pt x="2" y="8"/>
                </a:lnTo>
                <a:lnTo>
                  <a:pt x="2" y="15"/>
                </a:lnTo>
                <a:lnTo>
                  <a:pt x="0" y="15"/>
                </a:lnTo>
                <a:close/>
              </a:path>
              <a:path w="471" h="15">
                <a:moveTo>
                  <a:pt x="21" y="0"/>
                </a:moveTo>
                <a:lnTo>
                  <a:pt x="22" y="0"/>
                </a:lnTo>
                <a:lnTo>
                  <a:pt x="22" y="9"/>
                </a:lnTo>
                <a:cubicBezTo>
                  <a:pt x="22" y="10"/>
                  <a:pt x="22" y="11"/>
                  <a:pt x="22" y="12"/>
                </a:cubicBezTo>
                <a:cubicBezTo>
                  <a:pt x="22" y="13"/>
                  <a:pt x="21" y="14"/>
                  <a:pt x="20" y="14"/>
                </a:cubicBezTo>
                <a:cubicBezTo>
                  <a:pt x="20" y="15"/>
                  <a:pt x="19" y="15"/>
                  <a:pt x="17" y="15"/>
                </a:cubicBezTo>
                <a:cubicBezTo>
                  <a:pt x="16" y="15"/>
                  <a:pt x="15" y="15"/>
                  <a:pt x="15" y="14"/>
                </a:cubicBezTo>
                <a:cubicBezTo>
                  <a:pt x="14" y="14"/>
                  <a:pt x="13" y="13"/>
                  <a:pt x="13" y="12"/>
                </a:cubicBezTo>
                <a:cubicBezTo>
                  <a:pt x="13" y="11"/>
                  <a:pt x="12" y="10"/>
                  <a:pt x="12" y="9"/>
                </a:cubicBezTo>
                <a:lnTo>
                  <a:pt x="12" y="0"/>
                </a:lnTo>
                <a:lnTo>
                  <a:pt x="14" y="0"/>
                </a:lnTo>
                <a:lnTo>
                  <a:pt x="14" y="9"/>
                </a:lnTo>
                <a:cubicBezTo>
                  <a:pt x="14" y="10"/>
                  <a:pt x="14" y="11"/>
                  <a:pt x="14" y="11"/>
                </a:cubicBezTo>
                <a:cubicBezTo>
                  <a:pt x="15" y="12"/>
                  <a:pt x="15" y="12"/>
                  <a:pt x="15" y="13"/>
                </a:cubicBezTo>
                <a:cubicBezTo>
                  <a:pt x="16" y="13"/>
                  <a:pt x="17" y="13"/>
                  <a:pt x="17" y="13"/>
                </a:cubicBezTo>
                <a:cubicBezTo>
                  <a:pt x="18" y="13"/>
                  <a:pt x="19" y="13"/>
                  <a:pt x="20" y="12"/>
                </a:cubicBezTo>
                <a:cubicBezTo>
                  <a:pt x="20" y="12"/>
                  <a:pt x="21" y="10"/>
                  <a:pt x="21" y="9"/>
                </a:cubicBezTo>
                <a:lnTo>
                  <a:pt x="21" y="0"/>
                </a:lnTo>
                <a:close/>
              </a:path>
              <a:path w="471" h="15">
                <a:moveTo>
                  <a:pt x="23" y="15"/>
                </a:moveTo>
                <a:lnTo>
                  <a:pt x="28" y="0"/>
                </a:lnTo>
                <a:lnTo>
                  <a:pt x="30" y="0"/>
                </a:lnTo>
                <a:lnTo>
                  <a:pt x="35" y="15"/>
                </a:lnTo>
                <a:lnTo>
                  <a:pt x="33" y="15"/>
                </a:lnTo>
                <a:lnTo>
                  <a:pt x="32" y="10"/>
                </a:lnTo>
                <a:lnTo>
                  <a:pt x="26" y="10"/>
                </a:lnTo>
                <a:lnTo>
                  <a:pt x="25" y="15"/>
                </a:lnTo>
                <a:lnTo>
                  <a:pt x="23" y="15"/>
                </a:lnTo>
                <a:close/>
                <a:moveTo>
                  <a:pt x="27" y="9"/>
                </a:moveTo>
                <a:lnTo>
                  <a:pt x="31" y="9"/>
                </a:lnTo>
                <a:lnTo>
                  <a:pt x="30" y="5"/>
                </a:lnTo>
                <a:cubicBezTo>
                  <a:pt x="29" y="4"/>
                  <a:pt x="29" y="3"/>
                  <a:pt x="29" y="2"/>
                </a:cubicBezTo>
                <a:cubicBezTo>
                  <a:pt x="29" y="3"/>
                  <a:pt x="28" y="4"/>
                  <a:pt x="28" y="5"/>
                </a:cubicBezTo>
                <a:lnTo>
                  <a:pt x="27" y="9"/>
                </a:lnTo>
                <a:close/>
              </a:path>
              <a:path w="471" h="15">
                <a:moveTo>
                  <a:pt x="35" y="15"/>
                </a:moveTo>
                <a:lnTo>
                  <a:pt x="35" y="13"/>
                </a:lnTo>
                <a:lnTo>
                  <a:pt x="41" y="4"/>
                </a:lnTo>
                <a:cubicBezTo>
                  <a:pt x="42" y="3"/>
                  <a:pt x="42" y="2"/>
                  <a:pt x="42" y="2"/>
                </a:cubicBezTo>
                <a:lnTo>
                  <a:pt x="35" y="2"/>
                </a:lnTo>
                <a:lnTo>
                  <a:pt x="35" y="0"/>
                </a:lnTo>
                <a:lnTo>
                  <a:pt x="44" y="0"/>
                </a:lnTo>
                <a:lnTo>
                  <a:pt x="44" y="2"/>
                </a:lnTo>
                <a:lnTo>
                  <a:pt x="37" y="12"/>
                </a:lnTo>
                <a:lnTo>
                  <a:pt x="37" y="13"/>
                </a:lnTo>
                <a:lnTo>
                  <a:pt x="45" y="13"/>
                </a:lnTo>
                <a:lnTo>
                  <a:pt x="45" y="15"/>
                </a:lnTo>
                <a:lnTo>
                  <a:pt x="35" y="15"/>
                </a:lnTo>
                <a:close/>
              </a:path>
              <a:path w="471" h="15">
                <a:moveTo>
                  <a:pt x="46" y="15"/>
                </a:moveTo>
                <a:lnTo>
                  <a:pt x="46" y="0"/>
                </a:lnTo>
                <a:lnTo>
                  <a:pt x="48" y="0"/>
                </a:lnTo>
                <a:lnTo>
                  <a:pt x="48" y="6"/>
                </a:lnTo>
                <a:lnTo>
                  <a:pt x="54" y="6"/>
                </a:lnTo>
                <a:lnTo>
                  <a:pt x="54" y="0"/>
                </a:lnTo>
                <a:lnTo>
                  <a:pt x="56" y="0"/>
                </a:lnTo>
                <a:lnTo>
                  <a:pt x="56" y="15"/>
                </a:lnTo>
                <a:lnTo>
                  <a:pt x="54" y="15"/>
                </a:lnTo>
                <a:lnTo>
                  <a:pt x="54" y="8"/>
                </a:lnTo>
                <a:lnTo>
                  <a:pt x="48" y="8"/>
                </a:lnTo>
                <a:lnTo>
                  <a:pt x="48" y="15"/>
                </a:lnTo>
                <a:lnTo>
                  <a:pt x="46" y="15"/>
                </a:lnTo>
                <a:close/>
              </a:path>
              <a:path w="471" h="15">
                <a:moveTo>
                  <a:pt x="58" y="8"/>
                </a:moveTo>
                <a:cubicBezTo>
                  <a:pt x="58" y="5"/>
                  <a:pt x="58" y="3"/>
                  <a:pt x="59" y="2"/>
                </a:cubicBezTo>
                <a:cubicBezTo>
                  <a:pt x="60" y="1"/>
                  <a:pt x="62" y="0"/>
                  <a:pt x="64" y="0"/>
                </a:cubicBezTo>
                <a:cubicBezTo>
                  <a:pt x="65" y="0"/>
                  <a:pt x="66" y="0"/>
                  <a:pt x="67" y="1"/>
                </a:cubicBezTo>
                <a:cubicBezTo>
                  <a:pt x="68" y="2"/>
                  <a:pt x="68" y="3"/>
                  <a:pt x="69" y="4"/>
                </a:cubicBezTo>
                <a:cubicBezTo>
                  <a:pt x="69" y="5"/>
                  <a:pt x="70" y="6"/>
                  <a:pt x="70" y="8"/>
                </a:cubicBezTo>
                <a:cubicBezTo>
                  <a:pt x="70" y="9"/>
                  <a:pt x="69" y="10"/>
                  <a:pt x="69" y="11"/>
                </a:cubicBezTo>
                <a:cubicBezTo>
                  <a:pt x="68" y="13"/>
                  <a:pt x="68" y="13"/>
                  <a:pt x="67" y="14"/>
                </a:cubicBezTo>
                <a:cubicBezTo>
                  <a:pt x="66" y="15"/>
                  <a:pt x="65" y="15"/>
                  <a:pt x="64" y="15"/>
                </a:cubicBezTo>
                <a:cubicBezTo>
                  <a:pt x="62" y="15"/>
                  <a:pt x="61" y="15"/>
                  <a:pt x="60" y="14"/>
                </a:cubicBezTo>
                <a:cubicBezTo>
                  <a:pt x="59" y="13"/>
                  <a:pt x="59" y="12"/>
                  <a:pt x="58" y="11"/>
                </a:cubicBezTo>
                <a:cubicBezTo>
                  <a:pt x="58" y="10"/>
                  <a:pt x="58" y="9"/>
                  <a:pt x="58" y="8"/>
                </a:cubicBezTo>
                <a:close/>
                <a:moveTo>
                  <a:pt x="59" y="8"/>
                </a:moveTo>
                <a:cubicBezTo>
                  <a:pt x="59" y="9"/>
                  <a:pt x="60" y="11"/>
                  <a:pt x="60" y="12"/>
                </a:cubicBezTo>
                <a:cubicBezTo>
                  <a:pt x="61" y="13"/>
                  <a:pt x="62" y="13"/>
                  <a:pt x="64" y="13"/>
                </a:cubicBezTo>
                <a:cubicBezTo>
                  <a:pt x="65" y="13"/>
                  <a:pt x="66" y="13"/>
                  <a:pt x="67" y="12"/>
                </a:cubicBezTo>
                <a:cubicBezTo>
                  <a:pt x="67" y="11"/>
                  <a:pt x="68" y="9"/>
                  <a:pt x="68" y="7"/>
                </a:cubicBezTo>
                <a:cubicBezTo>
                  <a:pt x="68" y="6"/>
                  <a:pt x="68" y="5"/>
                  <a:pt x="67" y="4"/>
                </a:cubicBezTo>
                <a:cubicBezTo>
                  <a:pt x="67" y="4"/>
                  <a:pt x="66" y="3"/>
                  <a:pt x="66" y="2"/>
                </a:cubicBezTo>
                <a:cubicBezTo>
                  <a:pt x="65" y="2"/>
                  <a:pt x="64" y="2"/>
                  <a:pt x="64" y="2"/>
                </a:cubicBezTo>
                <a:cubicBezTo>
                  <a:pt x="62" y="2"/>
                  <a:pt x="61" y="2"/>
                  <a:pt x="61" y="3"/>
                </a:cubicBezTo>
                <a:cubicBezTo>
                  <a:pt x="60" y="4"/>
                  <a:pt x="59" y="6"/>
                  <a:pt x="59" y="8"/>
                </a:cubicBezTo>
                <a:close/>
              </a:path>
              <a:path w="471" h="15">
                <a:moveTo>
                  <a:pt x="71" y="15"/>
                </a:moveTo>
                <a:lnTo>
                  <a:pt x="71" y="0"/>
                </a:lnTo>
                <a:lnTo>
                  <a:pt x="73" y="0"/>
                </a:lnTo>
                <a:lnTo>
                  <a:pt x="79" y="12"/>
                </a:lnTo>
                <a:lnTo>
                  <a:pt x="79" y="0"/>
                </a:lnTo>
                <a:lnTo>
                  <a:pt x="81" y="0"/>
                </a:lnTo>
                <a:lnTo>
                  <a:pt x="81" y="15"/>
                </a:lnTo>
                <a:lnTo>
                  <a:pt x="79" y="15"/>
                </a:lnTo>
                <a:lnTo>
                  <a:pt x="73" y="3"/>
                </a:lnTo>
                <a:lnTo>
                  <a:pt x="73" y="15"/>
                </a:lnTo>
                <a:lnTo>
                  <a:pt x="71" y="15"/>
                </a:lnTo>
                <a:close/>
              </a:path>
              <a:path w="471" h="15">
                <a:moveTo>
                  <a:pt x="89" y="9"/>
                </a:moveTo>
                <a:lnTo>
                  <a:pt x="89" y="7"/>
                </a:lnTo>
                <a:lnTo>
                  <a:pt x="94" y="7"/>
                </a:lnTo>
                <a:lnTo>
                  <a:pt x="94" y="13"/>
                </a:lnTo>
                <a:cubicBezTo>
                  <a:pt x="94" y="13"/>
                  <a:pt x="93" y="14"/>
                  <a:pt x="92" y="14"/>
                </a:cubicBezTo>
                <a:cubicBezTo>
                  <a:pt x="91" y="15"/>
                  <a:pt x="90" y="15"/>
                  <a:pt x="89" y="15"/>
                </a:cubicBezTo>
                <a:cubicBezTo>
                  <a:pt x="88" y="15"/>
                  <a:pt x="87" y="15"/>
                  <a:pt x="86" y="14"/>
                </a:cubicBezTo>
                <a:cubicBezTo>
                  <a:pt x="85" y="13"/>
                  <a:pt x="84" y="13"/>
                  <a:pt x="84" y="11"/>
                </a:cubicBezTo>
                <a:cubicBezTo>
                  <a:pt x="83" y="10"/>
                  <a:pt x="83" y="9"/>
                  <a:pt x="83" y="8"/>
                </a:cubicBezTo>
                <a:cubicBezTo>
                  <a:pt x="83" y="6"/>
                  <a:pt x="83" y="5"/>
                  <a:pt x="84" y="4"/>
                </a:cubicBezTo>
                <a:cubicBezTo>
                  <a:pt x="84" y="2"/>
                  <a:pt x="85" y="2"/>
                  <a:pt x="86" y="1"/>
                </a:cubicBezTo>
                <a:cubicBezTo>
                  <a:pt x="87" y="0"/>
                  <a:pt x="88" y="0"/>
                  <a:pt x="89" y="0"/>
                </a:cubicBezTo>
                <a:cubicBezTo>
                  <a:pt x="90" y="0"/>
                  <a:pt x="91" y="0"/>
                  <a:pt x="92" y="1"/>
                </a:cubicBezTo>
                <a:cubicBezTo>
                  <a:pt x="92" y="1"/>
                  <a:pt x="93" y="1"/>
                  <a:pt x="93" y="2"/>
                </a:cubicBezTo>
                <a:cubicBezTo>
                  <a:pt x="94" y="3"/>
                  <a:pt x="94" y="3"/>
                  <a:pt x="94" y="4"/>
                </a:cubicBezTo>
                <a:lnTo>
                  <a:pt x="93" y="5"/>
                </a:lnTo>
                <a:cubicBezTo>
                  <a:pt x="93" y="4"/>
                  <a:pt x="92" y="3"/>
                  <a:pt x="92" y="3"/>
                </a:cubicBezTo>
                <a:cubicBezTo>
                  <a:pt x="92" y="3"/>
                  <a:pt x="91" y="2"/>
                  <a:pt x="91" y="2"/>
                </a:cubicBezTo>
                <a:cubicBezTo>
                  <a:pt x="90" y="2"/>
                  <a:pt x="90" y="2"/>
                  <a:pt x="89" y="2"/>
                </a:cubicBezTo>
                <a:cubicBezTo>
                  <a:pt x="88" y="2"/>
                  <a:pt x="88" y="2"/>
                  <a:pt x="87" y="2"/>
                </a:cubicBezTo>
                <a:cubicBezTo>
                  <a:pt x="87" y="2"/>
                  <a:pt x="86" y="3"/>
                  <a:pt x="86" y="3"/>
                </a:cubicBezTo>
                <a:cubicBezTo>
                  <a:pt x="86" y="4"/>
                  <a:pt x="85" y="4"/>
                  <a:pt x="85" y="5"/>
                </a:cubicBezTo>
                <a:cubicBezTo>
                  <a:pt x="85" y="5"/>
                  <a:pt x="85" y="6"/>
                  <a:pt x="85" y="7"/>
                </a:cubicBezTo>
                <a:cubicBezTo>
                  <a:pt x="85" y="9"/>
                  <a:pt x="85" y="10"/>
                  <a:pt x="85" y="11"/>
                </a:cubicBezTo>
                <a:cubicBezTo>
                  <a:pt x="86" y="12"/>
                  <a:pt x="86" y="12"/>
                  <a:pt x="87" y="13"/>
                </a:cubicBezTo>
                <a:cubicBezTo>
                  <a:pt x="88" y="13"/>
                  <a:pt x="88" y="13"/>
                  <a:pt x="89" y="13"/>
                </a:cubicBezTo>
                <a:cubicBezTo>
                  <a:pt x="90" y="13"/>
                  <a:pt x="91" y="13"/>
                  <a:pt x="91" y="13"/>
                </a:cubicBezTo>
                <a:cubicBezTo>
                  <a:pt x="92" y="12"/>
                  <a:pt x="92" y="12"/>
                  <a:pt x="93" y="12"/>
                </a:cubicBezTo>
                <a:lnTo>
                  <a:pt x="93" y="9"/>
                </a:lnTo>
                <a:lnTo>
                  <a:pt x="89" y="9"/>
                </a:lnTo>
                <a:close/>
              </a:path>
              <a:path w="471" h="15">
                <a:moveTo>
                  <a:pt x="110" y="0"/>
                </a:moveTo>
                <a:lnTo>
                  <a:pt x="112" y="0"/>
                </a:lnTo>
                <a:lnTo>
                  <a:pt x="112" y="9"/>
                </a:lnTo>
                <a:cubicBezTo>
                  <a:pt x="112" y="10"/>
                  <a:pt x="111" y="11"/>
                  <a:pt x="111" y="12"/>
                </a:cubicBezTo>
                <a:cubicBezTo>
                  <a:pt x="111" y="13"/>
                  <a:pt x="110" y="14"/>
                  <a:pt x="110" y="14"/>
                </a:cubicBezTo>
                <a:cubicBezTo>
                  <a:pt x="109" y="15"/>
                  <a:pt x="108" y="15"/>
                  <a:pt x="107" y="15"/>
                </a:cubicBezTo>
                <a:cubicBezTo>
                  <a:pt x="106" y="15"/>
                  <a:pt x="105" y="15"/>
                  <a:pt x="104" y="14"/>
                </a:cubicBezTo>
                <a:cubicBezTo>
                  <a:pt x="103" y="14"/>
                  <a:pt x="103" y="13"/>
                  <a:pt x="102" y="12"/>
                </a:cubicBezTo>
                <a:cubicBezTo>
                  <a:pt x="102" y="11"/>
                  <a:pt x="102" y="10"/>
                  <a:pt x="102" y="9"/>
                </a:cubicBezTo>
                <a:lnTo>
                  <a:pt x="102" y="0"/>
                </a:lnTo>
                <a:lnTo>
                  <a:pt x="103" y="0"/>
                </a:lnTo>
                <a:lnTo>
                  <a:pt x="103" y="9"/>
                </a:lnTo>
                <a:cubicBezTo>
                  <a:pt x="103" y="10"/>
                  <a:pt x="104" y="11"/>
                  <a:pt x="104" y="11"/>
                </a:cubicBezTo>
                <a:cubicBezTo>
                  <a:pt x="104" y="12"/>
                  <a:pt x="104" y="12"/>
                  <a:pt x="105" y="13"/>
                </a:cubicBezTo>
                <a:cubicBezTo>
                  <a:pt x="105" y="13"/>
                  <a:pt x="106" y="13"/>
                  <a:pt x="107" y="13"/>
                </a:cubicBezTo>
                <a:cubicBezTo>
                  <a:pt x="108" y="13"/>
                  <a:pt x="109" y="13"/>
                  <a:pt x="109" y="12"/>
                </a:cubicBezTo>
                <a:cubicBezTo>
                  <a:pt x="110" y="12"/>
                  <a:pt x="110" y="10"/>
                  <a:pt x="110" y="9"/>
                </a:cubicBezTo>
                <a:lnTo>
                  <a:pt x="110" y="0"/>
                </a:lnTo>
                <a:close/>
              </a:path>
              <a:path w="471" h="15">
                <a:moveTo>
                  <a:pt x="114" y="15"/>
                </a:moveTo>
                <a:lnTo>
                  <a:pt x="114" y="0"/>
                </a:lnTo>
                <a:lnTo>
                  <a:pt x="116" y="0"/>
                </a:lnTo>
                <a:lnTo>
                  <a:pt x="122" y="12"/>
                </a:lnTo>
                <a:lnTo>
                  <a:pt x="122" y="0"/>
                </a:lnTo>
                <a:lnTo>
                  <a:pt x="124" y="0"/>
                </a:lnTo>
                <a:lnTo>
                  <a:pt x="124" y="15"/>
                </a:lnTo>
                <a:lnTo>
                  <a:pt x="122" y="15"/>
                </a:lnTo>
                <a:lnTo>
                  <a:pt x="115" y="3"/>
                </a:lnTo>
                <a:lnTo>
                  <a:pt x="115" y="15"/>
                </a:lnTo>
                <a:lnTo>
                  <a:pt x="114" y="15"/>
                </a:lnTo>
                <a:close/>
              </a:path>
              <a:path w="471" h="15">
                <a:moveTo>
                  <a:pt x="126" y="15"/>
                </a:moveTo>
                <a:lnTo>
                  <a:pt x="126" y="0"/>
                </a:lnTo>
                <a:lnTo>
                  <a:pt x="128" y="0"/>
                </a:lnTo>
                <a:lnTo>
                  <a:pt x="128" y="15"/>
                </a:lnTo>
                <a:lnTo>
                  <a:pt x="126" y="15"/>
                </a:lnTo>
                <a:close/>
              </a:path>
              <a:path w="471" h="15">
                <a:moveTo>
                  <a:pt x="134" y="15"/>
                </a:moveTo>
                <a:lnTo>
                  <a:pt x="129" y="0"/>
                </a:lnTo>
                <a:lnTo>
                  <a:pt x="131" y="0"/>
                </a:lnTo>
                <a:lnTo>
                  <a:pt x="134" y="11"/>
                </a:lnTo>
                <a:cubicBezTo>
                  <a:pt x="134" y="12"/>
                  <a:pt x="135" y="12"/>
                  <a:pt x="135" y="13"/>
                </a:cubicBezTo>
                <a:cubicBezTo>
                  <a:pt x="135" y="12"/>
                  <a:pt x="135" y="12"/>
                  <a:pt x="135" y="11"/>
                </a:cubicBezTo>
                <a:lnTo>
                  <a:pt x="139" y="0"/>
                </a:lnTo>
                <a:lnTo>
                  <a:pt x="141" y="0"/>
                </a:lnTo>
                <a:lnTo>
                  <a:pt x="136" y="15"/>
                </a:lnTo>
                <a:lnTo>
                  <a:pt x="134" y="15"/>
                </a:lnTo>
                <a:close/>
              </a:path>
              <a:path w="471" h="15">
                <a:moveTo>
                  <a:pt x="142" y="15"/>
                </a:moveTo>
                <a:lnTo>
                  <a:pt x="142" y="0"/>
                </a:lnTo>
                <a:lnTo>
                  <a:pt x="151" y="0"/>
                </a:lnTo>
                <a:lnTo>
                  <a:pt x="151" y="2"/>
                </a:lnTo>
                <a:lnTo>
                  <a:pt x="143" y="2"/>
                </a:lnTo>
                <a:lnTo>
                  <a:pt x="143" y="6"/>
                </a:lnTo>
                <a:lnTo>
                  <a:pt x="150" y="6"/>
                </a:lnTo>
                <a:lnTo>
                  <a:pt x="150" y="8"/>
                </a:lnTo>
                <a:lnTo>
                  <a:pt x="143" y="8"/>
                </a:lnTo>
                <a:lnTo>
                  <a:pt x="143" y="13"/>
                </a:lnTo>
                <a:lnTo>
                  <a:pt x="151" y="13"/>
                </a:lnTo>
                <a:lnTo>
                  <a:pt x="151" y="15"/>
                </a:lnTo>
                <a:lnTo>
                  <a:pt x="142" y="15"/>
                </a:lnTo>
                <a:close/>
              </a:path>
              <a:path w="471" h="15">
                <a:moveTo>
                  <a:pt x="153" y="15"/>
                </a:moveTo>
                <a:lnTo>
                  <a:pt x="153" y="0"/>
                </a:lnTo>
                <a:lnTo>
                  <a:pt x="158" y="0"/>
                </a:lnTo>
                <a:cubicBezTo>
                  <a:pt x="159" y="0"/>
                  <a:pt x="160" y="0"/>
                  <a:pt x="161" y="1"/>
                </a:cubicBezTo>
                <a:cubicBezTo>
                  <a:pt x="161" y="1"/>
                  <a:pt x="162" y="1"/>
                  <a:pt x="162" y="2"/>
                </a:cubicBezTo>
                <a:cubicBezTo>
                  <a:pt x="163" y="3"/>
                  <a:pt x="163" y="3"/>
                  <a:pt x="163" y="4"/>
                </a:cubicBezTo>
                <a:cubicBezTo>
                  <a:pt x="163" y="5"/>
                  <a:pt x="162" y="6"/>
                  <a:pt x="162" y="7"/>
                </a:cubicBezTo>
                <a:cubicBezTo>
                  <a:pt x="161" y="7"/>
                  <a:pt x="160" y="8"/>
                  <a:pt x="159" y="8"/>
                </a:cubicBezTo>
                <a:cubicBezTo>
                  <a:pt x="160" y="8"/>
                  <a:pt x="160" y="9"/>
                  <a:pt x="160" y="9"/>
                </a:cubicBezTo>
                <a:cubicBezTo>
                  <a:pt x="161" y="9"/>
                  <a:pt x="161" y="10"/>
                  <a:pt x="162" y="11"/>
                </a:cubicBezTo>
                <a:lnTo>
                  <a:pt x="164" y="15"/>
                </a:lnTo>
                <a:lnTo>
                  <a:pt x="162" y="15"/>
                </a:lnTo>
                <a:lnTo>
                  <a:pt x="160" y="12"/>
                </a:lnTo>
                <a:cubicBezTo>
                  <a:pt x="160" y="11"/>
                  <a:pt x="159" y="10"/>
                  <a:pt x="159" y="10"/>
                </a:cubicBezTo>
                <a:cubicBezTo>
                  <a:pt x="159" y="9"/>
                  <a:pt x="158" y="9"/>
                  <a:pt x="158" y="9"/>
                </a:cubicBezTo>
                <a:cubicBezTo>
                  <a:pt x="158" y="9"/>
                  <a:pt x="158" y="8"/>
                  <a:pt x="157" y="8"/>
                </a:cubicBezTo>
                <a:cubicBezTo>
                  <a:pt x="157" y="8"/>
                  <a:pt x="157" y="8"/>
                  <a:pt x="156" y="8"/>
                </a:cubicBezTo>
                <a:lnTo>
                  <a:pt x="154" y="8"/>
                </a:lnTo>
                <a:lnTo>
                  <a:pt x="154" y="15"/>
                </a:lnTo>
                <a:lnTo>
                  <a:pt x="153" y="15"/>
                </a:lnTo>
                <a:close/>
                <a:moveTo>
                  <a:pt x="154" y="7"/>
                </a:moveTo>
                <a:lnTo>
                  <a:pt x="158" y="7"/>
                </a:lnTo>
                <a:cubicBezTo>
                  <a:pt x="159" y="7"/>
                  <a:pt x="159" y="7"/>
                  <a:pt x="160" y="6"/>
                </a:cubicBezTo>
                <a:cubicBezTo>
                  <a:pt x="160" y="6"/>
                  <a:pt x="160" y="6"/>
                  <a:pt x="161" y="6"/>
                </a:cubicBezTo>
                <a:cubicBezTo>
                  <a:pt x="161" y="5"/>
                  <a:pt x="161" y="5"/>
                  <a:pt x="161" y="4"/>
                </a:cubicBezTo>
                <a:cubicBezTo>
                  <a:pt x="161" y="4"/>
                  <a:pt x="161" y="3"/>
                  <a:pt x="160" y="3"/>
                </a:cubicBezTo>
                <a:cubicBezTo>
                  <a:pt x="160" y="2"/>
                  <a:pt x="159" y="2"/>
                  <a:pt x="158" y="2"/>
                </a:cubicBezTo>
                <a:lnTo>
                  <a:pt x="154" y="2"/>
                </a:lnTo>
                <a:lnTo>
                  <a:pt x="154" y="7"/>
                </a:lnTo>
                <a:close/>
              </a:path>
              <a:path w="471" h="15">
                <a:moveTo>
                  <a:pt x="164" y="10"/>
                </a:moveTo>
                <a:lnTo>
                  <a:pt x="166" y="10"/>
                </a:lnTo>
                <a:cubicBezTo>
                  <a:pt x="166" y="11"/>
                  <a:pt x="166" y="11"/>
                  <a:pt x="166" y="12"/>
                </a:cubicBezTo>
                <a:cubicBezTo>
                  <a:pt x="167" y="12"/>
                  <a:pt x="167" y="13"/>
                  <a:pt x="168" y="13"/>
                </a:cubicBezTo>
                <a:cubicBezTo>
                  <a:pt x="168" y="13"/>
                  <a:pt x="169" y="13"/>
                  <a:pt x="170" y="13"/>
                </a:cubicBezTo>
                <a:cubicBezTo>
                  <a:pt x="170" y="13"/>
                  <a:pt x="171" y="13"/>
                  <a:pt x="171" y="13"/>
                </a:cubicBezTo>
                <a:cubicBezTo>
                  <a:pt x="172" y="13"/>
                  <a:pt x="172" y="12"/>
                  <a:pt x="172" y="12"/>
                </a:cubicBezTo>
                <a:cubicBezTo>
                  <a:pt x="173" y="12"/>
                  <a:pt x="173" y="11"/>
                  <a:pt x="173" y="11"/>
                </a:cubicBezTo>
                <a:cubicBezTo>
                  <a:pt x="173" y="10"/>
                  <a:pt x="173" y="10"/>
                  <a:pt x="172" y="10"/>
                </a:cubicBezTo>
                <a:cubicBezTo>
                  <a:pt x="172" y="9"/>
                  <a:pt x="172" y="9"/>
                  <a:pt x="171" y="9"/>
                </a:cubicBezTo>
                <a:cubicBezTo>
                  <a:pt x="171" y="9"/>
                  <a:pt x="170" y="8"/>
                  <a:pt x="169" y="8"/>
                </a:cubicBezTo>
                <a:cubicBezTo>
                  <a:pt x="168" y="8"/>
                  <a:pt x="167" y="7"/>
                  <a:pt x="167" y="7"/>
                </a:cubicBezTo>
                <a:cubicBezTo>
                  <a:pt x="166" y="7"/>
                  <a:pt x="166" y="6"/>
                  <a:pt x="165" y="6"/>
                </a:cubicBezTo>
                <a:cubicBezTo>
                  <a:pt x="165" y="5"/>
                  <a:pt x="165" y="5"/>
                  <a:pt x="165" y="4"/>
                </a:cubicBezTo>
                <a:cubicBezTo>
                  <a:pt x="165" y="3"/>
                  <a:pt x="165" y="3"/>
                  <a:pt x="165" y="2"/>
                </a:cubicBezTo>
                <a:cubicBezTo>
                  <a:pt x="166" y="1"/>
                  <a:pt x="166" y="1"/>
                  <a:pt x="167" y="1"/>
                </a:cubicBezTo>
                <a:cubicBezTo>
                  <a:pt x="168" y="0"/>
                  <a:pt x="168" y="0"/>
                  <a:pt x="169" y="0"/>
                </a:cubicBezTo>
                <a:cubicBezTo>
                  <a:pt x="170" y="0"/>
                  <a:pt x="171" y="0"/>
                  <a:pt x="172" y="1"/>
                </a:cubicBezTo>
                <a:cubicBezTo>
                  <a:pt x="172" y="1"/>
                  <a:pt x="173" y="1"/>
                  <a:pt x="173" y="2"/>
                </a:cubicBezTo>
                <a:cubicBezTo>
                  <a:pt x="174" y="3"/>
                  <a:pt x="174" y="3"/>
                  <a:pt x="174" y="4"/>
                </a:cubicBezTo>
                <a:lnTo>
                  <a:pt x="172" y="4"/>
                </a:lnTo>
                <a:cubicBezTo>
                  <a:pt x="172" y="4"/>
                  <a:pt x="172" y="3"/>
                  <a:pt x="171" y="2"/>
                </a:cubicBezTo>
                <a:cubicBezTo>
                  <a:pt x="171" y="2"/>
                  <a:pt x="170" y="2"/>
                  <a:pt x="169" y="2"/>
                </a:cubicBezTo>
                <a:cubicBezTo>
                  <a:pt x="168" y="2"/>
                  <a:pt x="168" y="2"/>
                  <a:pt x="167" y="2"/>
                </a:cubicBezTo>
                <a:cubicBezTo>
                  <a:pt x="167" y="3"/>
                  <a:pt x="166" y="3"/>
                  <a:pt x="166" y="4"/>
                </a:cubicBezTo>
                <a:cubicBezTo>
                  <a:pt x="166" y="4"/>
                  <a:pt x="167" y="5"/>
                  <a:pt x="167" y="5"/>
                </a:cubicBezTo>
                <a:cubicBezTo>
                  <a:pt x="167" y="5"/>
                  <a:pt x="168" y="6"/>
                  <a:pt x="169" y="6"/>
                </a:cubicBezTo>
                <a:cubicBezTo>
                  <a:pt x="171" y="7"/>
                  <a:pt x="172" y="7"/>
                  <a:pt x="172" y="7"/>
                </a:cubicBezTo>
                <a:cubicBezTo>
                  <a:pt x="173" y="7"/>
                  <a:pt x="173" y="8"/>
                  <a:pt x="174" y="9"/>
                </a:cubicBezTo>
                <a:cubicBezTo>
                  <a:pt x="174" y="9"/>
                  <a:pt x="174" y="10"/>
                  <a:pt x="174" y="11"/>
                </a:cubicBezTo>
                <a:cubicBezTo>
                  <a:pt x="174" y="11"/>
                  <a:pt x="174" y="12"/>
                  <a:pt x="174" y="13"/>
                </a:cubicBezTo>
                <a:cubicBezTo>
                  <a:pt x="173" y="13"/>
                  <a:pt x="173" y="14"/>
                  <a:pt x="172" y="14"/>
                </a:cubicBezTo>
                <a:cubicBezTo>
                  <a:pt x="171" y="15"/>
                  <a:pt x="171" y="15"/>
                  <a:pt x="170" y="15"/>
                </a:cubicBezTo>
                <a:cubicBezTo>
                  <a:pt x="169" y="15"/>
                  <a:pt x="168" y="15"/>
                  <a:pt x="167" y="14"/>
                </a:cubicBezTo>
                <a:cubicBezTo>
                  <a:pt x="166" y="14"/>
                  <a:pt x="165" y="13"/>
                  <a:pt x="165" y="13"/>
                </a:cubicBezTo>
                <a:cubicBezTo>
                  <a:pt x="165" y="12"/>
                  <a:pt x="164" y="11"/>
                  <a:pt x="164" y="10"/>
                </a:cubicBezTo>
                <a:close/>
              </a:path>
              <a:path w="471" h="15">
                <a:moveTo>
                  <a:pt x="176" y="15"/>
                </a:moveTo>
                <a:lnTo>
                  <a:pt x="176" y="0"/>
                </a:lnTo>
                <a:lnTo>
                  <a:pt x="178" y="0"/>
                </a:lnTo>
                <a:lnTo>
                  <a:pt x="178" y="15"/>
                </a:lnTo>
                <a:lnTo>
                  <a:pt x="176" y="15"/>
                </a:lnTo>
                <a:close/>
              </a:path>
              <a:path w="471" h="15">
                <a:moveTo>
                  <a:pt x="184" y="15"/>
                </a:moveTo>
                <a:lnTo>
                  <a:pt x="184" y="2"/>
                </a:lnTo>
                <a:lnTo>
                  <a:pt x="179" y="2"/>
                </a:lnTo>
                <a:lnTo>
                  <a:pt x="179" y="0"/>
                </a:lnTo>
                <a:lnTo>
                  <a:pt x="189" y="0"/>
                </a:lnTo>
                <a:lnTo>
                  <a:pt x="189" y="2"/>
                </a:lnTo>
                <a:lnTo>
                  <a:pt x="185" y="2"/>
                </a:lnTo>
                <a:lnTo>
                  <a:pt x="185" y="15"/>
                </a:lnTo>
                <a:lnTo>
                  <a:pt x="184" y="15"/>
                </a:lnTo>
                <a:close/>
              </a:path>
              <a:path w="471" h="15">
                <a:moveTo>
                  <a:pt x="194" y="15"/>
                </a:moveTo>
                <a:lnTo>
                  <a:pt x="194" y="9"/>
                </a:lnTo>
                <a:lnTo>
                  <a:pt x="189" y="0"/>
                </a:lnTo>
                <a:lnTo>
                  <a:pt x="191" y="0"/>
                </a:lnTo>
                <a:lnTo>
                  <a:pt x="194" y="5"/>
                </a:lnTo>
                <a:cubicBezTo>
                  <a:pt x="194" y="5"/>
                  <a:pt x="195" y="6"/>
                  <a:pt x="195" y="7"/>
                </a:cubicBezTo>
                <a:cubicBezTo>
                  <a:pt x="195" y="6"/>
                  <a:pt x="196" y="5"/>
                  <a:pt x="196" y="5"/>
                </a:cubicBezTo>
                <a:lnTo>
                  <a:pt x="199" y="0"/>
                </a:lnTo>
                <a:lnTo>
                  <a:pt x="201" y="0"/>
                </a:lnTo>
                <a:lnTo>
                  <a:pt x="196" y="9"/>
                </a:lnTo>
                <a:lnTo>
                  <a:pt x="196" y="15"/>
                </a:lnTo>
                <a:lnTo>
                  <a:pt x="194" y="15"/>
                </a:lnTo>
                <a:close/>
              </a:path>
              <a:path w="471" h="15">
                <a:moveTo>
                  <a:pt x="206" y="8"/>
                </a:moveTo>
                <a:cubicBezTo>
                  <a:pt x="206" y="5"/>
                  <a:pt x="207" y="3"/>
                  <a:pt x="208" y="2"/>
                </a:cubicBezTo>
                <a:cubicBezTo>
                  <a:pt x="209" y="1"/>
                  <a:pt x="211" y="0"/>
                  <a:pt x="212" y="0"/>
                </a:cubicBezTo>
                <a:cubicBezTo>
                  <a:pt x="213" y="0"/>
                  <a:pt x="214" y="0"/>
                  <a:pt x="215" y="1"/>
                </a:cubicBezTo>
                <a:cubicBezTo>
                  <a:pt x="216" y="2"/>
                  <a:pt x="217" y="3"/>
                  <a:pt x="218" y="4"/>
                </a:cubicBezTo>
                <a:cubicBezTo>
                  <a:pt x="218" y="5"/>
                  <a:pt x="218" y="6"/>
                  <a:pt x="218" y="8"/>
                </a:cubicBezTo>
                <a:cubicBezTo>
                  <a:pt x="218" y="9"/>
                  <a:pt x="218" y="10"/>
                  <a:pt x="217" y="11"/>
                </a:cubicBezTo>
                <a:cubicBezTo>
                  <a:pt x="217" y="13"/>
                  <a:pt x="216" y="13"/>
                  <a:pt x="215" y="14"/>
                </a:cubicBezTo>
                <a:cubicBezTo>
                  <a:pt x="214" y="15"/>
                  <a:pt x="213" y="15"/>
                  <a:pt x="212" y="15"/>
                </a:cubicBezTo>
                <a:cubicBezTo>
                  <a:pt x="211" y="15"/>
                  <a:pt x="210" y="15"/>
                  <a:pt x="209" y="14"/>
                </a:cubicBezTo>
                <a:cubicBezTo>
                  <a:pt x="208" y="13"/>
                  <a:pt x="207" y="12"/>
                  <a:pt x="207" y="11"/>
                </a:cubicBezTo>
                <a:cubicBezTo>
                  <a:pt x="207" y="10"/>
                  <a:pt x="206" y="9"/>
                  <a:pt x="206" y="8"/>
                </a:cubicBezTo>
                <a:close/>
                <a:moveTo>
                  <a:pt x="208" y="8"/>
                </a:moveTo>
                <a:cubicBezTo>
                  <a:pt x="208" y="9"/>
                  <a:pt x="208" y="11"/>
                  <a:pt x="209" y="12"/>
                </a:cubicBezTo>
                <a:cubicBezTo>
                  <a:pt x="210" y="13"/>
                  <a:pt x="211" y="13"/>
                  <a:pt x="212" y="13"/>
                </a:cubicBezTo>
                <a:cubicBezTo>
                  <a:pt x="214" y="13"/>
                  <a:pt x="215" y="13"/>
                  <a:pt x="215" y="12"/>
                </a:cubicBezTo>
                <a:cubicBezTo>
                  <a:pt x="216" y="11"/>
                  <a:pt x="217" y="9"/>
                  <a:pt x="217" y="7"/>
                </a:cubicBezTo>
                <a:cubicBezTo>
                  <a:pt x="217" y="6"/>
                  <a:pt x="216" y="5"/>
                  <a:pt x="216" y="4"/>
                </a:cubicBezTo>
                <a:cubicBezTo>
                  <a:pt x="216" y="4"/>
                  <a:pt x="215" y="3"/>
                  <a:pt x="215" y="2"/>
                </a:cubicBezTo>
                <a:cubicBezTo>
                  <a:pt x="214" y="2"/>
                  <a:pt x="213" y="2"/>
                  <a:pt x="212" y="2"/>
                </a:cubicBezTo>
                <a:cubicBezTo>
                  <a:pt x="211" y="2"/>
                  <a:pt x="210" y="2"/>
                  <a:pt x="209" y="3"/>
                </a:cubicBezTo>
                <a:cubicBezTo>
                  <a:pt x="208" y="4"/>
                  <a:pt x="208" y="6"/>
                  <a:pt x="208" y="8"/>
                </a:cubicBezTo>
                <a:close/>
              </a:path>
              <a:path w="471" h="15">
                <a:moveTo>
                  <a:pt x="220" y="15"/>
                </a:moveTo>
                <a:lnTo>
                  <a:pt x="220" y="0"/>
                </a:lnTo>
                <a:lnTo>
                  <a:pt x="228" y="0"/>
                </a:lnTo>
                <a:lnTo>
                  <a:pt x="228" y="2"/>
                </a:lnTo>
                <a:lnTo>
                  <a:pt x="222" y="2"/>
                </a:lnTo>
                <a:lnTo>
                  <a:pt x="222" y="6"/>
                </a:lnTo>
                <a:lnTo>
                  <a:pt x="228" y="6"/>
                </a:lnTo>
                <a:lnTo>
                  <a:pt x="228" y="8"/>
                </a:lnTo>
                <a:lnTo>
                  <a:pt x="222" y="8"/>
                </a:lnTo>
                <a:lnTo>
                  <a:pt x="222" y="15"/>
                </a:lnTo>
                <a:lnTo>
                  <a:pt x="220" y="15"/>
                </a:lnTo>
                <a:close/>
              </a:path>
              <a:path w="471" h="15">
                <a:moveTo>
                  <a:pt x="235" y="10"/>
                </a:moveTo>
                <a:lnTo>
                  <a:pt x="236" y="10"/>
                </a:lnTo>
                <a:cubicBezTo>
                  <a:pt x="237" y="11"/>
                  <a:pt x="237" y="11"/>
                  <a:pt x="237" y="12"/>
                </a:cubicBezTo>
                <a:cubicBezTo>
                  <a:pt x="237" y="12"/>
                  <a:pt x="238" y="13"/>
                  <a:pt x="238" y="13"/>
                </a:cubicBezTo>
                <a:cubicBezTo>
                  <a:pt x="239" y="13"/>
                  <a:pt x="239" y="13"/>
                  <a:pt x="240" y="13"/>
                </a:cubicBezTo>
                <a:cubicBezTo>
                  <a:pt x="241" y="13"/>
                  <a:pt x="241" y="13"/>
                  <a:pt x="242" y="13"/>
                </a:cubicBezTo>
                <a:cubicBezTo>
                  <a:pt x="242" y="13"/>
                  <a:pt x="243" y="12"/>
                  <a:pt x="243" y="12"/>
                </a:cubicBezTo>
                <a:cubicBezTo>
                  <a:pt x="243" y="12"/>
                  <a:pt x="243" y="11"/>
                  <a:pt x="243" y="11"/>
                </a:cubicBezTo>
                <a:cubicBezTo>
                  <a:pt x="243" y="10"/>
                  <a:pt x="243" y="10"/>
                  <a:pt x="243" y="10"/>
                </a:cubicBezTo>
                <a:cubicBezTo>
                  <a:pt x="243" y="9"/>
                  <a:pt x="242" y="9"/>
                  <a:pt x="242" y="9"/>
                </a:cubicBezTo>
                <a:cubicBezTo>
                  <a:pt x="241" y="9"/>
                  <a:pt x="241" y="8"/>
                  <a:pt x="240" y="8"/>
                </a:cubicBezTo>
                <a:cubicBezTo>
                  <a:pt x="238" y="8"/>
                  <a:pt x="238" y="7"/>
                  <a:pt x="237" y="7"/>
                </a:cubicBezTo>
                <a:cubicBezTo>
                  <a:pt x="237" y="7"/>
                  <a:pt x="236" y="6"/>
                  <a:pt x="236" y="6"/>
                </a:cubicBezTo>
                <a:cubicBezTo>
                  <a:pt x="235" y="5"/>
                  <a:pt x="235" y="5"/>
                  <a:pt x="235" y="4"/>
                </a:cubicBezTo>
                <a:cubicBezTo>
                  <a:pt x="235" y="3"/>
                  <a:pt x="236" y="3"/>
                  <a:pt x="236" y="2"/>
                </a:cubicBezTo>
                <a:cubicBezTo>
                  <a:pt x="236" y="1"/>
                  <a:pt x="237" y="1"/>
                  <a:pt x="237" y="1"/>
                </a:cubicBezTo>
                <a:cubicBezTo>
                  <a:pt x="238" y="0"/>
                  <a:pt x="239" y="0"/>
                  <a:pt x="240" y="0"/>
                </a:cubicBezTo>
                <a:cubicBezTo>
                  <a:pt x="241" y="0"/>
                  <a:pt x="241" y="0"/>
                  <a:pt x="242" y="1"/>
                </a:cubicBezTo>
                <a:cubicBezTo>
                  <a:pt x="243" y="1"/>
                  <a:pt x="243" y="1"/>
                  <a:pt x="244" y="2"/>
                </a:cubicBezTo>
                <a:cubicBezTo>
                  <a:pt x="244" y="3"/>
                  <a:pt x="244" y="3"/>
                  <a:pt x="244" y="4"/>
                </a:cubicBezTo>
                <a:lnTo>
                  <a:pt x="243" y="4"/>
                </a:lnTo>
                <a:cubicBezTo>
                  <a:pt x="243" y="4"/>
                  <a:pt x="242" y="3"/>
                  <a:pt x="242" y="2"/>
                </a:cubicBezTo>
                <a:cubicBezTo>
                  <a:pt x="242" y="2"/>
                  <a:pt x="241" y="2"/>
                  <a:pt x="240" y="2"/>
                </a:cubicBezTo>
                <a:cubicBezTo>
                  <a:pt x="239" y="2"/>
                  <a:pt x="238" y="2"/>
                  <a:pt x="238" y="2"/>
                </a:cubicBezTo>
                <a:cubicBezTo>
                  <a:pt x="237" y="3"/>
                  <a:pt x="237" y="3"/>
                  <a:pt x="237" y="4"/>
                </a:cubicBezTo>
                <a:cubicBezTo>
                  <a:pt x="237" y="4"/>
                  <a:pt x="237" y="5"/>
                  <a:pt x="237" y="5"/>
                </a:cubicBezTo>
                <a:cubicBezTo>
                  <a:pt x="238" y="5"/>
                  <a:pt x="239" y="6"/>
                  <a:pt x="240" y="6"/>
                </a:cubicBezTo>
                <a:cubicBezTo>
                  <a:pt x="241" y="7"/>
                  <a:pt x="242" y="7"/>
                  <a:pt x="243" y="7"/>
                </a:cubicBezTo>
                <a:cubicBezTo>
                  <a:pt x="243" y="7"/>
                  <a:pt x="244" y="8"/>
                  <a:pt x="244" y="9"/>
                </a:cubicBezTo>
                <a:cubicBezTo>
                  <a:pt x="245" y="9"/>
                  <a:pt x="245" y="10"/>
                  <a:pt x="245" y="11"/>
                </a:cubicBezTo>
                <a:cubicBezTo>
                  <a:pt x="245" y="11"/>
                  <a:pt x="245" y="12"/>
                  <a:pt x="244" y="13"/>
                </a:cubicBezTo>
                <a:cubicBezTo>
                  <a:pt x="244" y="13"/>
                  <a:pt x="243" y="14"/>
                  <a:pt x="243" y="14"/>
                </a:cubicBezTo>
                <a:cubicBezTo>
                  <a:pt x="242" y="15"/>
                  <a:pt x="241" y="15"/>
                  <a:pt x="240" y="15"/>
                </a:cubicBezTo>
                <a:cubicBezTo>
                  <a:pt x="239" y="15"/>
                  <a:pt x="238" y="15"/>
                  <a:pt x="237" y="14"/>
                </a:cubicBezTo>
                <a:cubicBezTo>
                  <a:pt x="237" y="14"/>
                  <a:pt x="236" y="13"/>
                  <a:pt x="236" y="13"/>
                </a:cubicBezTo>
                <a:cubicBezTo>
                  <a:pt x="235" y="12"/>
                  <a:pt x="235" y="11"/>
                  <a:pt x="235" y="10"/>
                </a:cubicBezTo>
                <a:close/>
              </a:path>
              <a:path w="471" h="15">
                <a:moveTo>
                  <a:pt x="256" y="10"/>
                </a:moveTo>
                <a:lnTo>
                  <a:pt x="257" y="10"/>
                </a:lnTo>
                <a:cubicBezTo>
                  <a:pt x="257" y="12"/>
                  <a:pt x="256" y="13"/>
                  <a:pt x="255" y="14"/>
                </a:cubicBezTo>
                <a:cubicBezTo>
                  <a:pt x="254" y="15"/>
                  <a:pt x="253" y="15"/>
                  <a:pt x="252" y="15"/>
                </a:cubicBezTo>
                <a:cubicBezTo>
                  <a:pt x="251" y="15"/>
                  <a:pt x="250" y="15"/>
                  <a:pt x="249" y="14"/>
                </a:cubicBezTo>
                <a:cubicBezTo>
                  <a:pt x="248" y="13"/>
                  <a:pt x="247" y="12"/>
                  <a:pt x="247" y="11"/>
                </a:cubicBezTo>
                <a:cubicBezTo>
                  <a:pt x="246" y="10"/>
                  <a:pt x="246" y="9"/>
                  <a:pt x="246" y="7"/>
                </a:cubicBezTo>
                <a:cubicBezTo>
                  <a:pt x="246" y="6"/>
                  <a:pt x="246" y="5"/>
                  <a:pt x="247" y="3"/>
                </a:cubicBezTo>
                <a:cubicBezTo>
                  <a:pt x="247" y="2"/>
                  <a:pt x="248" y="1"/>
                  <a:pt x="249" y="1"/>
                </a:cubicBezTo>
                <a:cubicBezTo>
                  <a:pt x="250" y="0"/>
                  <a:pt x="251" y="0"/>
                  <a:pt x="252" y="0"/>
                </a:cubicBezTo>
                <a:cubicBezTo>
                  <a:pt x="253" y="0"/>
                  <a:pt x="254" y="0"/>
                  <a:pt x="255" y="1"/>
                </a:cubicBezTo>
                <a:cubicBezTo>
                  <a:pt x="256" y="2"/>
                  <a:pt x="257" y="3"/>
                  <a:pt x="257" y="4"/>
                </a:cubicBezTo>
                <a:lnTo>
                  <a:pt x="255" y="5"/>
                </a:lnTo>
                <a:cubicBezTo>
                  <a:pt x="255" y="4"/>
                  <a:pt x="255" y="3"/>
                  <a:pt x="254" y="2"/>
                </a:cubicBezTo>
                <a:cubicBezTo>
                  <a:pt x="254" y="2"/>
                  <a:pt x="253" y="2"/>
                  <a:pt x="252" y="2"/>
                </a:cubicBezTo>
                <a:cubicBezTo>
                  <a:pt x="251" y="2"/>
                  <a:pt x="250" y="2"/>
                  <a:pt x="250" y="2"/>
                </a:cubicBezTo>
                <a:cubicBezTo>
                  <a:pt x="249" y="3"/>
                  <a:pt x="248" y="4"/>
                  <a:pt x="248" y="5"/>
                </a:cubicBezTo>
                <a:cubicBezTo>
                  <a:pt x="248" y="5"/>
                  <a:pt x="248" y="6"/>
                  <a:pt x="248" y="7"/>
                </a:cubicBezTo>
                <a:cubicBezTo>
                  <a:pt x="248" y="9"/>
                  <a:pt x="248" y="10"/>
                  <a:pt x="248" y="11"/>
                </a:cubicBezTo>
                <a:cubicBezTo>
                  <a:pt x="249" y="11"/>
                  <a:pt x="249" y="12"/>
                  <a:pt x="250" y="13"/>
                </a:cubicBezTo>
                <a:cubicBezTo>
                  <a:pt x="250" y="13"/>
                  <a:pt x="251" y="13"/>
                  <a:pt x="252" y="13"/>
                </a:cubicBezTo>
                <a:cubicBezTo>
                  <a:pt x="253" y="13"/>
                  <a:pt x="254" y="13"/>
                  <a:pt x="254" y="12"/>
                </a:cubicBezTo>
                <a:cubicBezTo>
                  <a:pt x="255" y="12"/>
                  <a:pt x="255" y="11"/>
                  <a:pt x="256" y="10"/>
                </a:cubicBezTo>
                <a:close/>
              </a:path>
              <a:path w="471" h="15">
                <a:moveTo>
                  <a:pt x="259" y="15"/>
                </a:moveTo>
                <a:lnTo>
                  <a:pt x="259" y="0"/>
                </a:lnTo>
                <a:lnTo>
                  <a:pt x="261" y="0"/>
                </a:lnTo>
                <a:lnTo>
                  <a:pt x="261" y="15"/>
                </a:lnTo>
                <a:lnTo>
                  <a:pt x="259" y="15"/>
                </a:lnTo>
                <a:close/>
              </a:path>
              <a:path w="471" h="15">
                <a:moveTo>
                  <a:pt x="263" y="15"/>
                </a:moveTo>
                <a:lnTo>
                  <a:pt x="263" y="0"/>
                </a:lnTo>
                <a:lnTo>
                  <a:pt x="272" y="0"/>
                </a:lnTo>
                <a:lnTo>
                  <a:pt x="272" y="2"/>
                </a:lnTo>
                <a:lnTo>
                  <a:pt x="265" y="2"/>
                </a:lnTo>
                <a:lnTo>
                  <a:pt x="265" y="6"/>
                </a:lnTo>
                <a:lnTo>
                  <a:pt x="272" y="6"/>
                </a:lnTo>
                <a:lnTo>
                  <a:pt x="272" y="8"/>
                </a:lnTo>
                <a:lnTo>
                  <a:pt x="265" y="8"/>
                </a:lnTo>
                <a:lnTo>
                  <a:pt x="265" y="13"/>
                </a:lnTo>
                <a:lnTo>
                  <a:pt x="272" y="13"/>
                </a:lnTo>
                <a:lnTo>
                  <a:pt x="272" y="15"/>
                </a:lnTo>
                <a:lnTo>
                  <a:pt x="263" y="15"/>
                </a:lnTo>
                <a:close/>
              </a:path>
              <a:path w="471" h="15">
                <a:moveTo>
                  <a:pt x="274" y="15"/>
                </a:moveTo>
                <a:lnTo>
                  <a:pt x="274" y="0"/>
                </a:lnTo>
                <a:lnTo>
                  <a:pt x="276" y="0"/>
                </a:lnTo>
                <a:lnTo>
                  <a:pt x="283" y="12"/>
                </a:lnTo>
                <a:lnTo>
                  <a:pt x="283" y="0"/>
                </a:lnTo>
                <a:lnTo>
                  <a:pt x="284" y="0"/>
                </a:lnTo>
                <a:lnTo>
                  <a:pt x="284" y="15"/>
                </a:lnTo>
                <a:lnTo>
                  <a:pt x="282" y="15"/>
                </a:lnTo>
                <a:lnTo>
                  <a:pt x="276" y="3"/>
                </a:lnTo>
                <a:lnTo>
                  <a:pt x="276" y="15"/>
                </a:lnTo>
                <a:lnTo>
                  <a:pt x="274" y="15"/>
                </a:lnTo>
                <a:close/>
              </a:path>
              <a:path w="471" h="15">
                <a:moveTo>
                  <a:pt x="295" y="10"/>
                </a:moveTo>
                <a:lnTo>
                  <a:pt x="297" y="10"/>
                </a:lnTo>
                <a:cubicBezTo>
                  <a:pt x="297" y="12"/>
                  <a:pt x="296" y="13"/>
                  <a:pt x="295" y="14"/>
                </a:cubicBezTo>
                <a:cubicBezTo>
                  <a:pt x="294" y="15"/>
                  <a:pt x="293" y="15"/>
                  <a:pt x="292" y="15"/>
                </a:cubicBezTo>
                <a:cubicBezTo>
                  <a:pt x="290" y="15"/>
                  <a:pt x="289" y="15"/>
                  <a:pt x="289" y="14"/>
                </a:cubicBezTo>
                <a:cubicBezTo>
                  <a:pt x="288" y="13"/>
                  <a:pt x="287" y="12"/>
                  <a:pt x="287" y="11"/>
                </a:cubicBezTo>
                <a:cubicBezTo>
                  <a:pt x="286" y="10"/>
                  <a:pt x="286" y="9"/>
                  <a:pt x="286" y="7"/>
                </a:cubicBezTo>
                <a:cubicBezTo>
                  <a:pt x="286" y="6"/>
                  <a:pt x="286" y="5"/>
                  <a:pt x="287" y="3"/>
                </a:cubicBezTo>
                <a:cubicBezTo>
                  <a:pt x="287" y="2"/>
                  <a:pt x="288" y="1"/>
                  <a:pt x="289" y="1"/>
                </a:cubicBezTo>
                <a:cubicBezTo>
                  <a:pt x="290" y="0"/>
                  <a:pt x="291" y="0"/>
                  <a:pt x="292" y="0"/>
                </a:cubicBezTo>
                <a:cubicBezTo>
                  <a:pt x="293" y="0"/>
                  <a:pt x="294" y="0"/>
                  <a:pt x="295" y="1"/>
                </a:cubicBezTo>
                <a:cubicBezTo>
                  <a:pt x="296" y="2"/>
                  <a:pt x="296" y="3"/>
                  <a:pt x="297" y="4"/>
                </a:cubicBezTo>
                <a:lnTo>
                  <a:pt x="295" y="5"/>
                </a:lnTo>
                <a:cubicBezTo>
                  <a:pt x="295" y="4"/>
                  <a:pt x="294" y="3"/>
                  <a:pt x="294" y="2"/>
                </a:cubicBezTo>
                <a:cubicBezTo>
                  <a:pt x="293" y="2"/>
                  <a:pt x="293" y="2"/>
                  <a:pt x="292" y="2"/>
                </a:cubicBezTo>
                <a:cubicBezTo>
                  <a:pt x="291" y="2"/>
                  <a:pt x="290" y="2"/>
                  <a:pt x="289" y="2"/>
                </a:cubicBezTo>
                <a:cubicBezTo>
                  <a:pt x="289" y="3"/>
                  <a:pt x="288" y="4"/>
                  <a:pt x="288" y="5"/>
                </a:cubicBezTo>
                <a:cubicBezTo>
                  <a:pt x="288" y="5"/>
                  <a:pt x="288" y="6"/>
                  <a:pt x="288" y="7"/>
                </a:cubicBezTo>
                <a:cubicBezTo>
                  <a:pt x="288" y="9"/>
                  <a:pt x="288" y="10"/>
                  <a:pt x="288" y="11"/>
                </a:cubicBezTo>
                <a:cubicBezTo>
                  <a:pt x="288" y="11"/>
                  <a:pt x="289" y="12"/>
                  <a:pt x="290" y="13"/>
                </a:cubicBezTo>
                <a:cubicBezTo>
                  <a:pt x="290" y="13"/>
                  <a:pt x="291" y="13"/>
                  <a:pt x="292" y="13"/>
                </a:cubicBezTo>
                <a:cubicBezTo>
                  <a:pt x="293" y="13"/>
                  <a:pt x="293" y="13"/>
                  <a:pt x="294" y="12"/>
                </a:cubicBezTo>
                <a:cubicBezTo>
                  <a:pt x="295" y="12"/>
                  <a:pt x="295" y="11"/>
                  <a:pt x="295" y="10"/>
                </a:cubicBezTo>
                <a:close/>
              </a:path>
              <a:path w="471" h="15">
                <a:moveTo>
                  <a:pt x="299" y="15"/>
                </a:moveTo>
                <a:lnTo>
                  <a:pt x="299" y="0"/>
                </a:lnTo>
                <a:lnTo>
                  <a:pt x="308" y="0"/>
                </a:lnTo>
                <a:lnTo>
                  <a:pt x="308" y="2"/>
                </a:lnTo>
                <a:lnTo>
                  <a:pt x="300" y="2"/>
                </a:lnTo>
                <a:lnTo>
                  <a:pt x="300" y="6"/>
                </a:lnTo>
                <a:lnTo>
                  <a:pt x="307" y="6"/>
                </a:lnTo>
                <a:lnTo>
                  <a:pt x="307" y="8"/>
                </a:lnTo>
                <a:lnTo>
                  <a:pt x="300" y="8"/>
                </a:lnTo>
                <a:lnTo>
                  <a:pt x="300" y="13"/>
                </a:lnTo>
                <a:lnTo>
                  <a:pt x="308" y="13"/>
                </a:lnTo>
                <a:lnTo>
                  <a:pt x="308" y="15"/>
                </a:lnTo>
                <a:lnTo>
                  <a:pt x="299" y="15"/>
                </a:lnTo>
                <a:close/>
              </a:path>
              <a:path w="471" h="15">
                <a:moveTo>
                  <a:pt x="313" y="15"/>
                </a:moveTo>
                <a:lnTo>
                  <a:pt x="318" y="0"/>
                </a:lnTo>
                <a:lnTo>
                  <a:pt x="319" y="0"/>
                </a:lnTo>
                <a:lnTo>
                  <a:pt x="324" y="15"/>
                </a:lnTo>
                <a:lnTo>
                  <a:pt x="323" y="15"/>
                </a:lnTo>
                <a:lnTo>
                  <a:pt x="321" y="10"/>
                </a:lnTo>
                <a:lnTo>
                  <a:pt x="316" y="10"/>
                </a:lnTo>
                <a:lnTo>
                  <a:pt x="314" y="15"/>
                </a:lnTo>
                <a:lnTo>
                  <a:pt x="313" y="15"/>
                </a:lnTo>
                <a:close/>
                <a:moveTo>
                  <a:pt x="316" y="9"/>
                </a:moveTo>
                <a:lnTo>
                  <a:pt x="321" y="9"/>
                </a:lnTo>
                <a:lnTo>
                  <a:pt x="319" y="5"/>
                </a:lnTo>
                <a:cubicBezTo>
                  <a:pt x="319" y="4"/>
                  <a:pt x="319" y="3"/>
                  <a:pt x="318" y="2"/>
                </a:cubicBezTo>
                <a:cubicBezTo>
                  <a:pt x="318" y="3"/>
                  <a:pt x="318" y="4"/>
                  <a:pt x="318" y="5"/>
                </a:cubicBezTo>
                <a:lnTo>
                  <a:pt x="316" y="9"/>
                </a:lnTo>
                <a:close/>
              </a:path>
              <a:path w="471" h="15">
                <a:moveTo>
                  <a:pt x="325" y="15"/>
                </a:moveTo>
                <a:lnTo>
                  <a:pt x="325" y="0"/>
                </a:lnTo>
                <a:lnTo>
                  <a:pt x="327" y="0"/>
                </a:lnTo>
                <a:lnTo>
                  <a:pt x="334" y="12"/>
                </a:lnTo>
                <a:lnTo>
                  <a:pt x="334" y="0"/>
                </a:lnTo>
                <a:lnTo>
                  <a:pt x="335" y="0"/>
                </a:lnTo>
                <a:lnTo>
                  <a:pt x="335" y="15"/>
                </a:lnTo>
                <a:lnTo>
                  <a:pt x="333" y="15"/>
                </a:lnTo>
                <a:lnTo>
                  <a:pt x="327" y="3"/>
                </a:lnTo>
                <a:lnTo>
                  <a:pt x="327" y="15"/>
                </a:lnTo>
                <a:lnTo>
                  <a:pt x="325" y="15"/>
                </a:lnTo>
                <a:close/>
              </a:path>
              <a:path w="471" h="15">
                <a:moveTo>
                  <a:pt x="337" y="15"/>
                </a:moveTo>
                <a:lnTo>
                  <a:pt x="337" y="0"/>
                </a:lnTo>
                <a:lnTo>
                  <a:pt x="342" y="0"/>
                </a:lnTo>
                <a:cubicBezTo>
                  <a:pt x="343" y="0"/>
                  <a:pt x="343" y="0"/>
                  <a:pt x="344" y="0"/>
                </a:cubicBezTo>
                <a:cubicBezTo>
                  <a:pt x="345" y="1"/>
                  <a:pt x="345" y="1"/>
                  <a:pt x="346" y="2"/>
                </a:cubicBezTo>
                <a:cubicBezTo>
                  <a:pt x="346" y="2"/>
                  <a:pt x="347" y="3"/>
                  <a:pt x="347" y="4"/>
                </a:cubicBezTo>
                <a:cubicBezTo>
                  <a:pt x="348" y="5"/>
                  <a:pt x="348" y="6"/>
                  <a:pt x="348" y="7"/>
                </a:cubicBezTo>
                <a:cubicBezTo>
                  <a:pt x="348" y="8"/>
                  <a:pt x="348" y="9"/>
                  <a:pt x="347" y="10"/>
                </a:cubicBezTo>
                <a:cubicBezTo>
                  <a:pt x="347" y="11"/>
                  <a:pt x="347" y="12"/>
                  <a:pt x="347" y="12"/>
                </a:cubicBezTo>
                <a:cubicBezTo>
                  <a:pt x="346" y="13"/>
                  <a:pt x="346" y="13"/>
                  <a:pt x="345" y="14"/>
                </a:cubicBezTo>
                <a:cubicBezTo>
                  <a:pt x="345" y="14"/>
                  <a:pt x="344" y="14"/>
                  <a:pt x="344" y="14"/>
                </a:cubicBezTo>
                <a:cubicBezTo>
                  <a:pt x="343" y="15"/>
                  <a:pt x="343" y="15"/>
                  <a:pt x="342" y="15"/>
                </a:cubicBezTo>
                <a:lnTo>
                  <a:pt x="337" y="15"/>
                </a:lnTo>
                <a:close/>
                <a:moveTo>
                  <a:pt x="339" y="13"/>
                </a:moveTo>
                <a:lnTo>
                  <a:pt x="342" y="13"/>
                </a:lnTo>
                <a:cubicBezTo>
                  <a:pt x="343" y="13"/>
                  <a:pt x="343" y="13"/>
                  <a:pt x="344" y="13"/>
                </a:cubicBezTo>
                <a:cubicBezTo>
                  <a:pt x="344" y="13"/>
                  <a:pt x="345" y="12"/>
                  <a:pt x="345" y="12"/>
                </a:cubicBezTo>
                <a:cubicBezTo>
                  <a:pt x="345" y="12"/>
                  <a:pt x="345" y="11"/>
                  <a:pt x="346" y="10"/>
                </a:cubicBezTo>
                <a:cubicBezTo>
                  <a:pt x="346" y="9"/>
                  <a:pt x="346" y="8"/>
                  <a:pt x="346" y="7"/>
                </a:cubicBezTo>
                <a:cubicBezTo>
                  <a:pt x="346" y="6"/>
                  <a:pt x="346" y="5"/>
                  <a:pt x="345" y="4"/>
                </a:cubicBezTo>
                <a:cubicBezTo>
                  <a:pt x="345" y="3"/>
                  <a:pt x="344" y="3"/>
                  <a:pt x="344" y="2"/>
                </a:cubicBezTo>
                <a:cubicBezTo>
                  <a:pt x="343" y="2"/>
                  <a:pt x="343" y="2"/>
                  <a:pt x="342" y="2"/>
                </a:cubicBezTo>
                <a:lnTo>
                  <a:pt x="339" y="2"/>
                </a:lnTo>
                <a:lnTo>
                  <a:pt x="339" y="13"/>
                </a:lnTo>
                <a:close/>
              </a:path>
              <a:path w="471" h="15">
                <a:moveTo>
                  <a:pt x="358" y="15"/>
                </a:moveTo>
                <a:lnTo>
                  <a:pt x="358" y="2"/>
                </a:lnTo>
                <a:lnTo>
                  <a:pt x="354" y="2"/>
                </a:lnTo>
                <a:lnTo>
                  <a:pt x="354" y="0"/>
                </a:lnTo>
                <a:lnTo>
                  <a:pt x="364" y="0"/>
                </a:lnTo>
                <a:lnTo>
                  <a:pt x="364" y="2"/>
                </a:lnTo>
                <a:lnTo>
                  <a:pt x="359" y="2"/>
                </a:lnTo>
                <a:lnTo>
                  <a:pt x="359" y="15"/>
                </a:lnTo>
                <a:lnTo>
                  <a:pt x="358" y="15"/>
                </a:lnTo>
                <a:close/>
              </a:path>
              <a:path w="471" h="15">
                <a:moveTo>
                  <a:pt x="365" y="15"/>
                </a:moveTo>
                <a:lnTo>
                  <a:pt x="365" y="0"/>
                </a:lnTo>
                <a:lnTo>
                  <a:pt x="374" y="0"/>
                </a:lnTo>
                <a:lnTo>
                  <a:pt x="374" y="2"/>
                </a:lnTo>
                <a:lnTo>
                  <a:pt x="366" y="2"/>
                </a:lnTo>
                <a:lnTo>
                  <a:pt x="366" y="6"/>
                </a:lnTo>
                <a:lnTo>
                  <a:pt x="373" y="6"/>
                </a:lnTo>
                <a:lnTo>
                  <a:pt x="373" y="8"/>
                </a:lnTo>
                <a:lnTo>
                  <a:pt x="366" y="8"/>
                </a:lnTo>
                <a:lnTo>
                  <a:pt x="366" y="13"/>
                </a:lnTo>
                <a:lnTo>
                  <a:pt x="374" y="13"/>
                </a:lnTo>
                <a:lnTo>
                  <a:pt x="374" y="15"/>
                </a:lnTo>
                <a:lnTo>
                  <a:pt x="365" y="15"/>
                </a:lnTo>
                <a:close/>
              </a:path>
              <a:path w="471" h="15">
                <a:moveTo>
                  <a:pt x="385" y="10"/>
                </a:moveTo>
                <a:lnTo>
                  <a:pt x="386" y="10"/>
                </a:lnTo>
                <a:cubicBezTo>
                  <a:pt x="386" y="12"/>
                  <a:pt x="386" y="13"/>
                  <a:pt x="385" y="14"/>
                </a:cubicBezTo>
                <a:cubicBezTo>
                  <a:pt x="384" y="15"/>
                  <a:pt x="383" y="15"/>
                  <a:pt x="381" y="15"/>
                </a:cubicBezTo>
                <a:cubicBezTo>
                  <a:pt x="380" y="15"/>
                  <a:pt x="379" y="15"/>
                  <a:pt x="378" y="14"/>
                </a:cubicBezTo>
                <a:cubicBezTo>
                  <a:pt x="377" y="13"/>
                  <a:pt x="377" y="12"/>
                  <a:pt x="376" y="11"/>
                </a:cubicBezTo>
                <a:cubicBezTo>
                  <a:pt x="376" y="10"/>
                  <a:pt x="375" y="9"/>
                  <a:pt x="375" y="7"/>
                </a:cubicBezTo>
                <a:cubicBezTo>
                  <a:pt x="375" y="6"/>
                  <a:pt x="376" y="5"/>
                  <a:pt x="376" y="3"/>
                </a:cubicBezTo>
                <a:cubicBezTo>
                  <a:pt x="377" y="2"/>
                  <a:pt x="377" y="1"/>
                  <a:pt x="378" y="1"/>
                </a:cubicBezTo>
                <a:cubicBezTo>
                  <a:pt x="379" y="0"/>
                  <a:pt x="380" y="0"/>
                  <a:pt x="381" y="0"/>
                </a:cubicBezTo>
                <a:cubicBezTo>
                  <a:pt x="383" y="0"/>
                  <a:pt x="384" y="0"/>
                  <a:pt x="384" y="1"/>
                </a:cubicBezTo>
                <a:cubicBezTo>
                  <a:pt x="385" y="2"/>
                  <a:pt x="386" y="3"/>
                  <a:pt x="386" y="4"/>
                </a:cubicBezTo>
                <a:lnTo>
                  <a:pt x="385" y="5"/>
                </a:lnTo>
                <a:cubicBezTo>
                  <a:pt x="384" y="4"/>
                  <a:pt x="384" y="3"/>
                  <a:pt x="383" y="2"/>
                </a:cubicBezTo>
                <a:cubicBezTo>
                  <a:pt x="383" y="2"/>
                  <a:pt x="382" y="2"/>
                  <a:pt x="381" y="2"/>
                </a:cubicBezTo>
                <a:cubicBezTo>
                  <a:pt x="380" y="2"/>
                  <a:pt x="380" y="2"/>
                  <a:pt x="379" y="2"/>
                </a:cubicBezTo>
                <a:cubicBezTo>
                  <a:pt x="378" y="3"/>
                  <a:pt x="378" y="4"/>
                  <a:pt x="378" y="5"/>
                </a:cubicBezTo>
                <a:cubicBezTo>
                  <a:pt x="377" y="5"/>
                  <a:pt x="377" y="6"/>
                  <a:pt x="377" y="7"/>
                </a:cubicBezTo>
                <a:cubicBezTo>
                  <a:pt x="377" y="9"/>
                  <a:pt x="377" y="10"/>
                  <a:pt x="378" y="11"/>
                </a:cubicBezTo>
                <a:cubicBezTo>
                  <a:pt x="378" y="11"/>
                  <a:pt x="378" y="12"/>
                  <a:pt x="379" y="13"/>
                </a:cubicBezTo>
                <a:cubicBezTo>
                  <a:pt x="380" y="13"/>
                  <a:pt x="380" y="13"/>
                  <a:pt x="381" y="13"/>
                </a:cubicBezTo>
                <a:cubicBezTo>
                  <a:pt x="382" y="13"/>
                  <a:pt x="383" y="13"/>
                  <a:pt x="384" y="12"/>
                </a:cubicBezTo>
                <a:cubicBezTo>
                  <a:pt x="384" y="12"/>
                  <a:pt x="385" y="11"/>
                  <a:pt x="385" y="10"/>
                </a:cubicBezTo>
                <a:close/>
              </a:path>
              <a:path w="471" h="15">
                <a:moveTo>
                  <a:pt x="388" y="15"/>
                </a:moveTo>
                <a:lnTo>
                  <a:pt x="388" y="0"/>
                </a:lnTo>
                <a:lnTo>
                  <a:pt x="390" y="0"/>
                </a:lnTo>
                <a:lnTo>
                  <a:pt x="390" y="6"/>
                </a:lnTo>
                <a:lnTo>
                  <a:pt x="396" y="6"/>
                </a:lnTo>
                <a:lnTo>
                  <a:pt x="396" y="0"/>
                </a:lnTo>
                <a:lnTo>
                  <a:pt x="398" y="0"/>
                </a:lnTo>
                <a:lnTo>
                  <a:pt x="398" y="15"/>
                </a:lnTo>
                <a:lnTo>
                  <a:pt x="396" y="15"/>
                </a:lnTo>
                <a:lnTo>
                  <a:pt x="396" y="8"/>
                </a:lnTo>
                <a:lnTo>
                  <a:pt x="390" y="8"/>
                </a:lnTo>
                <a:lnTo>
                  <a:pt x="390" y="15"/>
                </a:lnTo>
                <a:lnTo>
                  <a:pt x="388" y="15"/>
                </a:lnTo>
                <a:close/>
              </a:path>
              <a:path w="471" h="15">
                <a:moveTo>
                  <a:pt x="400" y="15"/>
                </a:moveTo>
                <a:lnTo>
                  <a:pt x="400" y="0"/>
                </a:lnTo>
                <a:lnTo>
                  <a:pt x="402" y="0"/>
                </a:lnTo>
                <a:lnTo>
                  <a:pt x="408" y="12"/>
                </a:lnTo>
                <a:lnTo>
                  <a:pt x="408" y="0"/>
                </a:lnTo>
                <a:lnTo>
                  <a:pt x="410" y="0"/>
                </a:lnTo>
                <a:lnTo>
                  <a:pt x="410" y="15"/>
                </a:lnTo>
                <a:lnTo>
                  <a:pt x="408" y="15"/>
                </a:lnTo>
                <a:lnTo>
                  <a:pt x="402" y="3"/>
                </a:lnTo>
                <a:lnTo>
                  <a:pt x="402" y="15"/>
                </a:lnTo>
                <a:lnTo>
                  <a:pt x="400" y="15"/>
                </a:lnTo>
                <a:close/>
              </a:path>
              <a:path w="471" h="15">
                <a:moveTo>
                  <a:pt x="412" y="8"/>
                </a:moveTo>
                <a:cubicBezTo>
                  <a:pt x="412" y="5"/>
                  <a:pt x="412" y="3"/>
                  <a:pt x="413" y="2"/>
                </a:cubicBezTo>
                <a:cubicBezTo>
                  <a:pt x="415" y="1"/>
                  <a:pt x="416" y="0"/>
                  <a:pt x="418" y="0"/>
                </a:cubicBezTo>
                <a:cubicBezTo>
                  <a:pt x="419" y="0"/>
                  <a:pt x="420" y="0"/>
                  <a:pt x="421" y="1"/>
                </a:cubicBezTo>
                <a:cubicBezTo>
                  <a:pt x="422" y="2"/>
                  <a:pt x="423" y="3"/>
                  <a:pt x="423" y="4"/>
                </a:cubicBezTo>
                <a:cubicBezTo>
                  <a:pt x="424" y="5"/>
                  <a:pt x="424" y="6"/>
                  <a:pt x="424" y="8"/>
                </a:cubicBezTo>
                <a:cubicBezTo>
                  <a:pt x="424" y="9"/>
                  <a:pt x="424" y="10"/>
                  <a:pt x="423" y="11"/>
                </a:cubicBezTo>
                <a:cubicBezTo>
                  <a:pt x="422" y="13"/>
                  <a:pt x="422" y="13"/>
                  <a:pt x="421" y="14"/>
                </a:cubicBezTo>
                <a:cubicBezTo>
                  <a:pt x="420" y="15"/>
                  <a:pt x="419" y="15"/>
                  <a:pt x="418" y="15"/>
                </a:cubicBezTo>
                <a:cubicBezTo>
                  <a:pt x="417" y="15"/>
                  <a:pt x="416" y="15"/>
                  <a:pt x="415" y="14"/>
                </a:cubicBezTo>
                <a:cubicBezTo>
                  <a:pt x="414" y="13"/>
                  <a:pt x="413" y="12"/>
                  <a:pt x="413" y="11"/>
                </a:cubicBezTo>
                <a:cubicBezTo>
                  <a:pt x="412" y="10"/>
                  <a:pt x="412" y="9"/>
                  <a:pt x="412" y="8"/>
                </a:cubicBezTo>
                <a:close/>
                <a:moveTo>
                  <a:pt x="414" y="8"/>
                </a:moveTo>
                <a:cubicBezTo>
                  <a:pt x="414" y="9"/>
                  <a:pt x="414" y="11"/>
                  <a:pt x="415" y="12"/>
                </a:cubicBezTo>
                <a:cubicBezTo>
                  <a:pt x="416" y="13"/>
                  <a:pt x="417" y="13"/>
                  <a:pt x="418" y="13"/>
                </a:cubicBezTo>
                <a:cubicBezTo>
                  <a:pt x="419" y="13"/>
                  <a:pt x="420" y="13"/>
                  <a:pt x="421" y="12"/>
                </a:cubicBezTo>
                <a:cubicBezTo>
                  <a:pt x="422" y="11"/>
                  <a:pt x="422" y="9"/>
                  <a:pt x="422" y="7"/>
                </a:cubicBezTo>
                <a:cubicBezTo>
                  <a:pt x="422" y="6"/>
                  <a:pt x="422" y="5"/>
                  <a:pt x="422" y="4"/>
                </a:cubicBezTo>
                <a:cubicBezTo>
                  <a:pt x="421" y="4"/>
                  <a:pt x="421" y="3"/>
                  <a:pt x="420" y="2"/>
                </a:cubicBezTo>
                <a:cubicBezTo>
                  <a:pt x="419" y="2"/>
                  <a:pt x="419" y="2"/>
                  <a:pt x="418" y="2"/>
                </a:cubicBezTo>
                <a:cubicBezTo>
                  <a:pt x="417" y="2"/>
                  <a:pt x="416" y="2"/>
                  <a:pt x="415" y="3"/>
                </a:cubicBezTo>
                <a:cubicBezTo>
                  <a:pt x="414" y="4"/>
                  <a:pt x="414" y="6"/>
                  <a:pt x="414" y="8"/>
                </a:cubicBezTo>
                <a:close/>
              </a:path>
              <a:path w="471" h="15">
                <a:moveTo>
                  <a:pt x="425" y="15"/>
                </a:moveTo>
                <a:lnTo>
                  <a:pt x="425" y="0"/>
                </a:lnTo>
                <a:lnTo>
                  <a:pt x="427" y="0"/>
                </a:lnTo>
                <a:lnTo>
                  <a:pt x="427" y="13"/>
                </a:lnTo>
                <a:lnTo>
                  <a:pt x="433" y="13"/>
                </a:lnTo>
                <a:lnTo>
                  <a:pt x="433" y="15"/>
                </a:lnTo>
                <a:lnTo>
                  <a:pt x="425" y="15"/>
                </a:lnTo>
                <a:close/>
              </a:path>
              <a:path w="471" h="15">
                <a:moveTo>
                  <a:pt x="434" y="8"/>
                </a:moveTo>
                <a:cubicBezTo>
                  <a:pt x="434" y="5"/>
                  <a:pt x="435" y="3"/>
                  <a:pt x="436" y="2"/>
                </a:cubicBezTo>
                <a:cubicBezTo>
                  <a:pt x="437" y="1"/>
                  <a:pt x="438" y="0"/>
                  <a:pt x="440" y="0"/>
                </a:cubicBezTo>
                <a:cubicBezTo>
                  <a:pt x="441" y="0"/>
                  <a:pt x="442" y="0"/>
                  <a:pt x="443" y="1"/>
                </a:cubicBezTo>
                <a:cubicBezTo>
                  <a:pt x="444" y="2"/>
                  <a:pt x="445" y="3"/>
                  <a:pt x="445" y="4"/>
                </a:cubicBezTo>
                <a:cubicBezTo>
                  <a:pt x="446" y="5"/>
                  <a:pt x="446" y="6"/>
                  <a:pt x="446" y="8"/>
                </a:cubicBezTo>
                <a:cubicBezTo>
                  <a:pt x="446" y="9"/>
                  <a:pt x="446" y="10"/>
                  <a:pt x="445" y="11"/>
                </a:cubicBezTo>
                <a:cubicBezTo>
                  <a:pt x="445" y="13"/>
                  <a:pt x="444" y="13"/>
                  <a:pt x="443" y="14"/>
                </a:cubicBezTo>
                <a:cubicBezTo>
                  <a:pt x="442" y="15"/>
                  <a:pt x="441" y="15"/>
                  <a:pt x="440" y="15"/>
                </a:cubicBezTo>
                <a:cubicBezTo>
                  <a:pt x="439" y="15"/>
                  <a:pt x="438" y="15"/>
                  <a:pt x="437" y="14"/>
                </a:cubicBezTo>
                <a:cubicBezTo>
                  <a:pt x="436" y="13"/>
                  <a:pt x="435" y="12"/>
                  <a:pt x="435" y="11"/>
                </a:cubicBezTo>
                <a:cubicBezTo>
                  <a:pt x="434" y="10"/>
                  <a:pt x="434" y="9"/>
                  <a:pt x="434" y="8"/>
                </a:cubicBezTo>
                <a:close/>
                <a:moveTo>
                  <a:pt x="436" y="8"/>
                </a:moveTo>
                <a:cubicBezTo>
                  <a:pt x="436" y="9"/>
                  <a:pt x="436" y="11"/>
                  <a:pt x="437" y="12"/>
                </a:cubicBezTo>
                <a:cubicBezTo>
                  <a:pt x="438" y="13"/>
                  <a:pt x="439" y="13"/>
                  <a:pt x="440" y="13"/>
                </a:cubicBezTo>
                <a:cubicBezTo>
                  <a:pt x="441" y="13"/>
                  <a:pt x="442" y="13"/>
                  <a:pt x="443" y="12"/>
                </a:cubicBezTo>
                <a:cubicBezTo>
                  <a:pt x="444" y="11"/>
                  <a:pt x="444" y="9"/>
                  <a:pt x="444" y="7"/>
                </a:cubicBezTo>
                <a:cubicBezTo>
                  <a:pt x="444" y="6"/>
                  <a:pt x="444" y="5"/>
                  <a:pt x="444" y="4"/>
                </a:cubicBezTo>
                <a:cubicBezTo>
                  <a:pt x="444" y="4"/>
                  <a:pt x="443" y="3"/>
                  <a:pt x="442" y="2"/>
                </a:cubicBezTo>
                <a:cubicBezTo>
                  <a:pt x="442" y="2"/>
                  <a:pt x="441" y="2"/>
                  <a:pt x="440" y="2"/>
                </a:cubicBezTo>
                <a:cubicBezTo>
                  <a:pt x="439" y="2"/>
                  <a:pt x="438" y="2"/>
                  <a:pt x="437" y="3"/>
                </a:cubicBezTo>
                <a:cubicBezTo>
                  <a:pt x="436" y="4"/>
                  <a:pt x="436" y="6"/>
                  <a:pt x="436" y="8"/>
                </a:cubicBezTo>
                <a:close/>
              </a:path>
              <a:path w="471" h="15">
                <a:moveTo>
                  <a:pt x="454" y="9"/>
                </a:moveTo>
                <a:lnTo>
                  <a:pt x="454" y="7"/>
                </a:lnTo>
                <a:lnTo>
                  <a:pt x="459" y="7"/>
                </a:lnTo>
                <a:lnTo>
                  <a:pt x="459" y="13"/>
                </a:lnTo>
                <a:cubicBezTo>
                  <a:pt x="458" y="13"/>
                  <a:pt x="457" y="14"/>
                  <a:pt x="456" y="14"/>
                </a:cubicBezTo>
                <a:cubicBezTo>
                  <a:pt x="456" y="15"/>
                  <a:pt x="455" y="15"/>
                  <a:pt x="454" y="15"/>
                </a:cubicBezTo>
                <a:cubicBezTo>
                  <a:pt x="453" y="15"/>
                  <a:pt x="451" y="15"/>
                  <a:pt x="450" y="14"/>
                </a:cubicBezTo>
                <a:cubicBezTo>
                  <a:pt x="449" y="13"/>
                  <a:pt x="449" y="13"/>
                  <a:pt x="448" y="11"/>
                </a:cubicBezTo>
                <a:cubicBezTo>
                  <a:pt x="448" y="10"/>
                  <a:pt x="447" y="9"/>
                  <a:pt x="447" y="8"/>
                </a:cubicBezTo>
                <a:cubicBezTo>
                  <a:pt x="447" y="6"/>
                  <a:pt x="448" y="5"/>
                  <a:pt x="448" y="4"/>
                </a:cubicBezTo>
                <a:cubicBezTo>
                  <a:pt x="449" y="2"/>
                  <a:pt x="449" y="2"/>
                  <a:pt x="450" y="1"/>
                </a:cubicBezTo>
                <a:cubicBezTo>
                  <a:pt x="451" y="0"/>
                  <a:pt x="452" y="0"/>
                  <a:pt x="454" y="0"/>
                </a:cubicBezTo>
                <a:cubicBezTo>
                  <a:pt x="455" y="0"/>
                  <a:pt x="455" y="0"/>
                  <a:pt x="456" y="1"/>
                </a:cubicBezTo>
                <a:cubicBezTo>
                  <a:pt x="457" y="1"/>
                  <a:pt x="457" y="1"/>
                  <a:pt x="458" y="2"/>
                </a:cubicBezTo>
                <a:cubicBezTo>
                  <a:pt x="458" y="3"/>
                  <a:pt x="459" y="3"/>
                  <a:pt x="459" y="4"/>
                </a:cubicBezTo>
                <a:lnTo>
                  <a:pt x="457" y="5"/>
                </a:lnTo>
                <a:cubicBezTo>
                  <a:pt x="457" y="4"/>
                  <a:pt x="457" y="3"/>
                  <a:pt x="457" y="3"/>
                </a:cubicBezTo>
                <a:cubicBezTo>
                  <a:pt x="456" y="3"/>
                  <a:pt x="456" y="2"/>
                  <a:pt x="455" y="2"/>
                </a:cubicBezTo>
                <a:cubicBezTo>
                  <a:pt x="455" y="2"/>
                  <a:pt x="454" y="2"/>
                  <a:pt x="454" y="2"/>
                </a:cubicBezTo>
                <a:cubicBezTo>
                  <a:pt x="453" y="2"/>
                  <a:pt x="452" y="2"/>
                  <a:pt x="452" y="2"/>
                </a:cubicBezTo>
                <a:cubicBezTo>
                  <a:pt x="451" y="2"/>
                  <a:pt x="451" y="3"/>
                  <a:pt x="450" y="3"/>
                </a:cubicBezTo>
                <a:cubicBezTo>
                  <a:pt x="450" y="4"/>
                  <a:pt x="450" y="4"/>
                  <a:pt x="450" y="5"/>
                </a:cubicBezTo>
                <a:cubicBezTo>
                  <a:pt x="449" y="5"/>
                  <a:pt x="449" y="6"/>
                  <a:pt x="449" y="7"/>
                </a:cubicBezTo>
                <a:cubicBezTo>
                  <a:pt x="449" y="9"/>
                  <a:pt x="449" y="10"/>
                  <a:pt x="450" y="11"/>
                </a:cubicBezTo>
                <a:cubicBezTo>
                  <a:pt x="450" y="12"/>
                  <a:pt x="451" y="12"/>
                  <a:pt x="451" y="13"/>
                </a:cubicBezTo>
                <a:cubicBezTo>
                  <a:pt x="452" y="13"/>
                  <a:pt x="453" y="13"/>
                  <a:pt x="454" y="13"/>
                </a:cubicBezTo>
                <a:cubicBezTo>
                  <a:pt x="454" y="13"/>
                  <a:pt x="455" y="13"/>
                  <a:pt x="456" y="13"/>
                </a:cubicBezTo>
                <a:cubicBezTo>
                  <a:pt x="456" y="12"/>
                  <a:pt x="457" y="12"/>
                  <a:pt x="457" y="12"/>
                </a:cubicBezTo>
                <a:lnTo>
                  <a:pt x="457" y="9"/>
                </a:lnTo>
                <a:lnTo>
                  <a:pt x="454" y="9"/>
                </a:lnTo>
                <a:close/>
              </a:path>
              <a:path w="471" h="15">
                <a:moveTo>
                  <a:pt x="464" y="15"/>
                </a:moveTo>
                <a:lnTo>
                  <a:pt x="464" y="9"/>
                </a:lnTo>
                <a:lnTo>
                  <a:pt x="460" y="0"/>
                </a:lnTo>
                <a:lnTo>
                  <a:pt x="462" y="0"/>
                </a:lnTo>
                <a:lnTo>
                  <a:pt x="464" y="5"/>
                </a:lnTo>
                <a:cubicBezTo>
                  <a:pt x="465" y="5"/>
                  <a:pt x="465" y="6"/>
                  <a:pt x="465" y="7"/>
                </a:cubicBezTo>
                <a:cubicBezTo>
                  <a:pt x="466" y="6"/>
                  <a:pt x="466" y="5"/>
                  <a:pt x="467" y="5"/>
                </a:cubicBezTo>
                <a:lnTo>
                  <a:pt x="469" y="0"/>
                </a:lnTo>
                <a:lnTo>
                  <a:pt x="471" y="0"/>
                </a:lnTo>
                <a:lnTo>
                  <a:pt x="466" y="9"/>
                </a:lnTo>
                <a:lnTo>
                  <a:pt x="466" y="15"/>
                </a:lnTo>
                <a:lnTo>
                  <a:pt x="464" y="1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/>
          <a:p/>
        </p:txBody>
      </p:sp>
      <p:pic>
        <p:nvPicPr>
          <p:cNvPr id="45" name="图片 2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3251" y="124632"/>
            <a:ext cx="627347" cy="471145"/>
          </a:xfrm>
          <a:prstGeom prst="rect">
            <a:avLst/>
          </a:prstGeom>
          <a:ln>
            <a:noFill/>
          </a:ln>
        </p:spPr>
      </p:pic>
      <p:sp>
        <p:nvSpPr>
          <p:cNvPr id="23" name="TextBox 9"/>
          <p:cNvSpPr>
            <a:spLocks noGrp="1"/>
          </p:cNvSpPr>
          <p:nvPr/>
        </p:nvSpPr>
        <p:spPr>
          <a:xfrm>
            <a:off x="4620019" y="4965620"/>
            <a:ext cx="2952596" cy="40002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buClrTx/>
              <a:buSzTx/>
              <a:buFontTx/>
              <a:buNone/>
            </a:pPr>
            <a:r>
              <a:rPr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2026年</a:t>
            </a:r>
            <a:r>
              <a:rPr 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10</a:t>
            </a:r>
            <a:r>
              <a:rPr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月</a:t>
            </a:r>
            <a:r>
              <a:rPr 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9</a:t>
            </a:r>
            <a:r>
              <a:rPr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日</a:t>
            </a:r>
            <a:endParaRPr sz="20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顶部色条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F4E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标题栏"/>
          <p:cNvSpPr/>
          <p:nvPr/>
        </p:nvSpPr>
        <p:spPr>
          <a:xfrm>
            <a:off x="0" y="219456"/>
            <a:ext cx="9418320" cy="530352"/>
          </a:xfrm>
          <a:prstGeom prst="rect">
            <a:avLst/>
          </a:prstGeom>
          <a:solidFill>
            <a:srgbClr val="4075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章节标签"/>
          <p:cNvSpPr/>
          <p:nvPr/>
        </p:nvSpPr>
        <p:spPr>
          <a:xfrm>
            <a:off x="320040" y="301752"/>
            <a:ext cx="666496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 i="0">
                <a:solidFill>
                  <a:srgbClr val="1F4E9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要点</a:t>
            </a:r>
            <a:endParaRPr lang="zh-CN" altLang="en-US" sz="1400" b="1" i="0">
              <a:solidFill>
                <a:srgbClr val="1F4E9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标题"/>
          <p:cNvSpPr txBox="1"/>
          <p:nvPr/>
        </p:nvSpPr>
        <p:spPr>
          <a:xfrm>
            <a:off x="1132839" y="219456"/>
            <a:ext cx="8148320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2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四个问题与一句话回答</a:t>
            </a:r>
            <a:endParaRPr lang="zh-CN" altLang="en-US" sz="22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Rectangle 7"/>
          <p:cNvSpPr>
            <a:spLocks noGrp="1"/>
          </p:cNvSpPr>
          <p:nvPr/>
        </p:nvSpPr>
        <p:spPr>
          <a:xfrm>
            <a:off x="9971521" y="467514"/>
            <a:ext cx="180331" cy="6350"/>
          </a:xfrm>
          <a:prstGeom prst="rect">
            <a:avLst/>
          </a:prstGeom>
          <a:solidFill>
            <a:srgbClr val="005A9F"/>
          </a:solidFill>
          <a:ln>
            <a:noFill/>
          </a:ln>
        </p:spPr>
      </p:sp>
      <p:sp>
        <p:nvSpPr>
          <p:cNvPr id="7" name="Freeform 8"/>
          <p:cNvSpPr>
            <a:spLocks noGrp="1"/>
          </p:cNvSpPr>
          <p:nvPr/>
        </p:nvSpPr>
        <p:spPr>
          <a:xfrm>
            <a:off x="9862306" y="238926"/>
            <a:ext cx="400029" cy="256527"/>
          </a:xfrm>
          <a:custGeom>
            <a:avLst/>
            <a:gdLst/>
            <a:ahLst/>
            <a:cxnLst/>
            <a:rect l="l" t="t" r="r" b="b"/>
            <a:pathLst>
              <a:path w="259" h="165">
                <a:moveTo>
                  <a:pt x="129" y="4"/>
                </a:moveTo>
                <a:cubicBezTo>
                  <a:pt x="198" y="4"/>
                  <a:pt x="255" y="39"/>
                  <a:pt x="255" y="83"/>
                </a:cubicBezTo>
                <a:cubicBezTo>
                  <a:pt x="255" y="126"/>
                  <a:pt x="198" y="161"/>
                  <a:pt x="129" y="161"/>
                </a:cubicBezTo>
                <a:cubicBezTo>
                  <a:pt x="61" y="161"/>
                  <a:pt x="4" y="126"/>
                  <a:pt x="4" y="83"/>
                </a:cubicBezTo>
                <a:cubicBezTo>
                  <a:pt x="4" y="39"/>
                  <a:pt x="61" y="4"/>
                  <a:pt x="129" y="4"/>
                </a:cubicBezTo>
                <a:close/>
                <a:moveTo>
                  <a:pt x="129" y="0"/>
                </a:moveTo>
                <a:cubicBezTo>
                  <a:pt x="201" y="0"/>
                  <a:pt x="259" y="37"/>
                  <a:pt x="259" y="83"/>
                </a:cubicBezTo>
                <a:cubicBezTo>
                  <a:pt x="259" y="128"/>
                  <a:pt x="201" y="165"/>
                  <a:pt x="129" y="165"/>
                </a:cubicBezTo>
                <a:cubicBezTo>
                  <a:pt x="58" y="165"/>
                  <a:pt x="0" y="128"/>
                  <a:pt x="0" y="83"/>
                </a:cubicBezTo>
                <a:cubicBezTo>
                  <a:pt x="0" y="37"/>
                  <a:pt x="58" y="0"/>
                  <a:pt x="129" y="0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8" name="Freeform 9"/>
          <p:cNvSpPr>
            <a:spLocks noGrp="1"/>
          </p:cNvSpPr>
          <p:nvPr/>
        </p:nvSpPr>
        <p:spPr>
          <a:xfrm>
            <a:off x="9899134" y="238926"/>
            <a:ext cx="326373" cy="256527"/>
          </a:xfrm>
          <a:custGeom>
            <a:avLst/>
            <a:gdLst/>
            <a:ahLst/>
            <a:cxnLst/>
            <a:rect l="l" t="t" r="r" b="b"/>
            <a:pathLst>
              <a:path w="211" h="165">
                <a:moveTo>
                  <a:pt x="105" y="4"/>
                </a:moveTo>
                <a:cubicBezTo>
                  <a:pt x="161" y="4"/>
                  <a:pt x="207" y="39"/>
                  <a:pt x="207" y="83"/>
                </a:cubicBezTo>
                <a:cubicBezTo>
                  <a:pt x="207" y="126"/>
                  <a:pt x="161" y="161"/>
                  <a:pt x="105" y="161"/>
                </a:cubicBezTo>
                <a:cubicBezTo>
                  <a:pt x="50" y="161"/>
                  <a:pt x="4" y="126"/>
                  <a:pt x="4" y="83"/>
                </a:cubicBezTo>
                <a:cubicBezTo>
                  <a:pt x="4" y="39"/>
                  <a:pt x="50" y="4"/>
                  <a:pt x="105" y="4"/>
                </a:cubicBezTo>
                <a:close/>
                <a:moveTo>
                  <a:pt x="105" y="0"/>
                </a:moveTo>
                <a:cubicBezTo>
                  <a:pt x="163" y="0"/>
                  <a:pt x="211" y="37"/>
                  <a:pt x="211" y="83"/>
                </a:cubicBezTo>
                <a:cubicBezTo>
                  <a:pt x="211" y="128"/>
                  <a:pt x="163" y="165"/>
                  <a:pt x="105" y="165"/>
                </a:cubicBezTo>
                <a:cubicBezTo>
                  <a:pt x="48" y="165"/>
                  <a:pt x="0" y="128"/>
                  <a:pt x="0" y="83"/>
                </a:cubicBezTo>
                <a:cubicBezTo>
                  <a:pt x="0" y="37"/>
                  <a:pt x="48" y="0"/>
                  <a:pt x="105" y="0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9" name="Freeform 10"/>
          <p:cNvSpPr>
            <a:spLocks noGrp="1"/>
          </p:cNvSpPr>
          <p:nvPr/>
        </p:nvSpPr>
        <p:spPr>
          <a:xfrm>
            <a:off x="9777221" y="157650"/>
            <a:ext cx="568930" cy="412729"/>
          </a:xfrm>
          <a:custGeom>
            <a:avLst/>
            <a:gdLst/>
            <a:ahLst/>
            <a:cxnLst/>
            <a:rect l="l" t="t" r="r" b="b"/>
            <a:pathLst>
              <a:path w="368" h="265">
                <a:moveTo>
                  <a:pt x="184" y="0"/>
                </a:moveTo>
                <a:cubicBezTo>
                  <a:pt x="286" y="0"/>
                  <a:pt x="368" y="60"/>
                  <a:pt x="368" y="133"/>
                </a:cubicBezTo>
                <a:cubicBezTo>
                  <a:pt x="368" y="206"/>
                  <a:pt x="286" y="265"/>
                  <a:pt x="184" y="265"/>
                </a:cubicBezTo>
                <a:cubicBezTo>
                  <a:pt x="83" y="265"/>
                  <a:pt x="0" y="206"/>
                  <a:pt x="0" y="133"/>
                </a:cubicBezTo>
                <a:cubicBezTo>
                  <a:pt x="0" y="60"/>
                  <a:pt x="83" y="0"/>
                  <a:pt x="184" y="0"/>
                </a:cubicBezTo>
                <a:close/>
                <a:moveTo>
                  <a:pt x="184" y="7"/>
                </a:moveTo>
                <a:cubicBezTo>
                  <a:pt x="280" y="7"/>
                  <a:pt x="359" y="64"/>
                  <a:pt x="359" y="133"/>
                </a:cubicBezTo>
                <a:cubicBezTo>
                  <a:pt x="359" y="202"/>
                  <a:pt x="280" y="258"/>
                  <a:pt x="184" y="258"/>
                </a:cubicBezTo>
                <a:cubicBezTo>
                  <a:pt x="88" y="258"/>
                  <a:pt x="9" y="202"/>
                  <a:pt x="9" y="133"/>
                </a:cubicBezTo>
                <a:cubicBezTo>
                  <a:pt x="9" y="64"/>
                  <a:pt x="88" y="7"/>
                  <a:pt x="184" y="7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0" name="Freeform 11"/>
          <p:cNvSpPr>
            <a:spLocks noGrp="1"/>
          </p:cNvSpPr>
          <p:nvPr/>
        </p:nvSpPr>
        <p:spPr>
          <a:xfrm>
            <a:off x="10007079" y="447195"/>
            <a:ext cx="107944" cy="17779"/>
          </a:xfrm>
          <a:custGeom>
            <a:avLst/>
            <a:gdLst/>
            <a:ahLst/>
            <a:cxnLst/>
            <a:rect l="l" t="t" r="r" b="b"/>
            <a:pathLst>
              <a:path w="70" h="11">
                <a:moveTo>
                  <a:pt x="0" y="0"/>
                </a:moveTo>
                <a:lnTo>
                  <a:pt x="1" y="0"/>
                </a:lnTo>
                <a:lnTo>
                  <a:pt x="2" y="6"/>
                </a:lnTo>
                <a:cubicBezTo>
                  <a:pt x="3" y="6"/>
                  <a:pt x="3" y="7"/>
                  <a:pt x="3" y="7"/>
                </a:cubicBezTo>
                <a:cubicBezTo>
                  <a:pt x="3" y="7"/>
                  <a:pt x="3" y="8"/>
                  <a:pt x="3" y="8"/>
                </a:cubicBezTo>
                <a:cubicBezTo>
                  <a:pt x="3" y="8"/>
                  <a:pt x="3" y="7"/>
                  <a:pt x="3" y="6"/>
                </a:cubicBezTo>
                <a:cubicBezTo>
                  <a:pt x="3" y="6"/>
                  <a:pt x="3" y="6"/>
                  <a:pt x="3" y="6"/>
                </a:cubicBezTo>
                <a:lnTo>
                  <a:pt x="4" y="0"/>
                </a:lnTo>
                <a:lnTo>
                  <a:pt x="5" y="0"/>
                </a:lnTo>
                <a:lnTo>
                  <a:pt x="7" y="6"/>
                </a:lnTo>
                <a:cubicBezTo>
                  <a:pt x="7" y="6"/>
                  <a:pt x="7" y="7"/>
                  <a:pt x="7" y="7"/>
                </a:cubicBezTo>
                <a:cubicBezTo>
                  <a:pt x="7" y="7"/>
                  <a:pt x="7" y="8"/>
                  <a:pt x="7" y="8"/>
                </a:cubicBezTo>
                <a:cubicBezTo>
                  <a:pt x="7" y="8"/>
                  <a:pt x="7" y="7"/>
                  <a:pt x="7" y="7"/>
                </a:cubicBezTo>
                <a:cubicBezTo>
                  <a:pt x="7" y="7"/>
                  <a:pt x="7" y="6"/>
                  <a:pt x="7" y="6"/>
                </a:cubicBezTo>
                <a:lnTo>
                  <a:pt x="8" y="0"/>
                </a:lnTo>
                <a:lnTo>
                  <a:pt x="10" y="0"/>
                </a:lnTo>
                <a:lnTo>
                  <a:pt x="7" y="10"/>
                </a:lnTo>
                <a:lnTo>
                  <a:pt x="6" y="10"/>
                </a:lnTo>
                <a:lnTo>
                  <a:pt x="5" y="5"/>
                </a:lnTo>
                <a:cubicBezTo>
                  <a:pt x="5" y="4"/>
                  <a:pt x="5" y="4"/>
                  <a:pt x="5" y="4"/>
                </a:cubicBezTo>
                <a:cubicBezTo>
                  <a:pt x="5" y="3"/>
                  <a:pt x="5" y="3"/>
                  <a:pt x="5" y="2"/>
                </a:cubicBezTo>
                <a:cubicBezTo>
                  <a:pt x="5" y="3"/>
                  <a:pt x="5" y="3"/>
                  <a:pt x="5" y="4"/>
                </a:cubicBezTo>
                <a:cubicBezTo>
                  <a:pt x="5" y="4"/>
                  <a:pt x="5" y="4"/>
                  <a:pt x="4" y="5"/>
                </a:cubicBezTo>
                <a:lnTo>
                  <a:pt x="3" y="10"/>
                </a:lnTo>
                <a:lnTo>
                  <a:pt x="2" y="10"/>
                </a:lnTo>
                <a:lnTo>
                  <a:pt x="0" y="0"/>
                </a:lnTo>
                <a:close/>
              </a:path>
              <a:path w="70" h="11">
                <a:moveTo>
                  <a:pt x="10" y="0"/>
                </a:moveTo>
                <a:lnTo>
                  <a:pt x="12" y="0"/>
                </a:lnTo>
                <a:lnTo>
                  <a:pt x="12" y="7"/>
                </a:lnTo>
                <a:cubicBezTo>
                  <a:pt x="12" y="8"/>
                  <a:pt x="12" y="8"/>
                  <a:pt x="12" y="9"/>
                </a:cubicBezTo>
                <a:cubicBezTo>
                  <a:pt x="12" y="9"/>
                  <a:pt x="13" y="9"/>
                  <a:pt x="13" y="9"/>
                </a:cubicBezTo>
                <a:cubicBezTo>
                  <a:pt x="14" y="9"/>
                  <a:pt x="14" y="9"/>
                  <a:pt x="15" y="9"/>
                </a:cubicBezTo>
                <a:cubicBezTo>
                  <a:pt x="15" y="8"/>
                  <a:pt x="15" y="8"/>
                  <a:pt x="15" y="7"/>
                </a:cubicBezTo>
                <a:lnTo>
                  <a:pt x="15" y="0"/>
                </a:lnTo>
                <a:lnTo>
                  <a:pt x="16" y="0"/>
                </a:lnTo>
                <a:lnTo>
                  <a:pt x="16" y="7"/>
                </a:lnTo>
                <a:cubicBezTo>
                  <a:pt x="16" y="8"/>
                  <a:pt x="16" y="9"/>
                  <a:pt x="15" y="10"/>
                </a:cubicBezTo>
                <a:cubicBezTo>
                  <a:pt x="15" y="10"/>
                  <a:pt x="14" y="11"/>
                  <a:pt x="13" y="11"/>
                </a:cubicBezTo>
                <a:cubicBezTo>
                  <a:pt x="12" y="11"/>
                  <a:pt x="12" y="10"/>
                  <a:pt x="11" y="10"/>
                </a:cubicBezTo>
                <a:cubicBezTo>
                  <a:pt x="11" y="9"/>
                  <a:pt x="10" y="8"/>
                  <a:pt x="10" y="7"/>
                </a:cubicBezTo>
                <a:lnTo>
                  <a:pt x="10" y="0"/>
                </a:lnTo>
                <a:close/>
              </a:path>
              <a:path w="70" h="11">
                <a:moveTo>
                  <a:pt x="18" y="0"/>
                </a:moveTo>
                <a:lnTo>
                  <a:pt x="19" y="0"/>
                </a:lnTo>
                <a:lnTo>
                  <a:pt x="19" y="4"/>
                </a:lnTo>
                <a:lnTo>
                  <a:pt x="22" y="4"/>
                </a:lnTo>
                <a:lnTo>
                  <a:pt x="22" y="0"/>
                </a:lnTo>
                <a:lnTo>
                  <a:pt x="23" y="0"/>
                </a:lnTo>
                <a:lnTo>
                  <a:pt x="23" y="10"/>
                </a:lnTo>
                <a:lnTo>
                  <a:pt x="22" y="10"/>
                </a:lnTo>
                <a:lnTo>
                  <a:pt x="22" y="6"/>
                </a:lnTo>
                <a:lnTo>
                  <a:pt x="19" y="6"/>
                </a:lnTo>
                <a:lnTo>
                  <a:pt x="19" y="10"/>
                </a:lnTo>
                <a:lnTo>
                  <a:pt x="18" y="10"/>
                </a:lnTo>
                <a:lnTo>
                  <a:pt x="18" y="0"/>
                </a:lnTo>
                <a:close/>
              </a:path>
              <a:path w="70" h="11">
                <a:moveTo>
                  <a:pt x="26" y="0"/>
                </a:moveTo>
                <a:lnTo>
                  <a:pt x="28" y="0"/>
                </a:lnTo>
                <a:lnTo>
                  <a:pt x="30" y="10"/>
                </a:lnTo>
                <a:lnTo>
                  <a:pt x="29" y="10"/>
                </a:lnTo>
                <a:lnTo>
                  <a:pt x="29" y="8"/>
                </a:lnTo>
                <a:lnTo>
                  <a:pt x="26" y="8"/>
                </a:lnTo>
                <a:lnTo>
                  <a:pt x="25" y="10"/>
                </a:lnTo>
                <a:lnTo>
                  <a:pt x="24" y="10"/>
                </a:lnTo>
                <a:lnTo>
                  <a:pt x="26" y="0"/>
                </a:lnTo>
                <a:close/>
                <a:moveTo>
                  <a:pt x="27" y="1"/>
                </a:moveTo>
                <a:lnTo>
                  <a:pt x="26" y="6"/>
                </a:lnTo>
                <a:lnTo>
                  <a:pt x="28" y="6"/>
                </a:lnTo>
                <a:lnTo>
                  <a:pt x="27" y="1"/>
                </a:lnTo>
                <a:close/>
              </a:path>
              <a:path w="70" h="11">
                <a:moveTo>
                  <a:pt x="31" y="0"/>
                </a:moveTo>
                <a:lnTo>
                  <a:pt x="32" y="0"/>
                </a:lnTo>
                <a:lnTo>
                  <a:pt x="35" y="6"/>
                </a:lnTo>
                <a:cubicBezTo>
                  <a:pt x="35" y="6"/>
                  <a:pt x="35" y="7"/>
                  <a:pt x="35" y="7"/>
                </a:cubicBezTo>
                <a:cubicBezTo>
                  <a:pt x="36" y="7"/>
                  <a:pt x="36" y="8"/>
                  <a:pt x="36" y="8"/>
                </a:cubicBezTo>
                <a:cubicBezTo>
                  <a:pt x="36" y="8"/>
                  <a:pt x="36" y="7"/>
                  <a:pt x="36" y="7"/>
                </a:cubicBezTo>
                <a:cubicBezTo>
                  <a:pt x="36" y="7"/>
                  <a:pt x="36" y="6"/>
                  <a:pt x="36" y="6"/>
                </a:cubicBezTo>
                <a:lnTo>
                  <a:pt x="36" y="0"/>
                </a:lnTo>
                <a:lnTo>
                  <a:pt x="37" y="0"/>
                </a:lnTo>
                <a:lnTo>
                  <a:pt x="37" y="10"/>
                </a:lnTo>
                <a:lnTo>
                  <a:pt x="36" y="10"/>
                </a:lnTo>
                <a:lnTo>
                  <a:pt x="33" y="4"/>
                </a:lnTo>
                <a:cubicBezTo>
                  <a:pt x="33" y="4"/>
                  <a:pt x="33" y="4"/>
                  <a:pt x="33" y="3"/>
                </a:cubicBezTo>
                <a:cubicBezTo>
                  <a:pt x="32" y="3"/>
                  <a:pt x="32" y="2"/>
                  <a:pt x="32" y="2"/>
                </a:cubicBezTo>
                <a:cubicBezTo>
                  <a:pt x="32" y="2"/>
                  <a:pt x="32" y="2"/>
                  <a:pt x="32" y="3"/>
                </a:cubicBezTo>
                <a:cubicBezTo>
                  <a:pt x="32" y="3"/>
                  <a:pt x="32" y="4"/>
                  <a:pt x="32" y="4"/>
                </a:cubicBezTo>
                <a:lnTo>
                  <a:pt x="32" y="10"/>
                </a:lnTo>
                <a:lnTo>
                  <a:pt x="31" y="10"/>
                </a:lnTo>
                <a:lnTo>
                  <a:pt x="31" y="0"/>
                </a:lnTo>
                <a:close/>
              </a:path>
              <a:path w="70" h="11">
                <a:moveTo>
                  <a:pt x="46" y="3"/>
                </a:moveTo>
                <a:lnTo>
                  <a:pt x="45" y="3"/>
                </a:lnTo>
                <a:cubicBezTo>
                  <a:pt x="45" y="3"/>
                  <a:pt x="45" y="2"/>
                  <a:pt x="44" y="2"/>
                </a:cubicBezTo>
                <a:cubicBezTo>
                  <a:pt x="44" y="1"/>
                  <a:pt x="44" y="1"/>
                  <a:pt x="43" y="1"/>
                </a:cubicBezTo>
                <a:cubicBezTo>
                  <a:pt x="43" y="1"/>
                  <a:pt x="42" y="2"/>
                  <a:pt x="42" y="2"/>
                </a:cubicBezTo>
                <a:cubicBezTo>
                  <a:pt x="42" y="3"/>
                  <a:pt x="42" y="4"/>
                  <a:pt x="42" y="5"/>
                </a:cubicBezTo>
                <a:cubicBezTo>
                  <a:pt x="42" y="7"/>
                  <a:pt x="42" y="8"/>
                  <a:pt x="42" y="8"/>
                </a:cubicBezTo>
                <a:cubicBezTo>
                  <a:pt x="42" y="9"/>
                  <a:pt x="43" y="9"/>
                  <a:pt x="43" y="9"/>
                </a:cubicBezTo>
                <a:cubicBezTo>
                  <a:pt x="44" y="9"/>
                  <a:pt x="44" y="9"/>
                  <a:pt x="45" y="9"/>
                </a:cubicBezTo>
                <a:cubicBezTo>
                  <a:pt x="45" y="8"/>
                  <a:pt x="45" y="8"/>
                  <a:pt x="45" y="7"/>
                </a:cubicBezTo>
                <a:lnTo>
                  <a:pt x="46" y="8"/>
                </a:lnTo>
                <a:cubicBezTo>
                  <a:pt x="46" y="9"/>
                  <a:pt x="46" y="9"/>
                  <a:pt x="45" y="10"/>
                </a:cubicBezTo>
                <a:cubicBezTo>
                  <a:pt x="45" y="10"/>
                  <a:pt x="44" y="11"/>
                  <a:pt x="43" y="11"/>
                </a:cubicBezTo>
                <a:cubicBezTo>
                  <a:pt x="42" y="11"/>
                  <a:pt x="42" y="10"/>
                  <a:pt x="41" y="9"/>
                </a:cubicBezTo>
                <a:cubicBezTo>
                  <a:pt x="41" y="8"/>
                  <a:pt x="40" y="7"/>
                  <a:pt x="40" y="5"/>
                </a:cubicBezTo>
                <a:cubicBezTo>
                  <a:pt x="40" y="4"/>
                  <a:pt x="41" y="2"/>
                  <a:pt x="41" y="1"/>
                </a:cubicBezTo>
                <a:cubicBezTo>
                  <a:pt x="42" y="0"/>
                  <a:pt x="43" y="0"/>
                  <a:pt x="43" y="0"/>
                </a:cubicBezTo>
                <a:cubicBezTo>
                  <a:pt x="44" y="0"/>
                  <a:pt x="45" y="0"/>
                  <a:pt x="45" y="1"/>
                </a:cubicBezTo>
                <a:cubicBezTo>
                  <a:pt x="46" y="1"/>
                  <a:pt x="46" y="2"/>
                  <a:pt x="46" y="3"/>
                </a:cubicBezTo>
                <a:close/>
              </a:path>
              <a:path w="70" h="11">
                <a:moveTo>
                  <a:pt x="47" y="0"/>
                </a:moveTo>
                <a:lnTo>
                  <a:pt x="48" y="0"/>
                </a:lnTo>
                <a:lnTo>
                  <a:pt x="48" y="4"/>
                </a:lnTo>
                <a:lnTo>
                  <a:pt x="52" y="4"/>
                </a:lnTo>
                <a:lnTo>
                  <a:pt x="52" y="0"/>
                </a:lnTo>
                <a:lnTo>
                  <a:pt x="53" y="0"/>
                </a:lnTo>
                <a:lnTo>
                  <a:pt x="53" y="10"/>
                </a:lnTo>
                <a:lnTo>
                  <a:pt x="52" y="10"/>
                </a:lnTo>
                <a:lnTo>
                  <a:pt x="52" y="6"/>
                </a:lnTo>
                <a:lnTo>
                  <a:pt x="48" y="6"/>
                </a:lnTo>
                <a:lnTo>
                  <a:pt x="48" y="10"/>
                </a:lnTo>
                <a:lnTo>
                  <a:pt x="47" y="10"/>
                </a:lnTo>
                <a:lnTo>
                  <a:pt x="47" y="0"/>
                </a:lnTo>
                <a:close/>
              </a:path>
              <a:path w="70" h="11">
                <a:moveTo>
                  <a:pt x="55" y="0"/>
                </a:moveTo>
                <a:lnTo>
                  <a:pt x="56" y="0"/>
                </a:lnTo>
                <a:lnTo>
                  <a:pt x="56" y="10"/>
                </a:lnTo>
                <a:lnTo>
                  <a:pt x="55" y="10"/>
                </a:lnTo>
                <a:lnTo>
                  <a:pt x="55" y="0"/>
                </a:lnTo>
                <a:close/>
              </a:path>
              <a:path w="70" h="11">
                <a:moveTo>
                  <a:pt x="57" y="0"/>
                </a:moveTo>
                <a:lnTo>
                  <a:pt x="59" y="0"/>
                </a:lnTo>
                <a:lnTo>
                  <a:pt x="61" y="6"/>
                </a:lnTo>
                <a:cubicBezTo>
                  <a:pt x="61" y="6"/>
                  <a:pt x="61" y="7"/>
                  <a:pt x="62" y="7"/>
                </a:cubicBezTo>
                <a:cubicBezTo>
                  <a:pt x="62" y="7"/>
                  <a:pt x="62" y="8"/>
                  <a:pt x="62" y="8"/>
                </a:cubicBezTo>
                <a:cubicBezTo>
                  <a:pt x="62" y="8"/>
                  <a:pt x="62" y="7"/>
                  <a:pt x="62" y="7"/>
                </a:cubicBezTo>
                <a:cubicBezTo>
                  <a:pt x="62" y="7"/>
                  <a:pt x="62" y="6"/>
                  <a:pt x="62" y="6"/>
                </a:cubicBezTo>
                <a:lnTo>
                  <a:pt x="62" y="0"/>
                </a:lnTo>
                <a:lnTo>
                  <a:pt x="63" y="0"/>
                </a:lnTo>
                <a:lnTo>
                  <a:pt x="63" y="10"/>
                </a:lnTo>
                <a:lnTo>
                  <a:pt x="62" y="10"/>
                </a:lnTo>
                <a:lnTo>
                  <a:pt x="59" y="4"/>
                </a:lnTo>
                <a:cubicBezTo>
                  <a:pt x="59" y="4"/>
                  <a:pt x="59" y="4"/>
                  <a:pt x="59" y="3"/>
                </a:cubicBezTo>
                <a:cubicBezTo>
                  <a:pt x="59" y="3"/>
                  <a:pt x="59" y="2"/>
                  <a:pt x="58" y="2"/>
                </a:cubicBezTo>
                <a:cubicBezTo>
                  <a:pt x="58" y="2"/>
                  <a:pt x="58" y="2"/>
                  <a:pt x="58" y="3"/>
                </a:cubicBezTo>
                <a:cubicBezTo>
                  <a:pt x="58" y="3"/>
                  <a:pt x="58" y="4"/>
                  <a:pt x="58" y="4"/>
                </a:cubicBezTo>
                <a:lnTo>
                  <a:pt x="58" y="10"/>
                </a:lnTo>
                <a:lnTo>
                  <a:pt x="57" y="10"/>
                </a:lnTo>
                <a:lnTo>
                  <a:pt x="57" y="0"/>
                </a:lnTo>
                <a:close/>
              </a:path>
              <a:path w="70" h="11">
                <a:moveTo>
                  <a:pt x="66" y="0"/>
                </a:moveTo>
                <a:lnTo>
                  <a:pt x="68" y="0"/>
                </a:lnTo>
                <a:lnTo>
                  <a:pt x="70" y="10"/>
                </a:lnTo>
                <a:lnTo>
                  <a:pt x="69" y="10"/>
                </a:lnTo>
                <a:lnTo>
                  <a:pt x="68" y="8"/>
                </a:lnTo>
                <a:lnTo>
                  <a:pt x="66" y="8"/>
                </a:lnTo>
                <a:lnTo>
                  <a:pt x="65" y="10"/>
                </a:lnTo>
                <a:lnTo>
                  <a:pt x="64" y="10"/>
                </a:lnTo>
                <a:lnTo>
                  <a:pt x="66" y="0"/>
                </a:lnTo>
                <a:close/>
                <a:moveTo>
                  <a:pt x="67" y="1"/>
                </a:moveTo>
                <a:lnTo>
                  <a:pt x="66" y="6"/>
                </a:lnTo>
                <a:lnTo>
                  <a:pt x="68" y="6"/>
                </a:lnTo>
                <a:lnTo>
                  <a:pt x="67" y="1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1" name="Freeform 12"/>
          <p:cNvSpPr>
            <a:spLocks noGrp="1"/>
          </p:cNvSpPr>
          <p:nvPr/>
        </p:nvSpPr>
        <p:spPr>
          <a:xfrm>
            <a:off x="9914374" y="411637"/>
            <a:ext cx="297165" cy="30478"/>
          </a:xfrm>
          <a:custGeom>
            <a:avLst/>
            <a:gdLst/>
            <a:ahLst/>
            <a:cxnLst/>
            <a:rect l="l" t="t" r="r" b="b"/>
            <a:pathLst>
              <a:path w="192" h="20">
                <a:moveTo>
                  <a:pt x="0" y="0"/>
                </a:moveTo>
                <a:lnTo>
                  <a:pt x="192" y="0"/>
                </a:lnTo>
                <a:cubicBezTo>
                  <a:pt x="189" y="7"/>
                  <a:pt x="184" y="13"/>
                  <a:pt x="177" y="20"/>
                </a:cubicBezTo>
                <a:lnTo>
                  <a:pt x="14" y="19"/>
                </a:lnTo>
                <a:cubicBezTo>
                  <a:pt x="7" y="15"/>
                  <a:pt x="3" y="8"/>
                  <a:pt x="0" y="0"/>
                </a:cubicBezTo>
                <a:close/>
                <a:moveTo>
                  <a:pt x="39" y="4"/>
                </a:moveTo>
                <a:cubicBezTo>
                  <a:pt x="39" y="4"/>
                  <a:pt x="39" y="5"/>
                  <a:pt x="38" y="5"/>
                </a:cubicBezTo>
                <a:cubicBezTo>
                  <a:pt x="38" y="5"/>
                  <a:pt x="38" y="5"/>
                  <a:pt x="38" y="6"/>
                </a:cubicBezTo>
                <a:cubicBezTo>
                  <a:pt x="38" y="7"/>
                  <a:pt x="38" y="7"/>
                  <a:pt x="38" y="8"/>
                </a:cubicBezTo>
                <a:cubicBezTo>
                  <a:pt x="38" y="8"/>
                  <a:pt x="38" y="9"/>
                  <a:pt x="38" y="9"/>
                </a:cubicBezTo>
                <a:cubicBezTo>
                  <a:pt x="38" y="10"/>
                  <a:pt x="38" y="11"/>
                  <a:pt x="38" y="12"/>
                </a:cubicBezTo>
                <a:lnTo>
                  <a:pt x="38" y="14"/>
                </a:lnTo>
                <a:cubicBezTo>
                  <a:pt x="38" y="15"/>
                  <a:pt x="38" y="16"/>
                  <a:pt x="38" y="17"/>
                </a:cubicBezTo>
                <a:cubicBezTo>
                  <a:pt x="38" y="17"/>
                  <a:pt x="38" y="17"/>
                  <a:pt x="38" y="17"/>
                </a:cubicBezTo>
                <a:cubicBezTo>
                  <a:pt x="38" y="17"/>
                  <a:pt x="38" y="17"/>
                  <a:pt x="38" y="17"/>
                </a:cubicBezTo>
                <a:cubicBezTo>
                  <a:pt x="38" y="17"/>
                  <a:pt x="38" y="17"/>
                  <a:pt x="37" y="17"/>
                </a:cubicBezTo>
                <a:cubicBezTo>
                  <a:pt x="37" y="17"/>
                  <a:pt x="36" y="17"/>
                  <a:pt x="36" y="17"/>
                </a:cubicBezTo>
                <a:cubicBezTo>
                  <a:pt x="35" y="16"/>
                  <a:pt x="35" y="16"/>
                  <a:pt x="35" y="16"/>
                </a:cubicBezTo>
                <a:cubicBezTo>
                  <a:pt x="34" y="16"/>
                  <a:pt x="34" y="16"/>
                  <a:pt x="34" y="16"/>
                </a:cubicBezTo>
                <a:cubicBezTo>
                  <a:pt x="34" y="16"/>
                  <a:pt x="34" y="15"/>
                  <a:pt x="34" y="15"/>
                </a:cubicBezTo>
                <a:cubicBezTo>
                  <a:pt x="34" y="15"/>
                  <a:pt x="34" y="15"/>
                  <a:pt x="34" y="15"/>
                </a:cubicBezTo>
                <a:cubicBezTo>
                  <a:pt x="35" y="15"/>
                  <a:pt x="35" y="15"/>
                  <a:pt x="36" y="15"/>
                </a:cubicBezTo>
                <a:cubicBezTo>
                  <a:pt x="36" y="15"/>
                  <a:pt x="36" y="15"/>
                  <a:pt x="36" y="15"/>
                </a:cubicBezTo>
                <a:cubicBezTo>
                  <a:pt x="37" y="15"/>
                  <a:pt x="37" y="15"/>
                  <a:pt x="37" y="15"/>
                </a:cubicBezTo>
                <a:cubicBezTo>
                  <a:pt x="37" y="15"/>
                  <a:pt x="37" y="15"/>
                  <a:pt x="37" y="14"/>
                </a:cubicBezTo>
                <a:cubicBezTo>
                  <a:pt x="37" y="14"/>
                  <a:pt x="37" y="13"/>
                  <a:pt x="37" y="12"/>
                </a:cubicBezTo>
                <a:cubicBezTo>
                  <a:pt x="36" y="11"/>
                  <a:pt x="36" y="10"/>
                  <a:pt x="36" y="8"/>
                </a:cubicBezTo>
                <a:lnTo>
                  <a:pt x="36" y="6"/>
                </a:lnTo>
                <a:cubicBezTo>
                  <a:pt x="36" y="5"/>
                  <a:pt x="36" y="5"/>
                  <a:pt x="36" y="5"/>
                </a:cubicBezTo>
                <a:cubicBezTo>
                  <a:pt x="35" y="5"/>
                  <a:pt x="35" y="5"/>
                  <a:pt x="35" y="5"/>
                </a:cubicBezTo>
                <a:cubicBezTo>
                  <a:pt x="34" y="5"/>
                  <a:pt x="34" y="5"/>
                  <a:pt x="34" y="6"/>
                </a:cubicBezTo>
                <a:cubicBezTo>
                  <a:pt x="34" y="6"/>
                  <a:pt x="34" y="6"/>
                  <a:pt x="34" y="6"/>
                </a:cubicBezTo>
                <a:cubicBezTo>
                  <a:pt x="34" y="7"/>
                  <a:pt x="34" y="7"/>
                  <a:pt x="34" y="7"/>
                </a:cubicBezTo>
                <a:cubicBezTo>
                  <a:pt x="35" y="7"/>
                  <a:pt x="35" y="7"/>
                  <a:pt x="35" y="7"/>
                </a:cubicBezTo>
                <a:cubicBezTo>
                  <a:pt x="35" y="7"/>
                  <a:pt x="35" y="7"/>
                  <a:pt x="35" y="7"/>
                </a:cubicBezTo>
                <a:cubicBezTo>
                  <a:pt x="36" y="7"/>
                  <a:pt x="36" y="7"/>
                  <a:pt x="36" y="7"/>
                </a:cubicBezTo>
                <a:cubicBezTo>
                  <a:pt x="36" y="7"/>
                  <a:pt x="36" y="7"/>
                  <a:pt x="35" y="7"/>
                </a:cubicBezTo>
                <a:cubicBezTo>
                  <a:pt x="35" y="7"/>
                  <a:pt x="35" y="8"/>
                  <a:pt x="35" y="8"/>
                </a:cubicBezTo>
                <a:cubicBezTo>
                  <a:pt x="34" y="8"/>
                  <a:pt x="34" y="8"/>
                  <a:pt x="34" y="8"/>
                </a:cubicBezTo>
                <a:cubicBezTo>
                  <a:pt x="34" y="8"/>
                  <a:pt x="34" y="9"/>
                  <a:pt x="34" y="9"/>
                </a:cubicBezTo>
                <a:cubicBezTo>
                  <a:pt x="34" y="9"/>
                  <a:pt x="34" y="9"/>
                  <a:pt x="34" y="9"/>
                </a:cubicBezTo>
                <a:cubicBezTo>
                  <a:pt x="34" y="9"/>
                  <a:pt x="34" y="9"/>
                  <a:pt x="34" y="9"/>
                </a:cubicBezTo>
                <a:cubicBezTo>
                  <a:pt x="34" y="9"/>
                  <a:pt x="35" y="9"/>
                  <a:pt x="35" y="9"/>
                </a:cubicBezTo>
                <a:cubicBezTo>
                  <a:pt x="35" y="9"/>
                  <a:pt x="35" y="9"/>
                  <a:pt x="35" y="9"/>
                </a:cubicBezTo>
                <a:cubicBezTo>
                  <a:pt x="36" y="9"/>
                  <a:pt x="36" y="9"/>
                  <a:pt x="36" y="9"/>
                </a:cubicBezTo>
                <a:cubicBezTo>
                  <a:pt x="36" y="9"/>
                  <a:pt x="36" y="10"/>
                  <a:pt x="36" y="10"/>
                </a:cubicBezTo>
                <a:cubicBezTo>
                  <a:pt x="36" y="10"/>
                  <a:pt x="36" y="10"/>
                  <a:pt x="36" y="10"/>
                </a:cubicBezTo>
                <a:cubicBezTo>
                  <a:pt x="36" y="10"/>
                  <a:pt x="35" y="10"/>
                  <a:pt x="35" y="11"/>
                </a:cubicBezTo>
                <a:cubicBezTo>
                  <a:pt x="35" y="11"/>
                  <a:pt x="35" y="11"/>
                  <a:pt x="34" y="11"/>
                </a:cubicBezTo>
                <a:cubicBezTo>
                  <a:pt x="34" y="11"/>
                  <a:pt x="33" y="12"/>
                  <a:pt x="33" y="12"/>
                </a:cubicBezTo>
                <a:cubicBezTo>
                  <a:pt x="33" y="12"/>
                  <a:pt x="33" y="12"/>
                  <a:pt x="33" y="12"/>
                </a:cubicBezTo>
                <a:cubicBezTo>
                  <a:pt x="32" y="13"/>
                  <a:pt x="32" y="14"/>
                  <a:pt x="32" y="14"/>
                </a:cubicBezTo>
                <a:cubicBezTo>
                  <a:pt x="32" y="14"/>
                  <a:pt x="32" y="15"/>
                  <a:pt x="32" y="15"/>
                </a:cubicBezTo>
                <a:cubicBezTo>
                  <a:pt x="32" y="15"/>
                  <a:pt x="32" y="15"/>
                  <a:pt x="32" y="15"/>
                </a:cubicBezTo>
                <a:cubicBezTo>
                  <a:pt x="32" y="15"/>
                  <a:pt x="32" y="16"/>
                  <a:pt x="31" y="16"/>
                </a:cubicBezTo>
                <a:cubicBezTo>
                  <a:pt x="31" y="16"/>
                  <a:pt x="31" y="16"/>
                  <a:pt x="30" y="16"/>
                </a:cubicBezTo>
                <a:cubicBezTo>
                  <a:pt x="30" y="16"/>
                  <a:pt x="30" y="16"/>
                  <a:pt x="29" y="16"/>
                </a:cubicBezTo>
                <a:cubicBezTo>
                  <a:pt x="29" y="16"/>
                  <a:pt x="29" y="16"/>
                  <a:pt x="29" y="16"/>
                </a:cubicBezTo>
                <a:cubicBezTo>
                  <a:pt x="29" y="16"/>
                  <a:pt x="29" y="16"/>
                  <a:pt x="29" y="16"/>
                </a:cubicBezTo>
                <a:cubicBezTo>
                  <a:pt x="30" y="15"/>
                  <a:pt x="30" y="15"/>
                  <a:pt x="31" y="15"/>
                </a:cubicBezTo>
                <a:cubicBezTo>
                  <a:pt x="31" y="15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0" y="14"/>
                  <a:pt x="29" y="13"/>
                  <a:pt x="29" y="13"/>
                </a:cubicBezTo>
                <a:cubicBezTo>
                  <a:pt x="28" y="13"/>
                  <a:pt x="28" y="12"/>
                  <a:pt x="28" y="12"/>
                </a:cubicBezTo>
                <a:cubicBezTo>
                  <a:pt x="28" y="12"/>
                  <a:pt x="28" y="12"/>
                  <a:pt x="28" y="12"/>
                </a:cubicBezTo>
                <a:cubicBezTo>
                  <a:pt x="28" y="12"/>
                  <a:pt x="28" y="12"/>
                  <a:pt x="28" y="12"/>
                </a:cubicBezTo>
                <a:cubicBezTo>
                  <a:pt x="29" y="13"/>
                  <a:pt x="29" y="13"/>
                  <a:pt x="30" y="13"/>
                </a:cubicBezTo>
                <a:cubicBezTo>
                  <a:pt x="30" y="13"/>
                  <a:pt x="30" y="13"/>
                  <a:pt x="30" y="12"/>
                </a:cubicBezTo>
                <a:lnTo>
                  <a:pt x="30" y="11"/>
                </a:lnTo>
                <a:cubicBezTo>
                  <a:pt x="30" y="11"/>
                  <a:pt x="30" y="11"/>
                  <a:pt x="30" y="11"/>
                </a:cubicBezTo>
                <a:cubicBezTo>
                  <a:pt x="30" y="11"/>
                  <a:pt x="30" y="11"/>
                  <a:pt x="29" y="11"/>
                </a:cubicBezTo>
                <a:cubicBezTo>
                  <a:pt x="29" y="11"/>
                  <a:pt x="29" y="12"/>
                  <a:pt x="28" y="12"/>
                </a:cubicBezTo>
                <a:cubicBezTo>
                  <a:pt x="28" y="12"/>
                  <a:pt x="28" y="13"/>
                  <a:pt x="27" y="13"/>
                </a:cubicBezTo>
                <a:cubicBezTo>
                  <a:pt x="27" y="14"/>
                  <a:pt x="26" y="14"/>
                  <a:pt x="26" y="14"/>
                </a:cubicBezTo>
                <a:cubicBezTo>
                  <a:pt x="26" y="14"/>
                  <a:pt x="26" y="14"/>
                  <a:pt x="26" y="14"/>
                </a:cubicBezTo>
                <a:cubicBezTo>
                  <a:pt x="26" y="14"/>
                  <a:pt x="25" y="14"/>
                  <a:pt x="25" y="14"/>
                </a:cubicBezTo>
                <a:cubicBezTo>
                  <a:pt x="25" y="14"/>
                  <a:pt x="25" y="13"/>
                  <a:pt x="25" y="13"/>
                </a:cubicBezTo>
                <a:cubicBezTo>
                  <a:pt x="25" y="13"/>
                  <a:pt x="25" y="13"/>
                  <a:pt x="25" y="13"/>
                </a:cubicBezTo>
                <a:cubicBezTo>
                  <a:pt x="25" y="13"/>
                  <a:pt x="26" y="13"/>
                  <a:pt x="26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12"/>
                  <a:pt x="27" y="12"/>
                  <a:pt x="27" y="11"/>
                </a:cubicBezTo>
                <a:cubicBezTo>
                  <a:pt x="26" y="10"/>
                  <a:pt x="26" y="9"/>
                  <a:pt x="26" y="9"/>
                </a:cubicBezTo>
                <a:lnTo>
                  <a:pt x="26" y="7"/>
                </a:lnTo>
                <a:lnTo>
                  <a:pt x="26" y="6"/>
                </a:lnTo>
                <a:cubicBezTo>
                  <a:pt x="26" y="6"/>
                  <a:pt x="27" y="6"/>
                  <a:pt x="27" y="6"/>
                </a:cubicBezTo>
                <a:cubicBezTo>
                  <a:pt x="27" y="6"/>
                  <a:pt x="27" y="5"/>
                  <a:pt x="28" y="5"/>
                </a:cubicBezTo>
                <a:cubicBezTo>
                  <a:pt x="28" y="5"/>
                  <a:pt x="28" y="5"/>
                  <a:pt x="29" y="5"/>
                </a:cubicBezTo>
                <a:cubicBezTo>
                  <a:pt x="30" y="5"/>
                  <a:pt x="30" y="5"/>
                  <a:pt x="30" y="5"/>
                </a:cubicBezTo>
                <a:cubicBezTo>
                  <a:pt x="31" y="5"/>
                  <a:pt x="31" y="5"/>
                  <a:pt x="31" y="5"/>
                </a:cubicBezTo>
                <a:cubicBezTo>
                  <a:pt x="32" y="5"/>
                  <a:pt x="32" y="5"/>
                  <a:pt x="32" y="5"/>
                </a:cubicBezTo>
                <a:cubicBezTo>
                  <a:pt x="32" y="5"/>
                  <a:pt x="32" y="5"/>
                  <a:pt x="32" y="5"/>
                </a:cubicBezTo>
                <a:cubicBezTo>
                  <a:pt x="32" y="6"/>
                  <a:pt x="32" y="6"/>
                  <a:pt x="31" y="6"/>
                </a:cubicBezTo>
                <a:cubicBezTo>
                  <a:pt x="31" y="6"/>
                  <a:pt x="31" y="7"/>
                  <a:pt x="31" y="7"/>
                </a:cubicBezTo>
                <a:cubicBezTo>
                  <a:pt x="31" y="7"/>
                  <a:pt x="31" y="8"/>
                  <a:pt x="31" y="8"/>
                </a:cubicBezTo>
                <a:cubicBezTo>
                  <a:pt x="31" y="8"/>
                  <a:pt x="31" y="9"/>
                  <a:pt x="31" y="10"/>
                </a:cubicBezTo>
                <a:cubicBezTo>
                  <a:pt x="31" y="11"/>
                  <a:pt x="31" y="11"/>
                  <a:pt x="31" y="11"/>
                </a:cubicBezTo>
                <a:cubicBezTo>
                  <a:pt x="31" y="12"/>
                  <a:pt x="31" y="12"/>
                  <a:pt x="31" y="12"/>
                </a:cubicBezTo>
                <a:cubicBezTo>
                  <a:pt x="31" y="13"/>
                  <a:pt x="31" y="13"/>
                  <a:pt x="31" y="13"/>
                </a:cubicBezTo>
                <a:cubicBezTo>
                  <a:pt x="31" y="13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1" y="14"/>
                  <a:pt x="32" y="13"/>
                  <a:pt x="32" y="12"/>
                </a:cubicBezTo>
                <a:cubicBezTo>
                  <a:pt x="32" y="12"/>
                  <a:pt x="32" y="11"/>
                  <a:pt x="33" y="10"/>
                </a:cubicBezTo>
                <a:cubicBezTo>
                  <a:pt x="33" y="8"/>
                  <a:pt x="33" y="6"/>
                  <a:pt x="33" y="6"/>
                </a:cubicBezTo>
                <a:cubicBezTo>
                  <a:pt x="33" y="5"/>
                  <a:pt x="33" y="5"/>
                  <a:pt x="33" y="5"/>
                </a:cubicBezTo>
                <a:cubicBezTo>
                  <a:pt x="33" y="5"/>
                  <a:pt x="33" y="4"/>
                  <a:pt x="34" y="4"/>
                </a:cubicBezTo>
                <a:cubicBezTo>
                  <a:pt x="34" y="4"/>
                  <a:pt x="34" y="4"/>
                  <a:pt x="34" y="4"/>
                </a:cubicBezTo>
                <a:cubicBezTo>
                  <a:pt x="35" y="4"/>
                  <a:pt x="35" y="4"/>
                  <a:pt x="35" y="4"/>
                </a:cubicBezTo>
                <a:cubicBezTo>
                  <a:pt x="35" y="4"/>
                  <a:pt x="36" y="4"/>
                  <a:pt x="36" y="4"/>
                </a:cubicBezTo>
                <a:cubicBezTo>
                  <a:pt x="36" y="4"/>
                  <a:pt x="37" y="4"/>
                  <a:pt x="37" y="4"/>
                </a:cubicBezTo>
                <a:cubicBezTo>
                  <a:pt x="37" y="4"/>
                  <a:pt x="37" y="4"/>
                  <a:pt x="38" y="4"/>
                </a:cubicBezTo>
                <a:cubicBezTo>
                  <a:pt x="38" y="4"/>
                  <a:pt x="38" y="4"/>
                  <a:pt x="38" y="4"/>
                </a:cubicBezTo>
                <a:cubicBezTo>
                  <a:pt x="39" y="4"/>
                  <a:pt x="39" y="4"/>
                  <a:pt x="39" y="4"/>
                </a:cubicBezTo>
                <a:close/>
                <a:moveTo>
                  <a:pt x="52" y="6"/>
                </a:moveTo>
                <a:cubicBezTo>
                  <a:pt x="52" y="6"/>
                  <a:pt x="53" y="6"/>
                  <a:pt x="53" y="6"/>
                </a:cubicBezTo>
                <a:cubicBezTo>
                  <a:pt x="53" y="6"/>
                  <a:pt x="54" y="6"/>
                  <a:pt x="54" y="6"/>
                </a:cubicBezTo>
                <a:cubicBezTo>
                  <a:pt x="54" y="7"/>
                  <a:pt x="55" y="7"/>
                  <a:pt x="55" y="7"/>
                </a:cubicBezTo>
                <a:cubicBezTo>
                  <a:pt x="55" y="7"/>
                  <a:pt x="55" y="7"/>
                  <a:pt x="55" y="7"/>
                </a:cubicBezTo>
                <a:cubicBezTo>
                  <a:pt x="55" y="7"/>
                  <a:pt x="55" y="7"/>
                  <a:pt x="54" y="7"/>
                </a:cubicBezTo>
                <a:cubicBezTo>
                  <a:pt x="54" y="8"/>
                  <a:pt x="54" y="8"/>
                  <a:pt x="54" y="8"/>
                </a:cubicBezTo>
                <a:cubicBezTo>
                  <a:pt x="54" y="9"/>
                  <a:pt x="54" y="9"/>
                  <a:pt x="53" y="10"/>
                </a:cubicBezTo>
                <a:cubicBezTo>
                  <a:pt x="53" y="10"/>
                  <a:pt x="53" y="10"/>
                  <a:pt x="53" y="10"/>
                </a:cubicBezTo>
                <a:cubicBezTo>
                  <a:pt x="53" y="10"/>
                  <a:pt x="53" y="10"/>
                  <a:pt x="53" y="10"/>
                </a:cubicBezTo>
                <a:cubicBezTo>
                  <a:pt x="52" y="10"/>
                  <a:pt x="52" y="10"/>
                  <a:pt x="52" y="10"/>
                </a:cubicBezTo>
                <a:cubicBezTo>
                  <a:pt x="52" y="10"/>
                  <a:pt x="51" y="10"/>
                  <a:pt x="51" y="10"/>
                </a:cubicBezTo>
                <a:cubicBezTo>
                  <a:pt x="51" y="10"/>
                  <a:pt x="51" y="10"/>
                  <a:pt x="50" y="10"/>
                </a:cubicBezTo>
                <a:cubicBezTo>
                  <a:pt x="50" y="10"/>
                  <a:pt x="49" y="10"/>
                  <a:pt x="49" y="10"/>
                </a:cubicBezTo>
                <a:cubicBezTo>
                  <a:pt x="49" y="11"/>
                  <a:pt x="48" y="11"/>
                  <a:pt x="48" y="11"/>
                </a:cubicBezTo>
                <a:cubicBezTo>
                  <a:pt x="48" y="11"/>
                  <a:pt x="48" y="10"/>
                  <a:pt x="48" y="10"/>
                </a:cubicBezTo>
                <a:cubicBezTo>
                  <a:pt x="47" y="10"/>
                  <a:pt x="47" y="9"/>
                  <a:pt x="47" y="9"/>
                </a:cubicBezTo>
                <a:cubicBezTo>
                  <a:pt x="46" y="8"/>
                  <a:pt x="46" y="8"/>
                  <a:pt x="46" y="8"/>
                </a:cubicBezTo>
                <a:cubicBezTo>
                  <a:pt x="46" y="8"/>
                  <a:pt x="46" y="7"/>
                  <a:pt x="47" y="7"/>
                </a:cubicBezTo>
                <a:cubicBezTo>
                  <a:pt x="47" y="7"/>
                  <a:pt x="47" y="7"/>
                  <a:pt x="48" y="7"/>
                </a:cubicBezTo>
                <a:cubicBezTo>
                  <a:pt x="49" y="7"/>
                  <a:pt x="49" y="7"/>
                  <a:pt x="49" y="6"/>
                </a:cubicBezTo>
                <a:cubicBezTo>
                  <a:pt x="49" y="6"/>
                  <a:pt x="49" y="6"/>
                  <a:pt x="49" y="6"/>
                </a:cubicBezTo>
                <a:cubicBezTo>
                  <a:pt x="48" y="6"/>
                  <a:pt x="48" y="6"/>
                  <a:pt x="47" y="6"/>
                </a:cubicBezTo>
                <a:cubicBezTo>
                  <a:pt x="47" y="6"/>
                  <a:pt x="47" y="6"/>
                  <a:pt x="47" y="6"/>
                </a:cubicBezTo>
                <a:cubicBezTo>
                  <a:pt x="47" y="6"/>
                  <a:pt x="47" y="6"/>
                  <a:pt x="47" y="6"/>
                </a:cubicBezTo>
                <a:cubicBezTo>
                  <a:pt x="46" y="6"/>
                  <a:pt x="46" y="5"/>
                  <a:pt x="46" y="5"/>
                </a:cubicBezTo>
                <a:cubicBezTo>
                  <a:pt x="46" y="5"/>
                  <a:pt x="46" y="5"/>
                  <a:pt x="47" y="5"/>
                </a:cubicBezTo>
                <a:cubicBezTo>
                  <a:pt x="47" y="5"/>
                  <a:pt x="47" y="5"/>
                  <a:pt x="47" y="5"/>
                </a:cubicBezTo>
                <a:cubicBezTo>
                  <a:pt x="48" y="5"/>
                  <a:pt x="49" y="5"/>
                  <a:pt x="49" y="4"/>
                </a:cubicBezTo>
                <a:cubicBezTo>
                  <a:pt x="49" y="4"/>
                  <a:pt x="49" y="4"/>
                  <a:pt x="49" y="3"/>
                </a:cubicBezTo>
                <a:cubicBezTo>
                  <a:pt x="50" y="2"/>
                  <a:pt x="50" y="2"/>
                  <a:pt x="50" y="2"/>
                </a:cubicBezTo>
                <a:cubicBezTo>
                  <a:pt x="50" y="2"/>
                  <a:pt x="50" y="2"/>
                  <a:pt x="50" y="2"/>
                </a:cubicBezTo>
                <a:cubicBezTo>
                  <a:pt x="50" y="2"/>
                  <a:pt x="50" y="2"/>
                  <a:pt x="50" y="2"/>
                </a:cubicBezTo>
                <a:cubicBezTo>
                  <a:pt x="51" y="2"/>
                  <a:pt x="51" y="2"/>
                  <a:pt x="51" y="2"/>
                </a:cubicBezTo>
                <a:cubicBezTo>
                  <a:pt x="51" y="2"/>
                  <a:pt x="51" y="2"/>
                  <a:pt x="51" y="3"/>
                </a:cubicBezTo>
                <a:cubicBezTo>
                  <a:pt x="50" y="3"/>
                  <a:pt x="50" y="3"/>
                  <a:pt x="50" y="4"/>
                </a:cubicBezTo>
                <a:cubicBezTo>
                  <a:pt x="50" y="4"/>
                  <a:pt x="51" y="4"/>
                  <a:pt x="51" y="4"/>
                </a:cubicBezTo>
                <a:cubicBezTo>
                  <a:pt x="51" y="4"/>
                  <a:pt x="51" y="4"/>
                  <a:pt x="52" y="4"/>
                </a:cubicBezTo>
                <a:cubicBezTo>
                  <a:pt x="52" y="4"/>
                  <a:pt x="53" y="4"/>
                  <a:pt x="53" y="4"/>
                </a:cubicBezTo>
                <a:cubicBezTo>
                  <a:pt x="53" y="4"/>
                  <a:pt x="53" y="4"/>
                  <a:pt x="53" y="4"/>
                </a:cubicBezTo>
                <a:cubicBezTo>
                  <a:pt x="53" y="4"/>
                  <a:pt x="53" y="4"/>
                  <a:pt x="53" y="4"/>
                </a:cubicBezTo>
                <a:cubicBezTo>
                  <a:pt x="54" y="4"/>
                  <a:pt x="54" y="5"/>
                  <a:pt x="54" y="5"/>
                </a:cubicBezTo>
                <a:cubicBezTo>
                  <a:pt x="54" y="5"/>
                  <a:pt x="54" y="5"/>
                  <a:pt x="54" y="5"/>
                </a:cubicBezTo>
                <a:cubicBezTo>
                  <a:pt x="53" y="5"/>
                  <a:pt x="53" y="5"/>
                  <a:pt x="53" y="5"/>
                </a:cubicBezTo>
                <a:cubicBezTo>
                  <a:pt x="53" y="5"/>
                  <a:pt x="53" y="5"/>
                  <a:pt x="52" y="5"/>
                </a:cubicBezTo>
                <a:cubicBezTo>
                  <a:pt x="52" y="5"/>
                  <a:pt x="51" y="5"/>
                  <a:pt x="51" y="5"/>
                </a:cubicBezTo>
                <a:lnTo>
                  <a:pt x="50" y="6"/>
                </a:lnTo>
                <a:cubicBezTo>
                  <a:pt x="50" y="6"/>
                  <a:pt x="50" y="6"/>
                  <a:pt x="50" y="6"/>
                </a:cubicBezTo>
                <a:cubicBezTo>
                  <a:pt x="50" y="6"/>
                  <a:pt x="50" y="6"/>
                  <a:pt x="51" y="6"/>
                </a:cubicBezTo>
                <a:cubicBezTo>
                  <a:pt x="51" y="6"/>
                  <a:pt x="51" y="6"/>
                  <a:pt x="52" y="6"/>
                </a:cubicBezTo>
                <a:close/>
                <a:moveTo>
                  <a:pt x="45" y="3"/>
                </a:moveTo>
                <a:cubicBezTo>
                  <a:pt x="45" y="3"/>
                  <a:pt x="45" y="3"/>
                  <a:pt x="46" y="4"/>
                </a:cubicBezTo>
                <a:cubicBezTo>
                  <a:pt x="46" y="4"/>
                  <a:pt x="46" y="4"/>
                  <a:pt x="46" y="4"/>
                </a:cubicBezTo>
                <a:cubicBezTo>
                  <a:pt x="46" y="4"/>
                  <a:pt x="46" y="5"/>
                  <a:pt x="45" y="5"/>
                </a:cubicBezTo>
                <a:cubicBezTo>
                  <a:pt x="45" y="6"/>
                  <a:pt x="44" y="6"/>
                  <a:pt x="44" y="6"/>
                </a:cubicBezTo>
                <a:cubicBezTo>
                  <a:pt x="44" y="7"/>
                  <a:pt x="44" y="7"/>
                  <a:pt x="43" y="7"/>
                </a:cubicBezTo>
                <a:cubicBezTo>
                  <a:pt x="43" y="7"/>
                  <a:pt x="43" y="7"/>
                  <a:pt x="43" y="7"/>
                </a:cubicBezTo>
                <a:cubicBezTo>
                  <a:pt x="43" y="7"/>
                  <a:pt x="43" y="7"/>
                  <a:pt x="43" y="7"/>
                </a:cubicBezTo>
                <a:cubicBezTo>
                  <a:pt x="43" y="7"/>
                  <a:pt x="43" y="6"/>
                  <a:pt x="43" y="6"/>
                </a:cubicBezTo>
                <a:cubicBezTo>
                  <a:pt x="43" y="6"/>
                  <a:pt x="44" y="5"/>
                  <a:pt x="44" y="4"/>
                </a:cubicBezTo>
                <a:cubicBezTo>
                  <a:pt x="44" y="4"/>
                  <a:pt x="45" y="3"/>
                  <a:pt x="45" y="3"/>
                </a:cubicBezTo>
                <a:cubicBezTo>
                  <a:pt x="45" y="3"/>
                  <a:pt x="45" y="3"/>
                  <a:pt x="45" y="3"/>
                </a:cubicBezTo>
                <a:close/>
                <a:moveTo>
                  <a:pt x="45" y="6"/>
                </a:moveTo>
                <a:cubicBezTo>
                  <a:pt x="45" y="6"/>
                  <a:pt x="45" y="6"/>
                  <a:pt x="46" y="7"/>
                </a:cubicBezTo>
                <a:cubicBezTo>
                  <a:pt x="46" y="7"/>
                  <a:pt x="46" y="7"/>
                  <a:pt x="46" y="7"/>
                </a:cubicBezTo>
                <a:cubicBezTo>
                  <a:pt x="46" y="7"/>
                  <a:pt x="46" y="8"/>
                  <a:pt x="45" y="8"/>
                </a:cubicBezTo>
                <a:cubicBezTo>
                  <a:pt x="45" y="9"/>
                  <a:pt x="44" y="9"/>
                  <a:pt x="44" y="9"/>
                </a:cubicBezTo>
                <a:cubicBezTo>
                  <a:pt x="44" y="9"/>
                  <a:pt x="44" y="10"/>
                  <a:pt x="44" y="10"/>
                </a:cubicBezTo>
                <a:cubicBezTo>
                  <a:pt x="44" y="10"/>
                  <a:pt x="44" y="10"/>
                  <a:pt x="44" y="10"/>
                </a:cubicBezTo>
                <a:cubicBezTo>
                  <a:pt x="44" y="10"/>
                  <a:pt x="44" y="10"/>
                  <a:pt x="44" y="10"/>
                </a:cubicBezTo>
                <a:cubicBezTo>
                  <a:pt x="45" y="10"/>
                  <a:pt x="45" y="11"/>
                  <a:pt x="45" y="11"/>
                </a:cubicBezTo>
                <a:cubicBezTo>
                  <a:pt x="45" y="11"/>
                  <a:pt x="45" y="11"/>
                  <a:pt x="45" y="11"/>
                </a:cubicBezTo>
                <a:cubicBezTo>
                  <a:pt x="45" y="11"/>
                  <a:pt x="45" y="11"/>
                  <a:pt x="45" y="12"/>
                </a:cubicBezTo>
                <a:cubicBezTo>
                  <a:pt x="45" y="12"/>
                  <a:pt x="45" y="12"/>
                  <a:pt x="45" y="13"/>
                </a:cubicBezTo>
                <a:cubicBezTo>
                  <a:pt x="45" y="14"/>
                  <a:pt x="45" y="14"/>
                  <a:pt x="45" y="14"/>
                </a:cubicBezTo>
                <a:cubicBezTo>
                  <a:pt x="45" y="15"/>
                  <a:pt x="45" y="15"/>
                  <a:pt x="45" y="15"/>
                </a:cubicBezTo>
                <a:cubicBezTo>
                  <a:pt x="45" y="15"/>
                  <a:pt x="45" y="16"/>
                  <a:pt x="45" y="16"/>
                </a:cubicBezTo>
                <a:cubicBezTo>
                  <a:pt x="45" y="16"/>
                  <a:pt x="45" y="16"/>
                  <a:pt x="44" y="16"/>
                </a:cubicBezTo>
                <a:cubicBezTo>
                  <a:pt x="44" y="16"/>
                  <a:pt x="44" y="16"/>
                  <a:pt x="44" y="16"/>
                </a:cubicBezTo>
                <a:cubicBezTo>
                  <a:pt x="44" y="16"/>
                  <a:pt x="44" y="15"/>
                  <a:pt x="44" y="14"/>
                </a:cubicBezTo>
                <a:cubicBezTo>
                  <a:pt x="44" y="14"/>
                  <a:pt x="44" y="13"/>
                  <a:pt x="44" y="13"/>
                </a:cubicBezTo>
                <a:cubicBezTo>
                  <a:pt x="44" y="13"/>
                  <a:pt x="44" y="13"/>
                  <a:pt x="44" y="12"/>
                </a:cubicBezTo>
                <a:cubicBezTo>
                  <a:pt x="44" y="12"/>
                  <a:pt x="44" y="12"/>
                  <a:pt x="44" y="12"/>
                </a:cubicBezTo>
                <a:cubicBezTo>
                  <a:pt x="44" y="12"/>
                  <a:pt x="44" y="12"/>
                  <a:pt x="43" y="12"/>
                </a:cubicBezTo>
                <a:cubicBezTo>
                  <a:pt x="43" y="12"/>
                  <a:pt x="43" y="12"/>
                  <a:pt x="43" y="12"/>
                </a:cubicBezTo>
                <a:cubicBezTo>
                  <a:pt x="43" y="12"/>
                  <a:pt x="42" y="12"/>
                  <a:pt x="42" y="13"/>
                </a:cubicBezTo>
                <a:cubicBezTo>
                  <a:pt x="41" y="13"/>
                  <a:pt x="41" y="13"/>
                  <a:pt x="41" y="13"/>
                </a:cubicBezTo>
                <a:cubicBezTo>
                  <a:pt x="41" y="13"/>
                  <a:pt x="41" y="13"/>
                  <a:pt x="41" y="13"/>
                </a:cubicBezTo>
                <a:cubicBezTo>
                  <a:pt x="41" y="13"/>
                  <a:pt x="41" y="12"/>
                  <a:pt x="41" y="12"/>
                </a:cubicBezTo>
                <a:cubicBezTo>
                  <a:pt x="41" y="12"/>
                  <a:pt x="41" y="11"/>
                  <a:pt x="42" y="11"/>
                </a:cubicBezTo>
                <a:cubicBezTo>
                  <a:pt x="43" y="10"/>
                  <a:pt x="43" y="10"/>
                  <a:pt x="43" y="9"/>
                </a:cubicBezTo>
                <a:cubicBezTo>
                  <a:pt x="43" y="9"/>
                  <a:pt x="44" y="8"/>
                  <a:pt x="44" y="8"/>
                </a:cubicBezTo>
                <a:cubicBezTo>
                  <a:pt x="44" y="7"/>
                  <a:pt x="45" y="7"/>
                  <a:pt x="45" y="7"/>
                </a:cubicBezTo>
                <a:cubicBezTo>
                  <a:pt x="45" y="6"/>
                  <a:pt x="45" y="6"/>
                  <a:pt x="45" y="6"/>
                </a:cubicBezTo>
                <a:close/>
                <a:moveTo>
                  <a:pt x="52" y="12"/>
                </a:moveTo>
                <a:cubicBezTo>
                  <a:pt x="52" y="12"/>
                  <a:pt x="52" y="12"/>
                  <a:pt x="52" y="12"/>
                </a:cubicBezTo>
                <a:cubicBezTo>
                  <a:pt x="53" y="13"/>
                  <a:pt x="54" y="14"/>
                  <a:pt x="54" y="14"/>
                </a:cubicBezTo>
                <a:cubicBezTo>
                  <a:pt x="55" y="15"/>
                  <a:pt x="55" y="16"/>
                  <a:pt x="55" y="16"/>
                </a:cubicBezTo>
                <a:cubicBezTo>
                  <a:pt x="55" y="16"/>
                  <a:pt x="55" y="16"/>
                  <a:pt x="55" y="16"/>
                </a:cubicBezTo>
                <a:cubicBezTo>
                  <a:pt x="55" y="16"/>
                  <a:pt x="55" y="16"/>
                  <a:pt x="54" y="16"/>
                </a:cubicBezTo>
                <a:cubicBezTo>
                  <a:pt x="54" y="16"/>
                  <a:pt x="54" y="16"/>
                  <a:pt x="53" y="16"/>
                </a:cubicBezTo>
                <a:cubicBezTo>
                  <a:pt x="53" y="16"/>
                  <a:pt x="52" y="16"/>
                  <a:pt x="52" y="16"/>
                </a:cubicBezTo>
                <a:cubicBezTo>
                  <a:pt x="52" y="16"/>
                  <a:pt x="51" y="16"/>
                  <a:pt x="51" y="16"/>
                </a:cubicBezTo>
                <a:lnTo>
                  <a:pt x="50" y="16"/>
                </a:lnTo>
                <a:cubicBezTo>
                  <a:pt x="50" y="16"/>
                  <a:pt x="50" y="16"/>
                  <a:pt x="50" y="16"/>
                </a:cubicBezTo>
                <a:cubicBezTo>
                  <a:pt x="49" y="16"/>
                  <a:pt x="49" y="16"/>
                  <a:pt x="49" y="16"/>
                </a:cubicBezTo>
                <a:cubicBezTo>
                  <a:pt x="49" y="16"/>
                  <a:pt x="49" y="16"/>
                  <a:pt x="49" y="16"/>
                </a:cubicBezTo>
                <a:cubicBezTo>
                  <a:pt x="49" y="15"/>
                  <a:pt x="48" y="15"/>
                  <a:pt x="48" y="15"/>
                </a:cubicBezTo>
                <a:cubicBezTo>
                  <a:pt x="48" y="15"/>
                  <a:pt x="48" y="14"/>
                  <a:pt x="48" y="14"/>
                </a:cubicBezTo>
                <a:cubicBezTo>
                  <a:pt x="48" y="14"/>
                  <a:pt x="48" y="13"/>
                  <a:pt x="48" y="13"/>
                </a:cubicBezTo>
                <a:cubicBezTo>
                  <a:pt x="48" y="13"/>
                  <a:pt x="48" y="13"/>
                  <a:pt x="48" y="13"/>
                </a:cubicBezTo>
                <a:cubicBezTo>
                  <a:pt x="48" y="13"/>
                  <a:pt x="47" y="13"/>
                  <a:pt x="47" y="14"/>
                </a:cubicBezTo>
                <a:cubicBezTo>
                  <a:pt x="47" y="14"/>
                  <a:pt x="47" y="15"/>
                  <a:pt x="47" y="15"/>
                </a:cubicBezTo>
                <a:cubicBezTo>
                  <a:pt x="47" y="15"/>
                  <a:pt x="47" y="15"/>
                  <a:pt x="47" y="15"/>
                </a:cubicBezTo>
                <a:cubicBezTo>
                  <a:pt x="46" y="15"/>
                  <a:pt x="46" y="15"/>
                  <a:pt x="46" y="15"/>
                </a:cubicBezTo>
                <a:cubicBezTo>
                  <a:pt x="45" y="15"/>
                  <a:pt x="45" y="15"/>
                  <a:pt x="45" y="15"/>
                </a:cubicBezTo>
                <a:cubicBezTo>
                  <a:pt x="45" y="15"/>
                  <a:pt x="45" y="14"/>
                  <a:pt x="46" y="14"/>
                </a:cubicBezTo>
                <a:cubicBezTo>
                  <a:pt x="46" y="13"/>
                  <a:pt x="46" y="13"/>
                  <a:pt x="47" y="13"/>
                </a:cubicBezTo>
                <a:cubicBezTo>
                  <a:pt x="47" y="13"/>
                  <a:pt x="47" y="12"/>
                  <a:pt x="47" y="12"/>
                </a:cubicBezTo>
                <a:cubicBezTo>
                  <a:pt x="47" y="12"/>
                  <a:pt x="47" y="12"/>
                  <a:pt x="47" y="12"/>
                </a:cubicBezTo>
                <a:cubicBezTo>
                  <a:pt x="47" y="12"/>
                  <a:pt x="47" y="12"/>
                  <a:pt x="47" y="12"/>
                </a:cubicBezTo>
                <a:cubicBezTo>
                  <a:pt x="47" y="11"/>
                  <a:pt x="47" y="11"/>
                  <a:pt x="47" y="11"/>
                </a:cubicBezTo>
                <a:cubicBezTo>
                  <a:pt x="48" y="11"/>
                  <a:pt x="48" y="11"/>
                  <a:pt x="48" y="11"/>
                </a:cubicBezTo>
                <a:cubicBezTo>
                  <a:pt x="48" y="11"/>
                  <a:pt x="49" y="11"/>
                  <a:pt x="49" y="11"/>
                </a:cubicBezTo>
                <a:cubicBezTo>
                  <a:pt x="49" y="11"/>
                  <a:pt x="50" y="11"/>
                  <a:pt x="50" y="11"/>
                </a:cubicBezTo>
                <a:cubicBezTo>
                  <a:pt x="50" y="11"/>
                  <a:pt x="50" y="11"/>
                  <a:pt x="50" y="11"/>
                </a:cubicBezTo>
                <a:cubicBezTo>
                  <a:pt x="51" y="11"/>
                  <a:pt x="51" y="11"/>
                  <a:pt x="51" y="11"/>
                </a:cubicBezTo>
                <a:cubicBezTo>
                  <a:pt x="51" y="11"/>
                  <a:pt x="52" y="11"/>
                  <a:pt x="52" y="11"/>
                </a:cubicBezTo>
                <a:cubicBezTo>
                  <a:pt x="52" y="11"/>
                  <a:pt x="52" y="11"/>
                  <a:pt x="52" y="11"/>
                </a:cubicBezTo>
                <a:cubicBezTo>
                  <a:pt x="52" y="11"/>
                  <a:pt x="52" y="11"/>
                  <a:pt x="52" y="11"/>
                </a:cubicBezTo>
                <a:cubicBezTo>
                  <a:pt x="52" y="11"/>
                  <a:pt x="52" y="12"/>
                  <a:pt x="52" y="12"/>
                </a:cubicBezTo>
                <a:cubicBezTo>
                  <a:pt x="52" y="12"/>
                  <a:pt x="52" y="12"/>
                  <a:pt x="52" y="12"/>
                </a:cubicBezTo>
                <a:close/>
                <a:moveTo>
                  <a:pt x="57" y="13"/>
                </a:moveTo>
                <a:cubicBezTo>
                  <a:pt x="57" y="13"/>
                  <a:pt x="57" y="13"/>
                  <a:pt x="57" y="14"/>
                </a:cubicBezTo>
                <a:cubicBezTo>
                  <a:pt x="57" y="14"/>
                  <a:pt x="57" y="14"/>
                  <a:pt x="57" y="14"/>
                </a:cubicBezTo>
                <a:cubicBezTo>
                  <a:pt x="56" y="14"/>
                  <a:pt x="56" y="14"/>
                  <a:pt x="55" y="13"/>
                </a:cubicBezTo>
                <a:cubicBezTo>
                  <a:pt x="54" y="12"/>
                  <a:pt x="54" y="12"/>
                  <a:pt x="54" y="12"/>
                </a:cubicBezTo>
                <a:cubicBezTo>
                  <a:pt x="54" y="12"/>
                  <a:pt x="54" y="12"/>
                  <a:pt x="54" y="12"/>
                </a:cubicBezTo>
                <a:cubicBezTo>
                  <a:pt x="54" y="12"/>
                  <a:pt x="54" y="12"/>
                  <a:pt x="54" y="12"/>
                </a:cubicBezTo>
                <a:cubicBezTo>
                  <a:pt x="55" y="12"/>
                  <a:pt x="55" y="12"/>
                  <a:pt x="56" y="12"/>
                </a:cubicBezTo>
                <a:cubicBezTo>
                  <a:pt x="56" y="12"/>
                  <a:pt x="56" y="12"/>
                  <a:pt x="56" y="12"/>
                </a:cubicBezTo>
                <a:cubicBezTo>
                  <a:pt x="56" y="12"/>
                  <a:pt x="57" y="12"/>
                  <a:pt x="57" y="12"/>
                </a:cubicBezTo>
                <a:cubicBezTo>
                  <a:pt x="57" y="12"/>
                  <a:pt x="57" y="12"/>
                  <a:pt x="57" y="13"/>
                </a:cubicBezTo>
                <a:cubicBezTo>
                  <a:pt x="57" y="13"/>
                  <a:pt x="57" y="13"/>
                  <a:pt x="57" y="13"/>
                </a:cubicBezTo>
                <a:close/>
                <a:moveTo>
                  <a:pt x="71" y="5"/>
                </a:moveTo>
                <a:cubicBezTo>
                  <a:pt x="71" y="5"/>
                  <a:pt x="71" y="5"/>
                  <a:pt x="71" y="5"/>
                </a:cubicBezTo>
                <a:cubicBezTo>
                  <a:pt x="71" y="5"/>
                  <a:pt x="71" y="6"/>
                  <a:pt x="71" y="6"/>
                </a:cubicBezTo>
                <a:cubicBezTo>
                  <a:pt x="70" y="6"/>
                  <a:pt x="70" y="6"/>
                  <a:pt x="70" y="7"/>
                </a:cubicBezTo>
                <a:cubicBezTo>
                  <a:pt x="70" y="7"/>
                  <a:pt x="70" y="7"/>
                  <a:pt x="70" y="8"/>
                </a:cubicBezTo>
                <a:cubicBezTo>
                  <a:pt x="70" y="8"/>
                  <a:pt x="70" y="9"/>
                  <a:pt x="69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69" y="9"/>
                  <a:pt x="69" y="8"/>
                  <a:pt x="68" y="8"/>
                </a:cubicBezTo>
                <a:cubicBezTo>
                  <a:pt x="68" y="8"/>
                  <a:pt x="68" y="8"/>
                  <a:pt x="68" y="8"/>
                </a:cubicBezTo>
                <a:cubicBezTo>
                  <a:pt x="68" y="8"/>
                  <a:pt x="67" y="8"/>
                  <a:pt x="66" y="9"/>
                </a:cubicBezTo>
                <a:cubicBezTo>
                  <a:pt x="66" y="9"/>
                  <a:pt x="65" y="9"/>
                  <a:pt x="65" y="9"/>
                </a:cubicBezTo>
                <a:cubicBezTo>
                  <a:pt x="65" y="9"/>
                  <a:pt x="65" y="9"/>
                  <a:pt x="65" y="9"/>
                </a:cubicBezTo>
                <a:cubicBezTo>
                  <a:pt x="65" y="9"/>
                  <a:pt x="65" y="9"/>
                  <a:pt x="64" y="9"/>
                </a:cubicBezTo>
                <a:cubicBezTo>
                  <a:pt x="64" y="8"/>
                  <a:pt x="64" y="8"/>
                  <a:pt x="63" y="7"/>
                </a:cubicBezTo>
                <a:cubicBezTo>
                  <a:pt x="63" y="7"/>
                  <a:pt x="63" y="6"/>
                  <a:pt x="63" y="6"/>
                </a:cubicBezTo>
                <a:cubicBezTo>
                  <a:pt x="63" y="6"/>
                  <a:pt x="63" y="7"/>
                  <a:pt x="63" y="7"/>
                </a:cubicBezTo>
                <a:cubicBezTo>
                  <a:pt x="63" y="8"/>
                  <a:pt x="62" y="10"/>
                  <a:pt x="61" y="11"/>
                </a:cubicBezTo>
                <a:cubicBezTo>
                  <a:pt x="61" y="12"/>
                  <a:pt x="61" y="12"/>
                  <a:pt x="61" y="13"/>
                </a:cubicBezTo>
                <a:cubicBezTo>
                  <a:pt x="61" y="13"/>
                  <a:pt x="61" y="14"/>
                  <a:pt x="61" y="14"/>
                </a:cubicBezTo>
                <a:cubicBezTo>
                  <a:pt x="60" y="14"/>
                  <a:pt x="60" y="14"/>
                  <a:pt x="60" y="14"/>
                </a:cubicBezTo>
                <a:cubicBezTo>
                  <a:pt x="59" y="15"/>
                  <a:pt x="59" y="15"/>
                  <a:pt x="58" y="15"/>
                </a:cubicBezTo>
                <a:cubicBezTo>
                  <a:pt x="58" y="15"/>
                  <a:pt x="58" y="16"/>
                  <a:pt x="58" y="16"/>
                </a:cubicBezTo>
                <a:cubicBezTo>
                  <a:pt x="57" y="16"/>
                  <a:pt x="57" y="16"/>
                  <a:pt x="57" y="15"/>
                </a:cubicBezTo>
                <a:cubicBezTo>
                  <a:pt x="57" y="15"/>
                  <a:pt x="58" y="15"/>
                  <a:pt x="58" y="15"/>
                </a:cubicBezTo>
                <a:cubicBezTo>
                  <a:pt x="58" y="14"/>
                  <a:pt x="59" y="14"/>
                  <a:pt x="59" y="13"/>
                </a:cubicBezTo>
                <a:cubicBezTo>
                  <a:pt x="59" y="13"/>
                  <a:pt x="60" y="13"/>
                  <a:pt x="60" y="12"/>
                </a:cubicBezTo>
                <a:cubicBezTo>
                  <a:pt x="60" y="11"/>
                  <a:pt x="61" y="10"/>
                  <a:pt x="61" y="9"/>
                </a:cubicBezTo>
                <a:cubicBezTo>
                  <a:pt x="62" y="8"/>
                  <a:pt x="62" y="7"/>
                  <a:pt x="62" y="6"/>
                </a:cubicBezTo>
                <a:cubicBezTo>
                  <a:pt x="63" y="5"/>
                  <a:pt x="63" y="4"/>
                  <a:pt x="63" y="3"/>
                </a:cubicBezTo>
                <a:cubicBezTo>
                  <a:pt x="63" y="3"/>
                  <a:pt x="63" y="3"/>
                  <a:pt x="63" y="3"/>
                </a:cubicBezTo>
                <a:cubicBezTo>
                  <a:pt x="63" y="2"/>
                  <a:pt x="63" y="2"/>
                  <a:pt x="63" y="2"/>
                </a:cubicBezTo>
                <a:cubicBezTo>
                  <a:pt x="63" y="2"/>
                  <a:pt x="64" y="2"/>
                  <a:pt x="64" y="3"/>
                </a:cubicBezTo>
                <a:cubicBezTo>
                  <a:pt x="64" y="3"/>
                  <a:pt x="64" y="3"/>
                  <a:pt x="64" y="3"/>
                </a:cubicBezTo>
                <a:cubicBezTo>
                  <a:pt x="64" y="3"/>
                  <a:pt x="65" y="3"/>
                  <a:pt x="65" y="3"/>
                </a:cubicBezTo>
                <a:cubicBezTo>
                  <a:pt x="66" y="2"/>
                  <a:pt x="66" y="2"/>
                  <a:pt x="66" y="2"/>
                </a:cubicBezTo>
                <a:cubicBezTo>
                  <a:pt x="67" y="2"/>
                  <a:pt x="67" y="2"/>
                  <a:pt x="68" y="2"/>
                </a:cubicBezTo>
                <a:cubicBezTo>
                  <a:pt x="68" y="2"/>
                  <a:pt x="68" y="2"/>
                  <a:pt x="68" y="2"/>
                </a:cubicBezTo>
                <a:cubicBezTo>
                  <a:pt x="69" y="2"/>
                  <a:pt x="69" y="2"/>
                  <a:pt x="69" y="2"/>
                </a:cubicBezTo>
                <a:cubicBezTo>
                  <a:pt x="69" y="2"/>
                  <a:pt x="69" y="2"/>
                  <a:pt x="69" y="2"/>
                </a:cubicBezTo>
                <a:cubicBezTo>
                  <a:pt x="69" y="2"/>
                  <a:pt x="69" y="2"/>
                  <a:pt x="69" y="3"/>
                </a:cubicBezTo>
                <a:cubicBezTo>
                  <a:pt x="70" y="3"/>
                  <a:pt x="70" y="3"/>
                  <a:pt x="70" y="3"/>
                </a:cubicBezTo>
                <a:cubicBezTo>
                  <a:pt x="70" y="3"/>
                  <a:pt x="70" y="3"/>
                  <a:pt x="69" y="3"/>
                </a:cubicBezTo>
                <a:cubicBezTo>
                  <a:pt x="68" y="3"/>
                  <a:pt x="68" y="3"/>
                  <a:pt x="67" y="4"/>
                </a:cubicBezTo>
                <a:cubicBezTo>
                  <a:pt x="67" y="4"/>
                  <a:pt x="67" y="4"/>
                  <a:pt x="67" y="4"/>
                </a:cubicBezTo>
                <a:cubicBezTo>
                  <a:pt x="66" y="4"/>
                  <a:pt x="66" y="4"/>
                  <a:pt x="66" y="4"/>
                </a:cubicBezTo>
                <a:cubicBezTo>
                  <a:pt x="66" y="4"/>
                  <a:pt x="66" y="4"/>
                  <a:pt x="66" y="4"/>
                </a:cubicBezTo>
                <a:cubicBezTo>
                  <a:pt x="66" y="4"/>
                  <a:pt x="65" y="4"/>
                  <a:pt x="65" y="4"/>
                </a:cubicBezTo>
                <a:cubicBezTo>
                  <a:pt x="65" y="4"/>
                  <a:pt x="65" y="4"/>
                  <a:pt x="64" y="4"/>
                </a:cubicBezTo>
                <a:cubicBezTo>
                  <a:pt x="64" y="4"/>
                  <a:pt x="64" y="4"/>
                  <a:pt x="64" y="4"/>
                </a:cubicBezTo>
                <a:cubicBezTo>
                  <a:pt x="64" y="5"/>
                  <a:pt x="64" y="5"/>
                  <a:pt x="64" y="5"/>
                </a:cubicBezTo>
                <a:cubicBezTo>
                  <a:pt x="64" y="5"/>
                  <a:pt x="64" y="5"/>
                  <a:pt x="64" y="5"/>
                </a:cubicBezTo>
                <a:cubicBezTo>
                  <a:pt x="64" y="5"/>
                  <a:pt x="64" y="5"/>
                  <a:pt x="64" y="5"/>
                </a:cubicBezTo>
                <a:cubicBezTo>
                  <a:pt x="65" y="5"/>
                  <a:pt x="66" y="5"/>
                  <a:pt x="67" y="4"/>
                </a:cubicBezTo>
                <a:cubicBezTo>
                  <a:pt x="68" y="4"/>
                  <a:pt x="68" y="4"/>
                  <a:pt x="69" y="4"/>
                </a:cubicBezTo>
                <a:cubicBezTo>
                  <a:pt x="70" y="4"/>
                  <a:pt x="70" y="4"/>
                  <a:pt x="70" y="5"/>
                </a:cubicBezTo>
                <a:cubicBezTo>
                  <a:pt x="71" y="5"/>
                  <a:pt x="71" y="5"/>
                  <a:pt x="71" y="5"/>
                </a:cubicBezTo>
                <a:cubicBezTo>
                  <a:pt x="71" y="5"/>
                  <a:pt x="71" y="5"/>
                  <a:pt x="71" y="5"/>
                </a:cubicBezTo>
                <a:close/>
                <a:moveTo>
                  <a:pt x="72" y="12"/>
                </a:moveTo>
                <a:cubicBezTo>
                  <a:pt x="72" y="12"/>
                  <a:pt x="72" y="12"/>
                  <a:pt x="72" y="12"/>
                </a:cubicBezTo>
                <a:cubicBezTo>
                  <a:pt x="72" y="12"/>
                  <a:pt x="73" y="12"/>
                  <a:pt x="73" y="13"/>
                </a:cubicBezTo>
                <a:cubicBezTo>
                  <a:pt x="73" y="13"/>
                  <a:pt x="73" y="13"/>
                  <a:pt x="73" y="13"/>
                </a:cubicBezTo>
                <a:cubicBezTo>
                  <a:pt x="73" y="13"/>
                  <a:pt x="73" y="13"/>
                  <a:pt x="73" y="13"/>
                </a:cubicBezTo>
                <a:cubicBezTo>
                  <a:pt x="73" y="13"/>
                  <a:pt x="72" y="13"/>
                  <a:pt x="72" y="13"/>
                </a:cubicBezTo>
                <a:cubicBezTo>
                  <a:pt x="72" y="13"/>
                  <a:pt x="71" y="13"/>
                  <a:pt x="70" y="13"/>
                </a:cubicBezTo>
                <a:cubicBezTo>
                  <a:pt x="69" y="13"/>
                  <a:pt x="69" y="13"/>
                  <a:pt x="69" y="13"/>
                </a:cubicBezTo>
                <a:cubicBezTo>
                  <a:pt x="68" y="13"/>
                  <a:pt x="68" y="13"/>
                  <a:pt x="68" y="13"/>
                </a:cubicBezTo>
                <a:lnTo>
                  <a:pt x="68" y="14"/>
                </a:lnTo>
                <a:cubicBezTo>
                  <a:pt x="68" y="15"/>
                  <a:pt x="68" y="16"/>
                  <a:pt x="68" y="16"/>
                </a:cubicBezTo>
                <a:cubicBezTo>
                  <a:pt x="68" y="17"/>
                  <a:pt x="68" y="17"/>
                  <a:pt x="68" y="17"/>
                </a:cubicBezTo>
                <a:cubicBezTo>
                  <a:pt x="68" y="18"/>
                  <a:pt x="68" y="18"/>
                  <a:pt x="68" y="18"/>
                </a:cubicBezTo>
                <a:cubicBezTo>
                  <a:pt x="67" y="18"/>
                  <a:pt x="67" y="18"/>
                  <a:pt x="66" y="17"/>
                </a:cubicBezTo>
                <a:cubicBezTo>
                  <a:pt x="65" y="17"/>
                  <a:pt x="65" y="17"/>
                  <a:pt x="64" y="17"/>
                </a:cubicBezTo>
                <a:cubicBezTo>
                  <a:pt x="64" y="16"/>
                  <a:pt x="63" y="16"/>
                  <a:pt x="63" y="16"/>
                </a:cubicBezTo>
                <a:cubicBezTo>
                  <a:pt x="63" y="16"/>
                  <a:pt x="63" y="16"/>
                  <a:pt x="64" y="16"/>
                </a:cubicBezTo>
                <a:cubicBezTo>
                  <a:pt x="64" y="16"/>
                  <a:pt x="64" y="16"/>
                  <a:pt x="64" y="16"/>
                </a:cubicBezTo>
                <a:cubicBezTo>
                  <a:pt x="64" y="16"/>
                  <a:pt x="65" y="16"/>
                  <a:pt x="65" y="16"/>
                </a:cubicBezTo>
                <a:cubicBezTo>
                  <a:pt x="66" y="16"/>
                  <a:pt x="66" y="16"/>
                  <a:pt x="66" y="16"/>
                </a:cubicBezTo>
                <a:cubicBezTo>
                  <a:pt x="66" y="16"/>
                  <a:pt x="67" y="16"/>
                  <a:pt x="67" y="16"/>
                </a:cubicBezTo>
                <a:cubicBezTo>
                  <a:pt x="67" y="16"/>
                  <a:pt x="67" y="16"/>
                  <a:pt x="67" y="16"/>
                </a:cubicBezTo>
                <a:cubicBezTo>
                  <a:pt x="67" y="16"/>
                  <a:pt x="67" y="15"/>
                  <a:pt x="67" y="15"/>
                </a:cubicBezTo>
                <a:cubicBezTo>
                  <a:pt x="67" y="15"/>
                  <a:pt x="67" y="14"/>
                  <a:pt x="67" y="14"/>
                </a:cubicBezTo>
                <a:cubicBezTo>
                  <a:pt x="67" y="14"/>
                  <a:pt x="67" y="13"/>
                  <a:pt x="67" y="13"/>
                </a:cubicBezTo>
                <a:cubicBezTo>
                  <a:pt x="67" y="13"/>
                  <a:pt x="67" y="13"/>
                  <a:pt x="67" y="13"/>
                </a:cubicBezTo>
                <a:cubicBezTo>
                  <a:pt x="67" y="13"/>
                  <a:pt x="67" y="13"/>
                  <a:pt x="67" y="13"/>
                </a:cubicBezTo>
                <a:cubicBezTo>
                  <a:pt x="66" y="13"/>
                  <a:pt x="65" y="13"/>
                  <a:pt x="64" y="13"/>
                </a:cubicBezTo>
                <a:cubicBezTo>
                  <a:pt x="64" y="14"/>
                  <a:pt x="64" y="14"/>
                  <a:pt x="63" y="14"/>
                </a:cubicBezTo>
                <a:cubicBezTo>
                  <a:pt x="63" y="14"/>
                  <a:pt x="63" y="14"/>
                  <a:pt x="62" y="14"/>
                </a:cubicBezTo>
                <a:cubicBezTo>
                  <a:pt x="62" y="14"/>
                  <a:pt x="62" y="14"/>
                  <a:pt x="62" y="14"/>
                </a:cubicBezTo>
                <a:cubicBezTo>
                  <a:pt x="62" y="14"/>
                  <a:pt x="62" y="14"/>
                  <a:pt x="62" y="14"/>
                </a:cubicBezTo>
                <a:cubicBezTo>
                  <a:pt x="62" y="14"/>
                  <a:pt x="62" y="13"/>
                  <a:pt x="62" y="13"/>
                </a:cubicBezTo>
                <a:cubicBezTo>
                  <a:pt x="62" y="13"/>
                  <a:pt x="62" y="13"/>
                  <a:pt x="62" y="13"/>
                </a:cubicBezTo>
                <a:cubicBezTo>
                  <a:pt x="62" y="13"/>
                  <a:pt x="62" y="13"/>
                  <a:pt x="63" y="13"/>
                </a:cubicBezTo>
                <a:cubicBezTo>
                  <a:pt x="63" y="13"/>
                  <a:pt x="63" y="13"/>
                  <a:pt x="63" y="13"/>
                </a:cubicBezTo>
                <a:cubicBezTo>
                  <a:pt x="64" y="13"/>
                  <a:pt x="65" y="12"/>
                  <a:pt x="66" y="12"/>
                </a:cubicBezTo>
                <a:cubicBezTo>
                  <a:pt x="67" y="12"/>
                  <a:pt x="67" y="12"/>
                  <a:pt x="67" y="12"/>
                </a:cubicBezTo>
                <a:cubicBezTo>
                  <a:pt x="67" y="12"/>
                  <a:pt x="67" y="11"/>
                  <a:pt x="66" y="11"/>
                </a:cubicBezTo>
                <a:cubicBezTo>
                  <a:pt x="66" y="11"/>
                  <a:pt x="66" y="11"/>
                  <a:pt x="66" y="11"/>
                </a:cubicBezTo>
                <a:cubicBezTo>
                  <a:pt x="66" y="11"/>
                  <a:pt x="66" y="11"/>
                  <a:pt x="66" y="11"/>
                </a:cubicBezTo>
                <a:cubicBezTo>
                  <a:pt x="67" y="11"/>
                  <a:pt x="67" y="11"/>
                  <a:pt x="67" y="11"/>
                </a:cubicBezTo>
                <a:cubicBezTo>
                  <a:pt x="67" y="11"/>
                  <a:pt x="68" y="11"/>
                  <a:pt x="68" y="10"/>
                </a:cubicBezTo>
                <a:cubicBezTo>
                  <a:pt x="68" y="10"/>
                  <a:pt x="68" y="10"/>
                  <a:pt x="68" y="10"/>
                </a:cubicBezTo>
                <a:cubicBezTo>
                  <a:pt x="68" y="10"/>
                  <a:pt x="68" y="9"/>
                  <a:pt x="68" y="9"/>
                </a:cubicBezTo>
                <a:cubicBezTo>
                  <a:pt x="68" y="9"/>
                  <a:pt x="67" y="10"/>
                  <a:pt x="66" y="10"/>
                </a:cubicBezTo>
                <a:cubicBezTo>
                  <a:pt x="65" y="11"/>
                  <a:pt x="65" y="11"/>
                  <a:pt x="64" y="11"/>
                </a:cubicBezTo>
                <a:cubicBezTo>
                  <a:pt x="64" y="11"/>
                  <a:pt x="64" y="11"/>
                  <a:pt x="64" y="11"/>
                </a:cubicBezTo>
                <a:cubicBezTo>
                  <a:pt x="64" y="11"/>
                  <a:pt x="63" y="11"/>
                  <a:pt x="63" y="11"/>
                </a:cubicBezTo>
                <a:cubicBezTo>
                  <a:pt x="63" y="11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4" y="10"/>
                  <a:pt x="64" y="10"/>
                </a:cubicBezTo>
                <a:cubicBezTo>
                  <a:pt x="64" y="10"/>
                  <a:pt x="65" y="10"/>
                  <a:pt x="66" y="9"/>
                </a:cubicBezTo>
                <a:cubicBezTo>
                  <a:pt x="67" y="9"/>
                  <a:pt x="67" y="9"/>
                  <a:pt x="68" y="9"/>
                </a:cubicBezTo>
                <a:cubicBezTo>
                  <a:pt x="68" y="9"/>
                  <a:pt x="68" y="9"/>
                  <a:pt x="68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70" y="9"/>
                  <a:pt x="70" y="10"/>
                  <a:pt x="70" y="10"/>
                </a:cubicBezTo>
                <a:cubicBezTo>
                  <a:pt x="70" y="10"/>
                  <a:pt x="70" y="10"/>
                  <a:pt x="69" y="10"/>
                </a:cubicBezTo>
                <a:cubicBezTo>
                  <a:pt x="69" y="11"/>
                  <a:pt x="69" y="11"/>
                  <a:pt x="68" y="11"/>
                </a:cubicBezTo>
                <a:cubicBezTo>
                  <a:pt x="68" y="11"/>
                  <a:pt x="68" y="11"/>
                  <a:pt x="68" y="11"/>
                </a:cubicBezTo>
                <a:cubicBezTo>
                  <a:pt x="68" y="11"/>
                  <a:pt x="68" y="12"/>
                  <a:pt x="68" y="12"/>
                </a:cubicBezTo>
                <a:cubicBezTo>
                  <a:pt x="68" y="12"/>
                  <a:pt x="68" y="12"/>
                  <a:pt x="69" y="12"/>
                </a:cubicBezTo>
                <a:lnTo>
                  <a:pt x="70" y="12"/>
                </a:lnTo>
                <a:cubicBezTo>
                  <a:pt x="70" y="12"/>
                  <a:pt x="71" y="12"/>
                  <a:pt x="71" y="12"/>
                </a:cubicBezTo>
                <a:cubicBezTo>
                  <a:pt x="71" y="12"/>
                  <a:pt x="71" y="12"/>
                  <a:pt x="72" y="12"/>
                </a:cubicBezTo>
                <a:close/>
                <a:moveTo>
                  <a:pt x="84" y="6"/>
                </a:moveTo>
                <a:cubicBezTo>
                  <a:pt x="84" y="6"/>
                  <a:pt x="84" y="6"/>
                  <a:pt x="85" y="6"/>
                </a:cubicBezTo>
                <a:cubicBezTo>
                  <a:pt x="85" y="6"/>
                  <a:pt x="85" y="6"/>
                  <a:pt x="86" y="6"/>
                </a:cubicBezTo>
                <a:cubicBezTo>
                  <a:pt x="86" y="6"/>
                  <a:pt x="86" y="6"/>
                  <a:pt x="87" y="6"/>
                </a:cubicBezTo>
                <a:cubicBezTo>
                  <a:pt x="87" y="6"/>
                  <a:pt x="87" y="6"/>
                  <a:pt x="88" y="7"/>
                </a:cubicBezTo>
                <a:cubicBezTo>
                  <a:pt x="88" y="7"/>
                  <a:pt x="89" y="8"/>
                  <a:pt x="89" y="8"/>
                </a:cubicBezTo>
                <a:cubicBezTo>
                  <a:pt x="89" y="8"/>
                  <a:pt x="89" y="8"/>
                  <a:pt x="89" y="8"/>
                </a:cubicBezTo>
                <a:cubicBezTo>
                  <a:pt x="89" y="8"/>
                  <a:pt x="89" y="9"/>
                  <a:pt x="89" y="9"/>
                </a:cubicBezTo>
                <a:cubicBezTo>
                  <a:pt x="89" y="9"/>
                  <a:pt x="89" y="9"/>
                  <a:pt x="89" y="9"/>
                </a:cubicBezTo>
                <a:cubicBezTo>
                  <a:pt x="89" y="9"/>
                  <a:pt x="89" y="9"/>
                  <a:pt x="88" y="9"/>
                </a:cubicBezTo>
                <a:cubicBezTo>
                  <a:pt x="88" y="9"/>
                  <a:pt x="88" y="9"/>
                  <a:pt x="87" y="9"/>
                </a:cubicBezTo>
                <a:lnTo>
                  <a:pt x="86" y="9"/>
                </a:lnTo>
                <a:cubicBezTo>
                  <a:pt x="86" y="9"/>
                  <a:pt x="86" y="9"/>
                  <a:pt x="86" y="9"/>
                </a:cubicBezTo>
                <a:cubicBezTo>
                  <a:pt x="85" y="9"/>
                  <a:pt x="85" y="10"/>
                  <a:pt x="84" y="10"/>
                </a:cubicBezTo>
                <a:cubicBezTo>
                  <a:pt x="84" y="10"/>
                  <a:pt x="84" y="10"/>
                  <a:pt x="84" y="10"/>
                </a:cubicBezTo>
                <a:cubicBezTo>
                  <a:pt x="84" y="10"/>
                  <a:pt x="84" y="10"/>
                  <a:pt x="84" y="10"/>
                </a:cubicBezTo>
                <a:cubicBezTo>
                  <a:pt x="84" y="11"/>
                  <a:pt x="84" y="11"/>
                  <a:pt x="84" y="11"/>
                </a:cubicBezTo>
                <a:cubicBezTo>
                  <a:pt x="84" y="11"/>
                  <a:pt x="84" y="11"/>
                  <a:pt x="84" y="11"/>
                </a:cubicBezTo>
                <a:cubicBezTo>
                  <a:pt x="84" y="11"/>
                  <a:pt x="84" y="11"/>
                  <a:pt x="84" y="11"/>
                </a:cubicBezTo>
                <a:cubicBezTo>
                  <a:pt x="85" y="11"/>
                  <a:pt x="86" y="11"/>
                  <a:pt x="87" y="11"/>
                </a:cubicBezTo>
                <a:cubicBezTo>
                  <a:pt x="87" y="11"/>
                  <a:pt x="88" y="11"/>
                  <a:pt x="88" y="11"/>
                </a:cubicBezTo>
                <a:cubicBezTo>
                  <a:pt x="88" y="11"/>
                  <a:pt x="88" y="11"/>
                  <a:pt x="88" y="11"/>
                </a:cubicBezTo>
                <a:cubicBezTo>
                  <a:pt x="88" y="12"/>
                  <a:pt x="88" y="12"/>
                  <a:pt x="88" y="12"/>
                </a:cubicBezTo>
                <a:cubicBezTo>
                  <a:pt x="88" y="12"/>
                  <a:pt x="88" y="12"/>
                  <a:pt x="88" y="13"/>
                </a:cubicBezTo>
                <a:cubicBezTo>
                  <a:pt x="88" y="13"/>
                  <a:pt x="88" y="13"/>
                  <a:pt x="88" y="13"/>
                </a:cubicBezTo>
                <a:cubicBezTo>
                  <a:pt x="88" y="13"/>
                  <a:pt x="88" y="13"/>
                  <a:pt x="88" y="13"/>
                </a:cubicBezTo>
                <a:cubicBezTo>
                  <a:pt x="87" y="13"/>
                  <a:pt x="87" y="12"/>
                  <a:pt x="86" y="12"/>
                </a:cubicBezTo>
                <a:cubicBezTo>
                  <a:pt x="85" y="12"/>
                  <a:pt x="84" y="12"/>
                  <a:pt x="84" y="13"/>
                </a:cubicBezTo>
                <a:cubicBezTo>
                  <a:pt x="84" y="13"/>
                  <a:pt x="84" y="13"/>
                  <a:pt x="84" y="13"/>
                </a:cubicBezTo>
                <a:cubicBezTo>
                  <a:pt x="84" y="13"/>
                  <a:pt x="84" y="14"/>
                  <a:pt x="84" y="15"/>
                </a:cubicBezTo>
                <a:cubicBezTo>
                  <a:pt x="84" y="15"/>
                  <a:pt x="84" y="16"/>
                  <a:pt x="84" y="16"/>
                </a:cubicBezTo>
                <a:cubicBezTo>
                  <a:pt x="83" y="17"/>
                  <a:pt x="83" y="17"/>
                  <a:pt x="83" y="18"/>
                </a:cubicBezTo>
                <a:cubicBezTo>
                  <a:pt x="83" y="18"/>
                  <a:pt x="83" y="18"/>
                  <a:pt x="83" y="18"/>
                </a:cubicBezTo>
                <a:cubicBezTo>
                  <a:pt x="83" y="18"/>
                  <a:pt x="83" y="18"/>
                  <a:pt x="83" y="18"/>
                </a:cubicBezTo>
                <a:cubicBezTo>
                  <a:pt x="82" y="18"/>
                  <a:pt x="82" y="18"/>
                  <a:pt x="82" y="18"/>
                </a:cubicBezTo>
                <a:cubicBezTo>
                  <a:pt x="81" y="17"/>
                  <a:pt x="80" y="17"/>
                  <a:pt x="80" y="17"/>
                </a:cubicBezTo>
                <a:cubicBezTo>
                  <a:pt x="80" y="17"/>
                  <a:pt x="79" y="16"/>
                  <a:pt x="79" y="16"/>
                </a:cubicBezTo>
                <a:cubicBezTo>
                  <a:pt x="79" y="16"/>
                  <a:pt x="79" y="16"/>
                  <a:pt x="80" y="16"/>
                </a:cubicBezTo>
                <a:cubicBezTo>
                  <a:pt x="80" y="16"/>
                  <a:pt x="80" y="16"/>
                  <a:pt x="81" y="16"/>
                </a:cubicBezTo>
                <a:cubicBezTo>
                  <a:pt x="81" y="16"/>
                  <a:pt x="81" y="16"/>
                  <a:pt x="81" y="16"/>
                </a:cubicBezTo>
                <a:cubicBezTo>
                  <a:pt x="82" y="16"/>
                  <a:pt x="82" y="16"/>
                  <a:pt x="82" y="16"/>
                </a:cubicBezTo>
                <a:cubicBezTo>
                  <a:pt x="82" y="16"/>
                  <a:pt x="82" y="15"/>
                  <a:pt x="82" y="15"/>
                </a:cubicBezTo>
                <a:cubicBezTo>
                  <a:pt x="82" y="15"/>
                  <a:pt x="82" y="14"/>
                  <a:pt x="82" y="14"/>
                </a:cubicBezTo>
                <a:cubicBezTo>
                  <a:pt x="82" y="13"/>
                  <a:pt x="82" y="13"/>
                  <a:pt x="82" y="13"/>
                </a:cubicBezTo>
                <a:cubicBezTo>
                  <a:pt x="82" y="13"/>
                  <a:pt x="82" y="13"/>
                  <a:pt x="82" y="13"/>
                </a:cubicBezTo>
                <a:cubicBezTo>
                  <a:pt x="82" y="13"/>
                  <a:pt x="82" y="13"/>
                  <a:pt x="81" y="13"/>
                </a:cubicBezTo>
                <a:cubicBezTo>
                  <a:pt x="80" y="13"/>
                  <a:pt x="79" y="13"/>
                  <a:pt x="78" y="13"/>
                </a:cubicBezTo>
                <a:cubicBezTo>
                  <a:pt x="78" y="14"/>
                  <a:pt x="78" y="14"/>
                  <a:pt x="77" y="14"/>
                </a:cubicBezTo>
                <a:cubicBezTo>
                  <a:pt x="77" y="14"/>
                  <a:pt x="77" y="14"/>
                  <a:pt x="77" y="14"/>
                </a:cubicBezTo>
                <a:cubicBezTo>
                  <a:pt x="77" y="14"/>
                  <a:pt x="77" y="14"/>
                  <a:pt x="77" y="14"/>
                </a:cubicBezTo>
                <a:cubicBezTo>
                  <a:pt x="77" y="13"/>
                  <a:pt x="77" y="13"/>
                  <a:pt x="77" y="13"/>
                </a:cubicBezTo>
                <a:cubicBezTo>
                  <a:pt x="77" y="13"/>
                  <a:pt x="77" y="13"/>
                  <a:pt x="77" y="13"/>
                </a:cubicBezTo>
                <a:cubicBezTo>
                  <a:pt x="77" y="13"/>
                  <a:pt x="77" y="13"/>
                  <a:pt x="77" y="13"/>
                </a:cubicBezTo>
                <a:cubicBezTo>
                  <a:pt x="78" y="13"/>
                  <a:pt x="78" y="13"/>
                  <a:pt x="79" y="12"/>
                </a:cubicBezTo>
                <a:cubicBezTo>
                  <a:pt x="80" y="12"/>
                  <a:pt x="81" y="12"/>
                  <a:pt x="82" y="12"/>
                </a:cubicBezTo>
                <a:cubicBezTo>
                  <a:pt x="82" y="11"/>
                  <a:pt x="82" y="11"/>
                  <a:pt x="82" y="11"/>
                </a:cubicBezTo>
                <a:cubicBezTo>
                  <a:pt x="82" y="11"/>
                  <a:pt x="82" y="11"/>
                  <a:pt x="82" y="11"/>
                </a:cubicBezTo>
                <a:cubicBezTo>
                  <a:pt x="82" y="11"/>
                  <a:pt x="82" y="10"/>
                  <a:pt x="82" y="10"/>
                </a:cubicBezTo>
                <a:cubicBezTo>
                  <a:pt x="82" y="10"/>
                  <a:pt x="82" y="10"/>
                  <a:pt x="83" y="10"/>
                </a:cubicBezTo>
                <a:cubicBezTo>
                  <a:pt x="83" y="10"/>
                  <a:pt x="83" y="10"/>
                  <a:pt x="83" y="10"/>
                </a:cubicBezTo>
                <a:cubicBezTo>
                  <a:pt x="83" y="10"/>
                  <a:pt x="83" y="10"/>
                  <a:pt x="83" y="10"/>
                </a:cubicBezTo>
                <a:cubicBezTo>
                  <a:pt x="84" y="10"/>
                  <a:pt x="84" y="9"/>
                  <a:pt x="84" y="9"/>
                </a:cubicBezTo>
                <a:cubicBezTo>
                  <a:pt x="84" y="9"/>
                  <a:pt x="84" y="9"/>
                  <a:pt x="84" y="9"/>
                </a:cubicBezTo>
                <a:cubicBezTo>
                  <a:pt x="84" y="9"/>
                  <a:pt x="84" y="9"/>
                  <a:pt x="83" y="9"/>
                </a:cubicBezTo>
                <a:cubicBezTo>
                  <a:pt x="83" y="9"/>
                  <a:pt x="83" y="9"/>
                  <a:pt x="82" y="9"/>
                </a:cubicBezTo>
                <a:cubicBezTo>
                  <a:pt x="82" y="9"/>
                  <a:pt x="82" y="9"/>
                  <a:pt x="82" y="9"/>
                </a:cubicBezTo>
                <a:cubicBezTo>
                  <a:pt x="82" y="9"/>
                  <a:pt x="82" y="10"/>
                  <a:pt x="81" y="10"/>
                </a:cubicBezTo>
                <a:cubicBezTo>
                  <a:pt x="81" y="10"/>
                  <a:pt x="81" y="10"/>
                  <a:pt x="81" y="10"/>
                </a:cubicBezTo>
                <a:cubicBezTo>
                  <a:pt x="80" y="10"/>
                  <a:pt x="80" y="10"/>
                  <a:pt x="80" y="10"/>
                </a:cubicBezTo>
                <a:cubicBezTo>
                  <a:pt x="80" y="10"/>
                  <a:pt x="80" y="11"/>
                  <a:pt x="80" y="11"/>
                </a:cubicBezTo>
                <a:cubicBezTo>
                  <a:pt x="80" y="11"/>
                  <a:pt x="79" y="10"/>
                  <a:pt x="79" y="10"/>
                </a:cubicBezTo>
                <a:cubicBezTo>
                  <a:pt x="79" y="10"/>
                  <a:pt x="79" y="10"/>
                  <a:pt x="79" y="9"/>
                </a:cubicBezTo>
                <a:cubicBezTo>
                  <a:pt x="79" y="9"/>
                  <a:pt x="79" y="9"/>
                  <a:pt x="79" y="9"/>
                </a:cubicBezTo>
                <a:cubicBezTo>
                  <a:pt x="80" y="9"/>
                  <a:pt x="81" y="9"/>
                  <a:pt x="81" y="9"/>
                </a:cubicBezTo>
                <a:cubicBezTo>
                  <a:pt x="82" y="8"/>
                  <a:pt x="83" y="8"/>
                  <a:pt x="84" y="8"/>
                </a:cubicBezTo>
                <a:cubicBezTo>
                  <a:pt x="84" y="8"/>
                  <a:pt x="84" y="8"/>
                  <a:pt x="85" y="8"/>
                </a:cubicBezTo>
                <a:cubicBezTo>
                  <a:pt x="85" y="8"/>
                  <a:pt x="85" y="8"/>
                  <a:pt x="85" y="9"/>
                </a:cubicBezTo>
                <a:cubicBezTo>
                  <a:pt x="86" y="9"/>
                  <a:pt x="86" y="9"/>
                  <a:pt x="86" y="9"/>
                </a:cubicBezTo>
                <a:cubicBezTo>
                  <a:pt x="86" y="9"/>
                  <a:pt x="86" y="9"/>
                  <a:pt x="87" y="8"/>
                </a:cubicBezTo>
                <a:cubicBezTo>
                  <a:pt x="87" y="8"/>
                  <a:pt x="87" y="8"/>
                  <a:pt x="87" y="7"/>
                </a:cubicBezTo>
                <a:cubicBezTo>
                  <a:pt x="87" y="7"/>
                  <a:pt x="87" y="7"/>
                  <a:pt x="87" y="7"/>
                </a:cubicBezTo>
                <a:cubicBezTo>
                  <a:pt x="86" y="6"/>
                  <a:pt x="86" y="6"/>
                  <a:pt x="86" y="6"/>
                </a:cubicBezTo>
                <a:cubicBezTo>
                  <a:pt x="86" y="6"/>
                  <a:pt x="85" y="6"/>
                  <a:pt x="84" y="7"/>
                </a:cubicBezTo>
                <a:cubicBezTo>
                  <a:pt x="84" y="7"/>
                  <a:pt x="83" y="7"/>
                  <a:pt x="83" y="7"/>
                </a:cubicBezTo>
                <a:cubicBezTo>
                  <a:pt x="83" y="7"/>
                  <a:pt x="82" y="7"/>
                  <a:pt x="82" y="7"/>
                </a:cubicBezTo>
                <a:cubicBezTo>
                  <a:pt x="81" y="7"/>
                  <a:pt x="81" y="7"/>
                  <a:pt x="80" y="8"/>
                </a:cubicBezTo>
                <a:cubicBezTo>
                  <a:pt x="80" y="8"/>
                  <a:pt x="80" y="8"/>
                  <a:pt x="79" y="8"/>
                </a:cubicBezTo>
                <a:cubicBezTo>
                  <a:pt x="79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9" y="7"/>
                </a:cubicBezTo>
                <a:cubicBezTo>
                  <a:pt x="80" y="7"/>
                  <a:pt x="81" y="6"/>
                  <a:pt x="82" y="6"/>
                </a:cubicBezTo>
                <a:cubicBezTo>
                  <a:pt x="82" y="6"/>
                  <a:pt x="83" y="6"/>
                  <a:pt x="83" y="5"/>
                </a:cubicBezTo>
                <a:cubicBezTo>
                  <a:pt x="84" y="4"/>
                  <a:pt x="84" y="3"/>
                  <a:pt x="85" y="2"/>
                </a:cubicBezTo>
                <a:cubicBezTo>
                  <a:pt x="85" y="2"/>
                  <a:pt x="85" y="2"/>
                  <a:pt x="85" y="2"/>
                </a:cubicBezTo>
                <a:cubicBezTo>
                  <a:pt x="86" y="2"/>
                  <a:pt x="86" y="2"/>
                  <a:pt x="86" y="2"/>
                </a:cubicBezTo>
                <a:cubicBezTo>
                  <a:pt x="86" y="3"/>
                  <a:pt x="87" y="3"/>
                  <a:pt x="87" y="3"/>
                </a:cubicBezTo>
                <a:cubicBezTo>
                  <a:pt x="87" y="3"/>
                  <a:pt x="87" y="3"/>
                  <a:pt x="86" y="3"/>
                </a:cubicBezTo>
                <a:cubicBezTo>
                  <a:pt x="86" y="3"/>
                  <a:pt x="86" y="4"/>
                  <a:pt x="86" y="4"/>
                </a:cubicBezTo>
                <a:cubicBezTo>
                  <a:pt x="86" y="4"/>
                  <a:pt x="85" y="4"/>
                  <a:pt x="85" y="5"/>
                </a:cubicBezTo>
                <a:cubicBezTo>
                  <a:pt x="85" y="5"/>
                  <a:pt x="84" y="5"/>
                  <a:pt x="84" y="5"/>
                </a:cubicBezTo>
                <a:cubicBezTo>
                  <a:pt x="84" y="5"/>
                  <a:pt x="84" y="5"/>
                  <a:pt x="84" y="6"/>
                </a:cubicBezTo>
                <a:close/>
                <a:moveTo>
                  <a:pt x="83" y="2"/>
                </a:moveTo>
                <a:cubicBezTo>
                  <a:pt x="83" y="2"/>
                  <a:pt x="83" y="2"/>
                  <a:pt x="83" y="3"/>
                </a:cubicBezTo>
                <a:cubicBezTo>
                  <a:pt x="83" y="3"/>
                  <a:pt x="83" y="3"/>
                  <a:pt x="83" y="3"/>
                </a:cubicBezTo>
                <a:cubicBezTo>
                  <a:pt x="82" y="3"/>
                  <a:pt x="82" y="4"/>
                  <a:pt x="82" y="4"/>
                </a:cubicBezTo>
                <a:cubicBezTo>
                  <a:pt x="82" y="4"/>
                  <a:pt x="82" y="4"/>
                  <a:pt x="82" y="4"/>
                </a:cubicBezTo>
                <a:cubicBezTo>
                  <a:pt x="82" y="4"/>
                  <a:pt x="81" y="4"/>
                  <a:pt x="81" y="4"/>
                </a:cubicBezTo>
                <a:cubicBezTo>
                  <a:pt x="81" y="4"/>
                  <a:pt x="81" y="3"/>
                  <a:pt x="81" y="3"/>
                </a:cubicBezTo>
                <a:cubicBezTo>
                  <a:pt x="81" y="3"/>
                  <a:pt x="81" y="3"/>
                  <a:pt x="81" y="3"/>
                </a:cubicBezTo>
                <a:cubicBezTo>
                  <a:pt x="81" y="3"/>
                  <a:pt x="81" y="3"/>
                  <a:pt x="82" y="3"/>
                </a:cubicBezTo>
                <a:cubicBezTo>
                  <a:pt x="82" y="3"/>
                  <a:pt x="82" y="3"/>
                  <a:pt x="82" y="3"/>
                </a:cubicBezTo>
                <a:cubicBezTo>
                  <a:pt x="82" y="3"/>
                  <a:pt x="82" y="3"/>
                  <a:pt x="82" y="3"/>
                </a:cubicBezTo>
                <a:cubicBezTo>
                  <a:pt x="82" y="3"/>
                  <a:pt x="82" y="3"/>
                  <a:pt x="83" y="3"/>
                </a:cubicBezTo>
                <a:cubicBezTo>
                  <a:pt x="83" y="2"/>
                  <a:pt x="83" y="2"/>
                  <a:pt x="83" y="2"/>
                </a:cubicBezTo>
                <a:close/>
                <a:moveTo>
                  <a:pt x="80" y="5"/>
                </a:moveTo>
                <a:cubicBezTo>
                  <a:pt x="80" y="6"/>
                  <a:pt x="80" y="6"/>
                  <a:pt x="80" y="6"/>
                </a:cubicBezTo>
                <a:cubicBezTo>
                  <a:pt x="80" y="6"/>
                  <a:pt x="80" y="6"/>
                  <a:pt x="80" y="6"/>
                </a:cubicBezTo>
                <a:cubicBezTo>
                  <a:pt x="79" y="6"/>
                  <a:pt x="79" y="6"/>
                  <a:pt x="79" y="6"/>
                </a:cubicBezTo>
                <a:cubicBezTo>
                  <a:pt x="79" y="6"/>
                  <a:pt x="78" y="6"/>
                  <a:pt x="78" y="6"/>
                </a:cubicBezTo>
                <a:cubicBezTo>
                  <a:pt x="78" y="6"/>
                  <a:pt x="78" y="5"/>
                  <a:pt x="78" y="5"/>
                </a:cubicBezTo>
                <a:cubicBezTo>
                  <a:pt x="78" y="5"/>
                  <a:pt x="78" y="5"/>
                  <a:pt x="78" y="4"/>
                </a:cubicBezTo>
                <a:cubicBezTo>
                  <a:pt x="78" y="4"/>
                  <a:pt x="78" y="4"/>
                  <a:pt x="78" y="4"/>
                </a:cubicBezTo>
                <a:cubicBezTo>
                  <a:pt x="78" y="4"/>
                  <a:pt x="78" y="4"/>
                  <a:pt x="79" y="4"/>
                </a:cubicBezTo>
                <a:cubicBezTo>
                  <a:pt x="79" y="4"/>
                  <a:pt x="79" y="4"/>
                  <a:pt x="79" y="4"/>
                </a:cubicBezTo>
                <a:cubicBezTo>
                  <a:pt x="79" y="4"/>
                  <a:pt x="79" y="4"/>
                  <a:pt x="80" y="4"/>
                </a:cubicBezTo>
                <a:cubicBezTo>
                  <a:pt x="80" y="5"/>
                  <a:pt x="80" y="5"/>
                  <a:pt x="80" y="5"/>
                </a:cubicBezTo>
                <a:close/>
                <a:moveTo>
                  <a:pt x="77" y="9"/>
                </a:moveTo>
                <a:cubicBezTo>
                  <a:pt x="77" y="10"/>
                  <a:pt x="77" y="10"/>
                  <a:pt x="77" y="10"/>
                </a:cubicBezTo>
                <a:cubicBezTo>
                  <a:pt x="77" y="10"/>
                  <a:pt x="77" y="10"/>
                  <a:pt x="77" y="10"/>
                </a:cubicBezTo>
                <a:cubicBezTo>
                  <a:pt x="77" y="10"/>
                  <a:pt x="77" y="11"/>
                  <a:pt x="77" y="11"/>
                </a:cubicBezTo>
                <a:cubicBezTo>
                  <a:pt x="76" y="11"/>
                  <a:pt x="76" y="10"/>
                  <a:pt x="76" y="10"/>
                </a:cubicBezTo>
                <a:cubicBezTo>
                  <a:pt x="75" y="10"/>
                  <a:pt x="75" y="10"/>
                  <a:pt x="75" y="10"/>
                </a:cubicBezTo>
                <a:cubicBezTo>
                  <a:pt x="75" y="10"/>
                  <a:pt x="75" y="9"/>
                  <a:pt x="75" y="9"/>
                </a:cubicBezTo>
                <a:cubicBezTo>
                  <a:pt x="75" y="9"/>
                  <a:pt x="76" y="9"/>
                  <a:pt x="76" y="9"/>
                </a:cubicBezTo>
                <a:cubicBezTo>
                  <a:pt x="76" y="8"/>
                  <a:pt x="77" y="8"/>
                  <a:pt x="77" y="8"/>
                </a:cubicBezTo>
                <a:cubicBezTo>
                  <a:pt x="77" y="8"/>
                  <a:pt x="77" y="8"/>
                  <a:pt x="77" y="8"/>
                </a:cubicBezTo>
                <a:cubicBezTo>
                  <a:pt x="77" y="9"/>
                  <a:pt x="77" y="9"/>
                  <a:pt x="77" y="9"/>
                </a:cubicBezTo>
                <a:cubicBezTo>
                  <a:pt x="77" y="9"/>
                  <a:pt x="77" y="9"/>
                  <a:pt x="77" y="9"/>
                </a:cubicBezTo>
                <a:close/>
                <a:moveTo>
                  <a:pt x="118" y="15"/>
                </a:moveTo>
                <a:cubicBezTo>
                  <a:pt x="118" y="15"/>
                  <a:pt x="118" y="15"/>
                  <a:pt x="117" y="15"/>
                </a:cubicBezTo>
                <a:cubicBezTo>
                  <a:pt x="117" y="15"/>
                  <a:pt x="117" y="15"/>
                  <a:pt x="116" y="15"/>
                </a:cubicBezTo>
                <a:cubicBezTo>
                  <a:pt x="115" y="15"/>
                  <a:pt x="114" y="15"/>
                  <a:pt x="114" y="15"/>
                </a:cubicBezTo>
                <a:cubicBezTo>
                  <a:pt x="113" y="15"/>
                  <a:pt x="113" y="15"/>
                  <a:pt x="113" y="14"/>
                </a:cubicBezTo>
                <a:cubicBezTo>
                  <a:pt x="113" y="14"/>
                  <a:pt x="113" y="14"/>
                  <a:pt x="113" y="14"/>
                </a:cubicBezTo>
                <a:cubicBezTo>
                  <a:pt x="113" y="13"/>
                  <a:pt x="112" y="13"/>
                  <a:pt x="112" y="13"/>
                </a:cubicBezTo>
                <a:cubicBezTo>
                  <a:pt x="111" y="12"/>
                  <a:pt x="111" y="12"/>
                  <a:pt x="110" y="12"/>
                </a:cubicBezTo>
                <a:cubicBezTo>
                  <a:pt x="110" y="12"/>
                  <a:pt x="110" y="11"/>
                  <a:pt x="110" y="11"/>
                </a:cubicBezTo>
                <a:cubicBezTo>
                  <a:pt x="110" y="11"/>
                  <a:pt x="110" y="12"/>
                  <a:pt x="110" y="12"/>
                </a:cubicBezTo>
                <a:cubicBezTo>
                  <a:pt x="110" y="12"/>
                  <a:pt x="110" y="12"/>
                  <a:pt x="110" y="13"/>
                </a:cubicBezTo>
                <a:cubicBezTo>
                  <a:pt x="110" y="14"/>
                  <a:pt x="110" y="14"/>
                  <a:pt x="110" y="15"/>
                </a:cubicBezTo>
                <a:cubicBezTo>
                  <a:pt x="110" y="16"/>
                  <a:pt x="110" y="16"/>
                  <a:pt x="110" y="17"/>
                </a:cubicBezTo>
                <a:cubicBezTo>
                  <a:pt x="110" y="17"/>
                  <a:pt x="110" y="17"/>
                  <a:pt x="110" y="17"/>
                </a:cubicBezTo>
                <a:cubicBezTo>
                  <a:pt x="110" y="17"/>
                  <a:pt x="110" y="17"/>
                  <a:pt x="110" y="17"/>
                </a:cubicBezTo>
                <a:cubicBezTo>
                  <a:pt x="109" y="17"/>
                  <a:pt x="109" y="17"/>
                  <a:pt x="109" y="17"/>
                </a:cubicBezTo>
                <a:cubicBezTo>
                  <a:pt x="109" y="17"/>
                  <a:pt x="108" y="17"/>
                  <a:pt x="108" y="17"/>
                </a:cubicBezTo>
                <a:cubicBezTo>
                  <a:pt x="107" y="16"/>
                  <a:pt x="107" y="16"/>
                  <a:pt x="106" y="16"/>
                </a:cubicBezTo>
                <a:cubicBezTo>
                  <a:pt x="106" y="15"/>
                  <a:pt x="105" y="15"/>
                  <a:pt x="105" y="15"/>
                </a:cubicBezTo>
                <a:cubicBezTo>
                  <a:pt x="105" y="15"/>
                  <a:pt x="105" y="15"/>
                  <a:pt x="105" y="15"/>
                </a:cubicBezTo>
                <a:cubicBezTo>
                  <a:pt x="105" y="15"/>
                  <a:pt x="105" y="15"/>
                  <a:pt x="106" y="15"/>
                </a:cubicBezTo>
                <a:cubicBezTo>
                  <a:pt x="106" y="15"/>
                  <a:pt x="107" y="15"/>
                  <a:pt x="107" y="15"/>
                </a:cubicBezTo>
                <a:cubicBezTo>
                  <a:pt x="108" y="15"/>
                  <a:pt x="108" y="15"/>
                  <a:pt x="108" y="15"/>
                </a:cubicBezTo>
                <a:cubicBezTo>
                  <a:pt x="108" y="15"/>
                  <a:pt x="108" y="15"/>
                  <a:pt x="108" y="15"/>
                </a:cubicBezTo>
                <a:cubicBezTo>
                  <a:pt x="108" y="14"/>
                  <a:pt x="108" y="14"/>
                  <a:pt x="108" y="13"/>
                </a:cubicBezTo>
                <a:cubicBezTo>
                  <a:pt x="108" y="12"/>
                  <a:pt x="108" y="12"/>
                  <a:pt x="108" y="11"/>
                </a:cubicBezTo>
                <a:cubicBezTo>
                  <a:pt x="108" y="10"/>
                  <a:pt x="108" y="9"/>
                  <a:pt x="108" y="8"/>
                </a:cubicBezTo>
                <a:cubicBezTo>
                  <a:pt x="108" y="8"/>
                  <a:pt x="108" y="8"/>
                  <a:pt x="108" y="8"/>
                </a:cubicBezTo>
                <a:cubicBezTo>
                  <a:pt x="108" y="8"/>
                  <a:pt x="108" y="8"/>
                  <a:pt x="108" y="8"/>
                </a:cubicBezTo>
                <a:cubicBezTo>
                  <a:pt x="108" y="8"/>
                  <a:pt x="107" y="8"/>
                  <a:pt x="106" y="8"/>
                </a:cubicBezTo>
                <a:cubicBezTo>
                  <a:pt x="106" y="8"/>
                  <a:pt x="105" y="8"/>
                  <a:pt x="105" y="8"/>
                </a:cubicBezTo>
                <a:cubicBezTo>
                  <a:pt x="105" y="8"/>
                  <a:pt x="105" y="8"/>
                  <a:pt x="105" y="8"/>
                </a:cubicBezTo>
                <a:cubicBezTo>
                  <a:pt x="104" y="8"/>
                  <a:pt x="104" y="8"/>
                  <a:pt x="104" y="8"/>
                </a:cubicBezTo>
                <a:cubicBezTo>
                  <a:pt x="104" y="8"/>
                  <a:pt x="104" y="8"/>
                  <a:pt x="104" y="7"/>
                </a:cubicBezTo>
                <a:cubicBezTo>
                  <a:pt x="104" y="7"/>
                  <a:pt x="104" y="7"/>
                  <a:pt x="104" y="7"/>
                </a:cubicBezTo>
                <a:cubicBezTo>
                  <a:pt x="104" y="7"/>
                  <a:pt x="104" y="7"/>
                  <a:pt x="104" y="7"/>
                </a:cubicBezTo>
                <a:cubicBezTo>
                  <a:pt x="104" y="7"/>
                  <a:pt x="105" y="6"/>
                  <a:pt x="105" y="6"/>
                </a:cubicBezTo>
                <a:cubicBezTo>
                  <a:pt x="106" y="6"/>
                  <a:pt x="107" y="6"/>
                  <a:pt x="107" y="6"/>
                </a:cubicBezTo>
                <a:cubicBezTo>
                  <a:pt x="107" y="6"/>
                  <a:pt x="108" y="6"/>
                  <a:pt x="108" y="6"/>
                </a:cubicBezTo>
                <a:cubicBezTo>
                  <a:pt x="108" y="6"/>
                  <a:pt x="108" y="6"/>
                  <a:pt x="108" y="6"/>
                </a:cubicBezTo>
                <a:lnTo>
                  <a:pt x="108" y="5"/>
                </a:lnTo>
                <a:cubicBezTo>
                  <a:pt x="108" y="4"/>
                  <a:pt x="108" y="4"/>
                  <a:pt x="108" y="3"/>
                </a:cubicBezTo>
                <a:cubicBezTo>
                  <a:pt x="108" y="3"/>
                  <a:pt x="108" y="3"/>
                  <a:pt x="109" y="2"/>
                </a:cubicBezTo>
                <a:cubicBezTo>
                  <a:pt x="109" y="2"/>
                  <a:pt x="109" y="1"/>
                  <a:pt x="109" y="1"/>
                </a:cubicBezTo>
                <a:cubicBezTo>
                  <a:pt x="109" y="1"/>
                  <a:pt x="109" y="1"/>
                  <a:pt x="109" y="1"/>
                </a:cubicBezTo>
                <a:cubicBezTo>
                  <a:pt x="109" y="1"/>
                  <a:pt x="109" y="1"/>
                  <a:pt x="110" y="1"/>
                </a:cubicBezTo>
                <a:cubicBezTo>
                  <a:pt x="110" y="1"/>
                  <a:pt x="110" y="1"/>
                  <a:pt x="110" y="1"/>
                </a:cubicBezTo>
                <a:cubicBezTo>
                  <a:pt x="110" y="2"/>
                  <a:pt x="110" y="2"/>
                  <a:pt x="110" y="2"/>
                </a:cubicBezTo>
                <a:cubicBezTo>
                  <a:pt x="110" y="2"/>
                  <a:pt x="110" y="3"/>
                  <a:pt x="110" y="3"/>
                </a:cubicBezTo>
                <a:lnTo>
                  <a:pt x="110" y="4"/>
                </a:lnTo>
                <a:lnTo>
                  <a:pt x="110" y="5"/>
                </a:lnTo>
                <a:cubicBezTo>
                  <a:pt x="110" y="5"/>
                  <a:pt x="110" y="5"/>
                  <a:pt x="110" y="5"/>
                </a:cubicBezTo>
                <a:cubicBezTo>
                  <a:pt x="110" y="5"/>
                  <a:pt x="110" y="5"/>
                  <a:pt x="110" y="5"/>
                </a:cubicBezTo>
                <a:cubicBezTo>
                  <a:pt x="111" y="5"/>
                  <a:pt x="111" y="5"/>
                  <a:pt x="111" y="5"/>
                </a:cubicBezTo>
                <a:cubicBezTo>
                  <a:pt x="111" y="5"/>
                  <a:pt x="112" y="5"/>
                  <a:pt x="112" y="5"/>
                </a:cubicBezTo>
                <a:cubicBezTo>
                  <a:pt x="112" y="6"/>
                  <a:pt x="112" y="6"/>
                  <a:pt x="112" y="6"/>
                </a:cubicBezTo>
                <a:cubicBezTo>
                  <a:pt x="112" y="6"/>
                  <a:pt x="112" y="6"/>
                  <a:pt x="112" y="6"/>
                </a:cubicBezTo>
                <a:cubicBezTo>
                  <a:pt x="112" y="7"/>
                  <a:pt x="112" y="7"/>
                  <a:pt x="112" y="7"/>
                </a:cubicBezTo>
                <a:cubicBezTo>
                  <a:pt x="112" y="7"/>
                  <a:pt x="111" y="7"/>
                  <a:pt x="111" y="7"/>
                </a:cubicBezTo>
                <a:cubicBezTo>
                  <a:pt x="111" y="7"/>
                  <a:pt x="110" y="7"/>
                  <a:pt x="110" y="7"/>
                </a:cubicBezTo>
                <a:cubicBezTo>
                  <a:pt x="110" y="7"/>
                  <a:pt x="110" y="7"/>
                  <a:pt x="110" y="7"/>
                </a:cubicBezTo>
                <a:cubicBezTo>
                  <a:pt x="109" y="7"/>
                  <a:pt x="109" y="8"/>
                  <a:pt x="109" y="8"/>
                </a:cubicBezTo>
                <a:cubicBezTo>
                  <a:pt x="109" y="8"/>
                  <a:pt x="109" y="8"/>
                  <a:pt x="109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1" y="9"/>
                  <a:pt x="111" y="9"/>
                </a:cubicBezTo>
                <a:cubicBezTo>
                  <a:pt x="112" y="8"/>
                  <a:pt x="112" y="8"/>
                  <a:pt x="113" y="7"/>
                </a:cubicBezTo>
                <a:cubicBezTo>
                  <a:pt x="113" y="7"/>
                  <a:pt x="113" y="7"/>
                  <a:pt x="113" y="7"/>
                </a:cubicBezTo>
                <a:cubicBezTo>
                  <a:pt x="113" y="7"/>
                  <a:pt x="113" y="7"/>
                  <a:pt x="114" y="8"/>
                </a:cubicBezTo>
                <a:cubicBezTo>
                  <a:pt x="114" y="8"/>
                  <a:pt x="114" y="8"/>
                  <a:pt x="114" y="8"/>
                </a:cubicBezTo>
                <a:cubicBezTo>
                  <a:pt x="114" y="8"/>
                  <a:pt x="114" y="8"/>
                  <a:pt x="113" y="8"/>
                </a:cubicBezTo>
                <a:cubicBezTo>
                  <a:pt x="113" y="8"/>
                  <a:pt x="113" y="9"/>
                  <a:pt x="113" y="9"/>
                </a:cubicBezTo>
                <a:cubicBezTo>
                  <a:pt x="112" y="9"/>
                  <a:pt x="112" y="9"/>
                  <a:pt x="111" y="10"/>
                </a:cubicBezTo>
                <a:cubicBezTo>
                  <a:pt x="111" y="10"/>
                  <a:pt x="111" y="10"/>
                  <a:pt x="111" y="10"/>
                </a:cubicBezTo>
                <a:cubicBezTo>
                  <a:pt x="111" y="10"/>
                  <a:pt x="111" y="10"/>
                  <a:pt x="111" y="10"/>
                </a:cubicBezTo>
                <a:cubicBezTo>
                  <a:pt x="111" y="11"/>
                  <a:pt x="111" y="11"/>
                  <a:pt x="112" y="11"/>
                </a:cubicBezTo>
                <a:cubicBezTo>
                  <a:pt x="112" y="12"/>
                  <a:pt x="113" y="12"/>
                  <a:pt x="113" y="12"/>
                </a:cubicBezTo>
                <a:cubicBezTo>
                  <a:pt x="114" y="13"/>
                  <a:pt x="114" y="13"/>
                  <a:pt x="115" y="13"/>
                </a:cubicBezTo>
                <a:cubicBezTo>
                  <a:pt x="117" y="14"/>
                  <a:pt x="118" y="14"/>
                  <a:pt x="118" y="15"/>
                </a:cubicBezTo>
                <a:close/>
                <a:moveTo>
                  <a:pt x="113" y="3"/>
                </a:moveTo>
                <a:cubicBezTo>
                  <a:pt x="113" y="3"/>
                  <a:pt x="113" y="3"/>
                  <a:pt x="113" y="3"/>
                </a:cubicBezTo>
                <a:cubicBezTo>
                  <a:pt x="113" y="3"/>
                  <a:pt x="113" y="3"/>
                  <a:pt x="114" y="3"/>
                </a:cubicBezTo>
                <a:cubicBezTo>
                  <a:pt x="114" y="4"/>
                  <a:pt x="114" y="4"/>
                  <a:pt x="114" y="4"/>
                </a:cubicBezTo>
                <a:cubicBezTo>
                  <a:pt x="115" y="4"/>
                  <a:pt x="115" y="5"/>
                  <a:pt x="115" y="5"/>
                </a:cubicBezTo>
                <a:cubicBezTo>
                  <a:pt x="115" y="5"/>
                  <a:pt x="115" y="5"/>
                  <a:pt x="114" y="5"/>
                </a:cubicBezTo>
                <a:cubicBezTo>
                  <a:pt x="114" y="5"/>
                  <a:pt x="114" y="5"/>
                  <a:pt x="113" y="5"/>
                </a:cubicBezTo>
                <a:cubicBezTo>
                  <a:pt x="113" y="5"/>
                  <a:pt x="113" y="5"/>
                  <a:pt x="113" y="5"/>
                </a:cubicBezTo>
                <a:cubicBezTo>
                  <a:pt x="112" y="5"/>
                  <a:pt x="112" y="5"/>
                  <a:pt x="112" y="4"/>
                </a:cubicBezTo>
                <a:cubicBezTo>
                  <a:pt x="112" y="4"/>
                  <a:pt x="112" y="4"/>
                  <a:pt x="112" y="4"/>
                </a:cubicBezTo>
                <a:cubicBezTo>
                  <a:pt x="112" y="4"/>
                  <a:pt x="112" y="3"/>
                  <a:pt x="112" y="3"/>
                </a:cubicBezTo>
                <a:cubicBezTo>
                  <a:pt x="112" y="3"/>
                  <a:pt x="113" y="3"/>
                  <a:pt x="113" y="3"/>
                </a:cubicBezTo>
                <a:close/>
                <a:moveTo>
                  <a:pt x="105" y="9"/>
                </a:moveTo>
                <a:cubicBezTo>
                  <a:pt x="105" y="9"/>
                  <a:pt x="105" y="9"/>
                  <a:pt x="105" y="9"/>
                </a:cubicBezTo>
                <a:cubicBezTo>
                  <a:pt x="105" y="9"/>
                  <a:pt x="105" y="9"/>
                  <a:pt x="106" y="9"/>
                </a:cubicBezTo>
                <a:cubicBezTo>
                  <a:pt x="106" y="10"/>
                  <a:pt x="107" y="10"/>
                  <a:pt x="107" y="10"/>
                </a:cubicBezTo>
                <a:cubicBezTo>
                  <a:pt x="107" y="11"/>
                  <a:pt x="106" y="11"/>
                  <a:pt x="106" y="11"/>
                </a:cubicBezTo>
                <a:cubicBezTo>
                  <a:pt x="105" y="11"/>
                  <a:pt x="105" y="11"/>
                  <a:pt x="105" y="11"/>
                </a:cubicBezTo>
                <a:cubicBezTo>
                  <a:pt x="105" y="11"/>
                  <a:pt x="104" y="11"/>
                  <a:pt x="104" y="10"/>
                </a:cubicBezTo>
                <a:cubicBezTo>
                  <a:pt x="104" y="10"/>
                  <a:pt x="104" y="10"/>
                  <a:pt x="104" y="10"/>
                </a:cubicBezTo>
                <a:cubicBezTo>
                  <a:pt x="104" y="9"/>
                  <a:pt x="104" y="9"/>
                  <a:pt x="104" y="9"/>
                </a:cubicBezTo>
                <a:cubicBezTo>
                  <a:pt x="104" y="9"/>
                  <a:pt x="105" y="9"/>
                  <a:pt x="105" y="9"/>
                </a:cubicBezTo>
                <a:close/>
                <a:moveTo>
                  <a:pt x="108" y="11"/>
                </a:moveTo>
                <a:cubicBezTo>
                  <a:pt x="108" y="11"/>
                  <a:pt x="107" y="11"/>
                  <a:pt x="107" y="11"/>
                </a:cubicBezTo>
                <a:cubicBezTo>
                  <a:pt x="107" y="12"/>
                  <a:pt x="107" y="12"/>
                  <a:pt x="107" y="12"/>
                </a:cubicBezTo>
                <a:cubicBezTo>
                  <a:pt x="106" y="12"/>
                  <a:pt x="106" y="12"/>
                  <a:pt x="106" y="13"/>
                </a:cubicBezTo>
                <a:cubicBezTo>
                  <a:pt x="106" y="13"/>
                  <a:pt x="105" y="14"/>
                  <a:pt x="104" y="14"/>
                </a:cubicBezTo>
                <a:cubicBezTo>
                  <a:pt x="104" y="14"/>
                  <a:pt x="104" y="14"/>
                  <a:pt x="104" y="15"/>
                </a:cubicBezTo>
                <a:cubicBezTo>
                  <a:pt x="104" y="15"/>
                  <a:pt x="104" y="15"/>
                  <a:pt x="104" y="15"/>
                </a:cubicBezTo>
                <a:cubicBezTo>
                  <a:pt x="103" y="15"/>
                  <a:pt x="103" y="15"/>
                  <a:pt x="103" y="15"/>
                </a:cubicBezTo>
                <a:cubicBezTo>
                  <a:pt x="103" y="15"/>
                  <a:pt x="103" y="15"/>
                  <a:pt x="103" y="15"/>
                </a:cubicBezTo>
                <a:cubicBezTo>
                  <a:pt x="102" y="14"/>
                  <a:pt x="102" y="14"/>
                  <a:pt x="102" y="14"/>
                </a:cubicBezTo>
                <a:cubicBezTo>
                  <a:pt x="102" y="14"/>
                  <a:pt x="102" y="14"/>
                  <a:pt x="103" y="14"/>
                </a:cubicBezTo>
                <a:cubicBezTo>
                  <a:pt x="103" y="13"/>
                  <a:pt x="104" y="13"/>
                  <a:pt x="104" y="13"/>
                </a:cubicBezTo>
                <a:cubicBezTo>
                  <a:pt x="105" y="12"/>
                  <a:pt x="106" y="11"/>
                  <a:pt x="107" y="11"/>
                </a:cubicBezTo>
                <a:cubicBezTo>
                  <a:pt x="107" y="11"/>
                  <a:pt x="107" y="11"/>
                  <a:pt x="107" y="11"/>
                </a:cubicBezTo>
                <a:cubicBezTo>
                  <a:pt x="107" y="11"/>
                  <a:pt x="108" y="11"/>
                  <a:pt x="108" y="11"/>
                </a:cubicBezTo>
                <a:close/>
                <a:moveTo>
                  <a:pt x="127" y="13"/>
                </a:moveTo>
                <a:cubicBezTo>
                  <a:pt x="127" y="13"/>
                  <a:pt x="127" y="13"/>
                  <a:pt x="127" y="14"/>
                </a:cubicBezTo>
                <a:cubicBezTo>
                  <a:pt x="127" y="14"/>
                  <a:pt x="127" y="14"/>
                  <a:pt x="128" y="14"/>
                </a:cubicBezTo>
                <a:cubicBezTo>
                  <a:pt x="128" y="14"/>
                  <a:pt x="129" y="15"/>
                  <a:pt x="129" y="15"/>
                </a:cubicBezTo>
                <a:cubicBezTo>
                  <a:pt x="130" y="15"/>
                  <a:pt x="130" y="15"/>
                  <a:pt x="131" y="15"/>
                </a:cubicBezTo>
                <a:cubicBezTo>
                  <a:pt x="131" y="16"/>
                  <a:pt x="132" y="16"/>
                  <a:pt x="134" y="16"/>
                </a:cubicBezTo>
                <a:cubicBezTo>
                  <a:pt x="135" y="17"/>
                  <a:pt x="135" y="17"/>
                  <a:pt x="135" y="17"/>
                </a:cubicBezTo>
                <a:cubicBezTo>
                  <a:pt x="135" y="17"/>
                  <a:pt x="135" y="17"/>
                  <a:pt x="135" y="17"/>
                </a:cubicBezTo>
                <a:cubicBezTo>
                  <a:pt x="134" y="18"/>
                  <a:pt x="134" y="18"/>
                  <a:pt x="133" y="18"/>
                </a:cubicBezTo>
                <a:cubicBezTo>
                  <a:pt x="133" y="18"/>
                  <a:pt x="132" y="18"/>
                  <a:pt x="131" y="18"/>
                </a:cubicBezTo>
                <a:cubicBezTo>
                  <a:pt x="131" y="18"/>
                  <a:pt x="130" y="17"/>
                  <a:pt x="130" y="17"/>
                </a:cubicBezTo>
                <a:cubicBezTo>
                  <a:pt x="130" y="17"/>
                  <a:pt x="129" y="17"/>
                  <a:pt x="129" y="17"/>
                </a:cubicBezTo>
                <a:cubicBezTo>
                  <a:pt x="129" y="17"/>
                  <a:pt x="129" y="17"/>
                  <a:pt x="129" y="17"/>
                </a:cubicBezTo>
                <a:cubicBezTo>
                  <a:pt x="129" y="16"/>
                  <a:pt x="129" y="16"/>
                  <a:pt x="129" y="16"/>
                </a:cubicBezTo>
                <a:cubicBezTo>
                  <a:pt x="128" y="15"/>
                  <a:pt x="128" y="15"/>
                  <a:pt x="127" y="15"/>
                </a:cubicBezTo>
                <a:cubicBezTo>
                  <a:pt x="126" y="15"/>
                  <a:pt x="126" y="14"/>
                  <a:pt x="126" y="14"/>
                </a:cubicBezTo>
                <a:cubicBezTo>
                  <a:pt x="125" y="14"/>
                  <a:pt x="125" y="14"/>
                  <a:pt x="124" y="14"/>
                </a:cubicBezTo>
                <a:cubicBezTo>
                  <a:pt x="124" y="13"/>
                  <a:pt x="123" y="13"/>
                  <a:pt x="123" y="13"/>
                </a:cubicBezTo>
                <a:cubicBezTo>
                  <a:pt x="123" y="13"/>
                  <a:pt x="123" y="13"/>
                  <a:pt x="123" y="14"/>
                </a:cubicBezTo>
                <a:cubicBezTo>
                  <a:pt x="123" y="14"/>
                  <a:pt x="122" y="14"/>
                  <a:pt x="122" y="14"/>
                </a:cubicBezTo>
                <a:cubicBezTo>
                  <a:pt x="122" y="14"/>
                  <a:pt x="122" y="15"/>
                  <a:pt x="122" y="15"/>
                </a:cubicBezTo>
                <a:cubicBezTo>
                  <a:pt x="122" y="15"/>
                  <a:pt x="122" y="15"/>
                  <a:pt x="122" y="15"/>
                </a:cubicBezTo>
                <a:cubicBezTo>
                  <a:pt x="121" y="15"/>
                  <a:pt x="121" y="15"/>
                  <a:pt x="120" y="15"/>
                </a:cubicBezTo>
                <a:cubicBezTo>
                  <a:pt x="120" y="16"/>
                  <a:pt x="119" y="16"/>
                  <a:pt x="119" y="16"/>
                </a:cubicBezTo>
                <a:cubicBezTo>
                  <a:pt x="119" y="16"/>
                  <a:pt x="119" y="16"/>
                  <a:pt x="118" y="16"/>
                </a:cubicBezTo>
                <a:cubicBezTo>
                  <a:pt x="118" y="15"/>
                  <a:pt x="118" y="15"/>
                  <a:pt x="118" y="15"/>
                </a:cubicBezTo>
                <a:cubicBezTo>
                  <a:pt x="118" y="15"/>
                  <a:pt x="119" y="15"/>
                  <a:pt x="119" y="15"/>
                </a:cubicBezTo>
                <a:cubicBezTo>
                  <a:pt x="120" y="15"/>
                  <a:pt x="120" y="15"/>
                  <a:pt x="121" y="14"/>
                </a:cubicBezTo>
                <a:cubicBezTo>
                  <a:pt x="121" y="14"/>
                  <a:pt x="122" y="13"/>
                  <a:pt x="122" y="12"/>
                </a:cubicBezTo>
                <a:cubicBezTo>
                  <a:pt x="123" y="11"/>
                  <a:pt x="123" y="11"/>
                  <a:pt x="123" y="11"/>
                </a:cubicBezTo>
                <a:cubicBezTo>
                  <a:pt x="123" y="11"/>
                  <a:pt x="123" y="11"/>
                  <a:pt x="123" y="11"/>
                </a:cubicBezTo>
                <a:cubicBezTo>
                  <a:pt x="123" y="10"/>
                  <a:pt x="123" y="10"/>
                  <a:pt x="123" y="10"/>
                </a:cubicBezTo>
                <a:cubicBezTo>
                  <a:pt x="122" y="10"/>
                  <a:pt x="122" y="11"/>
                  <a:pt x="122" y="11"/>
                </a:cubicBezTo>
                <a:cubicBezTo>
                  <a:pt x="122" y="11"/>
                  <a:pt x="121" y="11"/>
                  <a:pt x="121" y="11"/>
                </a:cubicBezTo>
                <a:cubicBezTo>
                  <a:pt x="120" y="11"/>
                  <a:pt x="120" y="11"/>
                  <a:pt x="120" y="11"/>
                </a:cubicBezTo>
                <a:cubicBezTo>
                  <a:pt x="120" y="11"/>
                  <a:pt x="119" y="11"/>
                  <a:pt x="119" y="11"/>
                </a:cubicBezTo>
                <a:cubicBezTo>
                  <a:pt x="119" y="11"/>
                  <a:pt x="119" y="11"/>
                  <a:pt x="119" y="11"/>
                </a:cubicBezTo>
                <a:cubicBezTo>
                  <a:pt x="119" y="11"/>
                  <a:pt x="119" y="11"/>
                  <a:pt x="119" y="10"/>
                </a:cubicBezTo>
                <a:cubicBezTo>
                  <a:pt x="119" y="10"/>
                  <a:pt x="119" y="10"/>
                  <a:pt x="119" y="10"/>
                </a:cubicBezTo>
                <a:cubicBezTo>
                  <a:pt x="120" y="10"/>
                  <a:pt x="121" y="10"/>
                  <a:pt x="123" y="9"/>
                </a:cubicBezTo>
                <a:cubicBezTo>
                  <a:pt x="124" y="9"/>
                  <a:pt x="126" y="8"/>
                  <a:pt x="127" y="8"/>
                </a:cubicBezTo>
                <a:cubicBezTo>
                  <a:pt x="127" y="8"/>
                  <a:pt x="127" y="8"/>
                  <a:pt x="127" y="8"/>
                </a:cubicBezTo>
                <a:cubicBezTo>
                  <a:pt x="127" y="8"/>
                  <a:pt x="127" y="8"/>
                  <a:pt x="127" y="8"/>
                </a:cubicBezTo>
                <a:cubicBezTo>
                  <a:pt x="126" y="7"/>
                  <a:pt x="126" y="7"/>
                  <a:pt x="126" y="7"/>
                </a:cubicBezTo>
                <a:cubicBezTo>
                  <a:pt x="126" y="7"/>
                  <a:pt x="126" y="7"/>
                  <a:pt x="125" y="7"/>
                </a:cubicBezTo>
                <a:cubicBezTo>
                  <a:pt x="125" y="8"/>
                  <a:pt x="125" y="8"/>
                  <a:pt x="125" y="8"/>
                </a:cubicBezTo>
                <a:cubicBezTo>
                  <a:pt x="125" y="8"/>
                  <a:pt x="124" y="8"/>
                  <a:pt x="124" y="8"/>
                </a:cubicBezTo>
                <a:cubicBezTo>
                  <a:pt x="124" y="8"/>
                  <a:pt x="124" y="8"/>
                  <a:pt x="123" y="7"/>
                </a:cubicBezTo>
                <a:cubicBezTo>
                  <a:pt x="123" y="7"/>
                  <a:pt x="123" y="7"/>
                  <a:pt x="123" y="6"/>
                </a:cubicBezTo>
                <a:cubicBezTo>
                  <a:pt x="123" y="5"/>
                  <a:pt x="123" y="4"/>
                  <a:pt x="123" y="3"/>
                </a:cubicBezTo>
                <a:cubicBezTo>
                  <a:pt x="123" y="3"/>
                  <a:pt x="123" y="2"/>
                  <a:pt x="124" y="2"/>
                </a:cubicBezTo>
                <a:cubicBezTo>
                  <a:pt x="124" y="2"/>
                  <a:pt x="124" y="2"/>
                  <a:pt x="125" y="2"/>
                </a:cubicBezTo>
                <a:cubicBezTo>
                  <a:pt x="126" y="2"/>
                  <a:pt x="127" y="2"/>
                  <a:pt x="128" y="2"/>
                </a:cubicBezTo>
                <a:cubicBezTo>
                  <a:pt x="128" y="2"/>
                  <a:pt x="129" y="2"/>
                  <a:pt x="129" y="2"/>
                </a:cubicBezTo>
                <a:cubicBezTo>
                  <a:pt x="129" y="2"/>
                  <a:pt x="130" y="2"/>
                  <a:pt x="130" y="2"/>
                </a:cubicBezTo>
                <a:cubicBezTo>
                  <a:pt x="130" y="2"/>
                  <a:pt x="130" y="2"/>
                  <a:pt x="129" y="3"/>
                </a:cubicBezTo>
                <a:cubicBezTo>
                  <a:pt x="129" y="3"/>
                  <a:pt x="129" y="3"/>
                  <a:pt x="129" y="3"/>
                </a:cubicBezTo>
                <a:cubicBezTo>
                  <a:pt x="129" y="4"/>
                  <a:pt x="129" y="4"/>
                  <a:pt x="129" y="4"/>
                </a:cubicBezTo>
                <a:lnTo>
                  <a:pt x="129" y="6"/>
                </a:lnTo>
                <a:cubicBezTo>
                  <a:pt x="129" y="7"/>
                  <a:pt x="129" y="7"/>
                  <a:pt x="129" y="7"/>
                </a:cubicBezTo>
                <a:cubicBezTo>
                  <a:pt x="129" y="8"/>
                  <a:pt x="129" y="8"/>
                  <a:pt x="129" y="8"/>
                </a:cubicBezTo>
                <a:cubicBezTo>
                  <a:pt x="129" y="8"/>
                  <a:pt x="129" y="8"/>
                  <a:pt x="129" y="8"/>
                </a:cubicBezTo>
                <a:cubicBezTo>
                  <a:pt x="129" y="8"/>
                  <a:pt x="130" y="8"/>
                  <a:pt x="130" y="8"/>
                </a:cubicBezTo>
                <a:cubicBezTo>
                  <a:pt x="130" y="8"/>
                  <a:pt x="130" y="8"/>
                  <a:pt x="131" y="8"/>
                </a:cubicBezTo>
                <a:cubicBezTo>
                  <a:pt x="131" y="8"/>
                  <a:pt x="131" y="8"/>
                  <a:pt x="131" y="8"/>
                </a:cubicBezTo>
                <a:cubicBezTo>
                  <a:pt x="131" y="8"/>
                  <a:pt x="131" y="8"/>
                  <a:pt x="131" y="9"/>
                </a:cubicBezTo>
                <a:cubicBezTo>
                  <a:pt x="131" y="9"/>
                  <a:pt x="131" y="9"/>
                  <a:pt x="131" y="9"/>
                </a:cubicBezTo>
                <a:cubicBezTo>
                  <a:pt x="131" y="9"/>
                  <a:pt x="131" y="10"/>
                  <a:pt x="131" y="10"/>
                </a:cubicBezTo>
                <a:cubicBezTo>
                  <a:pt x="130" y="10"/>
                  <a:pt x="130" y="10"/>
                  <a:pt x="129" y="10"/>
                </a:cubicBezTo>
                <a:cubicBezTo>
                  <a:pt x="128" y="10"/>
                  <a:pt x="128" y="10"/>
                  <a:pt x="127" y="10"/>
                </a:cubicBezTo>
                <a:cubicBezTo>
                  <a:pt x="127" y="10"/>
                  <a:pt x="127" y="10"/>
                  <a:pt x="127" y="10"/>
                </a:cubicBezTo>
                <a:cubicBezTo>
                  <a:pt x="127" y="10"/>
                  <a:pt x="127" y="10"/>
                  <a:pt x="127" y="10"/>
                </a:cubicBezTo>
                <a:cubicBezTo>
                  <a:pt x="127" y="10"/>
                  <a:pt x="127" y="11"/>
                  <a:pt x="127" y="11"/>
                </a:cubicBezTo>
                <a:cubicBezTo>
                  <a:pt x="127" y="11"/>
                  <a:pt x="127" y="11"/>
                  <a:pt x="128" y="11"/>
                </a:cubicBezTo>
                <a:cubicBezTo>
                  <a:pt x="128" y="11"/>
                  <a:pt x="128" y="11"/>
                  <a:pt x="128" y="11"/>
                </a:cubicBezTo>
                <a:cubicBezTo>
                  <a:pt x="128" y="10"/>
                  <a:pt x="129" y="10"/>
                  <a:pt x="129" y="10"/>
                </a:cubicBezTo>
                <a:cubicBezTo>
                  <a:pt x="129" y="10"/>
                  <a:pt x="129" y="11"/>
                  <a:pt x="129" y="11"/>
                </a:cubicBezTo>
                <a:cubicBezTo>
                  <a:pt x="129" y="11"/>
                  <a:pt x="129" y="11"/>
                  <a:pt x="129" y="11"/>
                </a:cubicBezTo>
                <a:cubicBezTo>
                  <a:pt x="129" y="11"/>
                  <a:pt x="129" y="12"/>
                  <a:pt x="129" y="12"/>
                </a:cubicBezTo>
                <a:cubicBezTo>
                  <a:pt x="129" y="12"/>
                  <a:pt x="129" y="12"/>
                  <a:pt x="128" y="12"/>
                </a:cubicBezTo>
                <a:cubicBezTo>
                  <a:pt x="128" y="12"/>
                  <a:pt x="128" y="12"/>
                  <a:pt x="127" y="12"/>
                </a:cubicBezTo>
                <a:cubicBezTo>
                  <a:pt x="127" y="12"/>
                  <a:pt x="127" y="12"/>
                  <a:pt x="127" y="12"/>
                </a:cubicBezTo>
                <a:cubicBezTo>
                  <a:pt x="127" y="12"/>
                  <a:pt x="127" y="13"/>
                  <a:pt x="127" y="13"/>
                </a:cubicBezTo>
                <a:cubicBezTo>
                  <a:pt x="127" y="13"/>
                  <a:pt x="127" y="13"/>
                  <a:pt x="127" y="13"/>
                </a:cubicBezTo>
                <a:close/>
                <a:moveTo>
                  <a:pt x="148" y="11"/>
                </a:moveTo>
                <a:cubicBezTo>
                  <a:pt x="148" y="12"/>
                  <a:pt x="148" y="13"/>
                  <a:pt x="148" y="14"/>
                </a:cubicBezTo>
                <a:cubicBezTo>
                  <a:pt x="148" y="15"/>
                  <a:pt x="148" y="15"/>
                  <a:pt x="148" y="16"/>
                </a:cubicBezTo>
                <a:cubicBezTo>
                  <a:pt x="148" y="16"/>
                  <a:pt x="148" y="16"/>
                  <a:pt x="148" y="17"/>
                </a:cubicBezTo>
                <a:cubicBezTo>
                  <a:pt x="148" y="17"/>
                  <a:pt x="148" y="17"/>
                  <a:pt x="148" y="17"/>
                </a:cubicBezTo>
                <a:cubicBezTo>
                  <a:pt x="148" y="18"/>
                  <a:pt x="148" y="18"/>
                  <a:pt x="148" y="18"/>
                </a:cubicBezTo>
                <a:cubicBezTo>
                  <a:pt x="148" y="18"/>
                  <a:pt x="147" y="18"/>
                  <a:pt x="146" y="17"/>
                </a:cubicBezTo>
                <a:cubicBezTo>
                  <a:pt x="145" y="17"/>
                  <a:pt x="144" y="16"/>
                  <a:pt x="144" y="16"/>
                </a:cubicBezTo>
                <a:cubicBezTo>
                  <a:pt x="143" y="16"/>
                  <a:pt x="143" y="15"/>
                  <a:pt x="143" y="15"/>
                </a:cubicBezTo>
                <a:cubicBezTo>
                  <a:pt x="143" y="15"/>
                  <a:pt x="143" y="15"/>
                  <a:pt x="143" y="15"/>
                </a:cubicBezTo>
                <a:cubicBezTo>
                  <a:pt x="143" y="15"/>
                  <a:pt x="143" y="15"/>
                  <a:pt x="143" y="15"/>
                </a:cubicBezTo>
                <a:cubicBezTo>
                  <a:pt x="144" y="16"/>
                  <a:pt x="145" y="16"/>
                  <a:pt x="146" y="16"/>
                </a:cubicBezTo>
                <a:cubicBezTo>
                  <a:pt x="146" y="16"/>
                  <a:pt x="147" y="16"/>
                  <a:pt x="147" y="16"/>
                </a:cubicBezTo>
                <a:cubicBezTo>
                  <a:pt x="147" y="16"/>
                  <a:pt x="147" y="15"/>
                  <a:pt x="147" y="15"/>
                </a:cubicBezTo>
                <a:cubicBezTo>
                  <a:pt x="147" y="14"/>
                  <a:pt x="147" y="14"/>
                  <a:pt x="147" y="12"/>
                </a:cubicBezTo>
                <a:cubicBezTo>
                  <a:pt x="147" y="11"/>
                  <a:pt x="146" y="9"/>
                  <a:pt x="146" y="8"/>
                </a:cubicBezTo>
                <a:lnTo>
                  <a:pt x="146" y="5"/>
                </a:lnTo>
                <a:lnTo>
                  <a:pt x="146" y="3"/>
                </a:lnTo>
                <a:cubicBezTo>
                  <a:pt x="146" y="3"/>
                  <a:pt x="147" y="3"/>
                  <a:pt x="147" y="3"/>
                </a:cubicBezTo>
                <a:cubicBezTo>
                  <a:pt x="147" y="3"/>
                  <a:pt x="147" y="3"/>
                  <a:pt x="148" y="3"/>
                </a:cubicBezTo>
                <a:cubicBezTo>
                  <a:pt x="148" y="3"/>
                  <a:pt x="148" y="3"/>
                  <a:pt x="148" y="3"/>
                </a:cubicBezTo>
                <a:cubicBezTo>
                  <a:pt x="148" y="4"/>
                  <a:pt x="148" y="4"/>
                  <a:pt x="148" y="4"/>
                </a:cubicBezTo>
                <a:cubicBezTo>
                  <a:pt x="148" y="4"/>
                  <a:pt x="148" y="5"/>
                  <a:pt x="148" y="6"/>
                </a:cubicBezTo>
                <a:cubicBezTo>
                  <a:pt x="148" y="6"/>
                  <a:pt x="148" y="6"/>
                  <a:pt x="148" y="7"/>
                </a:cubicBezTo>
                <a:cubicBezTo>
                  <a:pt x="148" y="9"/>
                  <a:pt x="148" y="9"/>
                  <a:pt x="148" y="10"/>
                </a:cubicBezTo>
                <a:lnTo>
                  <a:pt x="148" y="11"/>
                </a:lnTo>
                <a:close/>
                <a:moveTo>
                  <a:pt x="143" y="7"/>
                </a:moveTo>
                <a:cubicBezTo>
                  <a:pt x="143" y="7"/>
                  <a:pt x="143" y="7"/>
                  <a:pt x="142" y="7"/>
                </a:cubicBezTo>
                <a:cubicBezTo>
                  <a:pt x="142" y="7"/>
                  <a:pt x="142" y="7"/>
                  <a:pt x="141" y="7"/>
                </a:cubicBezTo>
                <a:cubicBezTo>
                  <a:pt x="141" y="7"/>
                  <a:pt x="141" y="7"/>
                  <a:pt x="141" y="7"/>
                </a:cubicBezTo>
                <a:cubicBezTo>
                  <a:pt x="141" y="7"/>
                  <a:pt x="141" y="7"/>
                  <a:pt x="140" y="7"/>
                </a:cubicBezTo>
                <a:cubicBezTo>
                  <a:pt x="140" y="7"/>
                  <a:pt x="140" y="6"/>
                  <a:pt x="140" y="6"/>
                </a:cubicBezTo>
                <a:cubicBezTo>
                  <a:pt x="140" y="6"/>
                  <a:pt x="140" y="7"/>
                  <a:pt x="140" y="7"/>
                </a:cubicBezTo>
                <a:cubicBezTo>
                  <a:pt x="139" y="7"/>
                  <a:pt x="139" y="7"/>
                  <a:pt x="139" y="7"/>
                </a:cubicBezTo>
                <a:cubicBezTo>
                  <a:pt x="138" y="8"/>
                  <a:pt x="138" y="8"/>
                  <a:pt x="138" y="9"/>
                </a:cubicBezTo>
                <a:cubicBezTo>
                  <a:pt x="138" y="9"/>
                  <a:pt x="137" y="9"/>
                  <a:pt x="137" y="10"/>
                </a:cubicBezTo>
                <a:cubicBezTo>
                  <a:pt x="137" y="10"/>
                  <a:pt x="138" y="10"/>
                  <a:pt x="138" y="10"/>
                </a:cubicBezTo>
                <a:cubicBezTo>
                  <a:pt x="138" y="10"/>
                  <a:pt x="138" y="10"/>
                  <a:pt x="138" y="10"/>
                </a:cubicBezTo>
                <a:cubicBezTo>
                  <a:pt x="139" y="9"/>
                  <a:pt x="140" y="9"/>
                  <a:pt x="141" y="9"/>
                </a:cubicBezTo>
                <a:cubicBezTo>
                  <a:pt x="141" y="9"/>
                  <a:pt x="141" y="9"/>
                  <a:pt x="141" y="9"/>
                </a:cubicBezTo>
                <a:cubicBezTo>
                  <a:pt x="142" y="9"/>
                  <a:pt x="142" y="9"/>
                  <a:pt x="142" y="9"/>
                </a:cubicBezTo>
                <a:cubicBezTo>
                  <a:pt x="142" y="9"/>
                  <a:pt x="142" y="9"/>
                  <a:pt x="142" y="9"/>
                </a:cubicBezTo>
                <a:cubicBezTo>
                  <a:pt x="142" y="10"/>
                  <a:pt x="142" y="10"/>
                  <a:pt x="142" y="10"/>
                </a:cubicBezTo>
                <a:cubicBezTo>
                  <a:pt x="142" y="11"/>
                  <a:pt x="141" y="11"/>
                  <a:pt x="141" y="12"/>
                </a:cubicBezTo>
                <a:cubicBezTo>
                  <a:pt x="141" y="12"/>
                  <a:pt x="141" y="13"/>
                  <a:pt x="141" y="13"/>
                </a:cubicBezTo>
                <a:cubicBezTo>
                  <a:pt x="141" y="13"/>
                  <a:pt x="140" y="13"/>
                  <a:pt x="140" y="13"/>
                </a:cubicBezTo>
                <a:cubicBezTo>
                  <a:pt x="140" y="13"/>
                  <a:pt x="139" y="13"/>
                  <a:pt x="139" y="13"/>
                </a:cubicBezTo>
                <a:cubicBezTo>
                  <a:pt x="139" y="13"/>
                  <a:pt x="139" y="13"/>
                  <a:pt x="139" y="13"/>
                </a:cubicBezTo>
                <a:cubicBezTo>
                  <a:pt x="139" y="13"/>
                  <a:pt x="139" y="13"/>
                  <a:pt x="139" y="13"/>
                </a:cubicBezTo>
                <a:cubicBezTo>
                  <a:pt x="139" y="13"/>
                  <a:pt x="139" y="13"/>
                  <a:pt x="139" y="14"/>
                </a:cubicBezTo>
                <a:cubicBezTo>
                  <a:pt x="138" y="14"/>
                  <a:pt x="138" y="14"/>
                  <a:pt x="138" y="15"/>
                </a:cubicBezTo>
                <a:cubicBezTo>
                  <a:pt x="138" y="15"/>
                  <a:pt x="138" y="15"/>
                  <a:pt x="139" y="15"/>
                </a:cubicBezTo>
                <a:cubicBezTo>
                  <a:pt x="139" y="15"/>
                  <a:pt x="139" y="15"/>
                  <a:pt x="139" y="15"/>
                </a:cubicBezTo>
                <a:cubicBezTo>
                  <a:pt x="139" y="15"/>
                  <a:pt x="140" y="15"/>
                  <a:pt x="140" y="15"/>
                </a:cubicBezTo>
                <a:cubicBezTo>
                  <a:pt x="140" y="15"/>
                  <a:pt x="140" y="15"/>
                  <a:pt x="141" y="15"/>
                </a:cubicBezTo>
                <a:cubicBezTo>
                  <a:pt x="141" y="15"/>
                  <a:pt x="141" y="14"/>
                  <a:pt x="141" y="14"/>
                </a:cubicBezTo>
                <a:cubicBezTo>
                  <a:pt x="141" y="14"/>
                  <a:pt x="141" y="13"/>
                  <a:pt x="141" y="13"/>
                </a:cubicBezTo>
                <a:cubicBezTo>
                  <a:pt x="141" y="13"/>
                  <a:pt x="141" y="14"/>
                  <a:pt x="142" y="14"/>
                </a:cubicBezTo>
                <a:cubicBezTo>
                  <a:pt x="142" y="15"/>
                  <a:pt x="142" y="15"/>
                  <a:pt x="142" y="16"/>
                </a:cubicBezTo>
                <a:cubicBezTo>
                  <a:pt x="142" y="16"/>
                  <a:pt x="142" y="16"/>
                  <a:pt x="141" y="16"/>
                </a:cubicBezTo>
                <a:cubicBezTo>
                  <a:pt x="141" y="16"/>
                  <a:pt x="141" y="16"/>
                  <a:pt x="141" y="16"/>
                </a:cubicBezTo>
                <a:cubicBezTo>
                  <a:pt x="140" y="16"/>
                  <a:pt x="140" y="16"/>
                  <a:pt x="139" y="16"/>
                </a:cubicBezTo>
                <a:cubicBezTo>
                  <a:pt x="139" y="16"/>
                  <a:pt x="138" y="16"/>
                  <a:pt x="138" y="16"/>
                </a:cubicBezTo>
                <a:cubicBezTo>
                  <a:pt x="138" y="16"/>
                  <a:pt x="137" y="15"/>
                  <a:pt x="137" y="14"/>
                </a:cubicBezTo>
                <a:cubicBezTo>
                  <a:pt x="137" y="14"/>
                  <a:pt x="138" y="13"/>
                  <a:pt x="138" y="13"/>
                </a:cubicBezTo>
                <a:cubicBezTo>
                  <a:pt x="138" y="12"/>
                  <a:pt x="138" y="12"/>
                  <a:pt x="138" y="11"/>
                </a:cubicBezTo>
                <a:cubicBezTo>
                  <a:pt x="138" y="11"/>
                  <a:pt x="138" y="11"/>
                  <a:pt x="138" y="11"/>
                </a:cubicBezTo>
                <a:cubicBezTo>
                  <a:pt x="138" y="11"/>
                  <a:pt x="139" y="11"/>
                  <a:pt x="139" y="11"/>
                </a:cubicBezTo>
                <a:cubicBezTo>
                  <a:pt x="139" y="11"/>
                  <a:pt x="139" y="11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40" y="12"/>
                  <a:pt x="140" y="12"/>
                  <a:pt x="140" y="11"/>
                </a:cubicBezTo>
                <a:cubicBezTo>
                  <a:pt x="140" y="11"/>
                  <a:pt x="140" y="11"/>
                  <a:pt x="140" y="10"/>
                </a:cubicBezTo>
                <a:cubicBezTo>
                  <a:pt x="140" y="10"/>
                  <a:pt x="140" y="10"/>
                  <a:pt x="140" y="10"/>
                </a:cubicBezTo>
                <a:cubicBezTo>
                  <a:pt x="139" y="10"/>
                  <a:pt x="139" y="10"/>
                  <a:pt x="138" y="11"/>
                </a:cubicBezTo>
                <a:cubicBezTo>
                  <a:pt x="138" y="11"/>
                  <a:pt x="138" y="11"/>
                  <a:pt x="138" y="11"/>
                </a:cubicBezTo>
                <a:cubicBezTo>
                  <a:pt x="138" y="11"/>
                  <a:pt x="138" y="11"/>
                  <a:pt x="137" y="11"/>
                </a:cubicBezTo>
                <a:cubicBezTo>
                  <a:pt x="137" y="11"/>
                  <a:pt x="137" y="11"/>
                  <a:pt x="137" y="11"/>
                </a:cubicBezTo>
                <a:cubicBezTo>
                  <a:pt x="137" y="11"/>
                  <a:pt x="137" y="11"/>
                  <a:pt x="137" y="11"/>
                </a:cubicBezTo>
                <a:cubicBezTo>
                  <a:pt x="137" y="11"/>
                  <a:pt x="137" y="11"/>
                  <a:pt x="136" y="12"/>
                </a:cubicBezTo>
                <a:cubicBezTo>
                  <a:pt x="135" y="12"/>
                  <a:pt x="135" y="12"/>
                  <a:pt x="135" y="12"/>
                </a:cubicBezTo>
                <a:cubicBezTo>
                  <a:pt x="134" y="12"/>
                  <a:pt x="134" y="12"/>
                  <a:pt x="134" y="12"/>
                </a:cubicBezTo>
                <a:cubicBezTo>
                  <a:pt x="134" y="12"/>
                  <a:pt x="133" y="12"/>
                  <a:pt x="133" y="12"/>
                </a:cubicBezTo>
                <a:cubicBezTo>
                  <a:pt x="133" y="12"/>
                  <a:pt x="134" y="12"/>
                  <a:pt x="134" y="12"/>
                </a:cubicBezTo>
                <a:cubicBezTo>
                  <a:pt x="134" y="11"/>
                  <a:pt x="135" y="11"/>
                  <a:pt x="135" y="10"/>
                </a:cubicBezTo>
                <a:cubicBezTo>
                  <a:pt x="136" y="10"/>
                  <a:pt x="136" y="9"/>
                  <a:pt x="137" y="8"/>
                </a:cubicBezTo>
                <a:cubicBezTo>
                  <a:pt x="137" y="8"/>
                  <a:pt x="138" y="7"/>
                  <a:pt x="138" y="7"/>
                </a:cubicBezTo>
                <a:cubicBezTo>
                  <a:pt x="138" y="7"/>
                  <a:pt x="138" y="6"/>
                  <a:pt x="139" y="6"/>
                </a:cubicBezTo>
                <a:cubicBezTo>
                  <a:pt x="139" y="5"/>
                  <a:pt x="140" y="4"/>
                  <a:pt x="140" y="4"/>
                </a:cubicBezTo>
                <a:cubicBezTo>
                  <a:pt x="140" y="4"/>
                  <a:pt x="140" y="4"/>
                  <a:pt x="140" y="4"/>
                </a:cubicBezTo>
                <a:cubicBezTo>
                  <a:pt x="140" y="4"/>
                  <a:pt x="141" y="3"/>
                  <a:pt x="141" y="3"/>
                </a:cubicBezTo>
                <a:cubicBezTo>
                  <a:pt x="141" y="3"/>
                  <a:pt x="141" y="4"/>
                  <a:pt x="141" y="4"/>
                </a:cubicBezTo>
                <a:cubicBezTo>
                  <a:pt x="141" y="4"/>
                  <a:pt x="141" y="4"/>
                  <a:pt x="141" y="4"/>
                </a:cubicBezTo>
                <a:cubicBezTo>
                  <a:pt x="141" y="5"/>
                  <a:pt x="141" y="5"/>
                  <a:pt x="141" y="5"/>
                </a:cubicBezTo>
                <a:cubicBezTo>
                  <a:pt x="141" y="5"/>
                  <a:pt x="141" y="5"/>
                  <a:pt x="141" y="6"/>
                </a:cubicBezTo>
                <a:cubicBezTo>
                  <a:pt x="141" y="6"/>
                  <a:pt x="141" y="6"/>
                  <a:pt x="141" y="6"/>
                </a:cubicBezTo>
                <a:cubicBezTo>
                  <a:pt x="141" y="6"/>
                  <a:pt x="141" y="6"/>
                  <a:pt x="142" y="6"/>
                </a:cubicBezTo>
                <a:cubicBezTo>
                  <a:pt x="142" y="6"/>
                  <a:pt x="143" y="6"/>
                  <a:pt x="143" y="7"/>
                </a:cubicBezTo>
                <a:close/>
                <a:moveTo>
                  <a:pt x="145" y="8"/>
                </a:moveTo>
                <a:cubicBezTo>
                  <a:pt x="145" y="8"/>
                  <a:pt x="145" y="8"/>
                  <a:pt x="145" y="8"/>
                </a:cubicBezTo>
                <a:cubicBezTo>
                  <a:pt x="145" y="8"/>
                  <a:pt x="145" y="9"/>
                  <a:pt x="145" y="9"/>
                </a:cubicBezTo>
                <a:cubicBezTo>
                  <a:pt x="145" y="9"/>
                  <a:pt x="145" y="10"/>
                  <a:pt x="145" y="10"/>
                </a:cubicBezTo>
                <a:cubicBezTo>
                  <a:pt x="145" y="11"/>
                  <a:pt x="145" y="11"/>
                  <a:pt x="144" y="11"/>
                </a:cubicBezTo>
                <a:cubicBezTo>
                  <a:pt x="144" y="11"/>
                  <a:pt x="144" y="11"/>
                  <a:pt x="144" y="11"/>
                </a:cubicBezTo>
                <a:cubicBezTo>
                  <a:pt x="144" y="11"/>
                  <a:pt x="143" y="11"/>
                  <a:pt x="143" y="10"/>
                </a:cubicBezTo>
                <a:cubicBezTo>
                  <a:pt x="143" y="9"/>
                  <a:pt x="143" y="9"/>
                  <a:pt x="143" y="9"/>
                </a:cubicBezTo>
                <a:lnTo>
                  <a:pt x="143" y="8"/>
                </a:lnTo>
                <a:cubicBezTo>
                  <a:pt x="143" y="8"/>
                  <a:pt x="143" y="8"/>
                  <a:pt x="144" y="8"/>
                </a:cubicBezTo>
                <a:cubicBezTo>
                  <a:pt x="144" y="8"/>
                  <a:pt x="144" y="8"/>
                  <a:pt x="144" y="8"/>
                </a:cubicBezTo>
                <a:cubicBezTo>
                  <a:pt x="145" y="8"/>
                  <a:pt x="145" y="8"/>
                  <a:pt x="145" y="8"/>
                </a:cubicBezTo>
                <a:cubicBezTo>
                  <a:pt x="145" y="8"/>
                  <a:pt x="145" y="8"/>
                  <a:pt x="145" y="8"/>
                </a:cubicBezTo>
                <a:close/>
                <a:moveTo>
                  <a:pt x="157" y="2"/>
                </a:moveTo>
                <a:cubicBezTo>
                  <a:pt x="157" y="2"/>
                  <a:pt x="158" y="2"/>
                  <a:pt x="158" y="2"/>
                </a:cubicBezTo>
                <a:cubicBezTo>
                  <a:pt x="158" y="2"/>
                  <a:pt x="158" y="2"/>
                  <a:pt x="158" y="3"/>
                </a:cubicBezTo>
                <a:cubicBezTo>
                  <a:pt x="158" y="3"/>
                  <a:pt x="158" y="3"/>
                  <a:pt x="158" y="3"/>
                </a:cubicBezTo>
                <a:cubicBezTo>
                  <a:pt x="158" y="3"/>
                  <a:pt x="158" y="4"/>
                  <a:pt x="158" y="4"/>
                </a:cubicBezTo>
                <a:cubicBezTo>
                  <a:pt x="158" y="4"/>
                  <a:pt x="158" y="4"/>
                  <a:pt x="158" y="4"/>
                </a:cubicBezTo>
                <a:cubicBezTo>
                  <a:pt x="158" y="4"/>
                  <a:pt x="158" y="4"/>
                  <a:pt x="158" y="4"/>
                </a:cubicBezTo>
                <a:cubicBezTo>
                  <a:pt x="158" y="4"/>
                  <a:pt x="157" y="4"/>
                  <a:pt x="157" y="4"/>
                </a:cubicBezTo>
                <a:cubicBezTo>
                  <a:pt x="157" y="4"/>
                  <a:pt x="156" y="4"/>
                  <a:pt x="156" y="3"/>
                </a:cubicBezTo>
                <a:cubicBezTo>
                  <a:pt x="156" y="3"/>
                  <a:pt x="157" y="3"/>
                  <a:pt x="157" y="2"/>
                </a:cubicBezTo>
                <a:cubicBezTo>
                  <a:pt x="157" y="2"/>
                  <a:pt x="157" y="2"/>
                  <a:pt x="157" y="2"/>
                </a:cubicBezTo>
                <a:close/>
                <a:moveTo>
                  <a:pt x="159" y="5"/>
                </a:moveTo>
                <a:cubicBezTo>
                  <a:pt x="159" y="5"/>
                  <a:pt x="159" y="6"/>
                  <a:pt x="159" y="6"/>
                </a:cubicBezTo>
                <a:cubicBezTo>
                  <a:pt x="159" y="6"/>
                  <a:pt x="159" y="6"/>
                  <a:pt x="159" y="6"/>
                </a:cubicBezTo>
                <a:cubicBezTo>
                  <a:pt x="159" y="6"/>
                  <a:pt x="158" y="6"/>
                  <a:pt x="158" y="6"/>
                </a:cubicBezTo>
                <a:cubicBezTo>
                  <a:pt x="158" y="6"/>
                  <a:pt x="158" y="6"/>
                  <a:pt x="159" y="6"/>
                </a:cubicBezTo>
                <a:cubicBezTo>
                  <a:pt x="159" y="6"/>
                  <a:pt x="159" y="7"/>
                  <a:pt x="159" y="7"/>
                </a:cubicBezTo>
                <a:cubicBezTo>
                  <a:pt x="159" y="7"/>
                  <a:pt x="159" y="7"/>
                  <a:pt x="159" y="7"/>
                </a:cubicBezTo>
                <a:cubicBezTo>
                  <a:pt x="159" y="7"/>
                  <a:pt x="159" y="7"/>
                  <a:pt x="159" y="7"/>
                </a:cubicBezTo>
                <a:cubicBezTo>
                  <a:pt x="159" y="8"/>
                  <a:pt x="159" y="8"/>
                  <a:pt x="158" y="8"/>
                </a:cubicBezTo>
                <a:cubicBezTo>
                  <a:pt x="158" y="8"/>
                  <a:pt x="158" y="8"/>
                  <a:pt x="158" y="8"/>
                </a:cubicBezTo>
                <a:cubicBezTo>
                  <a:pt x="158" y="8"/>
                  <a:pt x="158" y="8"/>
                  <a:pt x="159" y="8"/>
                </a:cubicBezTo>
                <a:cubicBezTo>
                  <a:pt x="159" y="8"/>
                  <a:pt x="159" y="8"/>
                  <a:pt x="159" y="8"/>
                </a:cubicBezTo>
                <a:cubicBezTo>
                  <a:pt x="159" y="8"/>
                  <a:pt x="159" y="8"/>
                  <a:pt x="159" y="9"/>
                </a:cubicBezTo>
                <a:cubicBezTo>
                  <a:pt x="159" y="9"/>
                  <a:pt x="159" y="9"/>
                  <a:pt x="159" y="9"/>
                </a:cubicBezTo>
                <a:cubicBezTo>
                  <a:pt x="159" y="9"/>
                  <a:pt x="158" y="9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9" y="10"/>
                  <a:pt x="159" y="10"/>
                </a:cubicBezTo>
                <a:cubicBezTo>
                  <a:pt x="159" y="10"/>
                  <a:pt x="159" y="10"/>
                  <a:pt x="159" y="10"/>
                </a:cubicBezTo>
                <a:cubicBezTo>
                  <a:pt x="159" y="11"/>
                  <a:pt x="159" y="11"/>
                  <a:pt x="159" y="11"/>
                </a:cubicBezTo>
                <a:cubicBezTo>
                  <a:pt x="159" y="11"/>
                  <a:pt x="159" y="11"/>
                  <a:pt x="159" y="11"/>
                </a:cubicBezTo>
                <a:cubicBezTo>
                  <a:pt x="159" y="11"/>
                  <a:pt x="159" y="11"/>
                  <a:pt x="158" y="11"/>
                </a:cubicBezTo>
                <a:cubicBezTo>
                  <a:pt x="158" y="11"/>
                  <a:pt x="157" y="12"/>
                  <a:pt x="157" y="12"/>
                </a:cubicBezTo>
                <a:cubicBezTo>
                  <a:pt x="157" y="12"/>
                  <a:pt x="157" y="12"/>
                  <a:pt x="157" y="12"/>
                </a:cubicBezTo>
                <a:cubicBezTo>
                  <a:pt x="157" y="12"/>
                  <a:pt x="157" y="12"/>
                  <a:pt x="158" y="12"/>
                </a:cubicBezTo>
                <a:cubicBezTo>
                  <a:pt x="158" y="12"/>
                  <a:pt x="159" y="13"/>
                  <a:pt x="159" y="13"/>
                </a:cubicBezTo>
                <a:cubicBezTo>
                  <a:pt x="159" y="13"/>
                  <a:pt x="159" y="13"/>
                  <a:pt x="158" y="13"/>
                </a:cubicBezTo>
                <a:cubicBezTo>
                  <a:pt x="158" y="13"/>
                  <a:pt x="158" y="13"/>
                  <a:pt x="158" y="13"/>
                </a:cubicBezTo>
                <a:cubicBezTo>
                  <a:pt x="158" y="13"/>
                  <a:pt x="158" y="13"/>
                  <a:pt x="158" y="13"/>
                </a:cubicBezTo>
                <a:cubicBezTo>
                  <a:pt x="158" y="13"/>
                  <a:pt x="157" y="13"/>
                  <a:pt x="157" y="13"/>
                </a:cubicBezTo>
                <a:cubicBezTo>
                  <a:pt x="157" y="13"/>
                  <a:pt x="157" y="13"/>
                  <a:pt x="157" y="13"/>
                </a:cubicBezTo>
                <a:cubicBezTo>
                  <a:pt x="157" y="14"/>
                  <a:pt x="157" y="14"/>
                  <a:pt x="157" y="14"/>
                </a:cubicBezTo>
                <a:cubicBezTo>
                  <a:pt x="157" y="14"/>
                  <a:pt x="157" y="15"/>
                  <a:pt x="157" y="15"/>
                </a:cubicBezTo>
                <a:cubicBezTo>
                  <a:pt x="157" y="16"/>
                  <a:pt x="157" y="16"/>
                  <a:pt x="157" y="16"/>
                </a:cubicBezTo>
                <a:cubicBezTo>
                  <a:pt x="157" y="16"/>
                  <a:pt x="156" y="16"/>
                  <a:pt x="156" y="16"/>
                </a:cubicBezTo>
                <a:cubicBezTo>
                  <a:pt x="156" y="15"/>
                  <a:pt x="155" y="15"/>
                  <a:pt x="155" y="15"/>
                </a:cubicBezTo>
                <a:cubicBezTo>
                  <a:pt x="155" y="15"/>
                  <a:pt x="154" y="15"/>
                  <a:pt x="154" y="15"/>
                </a:cubicBezTo>
                <a:cubicBezTo>
                  <a:pt x="154" y="15"/>
                  <a:pt x="154" y="15"/>
                  <a:pt x="154" y="15"/>
                </a:cubicBezTo>
                <a:cubicBezTo>
                  <a:pt x="154" y="15"/>
                  <a:pt x="154" y="15"/>
                  <a:pt x="154" y="15"/>
                </a:cubicBezTo>
                <a:cubicBezTo>
                  <a:pt x="154" y="15"/>
                  <a:pt x="154" y="16"/>
                  <a:pt x="154" y="16"/>
                </a:cubicBezTo>
                <a:cubicBezTo>
                  <a:pt x="154" y="16"/>
                  <a:pt x="153" y="15"/>
                  <a:pt x="153" y="15"/>
                </a:cubicBezTo>
                <a:cubicBezTo>
                  <a:pt x="153" y="15"/>
                  <a:pt x="153" y="15"/>
                  <a:pt x="153" y="15"/>
                </a:cubicBezTo>
                <a:cubicBezTo>
                  <a:pt x="153" y="15"/>
                  <a:pt x="153" y="15"/>
                  <a:pt x="153" y="15"/>
                </a:cubicBezTo>
                <a:cubicBezTo>
                  <a:pt x="153" y="14"/>
                  <a:pt x="153" y="14"/>
                  <a:pt x="153" y="14"/>
                </a:cubicBezTo>
                <a:cubicBezTo>
                  <a:pt x="154" y="13"/>
                  <a:pt x="154" y="13"/>
                  <a:pt x="154" y="13"/>
                </a:cubicBezTo>
                <a:cubicBezTo>
                  <a:pt x="154" y="13"/>
                  <a:pt x="154" y="13"/>
                  <a:pt x="154" y="13"/>
                </a:cubicBezTo>
                <a:cubicBezTo>
                  <a:pt x="154" y="12"/>
                  <a:pt x="154" y="12"/>
                  <a:pt x="154" y="12"/>
                </a:cubicBezTo>
                <a:cubicBezTo>
                  <a:pt x="154" y="12"/>
                  <a:pt x="154" y="12"/>
                  <a:pt x="153" y="13"/>
                </a:cubicBezTo>
                <a:cubicBezTo>
                  <a:pt x="153" y="13"/>
                  <a:pt x="153" y="13"/>
                  <a:pt x="153" y="13"/>
                </a:cubicBezTo>
                <a:cubicBezTo>
                  <a:pt x="152" y="13"/>
                  <a:pt x="152" y="13"/>
                  <a:pt x="152" y="13"/>
                </a:cubicBezTo>
                <a:cubicBezTo>
                  <a:pt x="152" y="13"/>
                  <a:pt x="152" y="13"/>
                  <a:pt x="152" y="13"/>
                </a:cubicBezTo>
                <a:cubicBezTo>
                  <a:pt x="152" y="12"/>
                  <a:pt x="152" y="12"/>
                  <a:pt x="152" y="12"/>
                </a:cubicBezTo>
                <a:cubicBezTo>
                  <a:pt x="152" y="12"/>
                  <a:pt x="152" y="12"/>
                  <a:pt x="152" y="12"/>
                </a:cubicBezTo>
                <a:cubicBezTo>
                  <a:pt x="153" y="12"/>
                  <a:pt x="154" y="11"/>
                  <a:pt x="155" y="11"/>
                </a:cubicBezTo>
                <a:cubicBezTo>
                  <a:pt x="155" y="11"/>
                  <a:pt x="155" y="11"/>
                  <a:pt x="156" y="11"/>
                </a:cubicBezTo>
                <a:cubicBezTo>
                  <a:pt x="156" y="11"/>
                  <a:pt x="156" y="11"/>
                  <a:pt x="156" y="11"/>
                </a:cubicBezTo>
                <a:cubicBezTo>
                  <a:pt x="156" y="10"/>
                  <a:pt x="156" y="10"/>
                  <a:pt x="156" y="10"/>
                </a:cubicBezTo>
                <a:cubicBezTo>
                  <a:pt x="156" y="10"/>
                  <a:pt x="155" y="10"/>
                  <a:pt x="155" y="10"/>
                </a:cubicBezTo>
                <a:cubicBezTo>
                  <a:pt x="155" y="10"/>
                  <a:pt x="154" y="10"/>
                  <a:pt x="154" y="10"/>
                </a:cubicBezTo>
                <a:cubicBezTo>
                  <a:pt x="154" y="11"/>
                  <a:pt x="154" y="11"/>
                  <a:pt x="154" y="11"/>
                </a:cubicBezTo>
                <a:cubicBezTo>
                  <a:pt x="154" y="11"/>
                  <a:pt x="154" y="10"/>
                  <a:pt x="154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154" y="10"/>
                  <a:pt x="154" y="10"/>
                  <a:pt x="154" y="9"/>
                </a:cubicBezTo>
                <a:cubicBezTo>
                  <a:pt x="154" y="9"/>
                  <a:pt x="154" y="9"/>
                  <a:pt x="154" y="9"/>
                </a:cubicBezTo>
                <a:cubicBezTo>
                  <a:pt x="155" y="9"/>
                  <a:pt x="155" y="9"/>
                  <a:pt x="156" y="9"/>
                </a:cubicBezTo>
                <a:cubicBezTo>
                  <a:pt x="156" y="9"/>
                  <a:pt x="157" y="8"/>
                  <a:pt x="157" y="8"/>
                </a:cubicBezTo>
                <a:cubicBezTo>
                  <a:pt x="157" y="8"/>
                  <a:pt x="157" y="8"/>
                  <a:pt x="157" y="8"/>
                </a:cubicBezTo>
                <a:cubicBezTo>
                  <a:pt x="157" y="8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6" y="7"/>
                  <a:pt x="156" y="7"/>
                  <a:pt x="156" y="7"/>
                </a:cubicBezTo>
                <a:cubicBezTo>
                  <a:pt x="156" y="7"/>
                  <a:pt x="156" y="8"/>
                  <a:pt x="156" y="8"/>
                </a:cubicBezTo>
                <a:cubicBezTo>
                  <a:pt x="156" y="8"/>
                  <a:pt x="156" y="8"/>
                  <a:pt x="155" y="9"/>
                </a:cubicBezTo>
                <a:cubicBezTo>
                  <a:pt x="155" y="9"/>
                  <a:pt x="155" y="9"/>
                  <a:pt x="155" y="9"/>
                </a:cubicBezTo>
                <a:cubicBezTo>
                  <a:pt x="155" y="9"/>
                  <a:pt x="155" y="9"/>
                  <a:pt x="155" y="9"/>
                </a:cubicBezTo>
                <a:cubicBezTo>
                  <a:pt x="155" y="8"/>
                  <a:pt x="155" y="8"/>
                  <a:pt x="155" y="8"/>
                </a:cubicBezTo>
                <a:cubicBezTo>
                  <a:pt x="155" y="8"/>
                  <a:pt x="155" y="8"/>
                  <a:pt x="155" y="8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4" y="7"/>
                </a:cubicBezTo>
                <a:cubicBezTo>
                  <a:pt x="154" y="7"/>
                  <a:pt x="154" y="7"/>
                  <a:pt x="154" y="7"/>
                </a:cubicBezTo>
                <a:cubicBezTo>
                  <a:pt x="154" y="7"/>
                  <a:pt x="154" y="7"/>
                  <a:pt x="154" y="7"/>
                </a:cubicBezTo>
                <a:cubicBezTo>
                  <a:pt x="154" y="6"/>
                  <a:pt x="154" y="6"/>
                  <a:pt x="154" y="6"/>
                </a:cubicBezTo>
                <a:cubicBezTo>
                  <a:pt x="154" y="6"/>
                  <a:pt x="154" y="6"/>
                  <a:pt x="154" y="6"/>
                </a:cubicBezTo>
                <a:cubicBezTo>
                  <a:pt x="154" y="6"/>
                  <a:pt x="155" y="6"/>
                  <a:pt x="156" y="6"/>
                </a:cubicBezTo>
                <a:cubicBezTo>
                  <a:pt x="157" y="5"/>
                  <a:pt x="158" y="5"/>
                  <a:pt x="159" y="5"/>
                </a:cubicBezTo>
                <a:cubicBezTo>
                  <a:pt x="159" y="5"/>
                  <a:pt x="159" y="5"/>
                  <a:pt x="159" y="5"/>
                </a:cubicBezTo>
                <a:cubicBezTo>
                  <a:pt x="159" y="5"/>
                  <a:pt x="159" y="5"/>
                  <a:pt x="159" y="5"/>
                </a:cubicBezTo>
                <a:close/>
                <a:moveTo>
                  <a:pt x="166" y="8"/>
                </a:moveTo>
                <a:cubicBezTo>
                  <a:pt x="166" y="8"/>
                  <a:pt x="166" y="8"/>
                  <a:pt x="166" y="8"/>
                </a:cubicBezTo>
                <a:cubicBezTo>
                  <a:pt x="166" y="8"/>
                  <a:pt x="166" y="8"/>
                  <a:pt x="166" y="9"/>
                </a:cubicBezTo>
                <a:cubicBezTo>
                  <a:pt x="167" y="9"/>
                  <a:pt x="167" y="9"/>
                  <a:pt x="167" y="9"/>
                </a:cubicBezTo>
                <a:cubicBezTo>
                  <a:pt x="167" y="9"/>
                  <a:pt x="167" y="9"/>
                  <a:pt x="167" y="10"/>
                </a:cubicBezTo>
                <a:cubicBezTo>
                  <a:pt x="167" y="10"/>
                  <a:pt x="167" y="10"/>
                  <a:pt x="167" y="10"/>
                </a:cubicBezTo>
                <a:cubicBezTo>
                  <a:pt x="167" y="10"/>
                  <a:pt x="166" y="10"/>
                  <a:pt x="166" y="10"/>
                </a:cubicBezTo>
                <a:cubicBezTo>
                  <a:pt x="166" y="10"/>
                  <a:pt x="166" y="10"/>
                  <a:pt x="165" y="10"/>
                </a:cubicBezTo>
                <a:cubicBezTo>
                  <a:pt x="165" y="10"/>
                  <a:pt x="164" y="10"/>
                  <a:pt x="164" y="10"/>
                </a:cubicBezTo>
                <a:cubicBezTo>
                  <a:pt x="164" y="10"/>
                  <a:pt x="164" y="10"/>
                  <a:pt x="164" y="11"/>
                </a:cubicBezTo>
                <a:cubicBezTo>
                  <a:pt x="164" y="12"/>
                  <a:pt x="164" y="12"/>
                  <a:pt x="164" y="13"/>
                </a:cubicBezTo>
                <a:cubicBezTo>
                  <a:pt x="164" y="13"/>
                  <a:pt x="164" y="13"/>
                  <a:pt x="164" y="14"/>
                </a:cubicBezTo>
                <a:cubicBezTo>
                  <a:pt x="164" y="14"/>
                  <a:pt x="164" y="14"/>
                  <a:pt x="164" y="15"/>
                </a:cubicBezTo>
                <a:cubicBezTo>
                  <a:pt x="164" y="15"/>
                  <a:pt x="164" y="15"/>
                  <a:pt x="164" y="16"/>
                </a:cubicBezTo>
                <a:cubicBezTo>
                  <a:pt x="164" y="16"/>
                  <a:pt x="164" y="16"/>
                  <a:pt x="164" y="16"/>
                </a:cubicBezTo>
                <a:cubicBezTo>
                  <a:pt x="164" y="17"/>
                  <a:pt x="164" y="17"/>
                  <a:pt x="164" y="17"/>
                </a:cubicBezTo>
                <a:cubicBezTo>
                  <a:pt x="164" y="17"/>
                  <a:pt x="164" y="18"/>
                  <a:pt x="164" y="18"/>
                </a:cubicBezTo>
                <a:cubicBezTo>
                  <a:pt x="164" y="18"/>
                  <a:pt x="164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lnTo>
                  <a:pt x="163" y="17"/>
                </a:lnTo>
                <a:cubicBezTo>
                  <a:pt x="163" y="17"/>
                  <a:pt x="163" y="15"/>
                  <a:pt x="163" y="14"/>
                </a:cubicBezTo>
                <a:cubicBezTo>
                  <a:pt x="163" y="12"/>
                  <a:pt x="163" y="11"/>
                  <a:pt x="163" y="11"/>
                </a:cubicBezTo>
                <a:cubicBezTo>
                  <a:pt x="163" y="11"/>
                  <a:pt x="162" y="10"/>
                  <a:pt x="162" y="10"/>
                </a:cubicBezTo>
                <a:cubicBezTo>
                  <a:pt x="162" y="10"/>
                  <a:pt x="162" y="10"/>
                  <a:pt x="162" y="10"/>
                </a:cubicBezTo>
                <a:cubicBezTo>
                  <a:pt x="162" y="10"/>
                  <a:pt x="162" y="10"/>
                  <a:pt x="162" y="10"/>
                </a:cubicBezTo>
                <a:cubicBezTo>
                  <a:pt x="161" y="10"/>
                  <a:pt x="161" y="10"/>
                  <a:pt x="161" y="11"/>
                </a:cubicBezTo>
                <a:cubicBezTo>
                  <a:pt x="161" y="11"/>
                  <a:pt x="161" y="11"/>
                  <a:pt x="161" y="11"/>
                </a:cubicBezTo>
                <a:cubicBezTo>
                  <a:pt x="161" y="11"/>
                  <a:pt x="161" y="11"/>
                  <a:pt x="161" y="11"/>
                </a:cubicBezTo>
                <a:cubicBezTo>
                  <a:pt x="160" y="12"/>
                  <a:pt x="160" y="12"/>
                  <a:pt x="160" y="12"/>
                </a:cubicBezTo>
                <a:lnTo>
                  <a:pt x="160" y="13"/>
                </a:lnTo>
                <a:cubicBezTo>
                  <a:pt x="160" y="13"/>
                  <a:pt x="160" y="13"/>
                  <a:pt x="160" y="14"/>
                </a:cubicBezTo>
                <a:cubicBezTo>
                  <a:pt x="160" y="14"/>
                  <a:pt x="159" y="14"/>
                  <a:pt x="159" y="15"/>
                </a:cubicBezTo>
                <a:cubicBezTo>
                  <a:pt x="159" y="15"/>
                  <a:pt x="158" y="15"/>
                  <a:pt x="158" y="15"/>
                </a:cubicBezTo>
                <a:cubicBezTo>
                  <a:pt x="158" y="15"/>
                  <a:pt x="158" y="15"/>
                  <a:pt x="158" y="15"/>
                </a:cubicBezTo>
                <a:cubicBezTo>
                  <a:pt x="158" y="15"/>
                  <a:pt x="158" y="14"/>
                  <a:pt x="159" y="14"/>
                </a:cubicBezTo>
                <a:cubicBezTo>
                  <a:pt x="159" y="13"/>
                  <a:pt x="159" y="12"/>
                  <a:pt x="160" y="12"/>
                </a:cubicBezTo>
                <a:cubicBezTo>
                  <a:pt x="160" y="11"/>
                  <a:pt x="160" y="11"/>
                  <a:pt x="160" y="10"/>
                </a:cubicBezTo>
                <a:cubicBezTo>
                  <a:pt x="160" y="9"/>
                  <a:pt x="160" y="8"/>
                  <a:pt x="160" y="8"/>
                </a:cubicBezTo>
                <a:lnTo>
                  <a:pt x="160" y="7"/>
                </a:lnTo>
                <a:cubicBezTo>
                  <a:pt x="160" y="7"/>
                  <a:pt x="160" y="6"/>
                  <a:pt x="160" y="6"/>
                </a:cubicBezTo>
                <a:cubicBezTo>
                  <a:pt x="160" y="6"/>
                  <a:pt x="160" y="6"/>
                  <a:pt x="161" y="6"/>
                </a:cubicBezTo>
                <a:cubicBezTo>
                  <a:pt x="161" y="6"/>
                  <a:pt x="162" y="6"/>
                  <a:pt x="162" y="6"/>
                </a:cubicBezTo>
                <a:cubicBezTo>
                  <a:pt x="163" y="5"/>
                  <a:pt x="164" y="5"/>
                  <a:pt x="164" y="5"/>
                </a:cubicBezTo>
                <a:cubicBezTo>
                  <a:pt x="164" y="5"/>
                  <a:pt x="165" y="5"/>
                  <a:pt x="165" y="5"/>
                </a:cubicBezTo>
                <a:cubicBezTo>
                  <a:pt x="165" y="6"/>
                  <a:pt x="165" y="6"/>
                  <a:pt x="165" y="6"/>
                </a:cubicBezTo>
                <a:cubicBezTo>
                  <a:pt x="165" y="6"/>
                  <a:pt x="165" y="6"/>
                  <a:pt x="165" y="6"/>
                </a:cubicBezTo>
                <a:cubicBezTo>
                  <a:pt x="165" y="7"/>
                  <a:pt x="164" y="7"/>
                  <a:pt x="164" y="7"/>
                </a:cubicBezTo>
                <a:cubicBezTo>
                  <a:pt x="164" y="7"/>
                  <a:pt x="164" y="7"/>
                  <a:pt x="164" y="7"/>
                </a:cubicBezTo>
                <a:cubicBezTo>
                  <a:pt x="163" y="7"/>
                  <a:pt x="163" y="7"/>
                  <a:pt x="163" y="7"/>
                </a:cubicBezTo>
                <a:cubicBezTo>
                  <a:pt x="162" y="7"/>
                  <a:pt x="162" y="7"/>
                  <a:pt x="161" y="8"/>
                </a:cubicBezTo>
                <a:cubicBezTo>
                  <a:pt x="161" y="8"/>
                  <a:pt x="161" y="9"/>
                  <a:pt x="161" y="9"/>
                </a:cubicBezTo>
                <a:cubicBezTo>
                  <a:pt x="161" y="9"/>
                  <a:pt x="161" y="9"/>
                  <a:pt x="161" y="9"/>
                </a:cubicBezTo>
                <a:cubicBezTo>
                  <a:pt x="161" y="9"/>
                  <a:pt x="162" y="9"/>
                  <a:pt x="163" y="9"/>
                </a:cubicBezTo>
                <a:cubicBezTo>
                  <a:pt x="163" y="8"/>
                  <a:pt x="164" y="8"/>
                  <a:pt x="165" y="8"/>
                </a:cubicBezTo>
                <a:cubicBezTo>
                  <a:pt x="165" y="8"/>
                  <a:pt x="165" y="8"/>
                  <a:pt x="166" y="8"/>
                </a:cubicBezTo>
                <a:close/>
              </a:path>
              <a:path w="192" h="20">
                <a:moveTo>
                  <a:pt x="28" y="11"/>
                </a:moveTo>
                <a:cubicBezTo>
                  <a:pt x="28" y="11"/>
                  <a:pt x="28" y="11"/>
                  <a:pt x="28" y="11"/>
                </a:cubicBezTo>
                <a:cubicBezTo>
                  <a:pt x="28" y="11"/>
                  <a:pt x="29" y="10"/>
                  <a:pt x="30" y="10"/>
                </a:cubicBezTo>
                <a:cubicBezTo>
                  <a:pt x="30" y="10"/>
                  <a:pt x="30" y="10"/>
                  <a:pt x="30" y="10"/>
                </a:cubicBezTo>
                <a:cubicBezTo>
                  <a:pt x="30" y="10"/>
                  <a:pt x="30" y="9"/>
                  <a:pt x="30" y="9"/>
                </a:cubicBezTo>
                <a:lnTo>
                  <a:pt x="30" y="7"/>
                </a:lnTo>
                <a:cubicBezTo>
                  <a:pt x="30" y="6"/>
                  <a:pt x="30" y="6"/>
                  <a:pt x="30" y="6"/>
                </a:cubicBezTo>
                <a:cubicBezTo>
                  <a:pt x="29" y="6"/>
                  <a:pt x="29" y="6"/>
                  <a:pt x="29" y="6"/>
                </a:cubicBezTo>
                <a:cubicBezTo>
                  <a:pt x="29" y="6"/>
                  <a:pt x="29" y="6"/>
                  <a:pt x="29" y="6"/>
                </a:cubicBezTo>
                <a:cubicBezTo>
                  <a:pt x="28" y="6"/>
                  <a:pt x="28" y="6"/>
                  <a:pt x="28" y="6"/>
                </a:cubicBezTo>
                <a:cubicBezTo>
                  <a:pt x="28" y="7"/>
                  <a:pt x="28" y="7"/>
                  <a:pt x="28" y="7"/>
                </a:cubicBezTo>
                <a:cubicBezTo>
                  <a:pt x="28" y="7"/>
                  <a:pt x="28" y="7"/>
                  <a:pt x="28" y="7"/>
                </a:cubicBezTo>
                <a:cubicBezTo>
                  <a:pt x="28" y="8"/>
                  <a:pt x="29" y="8"/>
                  <a:pt x="29" y="8"/>
                </a:cubicBezTo>
                <a:cubicBezTo>
                  <a:pt x="29" y="8"/>
                  <a:pt x="29" y="8"/>
                  <a:pt x="29" y="9"/>
                </a:cubicBezTo>
                <a:cubicBezTo>
                  <a:pt x="29" y="9"/>
                  <a:pt x="29" y="9"/>
                  <a:pt x="29" y="9"/>
                </a:cubicBezTo>
                <a:cubicBezTo>
                  <a:pt x="29" y="9"/>
                  <a:pt x="28" y="9"/>
                  <a:pt x="28" y="9"/>
                </a:cubicBezTo>
                <a:cubicBezTo>
                  <a:pt x="28" y="9"/>
                  <a:pt x="28" y="9"/>
                  <a:pt x="28" y="10"/>
                </a:cubicBezTo>
                <a:cubicBezTo>
                  <a:pt x="28" y="10"/>
                  <a:pt x="28" y="10"/>
                  <a:pt x="28" y="10"/>
                </a:cubicBezTo>
                <a:cubicBezTo>
                  <a:pt x="28" y="10"/>
                  <a:pt x="28" y="11"/>
                  <a:pt x="28" y="11"/>
                </a:cubicBezTo>
                <a:cubicBezTo>
                  <a:pt x="28" y="11"/>
                  <a:pt x="28" y="11"/>
                  <a:pt x="28" y="11"/>
                </a:cubicBezTo>
                <a:close/>
              </a:path>
              <a:path w="192" h="20">
                <a:moveTo>
                  <a:pt x="53" y="8"/>
                </a:moveTo>
                <a:cubicBezTo>
                  <a:pt x="53" y="7"/>
                  <a:pt x="53" y="7"/>
                  <a:pt x="52" y="7"/>
                </a:cubicBezTo>
                <a:cubicBezTo>
                  <a:pt x="52" y="7"/>
                  <a:pt x="52" y="7"/>
                  <a:pt x="52" y="7"/>
                </a:cubicBezTo>
                <a:cubicBezTo>
                  <a:pt x="52" y="7"/>
                  <a:pt x="52" y="7"/>
                  <a:pt x="52" y="7"/>
                </a:cubicBezTo>
                <a:cubicBezTo>
                  <a:pt x="52" y="7"/>
                  <a:pt x="52" y="7"/>
                  <a:pt x="52" y="8"/>
                </a:cubicBezTo>
                <a:cubicBezTo>
                  <a:pt x="51" y="8"/>
                  <a:pt x="51" y="9"/>
                  <a:pt x="51" y="9"/>
                </a:cubicBezTo>
                <a:cubicBezTo>
                  <a:pt x="51" y="9"/>
                  <a:pt x="52" y="9"/>
                  <a:pt x="52" y="9"/>
                </a:cubicBezTo>
                <a:cubicBezTo>
                  <a:pt x="52" y="9"/>
                  <a:pt x="52" y="9"/>
                  <a:pt x="52" y="9"/>
                </a:cubicBezTo>
                <a:cubicBezTo>
                  <a:pt x="53" y="8"/>
                  <a:pt x="53" y="8"/>
                  <a:pt x="53" y="8"/>
                </a:cubicBezTo>
                <a:close/>
              </a:path>
              <a:path w="192" h="20">
                <a:moveTo>
                  <a:pt x="50" y="8"/>
                </a:moveTo>
                <a:cubicBezTo>
                  <a:pt x="50" y="8"/>
                  <a:pt x="50" y="8"/>
                  <a:pt x="50" y="7"/>
                </a:cubicBezTo>
                <a:cubicBezTo>
                  <a:pt x="50" y="7"/>
                  <a:pt x="50" y="7"/>
                  <a:pt x="50" y="7"/>
                </a:cubicBezTo>
                <a:cubicBezTo>
                  <a:pt x="50" y="7"/>
                  <a:pt x="50" y="7"/>
                  <a:pt x="50" y="7"/>
                </a:cubicBezTo>
                <a:cubicBezTo>
                  <a:pt x="50" y="7"/>
                  <a:pt x="50" y="8"/>
                  <a:pt x="50" y="8"/>
                </a:cubicBezTo>
                <a:cubicBezTo>
                  <a:pt x="50" y="8"/>
                  <a:pt x="50" y="8"/>
                  <a:pt x="50" y="9"/>
                </a:cubicBezTo>
                <a:cubicBezTo>
                  <a:pt x="50" y="9"/>
                  <a:pt x="50" y="9"/>
                  <a:pt x="50" y="9"/>
                </a:cubicBezTo>
                <a:cubicBezTo>
                  <a:pt x="50" y="9"/>
                  <a:pt x="50" y="9"/>
                  <a:pt x="50" y="9"/>
                </a:cubicBezTo>
                <a:cubicBezTo>
                  <a:pt x="50" y="8"/>
                  <a:pt x="50" y="8"/>
                  <a:pt x="50" y="8"/>
                </a:cubicBezTo>
                <a:close/>
              </a:path>
              <a:path w="192" h="20">
                <a:moveTo>
                  <a:pt x="49" y="9"/>
                </a:moveTo>
                <a:cubicBezTo>
                  <a:pt x="49" y="9"/>
                  <a:pt x="49" y="9"/>
                  <a:pt x="49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9"/>
                  <a:pt x="48" y="9"/>
                  <a:pt x="48" y="9"/>
                </a:cubicBezTo>
                <a:cubicBezTo>
                  <a:pt x="48" y="9"/>
                  <a:pt x="48" y="9"/>
                  <a:pt x="48" y="9"/>
                </a:cubicBezTo>
                <a:cubicBezTo>
                  <a:pt x="49" y="9"/>
                  <a:pt x="49" y="9"/>
                  <a:pt x="49" y="9"/>
                </a:cubicBezTo>
                <a:close/>
              </a:path>
              <a:path w="192" h="20">
                <a:moveTo>
                  <a:pt x="51" y="13"/>
                </a:moveTo>
                <a:cubicBezTo>
                  <a:pt x="51" y="13"/>
                  <a:pt x="51" y="13"/>
                  <a:pt x="51" y="13"/>
                </a:cubicBezTo>
                <a:cubicBezTo>
                  <a:pt x="51" y="13"/>
                  <a:pt x="52" y="13"/>
                  <a:pt x="52" y="13"/>
                </a:cubicBezTo>
                <a:cubicBezTo>
                  <a:pt x="52" y="13"/>
                  <a:pt x="52" y="12"/>
                  <a:pt x="52" y="12"/>
                </a:cubicBezTo>
                <a:cubicBezTo>
                  <a:pt x="52" y="12"/>
                  <a:pt x="52" y="12"/>
                  <a:pt x="51" y="12"/>
                </a:cubicBezTo>
                <a:cubicBezTo>
                  <a:pt x="51" y="12"/>
                  <a:pt x="51" y="12"/>
                  <a:pt x="51" y="12"/>
                </a:cubicBezTo>
                <a:cubicBezTo>
                  <a:pt x="51" y="12"/>
                  <a:pt x="51" y="12"/>
                  <a:pt x="50" y="12"/>
                </a:cubicBezTo>
                <a:cubicBezTo>
                  <a:pt x="50" y="12"/>
                  <a:pt x="50" y="12"/>
                  <a:pt x="50" y="12"/>
                </a:cubicBezTo>
                <a:cubicBezTo>
                  <a:pt x="50" y="12"/>
                  <a:pt x="50" y="12"/>
                  <a:pt x="50" y="13"/>
                </a:cubicBezTo>
                <a:cubicBezTo>
                  <a:pt x="50" y="13"/>
                  <a:pt x="50" y="13"/>
                  <a:pt x="51" y="13"/>
                </a:cubicBezTo>
                <a:close/>
              </a:path>
              <a:path w="192" h="20">
                <a:moveTo>
                  <a:pt x="51" y="15"/>
                </a:moveTo>
                <a:cubicBezTo>
                  <a:pt x="52" y="15"/>
                  <a:pt x="52" y="15"/>
                  <a:pt x="52" y="15"/>
                </a:cubicBezTo>
                <a:cubicBezTo>
                  <a:pt x="53" y="15"/>
                  <a:pt x="53" y="15"/>
                  <a:pt x="53" y="14"/>
                </a:cubicBezTo>
                <a:cubicBezTo>
                  <a:pt x="53" y="14"/>
                  <a:pt x="53" y="14"/>
                  <a:pt x="53" y="13"/>
                </a:cubicBezTo>
                <a:cubicBezTo>
                  <a:pt x="52" y="13"/>
                  <a:pt x="52" y="13"/>
                  <a:pt x="52" y="13"/>
                </a:cubicBezTo>
                <a:cubicBezTo>
                  <a:pt x="52" y="13"/>
                  <a:pt x="52" y="13"/>
                  <a:pt x="52" y="13"/>
                </a:cubicBezTo>
                <a:cubicBezTo>
                  <a:pt x="52" y="13"/>
                  <a:pt x="51" y="14"/>
                  <a:pt x="51" y="14"/>
                </a:cubicBezTo>
                <a:cubicBezTo>
                  <a:pt x="51" y="14"/>
                  <a:pt x="51" y="14"/>
                  <a:pt x="51" y="14"/>
                </a:cubicBezTo>
                <a:lnTo>
                  <a:pt x="50" y="14"/>
                </a:lnTo>
                <a:cubicBezTo>
                  <a:pt x="50" y="14"/>
                  <a:pt x="50" y="14"/>
                  <a:pt x="49" y="12"/>
                </a:cubicBezTo>
                <a:cubicBezTo>
                  <a:pt x="49" y="12"/>
                  <a:pt x="49" y="12"/>
                  <a:pt x="49" y="12"/>
                </a:cubicBezTo>
                <a:cubicBezTo>
                  <a:pt x="49" y="12"/>
                  <a:pt x="49" y="12"/>
                  <a:pt x="49" y="12"/>
                </a:cubicBezTo>
                <a:cubicBezTo>
                  <a:pt x="49" y="12"/>
                  <a:pt x="49" y="12"/>
                  <a:pt x="49" y="13"/>
                </a:cubicBezTo>
                <a:cubicBezTo>
                  <a:pt x="49" y="13"/>
                  <a:pt x="49" y="13"/>
                  <a:pt x="49" y="13"/>
                </a:cubicBezTo>
                <a:cubicBezTo>
                  <a:pt x="49" y="14"/>
                  <a:pt x="49" y="14"/>
                  <a:pt x="49" y="15"/>
                </a:cubicBezTo>
                <a:cubicBezTo>
                  <a:pt x="50" y="15"/>
                  <a:pt x="50" y="15"/>
                  <a:pt x="51" y="15"/>
                </a:cubicBezTo>
                <a:close/>
              </a:path>
              <a:path w="192" h="20">
                <a:moveTo>
                  <a:pt x="68" y="8"/>
                </a:moveTo>
                <a:cubicBezTo>
                  <a:pt x="68" y="8"/>
                  <a:pt x="69" y="8"/>
                  <a:pt x="69" y="8"/>
                </a:cubicBezTo>
                <a:cubicBezTo>
                  <a:pt x="69" y="8"/>
                  <a:pt x="69" y="7"/>
                  <a:pt x="69" y="7"/>
                </a:cubicBezTo>
                <a:cubicBezTo>
                  <a:pt x="69" y="7"/>
                  <a:pt x="69" y="6"/>
                  <a:pt x="69" y="6"/>
                </a:cubicBezTo>
                <a:cubicBezTo>
                  <a:pt x="69" y="6"/>
                  <a:pt x="69" y="5"/>
                  <a:pt x="69" y="5"/>
                </a:cubicBezTo>
                <a:cubicBezTo>
                  <a:pt x="68" y="5"/>
                  <a:pt x="68" y="5"/>
                  <a:pt x="68" y="5"/>
                </a:cubicBezTo>
                <a:cubicBezTo>
                  <a:pt x="68" y="5"/>
                  <a:pt x="67" y="5"/>
                  <a:pt x="67" y="5"/>
                </a:cubicBezTo>
                <a:cubicBezTo>
                  <a:pt x="67" y="5"/>
                  <a:pt x="67" y="5"/>
                  <a:pt x="66" y="5"/>
                </a:cubicBezTo>
                <a:cubicBezTo>
                  <a:pt x="66" y="6"/>
                  <a:pt x="66" y="6"/>
                  <a:pt x="65" y="6"/>
                </a:cubicBezTo>
                <a:cubicBezTo>
                  <a:pt x="65" y="6"/>
                  <a:pt x="65" y="6"/>
                  <a:pt x="65" y="6"/>
                </a:cubicBezTo>
                <a:cubicBezTo>
                  <a:pt x="65" y="6"/>
                  <a:pt x="65" y="6"/>
                  <a:pt x="65" y="6"/>
                </a:cubicBezTo>
                <a:cubicBezTo>
                  <a:pt x="65" y="7"/>
                  <a:pt x="65" y="7"/>
                  <a:pt x="65" y="8"/>
                </a:cubicBezTo>
                <a:cubicBezTo>
                  <a:pt x="65" y="8"/>
                  <a:pt x="65" y="8"/>
                  <a:pt x="65" y="8"/>
                </a:cubicBezTo>
                <a:cubicBezTo>
                  <a:pt x="66" y="8"/>
                  <a:pt x="66" y="8"/>
                  <a:pt x="66" y="8"/>
                </a:cubicBezTo>
                <a:cubicBezTo>
                  <a:pt x="67" y="7"/>
                  <a:pt x="68" y="7"/>
                  <a:pt x="68" y="7"/>
                </a:cubicBezTo>
                <a:cubicBezTo>
                  <a:pt x="68" y="7"/>
                  <a:pt x="68" y="7"/>
                  <a:pt x="68" y="8"/>
                </a:cubicBezTo>
                <a:cubicBezTo>
                  <a:pt x="68" y="8"/>
                  <a:pt x="68" y="8"/>
                  <a:pt x="68" y="8"/>
                </a:cubicBezTo>
                <a:close/>
                <a:moveTo>
                  <a:pt x="68" y="6"/>
                </a:moveTo>
                <a:cubicBezTo>
                  <a:pt x="68" y="6"/>
                  <a:pt x="68" y="6"/>
                  <a:pt x="68" y="6"/>
                </a:cubicBezTo>
                <a:cubicBezTo>
                  <a:pt x="68" y="7"/>
                  <a:pt x="68" y="7"/>
                  <a:pt x="67" y="7"/>
                </a:cubicBezTo>
                <a:cubicBezTo>
                  <a:pt x="67" y="7"/>
                  <a:pt x="66" y="7"/>
                  <a:pt x="66" y="7"/>
                </a:cubicBezTo>
                <a:cubicBezTo>
                  <a:pt x="66" y="7"/>
                  <a:pt x="66" y="7"/>
                  <a:pt x="66" y="7"/>
                </a:cubicBezTo>
                <a:cubicBezTo>
                  <a:pt x="65" y="7"/>
                  <a:pt x="65" y="7"/>
                  <a:pt x="65" y="6"/>
                </a:cubicBezTo>
                <a:cubicBezTo>
                  <a:pt x="65" y="6"/>
                  <a:pt x="66" y="6"/>
                  <a:pt x="66" y="6"/>
                </a:cubicBezTo>
                <a:cubicBezTo>
                  <a:pt x="66" y="6"/>
                  <a:pt x="67" y="6"/>
                  <a:pt x="67" y="6"/>
                </a:cubicBezTo>
                <a:cubicBezTo>
                  <a:pt x="67" y="6"/>
                  <a:pt x="67" y="6"/>
                  <a:pt x="68" y="6"/>
                </a:cubicBezTo>
                <a:close/>
              </a:path>
              <a:path w="192" h="20">
                <a:moveTo>
                  <a:pt x="127" y="7"/>
                </a:moveTo>
                <a:cubicBezTo>
                  <a:pt x="127" y="7"/>
                  <a:pt x="127" y="7"/>
                  <a:pt x="127" y="7"/>
                </a:cubicBezTo>
                <a:cubicBezTo>
                  <a:pt x="127" y="7"/>
                  <a:pt x="127" y="7"/>
                  <a:pt x="127" y="6"/>
                </a:cubicBezTo>
                <a:cubicBezTo>
                  <a:pt x="127" y="6"/>
                  <a:pt x="127" y="5"/>
                  <a:pt x="127" y="5"/>
                </a:cubicBezTo>
                <a:cubicBezTo>
                  <a:pt x="127" y="4"/>
                  <a:pt x="127" y="4"/>
                  <a:pt x="127" y="3"/>
                </a:cubicBezTo>
                <a:cubicBezTo>
                  <a:pt x="127" y="3"/>
                  <a:pt x="127" y="3"/>
                  <a:pt x="127" y="3"/>
                </a:cubicBezTo>
                <a:cubicBezTo>
                  <a:pt x="127" y="3"/>
                  <a:pt x="127" y="3"/>
                  <a:pt x="127" y="3"/>
                </a:cubicBezTo>
                <a:cubicBezTo>
                  <a:pt x="127" y="3"/>
                  <a:pt x="126" y="3"/>
                  <a:pt x="126" y="3"/>
                </a:cubicBezTo>
                <a:cubicBezTo>
                  <a:pt x="125" y="3"/>
                  <a:pt x="125" y="3"/>
                  <a:pt x="125" y="4"/>
                </a:cubicBezTo>
                <a:cubicBezTo>
                  <a:pt x="125" y="4"/>
                  <a:pt x="125" y="4"/>
                  <a:pt x="125" y="4"/>
                </a:cubicBezTo>
                <a:cubicBezTo>
                  <a:pt x="125" y="4"/>
                  <a:pt x="125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5"/>
                  <a:pt x="126" y="5"/>
                  <a:pt x="126" y="5"/>
                </a:cubicBezTo>
                <a:cubicBezTo>
                  <a:pt x="125" y="5"/>
                  <a:pt x="125" y="5"/>
                  <a:pt x="125" y="5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6" y="6"/>
                </a:cubicBezTo>
                <a:cubicBezTo>
                  <a:pt x="126" y="6"/>
                  <a:pt x="126" y="6"/>
                  <a:pt x="126" y="6"/>
                </a:cubicBezTo>
                <a:cubicBezTo>
                  <a:pt x="126" y="6"/>
                  <a:pt x="126" y="6"/>
                  <a:pt x="126" y="6"/>
                </a:cubicBezTo>
                <a:cubicBezTo>
                  <a:pt x="126" y="6"/>
                  <a:pt x="126" y="6"/>
                  <a:pt x="127" y="7"/>
                </a:cubicBezTo>
                <a:cubicBezTo>
                  <a:pt x="127" y="7"/>
                  <a:pt x="127" y="7"/>
                  <a:pt x="127" y="7"/>
                </a:cubicBezTo>
                <a:close/>
              </a:path>
              <a:path w="192" h="20">
                <a:moveTo>
                  <a:pt x="125" y="13"/>
                </a:moveTo>
                <a:cubicBezTo>
                  <a:pt x="125" y="13"/>
                  <a:pt x="125" y="13"/>
                  <a:pt x="125" y="13"/>
                </a:cubicBezTo>
                <a:cubicBezTo>
                  <a:pt x="125" y="13"/>
                  <a:pt x="125" y="12"/>
                  <a:pt x="125" y="12"/>
                </a:cubicBezTo>
                <a:cubicBezTo>
                  <a:pt x="126" y="12"/>
                  <a:pt x="126" y="11"/>
                  <a:pt x="126" y="11"/>
                </a:cubicBezTo>
                <a:cubicBezTo>
                  <a:pt x="126" y="11"/>
                  <a:pt x="125" y="11"/>
                  <a:pt x="125" y="10"/>
                </a:cubicBezTo>
                <a:cubicBezTo>
                  <a:pt x="125" y="10"/>
                  <a:pt x="125" y="10"/>
                  <a:pt x="125" y="10"/>
                </a:cubicBezTo>
                <a:cubicBezTo>
                  <a:pt x="125" y="10"/>
                  <a:pt x="125" y="10"/>
                  <a:pt x="125" y="10"/>
                </a:cubicBezTo>
                <a:cubicBezTo>
                  <a:pt x="124" y="10"/>
                  <a:pt x="124" y="10"/>
                  <a:pt x="124" y="11"/>
                </a:cubicBezTo>
                <a:cubicBezTo>
                  <a:pt x="124" y="11"/>
                  <a:pt x="124" y="11"/>
                  <a:pt x="124" y="11"/>
                </a:cubicBezTo>
                <a:cubicBezTo>
                  <a:pt x="124" y="12"/>
                  <a:pt x="124" y="12"/>
                  <a:pt x="124" y="12"/>
                </a:cubicBezTo>
                <a:cubicBezTo>
                  <a:pt x="125" y="12"/>
                  <a:pt x="125" y="12"/>
                  <a:pt x="125" y="12"/>
                </a:cubicBezTo>
                <a:cubicBezTo>
                  <a:pt x="125" y="13"/>
                  <a:pt x="125" y="13"/>
                  <a:pt x="125" y="13"/>
                </a:cubicBezTo>
                <a:close/>
              </a:path>
              <a:path w="192" h="20">
                <a:moveTo>
                  <a:pt x="156" y="13"/>
                </a:moveTo>
                <a:cubicBezTo>
                  <a:pt x="156" y="13"/>
                  <a:pt x="156" y="12"/>
                  <a:pt x="156" y="12"/>
                </a:cubicBezTo>
                <a:cubicBezTo>
                  <a:pt x="156" y="12"/>
                  <a:pt x="156" y="12"/>
                  <a:pt x="156" y="12"/>
                </a:cubicBezTo>
                <a:cubicBezTo>
                  <a:pt x="156" y="12"/>
                  <a:pt x="156" y="12"/>
                  <a:pt x="156" y="12"/>
                </a:cubicBezTo>
                <a:cubicBezTo>
                  <a:pt x="156" y="12"/>
                  <a:pt x="156" y="12"/>
                  <a:pt x="155" y="12"/>
                </a:cubicBezTo>
                <a:cubicBezTo>
                  <a:pt x="155" y="12"/>
                  <a:pt x="155" y="12"/>
                  <a:pt x="155" y="12"/>
                </a:cubicBezTo>
                <a:cubicBezTo>
                  <a:pt x="155" y="12"/>
                  <a:pt x="155" y="12"/>
                  <a:pt x="155" y="13"/>
                </a:cubicBezTo>
                <a:cubicBezTo>
                  <a:pt x="155" y="13"/>
                  <a:pt x="155" y="13"/>
                  <a:pt x="155" y="13"/>
                </a:cubicBezTo>
                <a:cubicBezTo>
                  <a:pt x="155" y="14"/>
                  <a:pt x="155" y="14"/>
                  <a:pt x="155" y="14"/>
                </a:cubicBezTo>
                <a:cubicBezTo>
                  <a:pt x="155" y="14"/>
                  <a:pt x="155" y="14"/>
                  <a:pt x="155" y="14"/>
                </a:cubicBezTo>
                <a:cubicBezTo>
                  <a:pt x="155" y="14"/>
                  <a:pt x="155" y="14"/>
                  <a:pt x="156" y="14"/>
                </a:cubicBezTo>
                <a:cubicBezTo>
                  <a:pt x="156" y="14"/>
                  <a:pt x="156" y="14"/>
                  <a:pt x="156" y="14"/>
                </a:cubicBezTo>
                <a:cubicBezTo>
                  <a:pt x="156" y="14"/>
                  <a:pt x="156" y="14"/>
                  <a:pt x="156" y="14"/>
                </a:cubicBezTo>
                <a:cubicBezTo>
                  <a:pt x="156" y="13"/>
                  <a:pt x="156" y="13"/>
                  <a:pt x="156" y="13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2" name="Rectangle 13"/>
          <p:cNvSpPr>
            <a:spLocks noGrp="1"/>
          </p:cNvSpPr>
          <p:nvPr/>
        </p:nvSpPr>
        <p:spPr>
          <a:xfrm>
            <a:off x="9971521" y="260515"/>
            <a:ext cx="182870" cy="6350"/>
          </a:xfrm>
          <a:prstGeom prst="rect">
            <a:avLst/>
          </a:prstGeom>
          <a:solidFill>
            <a:srgbClr val="005A9F"/>
          </a:solidFill>
          <a:ln>
            <a:noFill/>
          </a:ln>
        </p:spPr>
      </p:sp>
      <p:sp>
        <p:nvSpPr>
          <p:cNvPr id="13" name="Freeform 14"/>
          <p:cNvSpPr>
            <a:spLocks noGrp="1"/>
          </p:cNvSpPr>
          <p:nvPr/>
        </p:nvSpPr>
        <p:spPr>
          <a:xfrm>
            <a:off x="9881355" y="177969"/>
            <a:ext cx="358121" cy="91435"/>
          </a:xfrm>
          <a:custGeom>
            <a:avLst/>
            <a:gdLst/>
            <a:ahLst/>
            <a:cxnLst/>
            <a:rect l="l" t="t" r="r" b="b"/>
            <a:pathLst>
              <a:path w="232" h="59">
                <a:moveTo>
                  <a:pt x="7" y="34"/>
                </a:moveTo>
                <a:lnTo>
                  <a:pt x="2" y="31"/>
                </a:lnTo>
                <a:lnTo>
                  <a:pt x="1" y="31"/>
                </a:lnTo>
                <a:lnTo>
                  <a:pt x="1" y="30"/>
                </a:lnTo>
                <a:lnTo>
                  <a:pt x="2" y="30"/>
                </a:lnTo>
                <a:lnTo>
                  <a:pt x="3" y="30"/>
                </a:lnTo>
                <a:lnTo>
                  <a:pt x="3" y="29"/>
                </a:lnTo>
                <a:lnTo>
                  <a:pt x="4" y="29"/>
                </a:lnTo>
                <a:lnTo>
                  <a:pt x="5" y="30"/>
                </a:lnTo>
                <a:lnTo>
                  <a:pt x="6" y="30"/>
                </a:lnTo>
                <a:lnTo>
                  <a:pt x="7" y="31"/>
                </a:lnTo>
                <a:lnTo>
                  <a:pt x="7" y="32"/>
                </a:lnTo>
                <a:lnTo>
                  <a:pt x="8" y="34"/>
                </a:lnTo>
                <a:lnTo>
                  <a:pt x="9" y="33"/>
                </a:lnTo>
                <a:lnTo>
                  <a:pt x="9" y="28"/>
                </a:lnTo>
                <a:lnTo>
                  <a:pt x="9" y="27"/>
                </a:lnTo>
                <a:lnTo>
                  <a:pt x="9" y="26"/>
                </a:lnTo>
                <a:lnTo>
                  <a:pt x="10" y="26"/>
                </a:lnTo>
                <a:lnTo>
                  <a:pt x="11" y="26"/>
                </a:lnTo>
                <a:lnTo>
                  <a:pt x="12" y="26"/>
                </a:lnTo>
                <a:lnTo>
                  <a:pt x="13" y="26"/>
                </a:lnTo>
                <a:lnTo>
                  <a:pt x="14" y="27"/>
                </a:lnTo>
                <a:lnTo>
                  <a:pt x="14" y="28"/>
                </a:lnTo>
                <a:lnTo>
                  <a:pt x="15" y="28"/>
                </a:lnTo>
                <a:lnTo>
                  <a:pt x="15" y="29"/>
                </a:lnTo>
                <a:lnTo>
                  <a:pt x="14" y="29"/>
                </a:lnTo>
                <a:lnTo>
                  <a:pt x="12" y="32"/>
                </a:lnTo>
                <a:lnTo>
                  <a:pt x="12" y="33"/>
                </a:lnTo>
                <a:lnTo>
                  <a:pt x="11" y="33"/>
                </a:lnTo>
                <a:lnTo>
                  <a:pt x="11" y="34"/>
                </a:lnTo>
                <a:lnTo>
                  <a:pt x="11" y="35"/>
                </a:lnTo>
                <a:lnTo>
                  <a:pt x="11" y="37"/>
                </a:lnTo>
                <a:lnTo>
                  <a:pt x="13" y="37"/>
                </a:lnTo>
                <a:lnTo>
                  <a:pt x="14" y="36"/>
                </a:lnTo>
                <a:lnTo>
                  <a:pt x="14" y="35"/>
                </a:lnTo>
                <a:lnTo>
                  <a:pt x="14" y="34"/>
                </a:lnTo>
                <a:lnTo>
                  <a:pt x="14" y="33"/>
                </a:lnTo>
                <a:lnTo>
                  <a:pt x="13" y="33"/>
                </a:lnTo>
                <a:lnTo>
                  <a:pt x="13" y="32"/>
                </a:lnTo>
                <a:lnTo>
                  <a:pt x="14" y="32"/>
                </a:lnTo>
                <a:lnTo>
                  <a:pt x="16" y="32"/>
                </a:lnTo>
                <a:lnTo>
                  <a:pt x="17" y="32"/>
                </a:lnTo>
                <a:lnTo>
                  <a:pt x="18" y="32"/>
                </a:lnTo>
                <a:lnTo>
                  <a:pt x="18" y="33"/>
                </a:lnTo>
                <a:lnTo>
                  <a:pt x="18" y="34"/>
                </a:lnTo>
                <a:lnTo>
                  <a:pt x="17" y="34"/>
                </a:lnTo>
                <a:lnTo>
                  <a:pt x="17" y="35"/>
                </a:lnTo>
                <a:lnTo>
                  <a:pt x="17" y="36"/>
                </a:lnTo>
                <a:lnTo>
                  <a:pt x="16" y="36"/>
                </a:lnTo>
                <a:lnTo>
                  <a:pt x="16" y="38"/>
                </a:lnTo>
                <a:lnTo>
                  <a:pt x="17" y="38"/>
                </a:lnTo>
                <a:lnTo>
                  <a:pt x="19" y="35"/>
                </a:lnTo>
                <a:lnTo>
                  <a:pt x="19" y="34"/>
                </a:lnTo>
                <a:lnTo>
                  <a:pt x="20" y="34"/>
                </a:lnTo>
                <a:lnTo>
                  <a:pt x="21" y="34"/>
                </a:lnTo>
                <a:lnTo>
                  <a:pt x="22" y="34"/>
                </a:lnTo>
                <a:lnTo>
                  <a:pt x="22" y="35"/>
                </a:lnTo>
                <a:lnTo>
                  <a:pt x="23" y="35"/>
                </a:lnTo>
                <a:lnTo>
                  <a:pt x="23" y="36"/>
                </a:lnTo>
                <a:lnTo>
                  <a:pt x="22" y="36"/>
                </a:lnTo>
                <a:lnTo>
                  <a:pt x="19" y="42"/>
                </a:lnTo>
                <a:lnTo>
                  <a:pt x="18" y="42"/>
                </a:lnTo>
                <a:lnTo>
                  <a:pt x="18" y="43"/>
                </a:lnTo>
                <a:lnTo>
                  <a:pt x="19" y="43"/>
                </a:lnTo>
                <a:lnTo>
                  <a:pt x="20" y="43"/>
                </a:lnTo>
                <a:lnTo>
                  <a:pt x="22" y="43"/>
                </a:lnTo>
                <a:lnTo>
                  <a:pt x="23" y="43"/>
                </a:lnTo>
                <a:lnTo>
                  <a:pt x="23" y="44"/>
                </a:lnTo>
                <a:lnTo>
                  <a:pt x="20" y="48"/>
                </a:lnTo>
                <a:lnTo>
                  <a:pt x="24" y="54"/>
                </a:lnTo>
                <a:lnTo>
                  <a:pt x="24" y="56"/>
                </a:lnTo>
                <a:lnTo>
                  <a:pt x="25" y="57"/>
                </a:lnTo>
                <a:lnTo>
                  <a:pt x="25" y="58"/>
                </a:lnTo>
                <a:lnTo>
                  <a:pt x="25" y="59"/>
                </a:lnTo>
                <a:lnTo>
                  <a:pt x="24" y="59"/>
                </a:lnTo>
                <a:lnTo>
                  <a:pt x="23" y="59"/>
                </a:lnTo>
                <a:lnTo>
                  <a:pt x="22" y="59"/>
                </a:lnTo>
                <a:lnTo>
                  <a:pt x="22" y="58"/>
                </a:lnTo>
                <a:lnTo>
                  <a:pt x="17" y="51"/>
                </a:lnTo>
                <a:lnTo>
                  <a:pt x="13" y="57"/>
                </a:lnTo>
                <a:lnTo>
                  <a:pt x="12" y="58"/>
                </a:lnTo>
                <a:lnTo>
                  <a:pt x="11" y="58"/>
                </a:lnTo>
                <a:lnTo>
                  <a:pt x="10" y="58"/>
                </a:lnTo>
                <a:lnTo>
                  <a:pt x="10" y="57"/>
                </a:lnTo>
                <a:lnTo>
                  <a:pt x="12" y="52"/>
                </a:lnTo>
                <a:lnTo>
                  <a:pt x="14" y="47"/>
                </a:lnTo>
                <a:lnTo>
                  <a:pt x="14" y="46"/>
                </a:lnTo>
                <a:lnTo>
                  <a:pt x="13" y="46"/>
                </a:lnTo>
                <a:lnTo>
                  <a:pt x="8" y="53"/>
                </a:lnTo>
                <a:lnTo>
                  <a:pt x="7" y="54"/>
                </a:lnTo>
                <a:lnTo>
                  <a:pt x="7" y="55"/>
                </a:lnTo>
                <a:lnTo>
                  <a:pt x="6" y="55"/>
                </a:lnTo>
                <a:lnTo>
                  <a:pt x="5" y="56"/>
                </a:lnTo>
                <a:lnTo>
                  <a:pt x="3" y="56"/>
                </a:lnTo>
                <a:lnTo>
                  <a:pt x="2" y="55"/>
                </a:lnTo>
                <a:lnTo>
                  <a:pt x="12" y="44"/>
                </a:lnTo>
                <a:lnTo>
                  <a:pt x="11" y="42"/>
                </a:lnTo>
                <a:lnTo>
                  <a:pt x="11" y="43"/>
                </a:lnTo>
                <a:lnTo>
                  <a:pt x="10" y="43"/>
                </a:lnTo>
                <a:lnTo>
                  <a:pt x="10" y="44"/>
                </a:lnTo>
                <a:lnTo>
                  <a:pt x="10" y="45"/>
                </a:lnTo>
                <a:lnTo>
                  <a:pt x="10" y="46"/>
                </a:lnTo>
                <a:lnTo>
                  <a:pt x="9" y="47"/>
                </a:lnTo>
                <a:lnTo>
                  <a:pt x="5" y="46"/>
                </a:lnTo>
                <a:lnTo>
                  <a:pt x="5" y="45"/>
                </a:lnTo>
                <a:lnTo>
                  <a:pt x="5" y="44"/>
                </a:lnTo>
                <a:lnTo>
                  <a:pt x="3" y="43"/>
                </a:lnTo>
                <a:lnTo>
                  <a:pt x="3" y="42"/>
                </a:lnTo>
                <a:lnTo>
                  <a:pt x="4" y="42"/>
                </a:lnTo>
                <a:lnTo>
                  <a:pt x="7" y="42"/>
                </a:lnTo>
                <a:lnTo>
                  <a:pt x="8" y="42"/>
                </a:lnTo>
                <a:lnTo>
                  <a:pt x="8" y="41"/>
                </a:lnTo>
                <a:lnTo>
                  <a:pt x="9" y="41"/>
                </a:lnTo>
                <a:lnTo>
                  <a:pt x="10" y="41"/>
                </a:lnTo>
                <a:lnTo>
                  <a:pt x="10" y="40"/>
                </a:lnTo>
                <a:lnTo>
                  <a:pt x="8" y="39"/>
                </a:lnTo>
                <a:lnTo>
                  <a:pt x="8" y="38"/>
                </a:lnTo>
                <a:lnTo>
                  <a:pt x="8" y="37"/>
                </a:lnTo>
                <a:lnTo>
                  <a:pt x="9" y="37"/>
                </a:lnTo>
                <a:lnTo>
                  <a:pt x="10" y="37"/>
                </a:lnTo>
                <a:lnTo>
                  <a:pt x="10" y="36"/>
                </a:lnTo>
                <a:lnTo>
                  <a:pt x="10" y="35"/>
                </a:lnTo>
                <a:lnTo>
                  <a:pt x="9" y="35"/>
                </a:lnTo>
                <a:lnTo>
                  <a:pt x="5" y="39"/>
                </a:lnTo>
                <a:lnTo>
                  <a:pt x="4" y="40"/>
                </a:lnTo>
                <a:lnTo>
                  <a:pt x="3" y="40"/>
                </a:lnTo>
                <a:lnTo>
                  <a:pt x="2" y="40"/>
                </a:lnTo>
                <a:lnTo>
                  <a:pt x="1" y="40"/>
                </a:lnTo>
                <a:lnTo>
                  <a:pt x="0" y="40"/>
                </a:lnTo>
                <a:lnTo>
                  <a:pt x="0" y="39"/>
                </a:lnTo>
                <a:lnTo>
                  <a:pt x="1" y="38"/>
                </a:lnTo>
                <a:lnTo>
                  <a:pt x="7" y="34"/>
                </a:lnTo>
                <a:close/>
                <a:moveTo>
                  <a:pt x="17" y="45"/>
                </a:moveTo>
                <a:lnTo>
                  <a:pt x="17" y="45"/>
                </a:lnTo>
                <a:lnTo>
                  <a:pt x="18" y="45"/>
                </a:lnTo>
                <a:lnTo>
                  <a:pt x="18" y="46"/>
                </a:lnTo>
                <a:lnTo>
                  <a:pt x="19" y="46"/>
                </a:lnTo>
                <a:lnTo>
                  <a:pt x="19" y="45"/>
                </a:lnTo>
                <a:lnTo>
                  <a:pt x="18" y="44"/>
                </a:lnTo>
                <a:lnTo>
                  <a:pt x="17" y="44"/>
                </a:lnTo>
                <a:lnTo>
                  <a:pt x="17" y="45"/>
                </a:lnTo>
                <a:close/>
                <a:moveTo>
                  <a:pt x="16" y="42"/>
                </a:moveTo>
                <a:lnTo>
                  <a:pt x="18" y="39"/>
                </a:lnTo>
                <a:lnTo>
                  <a:pt x="19" y="39"/>
                </a:lnTo>
                <a:lnTo>
                  <a:pt x="17" y="42"/>
                </a:lnTo>
                <a:lnTo>
                  <a:pt x="17" y="43"/>
                </a:lnTo>
                <a:lnTo>
                  <a:pt x="16" y="43"/>
                </a:lnTo>
                <a:lnTo>
                  <a:pt x="16" y="42"/>
                </a:lnTo>
                <a:close/>
                <a:moveTo>
                  <a:pt x="13" y="38"/>
                </a:moveTo>
                <a:lnTo>
                  <a:pt x="15" y="41"/>
                </a:lnTo>
                <a:lnTo>
                  <a:pt x="15" y="40"/>
                </a:lnTo>
                <a:lnTo>
                  <a:pt x="16" y="40"/>
                </a:lnTo>
                <a:lnTo>
                  <a:pt x="16" y="39"/>
                </a:lnTo>
                <a:lnTo>
                  <a:pt x="15" y="39"/>
                </a:lnTo>
                <a:lnTo>
                  <a:pt x="15" y="38"/>
                </a:lnTo>
                <a:lnTo>
                  <a:pt x="15" y="37"/>
                </a:lnTo>
                <a:lnTo>
                  <a:pt x="14" y="37"/>
                </a:lnTo>
                <a:lnTo>
                  <a:pt x="13" y="38"/>
                </a:lnTo>
                <a:close/>
                <a:moveTo>
                  <a:pt x="11" y="29"/>
                </a:moveTo>
                <a:lnTo>
                  <a:pt x="11" y="29"/>
                </a:lnTo>
                <a:lnTo>
                  <a:pt x="11" y="28"/>
                </a:lnTo>
                <a:lnTo>
                  <a:pt x="12" y="28"/>
                </a:lnTo>
                <a:lnTo>
                  <a:pt x="12" y="29"/>
                </a:lnTo>
                <a:lnTo>
                  <a:pt x="12" y="30"/>
                </a:lnTo>
                <a:lnTo>
                  <a:pt x="12" y="31"/>
                </a:lnTo>
                <a:lnTo>
                  <a:pt x="11" y="31"/>
                </a:lnTo>
                <a:lnTo>
                  <a:pt x="11" y="30"/>
                </a:lnTo>
                <a:lnTo>
                  <a:pt x="11" y="29"/>
                </a:lnTo>
                <a:close/>
                <a:moveTo>
                  <a:pt x="15" y="48"/>
                </a:moveTo>
                <a:lnTo>
                  <a:pt x="16" y="49"/>
                </a:lnTo>
                <a:lnTo>
                  <a:pt x="13" y="53"/>
                </a:lnTo>
                <a:lnTo>
                  <a:pt x="12" y="53"/>
                </a:lnTo>
                <a:lnTo>
                  <a:pt x="15" y="48"/>
                </a:lnTo>
                <a:close/>
              </a:path>
              <a:path w="232" h="59">
                <a:moveTo>
                  <a:pt x="204" y="57"/>
                </a:moveTo>
                <a:cubicBezTo>
                  <a:pt x="202" y="54"/>
                  <a:pt x="202" y="53"/>
                  <a:pt x="201" y="52"/>
                </a:cubicBezTo>
                <a:cubicBezTo>
                  <a:pt x="201" y="52"/>
                  <a:pt x="201" y="52"/>
                  <a:pt x="201" y="52"/>
                </a:cubicBezTo>
                <a:cubicBezTo>
                  <a:pt x="203" y="53"/>
                  <a:pt x="204" y="54"/>
                  <a:pt x="206" y="52"/>
                </a:cubicBezTo>
                <a:cubicBezTo>
                  <a:pt x="208" y="50"/>
                  <a:pt x="209" y="48"/>
                  <a:pt x="210" y="46"/>
                </a:cubicBezTo>
                <a:cubicBezTo>
                  <a:pt x="210" y="45"/>
                  <a:pt x="210" y="45"/>
                  <a:pt x="210" y="45"/>
                </a:cubicBezTo>
                <a:cubicBezTo>
                  <a:pt x="207" y="45"/>
                  <a:pt x="204" y="46"/>
                  <a:pt x="200" y="46"/>
                </a:cubicBezTo>
                <a:cubicBezTo>
                  <a:pt x="199" y="45"/>
                  <a:pt x="198" y="43"/>
                  <a:pt x="198" y="42"/>
                </a:cubicBezTo>
                <a:cubicBezTo>
                  <a:pt x="198" y="42"/>
                  <a:pt x="198" y="42"/>
                  <a:pt x="198" y="42"/>
                </a:cubicBezTo>
                <a:cubicBezTo>
                  <a:pt x="203" y="42"/>
                  <a:pt x="208" y="44"/>
                  <a:pt x="213" y="43"/>
                </a:cubicBezTo>
                <a:cubicBezTo>
                  <a:pt x="214" y="43"/>
                  <a:pt x="217" y="41"/>
                  <a:pt x="216" y="41"/>
                </a:cubicBezTo>
                <a:cubicBezTo>
                  <a:pt x="215" y="39"/>
                  <a:pt x="210" y="41"/>
                  <a:pt x="209" y="38"/>
                </a:cubicBezTo>
                <a:cubicBezTo>
                  <a:pt x="209" y="38"/>
                  <a:pt x="209" y="38"/>
                  <a:pt x="209" y="38"/>
                </a:cubicBezTo>
                <a:cubicBezTo>
                  <a:pt x="213" y="38"/>
                  <a:pt x="216" y="39"/>
                  <a:pt x="219" y="39"/>
                </a:cubicBezTo>
                <a:cubicBezTo>
                  <a:pt x="221" y="38"/>
                  <a:pt x="223" y="37"/>
                  <a:pt x="224" y="37"/>
                </a:cubicBezTo>
                <a:cubicBezTo>
                  <a:pt x="225" y="36"/>
                  <a:pt x="225" y="36"/>
                  <a:pt x="226" y="35"/>
                </a:cubicBezTo>
                <a:cubicBezTo>
                  <a:pt x="225" y="34"/>
                  <a:pt x="222" y="33"/>
                  <a:pt x="222" y="34"/>
                </a:cubicBezTo>
                <a:cubicBezTo>
                  <a:pt x="221" y="36"/>
                  <a:pt x="221" y="38"/>
                  <a:pt x="218" y="38"/>
                </a:cubicBezTo>
                <a:cubicBezTo>
                  <a:pt x="216" y="38"/>
                  <a:pt x="216" y="37"/>
                  <a:pt x="215" y="36"/>
                </a:cubicBezTo>
                <a:cubicBezTo>
                  <a:pt x="215" y="33"/>
                  <a:pt x="217" y="33"/>
                  <a:pt x="218" y="32"/>
                </a:cubicBezTo>
                <a:cubicBezTo>
                  <a:pt x="217" y="31"/>
                  <a:pt x="216" y="32"/>
                  <a:pt x="215" y="32"/>
                </a:cubicBezTo>
                <a:cubicBezTo>
                  <a:pt x="215" y="33"/>
                  <a:pt x="215" y="33"/>
                  <a:pt x="214" y="34"/>
                </a:cubicBezTo>
                <a:cubicBezTo>
                  <a:pt x="214" y="35"/>
                  <a:pt x="214" y="36"/>
                  <a:pt x="213" y="36"/>
                </a:cubicBezTo>
                <a:cubicBezTo>
                  <a:pt x="212" y="36"/>
                  <a:pt x="212" y="34"/>
                  <a:pt x="212" y="34"/>
                </a:cubicBezTo>
                <a:cubicBezTo>
                  <a:pt x="211" y="34"/>
                  <a:pt x="211" y="35"/>
                  <a:pt x="210" y="36"/>
                </a:cubicBezTo>
                <a:cubicBezTo>
                  <a:pt x="209" y="36"/>
                  <a:pt x="209" y="36"/>
                  <a:pt x="209" y="35"/>
                </a:cubicBezTo>
                <a:cubicBezTo>
                  <a:pt x="210" y="33"/>
                  <a:pt x="210" y="29"/>
                  <a:pt x="211" y="27"/>
                </a:cubicBezTo>
                <a:cubicBezTo>
                  <a:pt x="212" y="27"/>
                  <a:pt x="211" y="29"/>
                  <a:pt x="212" y="30"/>
                </a:cubicBezTo>
                <a:cubicBezTo>
                  <a:pt x="212" y="30"/>
                  <a:pt x="213" y="30"/>
                  <a:pt x="213" y="30"/>
                </a:cubicBezTo>
                <a:cubicBezTo>
                  <a:pt x="213" y="28"/>
                  <a:pt x="213" y="26"/>
                  <a:pt x="213" y="24"/>
                </a:cubicBezTo>
                <a:cubicBezTo>
                  <a:pt x="213" y="24"/>
                  <a:pt x="213" y="24"/>
                  <a:pt x="213" y="24"/>
                </a:cubicBezTo>
                <a:cubicBezTo>
                  <a:pt x="214" y="23"/>
                  <a:pt x="215" y="26"/>
                  <a:pt x="215" y="27"/>
                </a:cubicBezTo>
                <a:cubicBezTo>
                  <a:pt x="215" y="28"/>
                  <a:pt x="215" y="29"/>
                  <a:pt x="215" y="30"/>
                </a:cubicBezTo>
                <a:cubicBezTo>
                  <a:pt x="216" y="31"/>
                  <a:pt x="217" y="31"/>
                  <a:pt x="218" y="30"/>
                </a:cubicBezTo>
                <a:cubicBezTo>
                  <a:pt x="218" y="29"/>
                  <a:pt x="217" y="28"/>
                  <a:pt x="218" y="27"/>
                </a:cubicBezTo>
                <a:cubicBezTo>
                  <a:pt x="219" y="27"/>
                  <a:pt x="219" y="29"/>
                  <a:pt x="221" y="29"/>
                </a:cubicBezTo>
                <a:cubicBezTo>
                  <a:pt x="221" y="28"/>
                  <a:pt x="222" y="28"/>
                  <a:pt x="223" y="27"/>
                </a:cubicBezTo>
                <a:cubicBezTo>
                  <a:pt x="224" y="28"/>
                  <a:pt x="225" y="30"/>
                  <a:pt x="224" y="31"/>
                </a:cubicBezTo>
                <a:cubicBezTo>
                  <a:pt x="224" y="31"/>
                  <a:pt x="223" y="31"/>
                  <a:pt x="223" y="32"/>
                </a:cubicBezTo>
                <a:cubicBezTo>
                  <a:pt x="224" y="32"/>
                  <a:pt x="228" y="33"/>
                  <a:pt x="229" y="33"/>
                </a:cubicBezTo>
                <a:cubicBezTo>
                  <a:pt x="230" y="33"/>
                  <a:pt x="232" y="37"/>
                  <a:pt x="230" y="39"/>
                </a:cubicBezTo>
                <a:cubicBezTo>
                  <a:pt x="229" y="39"/>
                  <a:pt x="226" y="39"/>
                  <a:pt x="225" y="39"/>
                </a:cubicBezTo>
                <a:cubicBezTo>
                  <a:pt x="223" y="39"/>
                  <a:pt x="223" y="39"/>
                  <a:pt x="222" y="39"/>
                </a:cubicBezTo>
                <a:cubicBezTo>
                  <a:pt x="221" y="40"/>
                  <a:pt x="221" y="40"/>
                  <a:pt x="222" y="42"/>
                </a:cubicBezTo>
                <a:cubicBezTo>
                  <a:pt x="221" y="44"/>
                  <a:pt x="218" y="42"/>
                  <a:pt x="217" y="44"/>
                </a:cubicBezTo>
                <a:cubicBezTo>
                  <a:pt x="218" y="45"/>
                  <a:pt x="220" y="46"/>
                  <a:pt x="219" y="48"/>
                </a:cubicBezTo>
                <a:cubicBezTo>
                  <a:pt x="218" y="49"/>
                  <a:pt x="215" y="49"/>
                  <a:pt x="214" y="48"/>
                </a:cubicBezTo>
                <a:cubicBezTo>
                  <a:pt x="215" y="46"/>
                  <a:pt x="215" y="46"/>
                  <a:pt x="215" y="46"/>
                </a:cubicBezTo>
                <a:cubicBezTo>
                  <a:pt x="215" y="46"/>
                  <a:pt x="215" y="46"/>
                  <a:pt x="214" y="46"/>
                </a:cubicBezTo>
                <a:cubicBezTo>
                  <a:pt x="212" y="46"/>
                  <a:pt x="210" y="51"/>
                  <a:pt x="209" y="53"/>
                </a:cubicBezTo>
                <a:cubicBezTo>
                  <a:pt x="208" y="54"/>
                  <a:pt x="207" y="58"/>
                  <a:pt x="204" y="57"/>
                </a:cubicBezTo>
                <a:close/>
                <a:moveTo>
                  <a:pt x="218" y="36"/>
                </a:moveTo>
                <a:cubicBezTo>
                  <a:pt x="218" y="35"/>
                  <a:pt x="218" y="35"/>
                  <a:pt x="218" y="35"/>
                </a:cubicBezTo>
                <a:cubicBezTo>
                  <a:pt x="218" y="35"/>
                  <a:pt x="219" y="34"/>
                  <a:pt x="219" y="34"/>
                </a:cubicBezTo>
                <a:cubicBezTo>
                  <a:pt x="219" y="35"/>
                  <a:pt x="219" y="35"/>
                  <a:pt x="218" y="36"/>
                </a:cubicBezTo>
                <a:cubicBezTo>
                  <a:pt x="218" y="36"/>
                  <a:pt x="218" y="36"/>
                  <a:pt x="218" y="36"/>
                </a:cubicBezTo>
                <a:close/>
              </a:path>
              <a:path w="232" h="59">
                <a:moveTo>
                  <a:pt x="177" y="37"/>
                </a:moveTo>
                <a:cubicBezTo>
                  <a:pt x="176" y="36"/>
                  <a:pt x="176" y="36"/>
                  <a:pt x="176" y="35"/>
                </a:cubicBezTo>
                <a:cubicBezTo>
                  <a:pt x="177" y="33"/>
                  <a:pt x="177" y="28"/>
                  <a:pt x="178" y="27"/>
                </a:cubicBezTo>
                <a:cubicBezTo>
                  <a:pt x="179" y="27"/>
                  <a:pt x="179" y="27"/>
                  <a:pt x="179" y="27"/>
                </a:cubicBezTo>
                <a:cubicBezTo>
                  <a:pt x="179" y="27"/>
                  <a:pt x="179" y="27"/>
                  <a:pt x="179" y="28"/>
                </a:cubicBezTo>
                <a:cubicBezTo>
                  <a:pt x="179" y="32"/>
                  <a:pt x="180" y="35"/>
                  <a:pt x="183" y="38"/>
                </a:cubicBezTo>
                <a:cubicBezTo>
                  <a:pt x="183" y="38"/>
                  <a:pt x="183" y="38"/>
                  <a:pt x="183" y="38"/>
                </a:cubicBezTo>
                <a:cubicBezTo>
                  <a:pt x="183" y="39"/>
                  <a:pt x="178" y="37"/>
                  <a:pt x="177" y="37"/>
                </a:cubicBezTo>
                <a:close/>
              </a:path>
              <a:path w="232" h="59">
                <a:moveTo>
                  <a:pt x="163" y="29"/>
                </a:moveTo>
                <a:cubicBezTo>
                  <a:pt x="163" y="28"/>
                  <a:pt x="163" y="28"/>
                  <a:pt x="162" y="28"/>
                </a:cubicBezTo>
                <a:cubicBezTo>
                  <a:pt x="162" y="27"/>
                  <a:pt x="162" y="27"/>
                  <a:pt x="162" y="27"/>
                </a:cubicBezTo>
                <a:cubicBezTo>
                  <a:pt x="164" y="28"/>
                  <a:pt x="165" y="28"/>
                  <a:pt x="166" y="28"/>
                </a:cubicBezTo>
                <a:cubicBezTo>
                  <a:pt x="169" y="28"/>
                  <a:pt x="171" y="27"/>
                  <a:pt x="173" y="26"/>
                </a:cubicBezTo>
                <a:cubicBezTo>
                  <a:pt x="172" y="25"/>
                  <a:pt x="170" y="25"/>
                  <a:pt x="169" y="26"/>
                </a:cubicBezTo>
                <a:cubicBezTo>
                  <a:pt x="167" y="25"/>
                  <a:pt x="166" y="21"/>
                  <a:pt x="166" y="21"/>
                </a:cubicBezTo>
                <a:cubicBezTo>
                  <a:pt x="168" y="21"/>
                  <a:pt x="172" y="23"/>
                  <a:pt x="173" y="22"/>
                </a:cubicBezTo>
                <a:cubicBezTo>
                  <a:pt x="178" y="23"/>
                  <a:pt x="178" y="21"/>
                  <a:pt x="181" y="17"/>
                </a:cubicBezTo>
                <a:cubicBezTo>
                  <a:pt x="182" y="16"/>
                  <a:pt x="184" y="12"/>
                  <a:pt x="185" y="12"/>
                </a:cubicBezTo>
                <a:cubicBezTo>
                  <a:pt x="186" y="13"/>
                  <a:pt x="186" y="15"/>
                  <a:pt x="186" y="17"/>
                </a:cubicBezTo>
                <a:cubicBezTo>
                  <a:pt x="185" y="19"/>
                  <a:pt x="183" y="20"/>
                  <a:pt x="182" y="23"/>
                </a:cubicBezTo>
                <a:cubicBezTo>
                  <a:pt x="184" y="24"/>
                  <a:pt x="185" y="22"/>
                  <a:pt x="187" y="24"/>
                </a:cubicBezTo>
                <a:cubicBezTo>
                  <a:pt x="187" y="25"/>
                  <a:pt x="187" y="25"/>
                  <a:pt x="187" y="25"/>
                </a:cubicBezTo>
                <a:cubicBezTo>
                  <a:pt x="186" y="26"/>
                  <a:pt x="184" y="25"/>
                  <a:pt x="183" y="25"/>
                </a:cubicBezTo>
                <a:cubicBezTo>
                  <a:pt x="180" y="25"/>
                  <a:pt x="180" y="25"/>
                  <a:pt x="179" y="25"/>
                </a:cubicBezTo>
                <a:cubicBezTo>
                  <a:pt x="175" y="28"/>
                  <a:pt x="169" y="33"/>
                  <a:pt x="163" y="29"/>
                </a:cubicBezTo>
                <a:close/>
              </a:path>
              <a:path w="232" h="59">
                <a:moveTo>
                  <a:pt x="134" y="18"/>
                </a:moveTo>
                <a:cubicBezTo>
                  <a:pt x="133" y="16"/>
                  <a:pt x="134" y="15"/>
                  <a:pt x="134" y="14"/>
                </a:cubicBezTo>
                <a:cubicBezTo>
                  <a:pt x="134" y="14"/>
                  <a:pt x="134" y="14"/>
                  <a:pt x="134" y="14"/>
                </a:cubicBezTo>
                <a:cubicBezTo>
                  <a:pt x="133" y="15"/>
                  <a:pt x="132" y="15"/>
                  <a:pt x="132" y="15"/>
                </a:cubicBezTo>
                <a:cubicBezTo>
                  <a:pt x="131" y="16"/>
                  <a:pt x="130" y="17"/>
                  <a:pt x="129" y="19"/>
                </a:cubicBezTo>
                <a:cubicBezTo>
                  <a:pt x="129" y="20"/>
                  <a:pt x="129" y="30"/>
                  <a:pt x="126" y="30"/>
                </a:cubicBezTo>
                <a:cubicBezTo>
                  <a:pt x="124" y="28"/>
                  <a:pt x="125" y="27"/>
                  <a:pt x="125" y="25"/>
                </a:cubicBezTo>
                <a:cubicBezTo>
                  <a:pt x="125" y="24"/>
                  <a:pt x="125" y="24"/>
                  <a:pt x="126" y="23"/>
                </a:cubicBezTo>
                <a:cubicBezTo>
                  <a:pt x="125" y="23"/>
                  <a:pt x="123" y="25"/>
                  <a:pt x="123" y="25"/>
                </a:cubicBezTo>
                <a:cubicBezTo>
                  <a:pt x="121" y="26"/>
                  <a:pt x="120" y="25"/>
                  <a:pt x="120" y="23"/>
                </a:cubicBezTo>
                <a:cubicBezTo>
                  <a:pt x="122" y="23"/>
                  <a:pt x="124" y="21"/>
                  <a:pt x="126" y="19"/>
                </a:cubicBezTo>
                <a:cubicBezTo>
                  <a:pt x="126" y="17"/>
                  <a:pt x="126" y="17"/>
                  <a:pt x="126" y="14"/>
                </a:cubicBezTo>
                <a:cubicBezTo>
                  <a:pt x="126" y="14"/>
                  <a:pt x="126" y="14"/>
                  <a:pt x="126" y="14"/>
                </a:cubicBezTo>
                <a:cubicBezTo>
                  <a:pt x="125" y="15"/>
                  <a:pt x="125" y="15"/>
                  <a:pt x="124" y="16"/>
                </a:cubicBezTo>
                <a:cubicBezTo>
                  <a:pt x="122" y="18"/>
                  <a:pt x="119" y="16"/>
                  <a:pt x="120" y="14"/>
                </a:cubicBezTo>
                <a:cubicBezTo>
                  <a:pt x="122" y="14"/>
                  <a:pt x="124" y="12"/>
                  <a:pt x="126" y="11"/>
                </a:cubicBezTo>
                <a:cubicBezTo>
                  <a:pt x="127" y="9"/>
                  <a:pt x="127" y="6"/>
                  <a:pt x="127" y="4"/>
                </a:cubicBezTo>
                <a:cubicBezTo>
                  <a:pt x="126" y="3"/>
                  <a:pt x="128" y="2"/>
                  <a:pt x="129" y="1"/>
                </a:cubicBezTo>
                <a:cubicBezTo>
                  <a:pt x="132" y="2"/>
                  <a:pt x="130" y="5"/>
                  <a:pt x="130" y="7"/>
                </a:cubicBezTo>
                <a:cubicBezTo>
                  <a:pt x="130" y="8"/>
                  <a:pt x="130" y="8"/>
                  <a:pt x="130" y="9"/>
                </a:cubicBezTo>
                <a:cubicBezTo>
                  <a:pt x="130" y="9"/>
                  <a:pt x="131" y="8"/>
                  <a:pt x="132" y="8"/>
                </a:cubicBezTo>
                <a:cubicBezTo>
                  <a:pt x="132" y="8"/>
                  <a:pt x="132" y="8"/>
                  <a:pt x="132" y="9"/>
                </a:cubicBezTo>
                <a:cubicBezTo>
                  <a:pt x="129" y="12"/>
                  <a:pt x="129" y="11"/>
                  <a:pt x="129" y="15"/>
                </a:cubicBezTo>
                <a:cubicBezTo>
                  <a:pt x="130" y="15"/>
                  <a:pt x="131" y="14"/>
                  <a:pt x="131" y="13"/>
                </a:cubicBezTo>
                <a:cubicBezTo>
                  <a:pt x="130" y="12"/>
                  <a:pt x="130" y="12"/>
                  <a:pt x="130" y="12"/>
                </a:cubicBezTo>
                <a:cubicBezTo>
                  <a:pt x="132" y="12"/>
                  <a:pt x="134" y="11"/>
                  <a:pt x="136" y="10"/>
                </a:cubicBezTo>
                <a:cubicBezTo>
                  <a:pt x="136" y="8"/>
                  <a:pt x="137" y="7"/>
                  <a:pt x="138" y="4"/>
                </a:cubicBezTo>
                <a:cubicBezTo>
                  <a:pt x="140" y="2"/>
                  <a:pt x="143" y="5"/>
                  <a:pt x="142" y="8"/>
                </a:cubicBezTo>
                <a:cubicBezTo>
                  <a:pt x="142" y="9"/>
                  <a:pt x="138" y="11"/>
                  <a:pt x="137" y="12"/>
                </a:cubicBezTo>
                <a:cubicBezTo>
                  <a:pt x="137" y="12"/>
                  <a:pt x="136" y="15"/>
                  <a:pt x="136" y="15"/>
                </a:cubicBezTo>
                <a:cubicBezTo>
                  <a:pt x="138" y="16"/>
                  <a:pt x="139" y="11"/>
                  <a:pt x="142" y="13"/>
                </a:cubicBezTo>
                <a:cubicBezTo>
                  <a:pt x="143" y="14"/>
                  <a:pt x="143" y="14"/>
                  <a:pt x="143" y="15"/>
                </a:cubicBezTo>
                <a:cubicBezTo>
                  <a:pt x="142" y="17"/>
                  <a:pt x="140" y="20"/>
                  <a:pt x="139" y="23"/>
                </a:cubicBezTo>
                <a:cubicBezTo>
                  <a:pt x="141" y="25"/>
                  <a:pt x="143" y="26"/>
                  <a:pt x="146" y="27"/>
                </a:cubicBezTo>
                <a:cubicBezTo>
                  <a:pt x="146" y="27"/>
                  <a:pt x="142" y="29"/>
                  <a:pt x="141" y="29"/>
                </a:cubicBezTo>
                <a:cubicBezTo>
                  <a:pt x="138" y="30"/>
                  <a:pt x="138" y="27"/>
                  <a:pt x="137" y="25"/>
                </a:cubicBezTo>
                <a:cubicBezTo>
                  <a:pt x="135" y="27"/>
                  <a:pt x="132" y="28"/>
                  <a:pt x="129" y="27"/>
                </a:cubicBezTo>
                <a:cubicBezTo>
                  <a:pt x="129" y="27"/>
                  <a:pt x="129" y="27"/>
                  <a:pt x="129" y="27"/>
                </a:cubicBezTo>
                <a:cubicBezTo>
                  <a:pt x="131" y="26"/>
                  <a:pt x="133" y="26"/>
                  <a:pt x="134" y="24"/>
                </a:cubicBezTo>
                <a:cubicBezTo>
                  <a:pt x="137" y="22"/>
                  <a:pt x="132" y="20"/>
                  <a:pt x="133" y="18"/>
                </a:cubicBezTo>
                <a:cubicBezTo>
                  <a:pt x="133" y="18"/>
                  <a:pt x="133" y="18"/>
                  <a:pt x="134" y="18"/>
                </a:cubicBezTo>
                <a:cubicBezTo>
                  <a:pt x="134" y="19"/>
                  <a:pt x="136" y="20"/>
                  <a:pt x="137" y="20"/>
                </a:cubicBezTo>
                <a:cubicBezTo>
                  <a:pt x="137" y="19"/>
                  <a:pt x="138" y="18"/>
                  <a:pt x="139" y="17"/>
                </a:cubicBezTo>
                <a:cubicBezTo>
                  <a:pt x="138" y="17"/>
                  <a:pt x="137" y="18"/>
                  <a:pt x="136" y="19"/>
                </a:cubicBezTo>
                <a:cubicBezTo>
                  <a:pt x="136" y="18"/>
                  <a:pt x="135" y="18"/>
                  <a:pt x="134" y="18"/>
                </a:cubicBezTo>
                <a:close/>
              </a:path>
              <a:path w="232" h="59">
                <a:moveTo>
                  <a:pt x="84" y="9"/>
                </a:moveTo>
                <a:cubicBezTo>
                  <a:pt x="86" y="9"/>
                  <a:pt x="87" y="10"/>
                  <a:pt x="87" y="12"/>
                </a:cubicBezTo>
                <a:cubicBezTo>
                  <a:pt x="88" y="11"/>
                  <a:pt x="87" y="10"/>
                  <a:pt x="90" y="11"/>
                </a:cubicBezTo>
                <a:cubicBezTo>
                  <a:pt x="90" y="12"/>
                  <a:pt x="90" y="12"/>
                  <a:pt x="90" y="14"/>
                </a:cubicBezTo>
                <a:cubicBezTo>
                  <a:pt x="89" y="15"/>
                  <a:pt x="88" y="16"/>
                  <a:pt x="87" y="17"/>
                </a:cubicBezTo>
                <a:cubicBezTo>
                  <a:pt x="88" y="19"/>
                  <a:pt x="87" y="19"/>
                  <a:pt x="88" y="20"/>
                </a:cubicBezTo>
                <a:cubicBezTo>
                  <a:pt x="88" y="20"/>
                  <a:pt x="89" y="19"/>
                  <a:pt x="90" y="18"/>
                </a:cubicBezTo>
                <a:cubicBezTo>
                  <a:pt x="90" y="20"/>
                  <a:pt x="89" y="20"/>
                  <a:pt x="88" y="21"/>
                </a:cubicBezTo>
                <a:cubicBezTo>
                  <a:pt x="88" y="24"/>
                  <a:pt x="90" y="28"/>
                  <a:pt x="88" y="30"/>
                </a:cubicBezTo>
                <a:cubicBezTo>
                  <a:pt x="85" y="31"/>
                  <a:pt x="86" y="26"/>
                  <a:pt x="85" y="25"/>
                </a:cubicBezTo>
                <a:cubicBezTo>
                  <a:pt x="85" y="25"/>
                  <a:pt x="85" y="25"/>
                  <a:pt x="85" y="25"/>
                </a:cubicBezTo>
                <a:cubicBezTo>
                  <a:pt x="84" y="26"/>
                  <a:pt x="82" y="28"/>
                  <a:pt x="81" y="27"/>
                </a:cubicBezTo>
                <a:cubicBezTo>
                  <a:pt x="80" y="26"/>
                  <a:pt x="81" y="24"/>
                  <a:pt x="82" y="22"/>
                </a:cubicBezTo>
                <a:cubicBezTo>
                  <a:pt x="83" y="21"/>
                  <a:pt x="85" y="18"/>
                  <a:pt x="85" y="18"/>
                </a:cubicBezTo>
                <a:cubicBezTo>
                  <a:pt x="85" y="17"/>
                  <a:pt x="85" y="17"/>
                  <a:pt x="85" y="17"/>
                </a:cubicBezTo>
                <a:cubicBezTo>
                  <a:pt x="85" y="17"/>
                  <a:pt x="84" y="16"/>
                  <a:pt x="84" y="16"/>
                </a:cubicBezTo>
                <a:cubicBezTo>
                  <a:pt x="83" y="18"/>
                  <a:pt x="81" y="20"/>
                  <a:pt x="79" y="20"/>
                </a:cubicBezTo>
                <a:cubicBezTo>
                  <a:pt x="78" y="19"/>
                  <a:pt x="78" y="19"/>
                  <a:pt x="78" y="18"/>
                </a:cubicBezTo>
                <a:cubicBezTo>
                  <a:pt x="80" y="17"/>
                  <a:pt x="82" y="15"/>
                  <a:pt x="84" y="14"/>
                </a:cubicBezTo>
                <a:cubicBezTo>
                  <a:pt x="84" y="12"/>
                  <a:pt x="83" y="11"/>
                  <a:pt x="84" y="9"/>
                </a:cubicBezTo>
                <a:cubicBezTo>
                  <a:pt x="82" y="9"/>
                  <a:pt x="81" y="10"/>
                  <a:pt x="80" y="10"/>
                </a:cubicBezTo>
                <a:cubicBezTo>
                  <a:pt x="80" y="10"/>
                  <a:pt x="80" y="10"/>
                  <a:pt x="81" y="9"/>
                </a:cubicBezTo>
                <a:cubicBezTo>
                  <a:pt x="85" y="6"/>
                  <a:pt x="86" y="5"/>
                  <a:pt x="86" y="4"/>
                </a:cubicBezTo>
                <a:cubicBezTo>
                  <a:pt x="87" y="3"/>
                  <a:pt x="87" y="2"/>
                  <a:pt x="89" y="3"/>
                </a:cubicBezTo>
                <a:cubicBezTo>
                  <a:pt x="90" y="3"/>
                  <a:pt x="90" y="5"/>
                  <a:pt x="90" y="5"/>
                </a:cubicBezTo>
                <a:cubicBezTo>
                  <a:pt x="88" y="7"/>
                  <a:pt x="86" y="8"/>
                  <a:pt x="84" y="9"/>
                </a:cubicBezTo>
                <a:cubicBezTo>
                  <a:pt x="84" y="9"/>
                  <a:pt x="84" y="9"/>
                  <a:pt x="84" y="9"/>
                </a:cubicBezTo>
                <a:close/>
                <a:moveTo>
                  <a:pt x="84" y="23"/>
                </a:moveTo>
                <a:cubicBezTo>
                  <a:pt x="84" y="22"/>
                  <a:pt x="84" y="22"/>
                  <a:pt x="85" y="21"/>
                </a:cubicBezTo>
                <a:cubicBezTo>
                  <a:pt x="85" y="21"/>
                  <a:pt x="85" y="21"/>
                  <a:pt x="85" y="22"/>
                </a:cubicBezTo>
                <a:cubicBezTo>
                  <a:pt x="85" y="22"/>
                  <a:pt x="85" y="23"/>
                  <a:pt x="84" y="23"/>
                </a:cubicBezTo>
                <a:close/>
              </a:path>
              <a:path w="232" h="59">
                <a:moveTo>
                  <a:pt x="99" y="32"/>
                </a:moveTo>
                <a:cubicBezTo>
                  <a:pt x="99" y="32"/>
                  <a:pt x="98" y="32"/>
                  <a:pt x="98" y="31"/>
                </a:cubicBezTo>
                <a:cubicBezTo>
                  <a:pt x="98" y="28"/>
                  <a:pt x="97" y="25"/>
                  <a:pt x="97" y="22"/>
                </a:cubicBezTo>
                <a:cubicBezTo>
                  <a:pt x="96" y="22"/>
                  <a:pt x="95" y="23"/>
                  <a:pt x="94" y="24"/>
                </a:cubicBezTo>
                <a:cubicBezTo>
                  <a:pt x="93" y="24"/>
                  <a:pt x="92" y="24"/>
                  <a:pt x="92" y="23"/>
                </a:cubicBezTo>
                <a:cubicBezTo>
                  <a:pt x="92" y="23"/>
                  <a:pt x="92" y="22"/>
                  <a:pt x="92" y="22"/>
                </a:cubicBezTo>
                <a:cubicBezTo>
                  <a:pt x="92" y="20"/>
                  <a:pt x="93" y="16"/>
                  <a:pt x="91" y="16"/>
                </a:cubicBezTo>
                <a:cubicBezTo>
                  <a:pt x="90" y="15"/>
                  <a:pt x="90" y="15"/>
                  <a:pt x="90" y="14"/>
                </a:cubicBezTo>
                <a:cubicBezTo>
                  <a:pt x="92" y="14"/>
                  <a:pt x="91" y="11"/>
                  <a:pt x="91" y="10"/>
                </a:cubicBezTo>
                <a:cubicBezTo>
                  <a:pt x="89" y="9"/>
                  <a:pt x="87" y="8"/>
                  <a:pt x="89" y="7"/>
                </a:cubicBezTo>
                <a:cubicBezTo>
                  <a:pt x="91" y="7"/>
                  <a:pt x="93" y="7"/>
                  <a:pt x="94" y="9"/>
                </a:cubicBezTo>
                <a:cubicBezTo>
                  <a:pt x="94" y="10"/>
                  <a:pt x="92" y="12"/>
                  <a:pt x="92" y="13"/>
                </a:cubicBezTo>
                <a:cubicBezTo>
                  <a:pt x="94" y="13"/>
                  <a:pt x="95" y="14"/>
                  <a:pt x="95" y="16"/>
                </a:cubicBezTo>
                <a:cubicBezTo>
                  <a:pt x="93" y="17"/>
                  <a:pt x="93" y="18"/>
                  <a:pt x="94" y="20"/>
                </a:cubicBezTo>
                <a:cubicBezTo>
                  <a:pt x="95" y="19"/>
                  <a:pt x="95" y="18"/>
                  <a:pt x="96" y="17"/>
                </a:cubicBezTo>
                <a:cubicBezTo>
                  <a:pt x="96" y="11"/>
                  <a:pt x="93" y="7"/>
                  <a:pt x="93" y="2"/>
                </a:cubicBezTo>
                <a:cubicBezTo>
                  <a:pt x="94" y="0"/>
                  <a:pt x="96" y="0"/>
                  <a:pt x="97" y="2"/>
                </a:cubicBezTo>
                <a:cubicBezTo>
                  <a:pt x="97" y="5"/>
                  <a:pt x="97" y="11"/>
                  <a:pt x="99" y="14"/>
                </a:cubicBezTo>
                <a:cubicBezTo>
                  <a:pt x="99" y="13"/>
                  <a:pt x="100" y="12"/>
                  <a:pt x="100" y="11"/>
                </a:cubicBezTo>
                <a:cubicBezTo>
                  <a:pt x="101" y="11"/>
                  <a:pt x="102" y="12"/>
                  <a:pt x="103" y="14"/>
                </a:cubicBezTo>
                <a:cubicBezTo>
                  <a:pt x="101" y="15"/>
                  <a:pt x="100" y="16"/>
                  <a:pt x="99" y="18"/>
                </a:cubicBezTo>
                <a:cubicBezTo>
                  <a:pt x="100" y="23"/>
                  <a:pt x="100" y="26"/>
                  <a:pt x="101" y="29"/>
                </a:cubicBezTo>
                <a:cubicBezTo>
                  <a:pt x="100" y="30"/>
                  <a:pt x="100" y="32"/>
                  <a:pt x="99" y="32"/>
                </a:cubicBezTo>
                <a:close/>
              </a:path>
              <a:path w="232" h="59">
                <a:moveTo>
                  <a:pt x="58" y="41"/>
                </a:moveTo>
                <a:cubicBezTo>
                  <a:pt x="58" y="42"/>
                  <a:pt x="57" y="41"/>
                  <a:pt x="57" y="41"/>
                </a:cubicBezTo>
                <a:cubicBezTo>
                  <a:pt x="52" y="36"/>
                  <a:pt x="53" y="29"/>
                  <a:pt x="50" y="25"/>
                </a:cubicBezTo>
                <a:cubicBezTo>
                  <a:pt x="48" y="26"/>
                  <a:pt x="48" y="30"/>
                  <a:pt x="47" y="31"/>
                </a:cubicBezTo>
                <a:cubicBezTo>
                  <a:pt x="44" y="33"/>
                  <a:pt x="43" y="28"/>
                  <a:pt x="43" y="26"/>
                </a:cubicBezTo>
                <a:cubicBezTo>
                  <a:pt x="43" y="25"/>
                  <a:pt x="43" y="24"/>
                  <a:pt x="43" y="23"/>
                </a:cubicBezTo>
                <a:cubicBezTo>
                  <a:pt x="44" y="23"/>
                  <a:pt x="45" y="25"/>
                  <a:pt x="46" y="26"/>
                </a:cubicBezTo>
                <a:cubicBezTo>
                  <a:pt x="47" y="26"/>
                  <a:pt x="47" y="26"/>
                  <a:pt x="47" y="26"/>
                </a:cubicBezTo>
                <a:cubicBezTo>
                  <a:pt x="50" y="21"/>
                  <a:pt x="47" y="18"/>
                  <a:pt x="44" y="15"/>
                </a:cubicBezTo>
                <a:cubicBezTo>
                  <a:pt x="44" y="14"/>
                  <a:pt x="44" y="13"/>
                  <a:pt x="45" y="12"/>
                </a:cubicBezTo>
                <a:cubicBezTo>
                  <a:pt x="45" y="12"/>
                  <a:pt x="47" y="12"/>
                  <a:pt x="48" y="12"/>
                </a:cubicBezTo>
                <a:cubicBezTo>
                  <a:pt x="48" y="12"/>
                  <a:pt x="48" y="12"/>
                  <a:pt x="48" y="12"/>
                </a:cubicBezTo>
                <a:cubicBezTo>
                  <a:pt x="49" y="14"/>
                  <a:pt x="50" y="16"/>
                  <a:pt x="50" y="17"/>
                </a:cubicBezTo>
                <a:cubicBezTo>
                  <a:pt x="50" y="17"/>
                  <a:pt x="51" y="17"/>
                  <a:pt x="51" y="17"/>
                </a:cubicBezTo>
                <a:cubicBezTo>
                  <a:pt x="52" y="16"/>
                  <a:pt x="53" y="14"/>
                  <a:pt x="54" y="12"/>
                </a:cubicBezTo>
                <a:cubicBezTo>
                  <a:pt x="55" y="12"/>
                  <a:pt x="57" y="10"/>
                  <a:pt x="58" y="13"/>
                </a:cubicBezTo>
                <a:cubicBezTo>
                  <a:pt x="58" y="15"/>
                  <a:pt x="53" y="19"/>
                  <a:pt x="57" y="20"/>
                </a:cubicBezTo>
                <a:cubicBezTo>
                  <a:pt x="57" y="20"/>
                  <a:pt x="57" y="21"/>
                  <a:pt x="57" y="21"/>
                </a:cubicBezTo>
                <a:cubicBezTo>
                  <a:pt x="57" y="23"/>
                  <a:pt x="55" y="25"/>
                  <a:pt x="53" y="26"/>
                </a:cubicBezTo>
                <a:cubicBezTo>
                  <a:pt x="54" y="30"/>
                  <a:pt x="57" y="34"/>
                  <a:pt x="58" y="37"/>
                </a:cubicBezTo>
                <a:cubicBezTo>
                  <a:pt x="59" y="39"/>
                  <a:pt x="59" y="40"/>
                  <a:pt x="58" y="41"/>
                </a:cubicBezTo>
                <a:close/>
                <a:moveTo>
                  <a:pt x="53" y="23"/>
                </a:moveTo>
                <a:cubicBezTo>
                  <a:pt x="52" y="23"/>
                  <a:pt x="51" y="21"/>
                  <a:pt x="51" y="21"/>
                </a:cubicBezTo>
                <a:cubicBezTo>
                  <a:pt x="51" y="20"/>
                  <a:pt x="52" y="18"/>
                  <a:pt x="53" y="18"/>
                </a:cubicBezTo>
                <a:cubicBezTo>
                  <a:pt x="54" y="20"/>
                  <a:pt x="54" y="21"/>
                  <a:pt x="53" y="23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14" name="Freeform 15"/>
          <p:cNvSpPr>
            <a:spLocks noGrp="1"/>
          </p:cNvSpPr>
          <p:nvPr/>
        </p:nvSpPr>
        <p:spPr>
          <a:xfrm>
            <a:off x="9802619" y="257975"/>
            <a:ext cx="519403" cy="294625"/>
          </a:xfrm>
          <a:custGeom>
            <a:avLst/>
            <a:gdLst/>
            <a:ahLst/>
            <a:cxnLst/>
            <a:rect l="l" t="t" r="r" b="b"/>
            <a:pathLst>
              <a:path w="336" h="189">
                <a:moveTo>
                  <a:pt x="293" y="24"/>
                </a:moveTo>
                <a:lnTo>
                  <a:pt x="299" y="19"/>
                </a:lnTo>
                <a:lnTo>
                  <a:pt x="300" y="19"/>
                </a:lnTo>
                <a:cubicBezTo>
                  <a:pt x="298" y="20"/>
                  <a:pt x="297" y="22"/>
                  <a:pt x="297" y="23"/>
                </a:cubicBezTo>
                <a:cubicBezTo>
                  <a:pt x="296" y="24"/>
                  <a:pt x="296" y="26"/>
                  <a:pt x="297" y="27"/>
                </a:cubicBezTo>
                <a:cubicBezTo>
                  <a:pt x="298" y="28"/>
                  <a:pt x="299" y="28"/>
                  <a:pt x="302" y="27"/>
                </a:cubicBezTo>
                <a:cubicBezTo>
                  <a:pt x="304" y="27"/>
                  <a:pt x="307" y="25"/>
                  <a:pt x="309" y="23"/>
                </a:cubicBezTo>
                <a:cubicBezTo>
                  <a:pt x="311" y="22"/>
                  <a:pt x="313" y="20"/>
                  <a:pt x="314" y="19"/>
                </a:cubicBezTo>
                <a:cubicBezTo>
                  <a:pt x="316" y="17"/>
                  <a:pt x="316" y="16"/>
                  <a:pt x="317" y="14"/>
                </a:cubicBezTo>
                <a:cubicBezTo>
                  <a:pt x="317" y="13"/>
                  <a:pt x="317" y="12"/>
                  <a:pt x="317" y="12"/>
                </a:cubicBezTo>
                <a:cubicBezTo>
                  <a:pt x="316" y="11"/>
                  <a:pt x="316" y="11"/>
                  <a:pt x="315" y="11"/>
                </a:cubicBezTo>
                <a:cubicBezTo>
                  <a:pt x="315" y="11"/>
                  <a:pt x="314" y="10"/>
                  <a:pt x="314" y="10"/>
                </a:cubicBezTo>
                <a:lnTo>
                  <a:pt x="308" y="15"/>
                </a:lnTo>
                <a:cubicBezTo>
                  <a:pt x="307" y="16"/>
                  <a:pt x="306" y="16"/>
                  <a:pt x="306" y="17"/>
                </a:cubicBezTo>
                <a:cubicBezTo>
                  <a:pt x="305" y="17"/>
                  <a:pt x="305" y="17"/>
                  <a:pt x="305" y="18"/>
                </a:cubicBezTo>
                <a:cubicBezTo>
                  <a:pt x="305" y="18"/>
                  <a:pt x="305" y="18"/>
                  <a:pt x="306" y="19"/>
                </a:cubicBezTo>
                <a:lnTo>
                  <a:pt x="305" y="19"/>
                </a:lnTo>
                <a:lnTo>
                  <a:pt x="302" y="15"/>
                </a:lnTo>
                <a:lnTo>
                  <a:pt x="303" y="15"/>
                </a:lnTo>
                <a:cubicBezTo>
                  <a:pt x="303" y="15"/>
                  <a:pt x="304" y="15"/>
                  <a:pt x="304" y="15"/>
                </a:cubicBezTo>
                <a:cubicBezTo>
                  <a:pt x="305" y="15"/>
                  <a:pt x="305" y="14"/>
                  <a:pt x="307" y="13"/>
                </a:cubicBezTo>
                <a:lnTo>
                  <a:pt x="313" y="9"/>
                </a:lnTo>
                <a:cubicBezTo>
                  <a:pt x="314" y="9"/>
                  <a:pt x="315" y="9"/>
                  <a:pt x="316" y="9"/>
                </a:cubicBezTo>
                <a:cubicBezTo>
                  <a:pt x="316" y="10"/>
                  <a:pt x="317" y="10"/>
                  <a:pt x="318" y="11"/>
                </a:cubicBezTo>
                <a:cubicBezTo>
                  <a:pt x="319" y="13"/>
                  <a:pt x="319" y="15"/>
                  <a:pt x="317" y="18"/>
                </a:cubicBezTo>
                <a:cubicBezTo>
                  <a:pt x="316" y="21"/>
                  <a:pt x="314" y="23"/>
                  <a:pt x="311" y="25"/>
                </a:cubicBezTo>
                <a:cubicBezTo>
                  <a:pt x="309" y="26"/>
                  <a:pt x="307" y="27"/>
                  <a:pt x="305" y="28"/>
                </a:cubicBezTo>
                <a:cubicBezTo>
                  <a:pt x="303" y="29"/>
                  <a:pt x="301" y="29"/>
                  <a:pt x="299" y="29"/>
                </a:cubicBezTo>
                <a:cubicBezTo>
                  <a:pt x="298" y="29"/>
                  <a:pt x="296" y="29"/>
                  <a:pt x="296" y="28"/>
                </a:cubicBezTo>
                <a:cubicBezTo>
                  <a:pt x="295" y="27"/>
                  <a:pt x="295" y="27"/>
                  <a:pt x="295" y="26"/>
                </a:cubicBezTo>
                <a:cubicBezTo>
                  <a:pt x="295" y="26"/>
                  <a:pt x="295" y="25"/>
                  <a:pt x="295" y="24"/>
                </a:cubicBezTo>
                <a:cubicBezTo>
                  <a:pt x="295" y="24"/>
                  <a:pt x="295" y="24"/>
                  <a:pt x="295" y="24"/>
                </a:cubicBezTo>
                <a:cubicBezTo>
                  <a:pt x="295" y="23"/>
                  <a:pt x="295" y="23"/>
                  <a:pt x="294" y="24"/>
                </a:cubicBezTo>
                <a:cubicBezTo>
                  <a:pt x="294" y="24"/>
                  <a:pt x="294" y="24"/>
                  <a:pt x="293" y="24"/>
                </a:cubicBezTo>
                <a:close/>
              </a:path>
              <a:path w="336" h="189">
                <a:moveTo>
                  <a:pt x="293" y="145"/>
                </a:moveTo>
                <a:lnTo>
                  <a:pt x="292" y="145"/>
                </a:lnTo>
                <a:lnTo>
                  <a:pt x="293" y="144"/>
                </a:lnTo>
                <a:cubicBezTo>
                  <a:pt x="293" y="144"/>
                  <a:pt x="293" y="144"/>
                  <a:pt x="293" y="143"/>
                </a:cubicBezTo>
                <a:cubicBezTo>
                  <a:pt x="293" y="143"/>
                  <a:pt x="292" y="142"/>
                  <a:pt x="292" y="141"/>
                </a:cubicBezTo>
                <a:lnTo>
                  <a:pt x="282" y="128"/>
                </a:lnTo>
                <a:cubicBezTo>
                  <a:pt x="281" y="126"/>
                  <a:pt x="280" y="126"/>
                  <a:pt x="280" y="126"/>
                </a:cubicBezTo>
                <a:cubicBezTo>
                  <a:pt x="279" y="125"/>
                  <a:pt x="279" y="125"/>
                  <a:pt x="278" y="126"/>
                </a:cubicBezTo>
                <a:lnTo>
                  <a:pt x="277" y="125"/>
                </a:lnTo>
                <a:lnTo>
                  <a:pt x="282" y="122"/>
                </a:lnTo>
                <a:cubicBezTo>
                  <a:pt x="283" y="121"/>
                  <a:pt x="284" y="120"/>
                  <a:pt x="286" y="121"/>
                </a:cubicBezTo>
                <a:cubicBezTo>
                  <a:pt x="287" y="121"/>
                  <a:pt x="288" y="121"/>
                  <a:pt x="290" y="123"/>
                </a:cubicBezTo>
                <a:cubicBezTo>
                  <a:pt x="292" y="124"/>
                  <a:pt x="293" y="125"/>
                  <a:pt x="295" y="128"/>
                </a:cubicBezTo>
                <a:cubicBezTo>
                  <a:pt x="297" y="130"/>
                  <a:pt x="299" y="133"/>
                  <a:pt x="299" y="135"/>
                </a:cubicBezTo>
                <a:cubicBezTo>
                  <a:pt x="300" y="138"/>
                  <a:pt x="299" y="140"/>
                  <a:pt x="297" y="142"/>
                </a:cubicBezTo>
                <a:lnTo>
                  <a:pt x="293" y="145"/>
                </a:lnTo>
                <a:close/>
                <a:moveTo>
                  <a:pt x="295" y="142"/>
                </a:moveTo>
                <a:cubicBezTo>
                  <a:pt x="295" y="141"/>
                  <a:pt x="296" y="141"/>
                  <a:pt x="296" y="141"/>
                </a:cubicBezTo>
                <a:cubicBezTo>
                  <a:pt x="298" y="140"/>
                  <a:pt x="298" y="139"/>
                  <a:pt x="297" y="136"/>
                </a:cubicBezTo>
                <a:cubicBezTo>
                  <a:pt x="297" y="134"/>
                  <a:pt x="296" y="132"/>
                  <a:pt x="293" y="129"/>
                </a:cubicBezTo>
                <a:cubicBezTo>
                  <a:pt x="291" y="126"/>
                  <a:pt x="289" y="124"/>
                  <a:pt x="287" y="123"/>
                </a:cubicBezTo>
                <a:cubicBezTo>
                  <a:pt x="285" y="122"/>
                  <a:pt x="284" y="122"/>
                  <a:pt x="283" y="123"/>
                </a:cubicBezTo>
                <a:cubicBezTo>
                  <a:pt x="282" y="123"/>
                  <a:pt x="282" y="124"/>
                  <a:pt x="281" y="125"/>
                </a:cubicBezTo>
                <a:lnTo>
                  <a:pt x="295" y="142"/>
                </a:lnTo>
                <a:close/>
              </a:path>
              <a:path w="336" h="189">
                <a:moveTo>
                  <a:pt x="266" y="134"/>
                </a:moveTo>
                <a:lnTo>
                  <a:pt x="268" y="132"/>
                </a:lnTo>
                <a:lnTo>
                  <a:pt x="286" y="143"/>
                </a:lnTo>
                <a:lnTo>
                  <a:pt x="277" y="131"/>
                </a:lnTo>
                <a:cubicBezTo>
                  <a:pt x="276" y="130"/>
                  <a:pt x="276" y="129"/>
                  <a:pt x="275" y="129"/>
                </a:cubicBezTo>
                <a:cubicBezTo>
                  <a:pt x="275" y="129"/>
                  <a:pt x="274" y="129"/>
                  <a:pt x="274" y="129"/>
                </a:cubicBezTo>
                <a:lnTo>
                  <a:pt x="273" y="129"/>
                </a:lnTo>
                <a:lnTo>
                  <a:pt x="277" y="126"/>
                </a:lnTo>
                <a:lnTo>
                  <a:pt x="277" y="127"/>
                </a:lnTo>
                <a:cubicBezTo>
                  <a:pt x="276" y="127"/>
                  <a:pt x="276" y="128"/>
                  <a:pt x="276" y="128"/>
                </a:cubicBezTo>
                <a:cubicBezTo>
                  <a:pt x="277" y="129"/>
                  <a:pt x="277" y="129"/>
                  <a:pt x="278" y="130"/>
                </a:cubicBezTo>
                <a:lnTo>
                  <a:pt x="291" y="147"/>
                </a:lnTo>
                <a:lnTo>
                  <a:pt x="290" y="148"/>
                </a:lnTo>
                <a:lnTo>
                  <a:pt x="272" y="136"/>
                </a:lnTo>
                <a:lnTo>
                  <a:pt x="281" y="149"/>
                </a:lnTo>
                <a:cubicBezTo>
                  <a:pt x="282" y="150"/>
                  <a:pt x="283" y="151"/>
                  <a:pt x="283" y="151"/>
                </a:cubicBezTo>
                <a:cubicBezTo>
                  <a:pt x="284" y="151"/>
                  <a:pt x="284" y="151"/>
                  <a:pt x="284" y="151"/>
                </a:cubicBezTo>
                <a:lnTo>
                  <a:pt x="285" y="151"/>
                </a:lnTo>
                <a:lnTo>
                  <a:pt x="282" y="154"/>
                </a:lnTo>
                <a:lnTo>
                  <a:pt x="281" y="153"/>
                </a:lnTo>
                <a:lnTo>
                  <a:pt x="282" y="153"/>
                </a:lnTo>
                <a:cubicBezTo>
                  <a:pt x="282" y="153"/>
                  <a:pt x="282" y="152"/>
                  <a:pt x="282" y="152"/>
                </a:cubicBezTo>
                <a:cubicBezTo>
                  <a:pt x="282" y="151"/>
                  <a:pt x="281" y="150"/>
                  <a:pt x="280" y="149"/>
                </a:cubicBezTo>
                <a:lnTo>
                  <a:pt x="270" y="135"/>
                </a:lnTo>
                <a:cubicBezTo>
                  <a:pt x="269" y="135"/>
                  <a:pt x="268" y="135"/>
                  <a:pt x="268" y="134"/>
                </a:cubicBezTo>
                <a:cubicBezTo>
                  <a:pt x="268" y="134"/>
                  <a:pt x="267" y="134"/>
                  <a:pt x="267" y="134"/>
                </a:cubicBezTo>
                <a:cubicBezTo>
                  <a:pt x="267" y="134"/>
                  <a:pt x="267" y="135"/>
                  <a:pt x="266" y="135"/>
                </a:cubicBezTo>
                <a:lnTo>
                  <a:pt x="266" y="134"/>
                </a:lnTo>
                <a:close/>
              </a:path>
              <a:path w="336" h="189">
                <a:moveTo>
                  <a:pt x="272" y="151"/>
                </a:moveTo>
                <a:lnTo>
                  <a:pt x="268" y="154"/>
                </a:lnTo>
                <a:lnTo>
                  <a:pt x="270" y="157"/>
                </a:lnTo>
                <a:cubicBezTo>
                  <a:pt x="270" y="158"/>
                  <a:pt x="270" y="159"/>
                  <a:pt x="271" y="159"/>
                </a:cubicBezTo>
                <a:cubicBezTo>
                  <a:pt x="271" y="160"/>
                  <a:pt x="271" y="160"/>
                  <a:pt x="272" y="160"/>
                </a:cubicBezTo>
                <a:cubicBezTo>
                  <a:pt x="272" y="160"/>
                  <a:pt x="272" y="160"/>
                  <a:pt x="273" y="160"/>
                </a:cubicBezTo>
                <a:lnTo>
                  <a:pt x="270" y="163"/>
                </a:lnTo>
                <a:lnTo>
                  <a:pt x="270" y="162"/>
                </a:lnTo>
                <a:cubicBezTo>
                  <a:pt x="270" y="162"/>
                  <a:pt x="270" y="161"/>
                  <a:pt x="270" y="161"/>
                </a:cubicBezTo>
                <a:cubicBezTo>
                  <a:pt x="270" y="160"/>
                  <a:pt x="270" y="159"/>
                  <a:pt x="269" y="157"/>
                </a:cubicBezTo>
                <a:lnTo>
                  <a:pt x="260" y="138"/>
                </a:lnTo>
                <a:lnTo>
                  <a:pt x="276" y="152"/>
                </a:lnTo>
                <a:cubicBezTo>
                  <a:pt x="277" y="153"/>
                  <a:pt x="278" y="154"/>
                  <a:pt x="279" y="154"/>
                </a:cubicBezTo>
                <a:cubicBezTo>
                  <a:pt x="279" y="154"/>
                  <a:pt x="280" y="154"/>
                  <a:pt x="280" y="154"/>
                </a:cubicBezTo>
                <a:lnTo>
                  <a:pt x="281" y="155"/>
                </a:lnTo>
                <a:lnTo>
                  <a:pt x="277" y="158"/>
                </a:lnTo>
                <a:lnTo>
                  <a:pt x="276" y="157"/>
                </a:lnTo>
                <a:cubicBezTo>
                  <a:pt x="277" y="157"/>
                  <a:pt x="277" y="156"/>
                  <a:pt x="277" y="156"/>
                </a:cubicBezTo>
                <a:cubicBezTo>
                  <a:pt x="277" y="156"/>
                  <a:pt x="277" y="155"/>
                  <a:pt x="276" y="155"/>
                </a:cubicBezTo>
                <a:cubicBezTo>
                  <a:pt x="276" y="155"/>
                  <a:pt x="276" y="154"/>
                  <a:pt x="275" y="153"/>
                </a:cubicBezTo>
                <a:lnTo>
                  <a:pt x="272" y="151"/>
                </a:lnTo>
                <a:close/>
                <a:moveTo>
                  <a:pt x="271" y="150"/>
                </a:moveTo>
                <a:lnTo>
                  <a:pt x="263" y="143"/>
                </a:lnTo>
                <a:lnTo>
                  <a:pt x="267" y="152"/>
                </a:lnTo>
                <a:lnTo>
                  <a:pt x="271" y="150"/>
                </a:lnTo>
                <a:close/>
              </a:path>
              <a:path w="336" h="189">
                <a:moveTo>
                  <a:pt x="319" y="86"/>
                </a:moveTo>
                <a:lnTo>
                  <a:pt x="320" y="81"/>
                </a:lnTo>
                <a:lnTo>
                  <a:pt x="313" y="79"/>
                </a:lnTo>
                <a:cubicBezTo>
                  <a:pt x="311" y="79"/>
                  <a:pt x="311" y="79"/>
                  <a:pt x="310" y="79"/>
                </a:cubicBezTo>
                <a:cubicBezTo>
                  <a:pt x="310" y="79"/>
                  <a:pt x="310" y="79"/>
                  <a:pt x="309" y="79"/>
                </a:cubicBezTo>
                <a:cubicBezTo>
                  <a:pt x="309" y="79"/>
                  <a:pt x="309" y="80"/>
                  <a:pt x="309" y="80"/>
                </a:cubicBezTo>
                <a:lnTo>
                  <a:pt x="308" y="80"/>
                </a:lnTo>
                <a:lnTo>
                  <a:pt x="309" y="75"/>
                </a:lnTo>
                <a:lnTo>
                  <a:pt x="310" y="75"/>
                </a:lnTo>
                <a:cubicBezTo>
                  <a:pt x="309" y="76"/>
                  <a:pt x="310" y="76"/>
                  <a:pt x="310" y="76"/>
                </a:cubicBezTo>
                <a:cubicBezTo>
                  <a:pt x="310" y="77"/>
                  <a:pt x="310" y="77"/>
                  <a:pt x="311" y="77"/>
                </a:cubicBezTo>
                <a:cubicBezTo>
                  <a:pt x="311" y="77"/>
                  <a:pt x="312" y="77"/>
                  <a:pt x="313" y="77"/>
                </a:cubicBezTo>
                <a:lnTo>
                  <a:pt x="330" y="80"/>
                </a:lnTo>
                <a:cubicBezTo>
                  <a:pt x="331" y="81"/>
                  <a:pt x="332" y="81"/>
                  <a:pt x="332" y="81"/>
                </a:cubicBezTo>
                <a:cubicBezTo>
                  <a:pt x="333" y="81"/>
                  <a:pt x="333" y="81"/>
                  <a:pt x="333" y="81"/>
                </a:cubicBezTo>
                <a:cubicBezTo>
                  <a:pt x="334" y="80"/>
                  <a:pt x="334" y="80"/>
                  <a:pt x="334" y="80"/>
                </a:cubicBezTo>
                <a:lnTo>
                  <a:pt x="334" y="79"/>
                </a:lnTo>
                <a:lnTo>
                  <a:pt x="335" y="80"/>
                </a:lnTo>
                <a:lnTo>
                  <a:pt x="334" y="85"/>
                </a:lnTo>
                <a:lnTo>
                  <a:pt x="333" y="85"/>
                </a:lnTo>
                <a:lnTo>
                  <a:pt x="333" y="84"/>
                </a:lnTo>
                <a:cubicBezTo>
                  <a:pt x="333" y="84"/>
                  <a:pt x="333" y="83"/>
                  <a:pt x="332" y="83"/>
                </a:cubicBezTo>
                <a:cubicBezTo>
                  <a:pt x="332" y="83"/>
                  <a:pt x="331" y="83"/>
                  <a:pt x="329" y="82"/>
                </a:cubicBezTo>
                <a:lnTo>
                  <a:pt x="322" y="81"/>
                </a:lnTo>
                <a:lnTo>
                  <a:pt x="320" y="87"/>
                </a:lnTo>
                <a:lnTo>
                  <a:pt x="328" y="88"/>
                </a:lnTo>
                <a:cubicBezTo>
                  <a:pt x="330" y="88"/>
                  <a:pt x="331" y="88"/>
                  <a:pt x="331" y="88"/>
                </a:cubicBezTo>
                <a:cubicBezTo>
                  <a:pt x="331" y="88"/>
                  <a:pt x="332" y="88"/>
                  <a:pt x="332" y="88"/>
                </a:cubicBezTo>
                <a:cubicBezTo>
                  <a:pt x="332" y="88"/>
                  <a:pt x="332" y="88"/>
                  <a:pt x="333" y="87"/>
                </a:cubicBezTo>
                <a:lnTo>
                  <a:pt x="332" y="92"/>
                </a:lnTo>
                <a:cubicBezTo>
                  <a:pt x="332" y="91"/>
                  <a:pt x="331" y="91"/>
                  <a:pt x="331" y="90"/>
                </a:cubicBezTo>
                <a:cubicBezTo>
                  <a:pt x="331" y="90"/>
                  <a:pt x="330" y="90"/>
                  <a:pt x="328" y="90"/>
                </a:cubicBezTo>
                <a:lnTo>
                  <a:pt x="311" y="87"/>
                </a:lnTo>
                <a:cubicBezTo>
                  <a:pt x="310" y="86"/>
                  <a:pt x="309" y="86"/>
                  <a:pt x="309" y="86"/>
                </a:cubicBezTo>
                <a:cubicBezTo>
                  <a:pt x="308" y="86"/>
                  <a:pt x="308" y="86"/>
                  <a:pt x="308" y="87"/>
                </a:cubicBezTo>
                <a:cubicBezTo>
                  <a:pt x="307" y="87"/>
                  <a:pt x="307" y="87"/>
                  <a:pt x="307" y="87"/>
                </a:cubicBezTo>
                <a:lnTo>
                  <a:pt x="307" y="88"/>
                </a:lnTo>
                <a:lnTo>
                  <a:pt x="306" y="88"/>
                </a:lnTo>
                <a:lnTo>
                  <a:pt x="307" y="82"/>
                </a:lnTo>
                <a:lnTo>
                  <a:pt x="308" y="82"/>
                </a:lnTo>
                <a:lnTo>
                  <a:pt x="308" y="83"/>
                </a:lnTo>
                <a:cubicBezTo>
                  <a:pt x="308" y="83"/>
                  <a:pt x="308" y="84"/>
                  <a:pt x="308" y="84"/>
                </a:cubicBezTo>
                <a:cubicBezTo>
                  <a:pt x="309" y="84"/>
                  <a:pt x="309" y="84"/>
                  <a:pt x="309" y="84"/>
                </a:cubicBezTo>
                <a:cubicBezTo>
                  <a:pt x="310" y="85"/>
                  <a:pt x="310" y="85"/>
                  <a:pt x="312" y="85"/>
                </a:cubicBezTo>
                <a:lnTo>
                  <a:pt x="319" y="86"/>
                </a:lnTo>
                <a:close/>
              </a:path>
              <a:path w="336" h="189">
                <a:moveTo>
                  <a:pt x="305" y="89"/>
                </a:moveTo>
                <a:lnTo>
                  <a:pt x="314" y="91"/>
                </a:lnTo>
                <a:cubicBezTo>
                  <a:pt x="311" y="91"/>
                  <a:pt x="309" y="91"/>
                  <a:pt x="308" y="92"/>
                </a:cubicBezTo>
                <a:cubicBezTo>
                  <a:pt x="307" y="92"/>
                  <a:pt x="306" y="93"/>
                  <a:pt x="306" y="94"/>
                </a:cubicBezTo>
                <a:cubicBezTo>
                  <a:pt x="305" y="95"/>
                  <a:pt x="306" y="95"/>
                  <a:pt x="306" y="96"/>
                </a:cubicBezTo>
                <a:cubicBezTo>
                  <a:pt x="307" y="97"/>
                  <a:pt x="308" y="98"/>
                  <a:pt x="310" y="99"/>
                </a:cubicBezTo>
                <a:cubicBezTo>
                  <a:pt x="312" y="99"/>
                  <a:pt x="314" y="100"/>
                  <a:pt x="317" y="101"/>
                </a:cubicBezTo>
                <a:cubicBezTo>
                  <a:pt x="320" y="101"/>
                  <a:pt x="322" y="101"/>
                  <a:pt x="323" y="101"/>
                </a:cubicBezTo>
                <a:cubicBezTo>
                  <a:pt x="325" y="101"/>
                  <a:pt x="327" y="101"/>
                  <a:pt x="328" y="100"/>
                </a:cubicBezTo>
                <a:cubicBezTo>
                  <a:pt x="329" y="100"/>
                  <a:pt x="329" y="99"/>
                  <a:pt x="330" y="98"/>
                </a:cubicBezTo>
                <a:cubicBezTo>
                  <a:pt x="330" y="97"/>
                  <a:pt x="330" y="97"/>
                  <a:pt x="329" y="96"/>
                </a:cubicBezTo>
                <a:cubicBezTo>
                  <a:pt x="328" y="95"/>
                  <a:pt x="327" y="94"/>
                  <a:pt x="325" y="93"/>
                </a:cubicBezTo>
                <a:lnTo>
                  <a:pt x="326" y="93"/>
                </a:lnTo>
                <a:cubicBezTo>
                  <a:pt x="328" y="94"/>
                  <a:pt x="329" y="95"/>
                  <a:pt x="330" y="96"/>
                </a:cubicBezTo>
                <a:cubicBezTo>
                  <a:pt x="331" y="97"/>
                  <a:pt x="331" y="98"/>
                  <a:pt x="331" y="99"/>
                </a:cubicBezTo>
                <a:cubicBezTo>
                  <a:pt x="331" y="101"/>
                  <a:pt x="329" y="102"/>
                  <a:pt x="325" y="103"/>
                </a:cubicBezTo>
                <a:cubicBezTo>
                  <a:pt x="323" y="103"/>
                  <a:pt x="320" y="103"/>
                  <a:pt x="317" y="103"/>
                </a:cubicBezTo>
                <a:cubicBezTo>
                  <a:pt x="314" y="102"/>
                  <a:pt x="312" y="101"/>
                  <a:pt x="310" y="100"/>
                </a:cubicBezTo>
                <a:cubicBezTo>
                  <a:pt x="308" y="99"/>
                  <a:pt x="306" y="98"/>
                  <a:pt x="305" y="97"/>
                </a:cubicBezTo>
                <a:cubicBezTo>
                  <a:pt x="304" y="96"/>
                  <a:pt x="304" y="95"/>
                  <a:pt x="304" y="94"/>
                </a:cubicBezTo>
                <a:cubicBezTo>
                  <a:pt x="304" y="93"/>
                  <a:pt x="305" y="92"/>
                  <a:pt x="306" y="91"/>
                </a:cubicBezTo>
                <a:cubicBezTo>
                  <a:pt x="306" y="91"/>
                  <a:pt x="307" y="91"/>
                  <a:pt x="307" y="91"/>
                </a:cubicBezTo>
                <a:cubicBezTo>
                  <a:pt x="307" y="91"/>
                  <a:pt x="307" y="90"/>
                  <a:pt x="306" y="90"/>
                </a:cubicBezTo>
                <a:cubicBezTo>
                  <a:pt x="306" y="90"/>
                  <a:pt x="306" y="90"/>
                  <a:pt x="305" y="90"/>
                </a:cubicBezTo>
                <a:lnTo>
                  <a:pt x="305" y="89"/>
                </a:lnTo>
                <a:close/>
              </a:path>
              <a:path w="336" h="189">
                <a:moveTo>
                  <a:pt x="300" y="104"/>
                </a:moveTo>
                <a:lnTo>
                  <a:pt x="309" y="109"/>
                </a:lnTo>
                <a:lnTo>
                  <a:pt x="311" y="106"/>
                </a:lnTo>
                <a:cubicBezTo>
                  <a:pt x="311" y="105"/>
                  <a:pt x="311" y="105"/>
                  <a:pt x="311" y="104"/>
                </a:cubicBezTo>
                <a:cubicBezTo>
                  <a:pt x="310" y="104"/>
                  <a:pt x="309" y="103"/>
                  <a:pt x="308" y="102"/>
                </a:cubicBezTo>
                <a:lnTo>
                  <a:pt x="317" y="106"/>
                </a:lnTo>
                <a:lnTo>
                  <a:pt x="316" y="106"/>
                </a:lnTo>
                <a:cubicBezTo>
                  <a:pt x="315" y="106"/>
                  <a:pt x="314" y="106"/>
                  <a:pt x="314" y="106"/>
                </a:cubicBezTo>
                <a:cubicBezTo>
                  <a:pt x="314" y="106"/>
                  <a:pt x="313" y="106"/>
                  <a:pt x="313" y="106"/>
                </a:cubicBezTo>
                <a:cubicBezTo>
                  <a:pt x="312" y="106"/>
                  <a:pt x="312" y="106"/>
                  <a:pt x="312" y="107"/>
                </a:cubicBezTo>
                <a:lnTo>
                  <a:pt x="311" y="109"/>
                </a:lnTo>
                <a:lnTo>
                  <a:pt x="319" y="113"/>
                </a:lnTo>
                <a:cubicBezTo>
                  <a:pt x="320" y="113"/>
                  <a:pt x="320" y="114"/>
                  <a:pt x="321" y="114"/>
                </a:cubicBezTo>
                <a:cubicBezTo>
                  <a:pt x="321" y="114"/>
                  <a:pt x="321" y="114"/>
                  <a:pt x="321" y="114"/>
                </a:cubicBezTo>
                <a:cubicBezTo>
                  <a:pt x="321" y="114"/>
                  <a:pt x="322" y="114"/>
                  <a:pt x="322" y="113"/>
                </a:cubicBezTo>
                <a:lnTo>
                  <a:pt x="323" y="111"/>
                </a:lnTo>
                <a:cubicBezTo>
                  <a:pt x="323" y="111"/>
                  <a:pt x="323" y="110"/>
                  <a:pt x="323" y="110"/>
                </a:cubicBezTo>
                <a:cubicBezTo>
                  <a:pt x="323" y="109"/>
                  <a:pt x="323" y="109"/>
                  <a:pt x="322" y="108"/>
                </a:cubicBezTo>
                <a:cubicBezTo>
                  <a:pt x="322" y="108"/>
                  <a:pt x="321" y="107"/>
                  <a:pt x="320" y="106"/>
                </a:cubicBezTo>
                <a:lnTo>
                  <a:pt x="320" y="105"/>
                </a:lnTo>
                <a:lnTo>
                  <a:pt x="325" y="109"/>
                </a:lnTo>
                <a:lnTo>
                  <a:pt x="321" y="118"/>
                </a:lnTo>
                <a:lnTo>
                  <a:pt x="320" y="118"/>
                </a:lnTo>
                <a:lnTo>
                  <a:pt x="321" y="118"/>
                </a:lnTo>
                <a:cubicBezTo>
                  <a:pt x="321" y="117"/>
                  <a:pt x="321" y="117"/>
                  <a:pt x="320" y="117"/>
                </a:cubicBezTo>
                <a:cubicBezTo>
                  <a:pt x="320" y="116"/>
                  <a:pt x="320" y="116"/>
                  <a:pt x="320" y="116"/>
                </a:cubicBezTo>
                <a:cubicBezTo>
                  <a:pt x="319" y="115"/>
                  <a:pt x="319" y="115"/>
                  <a:pt x="318" y="115"/>
                </a:cubicBezTo>
                <a:lnTo>
                  <a:pt x="302" y="107"/>
                </a:lnTo>
                <a:cubicBezTo>
                  <a:pt x="301" y="106"/>
                  <a:pt x="300" y="106"/>
                  <a:pt x="299" y="106"/>
                </a:cubicBezTo>
                <a:cubicBezTo>
                  <a:pt x="299" y="106"/>
                  <a:pt x="298" y="106"/>
                  <a:pt x="298" y="107"/>
                </a:cubicBezTo>
                <a:lnTo>
                  <a:pt x="297" y="107"/>
                </a:lnTo>
                <a:lnTo>
                  <a:pt x="301" y="98"/>
                </a:lnTo>
                <a:lnTo>
                  <a:pt x="307" y="100"/>
                </a:lnTo>
                <a:cubicBezTo>
                  <a:pt x="305" y="100"/>
                  <a:pt x="304" y="100"/>
                  <a:pt x="304" y="100"/>
                </a:cubicBezTo>
                <a:cubicBezTo>
                  <a:pt x="303" y="99"/>
                  <a:pt x="303" y="100"/>
                  <a:pt x="302" y="100"/>
                </a:cubicBezTo>
                <a:cubicBezTo>
                  <a:pt x="302" y="100"/>
                  <a:pt x="302" y="100"/>
                  <a:pt x="302" y="101"/>
                </a:cubicBezTo>
                <a:lnTo>
                  <a:pt x="300" y="104"/>
                </a:lnTo>
                <a:close/>
              </a:path>
              <a:path w="336" h="189">
                <a:moveTo>
                  <a:pt x="298" y="108"/>
                </a:moveTo>
                <a:lnTo>
                  <a:pt x="303" y="111"/>
                </a:lnTo>
                <a:cubicBezTo>
                  <a:pt x="302" y="111"/>
                  <a:pt x="301" y="110"/>
                  <a:pt x="301" y="110"/>
                </a:cubicBezTo>
                <a:cubicBezTo>
                  <a:pt x="300" y="110"/>
                  <a:pt x="299" y="110"/>
                  <a:pt x="299" y="110"/>
                </a:cubicBezTo>
                <a:cubicBezTo>
                  <a:pt x="299" y="110"/>
                  <a:pt x="298" y="111"/>
                  <a:pt x="298" y="111"/>
                </a:cubicBezTo>
                <a:lnTo>
                  <a:pt x="297" y="113"/>
                </a:lnTo>
                <a:lnTo>
                  <a:pt x="315" y="122"/>
                </a:lnTo>
                <a:cubicBezTo>
                  <a:pt x="316" y="123"/>
                  <a:pt x="317" y="123"/>
                  <a:pt x="318" y="123"/>
                </a:cubicBezTo>
                <a:cubicBezTo>
                  <a:pt x="318" y="123"/>
                  <a:pt x="319" y="123"/>
                  <a:pt x="319" y="123"/>
                </a:cubicBezTo>
                <a:lnTo>
                  <a:pt x="319" y="122"/>
                </a:lnTo>
                <a:lnTo>
                  <a:pt x="320" y="123"/>
                </a:lnTo>
                <a:lnTo>
                  <a:pt x="317" y="128"/>
                </a:lnTo>
                <a:lnTo>
                  <a:pt x="317" y="127"/>
                </a:lnTo>
                <a:cubicBezTo>
                  <a:pt x="317" y="126"/>
                  <a:pt x="317" y="126"/>
                  <a:pt x="317" y="125"/>
                </a:cubicBezTo>
                <a:cubicBezTo>
                  <a:pt x="316" y="125"/>
                  <a:pt x="315" y="124"/>
                  <a:pt x="314" y="124"/>
                </a:cubicBezTo>
                <a:lnTo>
                  <a:pt x="296" y="114"/>
                </a:lnTo>
                <a:lnTo>
                  <a:pt x="296" y="116"/>
                </a:lnTo>
                <a:cubicBezTo>
                  <a:pt x="295" y="116"/>
                  <a:pt x="295" y="117"/>
                  <a:pt x="295" y="117"/>
                </a:cubicBezTo>
                <a:cubicBezTo>
                  <a:pt x="295" y="117"/>
                  <a:pt x="296" y="118"/>
                  <a:pt x="296" y="118"/>
                </a:cubicBezTo>
                <a:cubicBezTo>
                  <a:pt x="297" y="119"/>
                  <a:pt x="297" y="120"/>
                  <a:pt x="298" y="120"/>
                </a:cubicBezTo>
                <a:lnTo>
                  <a:pt x="293" y="117"/>
                </a:lnTo>
                <a:lnTo>
                  <a:pt x="298" y="108"/>
                </a:lnTo>
                <a:close/>
              </a:path>
              <a:path w="336" h="189">
                <a:moveTo>
                  <a:pt x="307" y="54"/>
                </a:moveTo>
                <a:cubicBezTo>
                  <a:pt x="307" y="53"/>
                  <a:pt x="308" y="51"/>
                  <a:pt x="310" y="50"/>
                </a:cubicBezTo>
                <a:cubicBezTo>
                  <a:pt x="313" y="49"/>
                  <a:pt x="316" y="48"/>
                  <a:pt x="320" y="48"/>
                </a:cubicBezTo>
                <a:cubicBezTo>
                  <a:pt x="324" y="48"/>
                  <a:pt x="327" y="48"/>
                  <a:pt x="330" y="50"/>
                </a:cubicBezTo>
                <a:cubicBezTo>
                  <a:pt x="333" y="51"/>
                  <a:pt x="334" y="52"/>
                  <a:pt x="334" y="54"/>
                </a:cubicBezTo>
                <a:cubicBezTo>
                  <a:pt x="334" y="56"/>
                  <a:pt x="333" y="57"/>
                  <a:pt x="330" y="59"/>
                </a:cubicBezTo>
                <a:cubicBezTo>
                  <a:pt x="328" y="60"/>
                  <a:pt x="325" y="61"/>
                  <a:pt x="320" y="61"/>
                </a:cubicBezTo>
                <a:cubicBezTo>
                  <a:pt x="316" y="61"/>
                  <a:pt x="313" y="60"/>
                  <a:pt x="310" y="59"/>
                </a:cubicBezTo>
                <a:cubicBezTo>
                  <a:pt x="308" y="57"/>
                  <a:pt x="307" y="56"/>
                  <a:pt x="307" y="54"/>
                </a:cubicBezTo>
                <a:close/>
                <a:moveTo>
                  <a:pt x="308" y="55"/>
                </a:moveTo>
                <a:cubicBezTo>
                  <a:pt x="308" y="56"/>
                  <a:pt x="309" y="57"/>
                  <a:pt x="311" y="57"/>
                </a:cubicBezTo>
                <a:cubicBezTo>
                  <a:pt x="313" y="58"/>
                  <a:pt x="316" y="58"/>
                  <a:pt x="320" y="58"/>
                </a:cubicBezTo>
                <a:cubicBezTo>
                  <a:pt x="325" y="58"/>
                  <a:pt x="328" y="58"/>
                  <a:pt x="330" y="57"/>
                </a:cubicBezTo>
                <a:cubicBezTo>
                  <a:pt x="332" y="56"/>
                  <a:pt x="333" y="55"/>
                  <a:pt x="333" y="54"/>
                </a:cubicBezTo>
                <a:cubicBezTo>
                  <a:pt x="333" y="53"/>
                  <a:pt x="332" y="52"/>
                  <a:pt x="330" y="51"/>
                </a:cubicBezTo>
                <a:cubicBezTo>
                  <a:pt x="328" y="50"/>
                  <a:pt x="325" y="50"/>
                  <a:pt x="321" y="50"/>
                </a:cubicBezTo>
                <a:cubicBezTo>
                  <a:pt x="316" y="50"/>
                  <a:pt x="313" y="51"/>
                  <a:pt x="311" y="52"/>
                </a:cubicBezTo>
                <a:cubicBezTo>
                  <a:pt x="309" y="52"/>
                  <a:pt x="308" y="53"/>
                  <a:pt x="308" y="55"/>
                </a:cubicBezTo>
                <a:close/>
              </a:path>
              <a:path w="336" h="189">
                <a:moveTo>
                  <a:pt x="310" y="75"/>
                </a:moveTo>
                <a:lnTo>
                  <a:pt x="310" y="71"/>
                </a:lnTo>
                <a:lnTo>
                  <a:pt x="329" y="63"/>
                </a:lnTo>
                <a:lnTo>
                  <a:pt x="314" y="63"/>
                </a:lnTo>
                <a:cubicBezTo>
                  <a:pt x="313" y="63"/>
                  <a:pt x="312" y="63"/>
                  <a:pt x="311" y="63"/>
                </a:cubicBezTo>
                <a:cubicBezTo>
                  <a:pt x="311" y="63"/>
                  <a:pt x="310" y="64"/>
                  <a:pt x="310" y="64"/>
                </a:cubicBezTo>
                <a:lnTo>
                  <a:pt x="310" y="65"/>
                </a:lnTo>
                <a:lnTo>
                  <a:pt x="310" y="60"/>
                </a:lnTo>
                <a:lnTo>
                  <a:pt x="310" y="61"/>
                </a:lnTo>
                <a:cubicBezTo>
                  <a:pt x="310" y="61"/>
                  <a:pt x="311" y="62"/>
                  <a:pt x="311" y="62"/>
                </a:cubicBezTo>
                <a:cubicBezTo>
                  <a:pt x="312" y="62"/>
                  <a:pt x="313" y="62"/>
                  <a:pt x="314" y="62"/>
                </a:cubicBezTo>
                <a:lnTo>
                  <a:pt x="336" y="62"/>
                </a:lnTo>
                <a:lnTo>
                  <a:pt x="315" y="71"/>
                </a:lnTo>
                <a:lnTo>
                  <a:pt x="332" y="71"/>
                </a:lnTo>
                <a:cubicBezTo>
                  <a:pt x="333" y="71"/>
                  <a:pt x="334" y="71"/>
                  <a:pt x="335" y="70"/>
                </a:cubicBezTo>
                <a:cubicBezTo>
                  <a:pt x="335" y="70"/>
                  <a:pt x="335" y="70"/>
                  <a:pt x="335" y="69"/>
                </a:cubicBezTo>
                <a:lnTo>
                  <a:pt x="336" y="69"/>
                </a:lnTo>
                <a:lnTo>
                  <a:pt x="336" y="73"/>
                </a:lnTo>
                <a:lnTo>
                  <a:pt x="335" y="73"/>
                </a:lnTo>
                <a:cubicBezTo>
                  <a:pt x="335" y="72"/>
                  <a:pt x="335" y="72"/>
                  <a:pt x="334" y="72"/>
                </a:cubicBezTo>
                <a:cubicBezTo>
                  <a:pt x="334" y="72"/>
                  <a:pt x="333" y="72"/>
                  <a:pt x="332" y="72"/>
                </a:cubicBezTo>
                <a:lnTo>
                  <a:pt x="313" y="72"/>
                </a:lnTo>
                <a:cubicBezTo>
                  <a:pt x="312" y="72"/>
                  <a:pt x="312" y="73"/>
                  <a:pt x="311" y="73"/>
                </a:cubicBezTo>
                <a:cubicBezTo>
                  <a:pt x="311" y="73"/>
                  <a:pt x="311" y="73"/>
                  <a:pt x="311" y="74"/>
                </a:cubicBezTo>
                <a:cubicBezTo>
                  <a:pt x="311" y="74"/>
                  <a:pt x="311" y="74"/>
                  <a:pt x="311" y="75"/>
                </a:cubicBezTo>
                <a:lnTo>
                  <a:pt x="310" y="75"/>
                </a:lnTo>
                <a:close/>
              </a:path>
              <a:path w="336" h="189">
                <a:moveTo>
                  <a:pt x="301" y="38"/>
                </a:moveTo>
                <a:cubicBezTo>
                  <a:pt x="300" y="36"/>
                  <a:pt x="301" y="34"/>
                  <a:pt x="303" y="32"/>
                </a:cubicBezTo>
                <a:cubicBezTo>
                  <a:pt x="305" y="30"/>
                  <a:pt x="307" y="28"/>
                  <a:pt x="311" y="27"/>
                </a:cubicBezTo>
                <a:cubicBezTo>
                  <a:pt x="315" y="25"/>
                  <a:pt x="318" y="25"/>
                  <a:pt x="321" y="25"/>
                </a:cubicBezTo>
                <a:cubicBezTo>
                  <a:pt x="324" y="25"/>
                  <a:pt x="326" y="26"/>
                  <a:pt x="326" y="27"/>
                </a:cubicBezTo>
                <a:cubicBezTo>
                  <a:pt x="327" y="29"/>
                  <a:pt x="326" y="31"/>
                  <a:pt x="325" y="33"/>
                </a:cubicBezTo>
                <a:cubicBezTo>
                  <a:pt x="323" y="35"/>
                  <a:pt x="320" y="37"/>
                  <a:pt x="316" y="39"/>
                </a:cubicBezTo>
                <a:cubicBezTo>
                  <a:pt x="312" y="40"/>
                  <a:pt x="309" y="41"/>
                  <a:pt x="306" y="41"/>
                </a:cubicBezTo>
                <a:cubicBezTo>
                  <a:pt x="303" y="40"/>
                  <a:pt x="302" y="39"/>
                  <a:pt x="301" y="38"/>
                </a:cubicBezTo>
                <a:close/>
                <a:moveTo>
                  <a:pt x="302" y="38"/>
                </a:moveTo>
                <a:cubicBezTo>
                  <a:pt x="303" y="39"/>
                  <a:pt x="304" y="39"/>
                  <a:pt x="306" y="39"/>
                </a:cubicBezTo>
                <a:cubicBezTo>
                  <a:pt x="308" y="39"/>
                  <a:pt x="311" y="38"/>
                  <a:pt x="315" y="37"/>
                </a:cubicBezTo>
                <a:cubicBezTo>
                  <a:pt x="319" y="35"/>
                  <a:pt x="322" y="33"/>
                  <a:pt x="324" y="31"/>
                </a:cubicBezTo>
                <a:cubicBezTo>
                  <a:pt x="325" y="30"/>
                  <a:pt x="326" y="29"/>
                  <a:pt x="325" y="28"/>
                </a:cubicBezTo>
                <a:cubicBezTo>
                  <a:pt x="325" y="27"/>
                  <a:pt x="323" y="26"/>
                  <a:pt x="321" y="26"/>
                </a:cubicBezTo>
                <a:cubicBezTo>
                  <a:pt x="319" y="26"/>
                  <a:pt x="316" y="27"/>
                  <a:pt x="312" y="29"/>
                </a:cubicBezTo>
                <a:cubicBezTo>
                  <a:pt x="308" y="30"/>
                  <a:pt x="305" y="32"/>
                  <a:pt x="304" y="34"/>
                </a:cubicBezTo>
                <a:cubicBezTo>
                  <a:pt x="302" y="35"/>
                  <a:pt x="302" y="36"/>
                  <a:pt x="302" y="38"/>
                </a:cubicBezTo>
                <a:close/>
              </a:path>
              <a:path w="336" h="189">
                <a:moveTo>
                  <a:pt x="323" y="35"/>
                </a:moveTo>
                <a:lnTo>
                  <a:pt x="324" y="35"/>
                </a:lnTo>
                <a:lnTo>
                  <a:pt x="331" y="35"/>
                </a:lnTo>
                <a:lnTo>
                  <a:pt x="332" y="45"/>
                </a:lnTo>
                <a:cubicBezTo>
                  <a:pt x="331" y="44"/>
                  <a:pt x="331" y="44"/>
                  <a:pt x="330" y="44"/>
                </a:cubicBezTo>
                <a:cubicBezTo>
                  <a:pt x="330" y="44"/>
                  <a:pt x="329" y="44"/>
                  <a:pt x="327" y="44"/>
                </a:cubicBezTo>
                <a:lnTo>
                  <a:pt x="311" y="47"/>
                </a:lnTo>
                <a:cubicBezTo>
                  <a:pt x="309" y="47"/>
                  <a:pt x="308" y="47"/>
                  <a:pt x="308" y="47"/>
                </a:cubicBezTo>
                <a:cubicBezTo>
                  <a:pt x="307" y="48"/>
                  <a:pt x="307" y="48"/>
                  <a:pt x="307" y="49"/>
                </a:cubicBezTo>
                <a:lnTo>
                  <a:pt x="306" y="49"/>
                </a:lnTo>
                <a:lnTo>
                  <a:pt x="305" y="43"/>
                </a:lnTo>
                <a:lnTo>
                  <a:pt x="306" y="43"/>
                </a:lnTo>
                <a:cubicBezTo>
                  <a:pt x="306" y="44"/>
                  <a:pt x="306" y="44"/>
                  <a:pt x="307" y="45"/>
                </a:cubicBezTo>
                <a:cubicBezTo>
                  <a:pt x="307" y="45"/>
                  <a:pt x="307" y="45"/>
                  <a:pt x="308" y="45"/>
                </a:cubicBezTo>
                <a:cubicBezTo>
                  <a:pt x="308" y="45"/>
                  <a:pt x="309" y="45"/>
                  <a:pt x="311" y="45"/>
                </a:cubicBezTo>
                <a:lnTo>
                  <a:pt x="327" y="42"/>
                </a:lnTo>
                <a:cubicBezTo>
                  <a:pt x="328" y="42"/>
                  <a:pt x="329" y="42"/>
                  <a:pt x="329" y="42"/>
                </a:cubicBezTo>
                <a:cubicBezTo>
                  <a:pt x="330" y="41"/>
                  <a:pt x="330" y="41"/>
                  <a:pt x="330" y="41"/>
                </a:cubicBezTo>
                <a:cubicBezTo>
                  <a:pt x="330" y="41"/>
                  <a:pt x="330" y="40"/>
                  <a:pt x="330" y="40"/>
                </a:cubicBezTo>
                <a:lnTo>
                  <a:pt x="330" y="39"/>
                </a:lnTo>
                <a:cubicBezTo>
                  <a:pt x="330" y="38"/>
                  <a:pt x="329" y="37"/>
                  <a:pt x="329" y="37"/>
                </a:cubicBezTo>
                <a:cubicBezTo>
                  <a:pt x="329" y="36"/>
                  <a:pt x="328" y="36"/>
                  <a:pt x="327" y="36"/>
                </a:cubicBezTo>
                <a:cubicBezTo>
                  <a:pt x="326" y="36"/>
                  <a:pt x="325" y="35"/>
                  <a:pt x="323" y="35"/>
                </a:cubicBezTo>
                <a:close/>
              </a:path>
              <a:path w="336" h="189">
                <a:moveTo>
                  <a:pt x="286" y="18"/>
                </a:moveTo>
                <a:lnTo>
                  <a:pt x="283" y="14"/>
                </a:lnTo>
                <a:lnTo>
                  <a:pt x="284" y="14"/>
                </a:lnTo>
                <a:cubicBezTo>
                  <a:pt x="284" y="14"/>
                  <a:pt x="284" y="14"/>
                  <a:pt x="285" y="14"/>
                </a:cubicBezTo>
                <a:cubicBezTo>
                  <a:pt x="285" y="14"/>
                  <a:pt x="285" y="14"/>
                  <a:pt x="286" y="14"/>
                </a:cubicBezTo>
                <a:cubicBezTo>
                  <a:pt x="287" y="14"/>
                  <a:pt x="288" y="14"/>
                  <a:pt x="289" y="13"/>
                </a:cubicBezTo>
                <a:lnTo>
                  <a:pt x="298" y="9"/>
                </a:lnTo>
                <a:lnTo>
                  <a:pt x="303" y="4"/>
                </a:lnTo>
                <a:cubicBezTo>
                  <a:pt x="304" y="3"/>
                  <a:pt x="305" y="3"/>
                  <a:pt x="305" y="2"/>
                </a:cubicBezTo>
                <a:cubicBezTo>
                  <a:pt x="306" y="2"/>
                  <a:pt x="306" y="1"/>
                  <a:pt x="305" y="1"/>
                </a:cubicBezTo>
                <a:lnTo>
                  <a:pt x="305" y="0"/>
                </a:lnTo>
                <a:lnTo>
                  <a:pt x="309" y="4"/>
                </a:lnTo>
                <a:lnTo>
                  <a:pt x="309" y="5"/>
                </a:lnTo>
                <a:lnTo>
                  <a:pt x="308" y="4"/>
                </a:lnTo>
                <a:cubicBezTo>
                  <a:pt x="308" y="4"/>
                  <a:pt x="307" y="4"/>
                  <a:pt x="307" y="4"/>
                </a:cubicBezTo>
                <a:cubicBezTo>
                  <a:pt x="306" y="4"/>
                  <a:pt x="306" y="5"/>
                  <a:pt x="304" y="6"/>
                </a:cubicBezTo>
                <a:lnTo>
                  <a:pt x="300" y="10"/>
                </a:lnTo>
                <a:lnTo>
                  <a:pt x="294" y="20"/>
                </a:lnTo>
                <a:cubicBezTo>
                  <a:pt x="293" y="21"/>
                  <a:pt x="293" y="22"/>
                  <a:pt x="293" y="22"/>
                </a:cubicBezTo>
                <a:cubicBezTo>
                  <a:pt x="293" y="23"/>
                  <a:pt x="293" y="23"/>
                  <a:pt x="292" y="24"/>
                </a:cubicBezTo>
                <a:cubicBezTo>
                  <a:pt x="292" y="24"/>
                  <a:pt x="293" y="24"/>
                  <a:pt x="293" y="24"/>
                </a:cubicBezTo>
                <a:lnTo>
                  <a:pt x="292" y="25"/>
                </a:lnTo>
                <a:lnTo>
                  <a:pt x="288" y="21"/>
                </a:lnTo>
                <a:lnTo>
                  <a:pt x="289" y="20"/>
                </a:lnTo>
                <a:cubicBezTo>
                  <a:pt x="289" y="21"/>
                  <a:pt x="290" y="21"/>
                  <a:pt x="290" y="21"/>
                </a:cubicBezTo>
                <a:cubicBezTo>
                  <a:pt x="290" y="21"/>
                  <a:pt x="291" y="20"/>
                  <a:pt x="291" y="20"/>
                </a:cubicBezTo>
                <a:cubicBezTo>
                  <a:pt x="292" y="20"/>
                  <a:pt x="292" y="19"/>
                  <a:pt x="293" y="18"/>
                </a:cubicBezTo>
                <a:lnTo>
                  <a:pt x="297" y="10"/>
                </a:lnTo>
                <a:lnTo>
                  <a:pt x="290" y="14"/>
                </a:lnTo>
                <a:cubicBezTo>
                  <a:pt x="288" y="14"/>
                  <a:pt x="288" y="15"/>
                  <a:pt x="287" y="15"/>
                </a:cubicBezTo>
                <a:cubicBezTo>
                  <a:pt x="287" y="15"/>
                  <a:pt x="287" y="16"/>
                  <a:pt x="286" y="16"/>
                </a:cubicBezTo>
                <a:cubicBezTo>
                  <a:pt x="286" y="16"/>
                  <a:pt x="286" y="16"/>
                  <a:pt x="286" y="17"/>
                </a:cubicBezTo>
                <a:cubicBezTo>
                  <a:pt x="286" y="17"/>
                  <a:pt x="286" y="17"/>
                  <a:pt x="287" y="17"/>
                </a:cubicBezTo>
                <a:lnTo>
                  <a:pt x="286" y="18"/>
                </a:lnTo>
                <a:close/>
              </a:path>
              <a:path w="336" h="189">
                <a:moveTo>
                  <a:pt x="35" y="20"/>
                </a:moveTo>
                <a:lnTo>
                  <a:pt x="32" y="25"/>
                </a:lnTo>
                <a:lnTo>
                  <a:pt x="39" y="29"/>
                </a:lnTo>
                <a:cubicBezTo>
                  <a:pt x="40" y="29"/>
                  <a:pt x="41" y="30"/>
                  <a:pt x="41" y="30"/>
                </a:cubicBezTo>
                <a:cubicBezTo>
                  <a:pt x="42" y="30"/>
                  <a:pt x="42" y="30"/>
                  <a:pt x="42" y="30"/>
                </a:cubicBezTo>
                <a:cubicBezTo>
                  <a:pt x="43" y="30"/>
                  <a:pt x="43" y="30"/>
                  <a:pt x="43" y="29"/>
                </a:cubicBezTo>
                <a:lnTo>
                  <a:pt x="44" y="29"/>
                </a:lnTo>
                <a:lnTo>
                  <a:pt x="41" y="34"/>
                </a:lnTo>
                <a:lnTo>
                  <a:pt x="41" y="33"/>
                </a:lnTo>
                <a:cubicBezTo>
                  <a:pt x="41" y="33"/>
                  <a:pt x="41" y="33"/>
                  <a:pt x="41" y="33"/>
                </a:cubicBezTo>
                <a:cubicBezTo>
                  <a:pt x="41" y="32"/>
                  <a:pt x="41" y="32"/>
                  <a:pt x="40" y="32"/>
                </a:cubicBezTo>
                <a:cubicBezTo>
                  <a:pt x="40" y="31"/>
                  <a:pt x="39" y="31"/>
                  <a:pt x="38" y="30"/>
                </a:cubicBezTo>
                <a:lnTo>
                  <a:pt x="23" y="22"/>
                </a:lnTo>
                <a:cubicBezTo>
                  <a:pt x="22" y="21"/>
                  <a:pt x="21" y="21"/>
                  <a:pt x="21" y="21"/>
                </a:cubicBezTo>
                <a:cubicBezTo>
                  <a:pt x="21" y="21"/>
                  <a:pt x="20" y="21"/>
                  <a:pt x="20" y="21"/>
                </a:cubicBezTo>
                <a:cubicBezTo>
                  <a:pt x="19" y="21"/>
                  <a:pt x="19" y="21"/>
                  <a:pt x="19" y="21"/>
                </a:cubicBezTo>
                <a:lnTo>
                  <a:pt x="19" y="22"/>
                </a:lnTo>
                <a:lnTo>
                  <a:pt x="18" y="21"/>
                </a:lnTo>
                <a:lnTo>
                  <a:pt x="21" y="17"/>
                </a:lnTo>
                <a:lnTo>
                  <a:pt x="22" y="17"/>
                </a:lnTo>
                <a:lnTo>
                  <a:pt x="21" y="17"/>
                </a:lnTo>
                <a:cubicBezTo>
                  <a:pt x="21" y="18"/>
                  <a:pt x="21" y="18"/>
                  <a:pt x="22" y="19"/>
                </a:cubicBezTo>
                <a:cubicBezTo>
                  <a:pt x="22" y="19"/>
                  <a:pt x="23" y="20"/>
                  <a:pt x="24" y="20"/>
                </a:cubicBezTo>
                <a:lnTo>
                  <a:pt x="31" y="24"/>
                </a:lnTo>
                <a:lnTo>
                  <a:pt x="34" y="19"/>
                </a:lnTo>
                <a:lnTo>
                  <a:pt x="27" y="15"/>
                </a:lnTo>
                <a:cubicBezTo>
                  <a:pt x="26" y="15"/>
                  <a:pt x="25" y="14"/>
                  <a:pt x="25" y="14"/>
                </a:cubicBezTo>
                <a:cubicBezTo>
                  <a:pt x="24" y="14"/>
                  <a:pt x="24" y="14"/>
                  <a:pt x="24" y="14"/>
                </a:cubicBezTo>
                <a:cubicBezTo>
                  <a:pt x="23" y="14"/>
                  <a:pt x="23" y="14"/>
                  <a:pt x="23" y="14"/>
                </a:cubicBezTo>
                <a:lnTo>
                  <a:pt x="23" y="15"/>
                </a:lnTo>
                <a:lnTo>
                  <a:pt x="22" y="15"/>
                </a:lnTo>
                <a:lnTo>
                  <a:pt x="25" y="10"/>
                </a:lnTo>
                <a:cubicBezTo>
                  <a:pt x="25" y="11"/>
                  <a:pt x="25" y="11"/>
                  <a:pt x="25" y="12"/>
                </a:cubicBezTo>
                <a:cubicBezTo>
                  <a:pt x="26" y="12"/>
                  <a:pt x="27" y="13"/>
                  <a:pt x="28" y="14"/>
                </a:cubicBezTo>
                <a:lnTo>
                  <a:pt x="43" y="22"/>
                </a:lnTo>
                <a:cubicBezTo>
                  <a:pt x="44" y="22"/>
                  <a:pt x="45" y="23"/>
                  <a:pt x="45" y="23"/>
                </a:cubicBezTo>
                <a:cubicBezTo>
                  <a:pt x="45" y="23"/>
                  <a:pt x="46" y="23"/>
                  <a:pt x="46" y="23"/>
                </a:cubicBezTo>
                <a:cubicBezTo>
                  <a:pt x="46" y="23"/>
                  <a:pt x="47" y="23"/>
                  <a:pt x="47" y="23"/>
                </a:cubicBezTo>
                <a:lnTo>
                  <a:pt x="47" y="22"/>
                </a:lnTo>
                <a:lnTo>
                  <a:pt x="48" y="22"/>
                </a:lnTo>
                <a:lnTo>
                  <a:pt x="45" y="27"/>
                </a:lnTo>
                <a:lnTo>
                  <a:pt x="44" y="27"/>
                </a:lnTo>
                <a:lnTo>
                  <a:pt x="45" y="27"/>
                </a:lnTo>
                <a:cubicBezTo>
                  <a:pt x="45" y="26"/>
                  <a:pt x="45" y="26"/>
                  <a:pt x="45" y="26"/>
                </a:cubicBezTo>
                <a:cubicBezTo>
                  <a:pt x="45" y="25"/>
                  <a:pt x="44" y="25"/>
                  <a:pt x="44" y="25"/>
                </a:cubicBezTo>
                <a:cubicBezTo>
                  <a:pt x="44" y="25"/>
                  <a:pt x="43" y="24"/>
                  <a:pt x="42" y="23"/>
                </a:cubicBezTo>
                <a:lnTo>
                  <a:pt x="35" y="20"/>
                </a:lnTo>
                <a:close/>
              </a:path>
              <a:path w="336" h="189">
                <a:moveTo>
                  <a:pt x="36" y="43"/>
                </a:moveTo>
                <a:lnTo>
                  <a:pt x="36" y="43"/>
                </a:lnTo>
                <a:lnTo>
                  <a:pt x="34" y="47"/>
                </a:lnTo>
                <a:lnTo>
                  <a:pt x="33" y="47"/>
                </a:lnTo>
                <a:lnTo>
                  <a:pt x="34" y="47"/>
                </a:lnTo>
                <a:cubicBezTo>
                  <a:pt x="34" y="46"/>
                  <a:pt x="34" y="46"/>
                  <a:pt x="33" y="45"/>
                </a:cubicBezTo>
                <a:cubicBezTo>
                  <a:pt x="33" y="45"/>
                  <a:pt x="32" y="44"/>
                  <a:pt x="31" y="43"/>
                </a:cubicBezTo>
                <a:lnTo>
                  <a:pt x="21" y="38"/>
                </a:lnTo>
                <a:cubicBezTo>
                  <a:pt x="19" y="37"/>
                  <a:pt x="17" y="36"/>
                  <a:pt x="16" y="35"/>
                </a:cubicBezTo>
                <a:cubicBezTo>
                  <a:pt x="15" y="34"/>
                  <a:pt x="14" y="33"/>
                  <a:pt x="14" y="32"/>
                </a:cubicBezTo>
                <a:cubicBezTo>
                  <a:pt x="13" y="30"/>
                  <a:pt x="13" y="29"/>
                  <a:pt x="14" y="28"/>
                </a:cubicBezTo>
                <a:cubicBezTo>
                  <a:pt x="14" y="27"/>
                  <a:pt x="15" y="26"/>
                  <a:pt x="17" y="26"/>
                </a:cubicBezTo>
                <a:cubicBezTo>
                  <a:pt x="18" y="26"/>
                  <a:pt x="19" y="26"/>
                  <a:pt x="21" y="27"/>
                </a:cubicBezTo>
                <a:cubicBezTo>
                  <a:pt x="22" y="27"/>
                  <a:pt x="24" y="28"/>
                  <a:pt x="27" y="30"/>
                </a:cubicBezTo>
                <a:lnTo>
                  <a:pt x="36" y="35"/>
                </a:lnTo>
                <a:cubicBezTo>
                  <a:pt x="37" y="35"/>
                  <a:pt x="38" y="36"/>
                  <a:pt x="39" y="36"/>
                </a:cubicBezTo>
                <a:cubicBezTo>
                  <a:pt x="39" y="36"/>
                  <a:pt x="40" y="36"/>
                  <a:pt x="40" y="35"/>
                </a:cubicBezTo>
                <a:lnTo>
                  <a:pt x="41" y="35"/>
                </a:lnTo>
                <a:lnTo>
                  <a:pt x="38" y="40"/>
                </a:lnTo>
                <a:lnTo>
                  <a:pt x="37" y="40"/>
                </a:lnTo>
                <a:lnTo>
                  <a:pt x="38" y="39"/>
                </a:lnTo>
                <a:cubicBezTo>
                  <a:pt x="38" y="39"/>
                  <a:pt x="38" y="38"/>
                  <a:pt x="37" y="38"/>
                </a:cubicBezTo>
                <a:cubicBezTo>
                  <a:pt x="37" y="37"/>
                  <a:pt x="36" y="37"/>
                  <a:pt x="35" y="36"/>
                </a:cubicBezTo>
                <a:lnTo>
                  <a:pt x="25" y="31"/>
                </a:lnTo>
                <a:cubicBezTo>
                  <a:pt x="24" y="30"/>
                  <a:pt x="23" y="30"/>
                  <a:pt x="22" y="29"/>
                </a:cubicBezTo>
                <a:cubicBezTo>
                  <a:pt x="20" y="28"/>
                  <a:pt x="19" y="28"/>
                  <a:pt x="19" y="28"/>
                </a:cubicBezTo>
                <a:cubicBezTo>
                  <a:pt x="18" y="28"/>
                  <a:pt x="17" y="28"/>
                  <a:pt x="17" y="28"/>
                </a:cubicBezTo>
                <a:cubicBezTo>
                  <a:pt x="16" y="28"/>
                  <a:pt x="15" y="29"/>
                  <a:pt x="15" y="29"/>
                </a:cubicBezTo>
                <a:cubicBezTo>
                  <a:pt x="15" y="30"/>
                  <a:pt x="15" y="31"/>
                  <a:pt x="15" y="32"/>
                </a:cubicBezTo>
                <a:cubicBezTo>
                  <a:pt x="15" y="33"/>
                  <a:pt x="16" y="33"/>
                  <a:pt x="17" y="34"/>
                </a:cubicBezTo>
                <a:cubicBezTo>
                  <a:pt x="18" y="35"/>
                  <a:pt x="19" y="36"/>
                  <a:pt x="22" y="37"/>
                </a:cubicBezTo>
                <a:lnTo>
                  <a:pt x="31" y="43"/>
                </a:lnTo>
                <a:cubicBezTo>
                  <a:pt x="33" y="43"/>
                  <a:pt x="34" y="44"/>
                  <a:pt x="34" y="44"/>
                </a:cubicBezTo>
                <a:cubicBezTo>
                  <a:pt x="35" y="44"/>
                  <a:pt x="35" y="44"/>
                  <a:pt x="35" y="43"/>
                </a:cubicBezTo>
                <a:lnTo>
                  <a:pt x="36" y="43"/>
                </a:lnTo>
                <a:close/>
              </a:path>
              <a:path w="336" h="189">
                <a:moveTo>
                  <a:pt x="15" y="45"/>
                </a:moveTo>
                <a:lnTo>
                  <a:pt x="16" y="40"/>
                </a:lnTo>
                <a:lnTo>
                  <a:pt x="13" y="38"/>
                </a:lnTo>
                <a:cubicBezTo>
                  <a:pt x="12" y="37"/>
                  <a:pt x="11" y="37"/>
                  <a:pt x="11" y="37"/>
                </a:cubicBezTo>
                <a:cubicBezTo>
                  <a:pt x="11" y="37"/>
                  <a:pt x="10" y="37"/>
                  <a:pt x="10" y="37"/>
                </a:cubicBezTo>
                <a:cubicBezTo>
                  <a:pt x="9" y="37"/>
                  <a:pt x="9" y="37"/>
                  <a:pt x="9" y="38"/>
                </a:cubicBezTo>
                <a:lnTo>
                  <a:pt x="8" y="37"/>
                </a:lnTo>
                <a:lnTo>
                  <a:pt x="10" y="33"/>
                </a:lnTo>
                <a:lnTo>
                  <a:pt x="10" y="34"/>
                </a:lnTo>
                <a:cubicBezTo>
                  <a:pt x="10" y="34"/>
                  <a:pt x="10" y="35"/>
                  <a:pt x="11" y="35"/>
                </a:cubicBezTo>
                <a:cubicBezTo>
                  <a:pt x="11" y="36"/>
                  <a:pt x="12" y="36"/>
                  <a:pt x="14" y="37"/>
                </a:cubicBezTo>
                <a:lnTo>
                  <a:pt x="32" y="50"/>
                </a:lnTo>
                <a:lnTo>
                  <a:pt x="10" y="46"/>
                </a:lnTo>
                <a:cubicBezTo>
                  <a:pt x="8" y="46"/>
                  <a:pt x="7" y="46"/>
                  <a:pt x="7" y="46"/>
                </a:cubicBezTo>
                <a:cubicBezTo>
                  <a:pt x="6" y="46"/>
                  <a:pt x="6" y="46"/>
                  <a:pt x="5" y="47"/>
                </a:cubicBezTo>
                <a:lnTo>
                  <a:pt x="5" y="46"/>
                </a:lnTo>
                <a:lnTo>
                  <a:pt x="6" y="42"/>
                </a:lnTo>
                <a:lnTo>
                  <a:pt x="7" y="42"/>
                </a:lnTo>
                <a:cubicBezTo>
                  <a:pt x="7" y="42"/>
                  <a:pt x="7" y="43"/>
                  <a:pt x="7" y="43"/>
                </a:cubicBezTo>
                <a:cubicBezTo>
                  <a:pt x="7" y="43"/>
                  <a:pt x="8" y="44"/>
                  <a:pt x="8" y="44"/>
                </a:cubicBezTo>
                <a:cubicBezTo>
                  <a:pt x="9" y="44"/>
                  <a:pt x="10" y="44"/>
                  <a:pt x="11" y="44"/>
                </a:cubicBezTo>
                <a:lnTo>
                  <a:pt x="15" y="45"/>
                </a:lnTo>
                <a:close/>
                <a:moveTo>
                  <a:pt x="16" y="45"/>
                </a:moveTo>
                <a:lnTo>
                  <a:pt x="27" y="47"/>
                </a:lnTo>
                <a:lnTo>
                  <a:pt x="18" y="41"/>
                </a:lnTo>
                <a:lnTo>
                  <a:pt x="16" y="45"/>
                </a:lnTo>
                <a:close/>
              </a:path>
              <a:path w="336" h="189">
                <a:moveTo>
                  <a:pt x="29" y="62"/>
                </a:moveTo>
                <a:lnTo>
                  <a:pt x="5" y="52"/>
                </a:lnTo>
                <a:lnTo>
                  <a:pt x="5" y="57"/>
                </a:lnTo>
                <a:cubicBezTo>
                  <a:pt x="5" y="58"/>
                  <a:pt x="5" y="59"/>
                  <a:pt x="6" y="59"/>
                </a:cubicBezTo>
                <a:cubicBezTo>
                  <a:pt x="6" y="60"/>
                  <a:pt x="8" y="60"/>
                  <a:pt x="10" y="61"/>
                </a:cubicBezTo>
                <a:lnTo>
                  <a:pt x="3" y="60"/>
                </a:lnTo>
                <a:lnTo>
                  <a:pt x="4" y="49"/>
                </a:lnTo>
                <a:lnTo>
                  <a:pt x="28" y="59"/>
                </a:lnTo>
                <a:lnTo>
                  <a:pt x="28" y="55"/>
                </a:lnTo>
                <a:cubicBezTo>
                  <a:pt x="28" y="54"/>
                  <a:pt x="28" y="53"/>
                  <a:pt x="28" y="53"/>
                </a:cubicBezTo>
                <a:cubicBezTo>
                  <a:pt x="27" y="53"/>
                  <a:pt x="27" y="53"/>
                  <a:pt x="26" y="52"/>
                </a:cubicBezTo>
                <a:cubicBezTo>
                  <a:pt x="26" y="52"/>
                  <a:pt x="25" y="52"/>
                  <a:pt x="23" y="52"/>
                </a:cubicBezTo>
                <a:lnTo>
                  <a:pt x="23" y="51"/>
                </a:lnTo>
                <a:lnTo>
                  <a:pt x="30" y="52"/>
                </a:lnTo>
                <a:lnTo>
                  <a:pt x="29" y="62"/>
                </a:lnTo>
                <a:close/>
              </a:path>
              <a:path w="336" h="189">
                <a:moveTo>
                  <a:pt x="29" y="82"/>
                </a:moveTo>
                <a:cubicBezTo>
                  <a:pt x="29" y="84"/>
                  <a:pt x="28" y="85"/>
                  <a:pt x="25" y="87"/>
                </a:cubicBezTo>
                <a:cubicBezTo>
                  <a:pt x="22" y="88"/>
                  <a:pt x="19" y="89"/>
                  <a:pt x="15" y="89"/>
                </a:cubicBezTo>
                <a:cubicBezTo>
                  <a:pt x="11" y="89"/>
                  <a:pt x="8" y="89"/>
                  <a:pt x="5" y="87"/>
                </a:cubicBezTo>
                <a:cubicBezTo>
                  <a:pt x="3" y="86"/>
                  <a:pt x="1" y="85"/>
                  <a:pt x="1" y="83"/>
                </a:cubicBezTo>
                <a:cubicBezTo>
                  <a:pt x="1" y="81"/>
                  <a:pt x="2" y="80"/>
                  <a:pt x="5" y="78"/>
                </a:cubicBezTo>
                <a:cubicBezTo>
                  <a:pt x="7" y="77"/>
                  <a:pt x="11" y="76"/>
                  <a:pt x="15" y="76"/>
                </a:cubicBezTo>
                <a:cubicBezTo>
                  <a:pt x="19" y="76"/>
                  <a:pt x="22" y="77"/>
                  <a:pt x="25" y="78"/>
                </a:cubicBezTo>
                <a:cubicBezTo>
                  <a:pt x="27" y="79"/>
                  <a:pt x="29" y="80"/>
                  <a:pt x="29" y="82"/>
                </a:cubicBezTo>
                <a:close/>
                <a:moveTo>
                  <a:pt x="27" y="82"/>
                </a:moveTo>
                <a:cubicBezTo>
                  <a:pt x="27" y="81"/>
                  <a:pt x="26" y="80"/>
                  <a:pt x="25" y="79"/>
                </a:cubicBezTo>
                <a:cubicBezTo>
                  <a:pt x="22" y="78"/>
                  <a:pt x="19" y="78"/>
                  <a:pt x="15" y="78"/>
                </a:cubicBezTo>
                <a:cubicBezTo>
                  <a:pt x="11" y="79"/>
                  <a:pt x="7" y="79"/>
                  <a:pt x="5" y="80"/>
                </a:cubicBezTo>
                <a:cubicBezTo>
                  <a:pt x="3" y="81"/>
                  <a:pt x="2" y="82"/>
                  <a:pt x="3" y="83"/>
                </a:cubicBezTo>
                <a:cubicBezTo>
                  <a:pt x="3" y="84"/>
                  <a:pt x="4" y="85"/>
                  <a:pt x="6" y="86"/>
                </a:cubicBezTo>
                <a:cubicBezTo>
                  <a:pt x="8" y="87"/>
                  <a:pt x="11" y="87"/>
                  <a:pt x="15" y="87"/>
                </a:cubicBezTo>
                <a:cubicBezTo>
                  <a:pt x="19" y="87"/>
                  <a:pt x="23" y="86"/>
                  <a:pt x="25" y="85"/>
                </a:cubicBezTo>
                <a:cubicBezTo>
                  <a:pt x="26" y="84"/>
                  <a:pt x="27" y="83"/>
                  <a:pt x="27" y="82"/>
                </a:cubicBezTo>
                <a:close/>
              </a:path>
              <a:path w="336" h="189">
                <a:moveTo>
                  <a:pt x="16" y="66"/>
                </a:moveTo>
                <a:lnTo>
                  <a:pt x="15" y="72"/>
                </a:lnTo>
                <a:lnTo>
                  <a:pt x="22" y="73"/>
                </a:lnTo>
                <a:cubicBezTo>
                  <a:pt x="24" y="73"/>
                  <a:pt x="24" y="73"/>
                  <a:pt x="25" y="73"/>
                </a:cubicBezTo>
                <a:cubicBezTo>
                  <a:pt x="25" y="73"/>
                  <a:pt x="26" y="73"/>
                  <a:pt x="26" y="73"/>
                </a:cubicBezTo>
                <a:cubicBezTo>
                  <a:pt x="26" y="73"/>
                  <a:pt x="26" y="72"/>
                  <a:pt x="26" y="72"/>
                </a:cubicBezTo>
                <a:lnTo>
                  <a:pt x="27" y="72"/>
                </a:lnTo>
                <a:lnTo>
                  <a:pt x="26" y="77"/>
                </a:lnTo>
                <a:cubicBezTo>
                  <a:pt x="26" y="76"/>
                  <a:pt x="26" y="76"/>
                  <a:pt x="25" y="76"/>
                </a:cubicBezTo>
                <a:cubicBezTo>
                  <a:pt x="25" y="76"/>
                  <a:pt x="25" y="75"/>
                  <a:pt x="25" y="75"/>
                </a:cubicBezTo>
                <a:cubicBezTo>
                  <a:pt x="24" y="75"/>
                  <a:pt x="23" y="75"/>
                  <a:pt x="22" y="75"/>
                </a:cubicBezTo>
                <a:lnTo>
                  <a:pt x="5" y="73"/>
                </a:lnTo>
                <a:cubicBezTo>
                  <a:pt x="4" y="72"/>
                  <a:pt x="3" y="72"/>
                  <a:pt x="3" y="72"/>
                </a:cubicBezTo>
                <a:cubicBezTo>
                  <a:pt x="2" y="72"/>
                  <a:pt x="2" y="72"/>
                  <a:pt x="2" y="73"/>
                </a:cubicBezTo>
                <a:cubicBezTo>
                  <a:pt x="1" y="73"/>
                  <a:pt x="1" y="73"/>
                  <a:pt x="1" y="73"/>
                </a:cubicBezTo>
                <a:lnTo>
                  <a:pt x="1" y="74"/>
                </a:lnTo>
                <a:lnTo>
                  <a:pt x="0" y="74"/>
                </a:lnTo>
                <a:lnTo>
                  <a:pt x="1" y="68"/>
                </a:lnTo>
                <a:lnTo>
                  <a:pt x="2" y="68"/>
                </a:lnTo>
                <a:lnTo>
                  <a:pt x="2" y="69"/>
                </a:lnTo>
                <a:cubicBezTo>
                  <a:pt x="2" y="69"/>
                  <a:pt x="2" y="70"/>
                  <a:pt x="2" y="70"/>
                </a:cubicBezTo>
                <a:cubicBezTo>
                  <a:pt x="3" y="70"/>
                  <a:pt x="4" y="71"/>
                  <a:pt x="5" y="71"/>
                </a:cubicBezTo>
                <a:lnTo>
                  <a:pt x="13" y="72"/>
                </a:lnTo>
                <a:lnTo>
                  <a:pt x="14" y="66"/>
                </a:lnTo>
                <a:lnTo>
                  <a:pt x="6" y="65"/>
                </a:lnTo>
                <a:cubicBezTo>
                  <a:pt x="5" y="65"/>
                  <a:pt x="4" y="65"/>
                  <a:pt x="4" y="65"/>
                </a:cubicBezTo>
                <a:cubicBezTo>
                  <a:pt x="3" y="65"/>
                  <a:pt x="3" y="65"/>
                  <a:pt x="3" y="65"/>
                </a:cubicBezTo>
                <a:cubicBezTo>
                  <a:pt x="2" y="65"/>
                  <a:pt x="2" y="65"/>
                  <a:pt x="2" y="66"/>
                </a:cubicBezTo>
                <a:lnTo>
                  <a:pt x="1" y="66"/>
                </a:lnTo>
                <a:lnTo>
                  <a:pt x="2" y="60"/>
                </a:lnTo>
                <a:lnTo>
                  <a:pt x="3" y="61"/>
                </a:lnTo>
                <a:cubicBezTo>
                  <a:pt x="3" y="62"/>
                  <a:pt x="3" y="62"/>
                  <a:pt x="3" y="62"/>
                </a:cubicBezTo>
                <a:cubicBezTo>
                  <a:pt x="4" y="63"/>
                  <a:pt x="5" y="63"/>
                  <a:pt x="6" y="63"/>
                </a:cubicBezTo>
                <a:lnTo>
                  <a:pt x="23" y="65"/>
                </a:lnTo>
                <a:cubicBezTo>
                  <a:pt x="25" y="65"/>
                  <a:pt x="25" y="65"/>
                  <a:pt x="26" y="65"/>
                </a:cubicBezTo>
                <a:cubicBezTo>
                  <a:pt x="26" y="65"/>
                  <a:pt x="27" y="65"/>
                  <a:pt x="27" y="65"/>
                </a:cubicBezTo>
                <a:cubicBezTo>
                  <a:pt x="27" y="65"/>
                  <a:pt x="27" y="65"/>
                  <a:pt x="27" y="64"/>
                </a:cubicBezTo>
                <a:lnTo>
                  <a:pt x="28" y="64"/>
                </a:lnTo>
                <a:lnTo>
                  <a:pt x="27" y="69"/>
                </a:lnTo>
                <a:cubicBezTo>
                  <a:pt x="27" y="69"/>
                  <a:pt x="27" y="68"/>
                  <a:pt x="26" y="68"/>
                </a:cubicBezTo>
                <a:cubicBezTo>
                  <a:pt x="26" y="68"/>
                  <a:pt x="26" y="67"/>
                  <a:pt x="26" y="67"/>
                </a:cubicBezTo>
                <a:cubicBezTo>
                  <a:pt x="25" y="67"/>
                  <a:pt x="24" y="67"/>
                  <a:pt x="23" y="67"/>
                </a:cubicBezTo>
                <a:lnTo>
                  <a:pt x="16" y="66"/>
                </a:lnTo>
                <a:close/>
              </a:path>
              <a:path w="336" h="189">
                <a:moveTo>
                  <a:pt x="29" y="84"/>
                </a:moveTo>
                <a:lnTo>
                  <a:pt x="30" y="88"/>
                </a:lnTo>
                <a:lnTo>
                  <a:pt x="14" y="101"/>
                </a:lnTo>
                <a:lnTo>
                  <a:pt x="28" y="97"/>
                </a:lnTo>
                <a:cubicBezTo>
                  <a:pt x="30" y="96"/>
                  <a:pt x="31" y="96"/>
                  <a:pt x="31" y="95"/>
                </a:cubicBezTo>
                <a:cubicBezTo>
                  <a:pt x="32" y="95"/>
                  <a:pt x="32" y="95"/>
                  <a:pt x="32" y="94"/>
                </a:cubicBezTo>
                <a:lnTo>
                  <a:pt x="31" y="94"/>
                </a:lnTo>
                <a:lnTo>
                  <a:pt x="32" y="93"/>
                </a:lnTo>
                <a:lnTo>
                  <a:pt x="33" y="98"/>
                </a:lnTo>
                <a:cubicBezTo>
                  <a:pt x="32" y="97"/>
                  <a:pt x="32" y="97"/>
                  <a:pt x="31" y="97"/>
                </a:cubicBezTo>
                <a:cubicBezTo>
                  <a:pt x="31" y="97"/>
                  <a:pt x="30" y="97"/>
                  <a:pt x="29" y="97"/>
                </a:cubicBezTo>
                <a:lnTo>
                  <a:pt x="7" y="104"/>
                </a:lnTo>
                <a:lnTo>
                  <a:pt x="25" y="89"/>
                </a:lnTo>
                <a:lnTo>
                  <a:pt x="9" y="94"/>
                </a:lnTo>
                <a:cubicBezTo>
                  <a:pt x="8" y="95"/>
                  <a:pt x="7" y="95"/>
                  <a:pt x="7" y="95"/>
                </a:cubicBezTo>
                <a:cubicBezTo>
                  <a:pt x="6" y="96"/>
                  <a:pt x="6" y="96"/>
                  <a:pt x="6" y="97"/>
                </a:cubicBezTo>
                <a:lnTo>
                  <a:pt x="4" y="93"/>
                </a:lnTo>
                <a:lnTo>
                  <a:pt x="5" y="93"/>
                </a:lnTo>
                <a:cubicBezTo>
                  <a:pt x="5" y="94"/>
                  <a:pt x="6" y="94"/>
                  <a:pt x="6" y="94"/>
                </a:cubicBezTo>
                <a:cubicBezTo>
                  <a:pt x="7" y="94"/>
                  <a:pt x="8" y="94"/>
                  <a:pt x="9" y="93"/>
                </a:cubicBezTo>
                <a:lnTo>
                  <a:pt x="27" y="88"/>
                </a:lnTo>
                <a:cubicBezTo>
                  <a:pt x="27" y="87"/>
                  <a:pt x="28" y="87"/>
                  <a:pt x="28" y="86"/>
                </a:cubicBezTo>
                <a:cubicBezTo>
                  <a:pt x="28" y="86"/>
                  <a:pt x="28" y="86"/>
                  <a:pt x="29" y="85"/>
                </a:cubicBezTo>
                <a:cubicBezTo>
                  <a:pt x="29" y="85"/>
                  <a:pt x="29" y="85"/>
                  <a:pt x="28" y="84"/>
                </a:cubicBezTo>
                <a:lnTo>
                  <a:pt x="29" y="84"/>
                </a:lnTo>
                <a:close/>
              </a:path>
              <a:path w="336" h="189">
                <a:moveTo>
                  <a:pt x="38" y="107"/>
                </a:moveTo>
                <a:lnTo>
                  <a:pt x="30" y="110"/>
                </a:lnTo>
                <a:cubicBezTo>
                  <a:pt x="32" y="109"/>
                  <a:pt x="33" y="108"/>
                  <a:pt x="34" y="107"/>
                </a:cubicBezTo>
                <a:cubicBezTo>
                  <a:pt x="35" y="106"/>
                  <a:pt x="36" y="105"/>
                  <a:pt x="35" y="104"/>
                </a:cubicBezTo>
                <a:cubicBezTo>
                  <a:pt x="35" y="102"/>
                  <a:pt x="33" y="101"/>
                  <a:pt x="30" y="101"/>
                </a:cubicBezTo>
                <a:cubicBezTo>
                  <a:pt x="28" y="102"/>
                  <a:pt x="25" y="102"/>
                  <a:pt x="22" y="103"/>
                </a:cubicBezTo>
                <a:cubicBezTo>
                  <a:pt x="20" y="104"/>
                  <a:pt x="18" y="105"/>
                  <a:pt x="16" y="106"/>
                </a:cubicBezTo>
                <a:cubicBezTo>
                  <a:pt x="14" y="107"/>
                  <a:pt x="13" y="108"/>
                  <a:pt x="12" y="109"/>
                </a:cubicBezTo>
                <a:cubicBezTo>
                  <a:pt x="12" y="110"/>
                  <a:pt x="11" y="111"/>
                  <a:pt x="12" y="112"/>
                </a:cubicBezTo>
                <a:cubicBezTo>
                  <a:pt x="12" y="112"/>
                  <a:pt x="12" y="113"/>
                  <a:pt x="12" y="113"/>
                </a:cubicBezTo>
                <a:cubicBezTo>
                  <a:pt x="13" y="113"/>
                  <a:pt x="13" y="114"/>
                  <a:pt x="14" y="114"/>
                </a:cubicBezTo>
                <a:lnTo>
                  <a:pt x="21" y="112"/>
                </a:lnTo>
                <a:cubicBezTo>
                  <a:pt x="22" y="111"/>
                  <a:pt x="23" y="111"/>
                  <a:pt x="24" y="111"/>
                </a:cubicBezTo>
                <a:cubicBezTo>
                  <a:pt x="24" y="110"/>
                  <a:pt x="24" y="110"/>
                  <a:pt x="24" y="110"/>
                </a:cubicBezTo>
                <a:cubicBezTo>
                  <a:pt x="24" y="110"/>
                  <a:pt x="24" y="109"/>
                  <a:pt x="24" y="109"/>
                </a:cubicBezTo>
                <a:lnTo>
                  <a:pt x="25" y="108"/>
                </a:lnTo>
                <a:lnTo>
                  <a:pt x="27" y="113"/>
                </a:lnTo>
                <a:lnTo>
                  <a:pt x="26" y="113"/>
                </a:lnTo>
                <a:cubicBezTo>
                  <a:pt x="26" y="113"/>
                  <a:pt x="25" y="113"/>
                  <a:pt x="24" y="113"/>
                </a:cubicBezTo>
                <a:cubicBezTo>
                  <a:pt x="24" y="113"/>
                  <a:pt x="23" y="113"/>
                  <a:pt x="22" y="113"/>
                </a:cubicBezTo>
                <a:lnTo>
                  <a:pt x="14" y="116"/>
                </a:lnTo>
                <a:cubicBezTo>
                  <a:pt x="13" y="115"/>
                  <a:pt x="12" y="115"/>
                  <a:pt x="12" y="114"/>
                </a:cubicBezTo>
                <a:cubicBezTo>
                  <a:pt x="11" y="114"/>
                  <a:pt x="11" y="113"/>
                  <a:pt x="10" y="112"/>
                </a:cubicBezTo>
                <a:cubicBezTo>
                  <a:pt x="10" y="110"/>
                  <a:pt x="11" y="108"/>
                  <a:pt x="13" y="105"/>
                </a:cubicBezTo>
                <a:cubicBezTo>
                  <a:pt x="15" y="104"/>
                  <a:pt x="18" y="102"/>
                  <a:pt x="21" y="101"/>
                </a:cubicBezTo>
                <a:cubicBezTo>
                  <a:pt x="23" y="100"/>
                  <a:pt x="25" y="100"/>
                  <a:pt x="27" y="100"/>
                </a:cubicBezTo>
                <a:cubicBezTo>
                  <a:pt x="30" y="100"/>
                  <a:pt x="32" y="100"/>
                  <a:pt x="34" y="101"/>
                </a:cubicBezTo>
                <a:cubicBezTo>
                  <a:pt x="35" y="101"/>
                  <a:pt x="36" y="102"/>
                  <a:pt x="36" y="103"/>
                </a:cubicBezTo>
                <a:cubicBezTo>
                  <a:pt x="37" y="104"/>
                  <a:pt x="37" y="104"/>
                  <a:pt x="37" y="104"/>
                </a:cubicBezTo>
                <a:cubicBezTo>
                  <a:pt x="37" y="105"/>
                  <a:pt x="36" y="106"/>
                  <a:pt x="36" y="106"/>
                </a:cubicBezTo>
                <a:cubicBezTo>
                  <a:pt x="36" y="107"/>
                  <a:pt x="36" y="107"/>
                  <a:pt x="36" y="107"/>
                </a:cubicBezTo>
                <a:cubicBezTo>
                  <a:pt x="36" y="107"/>
                  <a:pt x="36" y="107"/>
                  <a:pt x="36" y="107"/>
                </a:cubicBezTo>
                <a:cubicBezTo>
                  <a:pt x="37" y="107"/>
                  <a:pt x="37" y="107"/>
                  <a:pt x="38" y="107"/>
                </a:cubicBezTo>
                <a:close/>
              </a:path>
              <a:path w="336" h="189">
                <a:moveTo>
                  <a:pt x="47" y="119"/>
                </a:moveTo>
                <a:lnTo>
                  <a:pt x="48" y="118"/>
                </a:lnTo>
                <a:lnTo>
                  <a:pt x="51" y="122"/>
                </a:lnTo>
                <a:lnTo>
                  <a:pt x="50" y="122"/>
                </a:lnTo>
                <a:cubicBezTo>
                  <a:pt x="49" y="121"/>
                  <a:pt x="49" y="121"/>
                  <a:pt x="48" y="122"/>
                </a:cubicBezTo>
                <a:cubicBezTo>
                  <a:pt x="48" y="122"/>
                  <a:pt x="47" y="122"/>
                  <a:pt x="46" y="123"/>
                </a:cubicBezTo>
                <a:lnTo>
                  <a:pt x="38" y="130"/>
                </a:lnTo>
                <a:cubicBezTo>
                  <a:pt x="36" y="132"/>
                  <a:pt x="34" y="133"/>
                  <a:pt x="33" y="134"/>
                </a:cubicBezTo>
                <a:cubicBezTo>
                  <a:pt x="31" y="135"/>
                  <a:pt x="30" y="135"/>
                  <a:pt x="29" y="135"/>
                </a:cubicBezTo>
                <a:cubicBezTo>
                  <a:pt x="27" y="135"/>
                  <a:pt x="26" y="135"/>
                  <a:pt x="26" y="134"/>
                </a:cubicBezTo>
                <a:cubicBezTo>
                  <a:pt x="25" y="133"/>
                  <a:pt x="24" y="131"/>
                  <a:pt x="25" y="130"/>
                </a:cubicBezTo>
                <a:cubicBezTo>
                  <a:pt x="25" y="129"/>
                  <a:pt x="26" y="128"/>
                  <a:pt x="27" y="126"/>
                </a:cubicBezTo>
                <a:cubicBezTo>
                  <a:pt x="27" y="126"/>
                  <a:pt x="29" y="124"/>
                  <a:pt x="32" y="122"/>
                </a:cubicBezTo>
                <a:lnTo>
                  <a:pt x="39" y="115"/>
                </a:lnTo>
                <a:cubicBezTo>
                  <a:pt x="41" y="114"/>
                  <a:pt x="41" y="114"/>
                  <a:pt x="42" y="113"/>
                </a:cubicBezTo>
                <a:cubicBezTo>
                  <a:pt x="42" y="113"/>
                  <a:pt x="42" y="112"/>
                  <a:pt x="42" y="112"/>
                </a:cubicBezTo>
                <a:lnTo>
                  <a:pt x="41" y="111"/>
                </a:lnTo>
                <a:lnTo>
                  <a:pt x="42" y="111"/>
                </a:lnTo>
                <a:lnTo>
                  <a:pt x="45" y="115"/>
                </a:lnTo>
                <a:lnTo>
                  <a:pt x="45" y="116"/>
                </a:lnTo>
                <a:lnTo>
                  <a:pt x="45" y="115"/>
                </a:lnTo>
                <a:cubicBezTo>
                  <a:pt x="44" y="115"/>
                  <a:pt x="44" y="115"/>
                  <a:pt x="43" y="115"/>
                </a:cubicBezTo>
                <a:cubicBezTo>
                  <a:pt x="43" y="115"/>
                  <a:pt x="42" y="116"/>
                  <a:pt x="41" y="117"/>
                </a:cubicBezTo>
                <a:lnTo>
                  <a:pt x="32" y="124"/>
                </a:lnTo>
                <a:cubicBezTo>
                  <a:pt x="31" y="125"/>
                  <a:pt x="30" y="126"/>
                  <a:pt x="29" y="127"/>
                </a:cubicBezTo>
                <a:cubicBezTo>
                  <a:pt x="28" y="127"/>
                  <a:pt x="28" y="128"/>
                  <a:pt x="27" y="129"/>
                </a:cubicBezTo>
                <a:cubicBezTo>
                  <a:pt x="27" y="130"/>
                  <a:pt x="26" y="130"/>
                  <a:pt x="26" y="131"/>
                </a:cubicBezTo>
                <a:cubicBezTo>
                  <a:pt x="26" y="132"/>
                  <a:pt x="26" y="132"/>
                  <a:pt x="27" y="133"/>
                </a:cubicBezTo>
                <a:cubicBezTo>
                  <a:pt x="27" y="133"/>
                  <a:pt x="28" y="134"/>
                  <a:pt x="29" y="134"/>
                </a:cubicBezTo>
                <a:cubicBezTo>
                  <a:pt x="30" y="134"/>
                  <a:pt x="31" y="133"/>
                  <a:pt x="32" y="133"/>
                </a:cubicBezTo>
                <a:cubicBezTo>
                  <a:pt x="33" y="132"/>
                  <a:pt x="35" y="131"/>
                  <a:pt x="37" y="129"/>
                </a:cubicBezTo>
                <a:lnTo>
                  <a:pt x="45" y="123"/>
                </a:lnTo>
                <a:cubicBezTo>
                  <a:pt x="47" y="122"/>
                  <a:pt x="47" y="121"/>
                  <a:pt x="48" y="120"/>
                </a:cubicBezTo>
                <a:cubicBezTo>
                  <a:pt x="48" y="120"/>
                  <a:pt x="48" y="119"/>
                  <a:pt x="47" y="119"/>
                </a:cubicBezTo>
                <a:close/>
              </a:path>
              <a:path w="336" h="189">
                <a:moveTo>
                  <a:pt x="51" y="121"/>
                </a:moveTo>
                <a:lnTo>
                  <a:pt x="53" y="123"/>
                </a:lnTo>
                <a:lnTo>
                  <a:pt x="46" y="143"/>
                </a:lnTo>
                <a:lnTo>
                  <a:pt x="56" y="132"/>
                </a:lnTo>
                <a:cubicBezTo>
                  <a:pt x="57" y="131"/>
                  <a:pt x="58" y="130"/>
                  <a:pt x="58" y="130"/>
                </a:cubicBezTo>
                <a:cubicBezTo>
                  <a:pt x="58" y="129"/>
                  <a:pt x="58" y="128"/>
                  <a:pt x="58" y="128"/>
                </a:cubicBezTo>
                <a:lnTo>
                  <a:pt x="57" y="128"/>
                </a:lnTo>
                <a:lnTo>
                  <a:pt x="58" y="127"/>
                </a:lnTo>
                <a:lnTo>
                  <a:pt x="61" y="130"/>
                </a:lnTo>
                <a:lnTo>
                  <a:pt x="61" y="131"/>
                </a:lnTo>
                <a:lnTo>
                  <a:pt x="60" y="131"/>
                </a:lnTo>
                <a:cubicBezTo>
                  <a:pt x="60" y="130"/>
                  <a:pt x="60" y="130"/>
                  <a:pt x="59" y="131"/>
                </a:cubicBezTo>
                <a:cubicBezTo>
                  <a:pt x="59" y="131"/>
                  <a:pt x="58" y="131"/>
                  <a:pt x="57" y="133"/>
                </a:cubicBezTo>
                <a:lnTo>
                  <a:pt x="42" y="149"/>
                </a:lnTo>
                <a:lnTo>
                  <a:pt x="50" y="127"/>
                </a:lnTo>
                <a:lnTo>
                  <a:pt x="39" y="140"/>
                </a:lnTo>
                <a:cubicBezTo>
                  <a:pt x="38" y="141"/>
                  <a:pt x="37" y="142"/>
                  <a:pt x="37" y="142"/>
                </a:cubicBezTo>
                <a:cubicBezTo>
                  <a:pt x="37" y="143"/>
                  <a:pt x="37" y="143"/>
                  <a:pt x="37" y="143"/>
                </a:cubicBezTo>
                <a:lnTo>
                  <a:pt x="38" y="144"/>
                </a:lnTo>
                <a:lnTo>
                  <a:pt x="37" y="144"/>
                </a:lnTo>
                <a:lnTo>
                  <a:pt x="34" y="141"/>
                </a:lnTo>
                <a:lnTo>
                  <a:pt x="35" y="141"/>
                </a:lnTo>
                <a:cubicBezTo>
                  <a:pt x="35" y="141"/>
                  <a:pt x="36" y="141"/>
                  <a:pt x="36" y="141"/>
                </a:cubicBezTo>
                <a:cubicBezTo>
                  <a:pt x="37" y="141"/>
                  <a:pt x="37" y="140"/>
                  <a:pt x="38" y="139"/>
                </a:cubicBezTo>
                <a:lnTo>
                  <a:pt x="50" y="125"/>
                </a:lnTo>
                <a:cubicBezTo>
                  <a:pt x="51" y="124"/>
                  <a:pt x="51" y="124"/>
                  <a:pt x="51" y="123"/>
                </a:cubicBezTo>
                <a:cubicBezTo>
                  <a:pt x="51" y="123"/>
                  <a:pt x="51" y="123"/>
                  <a:pt x="51" y="122"/>
                </a:cubicBezTo>
                <a:cubicBezTo>
                  <a:pt x="51" y="122"/>
                  <a:pt x="50" y="122"/>
                  <a:pt x="50" y="121"/>
                </a:cubicBezTo>
                <a:lnTo>
                  <a:pt x="51" y="121"/>
                </a:lnTo>
                <a:close/>
              </a:path>
              <a:path w="336" h="189">
                <a:moveTo>
                  <a:pt x="51" y="155"/>
                </a:moveTo>
                <a:lnTo>
                  <a:pt x="50" y="156"/>
                </a:lnTo>
                <a:lnTo>
                  <a:pt x="46" y="152"/>
                </a:lnTo>
                <a:lnTo>
                  <a:pt x="47" y="151"/>
                </a:lnTo>
                <a:lnTo>
                  <a:pt x="47" y="152"/>
                </a:lnTo>
                <a:cubicBezTo>
                  <a:pt x="47" y="152"/>
                  <a:pt x="48" y="152"/>
                  <a:pt x="49" y="152"/>
                </a:cubicBezTo>
                <a:cubicBezTo>
                  <a:pt x="49" y="152"/>
                  <a:pt x="50" y="151"/>
                  <a:pt x="51" y="150"/>
                </a:cubicBezTo>
                <a:lnTo>
                  <a:pt x="62" y="137"/>
                </a:lnTo>
                <a:cubicBezTo>
                  <a:pt x="63" y="136"/>
                  <a:pt x="63" y="135"/>
                  <a:pt x="63" y="135"/>
                </a:cubicBezTo>
                <a:cubicBezTo>
                  <a:pt x="64" y="134"/>
                  <a:pt x="64" y="134"/>
                  <a:pt x="64" y="134"/>
                </a:cubicBezTo>
                <a:cubicBezTo>
                  <a:pt x="64" y="133"/>
                  <a:pt x="64" y="133"/>
                  <a:pt x="63" y="133"/>
                </a:cubicBezTo>
                <a:lnTo>
                  <a:pt x="63" y="132"/>
                </a:lnTo>
                <a:lnTo>
                  <a:pt x="68" y="136"/>
                </a:lnTo>
                <a:lnTo>
                  <a:pt x="67" y="136"/>
                </a:lnTo>
                <a:cubicBezTo>
                  <a:pt x="66" y="136"/>
                  <a:pt x="66" y="136"/>
                  <a:pt x="65" y="136"/>
                </a:cubicBezTo>
                <a:cubicBezTo>
                  <a:pt x="65" y="136"/>
                  <a:pt x="64" y="137"/>
                  <a:pt x="63" y="138"/>
                </a:cubicBezTo>
                <a:lnTo>
                  <a:pt x="52" y="151"/>
                </a:lnTo>
                <a:cubicBezTo>
                  <a:pt x="51" y="152"/>
                  <a:pt x="51" y="153"/>
                  <a:pt x="50" y="153"/>
                </a:cubicBezTo>
                <a:cubicBezTo>
                  <a:pt x="50" y="153"/>
                  <a:pt x="50" y="153"/>
                  <a:pt x="50" y="154"/>
                </a:cubicBezTo>
                <a:cubicBezTo>
                  <a:pt x="50" y="154"/>
                  <a:pt x="50" y="155"/>
                  <a:pt x="51" y="155"/>
                </a:cubicBezTo>
                <a:close/>
              </a:path>
              <a:path w="336" h="189">
                <a:moveTo>
                  <a:pt x="81" y="143"/>
                </a:moveTo>
                <a:lnTo>
                  <a:pt x="80" y="143"/>
                </a:lnTo>
                <a:cubicBezTo>
                  <a:pt x="80" y="143"/>
                  <a:pt x="79" y="143"/>
                  <a:pt x="79" y="144"/>
                </a:cubicBezTo>
                <a:cubicBezTo>
                  <a:pt x="78" y="144"/>
                  <a:pt x="78" y="145"/>
                  <a:pt x="77" y="146"/>
                </a:cubicBezTo>
                <a:lnTo>
                  <a:pt x="61" y="163"/>
                </a:lnTo>
                <a:lnTo>
                  <a:pt x="61" y="162"/>
                </a:lnTo>
                <a:lnTo>
                  <a:pt x="68" y="140"/>
                </a:lnTo>
                <a:cubicBezTo>
                  <a:pt x="69" y="139"/>
                  <a:pt x="69" y="139"/>
                  <a:pt x="69" y="138"/>
                </a:cubicBezTo>
                <a:cubicBezTo>
                  <a:pt x="69" y="138"/>
                  <a:pt x="69" y="137"/>
                  <a:pt x="69" y="137"/>
                </a:cubicBezTo>
                <a:cubicBezTo>
                  <a:pt x="69" y="137"/>
                  <a:pt x="69" y="137"/>
                  <a:pt x="68" y="136"/>
                </a:cubicBezTo>
                <a:lnTo>
                  <a:pt x="69" y="136"/>
                </a:lnTo>
                <a:lnTo>
                  <a:pt x="73" y="138"/>
                </a:lnTo>
                <a:lnTo>
                  <a:pt x="73" y="139"/>
                </a:lnTo>
                <a:cubicBezTo>
                  <a:pt x="72" y="139"/>
                  <a:pt x="72" y="139"/>
                  <a:pt x="72" y="139"/>
                </a:cubicBezTo>
                <a:cubicBezTo>
                  <a:pt x="71" y="139"/>
                  <a:pt x="71" y="139"/>
                  <a:pt x="71" y="140"/>
                </a:cubicBezTo>
                <a:cubicBezTo>
                  <a:pt x="71" y="140"/>
                  <a:pt x="70" y="141"/>
                  <a:pt x="70" y="143"/>
                </a:cubicBezTo>
                <a:lnTo>
                  <a:pt x="65" y="158"/>
                </a:lnTo>
                <a:lnTo>
                  <a:pt x="75" y="146"/>
                </a:lnTo>
                <a:cubicBezTo>
                  <a:pt x="76" y="145"/>
                  <a:pt x="77" y="144"/>
                  <a:pt x="77" y="144"/>
                </a:cubicBezTo>
                <a:cubicBezTo>
                  <a:pt x="77" y="143"/>
                  <a:pt x="77" y="143"/>
                  <a:pt x="77" y="143"/>
                </a:cubicBezTo>
                <a:cubicBezTo>
                  <a:pt x="77" y="142"/>
                  <a:pt x="77" y="142"/>
                  <a:pt x="77" y="141"/>
                </a:cubicBezTo>
                <a:cubicBezTo>
                  <a:pt x="77" y="141"/>
                  <a:pt x="77" y="141"/>
                  <a:pt x="77" y="141"/>
                </a:cubicBezTo>
                <a:lnTo>
                  <a:pt x="81" y="143"/>
                </a:lnTo>
                <a:close/>
              </a:path>
              <a:path w="336" h="189">
                <a:moveTo>
                  <a:pt x="153" y="160"/>
                </a:moveTo>
                <a:cubicBezTo>
                  <a:pt x="155" y="160"/>
                  <a:pt x="156" y="161"/>
                  <a:pt x="157" y="164"/>
                </a:cubicBezTo>
                <a:cubicBezTo>
                  <a:pt x="159" y="166"/>
                  <a:pt x="159" y="170"/>
                  <a:pt x="159" y="174"/>
                </a:cubicBezTo>
                <a:cubicBezTo>
                  <a:pt x="159" y="178"/>
                  <a:pt x="159" y="181"/>
                  <a:pt x="157" y="184"/>
                </a:cubicBezTo>
                <a:cubicBezTo>
                  <a:pt x="156" y="186"/>
                  <a:pt x="155" y="187"/>
                  <a:pt x="153" y="187"/>
                </a:cubicBezTo>
                <a:cubicBezTo>
                  <a:pt x="151" y="187"/>
                  <a:pt x="150" y="186"/>
                  <a:pt x="148" y="184"/>
                </a:cubicBezTo>
                <a:cubicBezTo>
                  <a:pt x="147" y="181"/>
                  <a:pt x="147" y="178"/>
                  <a:pt x="147" y="174"/>
                </a:cubicBezTo>
                <a:cubicBezTo>
                  <a:pt x="147" y="169"/>
                  <a:pt x="147" y="166"/>
                  <a:pt x="149" y="163"/>
                </a:cubicBezTo>
                <a:cubicBezTo>
                  <a:pt x="150" y="161"/>
                  <a:pt x="151" y="160"/>
                  <a:pt x="153" y="160"/>
                </a:cubicBezTo>
                <a:close/>
                <a:moveTo>
                  <a:pt x="153" y="161"/>
                </a:moveTo>
                <a:cubicBezTo>
                  <a:pt x="152" y="161"/>
                  <a:pt x="151" y="162"/>
                  <a:pt x="150" y="164"/>
                </a:cubicBezTo>
                <a:cubicBezTo>
                  <a:pt x="149" y="166"/>
                  <a:pt x="149" y="169"/>
                  <a:pt x="149" y="174"/>
                </a:cubicBezTo>
                <a:cubicBezTo>
                  <a:pt x="149" y="178"/>
                  <a:pt x="149" y="181"/>
                  <a:pt x="150" y="183"/>
                </a:cubicBezTo>
                <a:cubicBezTo>
                  <a:pt x="151" y="185"/>
                  <a:pt x="152" y="186"/>
                  <a:pt x="153" y="186"/>
                </a:cubicBezTo>
                <a:cubicBezTo>
                  <a:pt x="154" y="186"/>
                  <a:pt x="155" y="185"/>
                  <a:pt x="156" y="183"/>
                </a:cubicBezTo>
                <a:cubicBezTo>
                  <a:pt x="157" y="181"/>
                  <a:pt x="157" y="178"/>
                  <a:pt x="157" y="174"/>
                </a:cubicBezTo>
                <a:cubicBezTo>
                  <a:pt x="157" y="170"/>
                  <a:pt x="157" y="166"/>
                  <a:pt x="156" y="164"/>
                </a:cubicBezTo>
                <a:cubicBezTo>
                  <a:pt x="155" y="162"/>
                  <a:pt x="154" y="161"/>
                  <a:pt x="153" y="161"/>
                </a:cubicBezTo>
                <a:close/>
              </a:path>
              <a:path w="336" h="189">
                <a:moveTo>
                  <a:pt x="165" y="162"/>
                </a:moveTo>
                <a:lnTo>
                  <a:pt x="165" y="172"/>
                </a:lnTo>
                <a:lnTo>
                  <a:pt x="167" y="172"/>
                </a:lnTo>
                <a:cubicBezTo>
                  <a:pt x="168" y="172"/>
                  <a:pt x="168" y="172"/>
                  <a:pt x="168" y="172"/>
                </a:cubicBezTo>
                <a:cubicBezTo>
                  <a:pt x="168" y="171"/>
                  <a:pt x="169" y="170"/>
                  <a:pt x="169" y="169"/>
                </a:cubicBezTo>
                <a:lnTo>
                  <a:pt x="169" y="178"/>
                </a:lnTo>
                <a:cubicBezTo>
                  <a:pt x="169" y="177"/>
                  <a:pt x="169" y="176"/>
                  <a:pt x="169" y="175"/>
                </a:cubicBezTo>
                <a:cubicBezTo>
                  <a:pt x="168" y="175"/>
                  <a:pt x="168" y="175"/>
                  <a:pt x="168" y="174"/>
                </a:cubicBezTo>
                <a:cubicBezTo>
                  <a:pt x="168" y="174"/>
                  <a:pt x="167" y="174"/>
                  <a:pt x="167" y="174"/>
                </a:cubicBezTo>
                <a:lnTo>
                  <a:pt x="165" y="174"/>
                </a:lnTo>
                <a:lnTo>
                  <a:pt x="165" y="182"/>
                </a:lnTo>
                <a:cubicBezTo>
                  <a:pt x="165" y="184"/>
                  <a:pt x="165" y="184"/>
                  <a:pt x="165" y="185"/>
                </a:cubicBezTo>
                <a:cubicBezTo>
                  <a:pt x="165" y="185"/>
                  <a:pt x="165" y="185"/>
                  <a:pt x="165" y="186"/>
                </a:cubicBezTo>
                <a:cubicBezTo>
                  <a:pt x="165" y="186"/>
                  <a:pt x="166" y="186"/>
                  <a:pt x="166" y="186"/>
                </a:cubicBezTo>
                <a:lnTo>
                  <a:pt x="167" y="186"/>
                </a:lnTo>
                <a:lnTo>
                  <a:pt x="167" y="187"/>
                </a:lnTo>
                <a:lnTo>
                  <a:pt x="161" y="187"/>
                </a:lnTo>
                <a:lnTo>
                  <a:pt x="161" y="186"/>
                </a:lnTo>
                <a:cubicBezTo>
                  <a:pt x="162" y="186"/>
                  <a:pt x="162" y="186"/>
                  <a:pt x="163" y="185"/>
                </a:cubicBezTo>
                <a:cubicBezTo>
                  <a:pt x="163" y="185"/>
                  <a:pt x="163" y="184"/>
                  <a:pt x="163" y="182"/>
                </a:cubicBezTo>
                <a:lnTo>
                  <a:pt x="163" y="165"/>
                </a:lnTo>
                <a:cubicBezTo>
                  <a:pt x="163" y="164"/>
                  <a:pt x="163" y="163"/>
                  <a:pt x="163" y="163"/>
                </a:cubicBezTo>
                <a:cubicBezTo>
                  <a:pt x="163" y="162"/>
                  <a:pt x="162" y="162"/>
                  <a:pt x="162" y="162"/>
                </a:cubicBezTo>
                <a:cubicBezTo>
                  <a:pt x="162" y="161"/>
                  <a:pt x="162" y="161"/>
                  <a:pt x="161" y="161"/>
                </a:cubicBezTo>
                <a:lnTo>
                  <a:pt x="171" y="161"/>
                </a:lnTo>
                <a:lnTo>
                  <a:pt x="171" y="166"/>
                </a:lnTo>
                <a:lnTo>
                  <a:pt x="170" y="166"/>
                </a:lnTo>
                <a:cubicBezTo>
                  <a:pt x="170" y="165"/>
                  <a:pt x="170" y="164"/>
                  <a:pt x="170" y="164"/>
                </a:cubicBezTo>
                <a:cubicBezTo>
                  <a:pt x="170" y="163"/>
                  <a:pt x="169" y="163"/>
                  <a:pt x="169" y="162"/>
                </a:cubicBezTo>
                <a:cubicBezTo>
                  <a:pt x="169" y="162"/>
                  <a:pt x="168" y="162"/>
                  <a:pt x="168" y="162"/>
                </a:cubicBezTo>
                <a:lnTo>
                  <a:pt x="165" y="162"/>
                </a:lnTo>
                <a:close/>
              </a:path>
              <a:path w="336" h="189">
                <a:moveTo>
                  <a:pt x="92" y="176"/>
                </a:moveTo>
                <a:lnTo>
                  <a:pt x="89" y="175"/>
                </a:lnTo>
                <a:lnTo>
                  <a:pt x="91" y="162"/>
                </a:lnTo>
                <a:cubicBezTo>
                  <a:pt x="90" y="162"/>
                  <a:pt x="90" y="161"/>
                  <a:pt x="90" y="161"/>
                </a:cubicBezTo>
                <a:cubicBezTo>
                  <a:pt x="90" y="161"/>
                  <a:pt x="90" y="161"/>
                  <a:pt x="90" y="161"/>
                </a:cubicBezTo>
                <a:cubicBezTo>
                  <a:pt x="90" y="161"/>
                  <a:pt x="90" y="161"/>
                  <a:pt x="89" y="161"/>
                </a:cubicBezTo>
                <a:lnTo>
                  <a:pt x="86" y="168"/>
                </a:lnTo>
                <a:cubicBezTo>
                  <a:pt x="85" y="169"/>
                  <a:pt x="85" y="170"/>
                  <a:pt x="84" y="171"/>
                </a:cubicBezTo>
                <a:cubicBezTo>
                  <a:pt x="84" y="171"/>
                  <a:pt x="85" y="172"/>
                  <a:pt x="85" y="172"/>
                </a:cubicBezTo>
                <a:lnTo>
                  <a:pt x="85" y="173"/>
                </a:lnTo>
                <a:lnTo>
                  <a:pt x="80" y="170"/>
                </a:lnTo>
                <a:lnTo>
                  <a:pt x="81" y="169"/>
                </a:lnTo>
                <a:lnTo>
                  <a:pt x="81" y="170"/>
                </a:lnTo>
                <a:cubicBezTo>
                  <a:pt x="81" y="170"/>
                  <a:pt x="82" y="170"/>
                  <a:pt x="83" y="169"/>
                </a:cubicBezTo>
                <a:cubicBezTo>
                  <a:pt x="83" y="169"/>
                  <a:pt x="83" y="168"/>
                  <a:pt x="84" y="167"/>
                </a:cubicBezTo>
                <a:lnTo>
                  <a:pt x="92" y="152"/>
                </a:lnTo>
                <a:cubicBezTo>
                  <a:pt x="93" y="151"/>
                  <a:pt x="94" y="150"/>
                  <a:pt x="94" y="149"/>
                </a:cubicBezTo>
                <a:cubicBezTo>
                  <a:pt x="94" y="149"/>
                  <a:pt x="94" y="148"/>
                  <a:pt x="93" y="148"/>
                </a:cubicBezTo>
                <a:lnTo>
                  <a:pt x="93" y="147"/>
                </a:lnTo>
                <a:lnTo>
                  <a:pt x="97" y="149"/>
                </a:lnTo>
                <a:cubicBezTo>
                  <a:pt x="98" y="150"/>
                  <a:pt x="99" y="151"/>
                  <a:pt x="100" y="151"/>
                </a:cubicBezTo>
                <a:cubicBezTo>
                  <a:pt x="100" y="152"/>
                  <a:pt x="100" y="153"/>
                  <a:pt x="100" y="154"/>
                </a:cubicBezTo>
                <a:cubicBezTo>
                  <a:pt x="100" y="155"/>
                  <a:pt x="99" y="157"/>
                  <a:pt x="99" y="158"/>
                </a:cubicBezTo>
                <a:cubicBezTo>
                  <a:pt x="98" y="159"/>
                  <a:pt x="97" y="160"/>
                  <a:pt x="96" y="161"/>
                </a:cubicBezTo>
                <a:cubicBezTo>
                  <a:pt x="95" y="162"/>
                  <a:pt x="94" y="162"/>
                  <a:pt x="93" y="162"/>
                </a:cubicBezTo>
                <a:lnTo>
                  <a:pt x="91" y="170"/>
                </a:lnTo>
                <a:cubicBezTo>
                  <a:pt x="91" y="172"/>
                  <a:pt x="91" y="173"/>
                  <a:pt x="91" y="174"/>
                </a:cubicBezTo>
                <a:cubicBezTo>
                  <a:pt x="91" y="175"/>
                  <a:pt x="91" y="175"/>
                  <a:pt x="92" y="176"/>
                </a:cubicBezTo>
                <a:close/>
                <a:moveTo>
                  <a:pt x="90" y="160"/>
                </a:moveTo>
                <a:cubicBezTo>
                  <a:pt x="90" y="160"/>
                  <a:pt x="90" y="160"/>
                  <a:pt x="90" y="160"/>
                </a:cubicBezTo>
                <a:cubicBezTo>
                  <a:pt x="90" y="160"/>
                  <a:pt x="90" y="160"/>
                  <a:pt x="91" y="160"/>
                </a:cubicBezTo>
                <a:cubicBezTo>
                  <a:pt x="92" y="161"/>
                  <a:pt x="93" y="161"/>
                  <a:pt x="94" y="160"/>
                </a:cubicBezTo>
                <a:cubicBezTo>
                  <a:pt x="95" y="160"/>
                  <a:pt x="96" y="158"/>
                  <a:pt x="97" y="157"/>
                </a:cubicBezTo>
                <a:cubicBezTo>
                  <a:pt x="97" y="156"/>
                  <a:pt x="98" y="154"/>
                  <a:pt x="98" y="153"/>
                </a:cubicBezTo>
                <a:cubicBezTo>
                  <a:pt x="98" y="152"/>
                  <a:pt x="98" y="151"/>
                  <a:pt x="97" y="151"/>
                </a:cubicBezTo>
                <a:cubicBezTo>
                  <a:pt x="97" y="151"/>
                  <a:pt x="96" y="150"/>
                  <a:pt x="95" y="150"/>
                </a:cubicBezTo>
                <a:lnTo>
                  <a:pt x="90" y="160"/>
                </a:lnTo>
                <a:close/>
              </a:path>
              <a:path w="336" h="189">
                <a:moveTo>
                  <a:pt x="110" y="153"/>
                </a:moveTo>
                <a:lnTo>
                  <a:pt x="107" y="161"/>
                </a:lnTo>
                <a:cubicBezTo>
                  <a:pt x="107" y="160"/>
                  <a:pt x="108" y="158"/>
                  <a:pt x="108" y="157"/>
                </a:cubicBezTo>
                <a:cubicBezTo>
                  <a:pt x="108" y="156"/>
                  <a:pt x="108" y="155"/>
                  <a:pt x="107" y="154"/>
                </a:cubicBezTo>
                <a:cubicBezTo>
                  <a:pt x="107" y="154"/>
                  <a:pt x="107" y="153"/>
                  <a:pt x="106" y="153"/>
                </a:cubicBezTo>
                <a:cubicBezTo>
                  <a:pt x="105" y="153"/>
                  <a:pt x="105" y="153"/>
                  <a:pt x="104" y="154"/>
                </a:cubicBezTo>
                <a:cubicBezTo>
                  <a:pt x="103" y="154"/>
                  <a:pt x="103" y="155"/>
                  <a:pt x="103" y="156"/>
                </a:cubicBezTo>
                <a:cubicBezTo>
                  <a:pt x="102" y="157"/>
                  <a:pt x="102" y="157"/>
                  <a:pt x="102" y="158"/>
                </a:cubicBezTo>
                <a:cubicBezTo>
                  <a:pt x="102" y="159"/>
                  <a:pt x="103" y="161"/>
                  <a:pt x="104" y="163"/>
                </a:cubicBezTo>
                <a:cubicBezTo>
                  <a:pt x="104" y="164"/>
                  <a:pt x="105" y="166"/>
                  <a:pt x="105" y="166"/>
                </a:cubicBezTo>
                <a:cubicBezTo>
                  <a:pt x="105" y="167"/>
                  <a:pt x="105" y="168"/>
                  <a:pt x="105" y="169"/>
                </a:cubicBezTo>
                <a:cubicBezTo>
                  <a:pt x="105" y="170"/>
                  <a:pt x="105" y="171"/>
                  <a:pt x="104" y="172"/>
                </a:cubicBezTo>
                <a:cubicBezTo>
                  <a:pt x="104" y="174"/>
                  <a:pt x="103" y="175"/>
                  <a:pt x="101" y="177"/>
                </a:cubicBezTo>
                <a:cubicBezTo>
                  <a:pt x="100" y="178"/>
                  <a:pt x="99" y="178"/>
                  <a:pt x="98" y="178"/>
                </a:cubicBezTo>
                <a:cubicBezTo>
                  <a:pt x="97" y="177"/>
                  <a:pt x="97" y="177"/>
                  <a:pt x="97" y="177"/>
                </a:cubicBezTo>
                <a:cubicBezTo>
                  <a:pt x="97" y="177"/>
                  <a:pt x="96" y="177"/>
                  <a:pt x="96" y="176"/>
                </a:cubicBezTo>
                <a:cubicBezTo>
                  <a:pt x="96" y="175"/>
                  <a:pt x="95" y="175"/>
                  <a:pt x="95" y="175"/>
                </a:cubicBezTo>
                <a:cubicBezTo>
                  <a:pt x="95" y="175"/>
                  <a:pt x="95" y="175"/>
                  <a:pt x="95" y="175"/>
                </a:cubicBezTo>
                <a:cubicBezTo>
                  <a:pt x="94" y="175"/>
                  <a:pt x="94" y="176"/>
                  <a:pt x="94" y="176"/>
                </a:cubicBezTo>
                <a:lnTo>
                  <a:pt x="97" y="168"/>
                </a:lnTo>
                <a:cubicBezTo>
                  <a:pt x="97" y="170"/>
                  <a:pt x="96" y="171"/>
                  <a:pt x="96" y="172"/>
                </a:cubicBezTo>
                <a:cubicBezTo>
                  <a:pt x="96" y="173"/>
                  <a:pt x="96" y="174"/>
                  <a:pt x="97" y="175"/>
                </a:cubicBezTo>
                <a:cubicBezTo>
                  <a:pt x="97" y="175"/>
                  <a:pt x="98" y="176"/>
                  <a:pt x="98" y="176"/>
                </a:cubicBezTo>
                <a:cubicBezTo>
                  <a:pt x="99" y="176"/>
                  <a:pt x="100" y="176"/>
                  <a:pt x="100" y="176"/>
                </a:cubicBezTo>
                <a:cubicBezTo>
                  <a:pt x="101" y="175"/>
                  <a:pt x="102" y="174"/>
                  <a:pt x="102" y="173"/>
                </a:cubicBezTo>
                <a:cubicBezTo>
                  <a:pt x="102" y="172"/>
                  <a:pt x="102" y="172"/>
                  <a:pt x="103" y="171"/>
                </a:cubicBezTo>
                <a:cubicBezTo>
                  <a:pt x="103" y="170"/>
                  <a:pt x="103" y="170"/>
                  <a:pt x="102" y="169"/>
                </a:cubicBezTo>
                <a:cubicBezTo>
                  <a:pt x="102" y="169"/>
                  <a:pt x="102" y="168"/>
                  <a:pt x="101" y="166"/>
                </a:cubicBezTo>
                <a:cubicBezTo>
                  <a:pt x="101" y="164"/>
                  <a:pt x="100" y="163"/>
                  <a:pt x="100" y="162"/>
                </a:cubicBezTo>
                <a:cubicBezTo>
                  <a:pt x="100" y="161"/>
                  <a:pt x="100" y="161"/>
                  <a:pt x="100" y="160"/>
                </a:cubicBezTo>
                <a:cubicBezTo>
                  <a:pt x="100" y="159"/>
                  <a:pt x="100" y="158"/>
                  <a:pt x="101" y="157"/>
                </a:cubicBezTo>
                <a:cubicBezTo>
                  <a:pt x="101" y="155"/>
                  <a:pt x="102" y="153"/>
                  <a:pt x="103" y="152"/>
                </a:cubicBezTo>
                <a:cubicBezTo>
                  <a:pt x="105" y="151"/>
                  <a:pt x="106" y="151"/>
                  <a:pt x="107" y="151"/>
                </a:cubicBezTo>
                <a:cubicBezTo>
                  <a:pt x="107" y="152"/>
                  <a:pt x="108" y="152"/>
                  <a:pt x="108" y="153"/>
                </a:cubicBezTo>
                <a:cubicBezTo>
                  <a:pt x="109" y="154"/>
                  <a:pt x="109" y="154"/>
                  <a:pt x="109" y="154"/>
                </a:cubicBezTo>
                <a:cubicBezTo>
                  <a:pt x="109" y="154"/>
                  <a:pt x="109" y="154"/>
                  <a:pt x="109" y="154"/>
                </a:cubicBezTo>
                <a:cubicBezTo>
                  <a:pt x="110" y="154"/>
                  <a:pt x="110" y="153"/>
                  <a:pt x="110" y="153"/>
                </a:cubicBezTo>
                <a:close/>
              </a:path>
              <a:path w="336" h="189">
                <a:moveTo>
                  <a:pt x="138" y="160"/>
                </a:moveTo>
                <a:lnTo>
                  <a:pt x="143" y="160"/>
                </a:lnTo>
                <a:lnTo>
                  <a:pt x="143" y="161"/>
                </a:lnTo>
                <a:lnTo>
                  <a:pt x="142" y="161"/>
                </a:lnTo>
                <a:cubicBezTo>
                  <a:pt x="142" y="161"/>
                  <a:pt x="142" y="161"/>
                  <a:pt x="142" y="161"/>
                </a:cubicBezTo>
                <a:cubicBezTo>
                  <a:pt x="141" y="162"/>
                  <a:pt x="141" y="162"/>
                  <a:pt x="141" y="163"/>
                </a:cubicBezTo>
                <a:cubicBezTo>
                  <a:pt x="140" y="163"/>
                  <a:pt x="140" y="164"/>
                  <a:pt x="139" y="165"/>
                </a:cubicBezTo>
                <a:lnTo>
                  <a:pt x="135" y="175"/>
                </a:lnTo>
                <a:lnTo>
                  <a:pt x="134" y="181"/>
                </a:lnTo>
                <a:cubicBezTo>
                  <a:pt x="134" y="183"/>
                  <a:pt x="134" y="184"/>
                  <a:pt x="134" y="184"/>
                </a:cubicBezTo>
                <a:cubicBezTo>
                  <a:pt x="135" y="185"/>
                  <a:pt x="135" y="185"/>
                  <a:pt x="135" y="185"/>
                </a:cubicBezTo>
                <a:lnTo>
                  <a:pt x="136" y="185"/>
                </a:lnTo>
                <a:lnTo>
                  <a:pt x="136" y="186"/>
                </a:lnTo>
                <a:lnTo>
                  <a:pt x="130" y="185"/>
                </a:lnTo>
                <a:lnTo>
                  <a:pt x="131" y="185"/>
                </a:lnTo>
                <a:cubicBezTo>
                  <a:pt x="131" y="185"/>
                  <a:pt x="132" y="184"/>
                  <a:pt x="132" y="184"/>
                </a:cubicBezTo>
                <a:cubicBezTo>
                  <a:pt x="132" y="183"/>
                  <a:pt x="132" y="183"/>
                  <a:pt x="133" y="181"/>
                </a:cubicBezTo>
                <a:lnTo>
                  <a:pt x="133" y="175"/>
                </a:lnTo>
                <a:lnTo>
                  <a:pt x="131" y="164"/>
                </a:lnTo>
                <a:cubicBezTo>
                  <a:pt x="131" y="162"/>
                  <a:pt x="130" y="161"/>
                  <a:pt x="130" y="161"/>
                </a:cubicBezTo>
                <a:cubicBezTo>
                  <a:pt x="130" y="161"/>
                  <a:pt x="130" y="160"/>
                  <a:pt x="130" y="160"/>
                </a:cubicBezTo>
                <a:cubicBezTo>
                  <a:pt x="129" y="160"/>
                  <a:pt x="129" y="160"/>
                  <a:pt x="129" y="159"/>
                </a:cubicBezTo>
                <a:lnTo>
                  <a:pt x="135" y="159"/>
                </a:lnTo>
                <a:lnTo>
                  <a:pt x="135" y="160"/>
                </a:lnTo>
                <a:lnTo>
                  <a:pt x="134" y="160"/>
                </a:lnTo>
                <a:cubicBezTo>
                  <a:pt x="134" y="160"/>
                  <a:pt x="134" y="160"/>
                  <a:pt x="133" y="160"/>
                </a:cubicBezTo>
                <a:cubicBezTo>
                  <a:pt x="133" y="161"/>
                  <a:pt x="133" y="161"/>
                  <a:pt x="133" y="162"/>
                </a:cubicBezTo>
                <a:cubicBezTo>
                  <a:pt x="133" y="162"/>
                  <a:pt x="133" y="163"/>
                  <a:pt x="133" y="164"/>
                </a:cubicBezTo>
                <a:lnTo>
                  <a:pt x="135" y="173"/>
                </a:lnTo>
                <a:lnTo>
                  <a:pt x="138" y="165"/>
                </a:lnTo>
                <a:cubicBezTo>
                  <a:pt x="139" y="164"/>
                  <a:pt x="139" y="163"/>
                  <a:pt x="139" y="163"/>
                </a:cubicBezTo>
                <a:cubicBezTo>
                  <a:pt x="139" y="162"/>
                  <a:pt x="139" y="162"/>
                  <a:pt x="139" y="162"/>
                </a:cubicBezTo>
                <a:cubicBezTo>
                  <a:pt x="139" y="161"/>
                  <a:pt x="139" y="161"/>
                  <a:pt x="139" y="161"/>
                </a:cubicBezTo>
                <a:cubicBezTo>
                  <a:pt x="139" y="161"/>
                  <a:pt x="139" y="161"/>
                  <a:pt x="138" y="161"/>
                </a:cubicBezTo>
                <a:lnTo>
                  <a:pt x="138" y="160"/>
                </a:lnTo>
                <a:close/>
              </a:path>
              <a:path w="336" h="189">
                <a:moveTo>
                  <a:pt x="84" y="146"/>
                </a:moveTo>
                <a:lnTo>
                  <a:pt x="79" y="155"/>
                </a:lnTo>
                <a:lnTo>
                  <a:pt x="82" y="156"/>
                </a:lnTo>
                <a:cubicBezTo>
                  <a:pt x="83" y="157"/>
                  <a:pt x="83" y="157"/>
                  <a:pt x="84" y="156"/>
                </a:cubicBezTo>
                <a:cubicBezTo>
                  <a:pt x="84" y="156"/>
                  <a:pt x="85" y="155"/>
                  <a:pt x="86" y="154"/>
                </a:cubicBezTo>
                <a:lnTo>
                  <a:pt x="82" y="162"/>
                </a:lnTo>
                <a:lnTo>
                  <a:pt x="81" y="162"/>
                </a:lnTo>
                <a:cubicBezTo>
                  <a:pt x="82" y="161"/>
                  <a:pt x="82" y="160"/>
                  <a:pt x="82" y="160"/>
                </a:cubicBezTo>
                <a:cubicBezTo>
                  <a:pt x="82" y="159"/>
                  <a:pt x="82" y="159"/>
                  <a:pt x="82" y="158"/>
                </a:cubicBezTo>
                <a:cubicBezTo>
                  <a:pt x="82" y="158"/>
                  <a:pt x="82" y="158"/>
                  <a:pt x="81" y="157"/>
                </a:cubicBezTo>
                <a:lnTo>
                  <a:pt x="79" y="156"/>
                </a:lnTo>
                <a:lnTo>
                  <a:pt x="75" y="164"/>
                </a:lnTo>
                <a:cubicBezTo>
                  <a:pt x="74" y="165"/>
                  <a:pt x="74" y="165"/>
                  <a:pt x="74" y="166"/>
                </a:cubicBezTo>
                <a:cubicBezTo>
                  <a:pt x="74" y="166"/>
                  <a:pt x="74" y="166"/>
                  <a:pt x="74" y="166"/>
                </a:cubicBezTo>
                <a:cubicBezTo>
                  <a:pt x="74" y="166"/>
                  <a:pt x="74" y="167"/>
                  <a:pt x="74" y="167"/>
                </a:cubicBezTo>
                <a:lnTo>
                  <a:pt x="76" y="168"/>
                </a:lnTo>
                <a:cubicBezTo>
                  <a:pt x="77" y="168"/>
                  <a:pt x="77" y="168"/>
                  <a:pt x="78" y="168"/>
                </a:cubicBezTo>
                <a:cubicBezTo>
                  <a:pt x="78" y="168"/>
                  <a:pt x="79" y="168"/>
                  <a:pt x="79" y="168"/>
                </a:cubicBezTo>
                <a:cubicBezTo>
                  <a:pt x="80" y="167"/>
                  <a:pt x="81" y="166"/>
                  <a:pt x="82" y="165"/>
                </a:cubicBezTo>
                <a:lnTo>
                  <a:pt x="78" y="171"/>
                </a:lnTo>
                <a:lnTo>
                  <a:pt x="69" y="166"/>
                </a:lnTo>
                <a:lnTo>
                  <a:pt x="70" y="165"/>
                </a:lnTo>
                <a:cubicBezTo>
                  <a:pt x="70" y="166"/>
                  <a:pt x="71" y="166"/>
                  <a:pt x="71" y="165"/>
                </a:cubicBezTo>
                <a:cubicBezTo>
                  <a:pt x="71" y="165"/>
                  <a:pt x="72" y="165"/>
                  <a:pt x="72" y="165"/>
                </a:cubicBezTo>
                <a:cubicBezTo>
                  <a:pt x="72" y="164"/>
                  <a:pt x="73" y="164"/>
                  <a:pt x="73" y="163"/>
                </a:cubicBezTo>
                <a:lnTo>
                  <a:pt x="81" y="148"/>
                </a:lnTo>
                <a:cubicBezTo>
                  <a:pt x="82" y="146"/>
                  <a:pt x="82" y="145"/>
                  <a:pt x="82" y="145"/>
                </a:cubicBezTo>
                <a:cubicBezTo>
                  <a:pt x="82" y="144"/>
                  <a:pt x="82" y="144"/>
                  <a:pt x="82" y="144"/>
                </a:cubicBezTo>
                <a:lnTo>
                  <a:pt x="81" y="143"/>
                </a:lnTo>
                <a:lnTo>
                  <a:pt x="82" y="143"/>
                </a:lnTo>
                <a:lnTo>
                  <a:pt x="91" y="147"/>
                </a:lnTo>
                <a:lnTo>
                  <a:pt x="88" y="153"/>
                </a:lnTo>
                <a:lnTo>
                  <a:pt x="88" y="152"/>
                </a:lnTo>
                <a:cubicBezTo>
                  <a:pt x="88" y="151"/>
                  <a:pt x="89" y="150"/>
                  <a:pt x="89" y="150"/>
                </a:cubicBezTo>
                <a:cubicBezTo>
                  <a:pt x="89" y="149"/>
                  <a:pt x="89" y="149"/>
                  <a:pt x="89" y="148"/>
                </a:cubicBezTo>
                <a:cubicBezTo>
                  <a:pt x="88" y="148"/>
                  <a:pt x="88" y="148"/>
                  <a:pt x="87" y="147"/>
                </a:cubicBezTo>
                <a:lnTo>
                  <a:pt x="84" y="146"/>
                </a:lnTo>
                <a:close/>
              </a:path>
              <a:path w="336" h="189">
                <a:moveTo>
                  <a:pt x="108" y="180"/>
                </a:moveTo>
                <a:lnTo>
                  <a:pt x="108" y="180"/>
                </a:lnTo>
                <a:lnTo>
                  <a:pt x="103" y="178"/>
                </a:lnTo>
                <a:lnTo>
                  <a:pt x="103" y="177"/>
                </a:lnTo>
                <a:lnTo>
                  <a:pt x="104" y="178"/>
                </a:lnTo>
                <a:cubicBezTo>
                  <a:pt x="104" y="178"/>
                  <a:pt x="105" y="178"/>
                  <a:pt x="105" y="177"/>
                </a:cubicBezTo>
                <a:cubicBezTo>
                  <a:pt x="105" y="177"/>
                  <a:pt x="106" y="176"/>
                  <a:pt x="106" y="174"/>
                </a:cubicBezTo>
                <a:lnTo>
                  <a:pt x="113" y="159"/>
                </a:lnTo>
                <a:cubicBezTo>
                  <a:pt x="113" y="157"/>
                  <a:pt x="113" y="157"/>
                  <a:pt x="113" y="156"/>
                </a:cubicBezTo>
                <a:cubicBezTo>
                  <a:pt x="113" y="156"/>
                  <a:pt x="113" y="156"/>
                  <a:pt x="113" y="155"/>
                </a:cubicBezTo>
                <a:cubicBezTo>
                  <a:pt x="113" y="155"/>
                  <a:pt x="113" y="155"/>
                  <a:pt x="113" y="154"/>
                </a:cubicBezTo>
                <a:lnTo>
                  <a:pt x="112" y="154"/>
                </a:lnTo>
                <a:lnTo>
                  <a:pt x="113" y="154"/>
                </a:lnTo>
                <a:lnTo>
                  <a:pt x="118" y="156"/>
                </a:lnTo>
                <a:lnTo>
                  <a:pt x="117" y="156"/>
                </a:lnTo>
                <a:cubicBezTo>
                  <a:pt x="117" y="156"/>
                  <a:pt x="116" y="156"/>
                  <a:pt x="116" y="157"/>
                </a:cubicBezTo>
                <a:cubicBezTo>
                  <a:pt x="115" y="157"/>
                  <a:pt x="115" y="158"/>
                  <a:pt x="114" y="159"/>
                </a:cubicBezTo>
                <a:lnTo>
                  <a:pt x="108" y="175"/>
                </a:lnTo>
                <a:cubicBezTo>
                  <a:pt x="108" y="176"/>
                  <a:pt x="107" y="177"/>
                  <a:pt x="107" y="178"/>
                </a:cubicBezTo>
                <a:cubicBezTo>
                  <a:pt x="107" y="178"/>
                  <a:pt x="107" y="178"/>
                  <a:pt x="107" y="179"/>
                </a:cubicBezTo>
                <a:cubicBezTo>
                  <a:pt x="107" y="179"/>
                  <a:pt x="108" y="179"/>
                  <a:pt x="108" y="179"/>
                </a:cubicBezTo>
                <a:lnTo>
                  <a:pt x="108" y="180"/>
                </a:lnTo>
                <a:close/>
              </a:path>
              <a:path w="336" h="189">
                <a:moveTo>
                  <a:pt x="129" y="158"/>
                </a:moveTo>
                <a:lnTo>
                  <a:pt x="128" y="164"/>
                </a:lnTo>
                <a:cubicBezTo>
                  <a:pt x="128" y="163"/>
                  <a:pt x="128" y="162"/>
                  <a:pt x="128" y="162"/>
                </a:cubicBezTo>
                <a:cubicBezTo>
                  <a:pt x="128" y="161"/>
                  <a:pt x="128" y="161"/>
                  <a:pt x="128" y="160"/>
                </a:cubicBezTo>
                <a:cubicBezTo>
                  <a:pt x="127" y="160"/>
                  <a:pt x="127" y="159"/>
                  <a:pt x="126" y="159"/>
                </a:cubicBezTo>
                <a:lnTo>
                  <a:pt x="125" y="159"/>
                </a:lnTo>
                <a:lnTo>
                  <a:pt x="120" y="178"/>
                </a:lnTo>
                <a:cubicBezTo>
                  <a:pt x="119" y="180"/>
                  <a:pt x="119" y="181"/>
                  <a:pt x="119" y="181"/>
                </a:cubicBezTo>
                <a:cubicBezTo>
                  <a:pt x="119" y="182"/>
                  <a:pt x="119" y="182"/>
                  <a:pt x="120" y="182"/>
                </a:cubicBezTo>
                <a:lnTo>
                  <a:pt x="120" y="183"/>
                </a:lnTo>
                <a:lnTo>
                  <a:pt x="115" y="182"/>
                </a:lnTo>
                <a:lnTo>
                  <a:pt x="115" y="181"/>
                </a:lnTo>
                <a:cubicBezTo>
                  <a:pt x="116" y="181"/>
                  <a:pt x="116" y="181"/>
                  <a:pt x="117" y="180"/>
                </a:cubicBezTo>
                <a:cubicBezTo>
                  <a:pt x="117" y="180"/>
                  <a:pt x="117" y="179"/>
                  <a:pt x="118" y="178"/>
                </a:cubicBezTo>
                <a:lnTo>
                  <a:pt x="123" y="158"/>
                </a:lnTo>
                <a:lnTo>
                  <a:pt x="121" y="158"/>
                </a:lnTo>
                <a:cubicBezTo>
                  <a:pt x="121" y="158"/>
                  <a:pt x="120" y="158"/>
                  <a:pt x="120" y="158"/>
                </a:cubicBezTo>
                <a:cubicBezTo>
                  <a:pt x="120" y="158"/>
                  <a:pt x="119" y="158"/>
                  <a:pt x="119" y="159"/>
                </a:cubicBezTo>
                <a:cubicBezTo>
                  <a:pt x="119" y="160"/>
                  <a:pt x="118" y="160"/>
                  <a:pt x="118" y="162"/>
                </a:cubicBezTo>
                <a:lnTo>
                  <a:pt x="117" y="161"/>
                </a:lnTo>
                <a:lnTo>
                  <a:pt x="119" y="156"/>
                </a:lnTo>
                <a:lnTo>
                  <a:pt x="129" y="158"/>
                </a:lnTo>
                <a:close/>
              </a:path>
              <a:path w="336" h="189">
                <a:moveTo>
                  <a:pt x="209" y="181"/>
                </a:moveTo>
                <a:lnTo>
                  <a:pt x="210" y="181"/>
                </a:lnTo>
                <a:lnTo>
                  <a:pt x="204" y="183"/>
                </a:lnTo>
                <a:lnTo>
                  <a:pt x="204" y="182"/>
                </a:lnTo>
                <a:lnTo>
                  <a:pt x="205" y="182"/>
                </a:lnTo>
                <a:cubicBezTo>
                  <a:pt x="205" y="182"/>
                  <a:pt x="205" y="181"/>
                  <a:pt x="206" y="181"/>
                </a:cubicBezTo>
                <a:cubicBezTo>
                  <a:pt x="206" y="180"/>
                  <a:pt x="205" y="179"/>
                  <a:pt x="205" y="178"/>
                </a:cubicBezTo>
                <a:lnTo>
                  <a:pt x="202" y="161"/>
                </a:lnTo>
                <a:cubicBezTo>
                  <a:pt x="201" y="160"/>
                  <a:pt x="201" y="159"/>
                  <a:pt x="201" y="159"/>
                </a:cubicBezTo>
                <a:cubicBezTo>
                  <a:pt x="201" y="158"/>
                  <a:pt x="201" y="158"/>
                  <a:pt x="200" y="158"/>
                </a:cubicBezTo>
                <a:cubicBezTo>
                  <a:pt x="200" y="158"/>
                  <a:pt x="200" y="158"/>
                  <a:pt x="199" y="158"/>
                </a:cubicBezTo>
                <a:lnTo>
                  <a:pt x="199" y="157"/>
                </a:lnTo>
                <a:lnTo>
                  <a:pt x="204" y="156"/>
                </a:lnTo>
                <a:lnTo>
                  <a:pt x="204" y="157"/>
                </a:lnTo>
                <a:cubicBezTo>
                  <a:pt x="203" y="157"/>
                  <a:pt x="203" y="157"/>
                  <a:pt x="203" y="158"/>
                </a:cubicBezTo>
                <a:cubicBezTo>
                  <a:pt x="203" y="158"/>
                  <a:pt x="203" y="159"/>
                  <a:pt x="203" y="161"/>
                </a:cubicBezTo>
                <a:lnTo>
                  <a:pt x="207" y="177"/>
                </a:lnTo>
                <a:cubicBezTo>
                  <a:pt x="207" y="179"/>
                  <a:pt x="207" y="179"/>
                  <a:pt x="208" y="180"/>
                </a:cubicBezTo>
                <a:cubicBezTo>
                  <a:pt x="208" y="180"/>
                  <a:pt x="208" y="180"/>
                  <a:pt x="208" y="181"/>
                </a:cubicBezTo>
                <a:cubicBezTo>
                  <a:pt x="208" y="181"/>
                  <a:pt x="209" y="181"/>
                  <a:pt x="209" y="181"/>
                </a:cubicBezTo>
                <a:close/>
              </a:path>
              <a:path w="336" h="189">
                <a:moveTo>
                  <a:pt x="197" y="157"/>
                </a:moveTo>
                <a:lnTo>
                  <a:pt x="199" y="166"/>
                </a:lnTo>
                <a:cubicBezTo>
                  <a:pt x="198" y="163"/>
                  <a:pt x="197" y="162"/>
                  <a:pt x="196" y="161"/>
                </a:cubicBezTo>
                <a:cubicBezTo>
                  <a:pt x="195" y="160"/>
                  <a:pt x="194" y="159"/>
                  <a:pt x="193" y="160"/>
                </a:cubicBezTo>
                <a:cubicBezTo>
                  <a:pt x="193" y="160"/>
                  <a:pt x="192" y="160"/>
                  <a:pt x="192" y="161"/>
                </a:cubicBezTo>
                <a:cubicBezTo>
                  <a:pt x="191" y="162"/>
                  <a:pt x="191" y="164"/>
                  <a:pt x="191" y="166"/>
                </a:cubicBezTo>
                <a:cubicBezTo>
                  <a:pt x="191" y="168"/>
                  <a:pt x="191" y="170"/>
                  <a:pt x="192" y="173"/>
                </a:cubicBezTo>
                <a:cubicBezTo>
                  <a:pt x="192" y="175"/>
                  <a:pt x="193" y="177"/>
                  <a:pt x="194" y="179"/>
                </a:cubicBezTo>
                <a:cubicBezTo>
                  <a:pt x="194" y="181"/>
                  <a:pt x="195" y="182"/>
                  <a:pt x="196" y="183"/>
                </a:cubicBezTo>
                <a:cubicBezTo>
                  <a:pt x="197" y="183"/>
                  <a:pt x="198" y="184"/>
                  <a:pt x="199" y="183"/>
                </a:cubicBezTo>
                <a:cubicBezTo>
                  <a:pt x="200" y="183"/>
                  <a:pt x="200" y="183"/>
                  <a:pt x="201" y="182"/>
                </a:cubicBezTo>
                <a:cubicBezTo>
                  <a:pt x="201" y="181"/>
                  <a:pt x="202" y="179"/>
                  <a:pt x="202" y="177"/>
                </a:cubicBezTo>
                <a:cubicBezTo>
                  <a:pt x="202" y="180"/>
                  <a:pt x="202" y="182"/>
                  <a:pt x="201" y="183"/>
                </a:cubicBezTo>
                <a:cubicBezTo>
                  <a:pt x="201" y="184"/>
                  <a:pt x="200" y="185"/>
                  <a:pt x="199" y="185"/>
                </a:cubicBezTo>
                <a:cubicBezTo>
                  <a:pt x="197" y="186"/>
                  <a:pt x="195" y="184"/>
                  <a:pt x="193" y="182"/>
                </a:cubicBezTo>
                <a:cubicBezTo>
                  <a:pt x="191" y="179"/>
                  <a:pt x="190" y="177"/>
                  <a:pt x="190" y="174"/>
                </a:cubicBezTo>
                <a:cubicBezTo>
                  <a:pt x="189" y="171"/>
                  <a:pt x="189" y="169"/>
                  <a:pt x="189" y="166"/>
                </a:cubicBezTo>
                <a:cubicBezTo>
                  <a:pt x="189" y="164"/>
                  <a:pt x="190" y="162"/>
                  <a:pt x="190" y="161"/>
                </a:cubicBezTo>
                <a:cubicBezTo>
                  <a:pt x="191" y="159"/>
                  <a:pt x="192" y="159"/>
                  <a:pt x="193" y="158"/>
                </a:cubicBezTo>
                <a:cubicBezTo>
                  <a:pt x="194" y="158"/>
                  <a:pt x="195" y="158"/>
                  <a:pt x="196" y="159"/>
                </a:cubicBezTo>
                <a:cubicBezTo>
                  <a:pt x="196" y="159"/>
                  <a:pt x="196" y="159"/>
                  <a:pt x="197" y="159"/>
                </a:cubicBezTo>
                <a:cubicBezTo>
                  <a:pt x="197" y="159"/>
                  <a:pt x="197" y="159"/>
                  <a:pt x="197" y="159"/>
                </a:cubicBezTo>
                <a:cubicBezTo>
                  <a:pt x="197" y="158"/>
                  <a:pt x="197" y="158"/>
                  <a:pt x="197" y="157"/>
                </a:cubicBezTo>
                <a:close/>
              </a:path>
              <a:path w="336" h="189">
                <a:moveTo>
                  <a:pt x="183" y="160"/>
                </a:moveTo>
                <a:lnTo>
                  <a:pt x="185" y="169"/>
                </a:lnTo>
                <a:cubicBezTo>
                  <a:pt x="184" y="167"/>
                  <a:pt x="184" y="166"/>
                  <a:pt x="183" y="165"/>
                </a:cubicBezTo>
                <a:cubicBezTo>
                  <a:pt x="183" y="164"/>
                  <a:pt x="182" y="163"/>
                  <a:pt x="182" y="163"/>
                </a:cubicBezTo>
                <a:cubicBezTo>
                  <a:pt x="181" y="162"/>
                  <a:pt x="180" y="162"/>
                  <a:pt x="180" y="162"/>
                </a:cubicBezTo>
                <a:cubicBezTo>
                  <a:pt x="179" y="163"/>
                  <a:pt x="179" y="163"/>
                  <a:pt x="178" y="164"/>
                </a:cubicBezTo>
                <a:cubicBezTo>
                  <a:pt x="178" y="165"/>
                  <a:pt x="178" y="166"/>
                  <a:pt x="178" y="167"/>
                </a:cubicBezTo>
                <a:cubicBezTo>
                  <a:pt x="179" y="168"/>
                  <a:pt x="179" y="168"/>
                  <a:pt x="179" y="169"/>
                </a:cubicBezTo>
                <a:cubicBezTo>
                  <a:pt x="180" y="170"/>
                  <a:pt x="181" y="171"/>
                  <a:pt x="183" y="172"/>
                </a:cubicBezTo>
                <a:cubicBezTo>
                  <a:pt x="184" y="173"/>
                  <a:pt x="185" y="174"/>
                  <a:pt x="186" y="175"/>
                </a:cubicBezTo>
                <a:cubicBezTo>
                  <a:pt x="186" y="175"/>
                  <a:pt x="187" y="176"/>
                  <a:pt x="187" y="177"/>
                </a:cubicBezTo>
                <a:cubicBezTo>
                  <a:pt x="188" y="178"/>
                  <a:pt x="188" y="179"/>
                  <a:pt x="188" y="180"/>
                </a:cubicBezTo>
                <a:cubicBezTo>
                  <a:pt x="189" y="182"/>
                  <a:pt x="189" y="183"/>
                  <a:pt x="188" y="185"/>
                </a:cubicBezTo>
                <a:cubicBezTo>
                  <a:pt x="188" y="186"/>
                  <a:pt x="187" y="187"/>
                  <a:pt x="186" y="188"/>
                </a:cubicBezTo>
                <a:cubicBezTo>
                  <a:pt x="185" y="188"/>
                  <a:pt x="185" y="188"/>
                  <a:pt x="185" y="188"/>
                </a:cubicBezTo>
                <a:cubicBezTo>
                  <a:pt x="185" y="188"/>
                  <a:pt x="184" y="188"/>
                  <a:pt x="184" y="187"/>
                </a:cubicBezTo>
                <a:cubicBezTo>
                  <a:pt x="183" y="187"/>
                  <a:pt x="182" y="187"/>
                  <a:pt x="182" y="187"/>
                </a:cubicBezTo>
                <a:cubicBezTo>
                  <a:pt x="182" y="187"/>
                  <a:pt x="182" y="187"/>
                  <a:pt x="182" y="187"/>
                </a:cubicBezTo>
                <a:cubicBezTo>
                  <a:pt x="182" y="188"/>
                  <a:pt x="182" y="188"/>
                  <a:pt x="182" y="189"/>
                </a:cubicBezTo>
                <a:lnTo>
                  <a:pt x="180" y="180"/>
                </a:lnTo>
                <a:cubicBezTo>
                  <a:pt x="181" y="182"/>
                  <a:pt x="181" y="183"/>
                  <a:pt x="182" y="184"/>
                </a:cubicBezTo>
                <a:cubicBezTo>
                  <a:pt x="182" y="185"/>
                  <a:pt x="183" y="185"/>
                  <a:pt x="183" y="186"/>
                </a:cubicBezTo>
                <a:cubicBezTo>
                  <a:pt x="184" y="186"/>
                  <a:pt x="185" y="186"/>
                  <a:pt x="185" y="186"/>
                </a:cubicBezTo>
                <a:cubicBezTo>
                  <a:pt x="186" y="186"/>
                  <a:pt x="187" y="185"/>
                  <a:pt x="187" y="185"/>
                </a:cubicBezTo>
                <a:cubicBezTo>
                  <a:pt x="187" y="184"/>
                  <a:pt x="187" y="183"/>
                  <a:pt x="187" y="181"/>
                </a:cubicBezTo>
                <a:cubicBezTo>
                  <a:pt x="187" y="181"/>
                  <a:pt x="187" y="180"/>
                  <a:pt x="186" y="180"/>
                </a:cubicBezTo>
                <a:cubicBezTo>
                  <a:pt x="186" y="179"/>
                  <a:pt x="186" y="178"/>
                  <a:pt x="185" y="178"/>
                </a:cubicBezTo>
                <a:cubicBezTo>
                  <a:pt x="185" y="178"/>
                  <a:pt x="184" y="177"/>
                  <a:pt x="183" y="176"/>
                </a:cubicBezTo>
                <a:cubicBezTo>
                  <a:pt x="181" y="175"/>
                  <a:pt x="180" y="174"/>
                  <a:pt x="180" y="174"/>
                </a:cubicBezTo>
                <a:cubicBezTo>
                  <a:pt x="179" y="173"/>
                  <a:pt x="179" y="172"/>
                  <a:pt x="178" y="171"/>
                </a:cubicBezTo>
                <a:cubicBezTo>
                  <a:pt x="178" y="171"/>
                  <a:pt x="177" y="170"/>
                  <a:pt x="177" y="169"/>
                </a:cubicBezTo>
                <a:cubicBezTo>
                  <a:pt x="177" y="167"/>
                  <a:pt x="177" y="165"/>
                  <a:pt x="177" y="164"/>
                </a:cubicBezTo>
                <a:cubicBezTo>
                  <a:pt x="178" y="162"/>
                  <a:pt x="178" y="161"/>
                  <a:pt x="179" y="161"/>
                </a:cubicBezTo>
                <a:cubicBezTo>
                  <a:pt x="180" y="161"/>
                  <a:pt x="181" y="161"/>
                  <a:pt x="182" y="161"/>
                </a:cubicBezTo>
                <a:cubicBezTo>
                  <a:pt x="182" y="162"/>
                  <a:pt x="182" y="162"/>
                  <a:pt x="182" y="162"/>
                </a:cubicBezTo>
                <a:cubicBezTo>
                  <a:pt x="183" y="162"/>
                  <a:pt x="183" y="162"/>
                  <a:pt x="183" y="161"/>
                </a:cubicBezTo>
                <a:cubicBezTo>
                  <a:pt x="183" y="161"/>
                  <a:pt x="183" y="161"/>
                  <a:pt x="183" y="160"/>
                </a:cubicBezTo>
                <a:close/>
              </a:path>
              <a:path w="336" h="189">
                <a:moveTo>
                  <a:pt x="209" y="157"/>
                </a:moveTo>
                <a:lnTo>
                  <a:pt x="212" y="167"/>
                </a:lnTo>
                <a:lnTo>
                  <a:pt x="214" y="166"/>
                </a:lnTo>
                <a:cubicBezTo>
                  <a:pt x="215" y="166"/>
                  <a:pt x="215" y="166"/>
                  <a:pt x="216" y="165"/>
                </a:cubicBezTo>
                <a:cubicBezTo>
                  <a:pt x="216" y="165"/>
                  <a:pt x="216" y="164"/>
                  <a:pt x="215" y="162"/>
                </a:cubicBezTo>
                <a:lnTo>
                  <a:pt x="216" y="162"/>
                </a:lnTo>
                <a:lnTo>
                  <a:pt x="218" y="171"/>
                </a:lnTo>
                <a:lnTo>
                  <a:pt x="217" y="171"/>
                </a:lnTo>
                <a:cubicBezTo>
                  <a:pt x="217" y="170"/>
                  <a:pt x="217" y="169"/>
                  <a:pt x="217" y="169"/>
                </a:cubicBezTo>
                <a:cubicBezTo>
                  <a:pt x="216" y="168"/>
                  <a:pt x="216" y="168"/>
                  <a:pt x="216" y="168"/>
                </a:cubicBezTo>
                <a:cubicBezTo>
                  <a:pt x="216" y="168"/>
                  <a:pt x="215" y="167"/>
                  <a:pt x="215" y="168"/>
                </a:cubicBezTo>
                <a:lnTo>
                  <a:pt x="212" y="168"/>
                </a:lnTo>
                <a:lnTo>
                  <a:pt x="214" y="177"/>
                </a:lnTo>
                <a:cubicBezTo>
                  <a:pt x="214" y="178"/>
                  <a:pt x="214" y="179"/>
                  <a:pt x="214" y="179"/>
                </a:cubicBezTo>
                <a:cubicBezTo>
                  <a:pt x="215" y="179"/>
                  <a:pt x="215" y="179"/>
                  <a:pt x="215" y="179"/>
                </a:cubicBezTo>
                <a:cubicBezTo>
                  <a:pt x="215" y="179"/>
                  <a:pt x="215" y="179"/>
                  <a:pt x="216" y="179"/>
                </a:cubicBezTo>
                <a:lnTo>
                  <a:pt x="218" y="179"/>
                </a:lnTo>
                <a:cubicBezTo>
                  <a:pt x="218" y="179"/>
                  <a:pt x="219" y="178"/>
                  <a:pt x="219" y="178"/>
                </a:cubicBezTo>
                <a:cubicBezTo>
                  <a:pt x="219" y="178"/>
                  <a:pt x="219" y="177"/>
                  <a:pt x="220" y="177"/>
                </a:cubicBezTo>
                <a:cubicBezTo>
                  <a:pt x="220" y="176"/>
                  <a:pt x="220" y="175"/>
                  <a:pt x="220" y="173"/>
                </a:cubicBezTo>
                <a:lnTo>
                  <a:pt x="221" y="180"/>
                </a:lnTo>
                <a:lnTo>
                  <a:pt x="212" y="182"/>
                </a:lnTo>
                <a:lnTo>
                  <a:pt x="211" y="181"/>
                </a:lnTo>
                <a:lnTo>
                  <a:pt x="212" y="181"/>
                </a:lnTo>
                <a:cubicBezTo>
                  <a:pt x="212" y="181"/>
                  <a:pt x="212" y="181"/>
                  <a:pt x="213" y="180"/>
                </a:cubicBezTo>
                <a:cubicBezTo>
                  <a:pt x="213" y="180"/>
                  <a:pt x="213" y="180"/>
                  <a:pt x="213" y="179"/>
                </a:cubicBezTo>
                <a:cubicBezTo>
                  <a:pt x="213" y="179"/>
                  <a:pt x="213" y="178"/>
                  <a:pt x="212" y="177"/>
                </a:cubicBezTo>
                <a:lnTo>
                  <a:pt x="208" y="160"/>
                </a:lnTo>
                <a:cubicBezTo>
                  <a:pt x="208" y="159"/>
                  <a:pt x="208" y="158"/>
                  <a:pt x="208" y="157"/>
                </a:cubicBezTo>
                <a:cubicBezTo>
                  <a:pt x="207" y="157"/>
                  <a:pt x="207" y="157"/>
                  <a:pt x="206" y="157"/>
                </a:cubicBezTo>
                <a:lnTo>
                  <a:pt x="206" y="156"/>
                </a:lnTo>
                <a:lnTo>
                  <a:pt x="215" y="154"/>
                </a:lnTo>
                <a:lnTo>
                  <a:pt x="216" y="159"/>
                </a:lnTo>
                <a:lnTo>
                  <a:pt x="216" y="160"/>
                </a:lnTo>
                <a:cubicBezTo>
                  <a:pt x="215" y="158"/>
                  <a:pt x="215" y="157"/>
                  <a:pt x="215" y="157"/>
                </a:cubicBezTo>
                <a:cubicBezTo>
                  <a:pt x="215" y="156"/>
                  <a:pt x="214" y="156"/>
                  <a:pt x="214" y="156"/>
                </a:cubicBezTo>
                <a:cubicBezTo>
                  <a:pt x="214" y="156"/>
                  <a:pt x="213" y="156"/>
                  <a:pt x="213" y="156"/>
                </a:cubicBezTo>
                <a:lnTo>
                  <a:pt x="209" y="157"/>
                </a:lnTo>
                <a:close/>
              </a:path>
              <a:path w="336" h="189">
                <a:moveTo>
                  <a:pt x="217" y="153"/>
                </a:moveTo>
                <a:lnTo>
                  <a:pt x="220" y="153"/>
                </a:lnTo>
                <a:lnTo>
                  <a:pt x="231" y="170"/>
                </a:lnTo>
                <a:lnTo>
                  <a:pt x="228" y="155"/>
                </a:lnTo>
                <a:cubicBezTo>
                  <a:pt x="228" y="154"/>
                  <a:pt x="227" y="153"/>
                  <a:pt x="227" y="152"/>
                </a:cubicBezTo>
                <a:cubicBezTo>
                  <a:pt x="227" y="152"/>
                  <a:pt x="226" y="152"/>
                  <a:pt x="226" y="152"/>
                </a:cubicBezTo>
                <a:lnTo>
                  <a:pt x="225" y="152"/>
                </a:lnTo>
                <a:lnTo>
                  <a:pt x="225" y="151"/>
                </a:lnTo>
                <a:lnTo>
                  <a:pt x="229" y="150"/>
                </a:lnTo>
                <a:lnTo>
                  <a:pt x="230" y="151"/>
                </a:lnTo>
                <a:lnTo>
                  <a:pt x="229" y="151"/>
                </a:lnTo>
                <a:cubicBezTo>
                  <a:pt x="229" y="151"/>
                  <a:pt x="228" y="151"/>
                  <a:pt x="228" y="152"/>
                </a:cubicBezTo>
                <a:cubicBezTo>
                  <a:pt x="228" y="153"/>
                  <a:pt x="228" y="154"/>
                  <a:pt x="229" y="155"/>
                </a:cubicBezTo>
                <a:lnTo>
                  <a:pt x="234" y="177"/>
                </a:lnTo>
                <a:lnTo>
                  <a:pt x="233" y="177"/>
                </a:lnTo>
                <a:lnTo>
                  <a:pt x="221" y="158"/>
                </a:lnTo>
                <a:lnTo>
                  <a:pt x="224" y="174"/>
                </a:lnTo>
                <a:cubicBezTo>
                  <a:pt x="225" y="175"/>
                  <a:pt x="225" y="176"/>
                  <a:pt x="225" y="177"/>
                </a:cubicBezTo>
                <a:cubicBezTo>
                  <a:pt x="226" y="177"/>
                  <a:pt x="226" y="177"/>
                  <a:pt x="226" y="177"/>
                </a:cubicBezTo>
                <a:lnTo>
                  <a:pt x="227" y="177"/>
                </a:lnTo>
                <a:lnTo>
                  <a:pt x="227" y="178"/>
                </a:lnTo>
                <a:lnTo>
                  <a:pt x="223" y="179"/>
                </a:lnTo>
                <a:lnTo>
                  <a:pt x="223" y="178"/>
                </a:lnTo>
                <a:cubicBezTo>
                  <a:pt x="224" y="178"/>
                  <a:pt x="224" y="178"/>
                  <a:pt x="224" y="177"/>
                </a:cubicBezTo>
                <a:cubicBezTo>
                  <a:pt x="224" y="176"/>
                  <a:pt x="224" y="175"/>
                  <a:pt x="224" y="174"/>
                </a:cubicBezTo>
                <a:lnTo>
                  <a:pt x="220" y="156"/>
                </a:lnTo>
                <a:cubicBezTo>
                  <a:pt x="219" y="155"/>
                  <a:pt x="219" y="155"/>
                  <a:pt x="218" y="155"/>
                </a:cubicBezTo>
                <a:cubicBezTo>
                  <a:pt x="218" y="154"/>
                  <a:pt x="218" y="154"/>
                  <a:pt x="217" y="154"/>
                </a:cubicBezTo>
                <a:cubicBezTo>
                  <a:pt x="217" y="154"/>
                  <a:pt x="217" y="154"/>
                  <a:pt x="217" y="154"/>
                </a:cubicBezTo>
                <a:lnTo>
                  <a:pt x="217" y="153"/>
                </a:lnTo>
                <a:close/>
              </a:path>
              <a:path w="336" h="189">
                <a:moveTo>
                  <a:pt x="238" y="146"/>
                </a:moveTo>
                <a:lnTo>
                  <a:pt x="242" y="155"/>
                </a:lnTo>
                <a:cubicBezTo>
                  <a:pt x="240" y="152"/>
                  <a:pt x="239" y="151"/>
                  <a:pt x="238" y="150"/>
                </a:cubicBezTo>
                <a:cubicBezTo>
                  <a:pt x="237" y="149"/>
                  <a:pt x="236" y="149"/>
                  <a:pt x="235" y="149"/>
                </a:cubicBezTo>
                <a:cubicBezTo>
                  <a:pt x="234" y="149"/>
                  <a:pt x="233" y="150"/>
                  <a:pt x="233" y="151"/>
                </a:cubicBezTo>
                <a:cubicBezTo>
                  <a:pt x="233" y="152"/>
                  <a:pt x="233" y="154"/>
                  <a:pt x="233" y="156"/>
                </a:cubicBezTo>
                <a:cubicBezTo>
                  <a:pt x="233" y="158"/>
                  <a:pt x="234" y="160"/>
                  <a:pt x="235" y="163"/>
                </a:cubicBezTo>
                <a:cubicBezTo>
                  <a:pt x="236" y="165"/>
                  <a:pt x="237" y="167"/>
                  <a:pt x="237" y="168"/>
                </a:cubicBezTo>
                <a:cubicBezTo>
                  <a:pt x="238" y="170"/>
                  <a:pt x="239" y="171"/>
                  <a:pt x="240" y="172"/>
                </a:cubicBezTo>
                <a:cubicBezTo>
                  <a:pt x="241" y="172"/>
                  <a:pt x="242" y="172"/>
                  <a:pt x="243" y="172"/>
                </a:cubicBezTo>
                <a:cubicBezTo>
                  <a:pt x="244" y="172"/>
                  <a:pt x="245" y="171"/>
                  <a:pt x="245" y="170"/>
                </a:cubicBezTo>
                <a:cubicBezTo>
                  <a:pt x="245" y="169"/>
                  <a:pt x="246" y="168"/>
                  <a:pt x="246" y="165"/>
                </a:cubicBezTo>
                <a:lnTo>
                  <a:pt x="246" y="166"/>
                </a:lnTo>
                <a:cubicBezTo>
                  <a:pt x="246" y="168"/>
                  <a:pt x="246" y="170"/>
                  <a:pt x="246" y="171"/>
                </a:cubicBezTo>
                <a:cubicBezTo>
                  <a:pt x="245" y="173"/>
                  <a:pt x="244" y="174"/>
                  <a:pt x="243" y="174"/>
                </a:cubicBezTo>
                <a:cubicBezTo>
                  <a:pt x="241" y="175"/>
                  <a:pt x="239" y="174"/>
                  <a:pt x="237" y="171"/>
                </a:cubicBezTo>
                <a:cubicBezTo>
                  <a:pt x="235" y="169"/>
                  <a:pt x="234" y="167"/>
                  <a:pt x="233" y="164"/>
                </a:cubicBezTo>
                <a:cubicBezTo>
                  <a:pt x="232" y="161"/>
                  <a:pt x="231" y="159"/>
                  <a:pt x="231" y="156"/>
                </a:cubicBezTo>
                <a:cubicBezTo>
                  <a:pt x="231" y="154"/>
                  <a:pt x="231" y="152"/>
                  <a:pt x="232" y="151"/>
                </a:cubicBezTo>
                <a:cubicBezTo>
                  <a:pt x="232" y="149"/>
                  <a:pt x="233" y="148"/>
                  <a:pt x="234" y="148"/>
                </a:cubicBezTo>
                <a:cubicBezTo>
                  <a:pt x="235" y="148"/>
                  <a:pt x="236" y="148"/>
                  <a:pt x="237" y="148"/>
                </a:cubicBezTo>
                <a:cubicBezTo>
                  <a:pt x="238" y="148"/>
                  <a:pt x="238" y="149"/>
                  <a:pt x="238" y="149"/>
                </a:cubicBezTo>
                <a:cubicBezTo>
                  <a:pt x="238" y="148"/>
                  <a:pt x="238" y="148"/>
                  <a:pt x="238" y="148"/>
                </a:cubicBezTo>
                <a:cubicBezTo>
                  <a:pt x="238" y="148"/>
                  <a:pt x="238" y="147"/>
                  <a:pt x="238" y="147"/>
                </a:cubicBezTo>
                <a:lnTo>
                  <a:pt x="238" y="146"/>
                </a:lnTo>
                <a:close/>
              </a:path>
              <a:path w="336" h="189">
                <a:moveTo>
                  <a:pt x="245" y="146"/>
                </a:moveTo>
                <a:lnTo>
                  <a:pt x="248" y="156"/>
                </a:lnTo>
                <a:lnTo>
                  <a:pt x="251" y="155"/>
                </a:lnTo>
                <a:cubicBezTo>
                  <a:pt x="252" y="155"/>
                  <a:pt x="252" y="155"/>
                  <a:pt x="252" y="154"/>
                </a:cubicBezTo>
                <a:cubicBezTo>
                  <a:pt x="252" y="153"/>
                  <a:pt x="252" y="152"/>
                  <a:pt x="252" y="151"/>
                </a:cubicBezTo>
                <a:lnTo>
                  <a:pt x="255" y="159"/>
                </a:lnTo>
                <a:cubicBezTo>
                  <a:pt x="254" y="158"/>
                  <a:pt x="254" y="158"/>
                  <a:pt x="254" y="157"/>
                </a:cubicBezTo>
                <a:cubicBezTo>
                  <a:pt x="253" y="157"/>
                  <a:pt x="253" y="157"/>
                  <a:pt x="253" y="156"/>
                </a:cubicBezTo>
                <a:cubicBezTo>
                  <a:pt x="252" y="156"/>
                  <a:pt x="252" y="156"/>
                  <a:pt x="251" y="156"/>
                </a:cubicBezTo>
                <a:lnTo>
                  <a:pt x="249" y="157"/>
                </a:lnTo>
                <a:lnTo>
                  <a:pt x="252" y="166"/>
                </a:lnTo>
                <a:cubicBezTo>
                  <a:pt x="252" y="167"/>
                  <a:pt x="252" y="167"/>
                  <a:pt x="252" y="168"/>
                </a:cubicBezTo>
                <a:cubicBezTo>
                  <a:pt x="253" y="168"/>
                  <a:pt x="253" y="168"/>
                  <a:pt x="253" y="168"/>
                </a:cubicBezTo>
                <a:cubicBezTo>
                  <a:pt x="253" y="168"/>
                  <a:pt x="253" y="168"/>
                  <a:pt x="254" y="168"/>
                </a:cubicBezTo>
                <a:lnTo>
                  <a:pt x="256" y="167"/>
                </a:lnTo>
                <a:cubicBezTo>
                  <a:pt x="256" y="167"/>
                  <a:pt x="257" y="167"/>
                  <a:pt x="257" y="166"/>
                </a:cubicBezTo>
                <a:cubicBezTo>
                  <a:pt x="257" y="166"/>
                  <a:pt x="258" y="166"/>
                  <a:pt x="258" y="165"/>
                </a:cubicBezTo>
                <a:cubicBezTo>
                  <a:pt x="258" y="164"/>
                  <a:pt x="258" y="163"/>
                  <a:pt x="258" y="161"/>
                </a:cubicBezTo>
                <a:lnTo>
                  <a:pt x="259" y="168"/>
                </a:lnTo>
                <a:lnTo>
                  <a:pt x="250" y="171"/>
                </a:lnTo>
                <a:lnTo>
                  <a:pt x="249" y="170"/>
                </a:lnTo>
                <a:lnTo>
                  <a:pt x="250" y="170"/>
                </a:lnTo>
                <a:cubicBezTo>
                  <a:pt x="250" y="170"/>
                  <a:pt x="250" y="170"/>
                  <a:pt x="251" y="169"/>
                </a:cubicBezTo>
                <a:cubicBezTo>
                  <a:pt x="251" y="169"/>
                  <a:pt x="251" y="169"/>
                  <a:pt x="251" y="168"/>
                </a:cubicBezTo>
                <a:cubicBezTo>
                  <a:pt x="251" y="168"/>
                  <a:pt x="250" y="167"/>
                  <a:pt x="250" y="166"/>
                </a:cubicBezTo>
                <a:lnTo>
                  <a:pt x="244" y="150"/>
                </a:lnTo>
                <a:cubicBezTo>
                  <a:pt x="244" y="148"/>
                  <a:pt x="243" y="147"/>
                  <a:pt x="243" y="147"/>
                </a:cubicBezTo>
                <a:cubicBezTo>
                  <a:pt x="242" y="147"/>
                  <a:pt x="242" y="147"/>
                  <a:pt x="241" y="147"/>
                </a:cubicBezTo>
                <a:lnTo>
                  <a:pt x="241" y="146"/>
                </a:lnTo>
                <a:lnTo>
                  <a:pt x="250" y="143"/>
                </a:lnTo>
                <a:lnTo>
                  <a:pt x="252" y="148"/>
                </a:lnTo>
                <a:cubicBezTo>
                  <a:pt x="251" y="147"/>
                  <a:pt x="251" y="146"/>
                  <a:pt x="251" y="146"/>
                </a:cubicBezTo>
                <a:cubicBezTo>
                  <a:pt x="250" y="145"/>
                  <a:pt x="250" y="145"/>
                  <a:pt x="249" y="145"/>
                </a:cubicBezTo>
                <a:cubicBezTo>
                  <a:pt x="249" y="145"/>
                  <a:pt x="249" y="145"/>
                  <a:pt x="248" y="145"/>
                </a:cubicBezTo>
                <a:lnTo>
                  <a:pt x="245" y="146"/>
                </a:lnTo>
                <a:close/>
              </a:path>
            </a:pathLst>
          </a:custGeom>
          <a:solidFill>
            <a:srgbClr val="24211D"/>
          </a:solidFill>
          <a:ln>
            <a:noFill/>
          </a:ln>
        </p:spPr>
      </p:sp>
      <p:sp>
        <p:nvSpPr>
          <p:cNvPr id="15" name="Freeform 16"/>
          <p:cNvSpPr>
            <a:spLocks noGrp="1"/>
          </p:cNvSpPr>
          <p:nvPr/>
        </p:nvSpPr>
        <p:spPr>
          <a:xfrm>
            <a:off x="9943582" y="268135"/>
            <a:ext cx="220968" cy="125723"/>
          </a:xfrm>
          <a:custGeom>
            <a:avLst/>
            <a:gdLst/>
            <a:ahLst/>
            <a:cxnLst/>
            <a:rect l="l" t="t" r="r" b="b"/>
            <a:pathLst>
              <a:path w="143" h="81">
                <a:moveTo>
                  <a:pt x="102" y="38"/>
                </a:moveTo>
                <a:lnTo>
                  <a:pt x="129" y="38"/>
                </a:lnTo>
                <a:cubicBezTo>
                  <a:pt x="135" y="33"/>
                  <a:pt x="68" y="12"/>
                  <a:pt x="53" y="18"/>
                </a:cubicBezTo>
                <a:cubicBezTo>
                  <a:pt x="44" y="22"/>
                  <a:pt x="65" y="31"/>
                  <a:pt x="77" y="41"/>
                </a:cubicBezTo>
                <a:cubicBezTo>
                  <a:pt x="84" y="46"/>
                  <a:pt x="94" y="54"/>
                  <a:pt x="96" y="58"/>
                </a:cubicBezTo>
                <a:cubicBezTo>
                  <a:pt x="101" y="65"/>
                  <a:pt x="97" y="72"/>
                  <a:pt x="88" y="81"/>
                </a:cubicBezTo>
                <a:lnTo>
                  <a:pt x="0" y="81"/>
                </a:lnTo>
                <a:cubicBezTo>
                  <a:pt x="3" y="78"/>
                  <a:pt x="7" y="76"/>
                  <a:pt x="10" y="76"/>
                </a:cubicBezTo>
                <a:lnTo>
                  <a:pt x="57" y="76"/>
                </a:lnTo>
                <a:cubicBezTo>
                  <a:pt x="65" y="75"/>
                  <a:pt x="82" y="73"/>
                  <a:pt x="82" y="53"/>
                </a:cubicBezTo>
                <a:cubicBezTo>
                  <a:pt x="79" y="40"/>
                  <a:pt x="48" y="37"/>
                  <a:pt x="39" y="27"/>
                </a:cubicBezTo>
                <a:cubicBezTo>
                  <a:pt x="35" y="23"/>
                  <a:pt x="41" y="17"/>
                  <a:pt x="53" y="17"/>
                </a:cubicBezTo>
                <a:cubicBezTo>
                  <a:pt x="75" y="0"/>
                  <a:pt x="143" y="8"/>
                  <a:pt x="141" y="24"/>
                </a:cubicBezTo>
                <a:cubicBezTo>
                  <a:pt x="140" y="33"/>
                  <a:pt x="134" y="39"/>
                  <a:pt x="127" y="45"/>
                </a:cubicBezTo>
                <a:lnTo>
                  <a:pt x="118" y="45"/>
                </a:lnTo>
                <a:lnTo>
                  <a:pt x="108" y="81"/>
                </a:lnTo>
                <a:lnTo>
                  <a:pt x="96" y="81"/>
                </a:lnTo>
                <a:lnTo>
                  <a:pt x="106" y="45"/>
                </a:lnTo>
                <a:lnTo>
                  <a:pt x="95" y="45"/>
                </a:lnTo>
                <a:lnTo>
                  <a:pt x="102" y="38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6" name="Freeform 17"/>
          <p:cNvSpPr>
            <a:spLocks noGrp="1"/>
          </p:cNvSpPr>
          <p:nvPr/>
        </p:nvSpPr>
        <p:spPr>
          <a:xfrm>
            <a:off x="9962631" y="339251"/>
            <a:ext cx="50797" cy="41908"/>
          </a:xfrm>
          <a:custGeom>
            <a:avLst/>
            <a:gdLst/>
            <a:ahLst/>
            <a:cxnLst/>
            <a:rect l="l" t="t" r="r" b="b"/>
            <a:pathLst>
              <a:path w="33" h="27">
                <a:moveTo>
                  <a:pt x="7" y="0"/>
                </a:moveTo>
                <a:lnTo>
                  <a:pt x="18" y="0"/>
                </a:lnTo>
                <a:lnTo>
                  <a:pt x="13" y="17"/>
                </a:lnTo>
                <a:lnTo>
                  <a:pt x="18" y="17"/>
                </a:lnTo>
                <a:lnTo>
                  <a:pt x="22" y="0"/>
                </a:lnTo>
                <a:lnTo>
                  <a:pt x="33" y="0"/>
                </a:lnTo>
                <a:lnTo>
                  <a:pt x="25" y="27"/>
                </a:lnTo>
                <a:lnTo>
                  <a:pt x="15" y="27"/>
                </a:lnTo>
                <a:lnTo>
                  <a:pt x="17" y="20"/>
                </a:lnTo>
                <a:lnTo>
                  <a:pt x="13" y="20"/>
                </a:lnTo>
                <a:lnTo>
                  <a:pt x="11" y="27"/>
                </a:lnTo>
                <a:lnTo>
                  <a:pt x="0" y="27"/>
                </a:lnTo>
                <a:lnTo>
                  <a:pt x="7" y="0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7" name="Freeform 18"/>
          <p:cNvSpPr>
            <a:spLocks noGrp="1"/>
          </p:cNvSpPr>
          <p:nvPr/>
        </p:nvSpPr>
        <p:spPr>
          <a:xfrm>
            <a:off x="10007079" y="339251"/>
            <a:ext cx="50797" cy="41908"/>
          </a:xfrm>
          <a:custGeom>
            <a:avLst/>
            <a:gdLst/>
            <a:ahLst/>
            <a:cxnLst/>
            <a:rect l="l" t="t" r="r" b="b"/>
            <a:pathLst>
              <a:path w="33" h="27">
                <a:moveTo>
                  <a:pt x="8" y="0"/>
                </a:moveTo>
                <a:lnTo>
                  <a:pt x="0" y="27"/>
                </a:lnTo>
                <a:lnTo>
                  <a:pt x="25" y="27"/>
                </a:lnTo>
                <a:lnTo>
                  <a:pt x="33" y="0"/>
                </a:lnTo>
                <a:lnTo>
                  <a:pt x="22" y="0"/>
                </a:lnTo>
                <a:lnTo>
                  <a:pt x="15" y="24"/>
                </a:lnTo>
                <a:lnTo>
                  <a:pt x="11" y="24"/>
                </a:lnTo>
                <a:lnTo>
                  <a:pt x="18" y="0"/>
                </a:lnTo>
                <a:lnTo>
                  <a:pt x="8" y="0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8" name="Freeform 5"/>
          <p:cNvSpPr>
            <a:spLocks noGrp="1"/>
          </p:cNvSpPr>
          <p:nvPr/>
        </p:nvSpPr>
        <p:spPr>
          <a:xfrm>
            <a:off x="10436316" y="152571"/>
            <a:ext cx="1607736" cy="325103"/>
          </a:xfrm>
          <a:custGeom>
            <a:avLst/>
            <a:gdLst/>
            <a:ahLst/>
            <a:cxnLst/>
            <a:rect l="l" t="t" r="r" b="b"/>
            <a:pathLst>
              <a:path w="489" h="98">
                <a:moveTo>
                  <a:pt x="98" y="37"/>
                </a:moveTo>
                <a:cubicBezTo>
                  <a:pt x="98" y="37"/>
                  <a:pt x="101" y="31"/>
                  <a:pt x="102" y="39"/>
                </a:cubicBezTo>
                <a:lnTo>
                  <a:pt x="104" y="45"/>
                </a:lnTo>
                <a:cubicBezTo>
                  <a:pt x="104" y="45"/>
                  <a:pt x="106" y="49"/>
                  <a:pt x="109" y="43"/>
                </a:cubicBezTo>
                <a:lnTo>
                  <a:pt x="112" y="40"/>
                </a:lnTo>
                <a:cubicBezTo>
                  <a:pt x="112" y="40"/>
                  <a:pt x="114" y="40"/>
                  <a:pt x="114" y="37"/>
                </a:cubicBezTo>
                <a:lnTo>
                  <a:pt x="113" y="28"/>
                </a:lnTo>
                <a:cubicBezTo>
                  <a:pt x="113" y="28"/>
                  <a:pt x="113" y="22"/>
                  <a:pt x="111" y="22"/>
                </a:cubicBezTo>
                <a:cubicBezTo>
                  <a:pt x="111" y="22"/>
                  <a:pt x="108" y="16"/>
                  <a:pt x="112" y="15"/>
                </a:cubicBezTo>
                <a:cubicBezTo>
                  <a:pt x="112" y="15"/>
                  <a:pt x="113" y="11"/>
                  <a:pt x="119" y="14"/>
                </a:cubicBezTo>
                <a:cubicBezTo>
                  <a:pt x="119" y="14"/>
                  <a:pt x="125" y="16"/>
                  <a:pt x="123" y="21"/>
                </a:cubicBezTo>
                <a:lnTo>
                  <a:pt x="122" y="29"/>
                </a:lnTo>
                <a:cubicBezTo>
                  <a:pt x="122" y="29"/>
                  <a:pt x="121" y="33"/>
                  <a:pt x="127" y="28"/>
                </a:cubicBezTo>
                <a:lnTo>
                  <a:pt x="135" y="23"/>
                </a:lnTo>
                <a:cubicBezTo>
                  <a:pt x="135" y="23"/>
                  <a:pt x="143" y="20"/>
                  <a:pt x="145" y="24"/>
                </a:cubicBezTo>
                <a:cubicBezTo>
                  <a:pt x="145" y="24"/>
                  <a:pt x="147" y="27"/>
                  <a:pt x="143" y="30"/>
                </a:cubicBezTo>
                <a:cubicBezTo>
                  <a:pt x="143" y="30"/>
                  <a:pt x="131" y="33"/>
                  <a:pt x="133" y="42"/>
                </a:cubicBezTo>
                <a:cubicBezTo>
                  <a:pt x="133" y="42"/>
                  <a:pt x="139" y="43"/>
                  <a:pt x="134" y="48"/>
                </a:cubicBezTo>
                <a:cubicBezTo>
                  <a:pt x="134" y="48"/>
                  <a:pt x="128" y="49"/>
                  <a:pt x="125" y="52"/>
                </a:cubicBezTo>
                <a:lnTo>
                  <a:pt x="121" y="53"/>
                </a:lnTo>
                <a:lnTo>
                  <a:pt x="121" y="86"/>
                </a:lnTo>
                <a:cubicBezTo>
                  <a:pt x="121" y="86"/>
                  <a:pt x="121" y="96"/>
                  <a:pt x="115" y="92"/>
                </a:cubicBezTo>
                <a:cubicBezTo>
                  <a:pt x="115" y="92"/>
                  <a:pt x="109" y="84"/>
                  <a:pt x="113" y="74"/>
                </a:cubicBezTo>
                <a:lnTo>
                  <a:pt x="114" y="49"/>
                </a:lnTo>
                <a:cubicBezTo>
                  <a:pt x="114" y="49"/>
                  <a:pt x="115" y="41"/>
                  <a:pt x="109" y="50"/>
                </a:cubicBezTo>
                <a:lnTo>
                  <a:pt x="104" y="57"/>
                </a:lnTo>
                <a:cubicBezTo>
                  <a:pt x="104" y="57"/>
                  <a:pt x="102" y="60"/>
                  <a:pt x="98" y="58"/>
                </a:cubicBezTo>
                <a:cubicBezTo>
                  <a:pt x="98" y="58"/>
                  <a:pt x="90" y="54"/>
                  <a:pt x="94" y="47"/>
                </a:cubicBezTo>
                <a:cubicBezTo>
                  <a:pt x="96" y="45"/>
                  <a:pt x="97" y="40"/>
                  <a:pt x="98" y="37"/>
                </a:cubicBezTo>
                <a:close/>
                <a:moveTo>
                  <a:pt x="121" y="39"/>
                </a:moveTo>
                <a:lnTo>
                  <a:pt x="121" y="45"/>
                </a:lnTo>
                <a:cubicBezTo>
                  <a:pt x="121" y="45"/>
                  <a:pt x="120" y="48"/>
                  <a:pt x="125" y="45"/>
                </a:cubicBezTo>
                <a:cubicBezTo>
                  <a:pt x="125" y="45"/>
                  <a:pt x="128" y="42"/>
                  <a:pt x="128" y="40"/>
                </a:cubicBezTo>
                <a:cubicBezTo>
                  <a:pt x="128" y="40"/>
                  <a:pt x="128" y="35"/>
                  <a:pt x="130" y="35"/>
                </a:cubicBezTo>
                <a:cubicBezTo>
                  <a:pt x="130" y="35"/>
                  <a:pt x="131" y="31"/>
                  <a:pt x="126" y="33"/>
                </a:cubicBezTo>
                <a:lnTo>
                  <a:pt x="123" y="37"/>
                </a:lnTo>
                <a:lnTo>
                  <a:pt x="122" y="37"/>
                </a:lnTo>
                <a:cubicBezTo>
                  <a:pt x="122" y="37"/>
                  <a:pt x="121" y="38"/>
                  <a:pt x="121" y="39"/>
                </a:cubicBezTo>
                <a:close/>
              </a:path>
              <a:path w="489" h="98">
                <a:moveTo>
                  <a:pt x="29" y="76"/>
                </a:moveTo>
                <a:cubicBezTo>
                  <a:pt x="34" y="73"/>
                  <a:pt x="37" y="72"/>
                  <a:pt x="38" y="73"/>
                </a:cubicBezTo>
                <a:cubicBezTo>
                  <a:pt x="39" y="73"/>
                  <a:pt x="39" y="80"/>
                  <a:pt x="39" y="92"/>
                </a:cubicBezTo>
                <a:cubicBezTo>
                  <a:pt x="39" y="98"/>
                  <a:pt x="43" y="98"/>
                  <a:pt x="45" y="95"/>
                </a:cubicBezTo>
                <a:cubicBezTo>
                  <a:pt x="47" y="92"/>
                  <a:pt x="48" y="86"/>
                  <a:pt x="48" y="78"/>
                </a:cubicBezTo>
                <a:lnTo>
                  <a:pt x="48" y="71"/>
                </a:lnTo>
                <a:lnTo>
                  <a:pt x="50" y="68"/>
                </a:lnTo>
                <a:lnTo>
                  <a:pt x="59" y="64"/>
                </a:lnTo>
                <a:cubicBezTo>
                  <a:pt x="62" y="63"/>
                  <a:pt x="62" y="61"/>
                  <a:pt x="59" y="60"/>
                </a:cubicBezTo>
                <a:lnTo>
                  <a:pt x="54" y="56"/>
                </a:lnTo>
                <a:cubicBezTo>
                  <a:pt x="53" y="54"/>
                  <a:pt x="53" y="53"/>
                  <a:pt x="56" y="52"/>
                </a:cubicBezTo>
                <a:lnTo>
                  <a:pt x="71" y="44"/>
                </a:lnTo>
                <a:cubicBezTo>
                  <a:pt x="73" y="44"/>
                  <a:pt x="74" y="42"/>
                  <a:pt x="71" y="39"/>
                </a:cubicBezTo>
                <a:cubicBezTo>
                  <a:pt x="69" y="37"/>
                  <a:pt x="67" y="37"/>
                  <a:pt x="64" y="39"/>
                </a:cubicBezTo>
                <a:lnTo>
                  <a:pt x="59" y="41"/>
                </a:lnTo>
                <a:cubicBezTo>
                  <a:pt x="56" y="44"/>
                  <a:pt x="55" y="42"/>
                  <a:pt x="59" y="37"/>
                </a:cubicBezTo>
                <a:lnTo>
                  <a:pt x="64" y="34"/>
                </a:lnTo>
                <a:cubicBezTo>
                  <a:pt x="68" y="32"/>
                  <a:pt x="66" y="30"/>
                  <a:pt x="63" y="29"/>
                </a:cubicBezTo>
                <a:lnTo>
                  <a:pt x="59" y="26"/>
                </a:lnTo>
                <a:cubicBezTo>
                  <a:pt x="57" y="25"/>
                  <a:pt x="56" y="25"/>
                  <a:pt x="55" y="28"/>
                </a:cubicBezTo>
                <a:cubicBezTo>
                  <a:pt x="55" y="32"/>
                  <a:pt x="54" y="34"/>
                  <a:pt x="52" y="35"/>
                </a:cubicBezTo>
                <a:cubicBezTo>
                  <a:pt x="50" y="36"/>
                  <a:pt x="48" y="36"/>
                  <a:pt x="47" y="35"/>
                </a:cubicBezTo>
                <a:cubicBezTo>
                  <a:pt x="45" y="33"/>
                  <a:pt x="45" y="32"/>
                  <a:pt x="47" y="30"/>
                </a:cubicBezTo>
                <a:cubicBezTo>
                  <a:pt x="49" y="27"/>
                  <a:pt x="52" y="25"/>
                  <a:pt x="56" y="25"/>
                </a:cubicBezTo>
                <a:cubicBezTo>
                  <a:pt x="60" y="23"/>
                  <a:pt x="64" y="21"/>
                  <a:pt x="65" y="18"/>
                </a:cubicBezTo>
                <a:cubicBezTo>
                  <a:pt x="66" y="17"/>
                  <a:pt x="65" y="14"/>
                  <a:pt x="62" y="11"/>
                </a:cubicBezTo>
                <a:cubicBezTo>
                  <a:pt x="59" y="6"/>
                  <a:pt x="55" y="5"/>
                  <a:pt x="52" y="10"/>
                </a:cubicBezTo>
                <a:lnTo>
                  <a:pt x="47" y="22"/>
                </a:lnTo>
                <a:lnTo>
                  <a:pt x="43" y="22"/>
                </a:lnTo>
                <a:lnTo>
                  <a:pt x="44" y="14"/>
                </a:lnTo>
                <a:cubicBezTo>
                  <a:pt x="45" y="12"/>
                  <a:pt x="43" y="10"/>
                  <a:pt x="40" y="7"/>
                </a:cubicBezTo>
                <a:cubicBezTo>
                  <a:pt x="36" y="5"/>
                  <a:pt x="34" y="4"/>
                  <a:pt x="33" y="7"/>
                </a:cubicBezTo>
                <a:cubicBezTo>
                  <a:pt x="32" y="7"/>
                  <a:pt x="33" y="9"/>
                  <a:pt x="36" y="13"/>
                </a:cubicBezTo>
                <a:cubicBezTo>
                  <a:pt x="38" y="15"/>
                  <a:pt x="39" y="18"/>
                  <a:pt x="41" y="23"/>
                </a:cubicBezTo>
                <a:cubicBezTo>
                  <a:pt x="36" y="23"/>
                  <a:pt x="31" y="24"/>
                  <a:pt x="26" y="23"/>
                </a:cubicBezTo>
                <a:cubicBezTo>
                  <a:pt x="20" y="23"/>
                  <a:pt x="17" y="24"/>
                  <a:pt x="20" y="27"/>
                </a:cubicBezTo>
                <a:cubicBezTo>
                  <a:pt x="21" y="29"/>
                  <a:pt x="23" y="30"/>
                  <a:pt x="24" y="32"/>
                </a:cubicBezTo>
                <a:lnTo>
                  <a:pt x="38" y="28"/>
                </a:lnTo>
                <a:cubicBezTo>
                  <a:pt x="45" y="27"/>
                  <a:pt x="45" y="27"/>
                  <a:pt x="43" y="30"/>
                </a:cubicBezTo>
                <a:cubicBezTo>
                  <a:pt x="43" y="31"/>
                  <a:pt x="41" y="31"/>
                  <a:pt x="39" y="30"/>
                </a:cubicBezTo>
                <a:cubicBezTo>
                  <a:pt x="36" y="31"/>
                  <a:pt x="36" y="33"/>
                  <a:pt x="37" y="35"/>
                </a:cubicBezTo>
                <a:cubicBezTo>
                  <a:pt x="38" y="39"/>
                  <a:pt x="38" y="40"/>
                  <a:pt x="35" y="38"/>
                </a:cubicBezTo>
                <a:cubicBezTo>
                  <a:pt x="34" y="38"/>
                  <a:pt x="33" y="38"/>
                  <a:pt x="33" y="39"/>
                </a:cubicBezTo>
                <a:cubicBezTo>
                  <a:pt x="32" y="40"/>
                  <a:pt x="30" y="40"/>
                  <a:pt x="28" y="37"/>
                </a:cubicBezTo>
                <a:cubicBezTo>
                  <a:pt x="24" y="33"/>
                  <a:pt x="21" y="32"/>
                  <a:pt x="20" y="35"/>
                </a:cubicBezTo>
                <a:lnTo>
                  <a:pt x="21" y="38"/>
                </a:lnTo>
                <a:cubicBezTo>
                  <a:pt x="23" y="42"/>
                  <a:pt x="23" y="44"/>
                  <a:pt x="20" y="44"/>
                </a:cubicBezTo>
                <a:cubicBezTo>
                  <a:pt x="19" y="45"/>
                  <a:pt x="20" y="46"/>
                  <a:pt x="21" y="47"/>
                </a:cubicBezTo>
                <a:lnTo>
                  <a:pt x="24" y="50"/>
                </a:lnTo>
                <a:cubicBezTo>
                  <a:pt x="26" y="53"/>
                  <a:pt x="28" y="53"/>
                  <a:pt x="32" y="49"/>
                </a:cubicBezTo>
                <a:cubicBezTo>
                  <a:pt x="36" y="44"/>
                  <a:pt x="38" y="43"/>
                  <a:pt x="38" y="47"/>
                </a:cubicBezTo>
                <a:cubicBezTo>
                  <a:pt x="38" y="50"/>
                  <a:pt x="37" y="51"/>
                  <a:pt x="34" y="51"/>
                </a:cubicBezTo>
                <a:lnTo>
                  <a:pt x="1" y="61"/>
                </a:lnTo>
                <a:cubicBezTo>
                  <a:pt x="0" y="61"/>
                  <a:pt x="0" y="61"/>
                  <a:pt x="0" y="61"/>
                </a:cubicBezTo>
                <a:lnTo>
                  <a:pt x="7" y="66"/>
                </a:lnTo>
                <a:cubicBezTo>
                  <a:pt x="8" y="66"/>
                  <a:pt x="10" y="66"/>
                  <a:pt x="11" y="66"/>
                </a:cubicBezTo>
                <a:lnTo>
                  <a:pt x="20" y="63"/>
                </a:lnTo>
                <a:lnTo>
                  <a:pt x="33" y="56"/>
                </a:lnTo>
                <a:cubicBezTo>
                  <a:pt x="37" y="55"/>
                  <a:pt x="39" y="55"/>
                  <a:pt x="38" y="58"/>
                </a:cubicBezTo>
                <a:cubicBezTo>
                  <a:pt x="38" y="59"/>
                  <a:pt x="37" y="60"/>
                  <a:pt x="35" y="61"/>
                </a:cubicBezTo>
                <a:cubicBezTo>
                  <a:pt x="29" y="64"/>
                  <a:pt x="23" y="69"/>
                  <a:pt x="17" y="74"/>
                </a:cubicBezTo>
                <a:cubicBezTo>
                  <a:pt x="14" y="77"/>
                  <a:pt x="13" y="78"/>
                  <a:pt x="17" y="78"/>
                </a:cubicBezTo>
                <a:cubicBezTo>
                  <a:pt x="19" y="79"/>
                  <a:pt x="21" y="79"/>
                  <a:pt x="25" y="77"/>
                </a:cubicBezTo>
                <a:lnTo>
                  <a:pt x="29" y="76"/>
                </a:lnTo>
                <a:close/>
                <a:moveTo>
                  <a:pt x="38" y="65"/>
                </a:moveTo>
                <a:cubicBezTo>
                  <a:pt x="38" y="67"/>
                  <a:pt x="37" y="68"/>
                  <a:pt x="34" y="69"/>
                </a:cubicBezTo>
                <a:lnTo>
                  <a:pt x="30" y="70"/>
                </a:lnTo>
                <a:cubicBezTo>
                  <a:pt x="26" y="71"/>
                  <a:pt x="25" y="71"/>
                  <a:pt x="28" y="69"/>
                </a:cubicBezTo>
                <a:lnTo>
                  <a:pt x="35" y="64"/>
                </a:lnTo>
                <a:cubicBezTo>
                  <a:pt x="37" y="63"/>
                  <a:pt x="38" y="63"/>
                  <a:pt x="38" y="65"/>
                </a:cubicBezTo>
                <a:close/>
                <a:moveTo>
                  <a:pt x="48" y="57"/>
                </a:moveTo>
                <a:lnTo>
                  <a:pt x="48" y="61"/>
                </a:lnTo>
                <a:cubicBezTo>
                  <a:pt x="48" y="63"/>
                  <a:pt x="50" y="63"/>
                  <a:pt x="51" y="62"/>
                </a:cubicBezTo>
                <a:cubicBezTo>
                  <a:pt x="51" y="62"/>
                  <a:pt x="51" y="61"/>
                  <a:pt x="51" y="59"/>
                </a:cubicBezTo>
                <a:cubicBezTo>
                  <a:pt x="50" y="58"/>
                  <a:pt x="49" y="57"/>
                  <a:pt x="48" y="57"/>
                </a:cubicBezTo>
                <a:close/>
                <a:moveTo>
                  <a:pt x="50" y="50"/>
                </a:moveTo>
                <a:cubicBezTo>
                  <a:pt x="48" y="50"/>
                  <a:pt x="48" y="51"/>
                  <a:pt x="48" y="52"/>
                </a:cubicBezTo>
                <a:cubicBezTo>
                  <a:pt x="49" y="53"/>
                  <a:pt x="51" y="53"/>
                  <a:pt x="53" y="51"/>
                </a:cubicBezTo>
                <a:lnTo>
                  <a:pt x="58" y="48"/>
                </a:lnTo>
                <a:cubicBezTo>
                  <a:pt x="59" y="47"/>
                  <a:pt x="59" y="47"/>
                  <a:pt x="56" y="47"/>
                </a:cubicBezTo>
                <a:lnTo>
                  <a:pt x="51" y="49"/>
                </a:lnTo>
                <a:lnTo>
                  <a:pt x="50" y="50"/>
                </a:lnTo>
                <a:close/>
                <a:moveTo>
                  <a:pt x="48" y="39"/>
                </a:moveTo>
                <a:lnTo>
                  <a:pt x="47" y="44"/>
                </a:lnTo>
                <a:cubicBezTo>
                  <a:pt x="48" y="47"/>
                  <a:pt x="49" y="47"/>
                  <a:pt x="51" y="45"/>
                </a:cubicBezTo>
                <a:cubicBezTo>
                  <a:pt x="51" y="44"/>
                  <a:pt x="52" y="43"/>
                  <a:pt x="53" y="41"/>
                </a:cubicBezTo>
                <a:cubicBezTo>
                  <a:pt x="53" y="39"/>
                  <a:pt x="52" y="39"/>
                  <a:pt x="51" y="38"/>
                </a:cubicBezTo>
                <a:cubicBezTo>
                  <a:pt x="50" y="38"/>
                  <a:pt x="49" y="38"/>
                  <a:pt x="48" y="39"/>
                </a:cubicBezTo>
                <a:close/>
                <a:moveTo>
                  <a:pt x="60" y="14"/>
                </a:moveTo>
                <a:cubicBezTo>
                  <a:pt x="60" y="15"/>
                  <a:pt x="59" y="16"/>
                  <a:pt x="58" y="17"/>
                </a:cubicBezTo>
                <a:lnTo>
                  <a:pt x="57" y="17"/>
                </a:lnTo>
                <a:cubicBezTo>
                  <a:pt x="56" y="17"/>
                  <a:pt x="55" y="18"/>
                  <a:pt x="54" y="17"/>
                </a:cubicBezTo>
                <a:lnTo>
                  <a:pt x="57" y="14"/>
                </a:lnTo>
                <a:cubicBezTo>
                  <a:pt x="58" y="14"/>
                  <a:pt x="60" y="13"/>
                  <a:pt x="60" y="14"/>
                </a:cubicBezTo>
                <a:close/>
              </a:path>
              <a:path w="489" h="98">
                <a:moveTo>
                  <a:pt x="186" y="22"/>
                </a:moveTo>
                <a:lnTo>
                  <a:pt x="193" y="17"/>
                </a:lnTo>
                <a:cubicBezTo>
                  <a:pt x="193" y="17"/>
                  <a:pt x="195" y="13"/>
                  <a:pt x="198" y="18"/>
                </a:cubicBezTo>
                <a:cubicBezTo>
                  <a:pt x="198" y="18"/>
                  <a:pt x="202" y="23"/>
                  <a:pt x="196" y="24"/>
                </a:cubicBezTo>
                <a:cubicBezTo>
                  <a:pt x="196" y="24"/>
                  <a:pt x="193" y="26"/>
                  <a:pt x="191" y="25"/>
                </a:cubicBezTo>
                <a:cubicBezTo>
                  <a:pt x="191" y="25"/>
                  <a:pt x="180" y="30"/>
                  <a:pt x="177" y="31"/>
                </a:cubicBezTo>
                <a:cubicBezTo>
                  <a:pt x="177" y="31"/>
                  <a:pt x="171" y="33"/>
                  <a:pt x="172" y="30"/>
                </a:cubicBezTo>
                <a:lnTo>
                  <a:pt x="183" y="24"/>
                </a:lnTo>
                <a:lnTo>
                  <a:pt x="186" y="22"/>
                </a:lnTo>
                <a:close/>
              </a:path>
              <a:path w="489" h="98">
                <a:moveTo>
                  <a:pt x="217" y="29"/>
                </a:moveTo>
                <a:lnTo>
                  <a:pt x="216" y="50"/>
                </a:lnTo>
                <a:lnTo>
                  <a:pt x="220" y="47"/>
                </a:lnTo>
                <a:lnTo>
                  <a:pt x="221" y="42"/>
                </a:lnTo>
                <a:cubicBezTo>
                  <a:pt x="221" y="42"/>
                  <a:pt x="221" y="39"/>
                  <a:pt x="225" y="43"/>
                </a:cubicBezTo>
                <a:cubicBezTo>
                  <a:pt x="225" y="43"/>
                  <a:pt x="229" y="46"/>
                  <a:pt x="228" y="50"/>
                </a:cubicBezTo>
                <a:cubicBezTo>
                  <a:pt x="228" y="50"/>
                  <a:pt x="220" y="52"/>
                  <a:pt x="216" y="59"/>
                </a:cubicBezTo>
                <a:lnTo>
                  <a:pt x="216" y="83"/>
                </a:lnTo>
                <a:cubicBezTo>
                  <a:pt x="216" y="83"/>
                  <a:pt x="216" y="87"/>
                  <a:pt x="215" y="89"/>
                </a:cubicBezTo>
                <a:cubicBezTo>
                  <a:pt x="215" y="89"/>
                  <a:pt x="212" y="95"/>
                  <a:pt x="211" y="94"/>
                </a:cubicBezTo>
                <a:cubicBezTo>
                  <a:pt x="211" y="94"/>
                  <a:pt x="207" y="92"/>
                  <a:pt x="209" y="86"/>
                </a:cubicBezTo>
                <a:lnTo>
                  <a:pt x="209" y="69"/>
                </a:lnTo>
                <a:cubicBezTo>
                  <a:pt x="209" y="69"/>
                  <a:pt x="210" y="63"/>
                  <a:pt x="206" y="68"/>
                </a:cubicBezTo>
                <a:cubicBezTo>
                  <a:pt x="206" y="68"/>
                  <a:pt x="202" y="74"/>
                  <a:pt x="197" y="69"/>
                </a:cubicBezTo>
                <a:cubicBezTo>
                  <a:pt x="197" y="69"/>
                  <a:pt x="192" y="67"/>
                  <a:pt x="197" y="64"/>
                </a:cubicBezTo>
                <a:cubicBezTo>
                  <a:pt x="197" y="64"/>
                  <a:pt x="198" y="64"/>
                  <a:pt x="199" y="59"/>
                </a:cubicBezTo>
                <a:lnTo>
                  <a:pt x="200" y="55"/>
                </a:lnTo>
                <a:cubicBezTo>
                  <a:pt x="200" y="55"/>
                  <a:pt x="201" y="50"/>
                  <a:pt x="198" y="50"/>
                </a:cubicBezTo>
                <a:cubicBezTo>
                  <a:pt x="198" y="50"/>
                  <a:pt x="195" y="47"/>
                  <a:pt x="197" y="45"/>
                </a:cubicBezTo>
                <a:cubicBezTo>
                  <a:pt x="197" y="45"/>
                  <a:pt x="203" y="38"/>
                  <a:pt x="196" y="32"/>
                </a:cubicBezTo>
                <a:cubicBezTo>
                  <a:pt x="196" y="32"/>
                  <a:pt x="190" y="29"/>
                  <a:pt x="195" y="28"/>
                </a:cubicBezTo>
                <a:cubicBezTo>
                  <a:pt x="195" y="28"/>
                  <a:pt x="199" y="28"/>
                  <a:pt x="199" y="29"/>
                </a:cubicBezTo>
                <a:cubicBezTo>
                  <a:pt x="199" y="29"/>
                  <a:pt x="207" y="28"/>
                  <a:pt x="207" y="34"/>
                </a:cubicBezTo>
                <a:cubicBezTo>
                  <a:pt x="207" y="34"/>
                  <a:pt x="207" y="37"/>
                  <a:pt x="205" y="37"/>
                </a:cubicBezTo>
                <a:cubicBezTo>
                  <a:pt x="205" y="37"/>
                  <a:pt x="197" y="44"/>
                  <a:pt x="203" y="44"/>
                </a:cubicBezTo>
                <a:cubicBezTo>
                  <a:pt x="203" y="44"/>
                  <a:pt x="211" y="46"/>
                  <a:pt x="205" y="52"/>
                </a:cubicBezTo>
                <a:cubicBezTo>
                  <a:pt x="205" y="52"/>
                  <a:pt x="203" y="51"/>
                  <a:pt x="202" y="57"/>
                </a:cubicBezTo>
                <a:cubicBezTo>
                  <a:pt x="202" y="57"/>
                  <a:pt x="199" y="64"/>
                  <a:pt x="204" y="61"/>
                </a:cubicBezTo>
                <a:cubicBezTo>
                  <a:pt x="204" y="61"/>
                  <a:pt x="206" y="60"/>
                  <a:pt x="209" y="57"/>
                </a:cubicBezTo>
                <a:cubicBezTo>
                  <a:pt x="209" y="57"/>
                  <a:pt x="210" y="54"/>
                  <a:pt x="210" y="51"/>
                </a:cubicBezTo>
                <a:cubicBezTo>
                  <a:pt x="210" y="51"/>
                  <a:pt x="210" y="26"/>
                  <a:pt x="209" y="20"/>
                </a:cubicBezTo>
                <a:cubicBezTo>
                  <a:pt x="209" y="20"/>
                  <a:pt x="207" y="16"/>
                  <a:pt x="211" y="14"/>
                </a:cubicBezTo>
                <a:cubicBezTo>
                  <a:pt x="211" y="14"/>
                  <a:pt x="214" y="12"/>
                  <a:pt x="218" y="16"/>
                </a:cubicBezTo>
                <a:cubicBezTo>
                  <a:pt x="218" y="16"/>
                  <a:pt x="221" y="17"/>
                  <a:pt x="218" y="21"/>
                </a:cubicBezTo>
                <a:lnTo>
                  <a:pt x="217" y="26"/>
                </a:lnTo>
                <a:lnTo>
                  <a:pt x="217" y="29"/>
                </a:lnTo>
                <a:close/>
              </a:path>
              <a:path w="489" h="98">
                <a:moveTo>
                  <a:pt x="170" y="48"/>
                </a:moveTo>
                <a:cubicBezTo>
                  <a:pt x="170" y="48"/>
                  <a:pt x="165" y="51"/>
                  <a:pt x="163" y="49"/>
                </a:cubicBezTo>
                <a:cubicBezTo>
                  <a:pt x="163" y="49"/>
                  <a:pt x="160" y="49"/>
                  <a:pt x="162" y="52"/>
                </a:cubicBezTo>
                <a:cubicBezTo>
                  <a:pt x="162" y="52"/>
                  <a:pt x="165" y="59"/>
                  <a:pt x="171" y="55"/>
                </a:cubicBezTo>
                <a:lnTo>
                  <a:pt x="179" y="49"/>
                </a:lnTo>
                <a:cubicBezTo>
                  <a:pt x="179" y="49"/>
                  <a:pt x="182" y="45"/>
                  <a:pt x="181" y="51"/>
                </a:cubicBezTo>
                <a:cubicBezTo>
                  <a:pt x="181" y="51"/>
                  <a:pt x="181" y="55"/>
                  <a:pt x="179" y="55"/>
                </a:cubicBezTo>
                <a:lnTo>
                  <a:pt x="167" y="68"/>
                </a:lnTo>
                <a:cubicBezTo>
                  <a:pt x="167" y="68"/>
                  <a:pt x="162" y="73"/>
                  <a:pt x="168" y="74"/>
                </a:cubicBezTo>
                <a:cubicBezTo>
                  <a:pt x="168" y="74"/>
                  <a:pt x="172" y="75"/>
                  <a:pt x="175" y="72"/>
                </a:cubicBezTo>
                <a:cubicBezTo>
                  <a:pt x="175" y="72"/>
                  <a:pt x="180" y="66"/>
                  <a:pt x="179" y="70"/>
                </a:cubicBezTo>
                <a:lnTo>
                  <a:pt x="179" y="79"/>
                </a:lnTo>
                <a:cubicBezTo>
                  <a:pt x="179" y="79"/>
                  <a:pt x="178" y="82"/>
                  <a:pt x="181" y="83"/>
                </a:cubicBezTo>
                <a:cubicBezTo>
                  <a:pt x="181" y="83"/>
                  <a:pt x="183" y="85"/>
                  <a:pt x="185" y="82"/>
                </a:cubicBezTo>
                <a:cubicBezTo>
                  <a:pt x="185" y="82"/>
                  <a:pt x="187" y="80"/>
                  <a:pt x="186" y="75"/>
                </a:cubicBezTo>
                <a:lnTo>
                  <a:pt x="186" y="63"/>
                </a:lnTo>
                <a:cubicBezTo>
                  <a:pt x="186" y="63"/>
                  <a:pt x="192" y="59"/>
                  <a:pt x="193" y="57"/>
                </a:cubicBezTo>
                <a:cubicBezTo>
                  <a:pt x="193" y="57"/>
                  <a:pt x="194" y="53"/>
                  <a:pt x="190" y="57"/>
                </a:cubicBezTo>
                <a:cubicBezTo>
                  <a:pt x="190" y="57"/>
                  <a:pt x="185" y="62"/>
                  <a:pt x="186" y="58"/>
                </a:cubicBezTo>
                <a:lnTo>
                  <a:pt x="186" y="52"/>
                </a:lnTo>
                <a:cubicBezTo>
                  <a:pt x="186" y="52"/>
                  <a:pt x="197" y="43"/>
                  <a:pt x="196" y="42"/>
                </a:cubicBezTo>
                <a:cubicBezTo>
                  <a:pt x="196" y="41"/>
                  <a:pt x="198" y="40"/>
                  <a:pt x="194" y="36"/>
                </a:cubicBezTo>
                <a:cubicBezTo>
                  <a:pt x="194" y="36"/>
                  <a:pt x="191" y="34"/>
                  <a:pt x="190" y="37"/>
                </a:cubicBezTo>
                <a:cubicBezTo>
                  <a:pt x="190" y="37"/>
                  <a:pt x="186" y="41"/>
                  <a:pt x="186" y="37"/>
                </a:cubicBezTo>
                <a:cubicBezTo>
                  <a:pt x="186" y="37"/>
                  <a:pt x="189" y="34"/>
                  <a:pt x="186" y="32"/>
                </a:cubicBezTo>
                <a:cubicBezTo>
                  <a:pt x="186" y="32"/>
                  <a:pt x="182" y="28"/>
                  <a:pt x="180" y="33"/>
                </a:cubicBezTo>
                <a:cubicBezTo>
                  <a:pt x="180" y="33"/>
                  <a:pt x="178" y="33"/>
                  <a:pt x="181" y="42"/>
                </a:cubicBezTo>
                <a:lnTo>
                  <a:pt x="176" y="44"/>
                </a:lnTo>
                <a:lnTo>
                  <a:pt x="173" y="46"/>
                </a:lnTo>
                <a:lnTo>
                  <a:pt x="170" y="48"/>
                </a:lnTo>
                <a:close/>
                <a:moveTo>
                  <a:pt x="186" y="43"/>
                </a:moveTo>
                <a:cubicBezTo>
                  <a:pt x="186" y="43"/>
                  <a:pt x="187" y="41"/>
                  <a:pt x="189" y="42"/>
                </a:cubicBezTo>
                <a:cubicBezTo>
                  <a:pt x="189" y="42"/>
                  <a:pt x="189" y="44"/>
                  <a:pt x="188" y="45"/>
                </a:cubicBezTo>
                <a:cubicBezTo>
                  <a:pt x="188" y="45"/>
                  <a:pt x="186" y="46"/>
                  <a:pt x="187" y="44"/>
                </a:cubicBezTo>
                <a:cubicBezTo>
                  <a:pt x="186" y="46"/>
                  <a:pt x="186" y="43"/>
                  <a:pt x="186" y="43"/>
                </a:cubicBezTo>
                <a:close/>
                <a:moveTo>
                  <a:pt x="175" y="64"/>
                </a:moveTo>
                <a:lnTo>
                  <a:pt x="178" y="61"/>
                </a:lnTo>
                <a:cubicBezTo>
                  <a:pt x="178" y="61"/>
                  <a:pt x="180" y="57"/>
                  <a:pt x="180" y="60"/>
                </a:cubicBezTo>
                <a:cubicBezTo>
                  <a:pt x="180" y="60"/>
                  <a:pt x="180" y="65"/>
                  <a:pt x="177" y="65"/>
                </a:cubicBezTo>
                <a:cubicBezTo>
                  <a:pt x="177" y="65"/>
                  <a:pt x="174" y="67"/>
                  <a:pt x="174" y="65"/>
                </a:cubicBezTo>
                <a:lnTo>
                  <a:pt x="175" y="65"/>
                </a:lnTo>
                <a:lnTo>
                  <a:pt x="175" y="64"/>
                </a:lnTo>
                <a:close/>
              </a:path>
              <a:path w="489" h="98">
                <a:moveTo>
                  <a:pt x="255" y="43"/>
                </a:moveTo>
                <a:cubicBezTo>
                  <a:pt x="255" y="43"/>
                  <a:pt x="252" y="46"/>
                  <a:pt x="249" y="46"/>
                </a:cubicBezTo>
                <a:cubicBezTo>
                  <a:pt x="249" y="46"/>
                  <a:pt x="247" y="45"/>
                  <a:pt x="248" y="48"/>
                </a:cubicBezTo>
                <a:cubicBezTo>
                  <a:pt x="248" y="48"/>
                  <a:pt x="248" y="51"/>
                  <a:pt x="253" y="52"/>
                </a:cubicBezTo>
                <a:cubicBezTo>
                  <a:pt x="253" y="52"/>
                  <a:pt x="257" y="52"/>
                  <a:pt x="257" y="51"/>
                </a:cubicBezTo>
                <a:cubicBezTo>
                  <a:pt x="257" y="51"/>
                  <a:pt x="257" y="49"/>
                  <a:pt x="260" y="48"/>
                </a:cubicBezTo>
                <a:cubicBezTo>
                  <a:pt x="260" y="48"/>
                  <a:pt x="263" y="46"/>
                  <a:pt x="264" y="45"/>
                </a:cubicBezTo>
                <a:cubicBezTo>
                  <a:pt x="264" y="45"/>
                  <a:pt x="267" y="42"/>
                  <a:pt x="266" y="46"/>
                </a:cubicBezTo>
                <a:lnTo>
                  <a:pt x="265" y="55"/>
                </a:lnTo>
                <a:cubicBezTo>
                  <a:pt x="265" y="59"/>
                  <a:pt x="258" y="64"/>
                  <a:pt x="256" y="66"/>
                </a:cubicBezTo>
                <a:cubicBezTo>
                  <a:pt x="256" y="66"/>
                  <a:pt x="253" y="69"/>
                  <a:pt x="251" y="69"/>
                </a:cubicBezTo>
                <a:cubicBezTo>
                  <a:pt x="251" y="69"/>
                  <a:pt x="249" y="68"/>
                  <a:pt x="251" y="72"/>
                </a:cubicBezTo>
                <a:cubicBezTo>
                  <a:pt x="251" y="72"/>
                  <a:pt x="255" y="76"/>
                  <a:pt x="257" y="75"/>
                </a:cubicBezTo>
                <a:lnTo>
                  <a:pt x="261" y="71"/>
                </a:lnTo>
                <a:lnTo>
                  <a:pt x="263" y="67"/>
                </a:lnTo>
                <a:cubicBezTo>
                  <a:pt x="263" y="67"/>
                  <a:pt x="266" y="63"/>
                  <a:pt x="265" y="69"/>
                </a:cubicBezTo>
                <a:cubicBezTo>
                  <a:pt x="265" y="69"/>
                  <a:pt x="265" y="77"/>
                  <a:pt x="263" y="79"/>
                </a:cubicBezTo>
                <a:cubicBezTo>
                  <a:pt x="263" y="79"/>
                  <a:pt x="262" y="79"/>
                  <a:pt x="264" y="82"/>
                </a:cubicBezTo>
                <a:cubicBezTo>
                  <a:pt x="264" y="82"/>
                  <a:pt x="266" y="87"/>
                  <a:pt x="268" y="85"/>
                </a:cubicBezTo>
                <a:lnTo>
                  <a:pt x="270" y="81"/>
                </a:lnTo>
                <a:cubicBezTo>
                  <a:pt x="270" y="81"/>
                  <a:pt x="272" y="78"/>
                  <a:pt x="271" y="76"/>
                </a:cubicBezTo>
                <a:cubicBezTo>
                  <a:pt x="270" y="75"/>
                  <a:pt x="271" y="57"/>
                  <a:pt x="271" y="57"/>
                </a:cubicBezTo>
                <a:lnTo>
                  <a:pt x="277" y="48"/>
                </a:lnTo>
                <a:cubicBezTo>
                  <a:pt x="277" y="48"/>
                  <a:pt x="281" y="44"/>
                  <a:pt x="277" y="44"/>
                </a:cubicBezTo>
                <a:cubicBezTo>
                  <a:pt x="277" y="44"/>
                  <a:pt x="275" y="46"/>
                  <a:pt x="273" y="49"/>
                </a:cubicBezTo>
                <a:cubicBezTo>
                  <a:pt x="273" y="49"/>
                  <a:pt x="271" y="51"/>
                  <a:pt x="272" y="46"/>
                </a:cubicBezTo>
                <a:lnTo>
                  <a:pt x="272" y="40"/>
                </a:lnTo>
                <a:cubicBezTo>
                  <a:pt x="272" y="40"/>
                  <a:pt x="271" y="37"/>
                  <a:pt x="275" y="36"/>
                </a:cubicBezTo>
                <a:lnTo>
                  <a:pt x="279" y="33"/>
                </a:lnTo>
                <a:cubicBezTo>
                  <a:pt x="279" y="33"/>
                  <a:pt x="282" y="31"/>
                  <a:pt x="280" y="30"/>
                </a:cubicBezTo>
                <a:cubicBezTo>
                  <a:pt x="280" y="30"/>
                  <a:pt x="276" y="26"/>
                  <a:pt x="276" y="30"/>
                </a:cubicBezTo>
                <a:lnTo>
                  <a:pt x="274" y="32"/>
                </a:lnTo>
                <a:cubicBezTo>
                  <a:pt x="274" y="32"/>
                  <a:pt x="272" y="34"/>
                  <a:pt x="273" y="30"/>
                </a:cubicBezTo>
                <a:lnTo>
                  <a:pt x="274" y="23"/>
                </a:lnTo>
                <a:cubicBezTo>
                  <a:pt x="274" y="23"/>
                  <a:pt x="274" y="18"/>
                  <a:pt x="276" y="17"/>
                </a:cubicBezTo>
                <a:cubicBezTo>
                  <a:pt x="276" y="17"/>
                  <a:pt x="273" y="11"/>
                  <a:pt x="269" y="14"/>
                </a:cubicBezTo>
                <a:cubicBezTo>
                  <a:pt x="269" y="14"/>
                  <a:pt x="263" y="17"/>
                  <a:pt x="267" y="21"/>
                </a:cubicBezTo>
                <a:lnTo>
                  <a:pt x="266" y="35"/>
                </a:lnTo>
                <a:cubicBezTo>
                  <a:pt x="266" y="35"/>
                  <a:pt x="266" y="38"/>
                  <a:pt x="264" y="38"/>
                </a:cubicBezTo>
                <a:lnTo>
                  <a:pt x="258" y="42"/>
                </a:lnTo>
                <a:lnTo>
                  <a:pt x="256" y="43"/>
                </a:lnTo>
                <a:lnTo>
                  <a:pt x="255" y="43"/>
                </a:lnTo>
                <a:close/>
              </a:path>
              <a:path w="489" h="98">
                <a:moveTo>
                  <a:pt x="303" y="56"/>
                </a:moveTo>
                <a:cubicBezTo>
                  <a:pt x="303" y="56"/>
                  <a:pt x="300" y="63"/>
                  <a:pt x="298" y="65"/>
                </a:cubicBezTo>
                <a:lnTo>
                  <a:pt x="304" y="70"/>
                </a:lnTo>
                <a:cubicBezTo>
                  <a:pt x="304" y="70"/>
                  <a:pt x="306" y="73"/>
                  <a:pt x="317" y="73"/>
                </a:cubicBezTo>
                <a:cubicBezTo>
                  <a:pt x="317" y="73"/>
                  <a:pt x="323" y="73"/>
                  <a:pt x="316" y="76"/>
                </a:cubicBezTo>
                <a:lnTo>
                  <a:pt x="307" y="81"/>
                </a:lnTo>
                <a:cubicBezTo>
                  <a:pt x="307" y="81"/>
                  <a:pt x="300" y="84"/>
                  <a:pt x="299" y="80"/>
                </a:cubicBezTo>
                <a:lnTo>
                  <a:pt x="295" y="73"/>
                </a:lnTo>
                <a:cubicBezTo>
                  <a:pt x="295" y="73"/>
                  <a:pt x="294" y="68"/>
                  <a:pt x="293" y="72"/>
                </a:cubicBezTo>
                <a:cubicBezTo>
                  <a:pt x="293" y="72"/>
                  <a:pt x="288" y="78"/>
                  <a:pt x="285" y="78"/>
                </a:cubicBezTo>
                <a:cubicBezTo>
                  <a:pt x="285" y="78"/>
                  <a:pt x="280" y="79"/>
                  <a:pt x="276" y="77"/>
                </a:cubicBezTo>
                <a:cubicBezTo>
                  <a:pt x="276" y="77"/>
                  <a:pt x="269" y="77"/>
                  <a:pt x="279" y="75"/>
                </a:cubicBezTo>
                <a:cubicBezTo>
                  <a:pt x="279" y="75"/>
                  <a:pt x="286" y="73"/>
                  <a:pt x="290" y="66"/>
                </a:cubicBezTo>
                <a:lnTo>
                  <a:pt x="283" y="58"/>
                </a:lnTo>
                <a:cubicBezTo>
                  <a:pt x="283" y="58"/>
                  <a:pt x="280" y="55"/>
                  <a:pt x="284" y="55"/>
                </a:cubicBezTo>
                <a:cubicBezTo>
                  <a:pt x="284" y="55"/>
                  <a:pt x="285" y="54"/>
                  <a:pt x="289" y="57"/>
                </a:cubicBezTo>
                <a:cubicBezTo>
                  <a:pt x="289" y="57"/>
                  <a:pt x="291" y="59"/>
                  <a:pt x="292" y="60"/>
                </a:cubicBezTo>
                <a:cubicBezTo>
                  <a:pt x="293" y="60"/>
                  <a:pt x="293" y="61"/>
                  <a:pt x="295" y="59"/>
                </a:cubicBezTo>
                <a:cubicBezTo>
                  <a:pt x="295" y="58"/>
                  <a:pt x="296" y="56"/>
                  <a:pt x="298" y="52"/>
                </a:cubicBezTo>
                <a:cubicBezTo>
                  <a:pt x="298" y="52"/>
                  <a:pt x="300" y="49"/>
                  <a:pt x="296" y="50"/>
                </a:cubicBezTo>
                <a:cubicBezTo>
                  <a:pt x="296" y="50"/>
                  <a:pt x="293" y="52"/>
                  <a:pt x="292" y="54"/>
                </a:cubicBezTo>
                <a:cubicBezTo>
                  <a:pt x="292" y="54"/>
                  <a:pt x="290" y="56"/>
                  <a:pt x="287" y="54"/>
                </a:cubicBezTo>
                <a:cubicBezTo>
                  <a:pt x="287" y="54"/>
                  <a:pt x="282" y="51"/>
                  <a:pt x="285" y="49"/>
                </a:cubicBezTo>
                <a:lnTo>
                  <a:pt x="286" y="45"/>
                </a:lnTo>
                <a:cubicBezTo>
                  <a:pt x="286" y="45"/>
                  <a:pt x="288" y="40"/>
                  <a:pt x="284" y="44"/>
                </a:cubicBezTo>
                <a:cubicBezTo>
                  <a:pt x="284" y="44"/>
                  <a:pt x="282" y="47"/>
                  <a:pt x="281" y="45"/>
                </a:cubicBezTo>
                <a:lnTo>
                  <a:pt x="276" y="41"/>
                </a:lnTo>
                <a:cubicBezTo>
                  <a:pt x="276" y="41"/>
                  <a:pt x="273" y="38"/>
                  <a:pt x="278" y="39"/>
                </a:cubicBezTo>
                <a:lnTo>
                  <a:pt x="290" y="34"/>
                </a:lnTo>
                <a:cubicBezTo>
                  <a:pt x="290" y="34"/>
                  <a:pt x="291" y="25"/>
                  <a:pt x="292" y="23"/>
                </a:cubicBezTo>
                <a:cubicBezTo>
                  <a:pt x="292" y="23"/>
                  <a:pt x="293" y="14"/>
                  <a:pt x="298" y="15"/>
                </a:cubicBezTo>
                <a:cubicBezTo>
                  <a:pt x="298" y="15"/>
                  <a:pt x="302" y="15"/>
                  <a:pt x="305" y="23"/>
                </a:cubicBezTo>
                <a:cubicBezTo>
                  <a:pt x="305" y="23"/>
                  <a:pt x="308" y="26"/>
                  <a:pt x="304" y="29"/>
                </a:cubicBezTo>
                <a:cubicBezTo>
                  <a:pt x="304" y="29"/>
                  <a:pt x="296" y="34"/>
                  <a:pt x="295" y="35"/>
                </a:cubicBezTo>
                <a:cubicBezTo>
                  <a:pt x="295" y="35"/>
                  <a:pt x="292" y="37"/>
                  <a:pt x="291" y="41"/>
                </a:cubicBezTo>
                <a:cubicBezTo>
                  <a:pt x="291" y="41"/>
                  <a:pt x="287" y="50"/>
                  <a:pt x="291" y="47"/>
                </a:cubicBezTo>
                <a:lnTo>
                  <a:pt x="301" y="40"/>
                </a:lnTo>
                <a:cubicBezTo>
                  <a:pt x="301" y="40"/>
                  <a:pt x="302" y="37"/>
                  <a:pt x="307" y="41"/>
                </a:cubicBezTo>
                <a:cubicBezTo>
                  <a:pt x="307" y="41"/>
                  <a:pt x="312" y="44"/>
                  <a:pt x="309" y="47"/>
                </a:cubicBezTo>
                <a:lnTo>
                  <a:pt x="305" y="52"/>
                </a:lnTo>
                <a:lnTo>
                  <a:pt x="303" y="54"/>
                </a:lnTo>
                <a:lnTo>
                  <a:pt x="303" y="56"/>
                </a:lnTo>
                <a:close/>
                <a:moveTo>
                  <a:pt x="295" y="27"/>
                </a:moveTo>
                <a:cubicBezTo>
                  <a:pt x="295" y="27"/>
                  <a:pt x="297" y="22"/>
                  <a:pt x="299" y="24"/>
                </a:cubicBezTo>
                <a:cubicBezTo>
                  <a:pt x="299" y="24"/>
                  <a:pt x="302" y="24"/>
                  <a:pt x="299" y="27"/>
                </a:cubicBezTo>
                <a:lnTo>
                  <a:pt x="297" y="30"/>
                </a:lnTo>
                <a:cubicBezTo>
                  <a:pt x="297" y="30"/>
                  <a:pt x="294" y="33"/>
                  <a:pt x="295" y="28"/>
                </a:cubicBezTo>
                <a:cubicBezTo>
                  <a:pt x="294" y="33"/>
                  <a:pt x="295" y="27"/>
                  <a:pt x="295" y="27"/>
                </a:cubicBezTo>
                <a:close/>
              </a:path>
              <a:path w="489" h="98">
                <a:moveTo>
                  <a:pt x="354" y="54"/>
                </a:moveTo>
                <a:cubicBezTo>
                  <a:pt x="354" y="54"/>
                  <a:pt x="348" y="58"/>
                  <a:pt x="341" y="59"/>
                </a:cubicBezTo>
                <a:cubicBezTo>
                  <a:pt x="341" y="59"/>
                  <a:pt x="336" y="59"/>
                  <a:pt x="342" y="62"/>
                </a:cubicBezTo>
                <a:lnTo>
                  <a:pt x="347" y="66"/>
                </a:lnTo>
                <a:cubicBezTo>
                  <a:pt x="347" y="66"/>
                  <a:pt x="352" y="67"/>
                  <a:pt x="354" y="64"/>
                </a:cubicBezTo>
                <a:lnTo>
                  <a:pt x="358" y="61"/>
                </a:lnTo>
                <a:cubicBezTo>
                  <a:pt x="358" y="61"/>
                  <a:pt x="364" y="56"/>
                  <a:pt x="361" y="63"/>
                </a:cubicBezTo>
                <a:cubicBezTo>
                  <a:pt x="361" y="63"/>
                  <a:pt x="357" y="73"/>
                  <a:pt x="342" y="79"/>
                </a:cubicBezTo>
                <a:cubicBezTo>
                  <a:pt x="342" y="79"/>
                  <a:pt x="335" y="81"/>
                  <a:pt x="346" y="80"/>
                </a:cubicBezTo>
                <a:cubicBezTo>
                  <a:pt x="346" y="80"/>
                  <a:pt x="365" y="83"/>
                  <a:pt x="372" y="50"/>
                </a:cubicBezTo>
                <a:cubicBezTo>
                  <a:pt x="372" y="50"/>
                  <a:pt x="385" y="41"/>
                  <a:pt x="388" y="40"/>
                </a:cubicBezTo>
                <a:cubicBezTo>
                  <a:pt x="388" y="40"/>
                  <a:pt x="393" y="37"/>
                  <a:pt x="387" y="36"/>
                </a:cubicBezTo>
                <a:cubicBezTo>
                  <a:pt x="387" y="36"/>
                  <a:pt x="383" y="33"/>
                  <a:pt x="380" y="38"/>
                </a:cubicBezTo>
                <a:lnTo>
                  <a:pt x="377" y="40"/>
                </a:lnTo>
                <a:cubicBezTo>
                  <a:pt x="377" y="40"/>
                  <a:pt x="373" y="43"/>
                  <a:pt x="374" y="37"/>
                </a:cubicBezTo>
                <a:lnTo>
                  <a:pt x="376" y="26"/>
                </a:lnTo>
                <a:cubicBezTo>
                  <a:pt x="376" y="26"/>
                  <a:pt x="377" y="22"/>
                  <a:pt x="374" y="21"/>
                </a:cubicBezTo>
                <a:cubicBezTo>
                  <a:pt x="371" y="19"/>
                  <a:pt x="368" y="15"/>
                  <a:pt x="368" y="15"/>
                </a:cubicBezTo>
                <a:cubicBezTo>
                  <a:pt x="368" y="15"/>
                  <a:pt x="365" y="12"/>
                  <a:pt x="365" y="18"/>
                </a:cubicBezTo>
                <a:cubicBezTo>
                  <a:pt x="365" y="18"/>
                  <a:pt x="368" y="35"/>
                  <a:pt x="365" y="47"/>
                </a:cubicBezTo>
                <a:lnTo>
                  <a:pt x="359" y="51"/>
                </a:lnTo>
                <a:lnTo>
                  <a:pt x="357" y="53"/>
                </a:lnTo>
                <a:lnTo>
                  <a:pt x="354" y="54"/>
                </a:lnTo>
                <a:close/>
              </a:path>
              <a:path w="489" h="98">
                <a:moveTo>
                  <a:pt x="378" y="66"/>
                </a:moveTo>
                <a:lnTo>
                  <a:pt x="383" y="76"/>
                </a:lnTo>
                <a:cubicBezTo>
                  <a:pt x="383" y="76"/>
                  <a:pt x="386" y="79"/>
                  <a:pt x="391" y="76"/>
                </a:cubicBezTo>
                <a:lnTo>
                  <a:pt x="401" y="72"/>
                </a:lnTo>
                <a:cubicBezTo>
                  <a:pt x="401" y="72"/>
                  <a:pt x="405" y="70"/>
                  <a:pt x="400" y="70"/>
                </a:cubicBezTo>
                <a:cubicBezTo>
                  <a:pt x="400" y="70"/>
                  <a:pt x="384" y="70"/>
                  <a:pt x="377" y="55"/>
                </a:cubicBezTo>
                <a:cubicBezTo>
                  <a:pt x="377" y="55"/>
                  <a:pt x="374" y="51"/>
                  <a:pt x="374" y="55"/>
                </a:cubicBezTo>
                <a:cubicBezTo>
                  <a:pt x="374" y="55"/>
                  <a:pt x="373" y="56"/>
                  <a:pt x="376" y="60"/>
                </a:cubicBezTo>
                <a:lnTo>
                  <a:pt x="377" y="63"/>
                </a:lnTo>
                <a:lnTo>
                  <a:pt x="378" y="66"/>
                </a:lnTo>
                <a:close/>
              </a:path>
              <a:path w="489" h="98">
                <a:moveTo>
                  <a:pt x="437" y="62"/>
                </a:moveTo>
                <a:cubicBezTo>
                  <a:pt x="437" y="62"/>
                  <a:pt x="428" y="68"/>
                  <a:pt x="424" y="68"/>
                </a:cubicBezTo>
                <a:cubicBezTo>
                  <a:pt x="424" y="68"/>
                  <a:pt x="420" y="68"/>
                  <a:pt x="424" y="71"/>
                </a:cubicBezTo>
                <a:lnTo>
                  <a:pt x="432" y="74"/>
                </a:lnTo>
                <a:cubicBezTo>
                  <a:pt x="432" y="74"/>
                  <a:pt x="436" y="78"/>
                  <a:pt x="438" y="73"/>
                </a:cubicBezTo>
                <a:cubicBezTo>
                  <a:pt x="438" y="73"/>
                  <a:pt x="449" y="59"/>
                  <a:pt x="452" y="59"/>
                </a:cubicBezTo>
                <a:cubicBezTo>
                  <a:pt x="452" y="59"/>
                  <a:pt x="456" y="55"/>
                  <a:pt x="456" y="60"/>
                </a:cubicBezTo>
                <a:cubicBezTo>
                  <a:pt x="456" y="60"/>
                  <a:pt x="456" y="68"/>
                  <a:pt x="456" y="77"/>
                </a:cubicBezTo>
                <a:cubicBezTo>
                  <a:pt x="456" y="77"/>
                  <a:pt x="458" y="86"/>
                  <a:pt x="450" y="85"/>
                </a:cubicBezTo>
                <a:lnTo>
                  <a:pt x="444" y="86"/>
                </a:lnTo>
                <a:lnTo>
                  <a:pt x="451" y="89"/>
                </a:lnTo>
                <a:lnTo>
                  <a:pt x="457" y="91"/>
                </a:lnTo>
                <a:cubicBezTo>
                  <a:pt x="457" y="91"/>
                  <a:pt x="462" y="94"/>
                  <a:pt x="464" y="88"/>
                </a:cubicBezTo>
                <a:cubicBezTo>
                  <a:pt x="464" y="88"/>
                  <a:pt x="465" y="86"/>
                  <a:pt x="463" y="75"/>
                </a:cubicBezTo>
                <a:lnTo>
                  <a:pt x="461" y="54"/>
                </a:lnTo>
                <a:cubicBezTo>
                  <a:pt x="461" y="54"/>
                  <a:pt x="463" y="49"/>
                  <a:pt x="467" y="53"/>
                </a:cubicBezTo>
                <a:lnTo>
                  <a:pt x="467" y="56"/>
                </a:lnTo>
                <a:cubicBezTo>
                  <a:pt x="467" y="56"/>
                  <a:pt x="466" y="60"/>
                  <a:pt x="471" y="56"/>
                </a:cubicBezTo>
                <a:cubicBezTo>
                  <a:pt x="471" y="56"/>
                  <a:pt x="474" y="53"/>
                  <a:pt x="477" y="53"/>
                </a:cubicBezTo>
                <a:cubicBezTo>
                  <a:pt x="477" y="53"/>
                  <a:pt x="480" y="50"/>
                  <a:pt x="476" y="49"/>
                </a:cubicBezTo>
                <a:cubicBezTo>
                  <a:pt x="476" y="49"/>
                  <a:pt x="473" y="45"/>
                  <a:pt x="468" y="46"/>
                </a:cubicBezTo>
                <a:cubicBezTo>
                  <a:pt x="468" y="46"/>
                  <a:pt x="463" y="46"/>
                  <a:pt x="469" y="41"/>
                </a:cubicBezTo>
                <a:lnTo>
                  <a:pt x="473" y="38"/>
                </a:lnTo>
                <a:cubicBezTo>
                  <a:pt x="473" y="38"/>
                  <a:pt x="477" y="35"/>
                  <a:pt x="472" y="33"/>
                </a:cubicBezTo>
                <a:lnTo>
                  <a:pt x="470" y="31"/>
                </a:lnTo>
                <a:cubicBezTo>
                  <a:pt x="470" y="31"/>
                  <a:pt x="467" y="30"/>
                  <a:pt x="473" y="25"/>
                </a:cubicBezTo>
                <a:cubicBezTo>
                  <a:pt x="473" y="25"/>
                  <a:pt x="478" y="20"/>
                  <a:pt x="483" y="19"/>
                </a:cubicBezTo>
                <a:cubicBezTo>
                  <a:pt x="483" y="19"/>
                  <a:pt x="489" y="15"/>
                  <a:pt x="483" y="9"/>
                </a:cubicBezTo>
                <a:cubicBezTo>
                  <a:pt x="483" y="9"/>
                  <a:pt x="478" y="2"/>
                  <a:pt x="472" y="6"/>
                </a:cubicBezTo>
                <a:lnTo>
                  <a:pt x="462" y="11"/>
                </a:lnTo>
                <a:cubicBezTo>
                  <a:pt x="462" y="11"/>
                  <a:pt x="458" y="14"/>
                  <a:pt x="461" y="10"/>
                </a:cubicBezTo>
                <a:cubicBezTo>
                  <a:pt x="461" y="10"/>
                  <a:pt x="463" y="6"/>
                  <a:pt x="460" y="5"/>
                </a:cubicBezTo>
                <a:lnTo>
                  <a:pt x="457" y="3"/>
                </a:lnTo>
                <a:cubicBezTo>
                  <a:pt x="457" y="3"/>
                  <a:pt x="453" y="0"/>
                  <a:pt x="453" y="4"/>
                </a:cubicBezTo>
                <a:cubicBezTo>
                  <a:pt x="453" y="4"/>
                  <a:pt x="451" y="12"/>
                  <a:pt x="447" y="10"/>
                </a:cubicBezTo>
                <a:cubicBezTo>
                  <a:pt x="447" y="10"/>
                  <a:pt x="442" y="8"/>
                  <a:pt x="442" y="11"/>
                </a:cubicBezTo>
                <a:cubicBezTo>
                  <a:pt x="442" y="11"/>
                  <a:pt x="449" y="15"/>
                  <a:pt x="446" y="18"/>
                </a:cubicBezTo>
                <a:cubicBezTo>
                  <a:pt x="446" y="18"/>
                  <a:pt x="441" y="24"/>
                  <a:pt x="439" y="18"/>
                </a:cubicBezTo>
                <a:cubicBezTo>
                  <a:pt x="439" y="18"/>
                  <a:pt x="436" y="11"/>
                  <a:pt x="430" y="9"/>
                </a:cubicBezTo>
                <a:cubicBezTo>
                  <a:pt x="430" y="9"/>
                  <a:pt x="425" y="7"/>
                  <a:pt x="428" y="11"/>
                </a:cubicBezTo>
                <a:cubicBezTo>
                  <a:pt x="428" y="11"/>
                  <a:pt x="434" y="16"/>
                  <a:pt x="435" y="21"/>
                </a:cubicBezTo>
                <a:cubicBezTo>
                  <a:pt x="435" y="21"/>
                  <a:pt x="438" y="27"/>
                  <a:pt x="433" y="23"/>
                </a:cubicBezTo>
                <a:cubicBezTo>
                  <a:pt x="433" y="23"/>
                  <a:pt x="426" y="17"/>
                  <a:pt x="427" y="21"/>
                </a:cubicBezTo>
                <a:cubicBezTo>
                  <a:pt x="427" y="21"/>
                  <a:pt x="433" y="32"/>
                  <a:pt x="436" y="37"/>
                </a:cubicBezTo>
                <a:cubicBezTo>
                  <a:pt x="436" y="37"/>
                  <a:pt x="439" y="42"/>
                  <a:pt x="439" y="36"/>
                </a:cubicBezTo>
                <a:cubicBezTo>
                  <a:pt x="439" y="36"/>
                  <a:pt x="438" y="30"/>
                  <a:pt x="442" y="34"/>
                </a:cubicBezTo>
                <a:cubicBezTo>
                  <a:pt x="442" y="34"/>
                  <a:pt x="445" y="37"/>
                  <a:pt x="447" y="35"/>
                </a:cubicBezTo>
                <a:cubicBezTo>
                  <a:pt x="447" y="35"/>
                  <a:pt x="449" y="31"/>
                  <a:pt x="447" y="31"/>
                </a:cubicBezTo>
                <a:cubicBezTo>
                  <a:pt x="444" y="30"/>
                  <a:pt x="445" y="26"/>
                  <a:pt x="445" y="26"/>
                </a:cubicBezTo>
                <a:cubicBezTo>
                  <a:pt x="445" y="26"/>
                  <a:pt x="443" y="22"/>
                  <a:pt x="445" y="22"/>
                </a:cubicBezTo>
                <a:cubicBezTo>
                  <a:pt x="445" y="22"/>
                  <a:pt x="453" y="17"/>
                  <a:pt x="450" y="22"/>
                </a:cubicBezTo>
                <a:cubicBezTo>
                  <a:pt x="450" y="22"/>
                  <a:pt x="444" y="27"/>
                  <a:pt x="452" y="32"/>
                </a:cubicBezTo>
                <a:cubicBezTo>
                  <a:pt x="452" y="32"/>
                  <a:pt x="460" y="35"/>
                  <a:pt x="463" y="28"/>
                </a:cubicBezTo>
                <a:cubicBezTo>
                  <a:pt x="463" y="28"/>
                  <a:pt x="464" y="23"/>
                  <a:pt x="462" y="21"/>
                </a:cubicBezTo>
                <a:cubicBezTo>
                  <a:pt x="462" y="21"/>
                  <a:pt x="458" y="16"/>
                  <a:pt x="463" y="16"/>
                </a:cubicBezTo>
                <a:lnTo>
                  <a:pt x="468" y="14"/>
                </a:lnTo>
                <a:cubicBezTo>
                  <a:pt x="468" y="14"/>
                  <a:pt x="473" y="12"/>
                  <a:pt x="472" y="16"/>
                </a:cubicBezTo>
                <a:lnTo>
                  <a:pt x="466" y="28"/>
                </a:lnTo>
                <a:cubicBezTo>
                  <a:pt x="466" y="28"/>
                  <a:pt x="463" y="34"/>
                  <a:pt x="460" y="34"/>
                </a:cubicBezTo>
                <a:lnTo>
                  <a:pt x="444" y="43"/>
                </a:lnTo>
                <a:cubicBezTo>
                  <a:pt x="444" y="43"/>
                  <a:pt x="437" y="45"/>
                  <a:pt x="442" y="46"/>
                </a:cubicBezTo>
                <a:cubicBezTo>
                  <a:pt x="442" y="46"/>
                  <a:pt x="447" y="48"/>
                  <a:pt x="450" y="44"/>
                </a:cubicBezTo>
                <a:lnTo>
                  <a:pt x="458" y="40"/>
                </a:lnTo>
                <a:cubicBezTo>
                  <a:pt x="458" y="40"/>
                  <a:pt x="463" y="36"/>
                  <a:pt x="460" y="42"/>
                </a:cubicBezTo>
                <a:cubicBezTo>
                  <a:pt x="460" y="42"/>
                  <a:pt x="460" y="47"/>
                  <a:pt x="453" y="52"/>
                </a:cubicBezTo>
                <a:lnTo>
                  <a:pt x="443" y="59"/>
                </a:lnTo>
                <a:lnTo>
                  <a:pt x="440" y="60"/>
                </a:lnTo>
                <a:lnTo>
                  <a:pt x="437" y="62"/>
                </a:lnTo>
                <a:close/>
                <a:moveTo>
                  <a:pt x="456" y="23"/>
                </a:moveTo>
                <a:cubicBezTo>
                  <a:pt x="457" y="23"/>
                  <a:pt x="458" y="24"/>
                  <a:pt x="458" y="25"/>
                </a:cubicBezTo>
                <a:cubicBezTo>
                  <a:pt x="458" y="27"/>
                  <a:pt x="457" y="28"/>
                  <a:pt x="456" y="28"/>
                </a:cubicBezTo>
                <a:cubicBezTo>
                  <a:pt x="455" y="28"/>
                  <a:pt x="454" y="27"/>
                  <a:pt x="454" y="25"/>
                </a:cubicBezTo>
                <a:cubicBezTo>
                  <a:pt x="454" y="24"/>
                  <a:pt x="455" y="23"/>
                  <a:pt x="456" y="23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19" name="Freeform 6"/>
          <p:cNvSpPr>
            <a:spLocks noGrp="1"/>
          </p:cNvSpPr>
          <p:nvPr/>
        </p:nvSpPr>
        <p:spPr>
          <a:xfrm>
            <a:off x="10465525" y="520851"/>
            <a:ext cx="1549319" cy="49527"/>
          </a:xfrm>
          <a:custGeom>
            <a:avLst/>
            <a:gdLst/>
            <a:ahLst/>
            <a:cxnLst/>
            <a:rect l="l" t="t" r="r" b="b"/>
            <a:pathLst>
              <a:path w="471" h="15">
                <a:moveTo>
                  <a:pt x="0" y="15"/>
                </a:moveTo>
                <a:lnTo>
                  <a:pt x="0" y="0"/>
                </a:lnTo>
                <a:lnTo>
                  <a:pt x="2" y="0"/>
                </a:lnTo>
                <a:lnTo>
                  <a:pt x="2" y="6"/>
                </a:lnTo>
                <a:lnTo>
                  <a:pt x="9" y="6"/>
                </a:lnTo>
                <a:lnTo>
                  <a:pt x="9" y="0"/>
                </a:lnTo>
                <a:lnTo>
                  <a:pt x="10" y="0"/>
                </a:lnTo>
                <a:lnTo>
                  <a:pt x="10" y="15"/>
                </a:lnTo>
                <a:lnTo>
                  <a:pt x="9" y="15"/>
                </a:lnTo>
                <a:lnTo>
                  <a:pt x="9" y="8"/>
                </a:lnTo>
                <a:lnTo>
                  <a:pt x="2" y="8"/>
                </a:lnTo>
                <a:lnTo>
                  <a:pt x="2" y="15"/>
                </a:lnTo>
                <a:lnTo>
                  <a:pt x="0" y="15"/>
                </a:lnTo>
                <a:close/>
              </a:path>
              <a:path w="471" h="15">
                <a:moveTo>
                  <a:pt x="21" y="0"/>
                </a:moveTo>
                <a:lnTo>
                  <a:pt x="22" y="0"/>
                </a:lnTo>
                <a:lnTo>
                  <a:pt x="22" y="9"/>
                </a:lnTo>
                <a:cubicBezTo>
                  <a:pt x="22" y="10"/>
                  <a:pt x="22" y="11"/>
                  <a:pt x="22" y="12"/>
                </a:cubicBezTo>
                <a:cubicBezTo>
                  <a:pt x="22" y="13"/>
                  <a:pt x="21" y="14"/>
                  <a:pt x="20" y="14"/>
                </a:cubicBezTo>
                <a:cubicBezTo>
                  <a:pt x="20" y="15"/>
                  <a:pt x="19" y="15"/>
                  <a:pt x="17" y="15"/>
                </a:cubicBezTo>
                <a:cubicBezTo>
                  <a:pt x="16" y="15"/>
                  <a:pt x="15" y="15"/>
                  <a:pt x="15" y="14"/>
                </a:cubicBezTo>
                <a:cubicBezTo>
                  <a:pt x="14" y="14"/>
                  <a:pt x="13" y="13"/>
                  <a:pt x="13" y="12"/>
                </a:cubicBezTo>
                <a:cubicBezTo>
                  <a:pt x="13" y="11"/>
                  <a:pt x="12" y="10"/>
                  <a:pt x="12" y="9"/>
                </a:cubicBezTo>
                <a:lnTo>
                  <a:pt x="12" y="0"/>
                </a:lnTo>
                <a:lnTo>
                  <a:pt x="14" y="0"/>
                </a:lnTo>
                <a:lnTo>
                  <a:pt x="14" y="9"/>
                </a:lnTo>
                <a:cubicBezTo>
                  <a:pt x="14" y="10"/>
                  <a:pt x="14" y="11"/>
                  <a:pt x="14" y="11"/>
                </a:cubicBezTo>
                <a:cubicBezTo>
                  <a:pt x="15" y="12"/>
                  <a:pt x="15" y="12"/>
                  <a:pt x="15" y="13"/>
                </a:cubicBezTo>
                <a:cubicBezTo>
                  <a:pt x="16" y="13"/>
                  <a:pt x="17" y="13"/>
                  <a:pt x="17" y="13"/>
                </a:cubicBezTo>
                <a:cubicBezTo>
                  <a:pt x="18" y="13"/>
                  <a:pt x="19" y="13"/>
                  <a:pt x="20" y="12"/>
                </a:cubicBezTo>
                <a:cubicBezTo>
                  <a:pt x="20" y="12"/>
                  <a:pt x="21" y="10"/>
                  <a:pt x="21" y="9"/>
                </a:cubicBezTo>
                <a:lnTo>
                  <a:pt x="21" y="0"/>
                </a:lnTo>
                <a:close/>
              </a:path>
              <a:path w="471" h="15">
                <a:moveTo>
                  <a:pt x="23" y="15"/>
                </a:moveTo>
                <a:lnTo>
                  <a:pt x="28" y="0"/>
                </a:lnTo>
                <a:lnTo>
                  <a:pt x="30" y="0"/>
                </a:lnTo>
                <a:lnTo>
                  <a:pt x="35" y="15"/>
                </a:lnTo>
                <a:lnTo>
                  <a:pt x="33" y="15"/>
                </a:lnTo>
                <a:lnTo>
                  <a:pt x="32" y="10"/>
                </a:lnTo>
                <a:lnTo>
                  <a:pt x="26" y="10"/>
                </a:lnTo>
                <a:lnTo>
                  <a:pt x="25" y="15"/>
                </a:lnTo>
                <a:lnTo>
                  <a:pt x="23" y="15"/>
                </a:lnTo>
                <a:close/>
                <a:moveTo>
                  <a:pt x="27" y="9"/>
                </a:moveTo>
                <a:lnTo>
                  <a:pt x="31" y="9"/>
                </a:lnTo>
                <a:lnTo>
                  <a:pt x="30" y="5"/>
                </a:lnTo>
                <a:cubicBezTo>
                  <a:pt x="29" y="4"/>
                  <a:pt x="29" y="3"/>
                  <a:pt x="29" y="2"/>
                </a:cubicBezTo>
                <a:cubicBezTo>
                  <a:pt x="29" y="3"/>
                  <a:pt x="28" y="4"/>
                  <a:pt x="28" y="5"/>
                </a:cubicBezTo>
                <a:lnTo>
                  <a:pt x="27" y="9"/>
                </a:lnTo>
                <a:close/>
              </a:path>
              <a:path w="471" h="15">
                <a:moveTo>
                  <a:pt x="35" y="15"/>
                </a:moveTo>
                <a:lnTo>
                  <a:pt x="35" y="13"/>
                </a:lnTo>
                <a:lnTo>
                  <a:pt x="41" y="4"/>
                </a:lnTo>
                <a:cubicBezTo>
                  <a:pt x="42" y="3"/>
                  <a:pt x="42" y="2"/>
                  <a:pt x="42" y="2"/>
                </a:cubicBezTo>
                <a:lnTo>
                  <a:pt x="35" y="2"/>
                </a:lnTo>
                <a:lnTo>
                  <a:pt x="35" y="0"/>
                </a:lnTo>
                <a:lnTo>
                  <a:pt x="44" y="0"/>
                </a:lnTo>
                <a:lnTo>
                  <a:pt x="44" y="2"/>
                </a:lnTo>
                <a:lnTo>
                  <a:pt x="37" y="12"/>
                </a:lnTo>
                <a:lnTo>
                  <a:pt x="37" y="13"/>
                </a:lnTo>
                <a:lnTo>
                  <a:pt x="45" y="13"/>
                </a:lnTo>
                <a:lnTo>
                  <a:pt x="45" y="15"/>
                </a:lnTo>
                <a:lnTo>
                  <a:pt x="35" y="15"/>
                </a:lnTo>
                <a:close/>
              </a:path>
              <a:path w="471" h="15">
                <a:moveTo>
                  <a:pt x="46" y="15"/>
                </a:moveTo>
                <a:lnTo>
                  <a:pt x="46" y="0"/>
                </a:lnTo>
                <a:lnTo>
                  <a:pt x="48" y="0"/>
                </a:lnTo>
                <a:lnTo>
                  <a:pt x="48" y="6"/>
                </a:lnTo>
                <a:lnTo>
                  <a:pt x="54" y="6"/>
                </a:lnTo>
                <a:lnTo>
                  <a:pt x="54" y="0"/>
                </a:lnTo>
                <a:lnTo>
                  <a:pt x="56" y="0"/>
                </a:lnTo>
                <a:lnTo>
                  <a:pt x="56" y="15"/>
                </a:lnTo>
                <a:lnTo>
                  <a:pt x="54" y="15"/>
                </a:lnTo>
                <a:lnTo>
                  <a:pt x="54" y="8"/>
                </a:lnTo>
                <a:lnTo>
                  <a:pt x="48" y="8"/>
                </a:lnTo>
                <a:lnTo>
                  <a:pt x="48" y="15"/>
                </a:lnTo>
                <a:lnTo>
                  <a:pt x="46" y="15"/>
                </a:lnTo>
                <a:close/>
              </a:path>
              <a:path w="471" h="15">
                <a:moveTo>
                  <a:pt x="58" y="8"/>
                </a:moveTo>
                <a:cubicBezTo>
                  <a:pt x="58" y="5"/>
                  <a:pt x="58" y="3"/>
                  <a:pt x="59" y="2"/>
                </a:cubicBezTo>
                <a:cubicBezTo>
                  <a:pt x="60" y="1"/>
                  <a:pt x="62" y="0"/>
                  <a:pt x="64" y="0"/>
                </a:cubicBezTo>
                <a:cubicBezTo>
                  <a:pt x="65" y="0"/>
                  <a:pt x="66" y="0"/>
                  <a:pt x="67" y="1"/>
                </a:cubicBezTo>
                <a:cubicBezTo>
                  <a:pt x="68" y="2"/>
                  <a:pt x="68" y="3"/>
                  <a:pt x="69" y="4"/>
                </a:cubicBezTo>
                <a:cubicBezTo>
                  <a:pt x="69" y="5"/>
                  <a:pt x="70" y="6"/>
                  <a:pt x="70" y="8"/>
                </a:cubicBezTo>
                <a:cubicBezTo>
                  <a:pt x="70" y="9"/>
                  <a:pt x="69" y="10"/>
                  <a:pt x="69" y="11"/>
                </a:cubicBezTo>
                <a:cubicBezTo>
                  <a:pt x="68" y="13"/>
                  <a:pt x="68" y="13"/>
                  <a:pt x="67" y="14"/>
                </a:cubicBezTo>
                <a:cubicBezTo>
                  <a:pt x="66" y="15"/>
                  <a:pt x="65" y="15"/>
                  <a:pt x="64" y="15"/>
                </a:cubicBezTo>
                <a:cubicBezTo>
                  <a:pt x="62" y="15"/>
                  <a:pt x="61" y="15"/>
                  <a:pt x="60" y="14"/>
                </a:cubicBezTo>
                <a:cubicBezTo>
                  <a:pt x="59" y="13"/>
                  <a:pt x="59" y="12"/>
                  <a:pt x="58" y="11"/>
                </a:cubicBezTo>
                <a:cubicBezTo>
                  <a:pt x="58" y="10"/>
                  <a:pt x="58" y="9"/>
                  <a:pt x="58" y="8"/>
                </a:cubicBezTo>
                <a:close/>
                <a:moveTo>
                  <a:pt x="59" y="8"/>
                </a:moveTo>
                <a:cubicBezTo>
                  <a:pt x="59" y="9"/>
                  <a:pt x="60" y="11"/>
                  <a:pt x="60" y="12"/>
                </a:cubicBezTo>
                <a:cubicBezTo>
                  <a:pt x="61" y="13"/>
                  <a:pt x="62" y="13"/>
                  <a:pt x="64" y="13"/>
                </a:cubicBezTo>
                <a:cubicBezTo>
                  <a:pt x="65" y="13"/>
                  <a:pt x="66" y="13"/>
                  <a:pt x="67" y="12"/>
                </a:cubicBezTo>
                <a:cubicBezTo>
                  <a:pt x="67" y="11"/>
                  <a:pt x="68" y="9"/>
                  <a:pt x="68" y="7"/>
                </a:cubicBezTo>
                <a:cubicBezTo>
                  <a:pt x="68" y="6"/>
                  <a:pt x="68" y="5"/>
                  <a:pt x="67" y="4"/>
                </a:cubicBezTo>
                <a:cubicBezTo>
                  <a:pt x="67" y="4"/>
                  <a:pt x="66" y="3"/>
                  <a:pt x="66" y="2"/>
                </a:cubicBezTo>
                <a:cubicBezTo>
                  <a:pt x="65" y="2"/>
                  <a:pt x="64" y="2"/>
                  <a:pt x="64" y="2"/>
                </a:cubicBezTo>
                <a:cubicBezTo>
                  <a:pt x="62" y="2"/>
                  <a:pt x="61" y="2"/>
                  <a:pt x="61" y="3"/>
                </a:cubicBezTo>
                <a:cubicBezTo>
                  <a:pt x="60" y="4"/>
                  <a:pt x="59" y="6"/>
                  <a:pt x="59" y="8"/>
                </a:cubicBezTo>
                <a:close/>
              </a:path>
              <a:path w="471" h="15">
                <a:moveTo>
                  <a:pt x="71" y="15"/>
                </a:moveTo>
                <a:lnTo>
                  <a:pt x="71" y="0"/>
                </a:lnTo>
                <a:lnTo>
                  <a:pt x="73" y="0"/>
                </a:lnTo>
                <a:lnTo>
                  <a:pt x="79" y="12"/>
                </a:lnTo>
                <a:lnTo>
                  <a:pt x="79" y="0"/>
                </a:lnTo>
                <a:lnTo>
                  <a:pt x="81" y="0"/>
                </a:lnTo>
                <a:lnTo>
                  <a:pt x="81" y="15"/>
                </a:lnTo>
                <a:lnTo>
                  <a:pt x="79" y="15"/>
                </a:lnTo>
                <a:lnTo>
                  <a:pt x="73" y="3"/>
                </a:lnTo>
                <a:lnTo>
                  <a:pt x="73" y="15"/>
                </a:lnTo>
                <a:lnTo>
                  <a:pt x="71" y="15"/>
                </a:lnTo>
                <a:close/>
              </a:path>
              <a:path w="471" h="15">
                <a:moveTo>
                  <a:pt x="89" y="9"/>
                </a:moveTo>
                <a:lnTo>
                  <a:pt x="89" y="7"/>
                </a:lnTo>
                <a:lnTo>
                  <a:pt x="94" y="7"/>
                </a:lnTo>
                <a:lnTo>
                  <a:pt x="94" y="13"/>
                </a:lnTo>
                <a:cubicBezTo>
                  <a:pt x="94" y="13"/>
                  <a:pt x="93" y="14"/>
                  <a:pt x="92" y="14"/>
                </a:cubicBezTo>
                <a:cubicBezTo>
                  <a:pt x="91" y="15"/>
                  <a:pt x="90" y="15"/>
                  <a:pt x="89" y="15"/>
                </a:cubicBezTo>
                <a:cubicBezTo>
                  <a:pt x="88" y="15"/>
                  <a:pt x="87" y="15"/>
                  <a:pt x="86" y="14"/>
                </a:cubicBezTo>
                <a:cubicBezTo>
                  <a:pt x="85" y="13"/>
                  <a:pt x="84" y="13"/>
                  <a:pt x="84" y="11"/>
                </a:cubicBezTo>
                <a:cubicBezTo>
                  <a:pt x="83" y="10"/>
                  <a:pt x="83" y="9"/>
                  <a:pt x="83" y="8"/>
                </a:cubicBezTo>
                <a:cubicBezTo>
                  <a:pt x="83" y="6"/>
                  <a:pt x="83" y="5"/>
                  <a:pt x="84" y="4"/>
                </a:cubicBezTo>
                <a:cubicBezTo>
                  <a:pt x="84" y="2"/>
                  <a:pt x="85" y="2"/>
                  <a:pt x="86" y="1"/>
                </a:cubicBezTo>
                <a:cubicBezTo>
                  <a:pt x="87" y="0"/>
                  <a:pt x="88" y="0"/>
                  <a:pt x="89" y="0"/>
                </a:cubicBezTo>
                <a:cubicBezTo>
                  <a:pt x="90" y="0"/>
                  <a:pt x="91" y="0"/>
                  <a:pt x="92" y="1"/>
                </a:cubicBezTo>
                <a:cubicBezTo>
                  <a:pt x="92" y="1"/>
                  <a:pt x="93" y="1"/>
                  <a:pt x="93" y="2"/>
                </a:cubicBezTo>
                <a:cubicBezTo>
                  <a:pt x="94" y="3"/>
                  <a:pt x="94" y="3"/>
                  <a:pt x="94" y="4"/>
                </a:cubicBezTo>
                <a:lnTo>
                  <a:pt x="93" y="5"/>
                </a:lnTo>
                <a:cubicBezTo>
                  <a:pt x="93" y="4"/>
                  <a:pt x="92" y="3"/>
                  <a:pt x="92" y="3"/>
                </a:cubicBezTo>
                <a:cubicBezTo>
                  <a:pt x="92" y="3"/>
                  <a:pt x="91" y="2"/>
                  <a:pt x="91" y="2"/>
                </a:cubicBezTo>
                <a:cubicBezTo>
                  <a:pt x="90" y="2"/>
                  <a:pt x="90" y="2"/>
                  <a:pt x="89" y="2"/>
                </a:cubicBezTo>
                <a:cubicBezTo>
                  <a:pt x="88" y="2"/>
                  <a:pt x="88" y="2"/>
                  <a:pt x="87" y="2"/>
                </a:cubicBezTo>
                <a:cubicBezTo>
                  <a:pt x="87" y="2"/>
                  <a:pt x="86" y="3"/>
                  <a:pt x="86" y="3"/>
                </a:cubicBezTo>
                <a:cubicBezTo>
                  <a:pt x="86" y="4"/>
                  <a:pt x="85" y="4"/>
                  <a:pt x="85" y="5"/>
                </a:cubicBezTo>
                <a:cubicBezTo>
                  <a:pt x="85" y="5"/>
                  <a:pt x="85" y="6"/>
                  <a:pt x="85" y="7"/>
                </a:cubicBezTo>
                <a:cubicBezTo>
                  <a:pt x="85" y="9"/>
                  <a:pt x="85" y="10"/>
                  <a:pt x="85" y="11"/>
                </a:cubicBezTo>
                <a:cubicBezTo>
                  <a:pt x="86" y="12"/>
                  <a:pt x="86" y="12"/>
                  <a:pt x="87" y="13"/>
                </a:cubicBezTo>
                <a:cubicBezTo>
                  <a:pt x="88" y="13"/>
                  <a:pt x="88" y="13"/>
                  <a:pt x="89" y="13"/>
                </a:cubicBezTo>
                <a:cubicBezTo>
                  <a:pt x="90" y="13"/>
                  <a:pt x="91" y="13"/>
                  <a:pt x="91" y="13"/>
                </a:cubicBezTo>
                <a:cubicBezTo>
                  <a:pt x="92" y="12"/>
                  <a:pt x="92" y="12"/>
                  <a:pt x="93" y="12"/>
                </a:cubicBezTo>
                <a:lnTo>
                  <a:pt x="93" y="9"/>
                </a:lnTo>
                <a:lnTo>
                  <a:pt x="89" y="9"/>
                </a:lnTo>
                <a:close/>
              </a:path>
              <a:path w="471" h="15">
                <a:moveTo>
                  <a:pt x="110" y="0"/>
                </a:moveTo>
                <a:lnTo>
                  <a:pt x="112" y="0"/>
                </a:lnTo>
                <a:lnTo>
                  <a:pt x="112" y="9"/>
                </a:lnTo>
                <a:cubicBezTo>
                  <a:pt x="112" y="10"/>
                  <a:pt x="111" y="11"/>
                  <a:pt x="111" y="12"/>
                </a:cubicBezTo>
                <a:cubicBezTo>
                  <a:pt x="111" y="13"/>
                  <a:pt x="110" y="14"/>
                  <a:pt x="110" y="14"/>
                </a:cubicBezTo>
                <a:cubicBezTo>
                  <a:pt x="109" y="15"/>
                  <a:pt x="108" y="15"/>
                  <a:pt x="107" y="15"/>
                </a:cubicBezTo>
                <a:cubicBezTo>
                  <a:pt x="106" y="15"/>
                  <a:pt x="105" y="15"/>
                  <a:pt x="104" y="14"/>
                </a:cubicBezTo>
                <a:cubicBezTo>
                  <a:pt x="103" y="14"/>
                  <a:pt x="103" y="13"/>
                  <a:pt x="102" y="12"/>
                </a:cubicBezTo>
                <a:cubicBezTo>
                  <a:pt x="102" y="11"/>
                  <a:pt x="102" y="10"/>
                  <a:pt x="102" y="9"/>
                </a:cubicBezTo>
                <a:lnTo>
                  <a:pt x="102" y="0"/>
                </a:lnTo>
                <a:lnTo>
                  <a:pt x="103" y="0"/>
                </a:lnTo>
                <a:lnTo>
                  <a:pt x="103" y="9"/>
                </a:lnTo>
                <a:cubicBezTo>
                  <a:pt x="103" y="10"/>
                  <a:pt x="104" y="11"/>
                  <a:pt x="104" y="11"/>
                </a:cubicBezTo>
                <a:cubicBezTo>
                  <a:pt x="104" y="12"/>
                  <a:pt x="104" y="12"/>
                  <a:pt x="105" y="13"/>
                </a:cubicBezTo>
                <a:cubicBezTo>
                  <a:pt x="105" y="13"/>
                  <a:pt x="106" y="13"/>
                  <a:pt x="107" y="13"/>
                </a:cubicBezTo>
                <a:cubicBezTo>
                  <a:pt x="108" y="13"/>
                  <a:pt x="109" y="13"/>
                  <a:pt x="109" y="12"/>
                </a:cubicBezTo>
                <a:cubicBezTo>
                  <a:pt x="110" y="12"/>
                  <a:pt x="110" y="10"/>
                  <a:pt x="110" y="9"/>
                </a:cubicBezTo>
                <a:lnTo>
                  <a:pt x="110" y="0"/>
                </a:lnTo>
                <a:close/>
              </a:path>
              <a:path w="471" h="15">
                <a:moveTo>
                  <a:pt x="114" y="15"/>
                </a:moveTo>
                <a:lnTo>
                  <a:pt x="114" y="0"/>
                </a:lnTo>
                <a:lnTo>
                  <a:pt x="116" y="0"/>
                </a:lnTo>
                <a:lnTo>
                  <a:pt x="122" y="12"/>
                </a:lnTo>
                <a:lnTo>
                  <a:pt x="122" y="0"/>
                </a:lnTo>
                <a:lnTo>
                  <a:pt x="124" y="0"/>
                </a:lnTo>
                <a:lnTo>
                  <a:pt x="124" y="15"/>
                </a:lnTo>
                <a:lnTo>
                  <a:pt x="122" y="15"/>
                </a:lnTo>
                <a:lnTo>
                  <a:pt x="115" y="3"/>
                </a:lnTo>
                <a:lnTo>
                  <a:pt x="115" y="15"/>
                </a:lnTo>
                <a:lnTo>
                  <a:pt x="114" y="15"/>
                </a:lnTo>
                <a:close/>
              </a:path>
              <a:path w="471" h="15">
                <a:moveTo>
                  <a:pt x="126" y="15"/>
                </a:moveTo>
                <a:lnTo>
                  <a:pt x="126" y="0"/>
                </a:lnTo>
                <a:lnTo>
                  <a:pt x="128" y="0"/>
                </a:lnTo>
                <a:lnTo>
                  <a:pt x="128" y="15"/>
                </a:lnTo>
                <a:lnTo>
                  <a:pt x="126" y="15"/>
                </a:lnTo>
                <a:close/>
              </a:path>
              <a:path w="471" h="15">
                <a:moveTo>
                  <a:pt x="134" y="15"/>
                </a:moveTo>
                <a:lnTo>
                  <a:pt x="129" y="0"/>
                </a:lnTo>
                <a:lnTo>
                  <a:pt x="131" y="0"/>
                </a:lnTo>
                <a:lnTo>
                  <a:pt x="134" y="11"/>
                </a:lnTo>
                <a:cubicBezTo>
                  <a:pt x="134" y="12"/>
                  <a:pt x="135" y="12"/>
                  <a:pt x="135" y="13"/>
                </a:cubicBezTo>
                <a:cubicBezTo>
                  <a:pt x="135" y="12"/>
                  <a:pt x="135" y="12"/>
                  <a:pt x="135" y="11"/>
                </a:cubicBezTo>
                <a:lnTo>
                  <a:pt x="139" y="0"/>
                </a:lnTo>
                <a:lnTo>
                  <a:pt x="141" y="0"/>
                </a:lnTo>
                <a:lnTo>
                  <a:pt x="136" y="15"/>
                </a:lnTo>
                <a:lnTo>
                  <a:pt x="134" y="15"/>
                </a:lnTo>
                <a:close/>
              </a:path>
              <a:path w="471" h="15">
                <a:moveTo>
                  <a:pt x="142" y="15"/>
                </a:moveTo>
                <a:lnTo>
                  <a:pt x="142" y="0"/>
                </a:lnTo>
                <a:lnTo>
                  <a:pt x="151" y="0"/>
                </a:lnTo>
                <a:lnTo>
                  <a:pt x="151" y="2"/>
                </a:lnTo>
                <a:lnTo>
                  <a:pt x="143" y="2"/>
                </a:lnTo>
                <a:lnTo>
                  <a:pt x="143" y="6"/>
                </a:lnTo>
                <a:lnTo>
                  <a:pt x="150" y="6"/>
                </a:lnTo>
                <a:lnTo>
                  <a:pt x="150" y="8"/>
                </a:lnTo>
                <a:lnTo>
                  <a:pt x="143" y="8"/>
                </a:lnTo>
                <a:lnTo>
                  <a:pt x="143" y="13"/>
                </a:lnTo>
                <a:lnTo>
                  <a:pt x="151" y="13"/>
                </a:lnTo>
                <a:lnTo>
                  <a:pt x="151" y="15"/>
                </a:lnTo>
                <a:lnTo>
                  <a:pt x="142" y="15"/>
                </a:lnTo>
                <a:close/>
              </a:path>
              <a:path w="471" h="15">
                <a:moveTo>
                  <a:pt x="153" y="15"/>
                </a:moveTo>
                <a:lnTo>
                  <a:pt x="153" y="0"/>
                </a:lnTo>
                <a:lnTo>
                  <a:pt x="158" y="0"/>
                </a:lnTo>
                <a:cubicBezTo>
                  <a:pt x="159" y="0"/>
                  <a:pt x="160" y="0"/>
                  <a:pt x="161" y="1"/>
                </a:cubicBezTo>
                <a:cubicBezTo>
                  <a:pt x="161" y="1"/>
                  <a:pt x="162" y="1"/>
                  <a:pt x="162" y="2"/>
                </a:cubicBezTo>
                <a:cubicBezTo>
                  <a:pt x="163" y="3"/>
                  <a:pt x="163" y="3"/>
                  <a:pt x="163" y="4"/>
                </a:cubicBezTo>
                <a:cubicBezTo>
                  <a:pt x="163" y="5"/>
                  <a:pt x="162" y="6"/>
                  <a:pt x="162" y="7"/>
                </a:cubicBezTo>
                <a:cubicBezTo>
                  <a:pt x="161" y="7"/>
                  <a:pt x="160" y="8"/>
                  <a:pt x="159" y="8"/>
                </a:cubicBezTo>
                <a:cubicBezTo>
                  <a:pt x="160" y="8"/>
                  <a:pt x="160" y="9"/>
                  <a:pt x="160" y="9"/>
                </a:cubicBezTo>
                <a:cubicBezTo>
                  <a:pt x="161" y="9"/>
                  <a:pt x="161" y="10"/>
                  <a:pt x="162" y="11"/>
                </a:cubicBezTo>
                <a:lnTo>
                  <a:pt x="164" y="15"/>
                </a:lnTo>
                <a:lnTo>
                  <a:pt x="162" y="15"/>
                </a:lnTo>
                <a:lnTo>
                  <a:pt x="160" y="12"/>
                </a:lnTo>
                <a:cubicBezTo>
                  <a:pt x="160" y="11"/>
                  <a:pt x="159" y="10"/>
                  <a:pt x="159" y="10"/>
                </a:cubicBezTo>
                <a:cubicBezTo>
                  <a:pt x="159" y="9"/>
                  <a:pt x="158" y="9"/>
                  <a:pt x="158" y="9"/>
                </a:cubicBezTo>
                <a:cubicBezTo>
                  <a:pt x="158" y="9"/>
                  <a:pt x="158" y="8"/>
                  <a:pt x="157" y="8"/>
                </a:cubicBezTo>
                <a:cubicBezTo>
                  <a:pt x="157" y="8"/>
                  <a:pt x="157" y="8"/>
                  <a:pt x="156" y="8"/>
                </a:cubicBezTo>
                <a:lnTo>
                  <a:pt x="154" y="8"/>
                </a:lnTo>
                <a:lnTo>
                  <a:pt x="154" y="15"/>
                </a:lnTo>
                <a:lnTo>
                  <a:pt x="153" y="15"/>
                </a:lnTo>
                <a:close/>
                <a:moveTo>
                  <a:pt x="154" y="7"/>
                </a:moveTo>
                <a:lnTo>
                  <a:pt x="158" y="7"/>
                </a:lnTo>
                <a:cubicBezTo>
                  <a:pt x="159" y="7"/>
                  <a:pt x="159" y="7"/>
                  <a:pt x="160" y="6"/>
                </a:cubicBezTo>
                <a:cubicBezTo>
                  <a:pt x="160" y="6"/>
                  <a:pt x="160" y="6"/>
                  <a:pt x="161" y="6"/>
                </a:cubicBezTo>
                <a:cubicBezTo>
                  <a:pt x="161" y="5"/>
                  <a:pt x="161" y="5"/>
                  <a:pt x="161" y="4"/>
                </a:cubicBezTo>
                <a:cubicBezTo>
                  <a:pt x="161" y="4"/>
                  <a:pt x="161" y="3"/>
                  <a:pt x="160" y="3"/>
                </a:cubicBezTo>
                <a:cubicBezTo>
                  <a:pt x="160" y="2"/>
                  <a:pt x="159" y="2"/>
                  <a:pt x="158" y="2"/>
                </a:cubicBezTo>
                <a:lnTo>
                  <a:pt x="154" y="2"/>
                </a:lnTo>
                <a:lnTo>
                  <a:pt x="154" y="7"/>
                </a:lnTo>
                <a:close/>
              </a:path>
              <a:path w="471" h="15">
                <a:moveTo>
                  <a:pt x="164" y="10"/>
                </a:moveTo>
                <a:lnTo>
                  <a:pt x="166" y="10"/>
                </a:lnTo>
                <a:cubicBezTo>
                  <a:pt x="166" y="11"/>
                  <a:pt x="166" y="11"/>
                  <a:pt x="166" y="12"/>
                </a:cubicBezTo>
                <a:cubicBezTo>
                  <a:pt x="167" y="12"/>
                  <a:pt x="167" y="13"/>
                  <a:pt x="168" y="13"/>
                </a:cubicBezTo>
                <a:cubicBezTo>
                  <a:pt x="168" y="13"/>
                  <a:pt x="169" y="13"/>
                  <a:pt x="170" y="13"/>
                </a:cubicBezTo>
                <a:cubicBezTo>
                  <a:pt x="170" y="13"/>
                  <a:pt x="171" y="13"/>
                  <a:pt x="171" y="13"/>
                </a:cubicBezTo>
                <a:cubicBezTo>
                  <a:pt x="172" y="13"/>
                  <a:pt x="172" y="12"/>
                  <a:pt x="172" y="12"/>
                </a:cubicBezTo>
                <a:cubicBezTo>
                  <a:pt x="173" y="12"/>
                  <a:pt x="173" y="11"/>
                  <a:pt x="173" y="11"/>
                </a:cubicBezTo>
                <a:cubicBezTo>
                  <a:pt x="173" y="10"/>
                  <a:pt x="173" y="10"/>
                  <a:pt x="172" y="10"/>
                </a:cubicBezTo>
                <a:cubicBezTo>
                  <a:pt x="172" y="9"/>
                  <a:pt x="172" y="9"/>
                  <a:pt x="171" y="9"/>
                </a:cubicBezTo>
                <a:cubicBezTo>
                  <a:pt x="171" y="9"/>
                  <a:pt x="170" y="8"/>
                  <a:pt x="169" y="8"/>
                </a:cubicBezTo>
                <a:cubicBezTo>
                  <a:pt x="168" y="8"/>
                  <a:pt x="167" y="7"/>
                  <a:pt x="167" y="7"/>
                </a:cubicBezTo>
                <a:cubicBezTo>
                  <a:pt x="166" y="7"/>
                  <a:pt x="166" y="6"/>
                  <a:pt x="165" y="6"/>
                </a:cubicBezTo>
                <a:cubicBezTo>
                  <a:pt x="165" y="5"/>
                  <a:pt x="165" y="5"/>
                  <a:pt x="165" y="4"/>
                </a:cubicBezTo>
                <a:cubicBezTo>
                  <a:pt x="165" y="3"/>
                  <a:pt x="165" y="3"/>
                  <a:pt x="165" y="2"/>
                </a:cubicBezTo>
                <a:cubicBezTo>
                  <a:pt x="166" y="1"/>
                  <a:pt x="166" y="1"/>
                  <a:pt x="167" y="1"/>
                </a:cubicBezTo>
                <a:cubicBezTo>
                  <a:pt x="168" y="0"/>
                  <a:pt x="168" y="0"/>
                  <a:pt x="169" y="0"/>
                </a:cubicBezTo>
                <a:cubicBezTo>
                  <a:pt x="170" y="0"/>
                  <a:pt x="171" y="0"/>
                  <a:pt x="172" y="1"/>
                </a:cubicBezTo>
                <a:cubicBezTo>
                  <a:pt x="172" y="1"/>
                  <a:pt x="173" y="1"/>
                  <a:pt x="173" y="2"/>
                </a:cubicBezTo>
                <a:cubicBezTo>
                  <a:pt x="174" y="3"/>
                  <a:pt x="174" y="3"/>
                  <a:pt x="174" y="4"/>
                </a:cubicBezTo>
                <a:lnTo>
                  <a:pt x="172" y="4"/>
                </a:lnTo>
                <a:cubicBezTo>
                  <a:pt x="172" y="4"/>
                  <a:pt x="172" y="3"/>
                  <a:pt x="171" y="2"/>
                </a:cubicBezTo>
                <a:cubicBezTo>
                  <a:pt x="171" y="2"/>
                  <a:pt x="170" y="2"/>
                  <a:pt x="169" y="2"/>
                </a:cubicBezTo>
                <a:cubicBezTo>
                  <a:pt x="168" y="2"/>
                  <a:pt x="168" y="2"/>
                  <a:pt x="167" y="2"/>
                </a:cubicBezTo>
                <a:cubicBezTo>
                  <a:pt x="167" y="3"/>
                  <a:pt x="166" y="3"/>
                  <a:pt x="166" y="4"/>
                </a:cubicBezTo>
                <a:cubicBezTo>
                  <a:pt x="166" y="4"/>
                  <a:pt x="167" y="5"/>
                  <a:pt x="167" y="5"/>
                </a:cubicBezTo>
                <a:cubicBezTo>
                  <a:pt x="167" y="5"/>
                  <a:pt x="168" y="6"/>
                  <a:pt x="169" y="6"/>
                </a:cubicBezTo>
                <a:cubicBezTo>
                  <a:pt x="171" y="7"/>
                  <a:pt x="172" y="7"/>
                  <a:pt x="172" y="7"/>
                </a:cubicBezTo>
                <a:cubicBezTo>
                  <a:pt x="173" y="7"/>
                  <a:pt x="173" y="8"/>
                  <a:pt x="174" y="9"/>
                </a:cubicBezTo>
                <a:cubicBezTo>
                  <a:pt x="174" y="9"/>
                  <a:pt x="174" y="10"/>
                  <a:pt x="174" y="11"/>
                </a:cubicBezTo>
                <a:cubicBezTo>
                  <a:pt x="174" y="11"/>
                  <a:pt x="174" y="12"/>
                  <a:pt x="174" y="13"/>
                </a:cubicBezTo>
                <a:cubicBezTo>
                  <a:pt x="173" y="13"/>
                  <a:pt x="173" y="14"/>
                  <a:pt x="172" y="14"/>
                </a:cubicBezTo>
                <a:cubicBezTo>
                  <a:pt x="171" y="15"/>
                  <a:pt x="171" y="15"/>
                  <a:pt x="170" y="15"/>
                </a:cubicBezTo>
                <a:cubicBezTo>
                  <a:pt x="169" y="15"/>
                  <a:pt x="168" y="15"/>
                  <a:pt x="167" y="14"/>
                </a:cubicBezTo>
                <a:cubicBezTo>
                  <a:pt x="166" y="14"/>
                  <a:pt x="165" y="13"/>
                  <a:pt x="165" y="13"/>
                </a:cubicBezTo>
                <a:cubicBezTo>
                  <a:pt x="165" y="12"/>
                  <a:pt x="164" y="11"/>
                  <a:pt x="164" y="10"/>
                </a:cubicBezTo>
                <a:close/>
              </a:path>
              <a:path w="471" h="15">
                <a:moveTo>
                  <a:pt x="176" y="15"/>
                </a:moveTo>
                <a:lnTo>
                  <a:pt x="176" y="0"/>
                </a:lnTo>
                <a:lnTo>
                  <a:pt x="178" y="0"/>
                </a:lnTo>
                <a:lnTo>
                  <a:pt x="178" y="15"/>
                </a:lnTo>
                <a:lnTo>
                  <a:pt x="176" y="15"/>
                </a:lnTo>
                <a:close/>
              </a:path>
              <a:path w="471" h="15">
                <a:moveTo>
                  <a:pt x="184" y="15"/>
                </a:moveTo>
                <a:lnTo>
                  <a:pt x="184" y="2"/>
                </a:lnTo>
                <a:lnTo>
                  <a:pt x="179" y="2"/>
                </a:lnTo>
                <a:lnTo>
                  <a:pt x="179" y="0"/>
                </a:lnTo>
                <a:lnTo>
                  <a:pt x="189" y="0"/>
                </a:lnTo>
                <a:lnTo>
                  <a:pt x="189" y="2"/>
                </a:lnTo>
                <a:lnTo>
                  <a:pt x="185" y="2"/>
                </a:lnTo>
                <a:lnTo>
                  <a:pt x="185" y="15"/>
                </a:lnTo>
                <a:lnTo>
                  <a:pt x="184" y="15"/>
                </a:lnTo>
                <a:close/>
              </a:path>
              <a:path w="471" h="15">
                <a:moveTo>
                  <a:pt x="194" y="15"/>
                </a:moveTo>
                <a:lnTo>
                  <a:pt x="194" y="9"/>
                </a:lnTo>
                <a:lnTo>
                  <a:pt x="189" y="0"/>
                </a:lnTo>
                <a:lnTo>
                  <a:pt x="191" y="0"/>
                </a:lnTo>
                <a:lnTo>
                  <a:pt x="194" y="5"/>
                </a:lnTo>
                <a:cubicBezTo>
                  <a:pt x="194" y="5"/>
                  <a:pt x="195" y="6"/>
                  <a:pt x="195" y="7"/>
                </a:cubicBezTo>
                <a:cubicBezTo>
                  <a:pt x="195" y="6"/>
                  <a:pt x="196" y="5"/>
                  <a:pt x="196" y="5"/>
                </a:cubicBezTo>
                <a:lnTo>
                  <a:pt x="199" y="0"/>
                </a:lnTo>
                <a:lnTo>
                  <a:pt x="201" y="0"/>
                </a:lnTo>
                <a:lnTo>
                  <a:pt x="196" y="9"/>
                </a:lnTo>
                <a:lnTo>
                  <a:pt x="196" y="15"/>
                </a:lnTo>
                <a:lnTo>
                  <a:pt x="194" y="15"/>
                </a:lnTo>
                <a:close/>
              </a:path>
              <a:path w="471" h="15">
                <a:moveTo>
                  <a:pt x="206" y="8"/>
                </a:moveTo>
                <a:cubicBezTo>
                  <a:pt x="206" y="5"/>
                  <a:pt x="207" y="3"/>
                  <a:pt x="208" y="2"/>
                </a:cubicBezTo>
                <a:cubicBezTo>
                  <a:pt x="209" y="1"/>
                  <a:pt x="211" y="0"/>
                  <a:pt x="212" y="0"/>
                </a:cubicBezTo>
                <a:cubicBezTo>
                  <a:pt x="213" y="0"/>
                  <a:pt x="214" y="0"/>
                  <a:pt x="215" y="1"/>
                </a:cubicBezTo>
                <a:cubicBezTo>
                  <a:pt x="216" y="2"/>
                  <a:pt x="217" y="3"/>
                  <a:pt x="218" y="4"/>
                </a:cubicBezTo>
                <a:cubicBezTo>
                  <a:pt x="218" y="5"/>
                  <a:pt x="218" y="6"/>
                  <a:pt x="218" y="8"/>
                </a:cubicBezTo>
                <a:cubicBezTo>
                  <a:pt x="218" y="9"/>
                  <a:pt x="218" y="10"/>
                  <a:pt x="217" y="11"/>
                </a:cubicBezTo>
                <a:cubicBezTo>
                  <a:pt x="217" y="13"/>
                  <a:pt x="216" y="13"/>
                  <a:pt x="215" y="14"/>
                </a:cubicBezTo>
                <a:cubicBezTo>
                  <a:pt x="214" y="15"/>
                  <a:pt x="213" y="15"/>
                  <a:pt x="212" y="15"/>
                </a:cubicBezTo>
                <a:cubicBezTo>
                  <a:pt x="211" y="15"/>
                  <a:pt x="210" y="15"/>
                  <a:pt x="209" y="14"/>
                </a:cubicBezTo>
                <a:cubicBezTo>
                  <a:pt x="208" y="13"/>
                  <a:pt x="207" y="12"/>
                  <a:pt x="207" y="11"/>
                </a:cubicBezTo>
                <a:cubicBezTo>
                  <a:pt x="207" y="10"/>
                  <a:pt x="206" y="9"/>
                  <a:pt x="206" y="8"/>
                </a:cubicBezTo>
                <a:close/>
                <a:moveTo>
                  <a:pt x="208" y="8"/>
                </a:moveTo>
                <a:cubicBezTo>
                  <a:pt x="208" y="9"/>
                  <a:pt x="208" y="11"/>
                  <a:pt x="209" y="12"/>
                </a:cubicBezTo>
                <a:cubicBezTo>
                  <a:pt x="210" y="13"/>
                  <a:pt x="211" y="13"/>
                  <a:pt x="212" y="13"/>
                </a:cubicBezTo>
                <a:cubicBezTo>
                  <a:pt x="214" y="13"/>
                  <a:pt x="215" y="13"/>
                  <a:pt x="215" y="12"/>
                </a:cubicBezTo>
                <a:cubicBezTo>
                  <a:pt x="216" y="11"/>
                  <a:pt x="217" y="9"/>
                  <a:pt x="217" y="7"/>
                </a:cubicBezTo>
                <a:cubicBezTo>
                  <a:pt x="217" y="6"/>
                  <a:pt x="216" y="5"/>
                  <a:pt x="216" y="4"/>
                </a:cubicBezTo>
                <a:cubicBezTo>
                  <a:pt x="216" y="4"/>
                  <a:pt x="215" y="3"/>
                  <a:pt x="215" y="2"/>
                </a:cubicBezTo>
                <a:cubicBezTo>
                  <a:pt x="214" y="2"/>
                  <a:pt x="213" y="2"/>
                  <a:pt x="212" y="2"/>
                </a:cubicBezTo>
                <a:cubicBezTo>
                  <a:pt x="211" y="2"/>
                  <a:pt x="210" y="2"/>
                  <a:pt x="209" y="3"/>
                </a:cubicBezTo>
                <a:cubicBezTo>
                  <a:pt x="208" y="4"/>
                  <a:pt x="208" y="6"/>
                  <a:pt x="208" y="8"/>
                </a:cubicBezTo>
                <a:close/>
              </a:path>
              <a:path w="471" h="15">
                <a:moveTo>
                  <a:pt x="220" y="15"/>
                </a:moveTo>
                <a:lnTo>
                  <a:pt x="220" y="0"/>
                </a:lnTo>
                <a:lnTo>
                  <a:pt x="228" y="0"/>
                </a:lnTo>
                <a:lnTo>
                  <a:pt x="228" y="2"/>
                </a:lnTo>
                <a:lnTo>
                  <a:pt x="222" y="2"/>
                </a:lnTo>
                <a:lnTo>
                  <a:pt x="222" y="6"/>
                </a:lnTo>
                <a:lnTo>
                  <a:pt x="228" y="6"/>
                </a:lnTo>
                <a:lnTo>
                  <a:pt x="228" y="8"/>
                </a:lnTo>
                <a:lnTo>
                  <a:pt x="222" y="8"/>
                </a:lnTo>
                <a:lnTo>
                  <a:pt x="222" y="15"/>
                </a:lnTo>
                <a:lnTo>
                  <a:pt x="220" y="15"/>
                </a:lnTo>
                <a:close/>
              </a:path>
              <a:path w="471" h="15">
                <a:moveTo>
                  <a:pt x="235" y="10"/>
                </a:moveTo>
                <a:lnTo>
                  <a:pt x="236" y="10"/>
                </a:lnTo>
                <a:cubicBezTo>
                  <a:pt x="237" y="11"/>
                  <a:pt x="237" y="11"/>
                  <a:pt x="237" y="12"/>
                </a:cubicBezTo>
                <a:cubicBezTo>
                  <a:pt x="237" y="12"/>
                  <a:pt x="238" y="13"/>
                  <a:pt x="238" y="13"/>
                </a:cubicBezTo>
                <a:cubicBezTo>
                  <a:pt x="239" y="13"/>
                  <a:pt x="239" y="13"/>
                  <a:pt x="240" y="13"/>
                </a:cubicBezTo>
                <a:cubicBezTo>
                  <a:pt x="241" y="13"/>
                  <a:pt x="241" y="13"/>
                  <a:pt x="242" y="13"/>
                </a:cubicBezTo>
                <a:cubicBezTo>
                  <a:pt x="242" y="13"/>
                  <a:pt x="243" y="12"/>
                  <a:pt x="243" y="12"/>
                </a:cubicBezTo>
                <a:cubicBezTo>
                  <a:pt x="243" y="12"/>
                  <a:pt x="243" y="11"/>
                  <a:pt x="243" y="11"/>
                </a:cubicBezTo>
                <a:cubicBezTo>
                  <a:pt x="243" y="10"/>
                  <a:pt x="243" y="10"/>
                  <a:pt x="243" y="10"/>
                </a:cubicBezTo>
                <a:cubicBezTo>
                  <a:pt x="243" y="9"/>
                  <a:pt x="242" y="9"/>
                  <a:pt x="242" y="9"/>
                </a:cubicBezTo>
                <a:cubicBezTo>
                  <a:pt x="241" y="9"/>
                  <a:pt x="241" y="8"/>
                  <a:pt x="240" y="8"/>
                </a:cubicBezTo>
                <a:cubicBezTo>
                  <a:pt x="238" y="8"/>
                  <a:pt x="238" y="7"/>
                  <a:pt x="237" y="7"/>
                </a:cubicBezTo>
                <a:cubicBezTo>
                  <a:pt x="237" y="7"/>
                  <a:pt x="236" y="6"/>
                  <a:pt x="236" y="6"/>
                </a:cubicBezTo>
                <a:cubicBezTo>
                  <a:pt x="235" y="5"/>
                  <a:pt x="235" y="5"/>
                  <a:pt x="235" y="4"/>
                </a:cubicBezTo>
                <a:cubicBezTo>
                  <a:pt x="235" y="3"/>
                  <a:pt x="236" y="3"/>
                  <a:pt x="236" y="2"/>
                </a:cubicBezTo>
                <a:cubicBezTo>
                  <a:pt x="236" y="1"/>
                  <a:pt x="237" y="1"/>
                  <a:pt x="237" y="1"/>
                </a:cubicBezTo>
                <a:cubicBezTo>
                  <a:pt x="238" y="0"/>
                  <a:pt x="239" y="0"/>
                  <a:pt x="240" y="0"/>
                </a:cubicBezTo>
                <a:cubicBezTo>
                  <a:pt x="241" y="0"/>
                  <a:pt x="241" y="0"/>
                  <a:pt x="242" y="1"/>
                </a:cubicBezTo>
                <a:cubicBezTo>
                  <a:pt x="243" y="1"/>
                  <a:pt x="243" y="1"/>
                  <a:pt x="244" y="2"/>
                </a:cubicBezTo>
                <a:cubicBezTo>
                  <a:pt x="244" y="3"/>
                  <a:pt x="244" y="3"/>
                  <a:pt x="244" y="4"/>
                </a:cubicBezTo>
                <a:lnTo>
                  <a:pt x="243" y="4"/>
                </a:lnTo>
                <a:cubicBezTo>
                  <a:pt x="243" y="4"/>
                  <a:pt x="242" y="3"/>
                  <a:pt x="242" y="2"/>
                </a:cubicBezTo>
                <a:cubicBezTo>
                  <a:pt x="242" y="2"/>
                  <a:pt x="241" y="2"/>
                  <a:pt x="240" y="2"/>
                </a:cubicBezTo>
                <a:cubicBezTo>
                  <a:pt x="239" y="2"/>
                  <a:pt x="238" y="2"/>
                  <a:pt x="238" y="2"/>
                </a:cubicBezTo>
                <a:cubicBezTo>
                  <a:pt x="237" y="3"/>
                  <a:pt x="237" y="3"/>
                  <a:pt x="237" y="4"/>
                </a:cubicBezTo>
                <a:cubicBezTo>
                  <a:pt x="237" y="4"/>
                  <a:pt x="237" y="5"/>
                  <a:pt x="237" y="5"/>
                </a:cubicBezTo>
                <a:cubicBezTo>
                  <a:pt x="238" y="5"/>
                  <a:pt x="239" y="6"/>
                  <a:pt x="240" y="6"/>
                </a:cubicBezTo>
                <a:cubicBezTo>
                  <a:pt x="241" y="7"/>
                  <a:pt x="242" y="7"/>
                  <a:pt x="243" y="7"/>
                </a:cubicBezTo>
                <a:cubicBezTo>
                  <a:pt x="243" y="7"/>
                  <a:pt x="244" y="8"/>
                  <a:pt x="244" y="9"/>
                </a:cubicBezTo>
                <a:cubicBezTo>
                  <a:pt x="245" y="9"/>
                  <a:pt x="245" y="10"/>
                  <a:pt x="245" y="11"/>
                </a:cubicBezTo>
                <a:cubicBezTo>
                  <a:pt x="245" y="11"/>
                  <a:pt x="245" y="12"/>
                  <a:pt x="244" y="13"/>
                </a:cubicBezTo>
                <a:cubicBezTo>
                  <a:pt x="244" y="13"/>
                  <a:pt x="243" y="14"/>
                  <a:pt x="243" y="14"/>
                </a:cubicBezTo>
                <a:cubicBezTo>
                  <a:pt x="242" y="15"/>
                  <a:pt x="241" y="15"/>
                  <a:pt x="240" y="15"/>
                </a:cubicBezTo>
                <a:cubicBezTo>
                  <a:pt x="239" y="15"/>
                  <a:pt x="238" y="15"/>
                  <a:pt x="237" y="14"/>
                </a:cubicBezTo>
                <a:cubicBezTo>
                  <a:pt x="237" y="14"/>
                  <a:pt x="236" y="13"/>
                  <a:pt x="236" y="13"/>
                </a:cubicBezTo>
                <a:cubicBezTo>
                  <a:pt x="235" y="12"/>
                  <a:pt x="235" y="11"/>
                  <a:pt x="235" y="10"/>
                </a:cubicBezTo>
                <a:close/>
              </a:path>
              <a:path w="471" h="15">
                <a:moveTo>
                  <a:pt x="256" y="10"/>
                </a:moveTo>
                <a:lnTo>
                  <a:pt x="257" y="10"/>
                </a:lnTo>
                <a:cubicBezTo>
                  <a:pt x="257" y="12"/>
                  <a:pt x="256" y="13"/>
                  <a:pt x="255" y="14"/>
                </a:cubicBezTo>
                <a:cubicBezTo>
                  <a:pt x="254" y="15"/>
                  <a:pt x="253" y="15"/>
                  <a:pt x="252" y="15"/>
                </a:cubicBezTo>
                <a:cubicBezTo>
                  <a:pt x="251" y="15"/>
                  <a:pt x="250" y="15"/>
                  <a:pt x="249" y="14"/>
                </a:cubicBezTo>
                <a:cubicBezTo>
                  <a:pt x="248" y="13"/>
                  <a:pt x="247" y="12"/>
                  <a:pt x="247" y="11"/>
                </a:cubicBezTo>
                <a:cubicBezTo>
                  <a:pt x="246" y="10"/>
                  <a:pt x="246" y="9"/>
                  <a:pt x="246" y="7"/>
                </a:cubicBezTo>
                <a:cubicBezTo>
                  <a:pt x="246" y="6"/>
                  <a:pt x="246" y="5"/>
                  <a:pt x="247" y="3"/>
                </a:cubicBezTo>
                <a:cubicBezTo>
                  <a:pt x="247" y="2"/>
                  <a:pt x="248" y="1"/>
                  <a:pt x="249" y="1"/>
                </a:cubicBezTo>
                <a:cubicBezTo>
                  <a:pt x="250" y="0"/>
                  <a:pt x="251" y="0"/>
                  <a:pt x="252" y="0"/>
                </a:cubicBezTo>
                <a:cubicBezTo>
                  <a:pt x="253" y="0"/>
                  <a:pt x="254" y="0"/>
                  <a:pt x="255" y="1"/>
                </a:cubicBezTo>
                <a:cubicBezTo>
                  <a:pt x="256" y="2"/>
                  <a:pt x="257" y="3"/>
                  <a:pt x="257" y="4"/>
                </a:cubicBezTo>
                <a:lnTo>
                  <a:pt x="255" y="5"/>
                </a:lnTo>
                <a:cubicBezTo>
                  <a:pt x="255" y="4"/>
                  <a:pt x="255" y="3"/>
                  <a:pt x="254" y="2"/>
                </a:cubicBezTo>
                <a:cubicBezTo>
                  <a:pt x="254" y="2"/>
                  <a:pt x="253" y="2"/>
                  <a:pt x="252" y="2"/>
                </a:cubicBezTo>
                <a:cubicBezTo>
                  <a:pt x="251" y="2"/>
                  <a:pt x="250" y="2"/>
                  <a:pt x="250" y="2"/>
                </a:cubicBezTo>
                <a:cubicBezTo>
                  <a:pt x="249" y="3"/>
                  <a:pt x="248" y="4"/>
                  <a:pt x="248" y="5"/>
                </a:cubicBezTo>
                <a:cubicBezTo>
                  <a:pt x="248" y="5"/>
                  <a:pt x="248" y="6"/>
                  <a:pt x="248" y="7"/>
                </a:cubicBezTo>
                <a:cubicBezTo>
                  <a:pt x="248" y="9"/>
                  <a:pt x="248" y="10"/>
                  <a:pt x="248" y="11"/>
                </a:cubicBezTo>
                <a:cubicBezTo>
                  <a:pt x="249" y="11"/>
                  <a:pt x="249" y="12"/>
                  <a:pt x="250" y="13"/>
                </a:cubicBezTo>
                <a:cubicBezTo>
                  <a:pt x="250" y="13"/>
                  <a:pt x="251" y="13"/>
                  <a:pt x="252" y="13"/>
                </a:cubicBezTo>
                <a:cubicBezTo>
                  <a:pt x="253" y="13"/>
                  <a:pt x="254" y="13"/>
                  <a:pt x="254" y="12"/>
                </a:cubicBezTo>
                <a:cubicBezTo>
                  <a:pt x="255" y="12"/>
                  <a:pt x="255" y="11"/>
                  <a:pt x="256" y="10"/>
                </a:cubicBezTo>
                <a:close/>
              </a:path>
              <a:path w="471" h="15">
                <a:moveTo>
                  <a:pt x="259" y="15"/>
                </a:moveTo>
                <a:lnTo>
                  <a:pt x="259" y="0"/>
                </a:lnTo>
                <a:lnTo>
                  <a:pt x="261" y="0"/>
                </a:lnTo>
                <a:lnTo>
                  <a:pt x="261" y="15"/>
                </a:lnTo>
                <a:lnTo>
                  <a:pt x="259" y="15"/>
                </a:lnTo>
                <a:close/>
              </a:path>
              <a:path w="471" h="15">
                <a:moveTo>
                  <a:pt x="263" y="15"/>
                </a:moveTo>
                <a:lnTo>
                  <a:pt x="263" y="0"/>
                </a:lnTo>
                <a:lnTo>
                  <a:pt x="272" y="0"/>
                </a:lnTo>
                <a:lnTo>
                  <a:pt x="272" y="2"/>
                </a:lnTo>
                <a:lnTo>
                  <a:pt x="265" y="2"/>
                </a:lnTo>
                <a:lnTo>
                  <a:pt x="265" y="6"/>
                </a:lnTo>
                <a:lnTo>
                  <a:pt x="272" y="6"/>
                </a:lnTo>
                <a:lnTo>
                  <a:pt x="272" y="8"/>
                </a:lnTo>
                <a:lnTo>
                  <a:pt x="265" y="8"/>
                </a:lnTo>
                <a:lnTo>
                  <a:pt x="265" y="13"/>
                </a:lnTo>
                <a:lnTo>
                  <a:pt x="272" y="13"/>
                </a:lnTo>
                <a:lnTo>
                  <a:pt x="272" y="15"/>
                </a:lnTo>
                <a:lnTo>
                  <a:pt x="263" y="15"/>
                </a:lnTo>
                <a:close/>
              </a:path>
              <a:path w="471" h="15">
                <a:moveTo>
                  <a:pt x="274" y="15"/>
                </a:moveTo>
                <a:lnTo>
                  <a:pt x="274" y="0"/>
                </a:lnTo>
                <a:lnTo>
                  <a:pt x="276" y="0"/>
                </a:lnTo>
                <a:lnTo>
                  <a:pt x="283" y="12"/>
                </a:lnTo>
                <a:lnTo>
                  <a:pt x="283" y="0"/>
                </a:lnTo>
                <a:lnTo>
                  <a:pt x="284" y="0"/>
                </a:lnTo>
                <a:lnTo>
                  <a:pt x="284" y="15"/>
                </a:lnTo>
                <a:lnTo>
                  <a:pt x="282" y="15"/>
                </a:lnTo>
                <a:lnTo>
                  <a:pt x="276" y="3"/>
                </a:lnTo>
                <a:lnTo>
                  <a:pt x="276" y="15"/>
                </a:lnTo>
                <a:lnTo>
                  <a:pt x="274" y="15"/>
                </a:lnTo>
                <a:close/>
              </a:path>
              <a:path w="471" h="15">
                <a:moveTo>
                  <a:pt x="295" y="10"/>
                </a:moveTo>
                <a:lnTo>
                  <a:pt x="297" y="10"/>
                </a:lnTo>
                <a:cubicBezTo>
                  <a:pt x="297" y="12"/>
                  <a:pt x="296" y="13"/>
                  <a:pt x="295" y="14"/>
                </a:cubicBezTo>
                <a:cubicBezTo>
                  <a:pt x="294" y="15"/>
                  <a:pt x="293" y="15"/>
                  <a:pt x="292" y="15"/>
                </a:cubicBezTo>
                <a:cubicBezTo>
                  <a:pt x="290" y="15"/>
                  <a:pt x="289" y="15"/>
                  <a:pt x="289" y="14"/>
                </a:cubicBezTo>
                <a:cubicBezTo>
                  <a:pt x="288" y="13"/>
                  <a:pt x="287" y="12"/>
                  <a:pt x="287" y="11"/>
                </a:cubicBezTo>
                <a:cubicBezTo>
                  <a:pt x="286" y="10"/>
                  <a:pt x="286" y="9"/>
                  <a:pt x="286" y="7"/>
                </a:cubicBezTo>
                <a:cubicBezTo>
                  <a:pt x="286" y="6"/>
                  <a:pt x="286" y="5"/>
                  <a:pt x="287" y="3"/>
                </a:cubicBezTo>
                <a:cubicBezTo>
                  <a:pt x="287" y="2"/>
                  <a:pt x="288" y="1"/>
                  <a:pt x="289" y="1"/>
                </a:cubicBezTo>
                <a:cubicBezTo>
                  <a:pt x="290" y="0"/>
                  <a:pt x="291" y="0"/>
                  <a:pt x="292" y="0"/>
                </a:cubicBezTo>
                <a:cubicBezTo>
                  <a:pt x="293" y="0"/>
                  <a:pt x="294" y="0"/>
                  <a:pt x="295" y="1"/>
                </a:cubicBezTo>
                <a:cubicBezTo>
                  <a:pt x="296" y="2"/>
                  <a:pt x="296" y="3"/>
                  <a:pt x="297" y="4"/>
                </a:cubicBezTo>
                <a:lnTo>
                  <a:pt x="295" y="5"/>
                </a:lnTo>
                <a:cubicBezTo>
                  <a:pt x="295" y="4"/>
                  <a:pt x="294" y="3"/>
                  <a:pt x="294" y="2"/>
                </a:cubicBezTo>
                <a:cubicBezTo>
                  <a:pt x="293" y="2"/>
                  <a:pt x="293" y="2"/>
                  <a:pt x="292" y="2"/>
                </a:cubicBezTo>
                <a:cubicBezTo>
                  <a:pt x="291" y="2"/>
                  <a:pt x="290" y="2"/>
                  <a:pt x="289" y="2"/>
                </a:cubicBezTo>
                <a:cubicBezTo>
                  <a:pt x="289" y="3"/>
                  <a:pt x="288" y="4"/>
                  <a:pt x="288" y="5"/>
                </a:cubicBezTo>
                <a:cubicBezTo>
                  <a:pt x="288" y="5"/>
                  <a:pt x="288" y="6"/>
                  <a:pt x="288" y="7"/>
                </a:cubicBezTo>
                <a:cubicBezTo>
                  <a:pt x="288" y="9"/>
                  <a:pt x="288" y="10"/>
                  <a:pt x="288" y="11"/>
                </a:cubicBezTo>
                <a:cubicBezTo>
                  <a:pt x="288" y="11"/>
                  <a:pt x="289" y="12"/>
                  <a:pt x="290" y="13"/>
                </a:cubicBezTo>
                <a:cubicBezTo>
                  <a:pt x="290" y="13"/>
                  <a:pt x="291" y="13"/>
                  <a:pt x="292" y="13"/>
                </a:cubicBezTo>
                <a:cubicBezTo>
                  <a:pt x="293" y="13"/>
                  <a:pt x="293" y="13"/>
                  <a:pt x="294" y="12"/>
                </a:cubicBezTo>
                <a:cubicBezTo>
                  <a:pt x="295" y="12"/>
                  <a:pt x="295" y="11"/>
                  <a:pt x="295" y="10"/>
                </a:cubicBezTo>
                <a:close/>
              </a:path>
              <a:path w="471" h="15">
                <a:moveTo>
                  <a:pt x="299" y="15"/>
                </a:moveTo>
                <a:lnTo>
                  <a:pt x="299" y="0"/>
                </a:lnTo>
                <a:lnTo>
                  <a:pt x="308" y="0"/>
                </a:lnTo>
                <a:lnTo>
                  <a:pt x="308" y="2"/>
                </a:lnTo>
                <a:lnTo>
                  <a:pt x="300" y="2"/>
                </a:lnTo>
                <a:lnTo>
                  <a:pt x="300" y="6"/>
                </a:lnTo>
                <a:lnTo>
                  <a:pt x="307" y="6"/>
                </a:lnTo>
                <a:lnTo>
                  <a:pt x="307" y="8"/>
                </a:lnTo>
                <a:lnTo>
                  <a:pt x="300" y="8"/>
                </a:lnTo>
                <a:lnTo>
                  <a:pt x="300" y="13"/>
                </a:lnTo>
                <a:lnTo>
                  <a:pt x="308" y="13"/>
                </a:lnTo>
                <a:lnTo>
                  <a:pt x="308" y="15"/>
                </a:lnTo>
                <a:lnTo>
                  <a:pt x="299" y="15"/>
                </a:lnTo>
                <a:close/>
              </a:path>
              <a:path w="471" h="15">
                <a:moveTo>
                  <a:pt x="313" y="15"/>
                </a:moveTo>
                <a:lnTo>
                  <a:pt x="318" y="0"/>
                </a:lnTo>
                <a:lnTo>
                  <a:pt x="319" y="0"/>
                </a:lnTo>
                <a:lnTo>
                  <a:pt x="324" y="15"/>
                </a:lnTo>
                <a:lnTo>
                  <a:pt x="323" y="15"/>
                </a:lnTo>
                <a:lnTo>
                  <a:pt x="321" y="10"/>
                </a:lnTo>
                <a:lnTo>
                  <a:pt x="316" y="10"/>
                </a:lnTo>
                <a:lnTo>
                  <a:pt x="314" y="15"/>
                </a:lnTo>
                <a:lnTo>
                  <a:pt x="313" y="15"/>
                </a:lnTo>
                <a:close/>
                <a:moveTo>
                  <a:pt x="316" y="9"/>
                </a:moveTo>
                <a:lnTo>
                  <a:pt x="321" y="9"/>
                </a:lnTo>
                <a:lnTo>
                  <a:pt x="319" y="5"/>
                </a:lnTo>
                <a:cubicBezTo>
                  <a:pt x="319" y="4"/>
                  <a:pt x="319" y="3"/>
                  <a:pt x="318" y="2"/>
                </a:cubicBezTo>
                <a:cubicBezTo>
                  <a:pt x="318" y="3"/>
                  <a:pt x="318" y="4"/>
                  <a:pt x="318" y="5"/>
                </a:cubicBezTo>
                <a:lnTo>
                  <a:pt x="316" y="9"/>
                </a:lnTo>
                <a:close/>
              </a:path>
              <a:path w="471" h="15">
                <a:moveTo>
                  <a:pt x="325" y="15"/>
                </a:moveTo>
                <a:lnTo>
                  <a:pt x="325" y="0"/>
                </a:lnTo>
                <a:lnTo>
                  <a:pt x="327" y="0"/>
                </a:lnTo>
                <a:lnTo>
                  <a:pt x="334" y="12"/>
                </a:lnTo>
                <a:lnTo>
                  <a:pt x="334" y="0"/>
                </a:lnTo>
                <a:lnTo>
                  <a:pt x="335" y="0"/>
                </a:lnTo>
                <a:lnTo>
                  <a:pt x="335" y="15"/>
                </a:lnTo>
                <a:lnTo>
                  <a:pt x="333" y="15"/>
                </a:lnTo>
                <a:lnTo>
                  <a:pt x="327" y="3"/>
                </a:lnTo>
                <a:lnTo>
                  <a:pt x="327" y="15"/>
                </a:lnTo>
                <a:lnTo>
                  <a:pt x="325" y="15"/>
                </a:lnTo>
                <a:close/>
              </a:path>
              <a:path w="471" h="15">
                <a:moveTo>
                  <a:pt x="337" y="15"/>
                </a:moveTo>
                <a:lnTo>
                  <a:pt x="337" y="0"/>
                </a:lnTo>
                <a:lnTo>
                  <a:pt x="342" y="0"/>
                </a:lnTo>
                <a:cubicBezTo>
                  <a:pt x="343" y="0"/>
                  <a:pt x="343" y="0"/>
                  <a:pt x="344" y="0"/>
                </a:cubicBezTo>
                <a:cubicBezTo>
                  <a:pt x="345" y="1"/>
                  <a:pt x="345" y="1"/>
                  <a:pt x="346" y="2"/>
                </a:cubicBezTo>
                <a:cubicBezTo>
                  <a:pt x="346" y="2"/>
                  <a:pt x="347" y="3"/>
                  <a:pt x="347" y="4"/>
                </a:cubicBezTo>
                <a:cubicBezTo>
                  <a:pt x="348" y="5"/>
                  <a:pt x="348" y="6"/>
                  <a:pt x="348" y="7"/>
                </a:cubicBezTo>
                <a:cubicBezTo>
                  <a:pt x="348" y="8"/>
                  <a:pt x="348" y="9"/>
                  <a:pt x="347" y="10"/>
                </a:cubicBezTo>
                <a:cubicBezTo>
                  <a:pt x="347" y="11"/>
                  <a:pt x="347" y="12"/>
                  <a:pt x="347" y="12"/>
                </a:cubicBezTo>
                <a:cubicBezTo>
                  <a:pt x="346" y="13"/>
                  <a:pt x="346" y="13"/>
                  <a:pt x="345" y="14"/>
                </a:cubicBezTo>
                <a:cubicBezTo>
                  <a:pt x="345" y="14"/>
                  <a:pt x="344" y="14"/>
                  <a:pt x="344" y="14"/>
                </a:cubicBezTo>
                <a:cubicBezTo>
                  <a:pt x="343" y="15"/>
                  <a:pt x="343" y="15"/>
                  <a:pt x="342" y="15"/>
                </a:cubicBezTo>
                <a:lnTo>
                  <a:pt x="337" y="15"/>
                </a:lnTo>
                <a:close/>
                <a:moveTo>
                  <a:pt x="339" y="13"/>
                </a:moveTo>
                <a:lnTo>
                  <a:pt x="342" y="13"/>
                </a:lnTo>
                <a:cubicBezTo>
                  <a:pt x="343" y="13"/>
                  <a:pt x="343" y="13"/>
                  <a:pt x="344" y="13"/>
                </a:cubicBezTo>
                <a:cubicBezTo>
                  <a:pt x="344" y="13"/>
                  <a:pt x="345" y="12"/>
                  <a:pt x="345" y="12"/>
                </a:cubicBezTo>
                <a:cubicBezTo>
                  <a:pt x="345" y="12"/>
                  <a:pt x="345" y="11"/>
                  <a:pt x="346" y="10"/>
                </a:cubicBezTo>
                <a:cubicBezTo>
                  <a:pt x="346" y="9"/>
                  <a:pt x="346" y="8"/>
                  <a:pt x="346" y="7"/>
                </a:cubicBezTo>
                <a:cubicBezTo>
                  <a:pt x="346" y="6"/>
                  <a:pt x="346" y="5"/>
                  <a:pt x="345" y="4"/>
                </a:cubicBezTo>
                <a:cubicBezTo>
                  <a:pt x="345" y="3"/>
                  <a:pt x="344" y="3"/>
                  <a:pt x="344" y="2"/>
                </a:cubicBezTo>
                <a:cubicBezTo>
                  <a:pt x="343" y="2"/>
                  <a:pt x="343" y="2"/>
                  <a:pt x="342" y="2"/>
                </a:cubicBezTo>
                <a:lnTo>
                  <a:pt x="339" y="2"/>
                </a:lnTo>
                <a:lnTo>
                  <a:pt x="339" y="13"/>
                </a:lnTo>
                <a:close/>
              </a:path>
              <a:path w="471" h="15">
                <a:moveTo>
                  <a:pt x="358" y="15"/>
                </a:moveTo>
                <a:lnTo>
                  <a:pt x="358" y="2"/>
                </a:lnTo>
                <a:lnTo>
                  <a:pt x="354" y="2"/>
                </a:lnTo>
                <a:lnTo>
                  <a:pt x="354" y="0"/>
                </a:lnTo>
                <a:lnTo>
                  <a:pt x="364" y="0"/>
                </a:lnTo>
                <a:lnTo>
                  <a:pt x="364" y="2"/>
                </a:lnTo>
                <a:lnTo>
                  <a:pt x="359" y="2"/>
                </a:lnTo>
                <a:lnTo>
                  <a:pt x="359" y="15"/>
                </a:lnTo>
                <a:lnTo>
                  <a:pt x="358" y="15"/>
                </a:lnTo>
                <a:close/>
              </a:path>
              <a:path w="471" h="15">
                <a:moveTo>
                  <a:pt x="365" y="15"/>
                </a:moveTo>
                <a:lnTo>
                  <a:pt x="365" y="0"/>
                </a:lnTo>
                <a:lnTo>
                  <a:pt x="374" y="0"/>
                </a:lnTo>
                <a:lnTo>
                  <a:pt x="374" y="2"/>
                </a:lnTo>
                <a:lnTo>
                  <a:pt x="366" y="2"/>
                </a:lnTo>
                <a:lnTo>
                  <a:pt x="366" y="6"/>
                </a:lnTo>
                <a:lnTo>
                  <a:pt x="373" y="6"/>
                </a:lnTo>
                <a:lnTo>
                  <a:pt x="373" y="8"/>
                </a:lnTo>
                <a:lnTo>
                  <a:pt x="366" y="8"/>
                </a:lnTo>
                <a:lnTo>
                  <a:pt x="366" y="13"/>
                </a:lnTo>
                <a:lnTo>
                  <a:pt x="374" y="13"/>
                </a:lnTo>
                <a:lnTo>
                  <a:pt x="374" y="15"/>
                </a:lnTo>
                <a:lnTo>
                  <a:pt x="365" y="15"/>
                </a:lnTo>
                <a:close/>
              </a:path>
              <a:path w="471" h="15">
                <a:moveTo>
                  <a:pt x="385" y="10"/>
                </a:moveTo>
                <a:lnTo>
                  <a:pt x="386" y="10"/>
                </a:lnTo>
                <a:cubicBezTo>
                  <a:pt x="386" y="12"/>
                  <a:pt x="386" y="13"/>
                  <a:pt x="385" y="14"/>
                </a:cubicBezTo>
                <a:cubicBezTo>
                  <a:pt x="384" y="15"/>
                  <a:pt x="383" y="15"/>
                  <a:pt x="381" y="15"/>
                </a:cubicBezTo>
                <a:cubicBezTo>
                  <a:pt x="380" y="15"/>
                  <a:pt x="379" y="15"/>
                  <a:pt x="378" y="14"/>
                </a:cubicBezTo>
                <a:cubicBezTo>
                  <a:pt x="377" y="13"/>
                  <a:pt x="377" y="12"/>
                  <a:pt x="376" y="11"/>
                </a:cubicBezTo>
                <a:cubicBezTo>
                  <a:pt x="376" y="10"/>
                  <a:pt x="375" y="9"/>
                  <a:pt x="375" y="7"/>
                </a:cubicBezTo>
                <a:cubicBezTo>
                  <a:pt x="375" y="6"/>
                  <a:pt x="376" y="5"/>
                  <a:pt x="376" y="3"/>
                </a:cubicBezTo>
                <a:cubicBezTo>
                  <a:pt x="377" y="2"/>
                  <a:pt x="377" y="1"/>
                  <a:pt x="378" y="1"/>
                </a:cubicBezTo>
                <a:cubicBezTo>
                  <a:pt x="379" y="0"/>
                  <a:pt x="380" y="0"/>
                  <a:pt x="381" y="0"/>
                </a:cubicBezTo>
                <a:cubicBezTo>
                  <a:pt x="383" y="0"/>
                  <a:pt x="384" y="0"/>
                  <a:pt x="384" y="1"/>
                </a:cubicBezTo>
                <a:cubicBezTo>
                  <a:pt x="385" y="2"/>
                  <a:pt x="386" y="3"/>
                  <a:pt x="386" y="4"/>
                </a:cubicBezTo>
                <a:lnTo>
                  <a:pt x="385" y="5"/>
                </a:lnTo>
                <a:cubicBezTo>
                  <a:pt x="384" y="4"/>
                  <a:pt x="384" y="3"/>
                  <a:pt x="383" y="2"/>
                </a:cubicBezTo>
                <a:cubicBezTo>
                  <a:pt x="383" y="2"/>
                  <a:pt x="382" y="2"/>
                  <a:pt x="381" y="2"/>
                </a:cubicBezTo>
                <a:cubicBezTo>
                  <a:pt x="380" y="2"/>
                  <a:pt x="380" y="2"/>
                  <a:pt x="379" y="2"/>
                </a:cubicBezTo>
                <a:cubicBezTo>
                  <a:pt x="378" y="3"/>
                  <a:pt x="378" y="4"/>
                  <a:pt x="378" y="5"/>
                </a:cubicBezTo>
                <a:cubicBezTo>
                  <a:pt x="377" y="5"/>
                  <a:pt x="377" y="6"/>
                  <a:pt x="377" y="7"/>
                </a:cubicBezTo>
                <a:cubicBezTo>
                  <a:pt x="377" y="9"/>
                  <a:pt x="377" y="10"/>
                  <a:pt x="378" y="11"/>
                </a:cubicBezTo>
                <a:cubicBezTo>
                  <a:pt x="378" y="11"/>
                  <a:pt x="378" y="12"/>
                  <a:pt x="379" y="13"/>
                </a:cubicBezTo>
                <a:cubicBezTo>
                  <a:pt x="380" y="13"/>
                  <a:pt x="380" y="13"/>
                  <a:pt x="381" y="13"/>
                </a:cubicBezTo>
                <a:cubicBezTo>
                  <a:pt x="382" y="13"/>
                  <a:pt x="383" y="13"/>
                  <a:pt x="384" y="12"/>
                </a:cubicBezTo>
                <a:cubicBezTo>
                  <a:pt x="384" y="12"/>
                  <a:pt x="385" y="11"/>
                  <a:pt x="385" y="10"/>
                </a:cubicBezTo>
                <a:close/>
              </a:path>
              <a:path w="471" h="15">
                <a:moveTo>
                  <a:pt x="388" y="15"/>
                </a:moveTo>
                <a:lnTo>
                  <a:pt x="388" y="0"/>
                </a:lnTo>
                <a:lnTo>
                  <a:pt x="390" y="0"/>
                </a:lnTo>
                <a:lnTo>
                  <a:pt x="390" y="6"/>
                </a:lnTo>
                <a:lnTo>
                  <a:pt x="396" y="6"/>
                </a:lnTo>
                <a:lnTo>
                  <a:pt x="396" y="0"/>
                </a:lnTo>
                <a:lnTo>
                  <a:pt x="398" y="0"/>
                </a:lnTo>
                <a:lnTo>
                  <a:pt x="398" y="15"/>
                </a:lnTo>
                <a:lnTo>
                  <a:pt x="396" y="15"/>
                </a:lnTo>
                <a:lnTo>
                  <a:pt x="396" y="8"/>
                </a:lnTo>
                <a:lnTo>
                  <a:pt x="390" y="8"/>
                </a:lnTo>
                <a:lnTo>
                  <a:pt x="390" y="15"/>
                </a:lnTo>
                <a:lnTo>
                  <a:pt x="388" y="15"/>
                </a:lnTo>
                <a:close/>
              </a:path>
              <a:path w="471" h="15">
                <a:moveTo>
                  <a:pt x="400" y="15"/>
                </a:moveTo>
                <a:lnTo>
                  <a:pt x="400" y="0"/>
                </a:lnTo>
                <a:lnTo>
                  <a:pt x="402" y="0"/>
                </a:lnTo>
                <a:lnTo>
                  <a:pt x="408" y="12"/>
                </a:lnTo>
                <a:lnTo>
                  <a:pt x="408" y="0"/>
                </a:lnTo>
                <a:lnTo>
                  <a:pt x="410" y="0"/>
                </a:lnTo>
                <a:lnTo>
                  <a:pt x="410" y="15"/>
                </a:lnTo>
                <a:lnTo>
                  <a:pt x="408" y="15"/>
                </a:lnTo>
                <a:lnTo>
                  <a:pt x="402" y="3"/>
                </a:lnTo>
                <a:lnTo>
                  <a:pt x="402" y="15"/>
                </a:lnTo>
                <a:lnTo>
                  <a:pt x="400" y="15"/>
                </a:lnTo>
                <a:close/>
              </a:path>
              <a:path w="471" h="15">
                <a:moveTo>
                  <a:pt x="412" y="8"/>
                </a:moveTo>
                <a:cubicBezTo>
                  <a:pt x="412" y="5"/>
                  <a:pt x="412" y="3"/>
                  <a:pt x="413" y="2"/>
                </a:cubicBezTo>
                <a:cubicBezTo>
                  <a:pt x="415" y="1"/>
                  <a:pt x="416" y="0"/>
                  <a:pt x="418" y="0"/>
                </a:cubicBezTo>
                <a:cubicBezTo>
                  <a:pt x="419" y="0"/>
                  <a:pt x="420" y="0"/>
                  <a:pt x="421" y="1"/>
                </a:cubicBezTo>
                <a:cubicBezTo>
                  <a:pt x="422" y="2"/>
                  <a:pt x="423" y="3"/>
                  <a:pt x="423" y="4"/>
                </a:cubicBezTo>
                <a:cubicBezTo>
                  <a:pt x="424" y="5"/>
                  <a:pt x="424" y="6"/>
                  <a:pt x="424" y="8"/>
                </a:cubicBezTo>
                <a:cubicBezTo>
                  <a:pt x="424" y="9"/>
                  <a:pt x="424" y="10"/>
                  <a:pt x="423" y="11"/>
                </a:cubicBezTo>
                <a:cubicBezTo>
                  <a:pt x="422" y="13"/>
                  <a:pt x="422" y="13"/>
                  <a:pt x="421" y="14"/>
                </a:cubicBezTo>
                <a:cubicBezTo>
                  <a:pt x="420" y="15"/>
                  <a:pt x="419" y="15"/>
                  <a:pt x="418" y="15"/>
                </a:cubicBezTo>
                <a:cubicBezTo>
                  <a:pt x="417" y="15"/>
                  <a:pt x="416" y="15"/>
                  <a:pt x="415" y="14"/>
                </a:cubicBezTo>
                <a:cubicBezTo>
                  <a:pt x="414" y="13"/>
                  <a:pt x="413" y="12"/>
                  <a:pt x="413" y="11"/>
                </a:cubicBezTo>
                <a:cubicBezTo>
                  <a:pt x="412" y="10"/>
                  <a:pt x="412" y="9"/>
                  <a:pt x="412" y="8"/>
                </a:cubicBezTo>
                <a:close/>
                <a:moveTo>
                  <a:pt x="414" y="8"/>
                </a:moveTo>
                <a:cubicBezTo>
                  <a:pt x="414" y="9"/>
                  <a:pt x="414" y="11"/>
                  <a:pt x="415" y="12"/>
                </a:cubicBezTo>
                <a:cubicBezTo>
                  <a:pt x="416" y="13"/>
                  <a:pt x="417" y="13"/>
                  <a:pt x="418" y="13"/>
                </a:cubicBezTo>
                <a:cubicBezTo>
                  <a:pt x="419" y="13"/>
                  <a:pt x="420" y="13"/>
                  <a:pt x="421" y="12"/>
                </a:cubicBezTo>
                <a:cubicBezTo>
                  <a:pt x="422" y="11"/>
                  <a:pt x="422" y="9"/>
                  <a:pt x="422" y="7"/>
                </a:cubicBezTo>
                <a:cubicBezTo>
                  <a:pt x="422" y="6"/>
                  <a:pt x="422" y="5"/>
                  <a:pt x="422" y="4"/>
                </a:cubicBezTo>
                <a:cubicBezTo>
                  <a:pt x="421" y="4"/>
                  <a:pt x="421" y="3"/>
                  <a:pt x="420" y="2"/>
                </a:cubicBezTo>
                <a:cubicBezTo>
                  <a:pt x="419" y="2"/>
                  <a:pt x="419" y="2"/>
                  <a:pt x="418" y="2"/>
                </a:cubicBezTo>
                <a:cubicBezTo>
                  <a:pt x="417" y="2"/>
                  <a:pt x="416" y="2"/>
                  <a:pt x="415" y="3"/>
                </a:cubicBezTo>
                <a:cubicBezTo>
                  <a:pt x="414" y="4"/>
                  <a:pt x="414" y="6"/>
                  <a:pt x="414" y="8"/>
                </a:cubicBezTo>
                <a:close/>
              </a:path>
              <a:path w="471" h="15">
                <a:moveTo>
                  <a:pt x="425" y="15"/>
                </a:moveTo>
                <a:lnTo>
                  <a:pt x="425" y="0"/>
                </a:lnTo>
                <a:lnTo>
                  <a:pt x="427" y="0"/>
                </a:lnTo>
                <a:lnTo>
                  <a:pt x="427" y="13"/>
                </a:lnTo>
                <a:lnTo>
                  <a:pt x="433" y="13"/>
                </a:lnTo>
                <a:lnTo>
                  <a:pt x="433" y="15"/>
                </a:lnTo>
                <a:lnTo>
                  <a:pt x="425" y="15"/>
                </a:lnTo>
                <a:close/>
              </a:path>
              <a:path w="471" h="15">
                <a:moveTo>
                  <a:pt x="434" y="8"/>
                </a:moveTo>
                <a:cubicBezTo>
                  <a:pt x="434" y="5"/>
                  <a:pt x="435" y="3"/>
                  <a:pt x="436" y="2"/>
                </a:cubicBezTo>
                <a:cubicBezTo>
                  <a:pt x="437" y="1"/>
                  <a:pt x="438" y="0"/>
                  <a:pt x="440" y="0"/>
                </a:cubicBezTo>
                <a:cubicBezTo>
                  <a:pt x="441" y="0"/>
                  <a:pt x="442" y="0"/>
                  <a:pt x="443" y="1"/>
                </a:cubicBezTo>
                <a:cubicBezTo>
                  <a:pt x="444" y="2"/>
                  <a:pt x="445" y="3"/>
                  <a:pt x="445" y="4"/>
                </a:cubicBezTo>
                <a:cubicBezTo>
                  <a:pt x="446" y="5"/>
                  <a:pt x="446" y="6"/>
                  <a:pt x="446" y="8"/>
                </a:cubicBezTo>
                <a:cubicBezTo>
                  <a:pt x="446" y="9"/>
                  <a:pt x="446" y="10"/>
                  <a:pt x="445" y="11"/>
                </a:cubicBezTo>
                <a:cubicBezTo>
                  <a:pt x="445" y="13"/>
                  <a:pt x="444" y="13"/>
                  <a:pt x="443" y="14"/>
                </a:cubicBezTo>
                <a:cubicBezTo>
                  <a:pt x="442" y="15"/>
                  <a:pt x="441" y="15"/>
                  <a:pt x="440" y="15"/>
                </a:cubicBezTo>
                <a:cubicBezTo>
                  <a:pt x="439" y="15"/>
                  <a:pt x="438" y="15"/>
                  <a:pt x="437" y="14"/>
                </a:cubicBezTo>
                <a:cubicBezTo>
                  <a:pt x="436" y="13"/>
                  <a:pt x="435" y="12"/>
                  <a:pt x="435" y="11"/>
                </a:cubicBezTo>
                <a:cubicBezTo>
                  <a:pt x="434" y="10"/>
                  <a:pt x="434" y="9"/>
                  <a:pt x="434" y="8"/>
                </a:cubicBezTo>
                <a:close/>
                <a:moveTo>
                  <a:pt x="436" y="8"/>
                </a:moveTo>
                <a:cubicBezTo>
                  <a:pt x="436" y="9"/>
                  <a:pt x="436" y="11"/>
                  <a:pt x="437" y="12"/>
                </a:cubicBezTo>
                <a:cubicBezTo>
                  <a:pt x="438" y="13"/>
                  <a:pt x="439" y="13"/>
                  <a:pt x="440" y="13"/>
                </a:cubicBezTo>
                <a:cubicBezTo>
                  <a:pt x="441" y="13"/>
                  <a:pt x="442" y="13"/>
                  <a:pt x="443" y="12"/>
                </a:cubicBezTo>
                <a:cubicBezTo>
                  <a:pt x="444" y="11"/>
                  <a:pt x="444" y="9"/>
                  <a:pt x="444" y="7"/>
                </a:cubicBezTo>
                <a:cubicBezTo>
                  <a:pt x="444" y="6"/>
                  <a:pt x="444" y="5"/>
                  <a:pt x="444" y="4"/>
                </a:cubicBezTo>
                <a:cubicBezTo>
                  <a:pt x="444" y="4"/>
                  <a:pt x="443" y="3"/>
                  <a:pt x="442" y="2"/>
                </a:cubicBezTo>
                <a:cubicBezTo>
                  <a:pt x="442" y="2"/>
                  <a:pt x="441" y="2"/>
                  <a:pt x="440" y="2"/>
                </a:cubicBezTo>
                <a:cubicBezTo>
                  <a:pt x="439" y="2"/>
                  <a:pt x="438" y="2"/>
                  <a:pt x="437" y="3"/>
                </a:cubicBezTo>
                <a:cubicBezTo>
                  <a:pt x="436" y="4"/>
                  <a:pt x="436" y="6"/>
                  <a:pt x="436" y="8"/>
                </a:cubicBezTo>
                <a:close/>
              </a:path>
              <a:path w="471" h="15">
                <a:moveTo>
                  <a:pt x="454" y="9"/>
                </a:moveTo>
                <a:lnTo>
                  <a:pt x="454" y="7"/>
                </a:lnTo>
                <a:lnTo>
                  <a:pt x="459" y="7"/>
                </a:lnTo>
                <a:lnTo>
                  <a:pt x="459" y="13"/>
                </a:lnTo>
                <a:cubicBezTo>
                  <a:pt x="458" y="13"/>
                  <a:pt x="457" y="14"/>
                  <a:pt x="456" y="14"/>
                </a:cubicBezTo>
                <a:cubicBezTo>
                  <a:pt x="456" y="15"/>
                  <a:pt x="455" y="15"/>
                  <a:pt x="454" y="15"/>
                </a:cubicBezTo>
                <a:cubicBezTo>
                  <a:pt x="453" y="15"/>
                  <a:pt x="451" y="15"/>
                  <a:pt x="450" y="14"/>
                </a:cubicBezTo>
                <a:cubicBezTo>
                  <a:pt x="449" y="13"/>
                  <a:pt x="449" y="13"/>
                  <a:pt x="448" y="11"/>
                </a:cubicBezTo>
                <a:cubicBezTo>
                  <a:pt x="448" y="10"/>
                  <a:pt x="447" y="9"/>
                  <a:pt x="447" y="8"/>
                </a:cubicBezTo>
                <a:cubicBezTo>
                  <a:pt x="447" y="6"/>
                  <a:pt x="448" y="5"/>
                  <a:pt x="448" y="4"/>
                </a:cubicBezTo>
                <a:cubicBezTo>
                  <a:pt x="449" y="2"/>
                  <a:pt x="449" y="2"/>
                  <a:pt x="450" y="1"/>
                </a:cubicBezTo>
                <a:cubicBezTo>
                  <a:pt x="451" y="0"/>
                  <a:pt x="452" y="0"/>
                  <a:pt x="454" y="0"/>
                </a:cubicBezTo>
                <a:cubicBezTo>
                  <a:pt x="455" y="0"/>
                  <a:pt x="455" y="0"/>
                  <a:pt x="456" y="1"/>
                </a:cubicBezTo>
                <a:cubicBezTo>
                  <a:pt x="457" y="1"/>
                  <a:pt x="457" y="1"/>
                  <a:pt x="458" y="2"/>
                </a:cubicBezTo>
                <a:cubicBezTo>
                  <a:pt x="458" y="3"/>
                  <a:pt x="459" y="3"/>
                  <a:pt x="459" y="4"/>
                </a:cubicBezTo>
                <a:lnTo>
                  <a:pt x="457" y="5"/>
                </a:lnTo>
                <a:cubicBezTo>
                  <a:pt x="457" y="4"/>
                  <a:pt x="457" y="3"/>
                  <a:pt x="457" y="3"/>
                </a:cubicBezTo>
                <a:cubicBezTo>
                  <a:pt x="456" y="3"/>
                  <a:pt x="456" y="2"/>
                  <a:pt x="455" y="2"/>
                </a:cubicBezTo>
                <a:cubicBezTo>
                  <a:pt x="455" y="2"/>
                  <a:pt x="454" y="2"/>
                  <a:pt x="454" y="2"/>
                </a:cubicBezTo>
                <a:cubicBezTo>
                  <a:pt x="453" y="2"/>
                  <a:pt x="452" y="2"/>
                  <a:pt x="452" y="2"/>
                </a:cubicBezTo>
                <a:cubicBezTo>
                  <a:pt x="451" y="2"/>
                  <a:pt x="451" y="3"/>
                  <a:pt x="450" y="3"/>
                </a:cubicBezTo>
                <a:cubicBezTo>
                  <a:pt x="450" y="4"/>
                  <a:pt x="450" y="4"/>
                  <a:pt x="450" y="5"/>
                </a:cubicBezTo>
                <a:cubicBezTo>
                  <a:pt x="449" y="5"/>
                  <a:pt x="449" y="6"/>
                  <a:pt x="449" y="7"/>
                </a:cubicBezTo>
                <a:cubicBezTo>
                  <a:pt x="449" y="9"/>
                  <a:pt x="449" y="10"/>
                  <a:pt x="450" y="11"/>
                </a:cubicBezTo>
                <a:cubicBezTo>
                  <a:pt x="450" y="12"/>
                  <a:pt x="451" y="12"/>
                  <a:pt x="451" y="13"/>
                </a:cubicBezTo>
                <a:cubicBezTo>
                  <a:pt x="452" y="13"/>
                  <a:pt x="453" y="13"/>
                  <a:pt x="454" y="13"/>
                </a:cubicBezTo>
                <a:cubicBezTo>
                  <a:pt x="454" y="13"/>
                  <a:pt x="455" y="13"/>
                  <a:pt x="456" y="13"/>
                </a:cubicBezTo>
                <a:cubicBezTo>
                  <a:pt x="456" y="12"/>
                  <a:pt x="457" y="12"/>
                  <a:pt x="457" y="12"/>
                </a:cubicBezTo>
                <a:lnTo>
                  <a:pt x="457" y="9"/>
                </a:lnTo>
                <a:lnTo>
                  <a:pt x="454" y="9"/>
                </a:lnTo>
                <a:close/>
              </a:path>
              <a:path w="471" h="15">
                <a:moveTo>
                  <a:pt x="464" y="15"/>
                </a:moveTo>
                <a:lnTo>
                  <a:pt x="464" y="9"/>
                </a:lnTo>
                <a:lnTo>
                  <a:pt x="460" y="0"/>
                </a:lnTo>
                <a:lnTo>
                  <a:pt x="462" y="0"/>
                </a:lnTo>
                <a:lnTo>
                  <a:pt x="464" y="5"/>
                </a:lnTo>
                <a:cubicBezTo>
                  <a:pt x="465" y="5"/>
                  <a:pt x="465" y="6"/>
                  <a:pt x="465" y="7"/>
                </a:cubicBezTo>
                <a:cubicBezTo>
                  <a:pt x="466" y="6"/>
                  <a:pt x="466" y="5"/>
                  <a:pt x="467" y="5"/>
                </a:cubicBezTo>
                <a:lnTo>
                  <a:pt x="469" y="0"/>
                </a:lnTo>
                <a:lnTo>
                  <a:pt x="471" y="0"/>
                </a:lnTo>
                <a:lnTo>
                  <a:pt x="466" y="9"/>
                </a:lnTo>
                <a:lnTo>
                  <a:pt x="466" y="15"/>
                </a:lnTo>
                <a:lnTo>
                  <a:pt x="464" y="1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pic>
        <p:nvPicPr>
          <p:cNvPr id="20" name="图片 2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3251" y="124632"/>
            <a:ext cx="627347" cy="471145"/>
          </a:xfrm>
          <a:prstGeom prst="rect">
            <a:avLst/>
          </a:prstGeom>
          <a:ln>
            <a:noFill/>
          </a:ln>
        </p:spPr>
      </p:pic>
      <p:sp>
        <p:nvSpPr>
          <p:cNvPr id="21" name="分隔线"/>
          <p:cNvSpPr/>
          <p:nvPr/>
        </p:nvSpPr>
        <p:spPr>
          <a:xfrm>
            <a:off x="457200" y="896112"/>
            <a:ext cx="11228832" cy="36576"/>
          </a:xfrm>
          <a:prstGeom prst="rect">
            <a:avLst/>
          </a:prstGeom>
          <a:solidFill>
            <a:srgbClr val="00A4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关键信息条"/>
          <p:cNvSpPr/>
          <p:nvPr/>
        </p:nvSpPr>
        <p:spPr>
          <a:xfrm>
            <a:off x="502920" y="1024128"/>
            <a:ext cx="11183112" cy="45720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关键信息"/>
          <p:cNvSpPr txBox="1"/>
          <p:nvPr/>
        </p:nvSpPr>
        <p:spPr>
          <a:xfrm>
            <a:off x="685800" y="1024128"/>
            <a:ext cx="10817352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600" b="1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核心诉求：与院方共同确认“谁发生转重、何时转重”，并补齐时间锚点与字段含义。</a:t>
            </a:r>
            <a:endParaRPr lang="zh-CN" altLang="en-US" sz="1600" b="1" i="0">
              <a:solidFill>
                <a:srgbClr val="1137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页脚"/>
          <p:cNvSpPr txBox="1"/>
          <p:nvPr/>
        </p:nvSpPr>
        <p:spPr>
          <a:xfrm>
            <a:off x="502920" y="6455664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050" b="0" i="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老年流感多中心数据对齐与研究协作汇报（</a:t>
            </a:r>
            <a:r>
              <a:rPr lang="en-US" altLang="zh-CN" sz="1050" b="0" i="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GAM</a:t>
            </a:r>
            <a:r>
              <a:rPr lang="zh-CN" altLang="en-US" sz="1050" b="0" i="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指广安门医院，</a:t>
            </a:r>
            <a:r>
              <a:rPr lang="en-US" altLang="zh-CN" sz="1050" b="0" i="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GD</a:t>
            </a:r>
            <a:r>
              <a:rPr lang="zh-CN" altLang="en-US" sz="1050" b="0" i="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指广东省中医院）</a:t>
            </a:r>
            <a:endParaRPr lang="zh-CN" altLang="en-US" sz="1050" b="0" i="0">
              <a:solidFill>
                <a:srgbClr val="646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页码"/>
          <p:cNvSpPr txBox="1"/>
          <p:nvPr/>
        </p:nvSpPr>
        <p:spPr>
          <a:xfrm>
            <a:off x="10680192" y="6455664"/>
            <a:ext cx="100584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fld id="{170BCFD5-2813-4841-918F-036729326766}" type="slidenum">
              <a:rPr lang="zh-CN" sz="105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fld>
            <a:endParaRPr lang="zh-CN" sz="1050">
              <a:solidFill>
                <a:srgbClr val="646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658368" y="1700784"/>
            <a:ext cx="10881360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DDAE8"/>
            </a:solidFill>
          </a:ln>
          <a:effectLst>
            <a:outerShdw blurRad="63500" dist="19050" dir="5400000" algn="t" rotWithShape="0">
              <a:srgbClr val="1F3B66">
                <a:alpha val="16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8680" y="1847088"/>
            <a:ext cx="658368" cy="548640"/>
          </a:xfrm>
          <a:prstGeom prst="roundRect">
            <a:avLst>
              <a:gd name="adj" fmla="val 15000"/>
            </a:avLst>
          </a:prstGeom>
          <a:solidFill>
            <a:srgbClr val="1F4E94"/>
          </a:solidFill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20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</a:t>
            </a:r>
            <a:endParaRPr lang="zh-CN" altLang="en-US" sz="20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755648" y="1764792"/>
            <a:ext cx="8229600" cy="38404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800" b="1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我们理想的数据是怎样的？</a:t>
            </a:r>
            <a:endParaRPr lang="zh-CN" altLang="en-US" sz="1800" b="1" i="0">
              <a:solidFill>
                <a:srgbClr val="1137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755648" y="2148840"/>
            <a:ext cx="8321040" cy="329184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以病程为主线：观测带真实测量时间、住院期间多次测量、结局带发生时间。</a:t>
            </a:r>
            <a:endParaRPr lang="zh-CN" altLang="en-US" sz="1400" b="0" i="0">
              <a:solidFill>
                <a:srgbClr val="2731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32" name="Connector 31"/>
          <p:cNvCxnSpPr/>
          <p:nvPr/>
        </p:nvCxnSpPr>
        <p:spPr>
          <a:xfrm>
            <a:off x="10222992" y="1883664"/>
            <a:ext cx="0" cy="475488"/>
          </a:xfrm>
          <a:prstGeom prst="line">
            <a:avLst/>
          </a:prstGeom>
          <a:ln w="12700">
            <a:solidFill>
              <a:srgbClr val="CDDAE8"/>
            </a:solidFill>
          </a:ln>
        </p:spPr>
      </p:cxnSp>
      <p:sp>
        <p:nvSpPr>
          <p:cNvPr id="33" name="TextBox 32"/>
          <p:cNvSpPr txBox="1"/>
          <p:nvPr/>
        </p:nvSpPr>
        <p:spPr>
          <a:xfrm>
            <a:off x="10259568" y="1700784"/>
            <a:ext cx="1207008" cy="84124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 i="0">
                <a:solidFill>
                  <a:srgbClr val="4075B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 3 页</a:t>
            </a:r>
            <a:endParaRPr lang="zh-CN" altLang="en-US" sz="1300" b="1" i="0">
              <a:solidFill>
                <a:srgbClr val="4075B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658368" y="2670048"/>
            <a:ext cx="10881360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DDAE8"/>
            </a:solidFill>
          </a:ln>
          <a:effectLst>
            <a:outerShdw blurRad="63500" dist="19050" dir="5400000" algn="t" rotWithShape="0">
              <a:srgbClr val="1F3B66">
                <a:alpha val="16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8680" y="2816352"/>
            <a:ext cx="658368" cy="548640"/>
          </a:xfrm>
          <a:prstGeom prst="roundRect">
            <a:avLst>
              <a:gd name="adj" fmla="val 15000"/>
            </a:avLst>
          </a:prstGeom>
          <a:solidFill>
            <a:srgbClr val="1F4E94"/>
          </a:solidFill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20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</a:t>
            </a:r>
            <a:endParaRPr lang="zh-CN" altLang="en-US" sz="20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1755648" y="2734056"/>
            <a:ext cx="8229600" cy="38404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800" b="1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GAM 和 GD 的数据差异在哪里？</a:t>
            </a:r>
            <a:endParaRPr lang="zh-CN" altLang="en-US" sz="1800" b="1" i="0">
              <a:solidFill>
                <a:srgbClr val="1137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755648" y="3118104"/>
            <a:ext cx="8321040" cy="329184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采集方式不同（EHR 导出 vs 人工整理 CRF），差距集中在时间精度与观测密度。</a:t>
            </a:r>
            <a:endParaRPr lang="zh-CN" altLang="en-US" sz="1400" b="0" i="0">
              <a:solidFill>
                <a:srgbClr val="2731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38" name="Connector 37"/>
          <p:cNvCxnSpPr/>
          <p:nvPr/>
        </p:nvCxnSpPr>
        <p:spPr>
          <a:xfrm>
            <a:off x="10222992" y="2852928"/>
            <a:ext cx="0" cy="475487"/>
          </a:xfrm>
          <a:prstGeom prst="line">
            <a:avLst/>
          </a:prstGeom>
          <a:ln w="12700">
            <a:solidFill>
              <a:srgbClr val="CDDAE8"/>
            </a:solidFill>
          </a:ln>
        </p:spPr>
      </p:cxnSp>
      <p:sp>
        <p:nvSpPr>
          <p:cNvPr id="39" name="TextBox 38"/>
          <p:cNvSpPr txBox="1"/>
          <p:nvPr/>
        </p:nvSpPr>
        <p:spPr>
          <a:xfrm>
            <a:off x="10259568" y="2670048"/>
            <a:ext cx="1207008" cy="84124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 i="0">
                <a:solidFill>
                  <a:srgbClr val="4075B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 4–5 页</a:t>
            </a:r>
            <a:endParaRPr lang="zh-CN" altLang="en-US" sz="1300" b="1" i="0">
              <a:solidFill>
                <a:srgbClr val="4075B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658368" y="3639312"/>
            <a:ext cx="10881360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DDAE8"/>
            </a:solidFill>
          </a:ln>
          <a:effectLst>
            <a:outerShdw blurRad="63500" dist="19050" dir="5400000" algn="t" rotWithShape="0">
              <a:srgbClr val="1F3B66">
                <a:alpha val="16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" y="3785616"/>
            <a:ext cx="658368" cy="548640"/>
          </a:xfrm>
          <a:prstGeom prst="roundRect">
            <a:avLst>
              <a:gd name="adj" fmla="val 15000"/>
            </a:avLst>
          </a:prstGeom>
          <a:solidFill>
            <a:srgbClr val="1F4E94"/>
          </a:solidFill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20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</a:t>
            </a:r>
            <a:endParaRPr lang="zh-CN" altLang="en-US" sz="20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755648" y="3703320"/>
            <a:ext cx="8229600" cy="38404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800" b="1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我们做了哪些对齐工作？</a:t>
            </a:r>
            <a:endParaRPr lang="zh-CN" altLang="en-US" sz="1800" b="1" i="0">
              <a:solidFill>
                <a:srgbClr val="1137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1755648" y="4087368"/>
            <a:ext cx="8321040" cy="329184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建成 8 张表的统一数据模型，逐一处理 22 个问题；重症规则与人工判定 κ = 0.917。</a:t>
            </a:r>
            <a:endParaRPr lang="zh-CN" altLang="en-US" sz="1400" b="0" i="0">
              <a:solidFill>
                <a:srgbClr val="2731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44" name="Connector 43"/>
          <p:cNvCxnSpPr/>
          <p:nvPr/>
        </p:nvCxnSpPr>
        <p:spPr>
          <a:xfrm>
            <a:off x="10222992" y="3822192"/>
            <a:ext cx="0" cy="475488"/>
          </a:xfrm>
          <a:prstGeom prst="line">
            <a:avLst/>
          </a:prstGeom>
          <a:ln w="12700">
            <a:solidFill>
              <a:srgbClr val="CDDAE8"/>
            </a:solidFill>
          </a:ln>
        </p:spPr>
      </p:cxnSp>
      <p:sp>
        <p:nvSpPr>
          <p:cNvPr id="45" name="TextBox 44"/>
          <p:cNvSpPr txBox="1"/>
          <p:nvPr/>
        </p:nvSpPr>
        <p:spPr>
          <a:xfrm>
            <a:off x="10259568" y="3639312"/>
            <a:ext cx="1207008" cy="84124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 i="0">
                <a:solidFill>
                  <a:srgbClr val="4075B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 6–7 页</a:t>
            </a:r>
            <a:endParaRPr lang="zh-CN" altLang="en-US" sz="1300" b="1" i="0">
              <a:solidFill>
                <a:srgbClr val="4075B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658368" y="4608576"/>
            <a:ext cx="10881360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DDAE8"/>
            </a:solidFill>
          </a:ln>
          <a:effectLst>
            <a:outerShdw blurRad="63500" dist="19050" dir="5400000" algn="t" rotWithShape="0">
              <a:srgbClr val="1F3B66">
                <a:alpha val="16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868680" y="4754880"/>
            <a:ext cx="658368" cy="548640"/>
          </a:xfrm>
          <a:prstGeom prst="roundRect">
            <a:avLst>
              <a:gd name="adj" fmla="val 15000"/>
            </a:avLst>
          </a:prstGeom>
          <a:solidFill>
            <a:srgbClr val="1F4E94"/>
          </a:solidFill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20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04</a:t>
            </a:r>
            <a:endParaRPr lang="zh-CN" altLang="en-US" sz="20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1755648" y="4672584"/>
            <a:ext cx="8229600" cy="38404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800" b="1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哪些问题需要共同解决？</a:t>
            </a:r>
            <a:endParaRPr lang="zh-CN" altLang="en-US" sz="1800" b="1" i="0">
              <a:solidFill>
                <a:srgbClr val="1137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755648" y="5056632"/>
            <a:ext cx="8321040" cy="329184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转重定义与首次时间、真实入院时间、检验单位与字段含义、文本“未提及”的编码。</a:t>
            </a:r>
            <a:endParaRPr lang="zh-CN" altLang="en-US" sz="1400" b="0" i="0">
              <a:solidFill>
                <a:srgbClr val="2731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50" name="Connector 49"/>
          <p:cNvCxnSpPr/>
          <p:nvPr/>
        </p:nvCxnSpPr>
        <p:spPr>
          <a:xfrm>
            <a:off x="10222992" y="4791456"/>
            <a:ext cx="0" cy="475488"/>
          </a:xfrm>
          <a:prstGeom prst="line">
            <a:avLst/>
          </a:prstGeom>
          <a:ln w="12700">
            <a:solidFill>
              <a:srgbClr val="CDDAE8"/>
            </a:solidFill>
          </a:ln>
        </p:spPr>
      </p:cxnSp>
      <p:sp>
        <p:nvSpPr>
          <p:cNvPr id="51" name="TextBox 50"/>
          <p:cNvSpPr txBox="1"/>
          <p:nvPr/>
        </p:nvSpPr>
        <p:spPr>
          <a:xfrm>
            <a:off x="10259568" y="4608576"/>
            <a:ext cx="1207008" cy="84124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 i="0">
                <a:solidFill>
                  <a:srgbClr val="4075B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 8–13 页</a:t>
            </a:r>
            <a:endParaRPr lang="zh-CN" altLang="en-US" sz="1300" b="1" i="0">
              <a:solidFill>
                <a:srgbClr val="4075B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顶部色条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F4E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标题栏"/>
          <p:cNvSpPr/>
          <p:nvPr/>
        </p:nvSpPr>
        <p:spPr>
          <a:xfrm>
            <a:off x="0" y="219456"/>
            <a:ext cx="9418320" cy="530352"/>
          </a:xfrm>
          <a:prstGeom prst="rect">
            <a:avLst/>
          </a:prstGeom>
          <a:solidFill>
            <a:srgbClr val="4075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章节标签"/>
          <p:cNvSpPr/>
          <p:nvPr/>
        </p:nvSpPr>
        <p:spPr>
          <a:xfrm>
            <a:off x="320040" y="301752"/>
            <a:ext cx="844296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 i="0">
                <a:solidFill>
                  <a:srgbClr val="1F4E9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问题一</a:t>
            </a:r>
            <a:endParaRPr lang="zh-CN" altLang="en-US" sz="1400" b="1" i="0">
              <a:solidFill>
                <a:srgbClr val="1F4E9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标题"/>
          <p:cNvSpPr txBox="1"/>
          <p:nvPr/>
        </p:nvSpPr>
        <p:spPr>
          <a:xfrm>
            <a:off x="1310640" y="219456"/>
            <a:ext cx="7970520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2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理想的数据：沿病程记录“发生了什么、何时发生”</a:t>
            </a:r>
            <a:endParaRPr lang="zh-CN" altLang="en-US" sz="22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Rectangle 7"/>
          <p:cNvSpPr>
            <a:spLocks noGrp="1"/>
          </p:cNvSpPr>
          <p:nvPr/>
        </p:nvSpPr>
        <p:spPr>
          <a:xfrm>
            <a:off x="9971521" y="467514"/>
            <a:ext cx="180331" cy="6350"/>
          </a:xfrm>
          <a:prstGeom prst="rect">
            <a:avLst/>
          </a:prstGeom>
          <a:solidFill>
            <a:srgbClr val="005A9F"/>
          </a:solidFill>
          <a:ln>
            <a:noFill/>
          </a:ln>
        </p:spPr>
      </p:sp>
      <p:sp>
        <p:nvSpPr>
          <p:cNvPr id="7" name="Freeform 8"/>
          <p:cNvSpPr>
            <a:spLocks noGrp="1"/>
          </p:cNvSpPr>
          <p:nvPr/>
        </p:nvSpPr>
        <p:spPr>
          <a:xfrm>
            <a:off x="9862306" y="238926"/>
            <a:ext cx="400029" cy="256527"/>
          </a:xfrm>
          <a:custGeom>
            <a:avLst/>
            <a:gdLst/>
            <a:ahLst/>
            <a:cxnLst/>
            <a:rect l="l" t="t" r="r" b="b"/>
            <a:pathLst>
              <a:path w="259" h="165">
                <a:moveTo>
                  <a:pt x="129" y="4"/>
                </a:moveTo>
                <a:cubicBezTo>
                  <a:pt x="198" y="4"/>
                  <a:pt x="255" y="39"/>
                  <a:pt x="255" y="83"/>
                </a:cubicBezTo>
                <a:cubicBezTo>
                  <a:pt x="255" y="126"/>
                  <a:pt x="198" y="161"/>
                  <a:pt x="129" y="161"/>
                </a:cubicBezTo>
                <a:cubicBezTo>
                  <a:pt x="61" y="161"/>
                  <a:pt x="4" y="126"/>
                  <a:pt x="4" y="83"/>
                </a:cubicBezTo>
                <a:cubicBezTo>
                  <a:pt x="4" y="39"/>
                  <a:pt x="61" y="4"/>
                  <a:pt x="129" y="4"/>
                </a:cubicBezTo>
                <a:close/>
                <a:moveTo>
                  <a:pt x="129" y="0"/>
                </a:moveTo>
                <a:cubicBezTo>
                  <a:pt x="201" y="0"/>
                  <a:pt x="259" y="37"/>
                  <a:pt x="259" y="83"/>
                </a:cubicBezTo>
                <a:cubicBezTo>
                  <a:pt x="259" y="128"/>
                  <a:pt x="201" y="165"/>
                  <a:pt x="129" y="165"/>
                </a:cubicBezTo>
                <a:cubicBezTo>
                  <a:pt x="58" y="165"/>
                  <a:pt x="0" y="128"/>
                  <a:pt x="0" y="83"/>
                </a:cubicBezTo>
                <a:cubicBezTo>
                  <a:pt x="0" y="37"/>
                  <a:pt x="58" y="0"/>
                  <a:pt x="129" y="0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8" name="Freeform 9"/>
          <p:cNvSpPr>
            <a:spLocks noGrp="1"/>
          </p:cNvSpPr>
          <p:nvPr/>
        </p:nvSpPr>
        <p:spPr>
          <a:xfrm>
            <a:off x="9899134" y="238926"/>
            <a:ext cx="326373" cy="256527"/>
          </a:xfrm>
          <a:custGeom>
            <a:avLst/>
            <a:gdLst/>
            <a:ahLst/>
            <a:cxnLst/>
            <a:rect l="l" t="t" r="r" b="b"/>
            <a:pathLst>
              <a:path w="211" h="165">
                <a:moveTo>
                  <a:pt x="105" y="4"/>
                </a:moveTo>
                <a:cubicBezTo>
                  <a:pt x="161" y="4"/>
                  <a:pt x="207" y="39"/>
                  <a:pt x="207" y="83"/>
                </a:cubicBezTo>
                <a:cubicBezTo>
                  <a:pt x="207" y="126"/>
                  <a:pt x="161" y="161"/>
                  <a:pt x="105" y="161"/>
                </a:cubicBezTo>
                <a:cubicBezTo>
                  <a:pt x="50" y="161"/>
                  <a:pt x="4" y="126"/>
                  <a:pt x="4" y="83"/>
                </a:cubicBezTo>
                <a:cubicBezTo>
                  <a:pt x="4" y="39"/>
                  <a:pt x="50" y="4"/>
                  <a:pt x="105" y="4"/>
                </a:cubicBezTo>
                <a:close/>
                <a:moveTo>
                  <a:pt x="105" y="0"/>
                </a:moveTo>
                <a:cubicBezTo>
                  <a:pt x="163" y="0"/>
                  <a:pt x="211" y="37"/>
                  <a:pt x="211" y="83"/>
                </a:cubicBezTo>
                <a:cubicBezTo>
                  <a:pt x="211" y="128"/>
                  <a:pt x="163" y="165"/>
                  <a:pt x="105" y="165"/>
                </a:cubicBezTo>
                <a:cubicBezTo>
                  <a:pt x="48" y="165"/>
                  <a:pt x="0" y="128"/>
                  <a:pt x="0" y="83"/>
                </a:cubicBezTo>
                <a:cubicBezTo>
                  <a:pt x="0" y="37"/>
                  <a:pt x="48" y="0"/>
                  <a:pt x="105" y="0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9" name="Freeform 10"/>
          <p:cNvSpPr>
            <a:spLocks noGrp="1"/>
          </p:cNvSpPr>
          <p:nvPr/>
        </p:nvSpPr>
        <p:spPr>
          <a:xfrm>
            <a:off x="9777221" y="157650"/>
            <a:ext cx="568930" cy="412729"/>
          </a:xfrm>
          <a:custGeom>
            <a:avLst/>
            <a:gdLst/>
            <a:ahLst/>
            <a:cxnLst/>
            <a:rect l="l" t="t" r="r" b="b"/>
            <a:pathLst>
              <a:path w="368" h="265">
                <a:moveTo>
                  <a:pt x="184" y="0"/>
                </a:moveTo>
                <a:cubicBezTo>
                  <a:pt x="286" y="0"/>
                  <a:pt x="368" y="60"/>
                  <a:pt x="368" y="133"/>
                </a:cubicBezTo>
                <a:cubicBezTo>
                  <a:pt x="368" y="206"/>
                  <a:pt x="286" y="265"/>
                  <a:pt x="184" y="265"/>
                </a:cubicBezTo>
                <a:cubicBezTo>
                  <a:pt x="83" y="265"/>
                  <a:pt x="0" y="206"/>
                  <a:pt x="0" y="133"/>
                </a:cubicBezTo>
                <a:cubicBezTo>
                  <a:pt x="0" y="60"/>
                  <a:pt x="83" y="0"/>
                  <a:pt x="184" y="0"/>
                </a:cubicBezTo>
                <a:close/>
                <a:moveTo>
                  <a:pt x="184" y="7"/>
                </a:moveTo>
                <a:cubicBezTo>
                  <a:pt x="280" y="7"/>
                  <a:pt x="359" y="64"/>
                  <a:pt x="359" y="133"/>
                </a:cubicBezTo>
                <a:cubicBezTo>
                  <a:pt x="359" y="202"/>
                  <a:pt x="280" y="258"/>
                  <a:pt x="184" y="258"/>
                </a:cubicBezTo>
                <a:cubicBezTo>
                  <a:pt x="88" y="258"/>
                  <a:pt x="9" y="202"/>
                  <a:pt x="9" y="133"/>
                </a:cubicBezTo>
                <a:cubicBezTo>
                  <a:pt x="9" y="64"/>
                  <a:pt x="88" y="7"/>
                  <a:pt x="184" y="7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0" name="Freeform 11"/>
          <p:cNvSpPr>
            <a:spLocks noGrp="1"/>
          </p:cNvSpPr>
          <p:nvPr/>
        </p:nvSpPr>
        <p:spPr>
          <a:xfrm>
            <a:off x="10007079" y="447195"/>
            <a:ext cx="107944" cy="17779"/>
          </a:xfrm>
          <a:custGeom>
            <a:avLst/>
            <a:gdLst/>
            <a:ahLst/>
            <a:cxnLst/>
            <a:rect l="l" t="t" r="r" b="b"/>
            <a:pathLst>
              <a:path w="70" h="11">
                <a:moveTo>
                  <a:pt x="0" y="0"/>
                </a:moveTo>
                <a:lnTo>
                  <a:pt x="1" y="0"/>
                </a:lnTo>
                <a:lnTo>
                  <a:pt x="2" y="6"/>
                </a:lnTo>
                <a:cubicBezTo>
                  <a:pt x="3" y="6"/>
                  <a:pt x="3" y="7"/>
                  <a:pt x="3" y="7"/>
                </a:cubicBezTo>
                <a:cubicBezTo>
                  <a:pt x="3" y="7"/>
                  <a:pt x="3" y="8"/>
                  <a:pt x="3" y="8"/>
                </a:cubicBezTo>
                <a:cubicBezTo>
                  <a:pt x="3" y="8"/>
                  <a:pt x="3" y="7"/>
                  <a:pt x="3" y="6"/>
                </a:cubicBezTo>
                <a:cubicBezTo>
                  <a:pt x="3" y="6"/>
                  <a:pt x="3" y="6"/>
                  <a:pt x="3" y="6"/>
                </a:cubicBezTo>
                <a:lnTo>
                  <a:pt x="4" y="0"/>
                </a:lnTo>
                <a:lnTo>
                  <a:pt x="5" y="0"/>
                </a:lnTo>
                <a:lnTo>
                  <a:pt x="7" y="6"/>
                </a:lnTo>
                <a:cubicBezTo>
                  <a:pt x="7" y="6"/>
                  <a:pt x="7" y="7"/>
                  <a:pt x="7" y="7"/>
                </a:cubicBezTo>
                <a:cubicBezTo>
                  <a:pt x="7" y="7"/>
                  <a:pt x="7" y="8"/>
                  <a:pt x="7" y="8"/>
                </a:cubicBezTo>
                <a:cubicBezTo>
                  <a:pt x="7" y="8"/>
                  <a:pt x="7" y="7"/>
                  <a:pt x="7" y="7"/>
                </a:cubicBezTo>
                <a:cubicBezTo>
                  <a:pt x="7" y="7"/>
                  <a:pt x="7" y="6"/>
                  <a:pt x="7" y="6"/>
                </a:cubicBezTo>
                <a:lnTo>
                  <a:pt x="8" y="0"/>
                </a:lnTo>
                <a:lnTo>
                  <a:pt x="10" y="0"/>
                </a:lnTo>
                <a:lnTo>
                  <a:pt x="7" y="10"/>
                </a:lnTo>
                <a:lnTo>
                  <a:pt x="6" y="10"/>
                </a:lnTo>
                <a:lnTo>
                  <a:pt x="5" y="5"/>
                </a:lnTo>
                <a:cubicBezTo>
                  <a:pt x="5" y="4"/>
                  <a:pt x="5" y="4"/>
                  <a:pt x="5" y="4"/>
                </a:cubicBezTo>
                <a:cubicBezTo>
                  <a:pt x="5" y="3"/>
                  <a:pt x="5" y="3"/>
                  <a:pt x="5" y="2"/>
                </a:cubicBezTo>
                <a:cubicBezTo>
                  <a:pt x="5" y="3"/>
                  <a:pt x="5" y="3"/>
                  <a:pt x="5" y="4"/>
                </a:cubicBezTo>
                <a:cubicBezTo>
                  <a:pt x="5" y="4"/>
                  <a:pt x="5" y="4"/>
                  <a:pt x="4" y="5"/>
                </a:cubicBezTo>
                <a:lnTo>
                  <a:pt x="3" y="10"/>
                </a:lnTo>
                <a:lnTo>
                  <a:pt x="2" y="10"/>
                </a:lnTo>
                <a:lnTo>
                  <a:pt x="0" y="0"/>
                </a:lnTo>
                <a:close/>
              </a:path>
              <a:path w="70" h="11">
                <a:moveTo>
                  <a:pt x="10" y="0"/>
                </a:moveTo>
                <a:lnTo>
                  <a:pt x="12" y="0"/>
                </a:lnTo>
                <a:lnTo>
                  <a:pt x="12" y="7"/>
                </a:lnTo>
                <a:cubicBezTo>
                  <a:pt x="12" y="8"/>
                  <a:pt x="12" y="8"/>
                  <a:pt x="12" y="9"/>
                </a:cubicBezTo>
                <a:cubicBezTo>
                  <a:pt x="12" y="9"/>
                  <a:pt x="13" y="9"/>
                  <a:pt x="13" y="9"/>
                </a:cubicBezTo>
                <a:cubicBezTo>
                  <a:pt x="14" y="9"/>
                  <a:pt x="14" y="9"/>
                  <a:pt x="15" y="9"/>
                </a:cubicBezTo>
                <a:cubicBezTo>
                  <a:pt x="15" y="8"/>
                  <a:pt x="15" y="8"/>
                  <a:pt x="15" y="7"/>
                </a:cubicBezTo>
                <a:lnTo>
                  <a:pt x="15" y="0"/>
                </a:lnTo>
                <a:lnTo>
                  <a:pt x="16" y="0"/>
                </a:lnTo>
                <a:lnTo>
                  <a:pt x="16" y="7"/>
                </a:lnTo>
                <a:cubicBezTo>
                  <a:pt x="16" y="8"/>
                  <a:pt x="16" y="9"/>
                  <a:pt x="15" y="10"/>
                </a:cubicBezTo>
                <a:cubicBezTo>
                  <a:pt x="15" y="10"/>
                  <a:pt x="14" y="11"/>
                  <a:pt x="13" y="11"/>
                </a:cubicBezTo>
                <a:cubicBezTo>
                  <a:pt x="12" y="11"/>
                  <a:pt x="12" y="10"/>
                  <a:pt x="11" y="10"/>
                </a:cubicBezTo>
                <a:cubicBezTo>
                  <a:pt x="11" y="9"/>
                  <a:pt x="10" y="8"/>
                  <a:pt x="10" y="7"/>
                </a:cubicBezTo>
                <a:lnTo>
                  <a:pt x="10" y="0"/>
                </a:lnTo>
                <a:close/>
              </a:path>
              <a:path w="70" h="11">
                <a:moveTo>
                  <a:pt x="18" y="0"/>
                </a:moveTo>
                <a:lnTo>
                  <a:pt x="19" y="0"/>
                </a:lnTo>
                <a:lnTo>
                  <a:pt x="19" y="4"/>
                </a:lnTo>
                <a:lnTo>
                  <a:pt x="22" y="4"/>
                </a:lnTo>
                <a:lnTo>
                  <a:pt x="22" y="0"/>
                </a:lnTo>
                <a:lnTo>
                  <a:pt x="23" y="0"/>
                </a:lnTo>
                <a:lnTo>
                  <a:pt x="23" y="10"/>
                </a:lnTo>
                <a:lnTo>
                  <a:pt x="22" y="10"/>
                </a:lnTo>
                <a:lnTo>
                  <a:pt x="22" y="6"/>
                </a:lnTo>
                <a:lnTo>
                  <a:pt x="19" y="6"/>
                </a:lnTo>
                <a:lnTo>
                  <a:pt x="19" y="10"/>
                </a:lnTo>
                <a:lnTo>
                  <a:pt x="18" y="10"/>
                </a:lnTo>
                <a:lnTo>
                  <a:pt x="18" y="0"/>
                </a:lnTo>
                <a:close/>
              </a:path>
              <a:path w="70" h="11">
                <a:moveTo>
                  <a:pt x="26" y="0"/>
                </a:moveTo>
                <a:lnTo>
                  <a:pt x="28" y="0"/>
                </a:lnTo>
                <a:lnTo>
                  <a:pt x="30" y="10"/>
                </a:lnTo>
                <a:lnTo>
                  <a:pt x="29" y="10"/>
                </a:lnTo>
                <a:lnTo>
                  <a:pt x="29" y="8"/>
                </a:lnTo>
                <a:lnTo>
                  <a:pt x="26" y="8"/>
                </a:lnTo>
                <a:lnTo>
                  <a:pt x="25" y="10"/>
                </a:lnTo>
                <a:lnTo>
                  <a:pt x="24" y="10"/>
                </a:lnTo>
                <a:lnTo>
                  <a:pt x="26" y="0"/>
                </a:lnTo>
                <a:close/>
                <a:moveTo>
                  <a:pt x="27" y="1"/>
                </a:moveTo>
                <a:lnTo>
                  <a:pt x="26" y="6"/>
                </a:lnTo>
                <a:lnTo>
                  <a:pt x="28" y="6"/>
                </a:lnTo>
                <a:lnTo>
                  <a:pt x="27" y="1"/>
                </a:lnTo>
                <a:close/>
              </a:path>
              <a:path w="70" h="11">
                <a:moveTo>
                  <a:pt x="31" y="0"/>
                </a:moveTo>
                <a:lnTo>
                  <a:pt x="32" y="0"/>
                </a:lnTo>
                <a:lnTo>
                  <a:pt x="35" y="6"/>
                </a:lnTo>
                <a:cubicBezTo>
                  <a:pt x="35" y="6"/>
                  <a:pt x="35" y="7"/>
                  <a:pt x="35" y="7"/>
                </a:cubicBezTo>
                <a:cubicBezTo>
                  <a:pt x="36" y="7"/>
                  <a:pt x="36" y="8"/>
                  <a:pt x="36" y="8"/>
                </a:cubicBezTo>
                <a:cubicBezTo>
                  <a:pt x="36" y="8"/>
                  <a:pt x="36" y="7"/>
                  <a:pt x="36" y="7"/>
                </a:cubicBezTo>
                <a:cubicBezTo>
                  <a:pt x="36" y="7"/>
                  <a:pt x="36" y="6"/>
                  <a:pt x="36" y="6"/>
                </a:cubicBezTo>
                <a:lnTo>
                  <a:pt x="36" y="0"/>
                </a:lnTo>
                <a:lnTo>
                  <a:pt x="37" y="0"/>
                </a:lnTo>
                <a:lnTo>
                  <a:pt x="37" y="10"/>
                </a:lnTo>
                <a:lnTo>
                  <a:pt x="36" y="10"/>
                </a:lnTo>
                <a:lnTo>
                  <a:pt x="33" y="4"/>
                </a:lnTo>
                <a:cubicBezTo>
                  <a:pt x="33" y="4"/>
                  <a:pt x="33" y="4"/>
                  <a:pt x="33" y="3"/>
                </a:cubicBezTo>
                <a:cubicBezTo>
                  <a:pt x="32" y="3"/>
                  <a:pt x="32" y="2"/>
                  <a:pt x="32" y="2"/>
                </a:cubicBezTo>
                <a:cubicBezTo>
                  <a:pt x="32" y="2"/>
                  <a:pt x="32" y="2"/>
                  <a:pt x="32" y="3"/>
                </a:cubicBezTo>
                <a:cubicBezTo>
                  <a:pt x="32" y="3"/>
                  <a:pt x="32" y="4"/>
                  <a:pt x="32" y="4"/>
                </a:cubicBezTo>
                <a:lnTo>
                  <a:pt x="32" y="10"/>
                </a:lnTo>
                <a:lnTo>
                  <a:pt x="31" y="10"/>
                </a:lnTo>
                <a:lnTo>
                  <a:pt x="31" y="0"/>
                </a:lnTo>
                <a:close/>
              </a:path>
              <a:path w="70" h="11">
                <a:moveTo>
                  <a:pt x="46" y="3"/>
                </a:moveTo>
                <a:lnTo>
                  <a:pt x="45" y="3"/>
                </a:lnTo>
                <a:cubicBezTo>
                  <a:pt x="45" y="3"/>
                  <a:pt x="45" y="2"/>
                  <a:pt x="44" y="2"/>
                </a:cubicBezTo>
                <a:cubicBezTo>
                  <a:pt x="44" y="1"/>
                  <a:pt x="44" y="1"/>
                  <a:pt x="43" y="1"/>
                </a:cubicBezTo>
                <a:cubicBezTo>
                  <a:pt x="43" y="1"/>
                  <a:pt x="42" y="2"/>
                  <a:pt x="42" y="2"/>
                </a:cubicBezTo>
                <a:cubicBezTo>
                  <a:pt x="42" y="3"/>
                  <a:pt x="42" y="4"/>
                  <a:pt x="42" y="5"/>
                </a:cubicBezTo>
                <a:cubicBezTo>
                  <a:pt x="42" y="7"/>
                  <a:pt x="42" y="8"/>
                  <a:pt x="42" y="8"/>
                </a:cubicBezTo>
                <a:cubicBezTo>
                  <a:pt x="42" y="9"/>
                  <a:pt x="43" y="9"/>
                  <a:pt x="43" y="9"/>
                </a:cubicBezTo>
                <a:cubicBezTo>
                  <a:pt x="44" y="9"/>
                  <a:pt x="44" y="9"/>
                  <a:pt x="45" y="9"/>
                </a:cubicBezTo>
                <a:cubicBezTo>
                  <a:pt x="45" y="8"/>
                  <a:pt x="45" y="8"/>
                  <a:pt x="45" y="7"/>
                </a:cubicBezTo>
                <a:lnTo>
                  <a:pt x="46" y="8"/>
                </a:lnTo>
                <a:cubicBezTo>
                  <a:pt x="46" y="9"/>
                  <a:pt x="46" y="9"/>
                  <a:pt x="45" y="10"/>
                </a:cubicBezTo>
                <a:cubicBezTo>
                  <a:pt x="45" y="10"/>
                  <a:pt x="44" y="11"/>
                  <a:pt x="43" y="11"/>
                </a:cubicBezTo>
                <a:cubicBezTo>
                  <a:pt x="42" y="11"/>
                  <a:pt x="42" y="10"/>
                  <a:pt x="41" y="9"/>
                </a:cubicBezTo>
                <a:cubicBezTo>
                  <a:pt x="41" y="8"/>
                  <a:pt x="40" y="7"/>
                  <a:pt x="40" y="5"/>
                </a:cubicBezTo>
                <a:cubicBezTo>
                  <a:pt x="40" y="4"/>
                  <a:pt x="41" y="2"/>
                  <a:pt x="41" y="1"/>
                </a:cubicBezTo>
                <a:cubicBezTo>
                  <a:pt x="42" y="0"/>
                  <a:pt x="43" y="0"/>
                  <a:pt x="43" y="0"/>
                </a:cubicBezTo>
                <a:cubicBezTo>
                  <a:pt x="44" y="0"/>
                  <a:pt x="45" y="0"/>
                  <a:pt x="45" y="1"/>
                </a:cubicBezTo>
                <a:cubicBezTo>
                  <a:pt x="46" y="1"/>
                  <a:pt x="46" y="2"/>
                  <a:pt x="46" y="3"/>
                </a:cubicBezTo>
                <a:close/>
              </a:path>
              <a:path w="70" h="11">
                <a:moveTo>
                  <a:pt x="47" y="0"/>
                </a:moveTo>
                <a:lnTo>
                  <a:pt x="48" y="0"/>
                </a:lnTo>
                <a:lnTo>
                  <a:pt x="48" y="4"/>
                </a:lnTo>
                <a:lnTo>
                  <a:pt x="52" y="4"/>
                </a:lnTo>
                <a:lnTo>
                  <a:pt x="52" y="0"/>
                </a:lnTo>
                <a:lnTo>
                  <a:pt x="53" y="0"/>
                </a:lnTo>
                <a:lnTo>
                  <a:pt x="53" y="10"/>
                </a:lnTo>
                <a:lnTo>
                  <a:pt x="52" y="10"/>
                </a:lnTo>
                <a:lnTo>
                  <a:pt x="52" y="6"/>
                </a:lnTo>
                <a:lnTo>
                  <a:pt x="48" y="6"/>
                </a:lnTo>
                <a:lnTo>
                  <a:pt x="48" y="10"/>
                </a:lnTo>
                <a:lnTo>
                  <a:pt x="47" y="10"/>
                </a:lnTo>
                <a:lnTo>
                  <a:pt x="47" y="0"/>
                </a:lnTo>
                <a:close/>
              </a:path>
              <a:path w="70" h="11">
                <a:moveTo>
                  <a:pt x="55" y="0"/>
                </a:moveTo>
                <a:lnTo>
                  <a:pt x="56" y="0"/>
                </a:lnTo>
                <a:lnTo>
                  <a:pt x="56" y="10"/>
                </a:lnTo>
                <a:lnTo>
                  <a:pt x="55" y="10"/>
                </a:lnTo>
                <a:lnTo>
                  <a:pt x="55" y="0"/>
                </a:lnTo>
                <a:close/>
              </a:path>
              <a:path w="70" h="11">
                <a:moveTo>
                  <a:pt x="57" y="0"/>
                </a:moveTo>
                <a:lnTo>
                  <a:pt x="59" y="0"/>
                </a:lnTo>
                <a:lnTo>
                  <a:pt x="61" y="6"/>
                </a:lnTo>
                <a:cubicBezTo>
                  <a:pt x="61" y="6"/>
                  <a:pt x="61" y="7"/>
                  <a:pt x="62" y="7"/>
                </a:cubicBezTo>
                <a:cubicBezTo>
                  <a:pt x="62" y="7"/>
                  <a:pt x="62" y="8"/>
                  <a:pt x="62" y="8"/>
                </a:cubicBezTo>
                <a:cubicBezTo>
                  <a:pt x="62" y="8"/>
                  <a:pt x="62" y="7"/>
                  <a:pt x="62" y="7"/>
                </a:cubicBezTo>
                <a:cubicBezTo>
                  <a:pt x="62" y="7"/>
                  <a:pt x="62" y="6"/>
                  <a:pt x="62" y="6"/>
                </a:cubicBezTo>
                <a:lnTo>
                  <a:pt x="62" y="0"/>
                </a:lnTo>
                <a:lnTo>
                  <a:pt x="63" y="0"/>
                </a:lnTo>
                <a:lnTo>
                  <a:pt x="63" y="10"/>
                </a:lnTo>
                <a:lnTo>
                  <a:pt x="62" y="10"/>
                </a:lnTo>
                <a:lnTo>
                  <a:pt x="59" y="4"/>
                </a:lnTo>
                <a:cubicBezTo>
                  <a:pt x="59" y="4"/>
                  <a:pt x="59" y="4"/>
                  <a:pt x="59" y="3"/>
                </a:cubicBezTo>
                <a:cubicBezTo>
                  <a:pt x="59" y="3"/>
                  <a:pt x="59" y="2"/>
                  <a:pt x="58" y="2"/>
                </a:cubicBezTo>
                <a:cubicBezTo>
                  <a:pt x="58" y="2"/>
                  <a:pt x="58" y="2"/>
                  <a:pt x="58" y="3"/>
                </a:cubicBezTo>
                <a:cubicBezTo>
                  <a:pt x="58" y="3"/>
                  <a:pt x="58" y="4"/>
                  <a:pt x="58" y="4"/>
                </a:cubicBezTo>
                <a:lnTo>
                  <a:pt x="58" y="10"/>
                </a:lnTo>
                <a:lnTo>
                  <a:pt x="57" y="10"/>
                </a:lnTo>
                <a:lnTo>
                  <a:pt x="57" y="0"/>
                </a:lnTo>
                <a:close/>
              </a:path>
              <a:path w="70" h="11">
                <a:moveTo>
                  <a:pt x="66" y="0"/>
                </a:moveTo>
                <a:lnTo>
                  <a:pt x="68" y="0"/>
                </a:lnTo>
                <a:lnTo>
                  <a:pt x="70" y="10"/>
                </a:lnTo>
                <a:lnTo>
                  <a:pt x="69" y="10"/>
                </a:lnTo>
                <a:lnTo>
                  <a:pt x="68" y="8"/>
                </a:lnTo>
                <a:lnTo>
                  <a:pt x="66" y="8"/>
                </a:lnTo>
                <a:lnTo>
                  <a:pt x="65" y="10"/>
                </a:lnTo>
                <a:lnTo>
                  <a:pt x="64" y="10"/>
                </a:lnTo>
                <a:lnTo>
                  <a:pt x="66" y="0"/>
                </a:lnTo>
                <a:close/>
                <a:moveTo>
                  <a:pt x="67" y="1"/>
                </a:moveTo>
                <a:lnTo>
                  <a:pt x="66" y="6"/>
                </a:lnTo>
                <a:lnTo>
                  <a:pt x="68" y="6"/>
                </a:lnTo>
                <a:lnTo>
                  <a:pt x="67" y="1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1" name="Freeform 12"/>
          <p:cNvSpPr>
            <a:spLocks noGrp="1"/>
          </p:cNvSpPr>
          <p:nvPr/>
        </p:nvSpPr>
        <p:spPr>
          <a:xfrm>
            <a:off x="9914374" y="411637"/>
            <a:ext cx="297165" cy="30478"/>
          </a:xfrm>
          <a:custGeom>
            <a:avLst/>
            <a:gdLst/>
            <a:ahLst/>
            <a:cxnLst/>
            <a:rect l="l" t="t" r="r" b="b"/>
            <a:pathLst>
              <a:path w="192" h="20">
                <a:moveTo>
                  <a:pt x="0" y="0"/>
                </a:moveTo>
                <a:lnTo>
                  <a:pt x="192" y="0"/>
                </a:lnTo>
                <a:cubicBezTo>
                  <a:pt x="189" y="7"/>
                  <a:pt x="184" y="13"/>
                  <a:pt x="177" y="20"/>
                </a:cubicBezTo>
                <a:lnTo>
                  <a:pt x="14" y="19"/>
                </a:lnTo>
                <a:cubicBezTo>
                  <a:pt x="7" y="15"/>
                  <a:pt x="3" y="8"/>
                  <a:pt x="0" y="0"/>
                </a:cubicBezTo>
                <a:close/>
                <a:moveTo>
                  <a:pt x="39" y="4"/>
                </a:moveTo>
                <a:cubicBezTo>
                  <a:pt x="39" y="4"/>
                  <a:pt x="39" y="5"/>
                  <a:pt x="38" y="5"/>
                </a:cubicBezTo>
                <a:cubicBezTo>
                  <a:pt x="38" y="5"/>
                  <a:pt x="38" y="5"/>
                  <a:pt x="38" y="6"/>
                </a:cubicBezTo>
                <a:cubicBezTo>
                  <a:pt x="38" y="7"/>
                  <a:pt x="38" y="7"/>
                  <a:pt x="38" y="8"/>
                </a:cubicBezTo>
                <a:cubicBezTo>
                  <a:pt x="38" y="8"/>
                  <a:pt x="38" y="9"/>
                  <a:pt x="38" y="9"/>
                </a:cubicBezTo>
                <a:cubicBezTo>
                  <a:pt x="38" y="10"/>
                  <a:pt x="38" y="11"/>
                  <a:pt x="38" y="12"/>
                </a:cubicBezTo>
                <a:lnTo>
                  <a:pt x="38" y="14"/>
                </a:lnTo>
                <a:cubicBezTo>
                  <a:pt x="38" y="15"/>
                  <a:pt x="38" y="16"/>
                  <a:pt x="38" y="17"/>
                </a:cubicBezTo>
                <a:cubicBezTo>
                  <a:pt x="38" y="17"/>
                  <a:pt x="38" y="17"/>
                  <a:pt x="38" y="17"/>
                </a:cubicBezTo>
                <a:cubicBezTo>
                  <a:pt x="38" y="17"/>
                  <a:pt x="38" y="17"/>
                  <a:pt x="38" y="17"/>
                </a:cubicBezTo>
                <a:cubicBezTo>
                  <a:pt x="38" y="17"/>
                  <a:pt x="38" y="17"/>
                  <a:pt x="37" y="17"/>
                </a:cubicBezTo>
                <a:cubicBezTo>
                  <a:pt x="37" y="17"/>
                  <a:pt x="36" y="17"/>
                  <a:pt x="36" y="17"/>
                </a:cubicBezTo>
                <a:cubicBezTo>
                  <a:pt x="35" y="16"/>
                  <a:pt x="35" y="16"/>
                  <a:pt x="35" y="16"/>
                </a:cubicBezTo>
                <a:cubicBezTo>
                  <a:pt x="34" y="16"/>
                  <a:pt x="34" y="16"/>
                  <a:pt x="34" y="16"/>
                </a:cubicBezTo>
                <a:cubicBezTo>
                  <a:pt x="34" y="16"/>
                  <a:pt x="34" y="15"/>
                  <a:pt x="34" y="15"/>
                </a:cubicBezTo>
                <a:cubicBezTo>
                  <a:pt x="34" y="15"/>
                  <a:pt x="34" y="15"/>
                  <a:pt x="34" y="15"/>
                </a:cubicBezTo>
                <a:cubicBezTo>
                  <a:pt x="35" y="15"/>
                  <a:pt x="35" y="15"/>
                  <a:pt x="36" y="15"/>
                </a:cubicBezTo>
                <a:cubicBezTo>
                  <a:pt x="36" y="15"/>
                  <a:pt x="36" y="15"/>
                  <a:pt x="36" y="15"/>
                </a:cubicBezTo>
                <a:cubicBezTo>
                  <a:pt x="37" y="15"/>
                  <a:pt x="37" y="15"/>
                  <a:pt x="37" y="15"/>
                </a:cubicBezTo>
                <a:cubicBezTo>
                  <a:pt x="37" y="15"/>
                  <a:pt x="37" y="15"/>
                  <a:pt x="37" y="14"/>
                </a:cubicBezTo>
                <a:cubicBezTo>
                  <a:pt x="37" y="14"/>
                  <a:pt x="37" y="13"/>
                  <a:pt x="37" y="12"/>
                </a:cubicBezTo>
                <a:cubicBezTo>
                  <a:pt x="36" y="11"/>
                  <a:pt x="36" y="10"/>
                  <a:pt x="36" y="8"/>
                </a:cubicBezTo>
                <a:lnTo>
                  <a:pt x="36" y="6"/>
                </a:lnTo>
                <a:cubicBezTo>
                  <a:pt x="36" y="5"/>
                  <a:pt x="36" y="5"/>
                  <a:pt x="36" y="5"/>
                </a:cubicBezTo>
                <a:cubicBezTo>
                  <a:pt x="35" y="5"/>
                  <a:pt x="35" y="5"/>
                  <a:pt x="35" y="5"/>
                </a:cubicBezTo>
                <a:cubicBezTo>
                  <a:pt x="34" y="5"/>
                  <a:pt x="34" y="5"/>
                  <a:pt x="34" y="6"/>
                </a:cubicBezTo>
                <a:cubicBezTo>
                  <a:pt x="34" y="6"/>
                  <a:pt x="34" y="6"/>
                  <a:pt x="34" y="6"/>
                </a:cubicBezTo>
                <a:cubicBezTo>
                  <a:pt x="34" y="7"/>
                  <a:pt x="34" y="7"/>
                  <a:pt x="34" y="7"/>
                </a:cubicBezTo>
                <a:cubicBezTo>
                  <a:pt x="35" y="7"/>
                  <a:pt x="35" y="7"/>
                  <a:pt x="35" y="7"/>
                </a:cubicBezTo>
                <a:cubicBezTo>
                  <a:pt x="35" y="7"/>
                  <a:pt x="35" y="7"/>
                  <a:pt x="35" y="7"/>
                </a:cubicBezTo>
                <a:cubicBezTo>
                  <a:pt x="36" y="7"/>
                  <a:pt x="36" y="7"/>
                  <a:pt x="36" y="7"/>
                </a:cubicBezTo>
                <a:cubicBezTo>
                  <a:pt x="36" y="7"/>
                  <a:pt x="36" y="7"/>
                  <a:pt x="35" y="7"/>
                </a:cubicBezTo>
                <a:cubicBezTo>
                  <a:pt x="35" y="7"/>
                  <a:pt x="35" y="8"/>
                  <a:pt x="35" y="8"/>
                </a:cubicBezTo>
                <a:cubicBezTo>
                  <a:pt x="34" y="8"/>
                  <a:pt x="34" y="8"/>
                  <a:pt x="34" y="8"/>
                </a:cubicBezTo>
                <a:cubicBezTo>
                  <a:pt x="34" y="8"/>
                  <a:pt x="34" y="9"/>
                  <a:pt x="34" y="9"/>
                </a:cubicBezTo>
                <a:cubicBezTo>
                  <a:pt x="34" y="9"/>
                  <a:pt x="34" y="9"/>
                  <a:pt x="34" y="9"/>
                </a:cubicBezTo>
                <a:cubicBezTo>
                  <a:pt x="34" y="9"/>
                  <a:pt x="34" y="9"/>
                  <a:pt x="34" y="9"/>
                </a:cubicBezTo>
                <a:cubicBezTo>
                  <a:pt x="34" y="9"/>
                  <a:pt x="35" y="9"/>
                  <a:pt x="35" y="9"/>
                </a:cubicBezTo>
                <a:cubicBezTo>
                  <a:pt x="35" y="9"/>
                  <a:pt x="35" y="9"/>
                  <a:pt x="35" y="9"/>
                </a:cubicBezTo>
                <a:cubicBezTo>
                  <a:pt x="36" y="9"/>
                  <a:pt x="36" y="9"/>
                  <a:pt x="36" y="9"/>
                </a:cubicBezTo>
                <a:cubicBezTo>
                  <a:pt x="36" y="9"/>
                  <a:pt x="36" y="10"/>
                  <a:pt x="36" y="10"/>
                </a:cubicBezTo>
                <a:cubicBezTo>
                  <a:pt x="36" y="10"/>
                  <a:pt x="36" y="10"/>
                  <a:pt x="36" y="10"/>
                </a:cubicBezTo>
                <a:cubicBezTo>
                  <a:pt x="36" y="10"/>
                  <a:pt x="35" y="10"/>
                  <a:pt x="35" y="11"/>
                </a:cubicBezTo>
                <a:cubicBezTo>
                  <a:pt x="35" y="11"/>
                  <a:pt x="35" y="11"/>
                  <a:pt x="34" y="11"/>
                </a:cubicBezTo>
                <a:cubicBezTo>
                  <a:pt x="34" y="11"/>
                  <a:pt x="33" y="12"/>
                  <a:pt x="33" y="12"/>
                </a:cubicBezTo>
                <a:cubicBezTo>
                  <a:pt x="33" y="12"/>
                  <a:pt x="33" y="12"/>
                  <a:pt x="33" y="12"/>
                </a:cubicBezTo>
                <a:cubicBezTo>
                  <a:pt x="32" y="13"/>
                  <a:pt x="32" y="14"/>
                  <a:pt x="32" y="14"/>
                </a:cubicBezTo>
                <a:cubicBezTo>
                  <a:pt x="32" y="14"/>
                  <a:pt x="32" y="15"/>
                  <a:pt x="32" y="15"/>
                </a:cubicBezTo>
                <a:cubicBezTo>
                  <a:pt x="32" y="15"/>
                  <a:pt x="32" y="15"/>
                  <a:pt x="32" y="15"/>
                </a:cubicBezTo>
                <a:cubicBezTo>
                  <a:pt x="32" y="15"/>
                  <a:pt x="32" y="16"/>
                  <a:pt x="31" y="16"/>
                </a:cubicBezTo>
                <a:cubicBezTo>
                  <a:pt x="31" y="16"/>
                  <a:pt x="31" y="16"/>
                  <a:pt x="30" y="16"/>
                </a:cubicBezTo>
                <a:cubicBezTo>
                  <a:pt x="30" y="16"/>
                  <a:pt x="30" y="16"/>
                  <a:pt x="29" y="16"/>
                </a:cubicBezTo>
                <a:cubicBezTo>
                  <a:pt x="29" y="16"/>
                  <a:pt x="29" y="16"/>
                  <a:pt x="29" y="16"/>
                </a:cubicBezTo>
                <a:cubicBezTo>
                  <a:pt x="29" y="16"/>
                  <a:pt x="29" y="16"/>
                  <a:pt x="29" y="16"/>
                </a:cubicBezTo>
                <a:cubicBezTo>
                  <a:pt x="30" y="15"/>
                  <a:pt x="30" y="15"/>
                  <a:pt x="31" y="15"/>
                </a:cubicBezTo>
                <a:cubicBezTo>
                  <a:pt x="31" y="15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0" y="14"/>
                  <a:pt x="29" y="13"/>
                  <a:pt x="29" y="13"/>
                </a:cubicBezTo>
                <a:cubicBezTo>
                  <a:pt x="28" y="13"/>
                  <a:pt x="28" y="12"/>
                  <a:pt x="28" y="12"/>
                </a:cubicBezTo>
                <a:cubicBezTo>
                  <a:pt x="28" y="12"/>
                  <a:pt x="28" y="12"/>
                  <a:pt x="28" y="12"/>
                </a:cubicBezTo>
                <a:cubicBezTo>
                  <a:pt x="28" y="12"/>
                  <a:pt x="28" y="12"/>
                  <a:pt x="28" y="12"/>
                </a:cubicBezTo>
                <a:cubicBezTo>
                  <a:pt x="29" y="13"/>
                  <a:pt x="29" y="13"/>
                  <a:pt x="30" y="13"/>
                </a:cubicBezTo>
                <a:cubicBezTo>
                  <a:pt x="30" y="13"/>
                  <a:pt x="30" y="13"/>
                  <a:pt x="30" y="12"/>
                </a:cubicBezTo>
                <a:lnTo>
                  <a:pt x="30" y="11"/>
                </a:lnTo>
                <a:cubicBezTo>
                  <a:pt x="30" y="11"/>
                  <a:pt x="30" y="11"/>
                  <a:pt x="30" y="11"/>
                </a:cubicBezTo>
                <a:cubicBezTo>
                  <a:pt x="30" y="11"/>
                  <a:pt x="30" y="11"/>
                  <a:pt x="29" y="11"/>
                </a:cubicBezTo>
                <a:cubicBezTo>
                  <a:pt x="29" y="11"/>
                  <a:pt x="29" y="12"/>
                  <a:pt x="28" y="12"/>
                </a:cubicBezTo>
                <a:cubicBezTo>
                  <a:pt x="28" y="12"/>
                  <a:pt x="28" y="13"/>
                  <a:pt x="27" y="13"/>
                </a:cubicBezTo>
                <a:cubicBezTo>
                  <a:pt x="27" y="14"/>
                  <a:pt x="26" y="14"/>
                  <a:pt x="26" y="14"/>
                </a:cubicBezTo>
                <a:cubicBezTo>
                  <a:pt x="26" y="14"/>
                  <a:pt x="26" y="14"/>
                  <a:pt x="26" y="14"/>
                </a:cubicBezTo>
                <a:cubicBezTo>
                  <a:pt x="26" y="14"/>
                  <a:pt x="25" y="14"/>
                  <a:pt x="25" y="14"/>
                </a:cubicBezTo>
                <a:cubicBezTo>
                  <a:pt x="25" y="14"/>
                  <a:pt x="25" y="13"/>
                  <a:pt x="25" y="13"/>
                </a:cubicBezTo>
                <a:cubicBezTo>
                  <a:pt x="25" y="13"/>
                  <a:pt x="25" y="13"/>
                  <a:pt x="25" y="13"/>
                </a:cubicBezTo>
                <a:cubicBezTo>
                  <a:pt x="25" y="13"/>
                  <a:pt x="26" y="13"/>
                  <a:pt x="26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12"/>
                  <a:pt x="27" y="12"/>
                  <a:pt x="27" y="11"/>
                </a:cubicBezTo>
                <a:cubicBezTo>
                  <a:pt x="26" y="10"/>
                  <a:pt x="26" y="9"/>
                  <a:pt x="26" y="9"/>
                </a:cubicBezTo>
                <a:lnTo>
                  <a:pt x="26" y="7"/>
                </a:lnTo>
                <a:lnTo>
                  <a:pt x="26" y="6"/>
                </a:lnTo>
                <a:cubicBezTo>
                  <a:pt x="26" y="6"/>
                  <a:pt x="27" y="6"/>
                  <a:pt x="27" y="6"/>
                </a:cubicBezTo>
                <a:cubicBezTo>
                  <a:pt x="27" y="6"/>
                  <a:pt x="27" y="5"/>
                  <a:pt x="28" y="5"/>
                </a:cubicBezTo>
                <a:cubicBezTo>
                  <a:pt x="28" y="5"/>
                  <a:pt x="28" y="5"/>
                  <a:pt x="29" y="5"/>
                </a:cubicBezTo>
                <a:cubicBezTo>
                  <a:pt x="30" y="5"/>
                  <a:pt x="30" y="5"/>
                  <a:pt x="30" y="5"/>
                </a:cubicBezTo>
                <a:cubicBezTo>
                  <a:pt x="31" y="5"/>
                  <a:pt x="31" y="5"/>
                  <a:pt x="31" y="5"/>
                </a:cubicBezTo>
                <a:cubicBezTo>
                  <a:pt x="32" y="5"/>
                  <a:pt x="32" y="5"/>
                  <a:pt x="32" y="5"/>
                </a:cubicBezTo>
                <a:cubicBezTo>
                  <a:pt x="32" y="5"/>
                  <a:pt x="32" y="5"/>
                  <a:pt x="32" y="5"/>
                </a:cubicBezTo>
                <a:cubicBezTo>
                  <a:pt x="32" y="6"/>
                  <a:pt x="32" y="6"/>
                  <a:pt x="31" y="6"/>
                </a:cubicBezTo>
                <a:cubicBezTo>
                  <a:pt x="31" y="6"/>
                  <a:pt x="31" y="7"/>
                  <a:pt x="31" y="7"/>
                </a:cubicBezTo>
                <a:cubicBezTo>
                  <a:pt x="31" y="7"/>
                  <a:pt x="31" y="8"/>
                  <a:pt x="31" y="8"/>
                </a:cubicBezTo>
                <a:cubicBezTo>
                  <a:pt x="31" y="8"/>
                  <a:pt x="31" y="9"/>
                  <a:pt x="31" y="10"/>
                </a:cubicBezTo>
                <a:cubicBezTo>
                  <a:pt x="31" y="11"/>
                  <a:pt x="31" y="11"/>
                  <a:pt x="31" y="11"/>
                </a:cubicBezTo>
                <a:cubicBezTo>
                  <a:pt x="31" y="12"/>
                  <a:pt x="31" y="12"/>
                  <a:pt x="31" y="12"/>
                </a:cubicBezTo>
                <a:cubicBezTo>
                  <a:pt x="31" y="13"/>
                  <a:pt x="31" y="13"/>
                  <a:pt x="31" y="13"/>
                </a:cubicBezTo>
                <a:cubicBezTo>
                  <a:pt x="31" y="13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1" y="14"/>
                  <a:pt x="32" y="13"/>
                  <a:pt x="32" y="12"/>
                </a:cubicBezTo>
                <a:cubicBezTo>
                  <a:pt x="32" y="12"/>
                  <a:pt x="32" y="11"/>
                  <a:pt x="33" y="10"/>
                </a:cubicBezTo>
                <a:cubicBezTo>
                  <a:pt x="33" y="8"/>
                  <a:pt x="33" y="6"/>
                  <a:pt x="33" y="6"/>
                </a:cubicBezTo>
                <a:cubicBezTo>
                  <a:pt x="33" y="5"/>
                  <a:pt x="33" y="5"/>
                  <a:pt x="33" y="5"/>
                </a:cubicBezTo>
                <a:cubicBezTo>
                  <a:pt x="33" y="5"/>
                  <a:pt x="33" y="4"/>
                  <a:pt x="34" y="4"/>
                </a:cubicBezTo>
                <a:cubicBezTo>
                  <a:pt x="34" y="4"/>
                  <a:pt x="34" y="4"/>
                  <a:pt x="34" y="4"/>
                </a:cubicBezTo>
                <a:cubicBezTo>
                  <a:pt x="35" y="4"/>
                  <a:pt x="35" y="4"/>
                  <a:pt x="35" y="4"/>
                </a:cubicBezTo>
                <a:cubicBezTo>
                  <a:pt x="35" y="4"/>
                  <a:pt x="36" y="4"/>
                  <a:pt x="36" y="4"/>
                </a:cubicBezTo>
                <a:cubicBezTo>
                  <a:pt x="36" y="4"/>
                  <a:pt x="37" y="4"/>
                  <a:pt x="37" y="4"/>
                </a:cubicBezTo>
                <a:cubicBezTo>
                  <a:pt x="37" y="4"/>
                  <a:pt x="37" y="4"/>
                  <a:pt x="38" y="4"/>
                </a:cubicBezTo>
                <a:cubicBezTo>
                  <a:pt x="38" y="4"/>
                  <a:pt x="38" y="4"/>
                  <a:pt x="38" y="4"/>
                </a:cubicBezTo>
                <a:cubicBezTo>
                  <a:pt x="39" y="4"/>
                  <a:pt x="39" y="4"/>
                  <a:pt x="39" y="4"/>
                </a:cubicBezTo>
                <a:close/>
                <a:moveTo>
                  <a:pt x="52" y="6"/>
                </a:moveTo>
                <a:cubicBezTo>
                  <a:pt x="52" y="6"/>
                  <a:pt x="53" y="6"/>
                  <a:pt x="53" y="6"/>
                </a:cubicBezTo>
                <a:cubicBezTo>
                  <a:pt x="53" y="6"/>
                  <a:pt x="54" y="6"/>
                  <a:pt x="54" y="6"/>
                </a:cubicBezTo>
                <a:cubicBezTo>
                  <a:pt x="54" y="7"/>
                  <a:pt x="55" y="7"/>
                  <a:pt x="55" y="7"/>
                </a:cubicBezTo>
                <a:cubicBezTo>
                  <a:pt x="55" y="7"/>
                  <a:pt x="55" y="7"/>
                  <a:pt x="55" y="7"/>
                </a:cubicBezTo>
                <a:cubicBezTo>
                  <a:pt x="55" y="7"/>
                  <a:pt x="55" y="7"/>
                  <a:pt x="54" y="7"/>
                </a:cubicBezTo>
                <a:cubicBezTo>
                  <a:pt x="54" y="8"/>
                  <a:pt x="54" y="8"/>
                  <a:pt x="54" y="8"/>
                </a:cubicBezTo>
                <a:cubicBezTo>
                  <a:pt x="54" y="9"/>
                  <a:pt x="54" y="9"/>
                  <a:pt x="53" y="10"/>
                </a:cubicBezTo>
                <a:cubicBezTo>
                  <a:pt x="53" y="10"/>
                  <a:pt x="53" y="10"/>
                  <a:pt x="53" y="10"/>
                </a:cubicBezTo>
                <a:cubicBezTo>
                  <a:pt x="53" y="10"/>
                  <a:pt x="53" y="10"/>
                  <a:pt x="53" y="10"/>
                </a:cubicBezTo>
                <a:cubicBezTo>
                  <a:pt x="52" y="10"/>
                  <a:pt x="52" y="10"/>
                  <a:pt x="52" y="10"/>
                </a:cubicBezTo>
                <a:cubicBezTo>
                  <a:pt x="52" y="10"/>
                  <a:pt x="51" y="10"/>
                  <a:pt x="51" y="10"/>
                </a:cubicBezTo>
                <a:cubicBezTo>
                  <a:pt x="51" y="10"/>
                  <a:pt x="51" y="10"/>
                  <a:pt x="50" y="10"/>
                </a:cubicBezTo>
                <a:cubicBezTo>
                  <a:pt x="50" y="10"/>
                  <a:pt x="49" y="10"/>
                  <a:pt x="49" y="10"/>
                </a:cubicBezTo>
                <a:cubicBezTo>
                  <a:pt x="49" y="11"/>
                  <a:pt x="48" y="11"/>
                  <a:pt x="48" y="11"/>
                </a:cubicBezTo>
                <a:cubicBezTo>
                  <a:pt x="48" y="11"/>
                  <a:pt x="48" y="10"/>
                  <a:pt x="48" y="10"/>
                </a:cubicBezTo>
                <a:cubicBezTo>
                  <a:pt x="47" y="10"/>
                  <a:pt x="47" y="9"/>
                  <a:pt x="47" y="9"/>
                </a:cubicBezTo>
                <a:cubicBezTo>
                  <a:pt x="46" y="8"/>
                  <a:pt x="46" y="8"/>
                  <a:pt x="46" y="8"/>
                </a:cubicBezTo>
                <a:cubicBezTo>
                  <a:pt x="46" y="8"/>
                  <a:pt x="46" y="7"/>
                  <a:pt x="47" y="7"/>
                </a:cubicBezTo>
                <a:cubicBezTo>
                  <a:pt x="47" y="7"/>
                  <a:pt x="47" y="7"/>
                  <a:pt x="48" y="7"/>
                </a:cubicBezTo>
                <a:cubicBezTo>
                  <a:pt x="49" y="7"/>
                  <a:pt x="49" y="7"/>
                  <a:pt x="49" y="6"/>
                </a:cubicBezTo>
                <a:cubicBezTo>
                  <a:pt x="49" y="6"/>
                  <a:pt x="49" y="6"/>
                  <a:pt x="49" y="6"/>
                </a:cubicBezTo>
                <a:cubicBezTo>
                  <a:pt x="48" y="6"/>
                  <a:pt x="48" y="6"/>
                  <a:pt x="47" y="6"/>
                </a:cubicBezTo>
                <a:cubicBezTo>
                  <a:pt x="47" y="6"/>
                  <a:pt x="47" y="6"/>
                  <a:pt x="47" y="6"/>
                </a:cubicBezTo>
                <a:cubicBezTo>
                  <a:pt x="47" y="6"/>
                  <a:pt x="47" y="6"/>
                  <a:pt x="47" y="6"/>
                </a:cubicBezTo>
                <a:cubicBezTo>
                  <a:pt x="46" y="6"/>
                  <a:pt x="46" y="5"/>
                  <a:pt x="46" y="5"/>
                </a:cubicBezTo>
                <a:cubicBezTo>
                  <a:pt x="46" y="5"/>
                  <a:pt x="46" y="5"/>
                  <a:pt x="47" y="5"/>
                </a:cubicBezTo>
                <a:cubicBezTo>
                  <a:pt x="47" y="5"/>
                  <a:pt x="47" y="5"/>
                  <a:pt x="47" y="5"/>
                </a:cubicBezTo>
                <a:cubicBezTo>
                  <a:pt x="48" y="5"/>
                  <a:pt x="49" y="5"/>
                  <a:pt x="49" y="4"/>
                </a:cubicBezTo>
                <a:cubicBezTo>
                  <a:pt x="49" y="4"/>
                  <a:pt x="49" y="4"/>
                  <a:pt x="49" y="3"/>
                </a:cubicBezTo>
                <a:cubicBezTo>
                  <a:pt x="50" y="2"/>
                  <a:pt x="50" y="2"/>
                  <a:pt x="50" y="2"/>
                </a:cubicBezTo>
                <a:cubicBezTo>
                  <a:pt x="50" y="2"/>
                  <a:pt x="50" y="2"/>
                  <a:pt x="50" y="2"/>
                </a:cubicBezTo>
                <a:cubicBezTo>
                  <a:pt x="50" y="2"/>
                  <a:pt x="50" y="2"/>
                  <a:pt x="50" y="2"/>
                </a:cubicBezTo>
                <a:cubicBezTo>
                  <a:pt x="51" y="2"/>
                  <a:pt x="51" y="2"/>
                  <a:pt x="51" y="2"/>
                </a:cubicBezTo>
                <a:cubicBezTo>
                  <a:pt x="51" y="2"/>
                  <a:pt x="51" y="2"/>
                  <a:pt x="51" y="3"/>
                </a:cubicBezTo>
                <a:cubicBezTo>
                  <a:pt x="50" y="3"/>
                  <a:pt x="50" y="3"/>
                  <a:pt x="50" y="4"/>
                </a:cubicBezTo>
                <a:cubicBezTo>
                  <a:pt x="50" y="4"/>
                  <a:pt x="51" y="4"/>
                  <a:pt x="51" y="4"/>
                </a:cubicBezTo>
                <a:cubicBezTo>
                  <a:pt x="51" y="4"/>
                  <a:pt x="51" y="4"/>
                  <a:pt x="52" y="4"/>
                </a:cubicBezTo>
                <a:cubicBezTo>
                  <a:pt x="52" y="4"/>
                  <a:pt x="53" y="4"/>
                  <a:pt x="53" y="4"/>
                </a:cubicBezTo>
                <a:cubicBezTo>
                  <a:pt x="53" y="4"/>
                  <a:pt x="53" y="4"/>
                  <a:pt x="53" y="4"/>
                </a:cubicBezTo>
                <a:cubicBezTo>
                  <a:pt x="53" y="4"/>
                  <a:pt x="53" y="4"/>
                  <a:pt x="53" y="4"/>
                </a:cubicBezTo>
                <a:cubicBezTo>
                  <a:pt x="54" y="4"/>
                  <a:pt x="54" y="5"/>
                  <a:pt x="54" y="5"/>
                </a:cubicBezTo>
                <a:cubicBezTo>
                  <a:pt x="54" y="5"/>
                  <a:pt x="54" y="5"/>
                  <a:pt x="54" y="5"/>
                </a:cubicBezTo>
                <a:cubicBezTo>
                  <a:pt x="53" y="5"/>
                  <a:pt x="53" y="5"/>
                  <a:pt x="53" y="5"/>
                </a:cubicBezTo>
                <a:cubicBezTo>
                  <a:pt x="53" y="5"/>
                  <a:pt x="53" y="5"/>
                  <a:pt x="52" y="5"/>
                </a:cubicBezTo>
                <a:cubicBezTo>
                  <a:pt x="52" y="5"/>
                  <a:pt x="51" y="5"/>
                  <a:pt x="51" y="5"/>
                </a:cubicBezTo>
                <a:lnTo>
                  <a:pt x="50" y="6"/>
                </a:lnTo>
                <a:cubicBezTo>
                  <a:pt x="50" y="6"/>
                  <a:pt x="50" y="6"/>
                  <a:pt x="50" y="6"/>
                </a:cubicBezTo>
                <a:cubicBezTo>
                  <a:pt x="50" y="6"/>
                  <a:pt x="50" y="6"/>
                  <a:pt x="51" y="6"/>
                </a:cubicBezTo>
                <a:cubicBezTo>
                  <a:pt x="51" y="6"/>
                  <a:pt x="51" y="6"/>
                  <a:pt x="52" y="6"/>
                </a:cubicBezTo>
                <a:close/>
                <a:moveTo>
                  <a:pt x="45" y="3"/>
                </a:moveTo>
                <a:cubicBezTo>
                  <a:pt x="45" y="3"/>
                  <a:pt x="45" y="3"/>
                  <a:pt x="46" y="4"/>
                </a:cubicBezTo>
                <a:cubicBezTo>
                  <a:pt x="46" y="4"/>
                  <a:pt x="46" y="4"/>
                  <a:pt x="46" y="4"/>
                </a:cubicBezTo>
                <a:cubicBezTo>
                  <a:pt x="46" y="4"/>
                  <a:pt x="46" y="5"/>
                  <a:pt x="45" y="5"/>
                </a:cubicBezTo>
                <a:cubicBezTo>
                  <a:pt x="45" y="6"/>
                  <a:pt x="44" y="6"/>
                  <a:pt x="44" y="6"/>
                </a:cubicBezTo>
                <a:cubicBezTo>
                  <a:pt x="44" y="7"/>
                  <a:pt x="44" y="7"/>
                  <a:pt x="43" y="7"/>
                </a:cubicBezTo>
                <a:cubicBezTo>
                  <a:pt x="43" y="7"/>
                  <a:pt x="43" y="7"/>
                  <a:pt x="43" y="7"/>
                </a:cubicBezTo>
                <a:cubicBezTo>
                  <a:pt x="43" y="7"/>
                  <a:pt x="43" y="7"/>
                  <a:pt x="43" y="7"/>
                </a:cubicBezTo>
                <a:cubicBezTo>
                  <a:pt x="43" y="7"/>
                  <a:pt x="43" y="6"/>
                  <a:pt x="43" y="6"/>
                </a:cubicBezTo>
                <a:cubicBezTo>
                  <a:pt x="43" y="6"/>
                  <a:pt x="44" y="5"/>
                  <a:pt x="44" y="4"/>
                </a:cubicBezTo>
                <a:cubicBezTo>
                  <a:pt x="44" y="4"/>
                  <a:pt x="45" y="3"/>
                  <a:pt x="45" y="3"/>
                </a:cubicBezTo>
                <a:cubicBezTo>
                  <a:pt x="45" y="3"/>
                  <a:pt x="45" y="3"/>
                  <a:pt x="45" y="3"/>
                </a:cubicBezTo>
                <a:close/>
                <a:moveTo>
                  <a:pt x="45" y="6"/>
                </a:moveTo>
                <a:cubicBezTo>
                  <a:pt x="45" y="6"/>
                  <a:pt x="45" y="6"/>
                  <a:pt x="46" y="7"/>
                </a:cubicBezTo>
                <a:cubicBezTo>
                  <a:pt x="46" y="7"/>
                  <a:pt x="46" y="7"/>
                  <a:pt x="46" y="7"/>
                </a:cubicBezTo>
                <a:cubicBezTo>
                  <a:pt x="46" y="7"/>
                  <a:pt x="46" y="8"/>
                  <a:pt x="45" y="8"/>
                </a:cubicBezTo>
                <a:cubicBezTo>
                  <a:pt x="45" y="9"/>
                  <a:pt x="44" y="9"/>
                  <a:pt x="44" y="9"/>
                </a:cubicBezTo>
                <a:cubicBezTo>
                  <a:pt x="44" y="9"/>
                  <a:pt x="44" y="10"/>
                  <a:pt x="44" y="10"/>
                </a:cubicBezTo>
                <a:cubicBezTo>
                  <a:pt x="44" y="10"/>
                  <a:pt x="44" y="10"/>
                  <a:pt x="44" y="10"/>
                </a:cubicBezTo>
                <a:cubicBezTo>
                  <a:pt x="44" y="10"/>
                  <a:pt x="44" y="10"/>
                  <a:pt x="44" y="10"/>
                </a:cubicBezTo>
                <a:cubicBezTo>
                  <a:pt x="45" y="10"/>
                  <a:pt x="45" y="11"/>
                  <a:pt x="45" y="11"/>
                </a:cubicBezTo>
                <a:cubicBezTo>
                  <a:pt x="45" y="11"/>
                  <a:pt x="45" y="11"/>
                  <a:pt x="45" y="11"/>
                </a:cubicBezTo>
                <a:cubicBezTo>
                  <a:pt x="45" y="11"/>
                  <a:pt x="45" y="11"/>
                  <a:pt x="45" y="12"/>
                </a:cubicBezTo>
                <a:cubicBezTo>
                  <a:pt x="45" y="12"/>
                  <a:pt x="45" y="12"/>
                  <a:pt x="45" y="13"/>
                </a:cubicBezTo>
                <a:cubicBezTo>
                  <a:pt x="45" y="14"/>
                  <a:pt x="45" y="14"/>
                  <a:pt x="45" y="14"/>
                </a:cubicBezTo>
                <a:cubicBezTo>
                  <a:pt x="45" y="15"/>
                  <a:pt x="45" y="15"/>
                  <a:pt x="45" y="15"/>
                </a:cubicBezTo>
                <a:cubicBezTo>
                  <a:pt x="45" y="15"/>
                  <a:pt x="45" y="16"/>
                  <a:pt x="45" y="16"/>
                </a:cubicBezTo>
                <a:cubicBezTo>
                  <a:pt x="45" y="16"/>
                  <a:pt x="45" y="16"/>
                  <a:pt x="44" y="16"/>
                </a:cubicBezTo>
                <a:cubicBezTo>
                  <a:pt x="44" y="16"/>
                  <a:pt x="44" y="16"/>
                  <a:pt x="44" y="16"/>
                </a:cubicBezTo>
                <a:cubicBezTo>
                  <a:pt x="44" y="16"/>
                  <a:pt x="44" y="15"/>
                  <a:pt x="44" y="14"/>
                </a:cubicBezTo>
                <a:cubicBezTo>
                  <a:pt x="44" y="14"/>
                  <a:pt x="44" y="13"/>
                  <a:pt x="44" y="13"/>
                </a:cubicBezTo>
                <a:cubicBezTo>
                  <a:pt x="44" y="13"/>
                  <a:pt x="44" y="13"/>
                  <a:pt x="44" y="12"/>
                </a:cubicBezTo>
                <a:cubicBezTo>
                  <a:pt x="44" y="12"/>
                  <a:pt x="44" y="12"/>
                  <a:pt x="44" y="12"/>
                </a:cubicBezTo>
                <a:cubicBezTo>
                  <a:pt x="44" y="12"/>
                  <a:pt x="44" y="12"/>
                  <a:pt x="43" y="12"/>
                </a:cubicBezTo>
                <a:cubicBezTo>
                  <a:pt x="43" y="12"/>
                  <a:pt x="43" y="12"/>
                  <a:pt x="43" y="12"/>
                </a:cubicBezTo>
                <a:cubicBezTo>
                  <a:pt x="43" y="12"/>
                  <a:pt x="42" y="12"/>
                  <a:pt x="42" y="13"/>
                </a:cubicBezTo>
                <a:cubicBezTo>
                  <a:pt x="41" y="13"/>
                  <a:pt x="41" y="13"/>
                  <a:pt x="41" y="13"/>
                </a:cubicBezTo>
                <a:cubicBezTo>
                  <a:pt x="41" y="13"/>
                  <a:pt x="41" y="13"/>
                  <a:pt x="41" y="13"/>
                </a:cubicBezTo>
                <a:cubicBezTo>
                  <a:pt x="41" y="13"/>
                  <a:pt x="41" y="12"/>
                  <a:pt x="41" y="12"/>
                </a:cubicBezTo>
                <a:cubicBezTo>
                  <a:pt x="41" y="12"/>
                  <a:pt x="41" y="11"/>
                  <a:pt x="42" y="11"/>
                </a:cubicBezTo>
                <a:cubicBezTo>
                  <a:pt x="43" y="10"/>
                  <a:pt x="43" y="10"/>
                  <a:pt x="43" y="9"/>
                </a:cubicBezTo>
                <a:cubicBezTo>
                  <a:pt x="43" y="9"/>
                  <a:pt x="44" y="8"/>
                  <a:pt x="44" y="8"/>
                </a:cubicBezTo>
                <a:cubicBezTo>
                  <a:pt x="44" y="7"/>
                  <a:pt x="45" y="7"/>
                  <a:pt x="45" y="7"/>
                </a:cubicBezTo>
                <a:cubicBezTo>
                  <a:pt x="45" y="6"/>
                  <a:pt x="45" y="6"/>
                  <a:pt x="45" y="6"/>
                </a:cubicBezTo>
                <a:close/>
                <a:moveTo>
                  <a:pt x="52" y="12"/>
                </a:moveTo>
                <a:cubicBezTo>
                  <a:pt x="52" y="12"/>
                  <a:pt x="52" y="12"/>
                  <a:pt x="52" y="12"/>
                </a:cubicBezTo>
                <a:cubicBezTo>
                  <a:pt x="53" y="13"/>
                  <a:pt x="54" y="14"/>
                  <a:pt x="54" y="14"/>
                </a:cubicBezTo>
                <a:cubicBezTo>
                  <a:pt x="55" y="15"/>
                  <a:pt x="55" y="16"/>
                  <a:pt x="55" y="16"/>
                </a:cubicBezTo>
                <a:cubicBezTo>
                  <a:pt x="55" y="16"/>
                  <a:pt x="55" y="16"/>
                  <a:pt x="55" y="16"/>
                </a:cubicBezTo>
                <a:cubicBezTo>
                  <a:pt x="55" y="16"/>
                  <a:pt x="55" y="16"/>
                  <a:pt x="54" y="16"/>
                </a:cubicBezTo>
                <a:cubicBezTo>
                  <a:pt x="54" y="16"/>
                  <a:pt x="54" y="16"/>
                  <a:pt x="53" y="16"/>
                </a:cubicBezTo>
                <a:cubicBezTo>
                  <a:pt x="53" y="16"/>
                  <a:pt x="52" y="16"/>
                  <a:pt x="52" y="16"/>
                </a:cubicBezTo>
                <a:cubicBezTo>
                  <a:pt x="52" y="16"/>
                  <a:pt x="51" y="16"/>
                  <a:pt x="51" y="16"/>
                </a:cubicBezTo>
                <a:lnTo>
                  <a:pt x="50" y="16"/>
                </a:lnTo>
                <a:cubicBezTo>
                  <a:pt x="50" y="16"/>
                  <a:pt x="50" y="16"/>
                  <a:pt x="50" y="16"/>
                </a:cubicBezTo>
                <a:cubicBezTo>
                  <a:pt x="49" y="16"/>
                  <a:pt x="49" y="16"/>
                  <a:pt x="49" y="16"/>
                </a:cubicBezTo>
                <a:cubicBezTo>
                  <a:pt x="49" y="16"/>
                  <a:pt x="49" y="16"/>
                  <a:pt x="49" y="16"/>
                </a:cubicBezTo>
                <a:cubicBezTo>
                  <a:pt x="49" y="15"/>
                  <a:pt x="48" y="15"/>
                  <a:pt x="48" y="15"/>
                </a:cubicBezTo>
                <a:cubicBezTo>
                  <a:pt x="48" y="15"/>
                  <a:pt x="48" y="14"/>
                  <a:pt x="48" y="14"/>
                </a:cubicBezTo>
                <a:cubicBezTo>
                  <a:pt x="48" y="14"/>
                  <a:pt x="48" y="13"/>
                  <a:pt x="48" y="13"/>
                </a:cubicBezTo>
                <a:cubicBezTo>
                  <a:pt x="48" y="13"/>
                  <a:pt x="48" y="13"/>
                  <a:pt x="48" y="13"/>
                </a:cubicBezTo>
                <a:cubicBezTo>
                  <a:pt x="48" y="13"/>
                  <a:pt x="47" y="13"/>
                  <a:pt x="47" y="14"/>
                </a:cubicBezTo>
                <a:cubicBezTo>
                  <a:pt x="47" y="14"/>
                  <a:pt x="47" y="15"/>
                  <a:pt x="47" y="15"/>
                </a:cubicBezTo>
                <a:cubicBezTo>
                  <a:pt x="47" y="15"/>
                  <a:pt x="47" y="15"/>
                  <a:pt x="47" y="15"/>
                </a:cubicBezTo>
                <a:cubicBezTo>
                  <a:pt x="46" y="15"/>
                  <a:pt x="46" y="15"/>
                  <a:pt x="46" y="15"/>
                </a:cubicBezTo>
                <a:cubicBezTo>
                  <a:pt x="45" y="15"/>
                  <a:pt x="45" y="15"/>
                  <a:pt x="45" y="15"/>
                </a:cubicBezTo>
                <a:cubicBezTo>
                  <a:pt x="45" y="15"/>
                  <a:pt x="45" y="14"/>
                  <a:pt x="46" y="14"/>
                </a:cubicBezTo>
                <a:cubicBezTo>
                  <a:pt x="46" y="13"/>
                  <a:pt x="46" y="13"/>
                  <a:pt x="47" y="13"/>
                </a:cubicBezTo>
                <a:cubicBezTo>
                  <a:pt x="47" y="13"/>
                  <a:pt x="47" y="12"/>
                  <a:pt x="47" y="12"/>
                </a:cubicBezTo>
                <a:cubicBezTo>
                  <a:pt x="47" y="12"/>
                  <a:pt x="47" y="12"/>
                  <a:pt x="47" y="12"/>
                </a:cubicBezTo>
                <a:cubicBezTo>
                  <a:pt x="47" y="12"/>
                  <a:pt x="47" y="12"/>
                  <a:pt x="47" y="12"/>
                </a:cubicBezTo>
                <a:cubicBezTo>
                  <a:pt x="47" y="11"/>
                  <a:pt x="47" y="11"/>
                  <a:pt x="47" y="11"/>
                </a:cubicBezTo>
                <a:cubicBezTo>
                  <a:pt x="48" y="11"/>
                  <a:pt x="48" y="11"/>
                  <a:pt x="48" y="11"/>
                </a:cubicBezTo>
                <a:cubicBezTo>
                  <a:pt x="48" y="11"/>
                  <a:pt x="49" y="11"/>
                  <a:pt x="49" y="11"/>
                </a:cubicBezTo>
                <a:cubicBezTo>
                  <a:pt x="49" y="11"/>
                  <a:pt x="50" y="11"/>
                  <a:pt x="50" y="11"/>
                </a:cubicBezTo>
                <a:cubicBezTo>
                  <a:pt x="50" y="11"/>
                  <a:pt x="50" y="11"/>
                  <a:pt x="50" y="11"/>
                </a:cubicBezTo>
                <a:cubicBezTo>
                  <a:pt x="51" y="11"/>
                  <a:pt x="51" y="11"/>
                  <a:pt x="51" y="11"/>
                </a:cubicBezTo>
                <a:cubicBezTo>
                  <a:pt x="51" y="11"/>
                  <a:pt x="52" y="11"/>
                  <a:pt x="52" y="11"/>
                </a:cubicBezTo>
                <a:cubicBezTo>
                  <a:pt x="52" y="11"/>
                  <a:pt x="52" y="11"/>
                  <a:pt x="52" y="11"/>
                </a:cubicBezTo>
                <a:cubicBezTo>
                  <a:pt x="52" y="11"/>
                  <a:pt x="52" y="11"/>
                  <a:pt x="52" y="11"/>
                </a:cubicBezTo>
                <a:cubicBezTo>
                  <a:pt x="52" y="11"/>
                  <a:pt x="52" y="12"/>
                  <a:pt x="52" y="12"/>
                </a:cubicBezTo>
                <a:cubicBezTo>
                  <a:pt x="52" y="12"/>
                  <a:pt x="52" y="12"/>
                  <a:pt x="52" y="12"/>
                </a:cubicBezTo>
                <a:close/>
                <a:moveTo>
                  <a:pt x="57" y="13"/>
                </a:moveTo>
                <a:cubicBezTo>
                  <a:pt x="57" y="13"/>
                  <a:pt x="57" y="13"/>
                  <a:pt x="57" y="14"/>
                </a:cubicBezTo>
                <a:cubicBezTo>
                  <a:pt x="57" y="14"/>
                  <a:pt x="57" y="14"/>
                  <a:pt x="57" y="14"/>
                </a:cubicBezTo>
                <a:cubicBezTo>
                  <a:pt x="56" y="14"/>
                  <a:pt x="56" y="14"/>
                  <a:pt x="55" y="13"/>
                </a:cubicBezTo>
                <a:cubicBezTo>
                  <a:pt x="54" y="12"/>
                  <a:pt x="54" y="12"/>
                  <a:pt x="54" y="12"/>
                </a:cubicBezTo>
                <a:cubicBezTo>
                  <a:pt x="54" y="12"/>
                  <a:pt x="54" y="12"/>
                  <a:pt x="54" y="12"/>
                </a:cubicBezTo>
                <a:cubicBezTo>
                  <a:pt x="54" y="12"/>
                  <a:pt x="54" y="12"/>
                  <a:pt x="54" y="12"/>
                </a:cubicBezTo>
                <a:cubicBezTo>
                  <a:pt x="55" y="12"/>
                  <a:pt x="55" y="12"/>
                  <a:pt x="56" y="12"/>
                </a:cubicBezTo>
                <a:cubicBezTo>
                  <a:pt x="56" y="12"/>
                  <a:pt x="56" y="12"/>
                  <a:pt x="56" y="12"/>
                </a:cubicBezTo>
                <a:cubicBezTo>
                  <a:pt x="56" y="12"/>
                  <a:pt x="57" y="12"/>
                  <a:pt x="57" y="12"/>
                </a:cubicBezTo>
                <a:cubicBezTo>
                  <a:pt x="57" y="12"/>
                  <a:pt x="57" y="12"/>
                  <a:pt x="57" y="13"/>
                </a:cubicBezTo>
                <a:cubicBezTo>
                  <a:pt x="57" y="13"/>
                  <a:pt x="57" y="13"/>
                  <a:pt x="57" y="13"/>
                </a:cubicBezTo>
                <a:close/>
                <a:moveTo>
                  <a:pt x="71" y="5"/>
                </a:moveTo>
                <a:cubicBezTo>
                  <a:pt x="71" y="5"/>
                  <a:pt x="71" y="5"/>
                  <a:pt x="71" y="5"/>
                </a:cubicBezTo>
                <a:cubicBezTo>
                  <a:pt x="71" y="5"/>
                  <a:pt x="71" y="6"/>
                  <a:pt x="71" y="6"/>
                </a:cubicBezTo>
                <a:cubicBezTo>
                  <a:pt x="70" y="6"/>
                  <a:pt x="70" y="6"/>
                  <a:pt x="70" y="7"/>
                </a:cubicBezTo>
                <a:cubicBezTo>
                  <a:pt x="70" y="7"/>
                  <a:pt x="70" y="7"/>
                  <a:pt x="70" y="8"/>
                </a:cubicBezTo>
                <a:cubicBezTo>
                  <a:pt x="70" y="8"/>
                  <a:pt x="70" y="9"/>
                  <a:pt x="69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69" y="9"/>
                  <a:pt x="69" y="8"/>
                  <a:pt x="68" y="8"/>
                </a:cubicBezTo>
                <a:cubicBezTo>
                  <a:pt x="68" y="8"/>
                  <a:pt x="68" y="8"/>
                  <a:pt x="68" y="8"/>
                </a:cubicBezTo>
                <a:cubicBezTo>
                  <a:pt x="68" y="8"/>
                  <a:pt x="67" y="8"/>
                  <a:pt x="66" y="9"/>
                </a:cubicBezTo>
                <a:cubicBezTo>
                  <a:pt x="66" y="9"/>
                  <a:pt x="65" y="9"/>
                  <a:pt x="65" y="9"/>
                </a:cubicBezTo>
                <a:cubicBezTo>
                  <a:pt x="65" y="9"/>
                  <a:pt x="65" y="9"/>
                  <a:pt x="65" y="9"/>
                </a:cubicBezTo>
                <a:cubicBezTo>
                  <a:pt x="65" y="9"/>
                  <a:pt x="65" y="9"/>
                  <a:pt x="64" y="9"/>
                </a:cubicBezTo>
                <a:cubicBezTo>
                  <a:pt x="64" y="8"/>
                  <a:pt x="64" y="8"/>
                  <a:pt x="63" y="7"/>
                </a:cubicBezTo>
                <a:cubicBezTo>
                  <a:pt x="63" y="7"/>
                  <a:pt x="63" y="6"/>
                  <a:pt x="63" y="6"/>
                </a:cubicBezTo>
                <a:cubicBezTo>
                  <a:pt x="63" y="6"/>
                  <a:pt x="63" y="7"/>
                  <a:pt x="63" y="7"/>
                </a:cubicBezTo>
                <a:cubicBezTo>
                  <a:pt x="63" y="8"/>
                  <a:pt x="62" y="10"/>
                  <a:pt x="61" y="11"/>
                </a:cubicBezTo>
                <a:cubicBezTo>
                  <a:pt x="61" y="12"/>
                  <a:pt x="61" y="12"/>
                  <a:pt x="61" y="13"/>
                </a:cubicBezTo>
                <a:cubicBezTo>
                  <a:pt x="61" y="13"/>
                  <a:pt x="61" y="14"/>
                  <a:pt x="61" y="14"/>
                </a:cubicBezTo>
                <a:cubicBezTo>
                  <a:pt x="60" y="14"/>
                  <a:pt x="60" y="14"/>
                  <a:pt x="60" y="14"/>
                </a:cubicBezTo>
                <a:cubicBezTo>
                  <a:pt x="59" y="15"/>
                  <a:pt x="59" y="15"/>
                  <a:pt x="58" y="15"/>
                </a:cubicBezTo>
                <a:cubicBezTo>
                  <a:pt x="58" y="15"/>
                  <a:pt x="58" y="16"/>
                  <a:pt x="58" y="16"/>
                </a:cubicBezTo>
                <a:cubicBezTo>
                  <a:pt x="57" y="16"/>
                  <a:pt x="57" y="16"/>
                  <a:pt x="57" y="15"/>
                </a:cubicBezTo>
                <a:cubicBezTo>
                  <a:pt x="57" y="15"/>
                  <a:pt x="58" y="15"/>
                  <a:pt x="58" y="15"/>
                </a:cubicBezTo>
                <a:cubicBezTo>
                  <a:pt x="58" y="14"/>
                  <a:pt x="59" y="14"/>
                  <a:pt x="59" y="13"/>
                </a:cubicBezTo>
                <a:cubicBezTo>
                  <a:pt x="59" y="13"/>
                  <a:pt x="60" y="13"/>
                  <a:pt x="60" y="12"/>
                </a:cubicBezTo>
                <a:cubicBezTo>
                  <a:pt x="60" y="11"/>
                  <a:pt x="61" y="10"/>
                  <a:pt x="61" y="9"/>
                </a:cubicBezTo>
                <a:cubicBezTo>
                  <a:pt x="62" y="8"/>
                  <a:pt x="62" y="7"/>
                  <a:pt x="62" y="6"/>
                </a:cubicBezTo>
                <a:cubicBezTo>
                  <a:pt x="63" y="5"/>
                  <a:pt x="63" y="4"/>
                  <a:pt x="63" y="3"/>
                </a:cubicBezTo>
                <a:cubicBezTo>
                  <a:pt x="63" y="3"/>
                  <a:pt x="63" y="3"/>
                  <a:pt x="63" y="3"/>
                </a:cubicBezTo>
                <a:cubicBezTo>
                  <a:pt x="63" y="2"/>
                  <a:pt x="63" y="2"/>
                  <a:pt x="63" y="2"/>
                </a:cubicBezTo>
                <a:cubicBezTo>
                  <a:pt x="63" y="2"/>
                  <a:pt x="64" y="2"/>
                  <a:pt x="64" y="3"/>
                </a:cubicBezTo>
                <a:cubicBezTo>
                  <a:pt x="64" y="3"/>
                  <a:pt x="64" y="3"/>
                  <a:pt x="64" y="3"/>
                </a:cubicBezTo>
                <a:cubicBezTo>
                  <a:pt x="64" y="3"/>
                  <a:pt x="65" y="3"/>
                  <a:pt x="65" y="3"/>
                </a:cubicBezTo>
                <a:cubicBezTo>
                  <a:pt x="66" y="2"/>
                  <a:pt x="66" y="2"/>
                  <a:pt x="66" y="2"/>
                </a:cubicBezTo>
                <a:cubicBezTo>
                  <a:pt x="67" y="2"/>
                  <a:pt x="67" y="2"/>
                  <a:pt x="68" y="2"/>
                </a:cubicBezTo>
                <a:cubicBezTo>
                  <a:pt x="68" y="2"/>
                  <a:pt x="68" y="2"/>
                  <a:pt x="68" y="2"/>
                </a:cubicBezTo>
                <a:cubicBezTo>
                  <a:pt x="69" y="2"/>
                  <a:pt x="69" y="2"/>
                  <a:pt x="69" y="2"/>
                </a:cubicBezTo>
                <a:cubicBezTo>
                  <a:pt x="69" y="2"/>
                  <a:pt x="69" y="2"/>
                  <a:pt x="69" y="2"/>
                </a:cubicBezTo>
                <a:cubicBezTo>
                  <a:pt x="69" y="2"/>
                  <a:pt x="69" y="2"/>
                  <a:pt x="69" y="3"/>
                </a:cubicBezTo>
                <a:cubicBezTo>
                  <a:pt x="70" y="3"/>
                  <a:pt x="70" y="3"/>
                  <a:pt x="70" y="3"/>
                </a:cubicBezTo>
                <a:cubicBezTo>
                  <a:pt x="70" y="3"/>
                  <a:pt x="70" y="3"/>
                  <a:pt x="69" y="3"/>
                </a:cubicBezTo>
                <a:cubicBezTo>
                  <a:pt x="68" y="3"/>
                  <a:pt x="68" y="3"/>
                  <a:pt x="67" y="4"/>
                </a:cubicBezTo>
                <a:cubicBezTo>
                  <a:pt x="67" y="4"/>
                  <a:pt x="67" y="4"/>
                  <a:pt x="67" y="4"/>
                </a:cubicBezTo>
                <a:cubicBezTo>
                  <a:pt x="66" y="4"/>
                  <a:pt x="66" y="4"/>
                  <a:pt x="66" y="4"/>
                </a:cubicBezTo>
                <a:cubicBezTo>
                  <a:pt x="66" y="4"/>
                  <a:pt x="66" y="4"/>
                  <a:pt x="66" y="4"/>
                </a:cubicBezTo>
                <a:cubicBezTo>
                  <a:pt x="66" y="4"/>
                  <a:pt x="65" y="4"/>
                  <a:pt x="65" y="4"/>
                </a:cubicBezTo>
                <a:cubicBezTo>
                  <a:pt x="65" y="4"/>
                  <a:pt x="65" y="4"/>
                  <a:pt x="64" y="4"/>
                </a:cubicBezTo>
                <a:cubicBezTo>
                  <a:pt x="64" y="4"/>
                  <a:pt x="64" y="4"/>
                  <a:pt x="64" y="4"/>
                </a:cubicBezTo>
                <a:cubicBezTo>
                  <a:pt x="64" y="5"/>
                  <a:pt x="64" y="5"/>
                  <a:pt x="64" y="5"/>
                </a:cubicBezTo>
                <a:cubicBezTo>
                  <a:pt x="64" y="5"/>
                  <a:pt x="64" y="5"/>
                  <a:pt x="64" y="5"/>
                </a:cubicBezTo>
                <a:cubicBezTo>
                  <a:pt x="64" y="5"/>
                  <a:pt x="64" y="5"/>
                  <a:pt x="64" y="5"/>
                </a:cubicBezTo>
                <a:cubicBezTo>
                  <a:pt x="65" y="5"/>
                  <a:pt x="66" y="5"/>
                  <a:pt x="67" y="4"/>
                </a:cubicBezTo>
                <a:cubicBezTo>
                  <a:pt x="68" y="4"/>
                  <a:pt x="68" y="4"/>
                  <a:pt x="69" y="4"/>
                </a:cubicBezTo>
                <a:cubicBezTo>
                  <a:pt x="70" y="4"/>
                  <a:pt x="70" y="4"/>
                  <a:pt x="70" y="5"/>
                </a:cubicBezTo>
                <a:cubicBezTo>
                  <a:pt x="71" y="5"/>
                  <a:pt x="71" y="5"/>
                  <a:pt x="71" y="5"/>
                </a:cubicBezTo>
                <a:cubicBezTo>
                  <a:pt x="71" y="5"/>
                  <a:pt x="71" y="5"/>
                  <a:pt x="71" y="5"/>
                </a:cubicBezTo>
                <a:close/>
                <a:moveTo>
                  <a:pt x="72" y="12"/>
                </a:moveTo>
                <a:cubicBezTo>
                  <a:pt x="72" y="12"/>
                  <a:pt x="72" y="12"/>
                  <a:pt x="72" y="12"/>
                </a:cubicBezTo>
                <a:cubicBezTo>
                  <a:pt x="72" y="12"/>
                  <a:pt x="73" y="12"/>
                  <a:pt x="73" y="13"/>
                </a:cubicBezTo>
                <a:cubicBezTo>
                  <a:pt x="73" y="13"/>
                  <a:pt x="73" y="13"/>
                  <a:pt x="73" y="13"/>
                </a:cubicBezTo>
                <a:cubicBezTo>
                  <a:pt x="73" y="13"/>
                  <a:pt x="73" y="13"/>
                  <a:pt x="73" y="13"/>
                </a:cubicBezTo>
                <a:cubicBezTo>
                  <a:pt x="73" y="13"/>
                  <a:pt x="72" y="13"/>
                  <a:pt x="72" y="13"/>
                </a:cubicBezTo>
                <a:cubicBezTo>
                  <a:pt x="72" y="13"/>
                  <a:pt x="71" y="13"/>
                  <a:pt x="70" y="13"/>
                </a:cubicBezTo>
                <a:cubicBezTo>
                  <a:pt x="69" y="13"/>
                  <a:pt x="69" y="13"/>
                  <a:pt x="69" y="13"/>
                </a:cubicBezTo>
                <a:cubicBezTo>
                  <a:pt x="68" y="13"/>
                  <a:pt x="68" y="13"/>
                  <a:pt x="68" y="13"/>
                </a:cubicBezTo>
                <a:lnTo>
                  <a:pt x="68" y="14"/>
                </a:lnTo>
                <a:cubicBezTo>
                  <a:pt x="68" y="15"/>
                  <a:pt x="68" y="16"/>
                  <a:pt x="68" y="16"/>
                </a:cubicBezTo>
                <a:cubicBezTo>
                  <a:pt x="68" y="17"/>
                  <a:pt x="68" y="17"/>
                  <a:pt x="68" y="17"/>
                </a:cubicBezTo>
                <a:cubicBezTo>
                  <a:pt x="68" y="18"/>
                  <a:pt x="68" y="18"/>
                  <a:pt x="68" y="18"/>
                </a:cubicBezTo>
                <a:cubicBezTo>
                  <a:pt x="67" y="18"/>
                  <a:pt x="67" y="18"/>
                  <a:pt x="66" y="17"/>
                </a:cubicBezTo>
                <a:cubicBezTo>
                  <a:pt x="65" y="17"/>
                  <a:pt x="65" y="17"/>
                  <a:pt x="64" y="17"/>
                </a:cubicBezTo>
                <a:cubicBezTo>
                  <a:pt x="64" y="16"/>
                  <a:pt x="63" y="16"/>
                  <a:pt x="63" y="16"/>
                </a:cubicBezTo>
                <a:cubicBezTo>
                  <a:pt x="63" y="16"/>
                  <a:pt x="63" y="16"/>
                  <a:pt x="64" y="16"/>
                </a:cubicBezTo>
                <a:cubicBezTo>
                  <a:pt x="64" y="16"/>
                  <a:pt x="64" y="16"/>
                  <a:pt x="64" y="16"/>
                </a:cubicBezTo>
                <a:cubicBezTo>
                  <a:pt x="64" y="16"/>
                  <a:pt x="65" y="16"/>
                  <a:pt x="65" y="16"/>
                </a:cubicBezTo>
                <a:cubicBezTo>
                  <a:pt x="66" y="16"/>
                  <a:pt x="66" y="16"/>
                  <a:pt x="66" y="16"/>
                </a:cubicBezTo>
                <a:cubicBezTo>
                  <a:pt x="66" y="16"/>
                  <a:pt x="67" y="16"/>
                  <a:pt x="67" y="16"/>
                </a:cubicBezTo>
                <a:cubicBezTo>
                  <a:pt x="67" y="16"/>
                  <a:pt x="67" y="16"/>
                  <a:pt x="67" y="16"/>
                </a:cubicBezTo>
                <a:cubicBezTo>
                  <a:pt x="67" y="16"/>
                  <a:pt x="67" y="15"/>
                  <a:pt x="67" y="15"/>
                </a:cubicBezTo>
                <a:cubicBezTo>
                  <a:pt x="67" y="15"/>
                  <a:pt x="67" y="14"/>
                  <a:pt x="67" y="14"/>
                </a:cubicBezTo>
                <a:cubicBezTo>
                  <a:pt x="67" y="14"/>
                  <a:pt x="67" y="13"/>
                  <a:pt x="67" y="13"/>
                </a:cubicBezTo>
                <a:cubicBezTo>
                  <a:pt x="67" y="13"/>
                  <a:pt x="67" y="13"/>
                  <a:pt x="67" y="13"/>
                </a:cubicBezTo>
                <a:cubicBezTo>
                  <a:pt x="67" y="13"/>
                  <a:pt x="67" y="13"/>
                  <a:pt x="67" y="13"/>
                </a:cubicBezTo>
                <a:cubicBezTo>
                  <a:pt x="66" y="13"/>
                  <a:pt x="65" y="13"/>
                  <a:pt x="64" y="13"/>
                </a:cubicBezTo>
                <a:cubicBezTo>
                  <a:pt x="64" y="14"/>
                  <a:pt x="64" y="14"/>
                  <a:pt x="63" y="14"/>
                </a:cubicBezTo>
                <a:cubicBezTo>
                  <a:pt x="63" y="14"/>
                  <a:pt x="63" y="14"/>
                  <a:pt x="62" y="14"/>
                </a:cubicBezTo>
                <a:cubicBezTo>
                  <a:pt x="62" y="14"/>
                  <a:pt x="62" y="14"/>
                  <a:pt x="62" y="14"/>
                </a:cubicBezTo>
                <a:cubicBezTo>
                  <a:pt x="62" y="14"/>
                  <a:pt x="62" y="14"/>
                  <a:pt x="62" y="14"/>
                </a:cubicBezTo>
                <a:cubicBezTo>
                  <a:pt x="62" y="14"/>
                  <a:pt x="62" y="13"/>
                  <a:pt x="62" y="13"/>
                </a:cubicBezTo>
                <a:cubicBezTo>
                  <a:pt x="62" y="13"/>
                  <a:pt x="62" y="13"/>
                  <a:pt x="62" y="13"/>
                </a:cubicBezTo>
                <a:cubicBezTo>
                  <a:pt x="62" y="13"/>
                  <a:pt x="62" y="13"/>
                  <a:pt x="63" y="13"/>
                </a:cubicBezTo>
                <a:cubicBezTo>
                  <a:pt x="63" y="13"/>
                  <a:pt x="63" y="13"/>
                  <a:pt x="63" y="13"/>
                </a:cubicBezTo>
                <a:cubicBezTo>
                  <a:pt x="64" y="13"/>
                  <a:pt x="65" y="12"/>
                  <a:pt x="66" y="12"/>
                </a:cubicBezTo>
                <a:cubicBezTo>
                  <a:pt x="67" y="12"/>
                  <a:pt x="67" y="12"/>
                  <a:pt x="67" y="12"/>
                </a:cubicBezTo>
                <a:cubicBezTo>
                  <a:pt x="67" y="12"/>
                  <a:pt x="67" y="11"/>
                  <a:pt x="66" y="11"/>
                </a:cubicBezTo>
                <a:cubicBezTo>
                  <a:pt x="66" y="11"/>
                  <a:pt x="66" y="11"/>
                  <a:pt x="66" y="11"/>
                </a:cubicBezTo>
                <a:cubicBezTo>
                  <a:pt x="66" y="11"/>
                  <a:pt x="66" y="11"/>
                  <a:pt x="66" y="11"/>
                </a:cubicBezTo>
                <a:cubicBezTo>
                  <a:pt x="67" y="11"/>
                  <a:pt x="67" y="11"/>
                  <a:pt x="67" y="11"/>
                </a:cubicBezTo>
                <a:cubicBezTo>
                  <a:pt x="67" y="11"/>
                  <a:pt x="68" y="11"/>
                  <a:pt x="68" y="10"/>
                </a:cubicBezTo>
                <a:cubicBezTo>
                  <a:pt x="68" y="10"/>
                  <a:pt x="68" y="10"/>
                  <a:pt x="68" y="10"/>
                </a:cubicBezTo>
                <a:cubicBezTo>
                  <a:pt x="68" y="10"/>
                  <a:pt x="68" y="9"/>
                  <a:pt x="68" y="9"/>
                </a:cubicBezTo>
                <a:cubicBezTo>
                  <a:pt x="68" y="9"/>
                  <a:pt x="67" y="10"/>
                  <a:pt x="66" y="10"/>
                </a:cubicBezTo>
                <a:cubicBezTo>
                  <a:pt x="65" y="11"/>
                  <a:pt x="65" y="11"/>
                  <a:pt x="64" y="11"/>
                </a:cubicBezTo>
                <a:cubicBezTo>
                  <a:pt x="64" y="11"/>
                  <a:pt x="64" y="11"/>
                  <a:pt x="64" y="11"/>
                </a:cubicBezTo>
                <a:cubicBezTo>
                  <a:pt x="64" y="11"/>
                  <a:pt x="63" y="11"/>
                  <a:pt x="63" y="11"/>
                </a:cubicBezTo>
                <a:cubicBezTo>
                  <a:pt x="63" y="11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4" y="10"/>
                  <a:pt x="64" y="10"/>
                </a:cubicBezTo>
                <a:cubicBezTo>
                  <a:pt x="64" y="10"/>
                  <a:pt x="65" y="10"/>
                  <a:pt x="66" y="9"/>
                </a:cubicBezTo>
                <a:cubicBezTo>
                  <a:pt x="67" y="9"/>
                  <a:pt x="67" y="9"/>
                  <a:pt x="68" y="9"/>
                </a:cubicBezTo>
                <a:cubicBezTo>
                  <a:pt x="68" y="9"/>
                  <a:pt x="68" y="9"/>
                  <a:pt x="68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70" y="9"/>
                  <a:pt x="70" y="10"/>
                  <a:pt x="70" y="10"/>
                </a:cubicBezTo>
                <a:cubicBezTo>
                  <a:pt x="70" y="10"/>
                  <a:pt x="70" y="10"/>
                  <a:pt x="69" y="10"/>
                </a:cubicBezTo>
                <a:cubicBezTo>
                  <a:pt x="69" y="11"/>
                  <a:pt x="69" y="11"/>
                  <a:pt x="68" y="11"/>
                </a:cubicBezTo>
                <a:cubicBezTo>
                  <a:pt x="68" y="11"/>
                  <a:pt x="68" y="11"/>
                  <a:pt x="68" y="11"/>
                </a:cubicBezTo>
                <a:cubicBezTo>
                  <a:pt x="68" y="11"/>
                  <a:pt x="68" y="12"/>
                  <a:pt x="68" y="12"/>
                </a:cubicBezTo>
                <a:cubicBezTo>
                  <a:pt x="68" y="12"/>
                  <a:pt x="68" y="12"/>
                  <a:pt x="69" y="12"/>
                </a:cubicBezTo>
                <a:lnTo>
                  <a:pt x="70" y="12"/>
                </a:lnTo>
                <a:cubicBezTo>
                  <a:pt x="70" y="12"/>
                  <a:pt x="71" y="12"/>
                  <a:pt x="71" y="12"/>
                </a:cubicBezTo>
                <a:cubicBezTo>
                  <a:pt x="71" y="12"/>
                  <a:pt x="71" y="12"/>
                  <a:pt x="72" y="12"/>
                </a:cubicBezTo>
                <a:close/>
                <a:moveTo>
                  <a:pt x="84" y="6"/>
                </a:moveTo>
                <a:cubicBezTo>
                  <a:pt x="84" y="6"/>
                  <a:pt x="84" y="6"/>
                  <a:pt x="85" y="6"/>
                </a:cubicBezTo>
                <a:cubicBezTo>
                  <a:pt x="85" y="6"/>
                  <a:pt x="85" y="6"/>
                  <a:pt x="86" y="6"/>
                </a:cubicBezTo>
                <a:cubicBezTo>
                  <a:pt x="86" y="6"/>
                  <a:pt x="86" y="6"/>
                  <a:pt x="87" y="6"/>
                </a:cubicBezTo>
                <a:cubicBezTo>
                  <a:pt x="87" y="6"/>
                  <a:pt x="87" y="6"/>
                  <a:pt x="88" y="7"/>
                </a:cubicBezTo>
                <a:cubicBezTo>
                  <a:pt x="88" y="7"/>
                  <a:pt x="89" y="8"/>
                  <a:pt x="89" y="8"/>
                </a:cubicBezTo>
                <a:cubicBezTo>
                  <a:pt x="89" y="8"/>
                  <a:pt x="89" y="8"/>
                  <a:pt x="89" y="8"/>
                </a:cubicBezTo>
                <a:cubicBezTo>
                  <a:pt x="89" y="8"/>
                  <a:pt x="89" y="9"/>
                  <a:pt x="89" y="9"/>
                </a:cubicBezTo>
                <a:cubicBezTo>
                  <a:pt x="89" y="9"/>
                  <a:pt x="89" y="9"/>
                  <a:pt x="89" y="9"/>
                </a:cubicBezTo>
                <a:cubicBezTo>
                  <a:pt x="89" y="9"/>
                  <a:pt x="89" y="9"/>
                  <a:pt x="88" y="9"/>
                </a:cubicBezTo>
                <a:cubicBezTo>
                  <a:pt x="88" y="9"/>
                  <a:pt x="88" y="9"/>
                  <a:pt x="87" y="9"/>
                </a:cubicBezTo>
                <a:lnTo>
                  <a:pt x="86" y="9"/>
                </a:lnTo>
                <a:cubicBezTo>
                  <a:pt x="86" y="9"/>
                  <a:pt x="86" y="9"/>
                  <a:pt x="86" y="9"/>
                </a:cubicBezTo>
                <a:cubicBezTo>
                  <a:pt x="85" y="9"/>
                  <a:pt x="85" y="10"/>
                  <a:pt x="84" y="10"/>
                </a:cubicBezTo>
                <a:cubicBezTo>
                  <a:pt x="84" y="10"/>
                  <a:pt x="84" y="10"/>
                  <a:pt x="84" y="10"/>
                </a:cubicBezTo>
                <a:cubicBezTo>
                  <a:pt x="84" y="10"/>
                  <a:pt x="84" y="10"/>
                  <a:pt x="84" y="10"/>
                </a:cubicBezTo>
                <a:cubicBezTo>
                  <a:pt x="84" y="11"/>
                  <a:pt x="84" y="11"/>
                  <a:pt x="84" y="11"/>
                </a:cubicBezTo>
                <a:cubicBezTo>
                  <a:pt x="84" y="11"/>
                  <a:pt x="84" y="11"/>
                  <a:pt x="84" y="11"/>
                </a:cubicBezTo>
                <a:cubicBezTo>
                  <a:pt x="84" y="11"/>
                  <a:pt x="84" y="11"/>
                  <a:pt x="84" y="11"/>
                </a:cubicBezTo>
                <a:cubicBezTo>
                  <a:pt x="85" y="11"/>
                  <a:pt x="86" y="11"/>
                  <a:pt x="87" y="11"/>
                </a:cubicBezTo>
                <a:cubicBezTo>
                  <a:pt x="87" y="11"/>
                  <a:pt x="88" y="11"/>
                  <a:pt x="88" y="11"/>
                </a:cubicBezTo>
                <a:cubicBezTo>
                  <a:pt x="88" y="11"/>
                  <a:pt x="88" y="11"/>
                  <a:pt x="88" y="11"/>
                </a:cubicBezTo>
                <a:cubicBezTo>
                  <a:pt x="88" y="12"/>
                  <a:pt x="88" y="12"/>
                  <a:pt x="88" y="12"/>
                </a:cubicBezTo>
                <a:cubicBezTo>
                  <a:pt x="88" y="12"/>
                  <a:pt x="88" y="12"/>
                  <a:pt x="88" y="13"/>
                </a:cubicBezTo>
                <a:cubicBezTo>
                  <a:pt x="88" y="13"/>
                  <a:pt x="88" y="13"/>
                  <a:pt x="88" y="13"/>
                </a:cubicBezTo>
                <a:cubicBezTo>
                  <a:pt x="88" y="13"/>
                  <a:pt x="88" y="13"/>
                  <a:pt x="88" y="13"/>
                </a:cubicBezTo>
                <a:cubicBezTo>
                  <a:pt x="87" y="13"/>
                  <a:pt x="87" y="12"/>
                  <a:pt x="86" y="12"/>
                </a:cubicBezTo>
                <a:cubicBezTo>
                  <a:pt x="85" y="12"/>
                  <a:pt x="84" y="12"/>
                  <a:pt x="84" y="13"/>
                </a:cubicBezTo>
                <a:cubicBezTo>
                  <a:pt x="84" y="13"/>
                  <a:pt x="84" y="13"/>
                  <a:pt x="84" y="13"/>
                </a:cubicBezTo>
                <a:cubicBezTo>
                  <a:pt x="84" y="13"/>
                  <a:pt x="84" y="14"/>
                  <a:pt x="84" y="15"/>
                </a:cubicBezTo>
                <a:cubicBezTo>
                  <a:pt x="84" y="15"/>
                  <a:pt x="84" y="16"/>
                  <a:pt x="84" y="16"/>
                </a:cubicBezTo>
                <a:cubicBezTo>
                  <a:pt x="83" y="17"/>
                  <a:pt x="83" y="17"/>
                  <a:pt x="83" y="18"/>
                </a:cubicBezTo>
                <a:cubicBezTo>
                  <a:pt x="83" y="18"/>
                  <a:pt x="83" y="18"/>
                  <a:pt x="83" y="18"/>
                </a:cubicBezTo>
                <a:cubicBezTo>
                  <a:pt x="83" y="18"/>
                  <a:pt x="83" y="18"/>
                  <a:pt x="83" y="18"/>
                </a:cubicBezTo>
                <a:cubicBezTo>
                  <a:pt x="82" y="18"/>
                  <a:pt x="82" y="18"/>
                  <a:pt x="82" y="18"/>
                </a:cubicBezTo>
                <a:cubicBezTo>
                  <a:pt x="81" y="17"/>
                  <a:pt x="80" y="17"/>
                  <a:pt x="80" y="17"/>
                </a:cubicBezTo>
                <a:cubicBezTo>
                  <a:pt x="80" y="17"/>
                  <a:pt x="79" y="16"/>
                  <a:pt x="79" y="16"/>
                </a:cubicBezTo>
                <a:cubicBezTo>
                  <a:pt x="79" y="16"/>
                  <a:pt x="79" y="16"/>
                  <a:pt x="80" y="16"/>
                </a:cubicBezTo>
                <a:cubicBezTo>
                  <a:pt x="80" y="16"/>
                  <a:pt x="80" y="16"/>
                  <a:pt x="81" y="16"/>
                </a:cubicBezTo>
                <a:cubicBezTo>
                  <a:pt x="81" y="16"/>
                  <a:pt x="81" y="16"/>
                  <a:pt x="81" y="16"/>
                </a:cubicBezTo>
                <a:cubicBezTo>
                  <a:pt x="82" y="16"/>
                  <a:pt x="82" y="16"/>
                  <a:pt x="82" y="16"/>
                </a:cubicBezTo>
                <a:cubicBezTo>
                  <a:pt x="82" y="16"/>
                  <a:pt x="82" y="15"/>
                  <a:pt x="82" y="15"/>
                </a:cubicBezTo>
                <a:cubicBezTo>
                  <a:pt x="82" y="15"/>
                  <a:pt x="82" y="14"/>
                  <a:pt x="82" y="14"/>
                </a:cubicBezTo>
                <a:cubicBezTo>
                  <a:pt x="82" y="13"/>
                  <a:pt x="82" y="13"/>
                  <a:pt x="82" y="13"/>
                </a:cubicBezTo>
                <a:cubicBezTo>
                  <a:pt x="82" y="13"/>
                  <a:pt x="82" y="13"/>
                  <a:pt x="82" y="13"/>
                </a:cubicBezTo>
                <a:cubicBezTo>
                  <a:pt x="82" y="13"/>
                  <a:pt x="82" y="13"/>
                  <a:pt x="81" y="13"/>
                </a:cubicBezTo>
                <a:cubicBezTo>
                  <a:pt x="80" y="13"/>
                  <a:pt x="79" y="13"/>
                  <a:pt x="78" y="13"/>
                </a:cubicBezTo>
                <a:cubicBezTo>
                  <a:pt x="78" y="14"/>
                  <a:pt x="78" y="14"/>
                  <a:pt x="77" y="14"/>
                </a:cubicBezTo>
                <a:cubicBezTo>
                  <a:pt x="77" y="14"/>
                  <a:pt x="77" y="14"/>
                  <a:pt x="77" y="14"/>
                </a:cubicBezTo>
                <a:cubicBezTo>
                  <a:pt x="77" y="14"/>
                  <a:pt x="77" y="14"/>
                  <a:pt x="77" y="14"/>
                </a:cubicBezTo>
                <a:cubicBezTo>
                  <a:pt x="77" y="13"/>
                  <a:pt x="77" y="13"/>
                  <a:pt x="77" y="13"/>
                </a:cubicBezTo>
                <a:cubicBezTo>
                  <a:pt x="77" y="13"/>
                  <a:pt x="77" y="13"/>
                  <a:pt x="77" y="13"/>
                </a:cubicBezTo>
                <a:cubicBezTo>
                  <a:pt x="77" y="13"/>
                  <a:pt x="77" y="13"/>
                  <a:pt x="77" y="13"/>
                </a:cubicBezTo>
                <a:cubicBezTo>
                  <a:pt x="78" y="13"/>
                  <a:pt x="78" y="13"/>
                  <a:pt x="79" y="12"/>
                </a:cubicBezTo>
                <a:cubicBezTo>
                  <a:pt x="80" y="12"/>
                  <a:pt x="81" y="12"/>
                  <a:pt x="82" y="12"/>
                </a:cubicBezTo>
                <a:cubicBezTo>
                  <a:pt x="82" y="11"/>
                  <a:pt x="82" y="11"/>
                  <a:pt x="82" y="11"/>
                </a:cubicBezTo>
                <a:cubicBezTo>
                  <a:pt x="82" y="11"/>
                  <a:pt x="82" y="11"/>
                  <a:pt x="82" y="11"/>
                </a:cubicBezTo>
                <a:cubicBezTo>
                  <a:pt x="82" y="11"/>
                  <a:pt x="82" y="10"/>
                  <a:pt x="82" y="10"/>
                </a:cubicBezTo>
                <a:cubicBezTo>
                  <a:pt x="82" y="10"/>
                  <a:pt x="82" y="10"/>
                  <a:pt x="83" y="10"/>
                </a:cubicBezTo>
                <a:cubicBezTo>
                  <a:pt x="83" y="10"/>
                  <a:pt x="83" y="10"/>
                  <a:pt x="83" y="10"/>
                </a:cubicBezTo>
                <a:cubicBezTo>
                  <a:pt x="83" y="10"/>
                  <a:pt x="83" y="10"/>
                  <a:pt x="83" y="10"/>
                </a:cubicBezTo>
                <a:cubicBezTo>
                  <a:pt x="84" y="10"/>
                  <a:pt x="84" y="9"/>
                  <a:pt x="84" y="9"/>
                </a:cubicBezTo>
                <a:cubicBezTo>
                  <a:pt x="84" y="9"/>
                  <a:pt x="84" y="9"/>
                  <a:pt x="84" y="9"/>
                </a:cubicBezTo>
                <a:cubicBezTo>
                  <a:pt x="84" y="9"/>
                  <a:pt x="84" y="9"/>
                  <a:pt x="83" y="9"/>
                </a:cubicBezTo>
                <a:cubicBezTo>
                  <a:pt x="83" y="9"/>
                  <a:pt x="83" y="9"/>
                  <a:pt x="82" y="9"/>
                </a:cubicBezTo>
                <a:cubicBezTo>
                  <a:pt x="82" y="9"/>
                  <a:pt x="82" y="9"/>
                  <a:pt x="82" y="9"/>
                </a:cubicBezTo>
                <a:cubicBezTo>
                  <a:pt x="82" y="9"/>
                  <a:pt x="82" y="10"/>
                  <a:pt x="81" y="10"/>
                </a:cubicBezTo>
                <a:cubicBezTo>
                  <a:pt x="81" y="10"/>
                  <a:pt x="81" y="10"/>
                  <a:pt x="81" y="10"/>
                </a:cubicBezTo>
                <a:cubicBezTo>
                  <a:pt x="80" y="10"/>
                  <a:pt x="80" y="10"/>
                  <a:pt x="80" y="10"/>
                </a:cubicBezTo>
                <a:cubicBezTo>
                  <a:pt x="80" y="10"/>
                  <a:pt x="80" y="11"/>
                  <a:pt x="80" y="11"/>
                </a:cubicBezTo>
                <a:cubicBezTo>
                  <a:pt x="80" y="11"/>
                  <a:pt x="79" y="10"/>
                  <a:pt x="79" y="10"/>
                </a:cubicBezTo>
                <a:cubicBezTo>
                  <a:pt x="79" y="10"/>
                  <a:pt x="79" y="10"/>
                  <a:pt x="79" y="9"/>
                </a:cubicBezTo>
                <a:cubicBezTo>
                  <a:pt x="79" y="9"/>
                  <a:pt x="79" y="9"/>
                  <a:pt x="79" y="9"/>
                </a:cubicBezTo>
                <a:cubicBezTo>
                  <a:pt x="80" y="9"/>
                  <a:pt x="81" y="9"/>
                  <a:pt x="81" y="9"/>
                </a:cubicBezTo>
                <a:cubicBezTo>
                  <a:pt x="82" y="8"/>
                  <a:pt x="83" y="8"/>
                  <a:pt x="84" y="8"/>
                </a:cubicBezTo>
                <a:cubicBezTo>
                  <a:pt x="84" y="8"/>
                  <a:pt x="84" y="8"/>
                  <a:pt x="85" y="8"/>
                </a:cubicBezTo>
                <a:cubicBezTo>
                  <a:pt x="85" y="8"/>
                  <a:pt x="85" y="8"/>
                  <a:pt x="85" y="9"/>
                </a:cubicBezTo>
                <a:cubicBezTo>
                  <a:pt x="86" y="9"/>
                  <a:pt x="86" y="9"/>
                  <a:pt x="86" y="9"/>
                </a:cubicBezTo>
                <a:cubicBezTo>
                  <a:pt x="86" y="9"/>
                  <a:pt x="86" y="9"/>
                  <a:pt x="87" y="8"/>
                </a:cubicBezTo>
                <a:cubicBezTo>
                  <a:pt x="87" y="8"/>
                  <a:pt x="87" y="8"/>
                  <a:pt x="87" y="7"/>
                </a:cubicBezTo>
                <a:cubicBezTo>
                  <a:pt x="87" y="7"/>
                  <a:pt x="87" y="7"/>
                  <a:pt x="87" y="7"/>
                </a:cubicBezTo>
                <a:cubicBezTo>
                  <a:pt x="86" y="6"/>
                  <a:pt x="86" y="6"/>
                  <a:pt x="86" y="6"/>
                </a:cubicBezTo>
                <a:cubicBezTo>
                  <a:pt x="86" y="6"/>
                  <a:pt x="85" y="6"/>
                  <a:pt x="84" y="7"/>
                </a:cubicBezTo>
                <a:cubicBezTo>
                  <a:pt x="84" y="7"/>
                  <a:pt x="83" y="7"/>
                  <a:pt x="83" y="7"/>
                </a:cubicBezTo>
                <a:cubicBezTo>
                  <a:pt x="83" y="7"/>
                  <a:pt x="82" y="7"/>
                  <a:pt x="82" y="7"/>
                </a:cubicBezTo>
                <a:cubicBezTo>
                  <a:pt x="81" y="7"/>
                  <a:pt x="81" y="7"/>
                  <a:pt x="80" y="8"/>
                </a:cubicBezTo>
                <a:cubicBezTo>
                  <a:pt x="80" y="8"/>
                  <a:pt x="80" y="8"/>
                  <a:pt x="79" y="8"/>
                </a:cubicBezTo>
                <a:cubicBezTo>
                  <a:pt x="79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9" y="7"/>
                </a:cubicBezTo>
                <a:cubicBezTo>
                  <a:pt x="80" y="7"/>
                  <a:pt x="81" y="6"/>
                  <a:pt x="82" y="6"/>
                </a:cubicBezTo>
                <a:cubicBezTo>
                  <a:pt x="82" y="6"/>
                  <a:pt x="83" y="6"/>
                  <a:pt x="83" y="5"/>
                </a:cubicBezTo>
                <a:cubicBezTo>
                  <a:pt x="84" y="4"/>
                  <a:pt x="84" y="3"/>
                  <a:pt x="85" y="2"/>
                </a:cubicBezTo>
                <a:cubicBezTo>
                  <a:pt x="85" y="2"/>
                  <a:pt x="85" y="2"/>
                  <a:pt x="85" y="2"/>
                </a:cubicBezTo>
                <a:cubicBezTo>
                  <a:pt x="86" y="2"/>
                  <a:pt x="86" y="2"/>
                  <a:pt x="86" y="2"/>
                </a:cubicBezTo>
                <a:cubicBezTo>
                  <a:pt x="86" y="3"/>
                  <a:pt x="87" y="3"/>
                  <a:pt x="87" y="3"/>
                </a:cubicBezTo>
                <a:cubicBezTo>
                  <a:pt x="87" y="3"/>
                  <a:pt x="87" y="3"/>
                  <a:pt x="86" y="3"/>
                </a:cubicBezTo>
                <a:cubicBezTo>
                  <a:pt x="86" y="3"/>
                  <a:pt x="86" y="4"/>
                  <a:pt x="86" y="4"/>
                </a:cubicBezTo>
                <a:cubicBezTo>
                  <a:pt x="86" y="4"/>
                  <a:pt x="85" y="4"/>
                  <a:pt x="85" y="5"/>
                </a:cubicBezTo>
                <a:cubicBezTo>
                  <a:pt x="85" y="5"/>
                  <a:pt x="84" y="5"/>
                  <a:pt x="84" y="5"/>
                </a:cubicBezTo>
                <a:cubicBezTo>
                  <a:pt x="84" y="5"/>
                  <a:pt x="84" y="5"/>
                  <a:pt x="84" y="6"/>
                </a:cubicBezTo>
                <a:close/>
                <a:moveTo>
                  <a:pt x="83" y="2"/>
                </a:moveTo>
                <a:cubicBezTo>
                  <a:pt x="83" y="2"/>
                  <a:pt x="83" y="2"/>
                  <a:pt x="83" y="3"/>
                </a:cubicBezTo>
                <a:cubicBezTo>
                  <a:pt x="83" y="3"/>
                  <a:pt x="83" y="3"/>
                  <a:pt x="83" y="3"/>
                </a:cubicBezTo>
                <a:cubicBezTo>
                  <a:pt x="82" y="3"/>
                  <a:pt x="82" y="4"/>
                  <a:pt x="82" y="4"/>
                </a:cubicBezTo>
                <a:cubicBezTo>
                  <a:pt x="82" y="4"/>
                  <a:pt x="82" y="4"/>
                  <a:pt x="82" y="4"/>
                </a:cubicBezTo>
                <a:cubicBezTo>
                  <a:pt x="82" y="4"/>
                  <a:pt x="81" y="4"/>
                  <a:pt x="81" y="4"/>
                </a:cubicBezTo>
                <a:cubicBezTo>
                  <a:pt x="81" y="4"/>
                  <a:pt x="81" y="3"/>
                  <a:pt x="81" y="3"/>
                </a:cubicBezTo>
                <a:cubicBezTo>
                  <a:pt x="81" y="3"/>
                  <a:pt x="81" y="3"/>
                  <a:pt x="81" y="3"/>
                </a:cubicBezTo>
                <a:cubicBezTo>
                  <a:pt x="81" y="3"/>
                  <a:pt x="81" y="3"/>
                  <a:pt x="82" y="3"/>
                </a:cubicBezTo>
                <a:cubicBezTo>
                  <a:pt x="82" y="3"/>
                  <a:pt x="82" y="3"/>
                  <a:pt x="82" y="3"/>
                </a:cubicBezTo>
                <a:cubicBezTo>
                  <a:pt x="82" y="3"/>
                  <a:pt x="82" y="3"/>
                  <a:pt x="82" y="3"/>
                </a:cubicBezTo>
                <a:cubicBezTo>
                  <a:pt x="82" y="3"/>
                  <a:pt x="82" y="3"/>
                  <a:pt x="83" y="3"/>
                </a:cubicBezTo>
                <a:cubicBezTo>
                  <a:pt x="83" y="2"/>
                  <a:pt x="83" y="2"/>
                  <a:pt x="83" y="2"/>
                </a:cubicBezTo>
                <a:close/>
                <a:moveTo>
                  <a:pt x="80" y="5"/>
                </a:moveTo>
                <a:cubicBezTo>
                  <a:pt x="80" y="6"/>
                  <a:pt x="80" y="6"/>
                  <a:pt x="80" y="6"/>
                </a:cubicBezTo>
                <a:cubicBezTo>
                  <a:pt x="80" y="6"/>
                  <a:pt x="80" y="6"/>
                  <a:pt x="80" y="6"/>
                </a:cubicBezTo>
                <a:cubicBezTo>
                  <a:pt x="79" y="6"/>
                  <a:pt x="79" y="6"/>
                  <a:pt x="79" y="6"/>
                </a:cubicBezTo>
                <a:cubicBezTo>
                  <a:pt x="79" y="6"/>
                  <a:pt x="78" y="6"/>
                  <a:pt x="78" y="6"/>
                </a:cubicBezTo>
                <a:cubicBezTo>
                  <a:pt x="78" y="6"/>
                  <a:pt x="78" y="5"/>
                  <a:pt x="78" y="5"/>
                </a:cubicBezTo>
                <a:cubicBezTo>
                  <a:pt x="78" y="5"/>
                  <a:pt x="78" y="5"/>
                  <a:pt x="78" y="4"/>
                </a:cubicBezTo>
                <a:cubicBezTo>
                  <a:pt x="78" y="4"/>
                  <a:pt x="78" y="4"/>
                  <a:pt x="78" y="4"/>
                </a:cubicBezTo>
                <a:cubicBezTo>
                  <a:pt x="78" y="4"/>
                  <a:pt x="78" y="4"/>
                  <a:pt x="79" y="4"/>
                </a:cubicBezTo>
                <a:cubicBezTo>
                  <a:pt x="79" y="4"/>
                  <a:pt x="79" y="4"/>
                  <a:pt x="79" y="4"/>
                </a:cubicBezTo>
                <a:cubicBezTo>
                  <a:pt x="79" y="4"/>
                  <a:pt x="79" y="4"/>
                  <a:pt x="80" y="4"/>
                </a:cubicBezTo>
                <a:cubicBezTo>
                  <a:pt x="80" y="5"/>
                  <a:pt x="80" y="5"/>
                  <a:pt x="80" y="5"/>
                </a:cubicBezTo>
                <a:close/>
                <a:moveTo>
                  <a:pt x="77" y="9"/>
                </a:moveTo>
                <a:cubicBezTo>
                  <a:pt x="77" y="10"/>
                  <a:pt x="77" y="10"/>
                  <a:pt x="77" y="10"/>
                </a:cubicBezTo>
                <a:cubicBezTo>
                  <a:pt x="77" y="10"/>
                  <a:pt x="77" y="10"/>
                  <a:pt x="77" y="10"/>
                </a:cubicBezTo>
                <a:cubicBezTo>
                  <a:pt x="77" y="10"/>
                  <a:pt x="77" y="11"/>
                  <a:pt x="77" y="11"/>
                </a:cubicBezTo>
                <a:cubicBezTo>
                  <a:pt x="76" y="11"/>
                  <a:pt x="76" y="10"/>
                  <a:pt x="76" y="10"/>
                </a:cubicBezTo>
                <a:cubicBezTo>
                  <a:pt x="75" y="10"/>
                  <a:pt x="75" y="10"/>
                  <a:pt x="75" y="10"/>
                </a:cubicBezTo>
                <a:cubicBezTo>
                  <a:pt x="75" y="10"/>
                  <a:pt x="75" y="9"/>
                  <a:pt x="75" y="9"/>
                </a:cubicBezTo>
                <a:cubicBezTo>
                  <a:pt x="75" y="9"/>
                  <a:pt x="76" y="9"/>
                  <a:pt x="76" y="9"/>
                </a:cubicBezTo>
                <a:cubicBezTo>
                  <a:pt x="76" y="8"/>
                  <a:pt x="77" y="8"/>
                  <a:pt x="77" y="8"/>
                </a:cubicBezTo>
                <a:cubicBezTo>
                  <a:pt x="77" y="8"/>
                  <a:pt x="77" y="8"/>
                  <a:pt x="77" y="8"/>
                </a:cubicBezTo>
                <a:cubicBezTo>
                  <a:pt x="77" y="9"/>
                  <a:pt x="77" y="9"/>
                  <a:pt x="77" y="9"/>
                </a:cubicBezTo>
                <a:cubicBezTo>
                  <a:pt x="77" y="9"/>
                  <a:pt x="77" y="9"/>
                  <a:pt x="77" y="9"/>
                </a:cubicBezTo>
                <a:close/>
                <a:moveTo>
                  <a:pt x="118" y="15"/>
                </a:moveTo>
                <a:cubicBezTo>
                  <a:pt x="118" y="15"/>
                  <a:pt x="118" y="15"/>
                  <a:pt x="117" y="15"/>
                </a:cubicBezTo>
                <a:cubicBezTo>
                  <a:pt x="117" y="15"/>
                  <a:pt x="117" y="15"/>
                  <a:pt x="116" y="15"/>
                </a:cubicBezTo>
                <a:cubicBezTo>
                  <a:pt x="115" y="15"/>
                  <a:pt x="114" y="15"/>
                  <a:pt x="114" y="15"/>
                </a:cubicBezTo>
                <a:cubicBezTo>
                  <a:pt x="113" y="15"/>
                  <a:pt x="113" y="15"/>
                  <a:pt x="113" y="14"/>
                </a:cubicBezTo>
                <a:cubicBezTo>
                  <a:pt x="113" y="14"/>
                  <a:pt x="113" y="14"/>
                  <a:pt x="113" y="14"/>
                </a:cubicBezTo>
                <a:cubicBezTo>
                  <a:pt x="113" y="13"/>
                  <a:pt x="112" y="13"/>
                  <a:pt x="112" y="13"/>
                </a:cubicBezTo>
                <a:cubicBezTo>
                  <a:pt x="111" y="12"/>
                  <a:pt x="111" y="12"/>
                  <a:pt x="110" y="12"/>
                </a:cubicBezTo>
                <a:cubicBezTo>
                  <a:pt x="110" y="12"/>
                  <a:pt x="110" y="11"/>
                  <a:pt x="110" y="11"/>
                </a:cubicBezTo>
                <a:cubicBezTo>
                  <a:pt x="110" y="11"/>
                  <a:pt x="110" y="12"/>
                  <a:pt x="110" y="12"/>
                </a:cubicBezTo>
                <a:cubicBezTo>
                  <a:pt x="110" y="12"/>
                  <a:pt x="110" y="12"/>
                  <a:pt x="110" y="13"/>
                </a:cubicBezTo>
                <a:cubicBezTo>
                  <a:pt x="110" y="14"/>
                  <a:pt x="110" y="14"/>
                  <a:pt x="110" y="15"/>
                </a:cubicBezTo>
                <a:cubicBezTo>
                  <a:pt x="110" y="16"/>
                  <a:pt x="110" y="16"/>
                  <a:pt x="110" y="17"/>
                </a:cubicBezTo>
                <a:cubicBezTo>
                  <a:pt x="110" y="17"/>
                  <a:pt x="110" y="17"/>
                  <a:pt x="110" y="17"/>
                </a:cubicBezTo>
                <a:cubicBezTo>
                  <a:pt x="110" y="17"/>
                  <a:pt x="110" y="17"/>
                  <a:pt x="110" y="17"/>
                </a:cubicBezTo>
                <a:cubicBezTo>
                  <a:pt x="109" y="17"/>
                  <a:pt x="109" y="17"/>
                  <a:pt x="109" y="17"/>
                </a:cubicBezTo>
                <a:cubicBezTo>
                  <a:pt x="109" y="17"/>
                  <a:pt x="108" y="17"/>
                  <a:pt x="108" y="17"/>
                </a:cubicBezTo>
                <a:cubicBezTo>
                  <a:pt x="107" y="16"/>
                  <a:pt x="107" y="16"/>
                  <a:pt x="106" y="16"/>
                </a:cubicBezTo>
                <a:cubicBezTo>
                  <a:pt x="106" y="15"/>
                  <a:pt x="105" y="15"/>
                  <a:pt x="105" y="15"/>
                </a:cubicBezTo>
                <a:cubicBezTo>
                  <a:pt x="105" y="15"/>
                  <a:pt x="105" y="15"/>
                  <a:pt x="105" y="15"/>
                </a:cubicBezTo>
                <a:cubicBezTo>
                  <a:pt x="105" y="15"/>
                  <a:pt x="105" y="15"/>
                  <a:pt x="106" y="15"/>
                </a:cubicBezTo>
                <a:cubicBezTo>
                  <a:pt x="106" y="15"/>
                  <a:pt x="107" y="15"/>
                  <a:pt x="107" y="15"/>
                </a:cubicBezTo>
                <a:cubicBezTo>
                  <a:pt x="108" y="15"/>
                  <a:pt x="108" y="15"/>
                  <a:pt x="108" y="15"/>
                </a:cubicBezTo>
                <a:cubicBezTo>
                  <a:pt x="108" y="15"/>
                  <a:pt x="108" y="15"/>
                  <a:pt x="108" y="15"/>
                </a:cubicBezTo>
                <a:cubicBezTo>
                  <a:pt x="108" y="14"/>
                  <a:pt x="108" y="14"/>
                  <a:pt x="108" y="13"/>
                </a:cubicBezTo>
                <a:cubicBezTo>
                  <a:pt x="108" y="12"/>
                  <a:pt x="108" y="12"/>
                  <a:pt x="108" y="11"/>
                </a:cubicBezTo>
                <a:cubicBezTo>
                  <a:pt x="108" y="10"/>
                  <a:pt x="108" y="9"/>
                  <a:pt x="108" y="8"/>
                </a:cubicBezTo>
                <a:cubicBezTo>
                  <a:pt x="108" y="8"/>
                  <a:pt x="108" y="8"/>
                  <a:pt x="108" y="8"/>
                </a:cubicBezTo>
                <a:cubicBezTo>
                  <a:pt x="108" y="8"/>
                  <a:pt x="108" y="8"/>
                  <a:pt x="108" y="8"/>
                </a:cubicBezTo>
                <a:cubicBezTo>
                  <a:pt x="108" y="8"/>
                  <a:pt x="107" y="8"/>
                  <a:pt x="106" y="8"/>
                </a:cubicBezTo>
                <a:cubicBezTo>
                  <a:pt x="106" y="8"/>
                  <a:pt x="105" y="8"/>
                  <a:pt x="105" y="8"/>
                </a:cubicBezTo>
                <a:cubicBezTo>
                  <a:pt x="105" y="8"/>
                  <a:pt x="105" y="8"/>
                  <a:pt x="105" y="8"/>
                </a:cubicBezTo>
                <a:cubicBezTo>
                  <a:pt x="104" y="8"/>
                  <a:pt x="104" y="8"/>
                  <a:pt x="104" y="8"/>
                </a:cubicBezTo>
                <a:cubicBezTo>
                  <a:pt x="104" y="8"/>
                  <a:pt x="104" y="8"/>
                  <a:pt x="104" y="7"/>
                </a:cubicBezTo>
                <a:cubicBezTo>
                  <a:pt x="104" y="7"/>
                  <a:pt x="104" y="7"/>
                  <a:pt x="104" y="7"/>
                </a:cubicBezTo>
                <a:cubicBezTo>
                  <a:pt x="104" y="7"/>
                  <a:pt x="104" y="7"/>
                  <a:pt x="104" y="7"/>
                </a:cubicBezTo>
                <a:cubicBezTo>
                  <a:pt x="104" y="7"/>
                  <a:pt x="105" y="6"/>
                  <a:pt x="105" y="6"/>
                </a:cubicBezTo>
                <a:cubicBezTo>
                  <a:pt x="106" y="6"/>
                  <a:pt x="107" y="6"/>
                  <a:pt x="107" y="6"/>
                </a:cubicBezTo>
                <a:cubicBezTo>
                  <a:pt x="107" y="6"/>
                  <a:pt x="108" y="6"/>
                  <a:pt x="108" y="6"/>
                </a:cubicBezTo>
                <a:cubicBezTo>
                  <a:pt x="108" y="6"/>
                  <a:pt x="108" y="6"/>
                  <a:pt x="108" y="6"/>
                </a:cubicBezTo>
                <a:lnTo>
                  <a:pt x="108" y="5"/>
                </a:lnTo>
                <a:cubicBezTo>
                  <a:pt x="108" y="4"/>
                  <a:pt x="108" y="4"/>
                  <a:pt x="108" y="3"/>
                </a:cubicBezTo>
                <a:cubicBezTo>
                  <a:pt x="108" y="3"/>
                  <a:pt x="108" y="3"/>
                  <a:pt x="109" y="2"/>
                </a:cubicBezTo>
                <a:cubicBezTo>
                  <a:pt x="109" y="2"/>
                  <a:pt x="109" y="1"/>
                  <a:pt x="109" y="1"/>
                </a:cubicBezTo>
                <a:cubicBezTo>
                  <a:pt x="109" y="1"/>
                  <a:pt x="109" y="1"/>
                  <a:pt x="109" y="1"/>
                </a:cubicBezTo>
                <a:cubicBezTo>
                  <a:pt x="109" y="1"/>
                  <a:pt x="109" y="1"/>
                  <a:pt x="110" y="1"/>
                </a:cubicBezTo>
                <a:cubicBezTo>
                  <a:pt x="110" y="1"/>
                  <a:pt x="110" y="1"/>
                  <a:pt x="110" y="1"/>
                </a:cubicBezTo>
                <a:cubicBezTo>
                  <a:pt x="110" y="2"/>
                  <a:pt x="110" y="2"/>
                  <a:pt x="110" y="2"/>
                </a:cubicBezTo>
                <a:cubicBezTo>
                  <a:pt x="110" y="2"/>
                  <a:pt x="110" y="3"/>
                  <a:pt x="110" y="3"/>
                </a:cubicBezTo>
                <a:lnTo>
                  <a:pt x="110" y="4"/>
                </a:lnTo>
                <a:lnTo>
                  <a:pt x="110" y="5"/>
                </a:lnTo>
                <a:cubicBezTo>
                  <a:pt x="110" y="5"/>
                  <a:pt x="110" y="5"/>
                  <a:pt x="110" y="5"/>
                </a:cubicBezTo>
                <a:cubicBezTo>
                  <a:pt x="110" y="5"/>
                  <a:pt x="110" y="5"/>
                  <a:pt x="110" y="5"/>
                </a:cubicBezTo>
                <a:cubicBezTo>
                  <a:pt x="111" y="5"/>
                  <a:pt x="111" y="5"/>
                  <a:pt x="111" y="5"/>
                </a:cubicBezTo>
                <a:cubicBezTo>
                  <a:pt x="111" y="5"/>
                  <a:pt x="112" y="5"/>
                  <a:pt x="112" y="5"/>
                </a:cubicBezTo>
                <a:cubicBezTo>
                  <a:pt x="112" y="6"/>
                  <a:pt x="112" y="6"/>
                  <a:pt x="112" y="6"/>
                </a:cubicBezTo>
                <a:cubicBezTo>
                  <a:pt x="112" y="6"/>
                  <a:pt x="112" y="6"/>
                  <a:pt x="112" y="6"/>
                </a:cubicBezTo>
                <a:cubicBezTo>
                  <a:pt x="112" y="7"/>
                  <a:pt x="112" y="7"/>
                  <a:pt x="112" y="7"/>
                </a:cubicBezTo>
                <a:cubicBezTo>
                  <a:pt x="112" y="7"/>
                  <a:pt x="111" y="7"/>
                  <a:pt x="111" y="7"/>
                </a:cubicBezTo>
                <a:cubicBezTo>
                  <a:pt x="111" y="7"/>
                  <a:pt x="110" y="7"/>
                  <a:pt x="110" y="7"/>
                </a:cubicBezTo>
                <a:cubicBezTo>
                  <a:pt x="110" y="7"/>
                  <a:pt x="110" y="7"/>
                  <a:pt x="110" y="7"/>
                </a:cubicBezTo>
                <a:cubicBezTo>
                  <a:pt x="109" y="7"/>
                  <a:pt x="109" y="8"/>
                  <a:pt x="109" y="8"/>
                </a:cubicBezTo>
                <a:cubicBezTo>
                  <a:pt x="109" y="8"/>
                  <a:pt x="109" y="8"/>
                  <a:pt x="109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1" y="9"/>
                  <a:pt x="111" y="9"/>
                </a:cubicBezTo>
                <a:cubicBezTo>
                  <a:pt x="112" y="8"/>
                  <a:pt x="112" y="8"/>
                  <a:pt x="113" y="7"/>
                </a:cubicBezTo>
                <a:cubicBezTo>
                  <a:pt x="113" y="7"/>
                  <a:pt x="113" y="7"/>
                  <a:pt x="113" y="7"/>
                </a:cubicBezTo>
                <a:cubicBezTo>
                  <a:pt x="113" y="7"/>
                  <a:pt x="113" y="7"/>
                  <a:pt x="114" y="8"/>
                </a:cubicBezTo>
                <a:cubicBezTo>
                  <a:pt x="114" y="8"/>
                  <a:pt x="114" y="8"/>
                  <a:pt x="114" y="8"/>
                </a:cubicBezTo>
                <a:cubicBezTo>
                  <a:pt x="114" y="8"/>
                  <a:pt x="114" y="8"/>
                  <a:pt x="113" y="8"/>
                </a:cubicBezTo>
                <a:cubicBezTo>
                  <a:pt x="113" y="8"/>
                  <a:pt x="113" y="9"/>
                  <a:pt x="113" y="9"/>
                </a:cubicBezTo>
                <a:cubicBezTo>
                  <a:pt x="112" y="9"/>
                  <a:pt x="112" y="9"/>
                  <a:pt x="111" y="10"/>
                </a:cubicBezTo>
                <a:cubicBezTo>
                  <a:pt x="111" y="10"/>
                  <a:pt x="111" y="10"/>
                  <a:pt x="111" y="10"/>
                </a:cubicBezTo>
                <a:cubicBezTo>
                  <a:pt x="111" y="10"/>
                  <a:pt x="111" y="10"/>
                  <a:pt x="111" y="10"/>
                </a:cubicBezTo>
                <a:cubicBezTo>
                  <a:pt x="111" y="11"/>
                  <a:pt x="111" y="11"/>
                  <a:pt x="112" y="11"/>
                </a:cubicBezTo>
                <a:cubicBezTo>
                  <a:pt x="112" y="12"/>
                  <a:pt x="113" y="12"/>
                  <a:pt x="113" y="12"/>
                </a:cubicBezTo>
                <a:cubicBezTo>
                  <a:pt x="114" y="13"/>
                  <a:pt x="114" y="13"/>
                  <a:pt x="115" y="13"/>
                </a:cubicBezTo>
                <a:cubicBezTo>
                  <a:pt x="117" y="14"/>
                  <a:pt x="118" y="14"/>
                  <a:pt x="118" y="15"/>
                </a:cubicBezTo>
                <a:close/>
                <a:moveTo>
                  <a:pt x="113" y="3"/>
                </a:moveTo>
                <a:cubicBezTo>
                  <a:pt x="113" y="3"/>
                  <a:pt x="113" y="3"/>
                  <a:pt x="113" y="3"/>
                </a:cubicBezTo>
                <a:cubicBezTo>
                  <a:pt x="113" y="3"/>
                  <a:pt x="113" y="3"/>
                  <a:pt x="114" y="3"/>
                </a:cubicBezTo>
                <a:cubicBezTo>
                  <a:pt x="114" y="4"/>
                  <a:pt x="114" y="4"/>
                  <a:pt x="114" y="4"/>
                </a:cubicBezTo>
                <a:cubicBezTo>
                  <a:pt x="115" y="4"/>
                  <a:pt x="115" y="5"/>
                  <a:pt x="115" y="5"/>
                </a:cubicBezTo>
                <a:cubicBezTo>
                  <a:pt x="115" y="5"/>
                  <a:pt x="115" y="5"/>
                  <a:pt x="114" y="5"/>
                </a:cubicBezTo>
                <a:cubicBezTo>
                  <a:pt x="114" y="5"/>
                  <a:pt x="114" y="5"/>
                  <a:pt x="113" y="5"/>
                </a:cubicBezTo>
                <a:cubicBezTo>
                  <a:pt x="113" y="5"/>
                  <a:pt x="113" y="5"/>
                  <a:pt x="113" y="5"/>
                </a:cubicBezTo>
                <a:cubicBezTo>
                  <a:pt x="112" y="5"/>
                  <a:pt x="112" y="5"/>
                  <a:pt x="112" y="4"/>
                </a:cubicBezTo>
                <a:cubicBezTo>
                  <a:pt x="112" y="4"/>
                  <a:pt x="112" y="4"/>
                  <a:pt x="112" y="4"/>
                </a:cubicBezTo>
                <a:cubicBezTo>
                  <a:pt x="112" y="4"/>
                  <a:pt x="112" y="3"/>
                  <a:pt x="112" y="3"/>
                </a:cubicBezTo>
                <a:cubicBezTo>
                  <a:pt x="112" y="3"/>
                  <a:pt x="113" y="3"/>
                  <a:pt x="113" y="3"/>
                </a:cubicBezTo>
                <a:close/>
                <a:moveTo>
                  <a:pt x="105" y="9"/>
                </a:moveTo>
                <a:cubicBezTo>
                  <a:pt x="105" y="9"/>
                  <a:pt x="105" y="9"/>
                  <a:pt x="105" y="9"/>
                </a:cubicBezTo>
                <a:cubicBezTo>
                  <a:pt x="105" y="9"/>
                  <a:pt x="105" y="9"/>
                  <a:pt x="106" y="9"/>
                </a:cubicBezTo>
                <a:cubicBezTo>
                  <a:pt x="106" y="10"/>
                  <a:pt x="107" y="10"/>
                  <a:pt x="107" y="10"/>
                </a:cubicBezTo>
                <a:cubicBezTo>
                  <a:pt x="107" y="11"/>
                  <a:pt x="106" y="11"/>
                  <a:pt x="106" y="11"/>
                </a:cubicBezTo>
                <a:cubicBezTo>
                  <a:pt x="105" y="11"/>
                  <a:pt x="105" y="11"/>
                  <a:pt x="105" y="11"/>
                </a:cubicBezTo>
                <a:cubicBezTo>
                  <a:pt x="105" y="11"/>
                  <a:pt x="104" y="11"/>
                  <a:pt x="104" y="10"/>
                </a:cubicBezTo>
                <a:cubicBezTo>
                  <a:pt x="104" y="10"/>
                  <a:pt x="104" y="10"/>
                  <a:pt x="104" y="10"/>
                </a:cubicBezTo>
                <a:cubicBezTo>
                  <a:pt x="104" y="9"/>
                  <a:pt x="104" y="9"/>
                  <a:pt x="104" y="9"/>
                </a:cubicBezTo>
                <a:cubicBezTo>
                  <a:pt x="104" y="9"/>
                  <a:pt x="105" y="9"/>
                  <a:pt x="105" y="9"/>
                </a:cubicBezTo>
                <a:close/>
                <a:moveTo>
                  <a:pt x="108" y="11"/>
                </a:moveTo>
                <a:cubicBezTo>
                  <a:pt x="108" y="11"/>
                  <a:pt x="107" y="11"/>
                  <a:pt x="107" y="11"/>
                </a:cubicBezTo>
                <a:cubicBezTo>
                  <a:pt x="107" y="12"/>
                  <a:pt x="107" y="12"/>
                  <a:pt x="107" y="12"/>
                </a:cubicBezTo>
                <a:cubicBezTo>
                  <a:pt x="106" y="12"/>
                  <a:pt x="106" y="12"/>
                  <a:pt x="106" y="13"/>
                </a:cubicBezTo>
                <a:cubicBezTo>
                  <a:pt x="106" y="13"/>
                  <a:pt x="105" y="14"/>
                  <a:pt x="104" y="14"/>
                </a:cubicBezTo>
                <a:cubicBezTo>
                  <a:pt x="104" y="14"/>
                  <a:pt x="104" y="14"/>
                  <a:pt x="104" y="15"/>
                </a:cubicBezTo>
                <a:cubicBezTo>
                  <a:pt x="104" y="15"/>
                  <a:pt x="104" y="15"/>
                  <a:pt x="104" y="15"/>
                </a:cubicBezTo>
                <a:cubicBezTo>
                  <a:pt x="103" y="15"/>
                  <a:pt x="103" y="15"/>
                  <a:pt x="103" y="15"/>
                </a:cubicBezTo>
                <a:cubicBezTo>
                  <a:pt x="103" y="15"/>
                  <a:pt x="103" y="15"/>
                  <a:pt x="103" y="15"/>
                </a:cubicBezTo>
                <a:cubicBezTo>
                  <a:pt x="102" y="14"/>
                  <a:pt x="102" y="14"/>
                  <a:pt x="102" y="14"/>
                </a:cubicBezTo>
                <a:cubicBezTo>
                  <a:pt x="102" y="14"/>
                  <a:pt x="102" y="14"/>
                  <a:pt x="103" y="14"/>
                </a:cubicBezTo>
                <a:cubicBezTo>
                  <a:pt x="103" y="13"/>
                  <a:pt x="104" y="13"/>
                  <a:pt x="104" y="13"/>
                </a:cubicBezTo>
                <a:cubicBezTo>
                  <a:pt x="105" y="12"/>
                  <a:pt x="106" y="11"/>
                  <a:pt x="107" y="11"/>
                </a:cubicBezTo>
                <a:cubicBezTo>
                  <a:pt x="107" y="11"/>
                  <a:pt x="107" y="11"/>
                  <a:pt x="107" y="11"/>
                </a:cubicBezTo>
                <a:cubicBezTo>
                  <a:pt x="107" y="11"/>
                  <a:pt x="108" y="11"/>
                  <a:pt x="108" y="11"/>
                </a:cubicBezTo>
                <a:close/>
                <a:moveTo>
                  <a:pt x="127" y="13"/>
                </a:moveTo>
                <a:cubicBezTo>
                  <a:pt x="127" y="13"/>
                  <a:pt x="127" y="13"/>
                  <a:pt x="127" y="14"/>
                </a:cubicBezTo>
                <a:cubicBezTo>
                  <a:pt x="127" y="14"/>
                  <a:pt x="127" y="14"/>
                  <a:pt x="128" y="14"/>
                </a:cubicBezTo>
                <a:cubicBezTo>
                  <a:pt x="128" y="14"/>
                  <a:pt x="129" y="15"/>
                  <a:pt x="129" y="15"/>
                </a:cubicBezTo>
                <a:cubicBezTo>
                  <a:pt x="130" y="15"/>
                  <a:pt x="130" y="15"/>
                  <a:pt x="131" y="15"/>
                </a:cubicBezTo>
                <a:cubicBezTo>
                  <a:pt x="131" y="16"/>
                  <a:pt x="132" y="16"/>
                  <a:pt x="134" y="16"/>
                </a:cubicBezTo>
                <a:cubicBezTo>
                  <a:pt x="135" y="17"/>
                  <a:pt x="135" y="17"/>
                  <a:pt x="135" y="17"/>
                </a:cubicBezTo>
                <a:cubicBezTo>
                  <a:pt x="135" y="17"/>
                  <a:pt x="135" y="17"/>
                  <a:pt x="135" y="17"/>
                </a:cubicBezTo>
                <a:cubicBezTo>
                  <a:pt x="134" y="18"/>
                  <a:pt x="134" y="18"/>
                  <a:pt x="133" y="18"/>
                </a:cubicBezTo>
                <a:cubicBezTo>
                  <a:pt x="133" y="18"/>
                  <a:pt x="132" y="18"/>
                  <a:pt x="131" y="18"/>
                </a:cubicBezTo>
                <a:cubicBezTo>
                  <a:pt x="131" y="18"/>
                  <a:pt x="130" y="17"/>
                  <a:pt x="130" y="17"/>
                </a:cubicBezTo>
                <a:cubicBezTo>
                  <a:pt x="130" y="17"/>
                  <a:pt x="129" y="17"/>
                  <a:pt x="129" y="17"/>
                </a:cubicBezTo>
                <a:cubicBezTo>
                  <a:pt x="129" y="17"/>
                  <a:pt x="129" y="17"/>
                  <a:pt x="129" y="17"/>
                </a:cubicBezTo>
                <a:cubicBezTo>
                  <a:pt x="129" y="16"/>
                  <a:pt x="129" y="16"/>
                  <a:pt x="129" y="16"/>
                </a:cubicBezTo>
                <a:cubicBezTo>
                  <a:pt x="128" y="15"/>
                  <a:pt x="128" y="15"/>
                  <a:pt x="127" y="15"/>
                </a:cubicBezTo>
                <a:cubicBezTo>
                  <a:pt x="126" y="15"/>
                  <a:pt x="126" y="14"/>
                  <a:pt x="126" y="14"/>
                </a:cubicBezTo>
                <a:cubicBezTo>
                  <a:pt x="125" y="14"/>
                  <a:pt x="125" y="14"/>
                  <a:pt x="124" y="14"/>
                </a:cubicBezTo>
                <a:cubicBezTo>
                  <a:pt x="124" y="13"/>
                  <a:pt x="123" y="13"/>
                  <a:pt x="123" y="13"/>
                </a:cubicBezTo>
                <a:cubicBezTo>
                  <a:pt x="123" y="13"/>
                  <a:pt x="123" y="13"/>
                  <a:pt x="123" y="14"/>
                </a:cubicBezTo>
                <a:cubicBezTo>
                  <a:pt x="123" y="14"/>
                  <a:pt x="122" y="14"/>
                  <a:pt x="122" y="14"/>
                </a:cubicBezTo>
                <a:cubicBezTo>
                  <a:pt x="122" y="14"/>
                  <a:pt x="122" y="15"/>
                  <a:pt x="122" y="15"/>
                </a:cubicBezTo>
                <a:cubicBezTo>
                  <a:pt x="122" y="15"/>
                  <a:pt x="122" y="15"/>
                  <a:pt x="122" y="15"/>
                </a:cubicBezTo>
                <a:cubicBezTo>
                  <a:pt x="121" y="15"/>
                  <a:pt x="121" y="15"/>
                  <a:pt x="120" y="15"/>
                </a:cubicBezTo>
                <a:cubicBezTo>
                  <a:pt x="120" y="16"/>
                  <a:pt x="119" y="16"/>
                  <a:pt x="119" y="16"/>
                </a:cubicBezTo>
                <a:cubicBezTo>
                  <a:pt x="119" y="16"/>
                  <a:pt x="119" y="16"/>
                  <a:pt x="118" y="16"/>
                </a:cubicBezTo>
                <a:cubicBezTo>
                  <a:pt x="118" y="15"/>
                  <a:pt x="118" y="15"/>
                  <a:pt x="118" y="15"/>
                </a:cubicBezTo>
                <a:cubicBezTo>
                  <a:pt x="118" y="15"/>
                  <a:pt x="119" y="15"/>
                  <a:pt x="119" y="15"/>
                </a:cubicBezTo>
                <a:cubicBezTo>
                  <a:pt x="120" y="15"/>
                  <a:pt x="120" y="15"/>
                  <a:pt x="121" y="14"/>
                </a:cubicBezTo>
                <a:cubicBezTo>
                  <a:pt x="121" y="14"/>
                  <a:pt x="122" y="13"/>
                  <a:pt x="122" y="12"/>
                </a:cubicBezTo>
                <a:cubicBezTo>
                  <a:pt x="123" y="11"/>
                  <a:pt x="123" y="11"/>
                  <a:pt x="123" y="11"/>
                </a:cubicBezTo>
                <a:cubicBezTo>
                  <a:pt x="123" y="11"/>
                  <a:pt x="123" y="11"/>
                  <a:pt x="123" y="11"/>
                </a:cubicBezTo>
                <a:cubicBezTo>
                  <a:pt x="123" y="10"/>
                  <a:pt x="123" y="10"/>
                  <a:pt x="123" y="10"/>
                </a:cubicBezTo>
                <a:cubicBezTo>
                  <a:pt x="122" y="10"/>
                  <a:pt x="122" y="11"/>
                  <a:pt x="122" y="11"/>
                </a:cubicBezTo>
                <a:cubicBezTo>
                  <a:pt x="122" y="11"/>
                  <a:pt x="121" y="11"/>
                  <a:pt x="121" y="11"/>
                </a:cubicBezTo>
                <a:cubicBezTo>
                  <a:pt x="120" y="11"/>
                  <a:pt x="120" y="11"/>
                  <a:pt x="120" y="11"/>
                </a:cubicBezTo>
                <a:cubicBezTo>
                  <a:pt x="120" y="11"/>
                  <a:pt x="119" y="11"/>
                  <a:pt x="119" y="11"/>
                </a:cubicBezTo>
                <a:cubicBezTo>
                  <a:pt x="119" y="11"/>
                  <a:pt x="119" y="11"/>
                  <a:pt x="119" y="11"/>
                </a:cubicBezTo>
                <a:cubicBezTo>
                  <a:pt x="119" y="11"/>
                  <a:pt x="119" y="11"/>
                  <a:pt x="119" y="10"/>
                </a:cubicBezTo>
                <a:cubicBezTo>
                  <a:pt x="119" y="10"/>
                  <a:pt x="119" y="10"/>
                  <a:pt x="119" y="10"/>
                </a:cubicBezTo>
                <a:cubicBezTo>
                  <a:pt x="120" y="10"/>
                  <a:pt x="121" y="10"/>
                  <a:pt x="123" y="9"/>
                </a:cubicBezTo>
                <a:cubicBezTo>
                  <a:pt x="124" y="9"/>
                  <a:pt x="126" y="8"/>
                  <a:pt x="127" y="8"/>
                </a:cubicBezTo>
                <a:cubicBezTo>
                  <a:pt x="127" y="8"/>
                  <a:pt x="127" y="8"/>
                  <a:pt x="127" y="8"/>
                </a:cubicBezTo>
                <a:cubicBezTo>
                  <a:pt x="127" y="8"/>
                  <a:pt x="127" y="8"/>
                  <a:pt x="127" y="8"/>
                </a:cubicBezTo>
                <a:cubicBezTo>
                  <a:pt x="126" y="7"/>
                  <a:pt x="126" y="7"/>
                  <a:pt x="126" y="7"/>
                </a:cubicBezTo>
                <a:cubicBezTo>
                  <a:pt x="126" y="7"/>
                  <a:pt x="126" y="7"/>
                  <a:pt x="125" y="7"/>
                </a:cubicBezTo>
                <a:cubicBezTo>
                  <a:pt x="125" y="8"/>
                  <a:pt x="125" y="8"/>
                  <a:pt x="125" y="8"/>
                </a:cubicBezTo>
                <a:cubicBezTo>
                  <a:pt x="125" y="8"/>
                  <a:pt x="124" y="8"/>
                  <a:pt x="124" y="8"/>
                </a:cubicBezTo>
                <a:cubicBezTo>
                  <a:pt x="124" y="8"/>
                  <a:pt x="124" y="8"/>
                  <a:pt x="123" y="7"/>
                </a:cubicBezTo>
                <a:cubicBezTo>
                  <a:pt x="123" y="7"/>
                  <a:pt x="123" y="7"/>
                  <a:pt x="123" y="6"/>
                </a:cubicBezTo>
                <a:cubicBezTo>
                  <a:pt x="123" y="5"/>
                  <a:pt x="123" y="4"/>
                  <a:pt x="123" y="3"/>
                </a:cubicBezTo>
                <a:cubicBezTo>
                  <a:pt x="123" y="3"/>
                  <a:pt x="123" y="2"/>
                  <a:pt x="124" y="2"/>
                </a:cubicBezTo>
                <a:cubicBezTo>
                  <a:pt x="124" y="2"/>
                  <a:pt x="124" y="2"/>
                  <a:pt x="125" y="2"/>
                </a:cubicBezTo>
                <a:cubicBezTo>
                  <a:pt x="126" y="2"/>
                  <a:pt x="127" y="2"/>
                  <a:pt x="128" y="2"/>
                </a:cubicBezTo>
                <a:cubicBezTo>
                  <a:pt x="128" y="2"/>
                  <a:pt x="129" y="2"/>
                  <a:pt x="129" y="2"/>
                </a:cubicBezTo>
                <a:cubicBezTo>
                  <a:pt x="129" y="2"/>
                  <a:pt x="130" y="2"/>
                  <a:pt x="130" y="2"/>
                </a:cubicBezTo>
                <a:cubicBezTo>
                  <a:pt x="130" y="2"/>
                  <a:pt x="130" y="2"/>
                  <a:pt x="129" y="3"/>
                </a:cubicBezTo>
                <a:cubicBezTo>
                  <a:pt x="129" y="3"/>
                  <a:pt x="129" y="3"/>
                  <a:pt x="129" y="3"/>
                </a:cubicBezTo>
                <a:cubicBezTo>
                  <a:pt x="129" y="4"/>
                  <a:pt x="129" y="4"/>
                  <a:pt x="129" y="4"/>
                </a:cubicBezTo>
                <a:lnTo>
                  <a:pt x="129" y="6"/>
                </a:lnTo>
                <a:cubicBezTo>
                  <a:pt x="129" y="7"/>
                  <a:pt x="129" y="7"/>
                  <a:pt x="129" y="7"/>
                </a:cubicBezTo>
                <a:cubicBezTo>
                  <a:pt x="129" y="8"/>
                  <a:pt x="129" y="8"/>
                  <a:pt x="129" y="8"/>
                </a:cubicBezTo>
                <a:cubicBezTo>
                  <a:pt x="129" y="8"/>
                  <a:pt x="129" y="8"/>
                  <a:pt x="129" y="8"/>
                </a:cubicBezTo>
                <a:cubicBezTo>
                  <a:pt x="129" y="8"/>
                  <a:pt x="130" y="8"/>
                  <a:pt x="130" y="8"/>
                </a:cubicBezTo>
                <a:cubicBezTo>
                  <a:pt x="130" y="8"/>
                  <a:pt x="130" y="8"/>
                  <a:pt x="131" y="8"/>
                </a:cubicBezTo>
                <a:cubicBezTo>
                  <a:pt x="131" y="8"/>
                  <a:pt x="131" y="8"/>
                  <a:pt x="131" y="8"/>
                </a:cubicBezTo>
                <a:cubicBezTo>
                  <a:pt x="131" y="8"/>
                  <a:pt x="131" y="8"/>
                  <a:pt x="131" y="9"/>
                </a:cubicBezTo>
                <a:cubicBezTo>
                  <a:pt x="131" y="9"/>
                  <a:pt x="131" y="9"/>
                  <a:pt x="131" y="9"/>
                </a:cubicBezTo>
                <a:cubicBezTo>
                  <a:pt x="131" y="9"/>
                  <a:pt x="131" y="10"/>
                  <a:pt x="131" y="10"/>
                </a:cubicBezTo>
                <a:cubicBezTo>
                  <a:pt x="130" y="10"/>
                  <a:pt x="130" y="10"/>
                  <a:pt x="129" y="10"/>
                </a:cubicBezTo>
                <a:cubicBezTo>
                  <a:pt x="128" y="10"/>
                  <a:pt x="128" y="10"/>
                  <a:pt x="127" y="10"/>
                </a:cubicBezTo>
                <a:cubicBezTo>
                  <a:pt x="127" y="10"/>
                  <a:pt x="127" y="10"/>
                  <a:pt x="127" y="10"/>
                </a:cubicBezTo>
                <a:cubicBezTo>
                  <a:pt x="127" y="10"/>
                  <a:pt x="127" y="10"/>
                  <a:pt x="127" y="10"/>
                </a:cubicBezTo>
                <a:cubicBezTo>
                  <a:pt x="127" y="10"/>
                  <a:pt x="127" y="11"/>
                  <a:pt x="127" y="11"/>
                </a:cubicBezTo>
                <a:cubicBezTo>
                  <a:pt x="127" y="11"/>
                  <a:pt x="127" y="11"/>
                  <a:pt x="128" y="11"/>
                </a:cubicBezTo>
                <a:cubicBezTo>
                  <a:pt x="128" y="11"/>
                  <a:pt x="128" y="11"/>
                  <a:pt x="128" y="11"/>
                </a:cubicBezTo>
                <a:cubicBezTo>
                  <a:pt x="128" y="10"/>
                  <a:pt x="129" y="10"/>
                  <a:pt x="129" y="10"/>
                </a:cubicBezTo>
                <a:cubicBezTo>
                  <a:pt x="129" y="10"/>
                  <a:pt x="129" y="11"/>
                  <a:pt x="129" y="11"/>
                </a:cubicBezTo>
                <a:cubicBezTo>
                  <a:pt x="129" y="11"/>
                  <a:pt x="129" y="11"/>
                  <a:pt x="129" y="11"/>
                </a:cubicBezTo>
                <a:cubicBezTo>
                  <a:pt x="129" y="11"/>
                  <a:pt x="129" y="12"/>
                  <a:pt x="129" y="12"/>
                </a:cubicBezTo>
                <a:cubicBezTo>
                  <a:pt x="129" y="12"/>
                  <a:pt x="129" y="12"/>
                  <a:pt x="128" y="12"/>
                </a:cubicBezTo>
                <a:cubicBezTo>
                  <a:pt x="128" y="12"/>
                  <a:pt x="128" y="12"/>
                  <a:pt x="127" y="12"/>
                </a:cubicBezTo>
                <a:cubicBezTo>
                  <a:pt x="127" y="12"/>
                  <a:pt x="127" y="12"/>
                  <a:pt x="127" y="12"/>
                </a:cubicBezTo>
                <a:cubicBezTo>
                  <a:pt x="127" y="12"/>
                  <a:pt x="127" y="13"/>
                  <a:pt x="127" y="13"/>
                </a:cubicBezTo>
                <a:cubicBezTo>
                  <a:pt x="127" y="13"/>
                  <a:pt x="127" y="13"/>
                  <a:pt x="127" y="13"/>
                </a:cubicBezTo>
                <a:close/>
                <a:moveTo>
                  <a:pt x="148" y="11"/>
                </a:moveTo>
                <a:cubicBezTo>
                  <a:pt x="148" y="12"/>
                  <a:pt x="148" y="13"/>
                  <a:pt x="148" y="14"/>
                </a:cubicBezTo>
                <a:cubicBezTo>
                  <a:pt x="148" y="15"/>
                  <a:pt x="148" y="15"/>
                  <a:pt x="148" y="16"/>
                </a:cubicBezTo>
                <a:cubicBezTo>
                  <a:pt x="148" y="16"/>
                  <a:pt x="148" y="16"/>
                  <a:pt x="148" y="17"/>
                </a:cubicBezTo>
                <a:cubicBezTo>
                  <a:pt x="148" y="17"/>
                  <a:pt x="148" y="17"/>
                  <a:pt x="148" y="17"/>
                </a:cubicBezTo>
                <a:cubicBezTo>
                  <a:pt x="148" y="18"/>
                  <a:pt x="148" y="18"/>
                  <a:pt x="148" y="18"/>
                </a:cubicBezTo>
                <a:cubicBezTo>
                  <a:pt x="148" y="18"/>
                  <a:pt x="147" y="18"/>
                  <a:pt x="146" y="17"/>
                </a:cubicBezTo>
                <a:cubicBezTo>
                  <a:pt x="145" y="17"/>
                  <a:pt x="144" y="16"/>
                  <a:pt x="144" y="16"/>
                </a:cubicBezTo>
                <a:cubicBezTo>
                  <a:pt x="143" y="16"/>
                  <a:pt x="143" y="15"/>
                  <a:pt x="143" y="15"/>
                </a:cubicBezTo>
                <a:cubicBezTo>
                  <a:pt x="143" y="15"/>
                  <a:pt x="143" y="15"/>
                  <a:pt x="143" y="15"/>
                </a:cubicBezTo>
                <a:cubicBezTo>
                  <a:pt x="143" y="15"/>
                  <a:pt x="143" y="15"/>
                  <a:pt x="143" y="15"/>
                </a:cubicBezTo>
                <a:cubicBezTo>
                  <a:pt x="144" y="16"/>
                  <a:pt x="145" y="16"/>
                  <a:pt x="146" y="16"/>
                </a:cubicBezTo>
                <a:cubicBezTo>
                  <a:pt x="146" y="16"/>
                  <a:pt x="147" y="16"/>
                  <a:pt x="147" y="16"/>
                </a:cubicBezTo>
                <a:cubicBezTo>
                  <a:pt x="147" y="16"/>
                  <a:pt x="147" y="15"/>
                  <a:pt x="147" y="15"/>
                </a:cubicBezTo>
                <a:cubicBezTo>
                  <a:pt x="147" y="14"/>
                  <a:pt x="147" y="14"/>
                  <a:pt x="147" y="12"/>
                </a:cubicBezTo>
                <a:cubicBezTo>
                  <a:pt x="147" y="11"/>
                  <a:pt x="146" y="9"/>
                  <a:pt x="146" y="8"/>
                </a:cubicBezTo>
                <a:lnTo>
                  <a:pt x="146" y="5"/>
                </a:lnTo>
                <a:lnTo>
                  <a:pt x="146" y="3"/>
                </a:lnTo>
                <a:cubicBezTo>
                  <a:pt x="146" y="3"/>
                  <a:pt x="147" y="3"/>
                  <a:pt x="147" y="3"/>
                </a:cubicBezTo>
                <a:cubicBezTo>
                  <a:pt x="147" y="3"/>
                  <a:pt x="147" y="3"/>
                  <a:pt x="148" y="3"/>
                </a:cubicBezTo>
                <a:cubicBezTo>
                  <a:pt x="148" y="3"/>
                  <a:pt x="148" y="3"/>
                  <a:pt x="148" y="3"/>
                </a:cubicBezTo>
                <a:cubicBezTo>
                  <a:pt x="148" y="4"/>
                  <a:pt x="148" y="4"/>
                  <a:pt x="148" y="4"/>
                </a:cubicBezTo>
                <a:cubicBezTo>
                  <a:pt x="148" y="4"/>
                  <a:pt x="148" y="5"/>
                  <a:pt x="148" y="6"/>
                </a:cubicBezTo>
                <a:cubicBezTo>
                  <a:pt x="148" y="6"/>
                  <a:pt x="148" y="6"/>
                  <a:pt x="148" y="7"/>
                </a:cubicBezTo>
                <a:cubicBezTo>
                  <a:pt x="148" y="9"/>
                  <a:pt x="148" y="9"/>
                  <a:pt x="148" y="10"/>
                </a:cubicBezTo>
                <a:lnTo>
                  <a:pt x="148" y="11"/>
                </a:lnTo>
                <a:close/>
                <a:moveTo>
                  <a:pt x="143" y="7"/>
                </a:moveTo>
                <a:cubicBezTo>
                  <a:pt x="143" y="7"/>
                  <a:pt x="143" y="7"/>
                  <a:pt x="142" y="7"/>
                </a:cubicBezTo>
                <a:cubicBezTo>
                  <a:pt x="142" y="7"/>
                  <a:pt x="142" y="7"/>
                  <a:pt x="141" y="7"/>
                </a:cubicBezTo>
                <a:cubicBezTo>
                  <a:pt x="141" y="7"/>
                  <a:pt x="141" y="7"/>
                  <a:pt x="141" y="7"/>
                </a:cubicBezTo>
                <a:cubicBezTo>
                  <a:pt x="141" y="7"/>
                  <a:pt x="141" y="7"/>
                  <a:pt x="140" y="7"/>
                </a:cubicBezTo>
                <a:cubicBezTo>
                  <a:pt x="140" y="7"/>
                  <a:pt x="140" y="6"/>
                  <a:pt x="140" y="6"/>
                </a:cubicBezTo>
                <a:cubicBezTo>
                  <a:pt x="140" y="6"/>
                  <a:pt x="140" y="7"/>
                  <a:pt x="140" y="7"/>
                </a:cubicBezTo>
                <a:cubicBezTo>
                  <a:pt x="139" y="7"/>
                  <a:pt x="139" y="7"/>
                  <a:pt x="139" y="7"/>
                </a:cubicBezTo>
                <a:cubicBezTo>
                  <a:pt x="138" y="8"/>
                  <a:pt x="138" y="8"/>
                  <a:pt x="138" y="9"/>
                </a:cubicBezTo>
                <a:cubicBezTo>
                  <a:pt x="138" y="9"/>
                  <a:pt x="137" y="9"/>
                  <a:pt x="137" y="10"/>
                </a:cubicBezTo>
                <a:cubicBezTo>
                  <a:pt x="137" y="10"/>
                  <a:pt x="138" y="10"/>
                  <a:pt x="138" y="10"/>
                </a:cubicBezTo>
                <a:cubicBezTo>
                  <a:pt x="138" y="10"/>
                  <a:pt x="138" y="10"/>
                  <a:pt x="138" y="10"/>
                </a:cubicBezTo>
                <a:cubicBezTo>
                  <a:pt x="139" y="9"/>
                  <a:pt x="140" y="9"/>
                  <a:pt x="141" y="9"/>
                </a:cubicBezTo>
                <a:cubicBezTo>
                  <a:pt x="141" y="9"/>
                  <a:pt x="141" y="9"/>
                  <a:pt x="141" y="9"/>
                </a:cubicBezTo>
                <a:cubicBezTo>
                  <a:pt x="142" y="9"/>
                  <a:pt x="142" y="9"/>
                  <a:pt x="142" y="9"/>
                </a:cubicBezTo>
                <a:cubicBezTo>
                  <a:pt x="142" y="9"/>
                  <a:pt x="142" y="9"/>
                  <a:pt x="142" y="9"/>
                </a:cubicBezTo>
                <a:cubicBezTo>
                  <a:pt x="142" y="10"/>
                  <a:pt x="142" y="10"/>
                  <a:pt x="142" y="10"/>
                </a:cubicBezTo>
                <a:cubicBezTo>
                  <a:pt x="142" y="11"/>
                  <a:pt x="141" y="11"/>
                  <a:pt x="141" y="12"/>
                </a:cubicBezTo>
                <a:cubicBezTo>
                  <a:pt x="141" y="12"/>
                  <a:pt x="141" y="13"/>
                  <a:pt x="141" y="13"/>
                </a:cubicBezTo>
                <a:cubicBezTo>
                  <a:pt x="141" y="13"/>
                  <a:pt x="140" y="13"/>
                  <a:pt x="140" y="13"/>
                </a:cubicBezTo>
                <a:cubicBezTo>
                  <a:pt x="140" y="13"/>
                  <a:pt x="139" y="13"/>
                  <a:pt x="139" y="13"/>
                </a:cubicBezTo>
                <a:cubicBezTo>
                  <a:pt x="139" y="13"/>
                  <a:pt x="139" y="13"/>
                  <a:pt x="139" y="13"/>
                </a:cubicBezTo>
                <a:cubicBezTo>
                  <a:pt x="139" y="13"/>
                  <a:pt x="139" y="13"/>
                  <a:pt x="139" y="13"/>
                </a:cubicBezTo>
                <a:cubicBezTo>
                  <a:pt x="139" y="13"/>
                  <a:pt x="139" y="13"/>
                  <a:pt x="139" y="14"/>
                </a:cubicBezTo>
                <a:cubicBezTo>
                  <a:pt x="138" y="14"/>
                  <a:pt x="138" y="14"/>
                  <a:pt x="138" y="15"/>
                </a:cubicBezTo>
                <a:cubicBezTo>
                  <a:pt x="138" y="15"/>
                  <a:pt x="138" y="15"/>
                  <a:pt x="139" y="15"/>
                </a:cubicBezTo>
                <a:cubicBezTo>
                  <a:pt x="139" y="15"/>
                  <a:pt x="139" y="15"/>
                  <a:pt x="139" y="15"/>
                </a:cubicBezTo>
                <a:cubicBezTo>
                  <a:pt x="139" y="15"/>
                  <a:pt x="140" y="15"/>
                  <a:pt x="140" y="15"/>
                </a:cubicBezTo>
                <a:cubicBezTo>
                  <a:pt x="140" y="15"/>
                  <a:pt x="140" y="15"/>
                  <a:pt x="141" y="15"/>
                </a:cubicBezTo>
                <a:cubicBezTo>
                  <a:pt x="141" y="15"/>
                  <a:pt x="141" y="14"/>
                  <a:pt x="141" y="14"/>
                </a:cubicBezTo>
                <a:cubicBezTo>
                  <a:pt x="141" y="14"/>
                  <a:pt x="141" y="13"/>
                  <a:pt x="141" y="13"/>
                </a:cubicBezTo>
                <a:cubicBezTo>
                  <a:pt x="141" y="13"/>
                  <a:pt x="141" y="14"/>
                  <a:pt x="142" y="14"/>
                </a:cubicBezTo>
                <a:cubicBezTo>
                  <a:pt x="142" y="15"/>
                  <a:pt x="142" y="15"/>
                  <a:pt x="142" y="16"/>
                </a:cubicBezTo>
                <a:cubicBezTo>
                  <a:pt x="142" y="16"/>
                  <a:pt x="142" y="16"/>
                  <a:pt x="141" y="16"/>
                </a:cubicBezTo>
                <a:cubicBezTo>
                  <a:pt x="141" y="16"/>
                  <a:pt x="141" y="16"/>
                  <a:pt x="141" y="16"/>
                </a:cubicBezTo>
                <a:cubicBezTo>
                  <a:pt x="140" y="16"/>
                  <a:pt x="140" y="16"/>
                  <a:pt x="139" y="16"/>
                </a:cubicBezTo>
                <a:cubicBezTo>
                  <a:pt x="139" y="16"/>
                  <a:pt x="138" y="16"/>
                  <a:pt x="138" y="16"/>
                </a:cubicBezTo>
                <a:cubicBezTo>
                  <a:pt x="138" y="16"/>
                  <a:pt x="137" y="15"/>
                  <a:pt x="137" y="14"/>
                </a:cubicBezTo>
                <a:cubicBezTo>
                  <a:pt x="137" y="14"/>
                  <a:pt x="138" y="13"/>
                  <a:pt x="138" y="13"/>
                </a:cubicBezTo>
                <a:cubicBezTo>
                  <a:pt x="138" y="12"/>
                  <a:pt x="138" y="12"/>
                  <a:pt x="138" y="11"/>
                </a:cubicBezTo>
                <a:cubicBezTo>
                  <a:pt x="138" y="11"/>
                  <a:pt x="138" y="11"/>
                  <a:pt x="138" y="11"/>
                </a:cubicBezTo>
                <a:cubicBezTo>
                  <a:pt x="138" y="11"/>
                  <a:pt x="139" y="11"/>
                  <a:pt x="139" y="11"/>
                </a:cubicBezTo>
                <a:cubicBezTo>
                  <a:pt x="139" y="11"/>
                  <a:pt x="139" y="11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40" y="12"/>
                  <a:pt x="140" y="12"/>
                  <a:pt x="140" y="11"/>
                </a:cubicBezTo>
                <a:cubicBezTo>
                  <a:pt x="140" y="11"/>
                  <a:pt x="140" y="11"/>
                  <a:pt x="140" y="10"/>
                </a:cubicBezTo>
                <a:cubicBezTo>
                  <a:pt x="140" y="10"/>
                  <a:pt x="140" y="10"/>
                  <a:pt x="140" y="10"/>
                </a:cubicBezTo>
                <a:cubicBezTo>
                  <a:pt x="139" y="10"/>
                  <a:pt x="139" y="10"/>
                  <a:pt x="138" y="11"/>
                </a:cubicBezTo>
                <a:cubicBezTo>
                  <a:pt x="138" y="11"/>
                  <a:pt x="138" y="11"/>
                  <a:pt x="138" y="11"/>
                </a:cubicBezTo>
                <a:cubicBezTo>
                  <a:pt x="138" y="11"/>
                  <a:pt x="138" y="11"/>
                  <a:pt x="137" y="11"/>
                </a:cubicBezTo>
                <a:cubicBezTo>
                  <a:pt x="137" y="11"/>
                  <a:pt x="137" y="11"/>
                  <a:pt x="137" y="11"/>
                </a:cubicBezTo>
                <a:cubicBezTo>
                  <a:pt x="137" y="11"/>
                  <a:pt x="137" y="11"/>
                  <a:pt x="137" y="11"/>
                </a:cubicBezTo>
                <a:cubicBezTo>
                  <a:pt x="137" y="11"/>
                  <a:pt x="137" y="11"/>
                  <a:pt x="136" y="12"/>
                </a:cubicBezTo>
                <a:cubicBezTo>
                  <a:pt x="135" y="12"/>
                  <a:pt x="135" y="12"/>
                  <a:pt x="135" y="12"/>
                </a:cubicBezTo>
                <a:cubicBezTo>
                  <a:pt x="134" y="12"/>
                  <a:pt x="134" y="12"/>
                  <a:pt x="134" y="12"/>
                </a:cubicBezTo>
                <a:cubicBezTo>
                  <a:pt x="134" y="12"/>
                  <a:pt x="133" y="12"/>
                  <a:pt x="133" y="12"/>
                </a:cubicBezTo>
                <a:cubicBezTo>
                  <a:pt x="133" y="12"/>
                  <a:pt x="134" y="12"/>
                  <a:pt x="134" y="12"/>
                </a:cubicBezTo>
                <a:cubicBezTo>
                  <a:pt x="134" y="11"/>
                  <a:pt x="135" y="11"/>
                  <a:pt x="135" y="10"/>
                </a:cubicBezTo>
                <a:cubicBezTo>
                  <a:pt x="136" y="10"/>
                  <a:pt x="136" y="9"/>
                  <a:pt x="137" y="8"/>
                </a:cubicBezTo>
                <a:cubicBezTo>
                  <a:pt x="137" y="8"/>
                  <a:pt x="138" y="7"/>
                  <a:pt x="138" y="7"/>
                </a:cubicBezTo>
                <a:cubicBezTo>
                  <a:pt x="138" y="7"/>
                  <a:pt x="138" y="6"/>
                  <a:pt x="139" y="6"/>
                </a:cubicBezTo>
                <a:cubicBezTo>
                  <a:pt x="139" y="5"/>
                  <a:pt x="140" y="4"/>
                  <a:pt x="140" y="4"/>
                </a:cubicBezTo>
                <a:cubicBezTo>
                  <a:pt x="140" y="4"/>
                  <a:pt x="140" y="4"/>
                  <a:pt x="140" y="4"/>
                </a:cubicBezTo>
                <a:cubicBezTo>
                  <a:pt x="140" y="4"/>
                  <a:pt x="141" y="3"/>
                  <a:pt x="141" y="3"/>
                </a:cubicBezTo>
                <a:cubicBezTo>
                  <a:pt x="141" y="3"/>
                  <a:pt x="141" y="4"/>
                  <a:pt x="141" y="4"/>
                </a:cubicBezTo>
                <a:cubicBezTo>
                  <a:pt x="141" y="4"/>
                  <a:pt x="141" y="4"/>
                  <a:pt x="141" y="4"/>
                </a:cubicBezTo>
                <a:cubicBezTo>
                  <a:pt x="141" y="5"/>
                  <a:pt x="141" y="5"/>
                  <a:pt x="141" y="5"/>
                </a:cubicBezTo>
                <a:cubicBezTo>
                  <a:pt x="141" y="5"/>
                  <a:pt x="141" y="5"/>
                  <a:pt x="141" y="6"/>
                </a:cubicBezTo>
                <a:cubicBezTo>
                  <a:pt x="141" y="6"/>
                  <a:pt x="141" y="6"/>
                  <a:pt x="141" y="6"/>
                </a:cubicBezTo>
                <a:cubicBezTo>
                  <a:pt x="141" y="6"/>
                  <a:pt x="141" y="6"/>
                  <a:pt x="142" y="6"/>
                </a:cubicBezTo>
                <a:cubicBezTo>
                  <a:pt x="142" y="6"/>
                  <a:pt x="143" y="6"/>
                  <a:pt x="143" y="7"/>
                </a:cubicBezTo>
                <a:close/>
                <a:moveTo>
                  <a:pt x="145" y="8"/>
                </a:moveTo>
                <a:cubicBezTo>
                  <a:pt x="145" y="8"/>
                  <a:pt x="145" y="8"/>
                  <a:pt x="145" y="8"/>
                </a:cubicBezTo>
                <a:cubicBezTo>
                  <a:pt x="145" y="8"/>
                  <a:pt x="145" y="9"/>
                  <a:pt x="145" y="9"/>
                </a:cubicBezTo>
                <a:cubicBezTo>
                  <a:pt x="145" y="9"/>
                  <a:pt x="145" y="10"/>
                  <a:pt x="145" y="10"/>
                </a:cubicBezTo>
                <a:cubicBezTo>
                  <a:pt x="145" y="11"/>
                  <a:pt x="145" y="11"/>
                  <a:pt x="144" y="11"/>
                </a:cubicBezTo>
                <a:cubicBezTo>
                  <a:pt x="144" y="11"/>
                  <a:pt x="144" y="11"/>
                  <a:pt x="144" y="11"/>
                </a:cubicBezTo>
                <a:cubicBezTo>
                  <a:pt x="144" y="11"/>
                  <a:pt x="143" y="11"/>
                  <a:pt x="143" y="10"/>
                </a:cubicBezTo>
                <a:cubicBezTo>
                  <a:pt x="143" y="9"/>
                  <a:pt x="143" y="9"/>
                  <a:pt x="143" y="9"/>
                </a:cubicBezTo>
                <a:lnTo>
                  <a:pt x="143" y="8"/>
                </a:lnTo>
                <a:cubicBezTo>
                  <a:pt x="143" y="8"/>
                  <a:pt x="143" y="8"/>
                  <a:pt x="144" y="8"/>
                </a:cubicBezTo>
                <a:cubicBezTo>
                  <a:pt x="144" y="8"/>
                  <a:pt x="144" y="8"/>
                  <a:pt x="144" y="8"/>
                </a:cubicBezTo>
                <a:cubicBezTo>
                  <a:pt x="145" y="8"/>
                  <a:pt x="145" y="8"/>
                  <a:pt x="145" y="8"/>
                </a:cubicBezTo>
                <a:cubicBezTo>
                  <a:pt x="145" y="8"/>
                  <a:pt x="145" y="8"/>
                  <a:pt x="145" y="8"/>
                </a:cubicBezTo>
                <a:close/>
                <a:moveTo>
                  <a:pt x="157" y="2"/>
                </a:moveTo>
                <a:cubicBezTo>
                  <a:pt x="157" y="2"/>
                  <a:pt x="158" y="2"/>
                  <a:pt x="158" y="2"/>
                </a:cubicBezTo>
                <a:cubicBezTo>
                  <a:pt x="158" y="2"/>
                  <a:pt x="158" y="2"/>
                  <a:pt x="158" y="3"/>
                </a:cubicBezTo>
                <a:cubicBezTo>
                  <a:pt x="158" y="3"/>
                  <a:pt x="158" y="3"/>
                  <a:pt x="158" y="3"/>
                </a:cubicBezTo>
                <a:cubicBezTo>
                  <a:pt x="158" y="3"/>
                  <a:pt x="158" y="4"/>
                  <a:pt x="158" y="4"/>
                </a:cubicBezTo>
                <a:cubicBezTo>
                  <a:pt x="158" y="4"/>
                  <a:pt x="158" y="4"/>
                  <a:pt x="158" y="4"/>
                </a:cubicBezTo>
                <a:cubicBezTo>
                  <a:pt x="158" y="4"/>
                  <a:pt x="158" y="4"/>
                  <a:pt x="158" y="4"/>
                </a:cubicBezTo>
                <a:cubicBezTo>
                  <a:pt x="158" y="4"/>
                  <a:pt x="157" y="4"/>
                  <a:pt x="157" y="4"/>
                </a:cubicBezTo>
                <a:cubicBezTo>
                  <a:pt x="157" y="4"/>
                  <a:pt x="156" y="4"/>
                  <a:pt x="156" y="3"/>
                </a:cubicBezTo>
                <a:cubicBezTo>
                  <a:pt x="156" y="3"/>
                  <a:pt x="157" y="3"/>
                  <a:pt x="157" y="2"/>
                </a:cubicBezTo>
                <a:cubicBezTo>
                  <a:pt x="157" y="2"/>
                  <a:pt x="157" y="2"/>
                  <a:pt x="157" y="2"/>
                </a:cubicBezTo>
                <a:close/>
                <a:moveTo>
                  <a:pt x="159" y="5"/>
                </a:moveTo>
                <a:cubicBezTo>
                  <a:pt x="159" y="5"/>
                  <a:pt x="159" y="6"/>
                  <a:pt x="159" y="6"/>
                </a:cubicBezTo>
                <a:cubicBezTo>
                  <a:pt x="159" y="6"/>
                  <a:pt x="159" y="6"/>
                  <a:pt x="159" y="6"/>
                </a:cubicBezTo>
                <a:cubicBezTo>
                  <a:pt x="159" y="6"/>
                  <a:pt x="158" y="6"/>
                  <a:pt x="158" y="6"/>
                </a:cubicBezTo>
                <a:cubicBezTo>
                  <a:pt x="158" y="6"/>
                  <a:pt x="158" y="6"/>
                  <a:pt x="159" y="6"/>
                </a:cubicBezTo>
                <a:cubicBezTo>
                  <a:pt x="159" y="6"/>
                  <a:pt x="159" y="7"/>
                  <a:pt x="159" y="7"/>
                </a:cubicBezTo>
                <a:cubicBezTo>
                  <a:pt x="159" y="7"/>
                  <a:pt x="159" y="7"/>
                  <a:pt x="159" y="7"/>
                </a:cubicBezTo>
                <a:cubicBezTo>
                  <a:pt x="159" y="7"/>
                  <a:pt x="159" y="7"/>
                  <a:pt x="159" y="7"/>
                </a:cubicBezTo>
                <a:cubicBezTo>
                  <a:pt x="159" y="8"/>
                  <a:pt x="159" y="8"/>
                  <a:pt x="158" y="8"/>
                </a:cubicBezTo>
                <a:cubicBezTo>
                  <a:pt x="158" y="8"/>
                  <a:pt x="158" y="8"/>
                  <a:pt x="158" y="8"/>
                </a:cubicBezTo>
                <a:cubicBezTo>
                  <a:pt x="158" y="8"/>
                  <a:pt x="158" y="8"/>
                  <a:pt x="159" y="8"/>
                </a:cubicBezTo>
                <a:cubicBezTo>
                  <a:pt x="159" y="8"/>
                  <a:pt x="159" y="8"/>
                  <a:pt x="159" y="8"/>
                </a:cubicBezTo>
                <a:cubicBezTo>
                  <a:pt x="159" y="8"/>
                  <a:pt x="159" y="8"/>
                  <a:pt x="159" y="9"/>
                </a:cubicBezTo>
                <a:cubicBezTo>
                  <a:pt x="159" y="9"/>
                  <a:pt x="159" y="9"/>
                  <a:pt x="159" y="9"/>
                </a:cubicBezTo>
                <a:cubicBezTo>
                  <a:pt x="159" y="9"/>
                  <a:pt x="158" y="9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9" y="10"/>
                  <a:pt x="159" y="10"/>
                </a:cubicBezTo>
                <a:cubicBezTo>
                  <a:pt x="159" y="10"/>
                  <a:pt x="159" y="10"/>
                  <a:pt x="159" y="10"/>
                </a:cubicBezTo>
                <a:cubicBezTo>
                  <a:pt x="159" y="11"/>
                  <a:pt x="159" y="11"/>
                  <a:pt x="159" y="11"/>
                </a:cubicBezTo>
                <a:cubicBezTo>
                  <a:pt x="159" y="11"/>
                  <a:pt x="159" y="11"/>
                  <a:pt x="159" y="11"/>
                </a:cubicBezTo>
                <a:cubicBezTo>
                  <a:pt x="159" y="11"/>
                  <a:pt x="159" y="11"/>
                  <a:pt x="158" y="11"/>
                </a:cubicBezTo>
                <a:cubicBezTo>
                  <a:pt x="158" y="11"/>
                  <a:pt x="157" y="12"/>
                  <a:pt x="157" y="12"/>
                </a:cubicBezTo>
                <a:cubicBezTo>
                  <a:pt x="157" y="12"/>
                  <a:pt x="157" y="12"/>
                  <a:pt x="157" y="12"/>
                </a:cubicBezTo>
                <a:cubicBezTo>
                  <a:pt x="157" y="12"/>
                  <a:pt x="157" y="12"/>
                  <a:pt x="158" y="12"/>
                </a:cubicBezTo>
                <a:cubicBezTo>
                  <a:pt x="158" y="12"/>
                  <a:pt x="159" y="13"/>
                  <a:pt x="159" y="13"/>
                </a:cubicBezTo>
                <a:cubicBezTo>
                  <a:pt x="159" y="13"/>
                  <a:pt x="159" y="13"/>
                  <a:pt x="158" y="13"/>
                </a:cubicBezTo>
                <a:cubicBezTo>
                  <a:pt x="158" y="13"/>
                  <a:pt x="158" y="13"/>
                  <a:pt x="158" y="13"/>
                </a:cubicBezTo>
                <a:cubicBezTo>
                  <a:pt x="158" y="13"/>
                  <a:pt x="158" y="13"/>
                  <a:pt x="158" y="13"/>
                </a:cubicBezTo>
                <a:cubicBezTo>
                  <a:pt x="158" y="13"/>
                  <a:pt x="157" y="13"/>
                  <a:pt x="157" y="13"/>
                </a:cubicBezTo>
                <a:cubicBezTo>
                  <a:pt x="157" y="13"/>
                  <a:pt x="157" y="13"/>
                  <a:pt x="157" y="13"/>
                </a:cubicBezTo>
                <a:cubicBezTo>
                  <a:pt x="157" y="14"/>
                  <a:pt x="157" y="14"/>
                  <a:pt x="157" y="14"/>
                </a:cubicBezTo>
                <a:cubicBezTo>
                  <a:pt x="157" y="14"/>
                  <a:pt x="157" y="15"/>
                  <a:pt x="157" y="15"/>
                </a:cubicBezTo>
                <a:cubicBezTo>
                  <a:pt x="157" y="16"/>
                  <a:pt x="157" y="16"/>
                  <a:pt x="157" y="16"/>
                </a:cubicBezTo>
                <a:cubicBezTo>
                  <a:pt x="157" y="16"/>
                  <a:pt x="156" y="16"/>
                  <a:pt x="156" y="16"/>
                </a:cubicBezTo>
                <a:cubicBezTo>
                  <a:pt x="156" y="15"/>
                  <a:pt x="155" y="15"/>
                  <a:pt x="155" y="15"/>
                </a:cubicBezTo>
                <a:cubicBezTo>
                  <a:pt x="155" y="15"/>
                  <a:pt x="154" y="15"/>
                  <a:pt x="154" y="15"/>
                </a:cubicBezTo>
                <a:cubicBezTo>
                  <a:pt x="154" y="15"/>
                  <a:pt x="154" y="15"/>
                  <a:pt x="154" y="15"/>
                </a:cubicBezTo>
                <a:cubicBezTo>
                  <a:pt x="154" y="15"/>
                  <a:pt x="154" y="15"/>
                  <a:pt x="154" y="15"/>
                </a:cubicBezTo>
                <a:cubicBezTo>
                  <a:pt x="154" y="15"/>
                  <a:pt x="154" y="16"/>
                  <a:pt x="154" y="16"/>
                </a:cubicBezTo>
                <a:cubicBezTo>
                  <a:pt x="154" y="16"/>
                  <a:pt x="153" y="15"/>
                  <a:pt x="153" y="15"/>
                </a:cubicBezTo>
                <a:cubicBezTo>
                  <a:pt x="153" y="15"/>
                  <a:pt x="153" y="15"/>
                  <a:pt x="153" y="15"/>
                </a:cubicBezTo>
                <a:cubicBezTo>
                  <a:pt x="153" y="15"/>
                  <a:pt x="153" y="15"/>
                  <a:pt x="153" y="15"/>
                </a:cubicBezTo>
                <a:cubicBezTo>
                  <a:pt x="153" y="14"/>
                  <a:pt x="153" y="14"/>
                  <a:pt x="153" y="14"/>
                </a:cubicBezTo>
                <a:cubicBezTo>
                  <a:pt x="154" y="13"/>
                  <a:pt x="154" y="13"/>
                  <a:pt x="154" y="13"/>
                </a:cubicBezTo>
                <a:cubicBezTo>
                  <a:pt x="154" y="13"/>
                  <a:pt x="154" y="13"/>
                  <a:pt x="154" y="13"/>
                </a:cubicBezTo>
                <a:cubicBezTo>
                  <a:pt x="154" y="12"/>
                  <a:pt x="154" y="12"/>
                  <a:pt x="154" y="12"/>
                </a:cubicBezTo>
                <a:cubicBezTo>
                  <a:pt x="154" y="12"/>
                  <a:pt x="154" y="12"/>
                  <a:pt x="153" y="13"/>
                </a:cubicBezTo>
                <a:cubicBezTo>
                  <a:pt x="153" y="13"/>
                  <a:pt x="153" y="13"/>
                  <a:pt x="153" y="13"/>
                </a:cubicBezTo>
                <a:cubicBezTo>
                  <a:pt x="152" y="13"/>
                  <a:pt x="152" y="13"/>
                  <a:pt x="152" y="13"/>
                </a:cubicBezTo>
                <a:cubicBezTo>
                  <a:pt x="152" y="13"/>
                  <a:pt x="152" y="13"/>
                  <a:pt x="152" y="13"/>
                </a:cubicBezTo>
                <a:cubicBezTo>
                  <a:pt x="152" y="12"/>
                  <a:pt x="152" y="12"/>
                  <a:pt x="152" y="12"/>
                </a:cubicBezTo>
                <a:cubicBezTo>
                  <a:pt x="152" y="12"/>
                  <a:pt x="152" y="12"/>
                  <a:pt x="152" y="12"/>
                </a:cubicBezTo>
                <a:cubicBezTo>
                  <a:pt x="153" y="12"/>
                  <a:pt x="154" y="11"/>
                  <a:pt x="155" y="11"/>
                </a:cubicBezTo>
                <a:cubicBezTo>
                  <a:pt x="155" y="11"/>
                  <a:pt x="155" y="11"/>
                  <a:pt x="156" y="11"/>
                </a:cubicBezTo>
                <a:cubicBezTo>
                  <a:pt x="156" y="11"/>
                  <a:pt x="156" y="11"/>
                  <a:pt x="156" y="11"/>
                </a:cubicBezTo>
                <a:cubicBezTo>
                  <a:pt x="156" y="10"/>
                  <a:pt x="156" y="10"/>
                  <a:pt x="156" y="10"/>
                </a:cubicBezTo>
                <a:cubicBezTo>
                  <a:pt x="156" y="10"/>
                  <a:pt x="155" y="10"/>
                  <a:pt x="155" y="10"/>
                </a:cubicBezTo>
                <a:cubicBezTo>
                  <a:pt x="155" y="10"/>
                  <a:pt x="154" y="10"/>
                  <a:pt x="154" y="10"/>
                </a:cubicBezTo>
                <a:cubicBezTo>
                  <a:pt x="154" y="11"/>
                  <a:pt x="154" y="11"/>
                  <a:pt x="154" y="11"/>
                </a:cubicBezTo>
                <a:cubicBezTo>
                  <a:pt x="154" y="11"/>
                  <a:pt x="154" y="10"/>
                  <a:pt x="154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154" y="10"/>
                  <a:pt x="154" y="10"/>
                  <a:pt x="154" y="9"/>
                </a:cubicBezTo>
                <a:cubicBezTo>
                  <a:pt x="154" y="9"/>
                  <a:pt x="154" y="9"/>
                  <a:pt x="154" y="9"/>
                </a:cubicBezTo>
                <a:cubicBezTo>
                  <a:pt x="155" y="9"/>
                  <a:pt x="155" y="9"/>
                  <a:pt x="156" y="9"/>
                </a:cubicBezTo>
                <a:cubicBezTo>
                  <a:pt x="156" y="9"/>
                  <a:pt x="157" y="8"/>
                  <a:pt x="157" y="8"/>
                </a:cubicBezTo>
                <a:cubicBezTo>
                  <a:pt x="157" y="8"/>
                  <a:pt x="157" y="8"/>
                  <a:pt x="157" y="8"/>
                </a:cubicBezTo>
                <a:cubicBezTo>
                  <a:pt x="157" y="8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6" y="7"/>
                  <a:pt x="156" y="7"/>
                  <a:pt x="156" y="7"/>
                </a:cubicBezTo>
                <a:cubicBezTo>
                  <a:pt x="156" y="7"/>
                  <a:pt x="156" y="8"/>
                  <a:pt x="156" y="8"/>
                </a:cubicBezTo>
                <a:cubicBezTo>
                  <a:pt x="156" y="8"/>
                  <a:pt x="156" y="8"/>
                  <a:pt x="155" y="9"/>
                </a:cubicBezTo>
                <a:cubicBezTo>
                  <a:pt x="155" y="9"/>
                  <a:pt x="155" y="9"/>
                  <a:pt x="155" y="9"/>
                </a:cubicBezTo>
                <a:cubicBezTo>
                  <a:pt x="155" y="9"/>
                  <a:pt x="155" y="9"/>
                  <a:pt x="155" y="9"/>
                </a:cubicBezTo>
                <a:cubicBezTo>
                  <a:pt x="155" y="8"/>
                  <a:pt x="155" y="8"/>
                  <a:pt x="155" y="8"/>
                </a:cubicBezTo>
                <a:cubicBezTo>
                  <a:pt x="155" y="8"/>
                  <a:pt x="155" y="8"/>
                  <a:pt x="155" y="8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4" y="7"/>
                </a:cubicBezTo>
                <a:cubicBezTo>
                  <a:pt x="154" y="7"/>
                  <a:pt x="154" y="7"/>
                  <a:pt x="154" y="7"/>
                </a:cubicBezTo>
                <a:cubicBezTo>
                  <a:pt x="154" y="7"/>
                  <a:pt x="154" y="7"/>
                  <a:pt x="154" y="7"/>
                </a:cubicBezTo>
                <a:cubicBezTo>
                  <a:pt x="154" y="6"/>
                  <a:pt x="154" y="6"/>
                  <a:pt x="154" y="6"/>
                </a:cubicBezTo>
                <a:cubicBezTo>
                  <a:pt x="154" y="6"/>
                  <a:pt x="154" y="6"/>
                  <a:pt x="154" y="6"/>
                </a:cubicBezTo>
                <a:cubicBezTo>
                  <a:pt x="154" y="6"/>
                  <a:pt x="155" y="6"/>
                  <a:pt x="156" y="6"/>
                </a:cubicBezTo>
                <a:cubicBezTo>
                  <a:pt x="157" y="5"/>
                  <a:pt x="158" y="5"/>
                  <a:pt x="159" y="5"/>
                </a:cubicBezTo>
                <a:cubicBezTo>
                  <a:pt x="159" y="5"/>
                  <a:pt x="159" y="5"/>
                  <a:pt x="159" y="5"/>
                </a:cubicBezTo>
                <a:cubicBezTo>
                  <a:pt x="159" y="5"/>
                  <a:pt x="159" y="5"/>
                  <a:pt x="159" y="5"/>
                </a:cubicBezTo>
                <a:close/>
                <a:moveTo>
                  <a:pt x="166" y="8"/>
                </a:moveTo>
                <a:cubicBezTo>
                  <a:pt x="166" y="8"/>
                  <a:pt x="166" y="8"/>
                  <a:pt x="166" y="8"/>
                </a:cubicBezTo>
                <a:cubicBezTo>
                  <a:pt x="166" y="8"/>
                  <a:pt x="166" y="8"/>
                  <a:pt x="166" y="9"/>
                </a:cubicBezTo>
                <a:cubicBezTo>
                  <a:pt x="167" y="9"/>
                  <a:pt x="167" y="9"/>
                  <a:pt x="167" y="9"/>
                </a:cubicBezTo>
                <a:cubicBezTo>
                  <a:pt x="167" y="9"/>
                  <a:pt x="167" y="9"/>
                  <a:pt x="167" y="10"/>
                </a:cubicBezTo>
                <a:cubicBezTo>
                  <a:pt x="167" y="10"/>
                  <a:pt x="167" y="10"/>
                  <a:pt x="167" y="10"/>
                </a:cubicBezTo>
                <a:cubicBezTo>
                  <a:pt x="167" y="10"/>
                  <a:pt x="166" y="10"/>
                  <a:pt x="166" y="10"/>
                </a:cubicBezTo>
                <a:cubicBezTo>
                  <a:pt x="166" y="10"/>
                  <a:pt x="166" y="10"/>
                  <a:pt x="165" y="10"/>
                </a:cubicBezTo>
                <a:cubicBezTo>
                  <a:pt x="165" y="10"/>
                  <a:pt x="164" y="10"/>
                  <a:pt x="164" y="10"/>
                </a:cubicBezTo>
                <a:cubicBezTo>
                  <a:pt x="164" y="10"/>
                  <a:pt x="164" y="10"/>
                  <a:pt x="164" y="11"/>
                </a:cubicBezTo>
                <a:cubicBezTo>
                  <a:pt x="164" y="12"/>
                  <a:pt x="164" y="12"/>
                  <a:pt x="164" y="13"/>
                </a:cubicBezTo>
                <a:cubicBezTo>
                  <a:pt x="164" y="13"/>
                  <a:pt x="164" y="13"/>
                  <a:pt x="164" y="14"/>
                </a:cubicBezTo>
                <a:cubicBezTo>
                  <a:pt x="164" y="14"/>
                  <a:pt x="164" y="14"/>
                  <a:pt x="164" y="15"/>
                </a:cubicBezTo>
                <a:cubicBezTo>
                  <a:pt x="164" y="15"/>
                  <a:pt x="164" y="15"/>
                  <a:pt x="164" y="16"/>
                </a:cubicBezTo>
                <a:cubicBezTo>
                  <a:pt x="164" y="16"/>
                  <a:pt x="164" y="16"/>
                  <a:pt x="164" y="16"/>
                </a:cubicBezTo>
                <a:cubicBezTo>
                  <a:pt x="164" y="17"/>
                  <a:pt x="164" y="17"/>
                  <a:pt x="164" y="17"/>
                </a:cubicBezTo>
                <a:cubicBezTo>
                  <a:pt x="164" y="17"/>
                  <a:pt x="164" y="18"/>
                  <a:pt x="164" y="18"/>
                </a:cubicBezTo>
                <a:cubicBezTo>
                  <a:pt x="164" y="18"/>
                  <a:pt x="164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lnTo>
                  <a:pt x="163" y="17"/>
                </a:lnTo>
                <a:cubicBezTo>
                  <a:pt x="163" y="17"/>
                  <a:pt x="163" y="15"/>
                  <a:pt x="163" y="14"/>
                </a:cubicBezTo>
                <a:cubicBezTo>
                  <a:pt x="163" y="12"/>
                  <a:pt x="163" y="11"/>
                  <a:pt x="163" y="11"/>
                </a:cubicBezTo>
                <a:cubicBezTo>
                  <a:pt x="163" y="11"/>
                  <a:pt x="162" y="10"/>
                  <a:pt x="162" y="10"/>
                </a:cubicBezTo>
                <a:cubicBezTo>
                  <a:pt x="162" y="10"/>
                  <a:pt x="162" y="10"/>
                  <a:pt x="162" y="10"/>
                </a:cubicBezTo>
                <a:cubicBezTo>
                  <a:pt x="162" y="10"/>
                  <a:pt x="162" y="10"/>
                  <a:pt x="162" y="10"/>
                </a:cubicBezTo>
                <a:cubicBezTo>
                  <a:pt x="161" y="10"/>
                  <a:pt x="161" y="10"/>
                  <a:pt x="161" y="11"/>
                </a:cubicBezTo>
                <a:cubicBezTo>
                  <a:pt x="161" y="11"/>
                  <a:pt x="161" y="11"/>
                  <a:pt x="161" y="11"/>
                </a:cubicBezTo>
                <a:cubicBezTo>
                  <a:pt x="161" y="11"/>
                  <a:pt x="161" y="11"/>
                  <a:pt x="161" y="11"/>
                </a:cubicBezTo>
                <a:cubicBezTo>
                  <a:pt x="160" y="12"/>
                  <a:pt x="160" y="12"/>
                  <a:pt x="160" y="12"/>
                </a:cubicBezTo>
                <a:lnTo>
                  <a:pt x="160" y="13"/>
                </a:lnTo>
                <a:cubicBezTo>
                  <a:pt x="160" y="13"/>
                  <a:pt x="160" y="13"/>
                  <a:pt x="160" y="14"/>
                </a:cubicBezTo>
                <a:cubicBezTo>
                  <a:pt x="160" y="14"/>
                  <a:pt x="159" y="14"/>
                  <a:pt x="159" y="15"/>
                </a:cubicBezTo>
                <a:cubicBezTo>
                  <a:pt x="159" y="15"/>
                  <a:pt x="158" y="15"/>
                  <a:pt x="158" y="15"/>
                </a:cubicBezTo>
                <a:cubicBezTo>
                  <a:pt x="158" y="15"/>
                  <a:pt x="158" y="15"/>
                  <a:pt x="158" y="15"/>
                </a:cubicBezTo>
                <a:cubicBezTo>
                  <a:pt x="158" y="15"/>
                  <a:pt x="158" y="14"/>
                  <a:pt x="159" y="14"/>
                </a:cubicBezTo>
                <a:cubicBezTo>
                  <a:pt x="159" y="13"/>
                  <a:pt x="159" y="12"/>
                  <a:pt x="160" y="12"/>
                </a:cubicBezTo>
                <a:cubicBezTo>
                  <a:pt x="160" y="11"/>
                  <a:pt x="160" y="11"/>
                  <a:pt x="160" y="10"/>
                </a:cubicBezTo>
                <a:cubicBezTo>
                  <a:pt x="160" y="9"/>
                  <a:pt x="160" y="8"/>
                  <a:pt x="160" y="8"/>
                </a:cubicBezTo>
                <a:lnTo>
                  <a:pt x="160" y="7"/>
                </a:lnTo>
                <a:cubicBezTo>
                  <a:pt x="160" y="7"/>
                  <a:pt x="160" y="6"/>
                  <a:pt x="160" y="6"/>
                </a:cubicBezTo>
                <a:cubicBezTo>
                  <a:pt x="160" y="6"/>
                  <a:pt x="160" y="6"/>
                  <a:pt x="161" y="6"/>
                </a:cubicBezTo>
                <a:cubicBezTo>
                  <a:pt x="161" y="6"/>
                  <a:pt x="162" y="6"/>
                  <a:pt x="162" y="6"/>
                </a:cubicBezTo>
                <a:cubicBezTo>
                  <a:pt x="163" y="5"/>
                  <a:pt x="164" y="5"/>
                  <a:pt x="164" y="5"/>
                </a:cubicBezTo>
                <a:cubicBezTo>
                  <a:pt x="164" y="5"/>
                  <a:pt x="165" y="5"/>
                  <a:pt x="165" y="5"/>
                </a:cubicBezTo>
                <a:cubicBezTo>
                  <a:pt x="165" y="6"/>
                  <a:pt x="165" y="6"/>
                  <a:pt x="165" y="6"/>
                </a:cubicBezTo>
                <a:cubicBezTo>
                  <a:pt x="165" y="6"/>
                  <a:pt x="165" y="6"/>
                  <a:pt x="165" y="6"/>
                </a:cubicBezTo>
                <a:cubicBezTo>
                  <a:pt x="165" y="7"/>
                  <a:pt x="164" y="7"/>
                  <a:pt x="164" y="7"/>
                </a:cubicBezTo>
                <a:cubicBezTo>
                  <a:pt x="164" y="7"/>
                  <a:pt x="164" y="7"/>
                  <a:pt x="164" y="7"/>
                </a:cubicBezTo>
                <a:cubicBezTo>
                  <a:pt x="163" y="7"/>
                  <a:pt x="163" y="7"/>
                  <a:pt x="163" y="7"/>
                </a:cubicBezTo>
                <a:cubicBezTo>
                  <a:pt x="162" y="7"/>
                  <a:pt x="162" y="7"/>
                  <a:pt x="161" y="8"/>
                </a:cubicBezTo>
                <a:cubicBezTo>
                  <a:pt x="161" y="8"/>
                  <a:pt x="161" y="9"/>
                  <a:pt x="161" y="9"/>
                </a:cubicBezTo>
                <a:cubicBezTo>
                  <a:pt x="161" y="9"/>
                  <a:pt x="161" y="9"/>
                  <a:pt x="161" y="9"/>
                </a:cubicBezTo>
                <a:cubicBezTo>
                  <a:pt x="161" y="9"/>
                  <a:pt x="162" y="9"/>
                  <a:pt x="163" y="9"/>
                </a:cubicBezTo>
                <a:cubicBezTo>
                  <a:pt x="163" y="8"/>
                  <a:pt x="164" y="8"/>
                  <a:pt x="165" y="8"/>
                </a:cubicBezTo>
                <a:cubicBezTo>
                  <a:pt x="165" y="8"/>
                  <a:pt x="165" y="8"/>
                  <a:pt x="166" y="8"/>
                </a:cubicBezTo>
                <a:close/>
              </a:path>
              <a:path w="192" h="20">
                <a:moveTo>
                  <a:pt x="28" y="11"/>
                </a:moveTo>
                <a:cubicBezTo>
                  <a:pt x="28" y="11"/>
                  <a:pt x="28" y="11"/>
                  <a:pt x="28" y="11"/>
                </a:cubicBezTo>
                <a:cubicBezTo>
                  <a:pt x="28" y="11"/>
                  <a:pt x="29" y="10"/>
                  <a:pt x="30" y="10"/>
                </a:cubicBezTo>
                <a:cubicBezTo>
                  <a:pt x="30" y="10"/>
                  <a:pt x="30" y="10"/>
                  <a:pt x="30" y="10"/>
                </a:cubicBezTo>
                <a:cubicBezTo>
                  <a:pt x="30" y="10"/>
                  <a:pt x="30" y="9"/>
                  <a:pt x="30" y="9"/>
                </a:cubicBezTo>
                <a:lnTo>
                  <a:pt x="30" y="7"/>
                </a:lnTo>
                <a:cubicBezTo>
                  <a:pt x="30" y="6"/>
                  <a:pt x="30" y="6"/>
                  <a:pt x="30" y="6"/>
                </a:cubicBezTo>
                <a:cubicBezTo>
                  <a:pt x="29" y="6"/>
                  <a:pt x="29" y="6"/>
                  <a:pt x="29" y="6"/>
                </a:cubicBezTo>
                <a:cubicBezTo>
                  <a:pt x="29" y="6"/>
                  <a:pt x="29" y="6"/>
                  <a:pt x="29" y="6"/>
                </a:cubicBezTo>
                <a:cubicBezTo>
                  <a:pt x="28" y="6"/>
                  <a:pt x="28" y="6"/>
                  <a:pt x="28" y="6"/>
                </a:cubicBezTo>
                <a:cubicBezTo>
                  <a:pt x="28" y="7"/>
                  <a:pt x="28" y="7"/>
                  <a:pt x="28" y="7"/>
                </a:cubicBezTo>
                <a:cubicBezTo>
                  <a:pt x="28" y="7"/>
                  <a:pt x="28" y="7"/>
                  <a:pt x="28" y="7"/>
                </a:cubicBezTo>
                <a:cubicBezTo>
                  <a:pt x="28" y="8"/>
                  <a:pt x="29" y="8"/>
                  <a:pt x="29" y="8"/>
                </a:cubicBezTo>
                <a:cubicBezTo>
                  <a:pt x="29" y="8"/>
                  <a:pt x="29" y="8"/>
                  <a:pt x="29" y="9"/>
                </a:cubicBezTo>
                <a:cubicBezTo>
                  <a:pt x="29" y="9"/>
                  <a:pt x="29" y="9"/>
                  <a:pt x="29" y="9"/>
                </a:cubicBezTo>
                <a:cubicBezTo>
                  <a:pt x="29" y="9"/>
                  <a:pt x="28" y="9"/>
                  <a:pt x="28" y="9"/>
                </a:cubicBezTo>
                <a:cubicBezTo>
                  <a:pt x="28" y="9"/>
                  <a:pt x="28" y="9"/>
                  <a:pt x="28" y="10"/>
                </a:cubicBezTo>
                <a:cubicBezTo>
                  <a:pt x="28" y="10"/>
                  <a:pt x="28" y="10"/>
                  <a:pt x="28" y="10"/>
                </a:cubicBezTo>
                <a:cubicBezTo>
                  <a:pt x="28" y="10"/>
                  <a:pt x="28" y="11"/>
                  <a:pt x="28" y="11"/>
                </a:cubicBezTo>
                <a:cubicBezTo>
                  <a:pt x="28" y="11"/>
                  <a:pt x="28" y="11"/>
                  <a:pt x="28" y="11"/>
                </a:cubicBezTo>
                <a:close/>
              </a:path>
              <a:path w="192" h="20">
                <a:moveTo>
                  <a:pt x="53" y="8"/>
                </a:moveTo>
                <a:cubicBezTo>
                  <a:pt x="53" y="7"/>
                  <a:pt x="53" y="7"/>
                  <a:pt x="52" y="7"/>
                </a:cubicBezTo>
                <a:cubicBezTo>
                  <a:pt x="52" y="7"/>
                  <a:pt x="52" y="7"/>
                  <a:pt x="52" y="7"/>
                </a:cubicBezTo>
                <a:cubicBezTo>
                  <a:pt x="52" y="7"/>
                  <a:pt x="52" y="7"/>
                  <a:pt x="52" y="7"/>
                </a:cubicBezTo>
                <a:cubicBezTo>
                  <a:pt x="52" y="7"/>
                  <a:pt x="52" y="7"/>
                  <a:pt x="52" y="8"/>
                </a:cubicBezTo>
                <a:cubicBezTo>
                  <a:pt x="51" y="8"/>
                  <a:pt x="51" y="9"/>
                  <a:pt x="51" y="9"/>
                </a:cubicBezTo>
                <a:cubicBezTo>
                  <a:pt x="51" y="9"/>
                  <a:pt x="52" y="9"/>
                  <a:pt x="52" y="9"/>
                </a:cubicBezTo>
                <a:cubicBezTo>
                  <a:pt x="52" y="9"/>
                  <a:pt x="52" y="9"/>
                  <a:pt x="52" y="9"/>
                </a:cubicBezTo>
                <a:cubicBezTo>
                  <a:pt x="53" y="8"/>
                  <a:pt x="53" y="8"/>
                  <a:pt x="53" y="8"/>
                </a:cubicBezTo>
                <a:close/>
              </a:path>
              <a:path w="192" h="20">
                <a:moveTo>
                  <a:pt x="50" y="8"/>
                </a:moveTo>
                <a:cubicBezTo>
                  <a:pt x="50" y="8"/>
                  <a:pt x="50" y="8"/>
                  <a:pt x="50" y="7"/>
                </a:cubicBezTo>
                <a:cubicBezTo>
                  <a:pt x="50" y="7"/>
                  <a:pt x="50" y="7"/>
                  <a:pt x="50" y="7"/>
                </a:cubicBezTo>
                <a:cubicBezTo>
                  <a:pt x="50" y="7"/>
                  <a:pt x="50" y="7"/>
                  <a:pt x="50" y="7"/>
                </a:cubicBezTo>
                <a:cubicBezTo>
                  <a:pt x="50" y="7"/>
                  <a:pt x="50" y="8"/>
                  <a:pt x="50" y="8"/>
                </a:cubicBezTo>
                <a:cubicBezTo>
                  <a:pt x="50" y="8"/>
                  <a:pt x="50" y="8"/>
                  <a:pt x="50" y="9"/>
                </a:cubicBezTo>
                <a:cubicBezTo>
                  <a:pt x="50" y="9"/>
                  <a:pt x="50" y="9"/>
                  <a:pt x="50" y="9"/>
                </a:cubicBezTo>
                <a:cubicBezTo>
                  <a:pt x="50" y="9"/>
                  <a:pt x="50" y="9"/>
                  <a:pt x="50" y="9"/>
                </a:cubicBezTo>
                <a:cubicBezTo>
                  <a:pt x="50" y="8"/>
                  <a:pt x="50" y="8"/>
                  <a:pt x="50" y="8"/>
                </a:cubicBezTo>
                <a:close/>
              </a:path>
              <a:path w="192" h="20">
                <a:moveTo>
                  <a:pt x="49" y="9"/>
                </a:moveTo>
                <a:cubicBezTo>
                  <a:pt x="49" y="9"/>
                  <a:pt x="49" y="9"/>
                  <a:pt x="49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9"/>
                  <a:pt x="48" y="9"/>
                  <a:pt x="48" y="9"/>
                </a:cubicBezTo>
                <a:cubicBezTo>
                  <a:pt x="48" y="9"/>
                  <a:pt x="48" y="9"/>
                  <a:pt x="48" y="9"/>
                </a:cubicBezTo>
                <a:cubicBezTo>
                  <a:pt x="49" y="9"/>
                  <a:pt x="49" y="9"/>
                  <a:pt x="49" y="9"/>
                </a:cubicBezTo>
                <a:close/>
              </a:path>
              <a:path w="192" h="20">
                <a:moveTo>
                  <a:pt x="51" y="13"/>
                </a:moveTo>
                <a:cubicBezTo>
                  <a:pt x="51" y="13"/>
                  <a:pt x="51" y="13"/>
                  <a:pt x="51" y="13"/>
                </a:cubicBezTo>
                <a:cubicBezTo>
                  <a:pt x="51" y="13"/>
                  <a:pt x="52" y="13"/>
                  <a:pt x="52" y="13"/>
                </a:cubicBezTo>
                <a:cubicBezTo>
                  <a:pt x="52" y="13"/>
                  <a:pt x="52" y="12"/>
                  <a:pt x="52" y="12"/>
                </a:cubicBezTo>
                <a:cubicBezTo>
                  <a:pt x="52" y="12"/>
                  <a:pt x="52" y="12"/>
                  <a:pt x="51" y="12"/>
                </a:cubicBezTo>
                <a:cubicBezTo>
                  <a:pt x="51" y="12"/>
                  <a:pt x="51" y="12"/>
                  <a:pt x="51" y="12"/>
                </a:cubicBezTo>
                <a:cubicBezTo>
                  <a:pt x="51" y="12"/>
                  <a:pt x="51" y="12"/>
                  <a:pt x="50" y="12"/>
                </a:cubicBezTo>
                <a:cubicBezTo>
                  <a:pt x="50" y="12"/>
                  <a:pt x="50" y="12"/>
                  <a:pt x="50" y="12"/>
                </a:cubicBezTo>
                <a:cubicBezTo>
                  <a:pt x="50" y="12"/>
                  <a:pt x="50" y="12"/>
                  <a:pt x="50" y="13"/>
                </a:cubicBezTo>
                <a:cubicBezTo>
                  <a:pt x="50" y="13"/>
                  <a:pt x="50" y="13"/>
                  <a:pt x="51" y="13"/>
                </a:cubicBezTo>
                <a:close/>
              </a:path>
              <a:path w="192" h="20">
                <a:moveTo>
                  <a:pt x="51" y="15"/>
                </a:moveTo>
                <a:cubicBezTo>
                  <a:pt x="52" y="15"/>
                  <a:pt x="52" y="15"/>
                  <a:pt x="52" y="15"/>
                </a:cubicBezTo>
                <a:cubicBezTo>
                  <a:pt x="53" y="15"/>
                  <a:pt x="53" y="15"/>
                  <a:pt x="53" y="14"/>
                </a:cubicBezTo>
                <a:cubicBezTo>
                  <a:pt x="53" y="14"/>
                  <a:pt x="53" y="14"/>
                  <a:pt x="53" y="13"/>
                </a:cubicBezTo>
                <a:cubicBezTo>
                  <a:pt x="52" y="13"/>
                  <a:pt x="52" y="13"/>
                  <a:pt x="52" y="13"/>
                </a:cubicBezTo>
                <a:cubicBezTo>
                  <a:pt x="52" y="13"/>
                  <a:pt x="52" y="13"/>
                  <a:pt x="52" y="13"/>
                </a:cubicBezTo>
                <a:cubicBezTo>
                  <a:pt x="52" y="13"/>
                  <a:pt x="51" y="14"/>
                  <a:pt x="51" y="14"/>
                </a:cubicBezTo>
                <a:cubicBezTo>
                  <a:pt x="51" y="14"/>
                  <a:pt x="51" y="14"/>
                  <a:pt x="51" y="14"/>
                </a:cubicBezTo>
                <a:lnTo>
                  <a:pt x="50" y="14"/>
                </a:lnTo>
                <a:cubicBezTo>
                  <a:pt x="50" y="14"/>
                  <a:pt x="50" y="14"/>
                  <a:pt x="49" y="12"/>
                </a:cubicBezTo>
                <a:cubicBezTo>
                  <a:pt x="49" y="12"/>
                  <a:pt x="49" y="12"/>
                  <a:pt x="49" y="12"/>
                </a:cubicBezTo>
                <a:cubicBezTo>
                  <a:pt x="49" y="12"/>
                  <a:pt x="49" y="12"/>
                  <a:pt x="49" y="12"/>
                </a:cubicBezTo>
                <a:cubicBezTo>
                  <a:pt x="49" y="12"/>
                  <a:pt x="49" y="12"/>
                  <a:pt x="49" y="13"/>
                </a:cubicBezTo>
                <a:cubicBezTo>
                  <a:pt x="49" y="13"/>
                  <a:pt x="49" y="13"/>
                  <a:pt x="49" y="13"/>
                </a:cubicBezTo>
                <a:cubicBezTo>
                  <a:pt x="49" y="14"/>
                  <a:pt x="49" y="14"/>
                  <a:pt x="49" y="15"/>
                </a:cubicBezTo>
                <a:cubicBezTo>
                  <a:pt x="50" y="15"/>
                  <a:pt x="50" y="15"/>
                  <a:pt x="51" y="15"/>
                </a:cubicBezTo>
                <a:close/>
              </a:path>
              <a:path w="192" h="20">
                <a:moveTo>
                  <a:pt x="68" y="8"/>
                </a:moveTo>
                <a:cubicBezTo>
                  <a:pt x="68" y="8"/>
                  <a:pt x="69" y="8"/>
                  <a:pt x="69" y="8"/>
                </a:cubicBezTo>
                <a:cubicBezTo>
                  <a:pt x="69" y="8"/>
                  <a:pt x="69" y="7"/>
                  <a:pt x="69" y="7"/>
                </a:cubicBezTo>
                <a:cubicBezTo>
                  <a:pt x="69" y="7"/>
                  <a:pt x="69" y="6"/>
                  <a:pt x="69" y="6"/>
                </a:cubicBezTo>
                <a:cubicBezTo>
                  <a:pt x="69" y="6"/>
                  <a:pt x="69" y="5"/>
                  <a:pt x="69" y="5"/>
                </a:cubicBezTo>
                <a:cubicBezTo>
                  <a:pt x="68" y="5"/>
                  <a:pt x="68" y="5"/>
                  <a:pt x="68" y="5"/>
                </a:cubicBezTo>
                <a:cubicBezTo>
                  <a:pt x="68" y="5"/>
                  <a:pt x="67" y="5"/>
                  <a:pt x="67" y="5"/>
                </a:cubicBezTo>
                <a:cubicBezTo>
                  <a:pt x="67" y="5"/>
                  <a:pt x="67" y="5"/>
                  <a:pt x="66" y="5"/>
                </a:cubicBezTo>
                <a:cubicBezTo>
                  <a:pt x="66" y="6"/>
                  <a:pt x="66" y="6"/>
                  <a:pt x="65" y="6"/>
                </a:cubicBezTo>
                <a:cubicBezTo>
                  <a:pt x="65" y="6"/>
                  <a:pt x="65" y="6"/>
                  <a:pt x="65" y="6"/>
                </a:cubicBezTo>
                <a:cubicBezTo>
                  <a:pt x="65" y="6"/>
                  <a:pt x="65" y="6"/>
                  <a:pt x="65" y="6"/>
                </a:cubicBezTo>
                <a:cubicBezTo>
                  <a:pt x="65" y="7"/>
                  <a:pt x="65" y="7"/>
                  <a:pt x="65" y="8"/>
                </a:cubicBezTo>
                <a:cubicBezTo>
                  <a:pt x="65" y="8"/>
                  <a:pt x="65" y="8"/>
                  <a:pt x="65" y="8"/>
                </a:cubicBezTo>
                <a:cubicBezTo>
                  <a:pt x="66" y="8"/>
                  <a:pt x="66" y="8"/>
                  <a:pt x="66" y="8"/>
                </a:cubicBezTo>
                <a:cubicBezTo>
                  <a:pt x="67" y="7"/>
                  <a:pt x="68" y="7"/>
                  <a:pt x="68" y="7"/>
                </a:cubicBezTo>
                <a:cubicBezTo>
                  <a:pt x="68" y="7"/>
                  <a:pt x="68" y="7"/>
                  <a:pt x="68" y="8"/>
                </a:cubicBezTo>
                <a:cubicBezTo>
                  <a:pt x="68" y="8"/>
                  <a:pt x="68" y="8"/>
                  <a:pt x="68" y="8"/>
                </a:cubicBezTo>
                <a:close/>
                <a:moveTo>
                  <a:pt x="68" y="6"/>
                </a:moveTo>
                <a:cubicBezTo>
                  <a:pt x="68" y="6"/>
                  <a:pt x="68" y="6"/>
                  <a:pt x="68" y="6"/>
                </a:cubicBezTo>
                <a:cubicBezTo>
                  <a:pt x="68" y="7"/>
                  <a:pt x="68" y="7"/>
                  <a:pt x="67" y="7"/>
                </a:cubicBezTo>
                <a:cubicBezTo>
                  <a:pt x="67" y="7"/>
                  <a:pt x="66" y="7"/>
                  <a:pt x="66" y="7"/>
                </a:cubicBezTo>
                <a:cubicBezTo>
                  <a:pt x="66" y="7"/>
                  <a:pt x="66" y="7"/>
                  <a:pt x="66" y="7"/>
                </a:cubicBezTo>
                <a:cubicBezTo>
                  <a:pt x="65" y="7"/>
                  <a:pt x="65" y="7"/>
                  <a:pt x="65" y="6"/>
                </a:cubicBezTo>
                <a:cubicBezTo>
                  <a:pt x="65" y="6"/>
                  <a:pt x="66" y="6"/>
                  <a:pt x="66" y="6"/>
                </a:cubicBezTo>
                <a:cubicBezTo>
                  <a:pt x="66" y="6"/>
                  <a:pt x="67" y="6"/>
                  <a:pt x="67" y="6"/>
                </a:cubicBezTo>
                <a:cubicBezTo>
                  <a:pt x="67" y="6"/>
                  <a:pt x="67" y="6"/>
                  <a:pt x="68" y="6"/>
                </a:cubicBezTo>
                <a:close/>
              </a:path>
              <a:path w="192" h="20">
                <a:moveTo>
                  <a:pt x="127" y="7"/>
                </a:moveTo>
                <a:cubicBezTo>
                  <a:pt x="127" y="7"/>
                  <a:pt x="127" y="7"/>
                  <a:pt x="127" y="7"/>
                </a:cubicBezTo>
                <a:cubicBezTo>
                  <a:pt x="127" y="7"/>
                  <a:pt x="127" y="7"/>
                  <a:pt x="127" y="6"/>
                </a:cubicBezTo>
                <a:cubicBezTo>
                  <a:pt x="127" y="6"/>
                  <a:pt x="127" y="5"/>
                  <a:pt x="127" y="5"/>
                </a:cubicBezTo>
                <a:cubicBezTo>
                  <a:pt x="127" y="4"/>
                  <a:pt x="127" y="4"/>
                  <a:pt x="127" y="3"/>
                </a:cubicBezTo>
                <a:cubicBezTo>
                  <a:pt x="127" y="3"/>
                  <a:pt x="127" y="3"/>
                  <a:pt x="127" y="3"/>
                </a:cubicBezTo>
                <a:cubicBezTo>
                  <a:pt x="127" y="3"/>
                  <a:pt x="127" y="3"/>
                  <a:pt x="127" y="3"/>
                </a:cubicBezTo>
                <a:cubicBezTo>
                  <a:pt x="127" y="3"/>
                  <a:pt x="126" y="3"/>
                  <a:pt x="126" y="3"/>
                </a:cubicBezTo>
                <a:cubicBezTo>
                  <a:pt x="125" y="3"/>
                  <a:pt x="125" y="3"/>
                  <a:pt x="125" y="4"/>
                </a:cubicBezTo>
                <a:cubicBezTo>
                  <a:pt x="125" y="4"/>
                  <a:pt x="125" y="4"/>
                  <a:pt x="125" y="4"/>
                </a:cubicBezTo>
                <a:cubicBezTo>
                  <a:pt x="125" y="4"/>
                  <a:pt x="125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5"/>
                  <a:pt x="126" y="5"/>
                  <a:pt x="126" y="5"/>
                </a:cubicBezTo>
                <a:cubicBezTo>
                  <a:pt x="125" y="5"/>
                  <a:pt x="125" y="5"/>
                  <a:pt x="125" y="5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6" y="6"/>
                </a:cubicBezTo>
                <a:cubicBezTo>
                  <a:pt x="126" y="6"/>
                  <a:pt x="126" y="6"/>
                  <a:pt x="126" y="6"/>
                </a:cubicBezTo>
                <a:cubicBezTo>
                  <a:pt x="126" y="6"/>
                  <a:pt x="126" y="6"/>
                  <a:pt x="126" y="6"/>
                </a:cubicBezTo>
                <a:cubicBezTo>
                  <a:pt x="126" y="6"/>
                  <a:pt x="126" y="6"/>
                  <a:pt x="127" y="7"/>
                </a:cubicBezTo>
                <a:cubicBezTo>
                  <a:pt x="127" y="7"/>
                  <a:pt x="127" y="7"/>
                  <a:pt x="127" y="7"/>
                </a:cubicBezTo>
                <a:close/>
              </a:path>
              <a:path w="192" h="20">
                <a:moveTo>
                  <a:pt x="125" y="13"/>
                </a:moveTo>
                <a:cubicBezTo>
                  <a:pt x="125" y="13"/>
                  <a:pt x="125" y="13"/>
                  <a:pt x="125" y="13"/>
                </a:cubicBezTo>
                <a:cubicBezTo>
                  <a:pt x="125" y="13"/>
                  <a:pt x="125" y="12"/>
                  <a:pt x="125" y="12"/>
                </a:cubicBezTo>
                <a:cubicBezTo>
                  <a:pt x="126" y="12"/>
                  <a:pt x="126" y="11"/>
                  <a:pt x="126" y="11"/>
                </a:cubicBezTo>
                <a:cubicBezTo>
                  <a:pt x="126" y="11"/>
                  <a:pt x="125" y="11"/>
                  <a:pt x="125" y="10"/>
                </a:cubicBezTo>
                <a:cubicBezTo>
                  <a:pt x="125" y="10"/>
                  <a:pt x="125" y="10"/>
                  <a:pt x="125" y="10"/>
                </a:cubicBezTo>
                <a:cubicBezTo>
                  <a:pt x="125" y="10"/>
                  <a:pt x="125" y="10"/>
                  <a:pt x="125" y="10"/>
                </a:cubicBezTo>
                <a:cubicBezTo>
                  <a:pt x="124" y="10"/>
                  <a:pt x="124" y="10"/>
                  <a:pt x="124" y="11"/>
                </a:cubicBezTo>
                <a:cubicBezTo>
                  <a:pt x="124" y="11"/>
                  <a:pt x="124" y="11"/>
                  <a:pt x="124" y="11"/>
                </a:cubicBezTo>
                <a:cubicBezTo>
                  <a:pt x="124" y="12"/>
                  <a:pt x="124" y="12"/>
                  <a:pt x="124" y="12"/>
                </a:cubicBezTo>
                <a:cubicBezTo>
                  <a:pt x="125" y="12"/>
                  <a:pt x="125" y="12"/>
                  <a:pt x="125" y="12"/>
                </a:cubicBezTo>
                <a:cubicBezTo>
                  <a:pt x="125" y="13"/>
                  <a:pt x="125" y="13"/>
                  <a:pt x="125" y="13"/>
                </a:cubicBezTo>
                <a:close/>
              </a:path>
              <a:path w="192" h="20">
                <a:moveTo>
                  <a:pt x="156" y="13"/>
                </a:moveTo>
                <a:cubicBezTo>
                  <a:pt x="156" y="13"/>
                  <a:pt x="156" y="12"/>
                  <a:pt x="156" y="12"/>
                </a:cubicBezTo>
                <a:cubicBezTo>
                  <a:pt x="156" y="12"/>
                  <a:pt x="156" y="12"/>
                  <a:pt x="156" y="12"/>
                </a:cubicBezTo>
                <a:cubicBezTo>
                  <a:pt x="156" y="12"/>
                  <a:pt x="156" y="12"/>
                  <a:pt x="156" y="12"/>
                </a:cubicBezTo>
                <a:cubicBezTo>
                  <a:pt x="156" y="12"/>
                  <a:pt x="156" y="12"/>
                  <a:pt x="155" y="12"/>
                </a:cubicBezTo>
                <a:cubicBezTo>
                  <a:pt x="155" y="12"/>
                  <a:pt x="155" y="12"/>
                  <a:pt x="155" y="12"/>
                </a:cubicBezTo>
                <a:cubicBezTo>
                  <a:pt x="155" y="12"/>
                  <a:pt x="155" y="12"/>
                  <a:pt x="155" y="13"/>
                </a:cubicBezTo>
                <a:cubicBezTo>
                  <a:pt x="155" y="13"/>
                  <a:pt x="155" y="13"/>
                  <a:pt x="155" y="13"/>
                </a:cubicBezTo>
                <a:cubicBezTo>
                  <a:pt x="155" y="14"/>
                  <a:pt x="155" y="14"/>
                  <a:pt x="155" y="14"/>
                </a:cubicBezTo>
                <a:cubicBezTo>
                  <a:pt x="155" y="14"/>
                  <a:pt x="155" y="14"/>
                  <a:pt x="155" y="14"/>
                </a:cubicBezTo>
                <a:cubicBezTo>
                  <a:pt x="155" y="14"/>
                  <a:pt x="155" y="14"/>
                  <a:pt x="156" y="14"/>
                </a:cubicBezTo>
                <a:cubicBezTo>
                  <a:pt x="156" y="14"/>
                  <a:pt x="156" y="14"/>
                  <a:pt x="156" y="14"/>
                </a:cubicBezTo>
                <a:cubicBezTo>
                  <a:pt x="156" y="14"/>
                  <a:pt x="156" y="14"/>
                  <a:pt x="156" y="14"/>
                </a:cubicBezTo>
                <a:cubicBezTo>
                  <a:pt x="156" y="13"/>
                  <a:pt x="156" y="13"/>
                  <a:pt x="156" y="13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2" name="Rectangle 13"/>
          <p:cNvSpPr>
            <a:spLocks noGrp="1"/>
          </p:cNvSpPr>
          <p:nvPr/>
        </p:nvSpPr>
        <p:spPr>
          <a:xfrm>
            <a:off x="9971521" y="260515"/>
            <a:ext cx="182870" cy="6350"/>
          </a:xfrm>
          <a:prstGeom prst="rect">
            <a:avLst/>
          </a:prstGeom>
          <a:solidFill>
            <a:srgbClr val="005A9F"/>
          </a:solidFill>
          <a:ln>
            <a:noFill/>
          </a:ln>
        </p:spPr>
      </p:sp>
      <p:sp>
        <p:nvSpPr>
          <p:cNvPr id="13" name="Freeform 14"/>
          <p:cNvSpPr>
            <a:spLocks noGrp="1"/>
          </p:cNvSpPr>
          <p:nvPr/>
        </p:nvSpPr>
        <p:spPr>
          <a:xfrm>
            <a:off x="9881355" y="177969"/>
            <a:ext cx="358121" cy="91435"/>
          </a:xfrm>
          <a:custGeom>
            <a:avLst/>
            <a:gdLst/>
            <a:ahLst/>
            <a:cxnLst/>
            <a:rect l="l" t="t" r="r" b="b"/>
            <a:pathLst>
              <a:path w="232" h="59">
                <a:moveTo>
                  <a:pt x="7" y="34"/>
                </a:moveTo>
                <a:lnTo>
                  <a:pt x="2" y="31"/>
                </a:lnTo>
                <a:lnTo>
                  <a:pt x="1" y="31"/>
                </a:lnTo>
                <a:lnTo>
                  <a:pt x="1" y="30"/>
                </a:lnTo>
                <a:lnTo>
                  <a:pt x="2" y="30"/>
                </a:lnTo>
                <a:lnTo>
                  <a:pt x="3" y="30"/>
                </a:lnTo>
                <a:lnTo>
                  <a:pt x="3" y="29"/>
                </a:lnTo>
                <a:lnTo>
                  <a:pt x="4" y="29"/>
                </a:lnTo>
                <a:lnTo>
                  <a:pt x="5" y="30"/>
                </a:lnTo>
                <a:lnTo>
                  <a:pt x="6" y="30"/>
                </a:lnTo>
                <a:lnTo>
                  <a:pt x="7" y="31"/>
                </a:lnTo>
                <a:lnTo>
                  <a:pt x="7" y="32"/>
                </a:lnTo>
                <a:lnTo>
                  <a:pt x="8" y="34"/>
                </a:lnTo>
                <a:lnTo>
                  <a:pt x="9" y="33"/>
                </a:lnTo>
                <a:lnTo>
                  <a:pt x="9" y="28"/>
                </a:lnTo>
                <a:lnTo>
                  <a:pt x="9" y="27"/>
                </a:lnTo>
                <a:lnTo>
                  <a:pt x="9" y="26"/>
                </a:lnTo>
                <a:lnTo>
                  <a:pt x="10" y="26"/>
                </a:lnTo>
                <a:lnTo>
                  <a:pt x="11" y="26"/>
                </a:lnTo>
                <a:lnTo>
                  <a:pt x="12" y="26"/>
                </a:lnTo>
                <a:lnTo>
                  <a:pt x="13" y="26"/>
                </a:lnTo>
                <a:lnTo>
                  <a:pt x="14" y="27"/>
                </a:lnTo>
                <a:lnTo>
                  <a:pt x="14" y="28"/>
                </a:lnTo>
                <a:lnTo>
                  <a:pt x="15" y="28"/>
                </a:lnTo>
                <a:lnTo>
                  <a:pt x="15" y="29"/>
                </a:lnTo>
                <a:lnTo>
                  <a:pt x="14" y="29"/>
                </a:lnTo>
                <a:lnTo>
                  <a:pt x="12" y="32"/>
                </a:lnTo>
                <a:lnTo>
                  <a:pt x="12" y="33"/>
                </a:lnTo>
                <a:lnTo>
                  <a:pt x="11" y="33"/>
                </a:lnTo>
                <a:lnTo>
                  <a:pt x="11" y="34"/>
                </a:lnTo>
                <a:lnTo>
                  <a:pt x="11" y="35"/>
                </a:lnTo>
                <a:lnTo>
                  <a:pt x="11" y="37"/>
                </a:lnTo>
                <a:lnTo>
                  <a:pt x="13" y="37"/>
                </a:lnTo>
                <a:lnTo>
                  <a:pt x="14" y="36"/>
                </a:lnTo>
                <a:lnTo>
                  <a:pt x="14" y="35"/>
                </a:lnTo>
                <a:lnTo>
                  <a:pt x="14" y="34"/>
                </a:lnTo>
                <a:lnTo>
                  <a:pt x="14" y="33"/>
                </a:lnTo>
                <a:lnTo>
                  <a:pt x="13" y="33"/>
                </a:lnTo>
                <a:lnTo>
                  <a:pt x="13" y="32"/>
                </a:lnTo>
                <a:lnTo>
                  <a:pt x="14" y="32"/>
                </a:lnTo>
                <a:lnTo>
                  <a:pt x="16" y="32"/>
                </a:lnTo>
                <a:lnTo>
                  <a:pt x="17" y="32"/>
                </a:lnTo>
                <a:lnTo>
                  <a:pt x="18" y="32"/>
                </a:lnTo>
                <a:lnTo>
                  <a:pt x="18" y="33"/>
                </a:lnTo>
                <a:lnTo>
                  <a:pt x="18" y="34"/>
                </a:lnTo>
                <a:lnTo>
                  <a:pt x="17" y="34"/>
                </a:lnTo>
                <a:lnTo>
                  <a:pt x="17" y="35"/>
                </a:lnTo>
                <a:lnTo>
                  <a:pt x="17" y="36"/>
                </a:lnTo>
                <a:lnTo>
                  <a:pt x="16" y="36"/>
                </a:lnTo>
                <a:lnTo>
                  <a:pt x="16" y="38"/>
                </a:lnTo>
                <a:lnTo>
                  <a:pt x="17" y="38"/>
                </a:lnTo>
                <a:lnTo>
                  <a:pt x="19" y="35"/>
                </a:lnTo>
                <a:lnTo>
                  <a:pt x="19" y="34"/>
                </a:lnTo>
                <a:lnTo>
                  <a:pt x="20" y="34"/>
                </a:lnTo>
                <a:lnTo>
                  <a:pt x="21" y="34"/>
                </a:lnTo>
                <a:lnTo>
                  <a:pt x="22" y="34"/>
                </a:lnTo>
                <a:lnTo>
                  <a:pt x="22" y="35"/>
                </a:lnTo>
                <a:lnTo>
                  <a:pt x="23" y="35"/>
                </a:lnTo>
                <a:lnTo>
                  <a:pt x="23" y="36"/>
                </a:lnTo>
                <a:lnTo>
                  <a:pt x="22" y="36"/>
                </a:lnTo>
                <a:lnTo>
                  <a:pt x="19" y="42"/>
                </a:lnTo>
                <a:lnTo>
                  <a:pt x="18" y="42"/>
                </a:lnTo>
                <a:lnTo>
                  <a:pt x="18" y="43"/>
                </a:lnTo>
                <a:lnTo>
                  <a:pt x="19" y="43"/>
                </a:lnTo>
                <a:lnTo>
                  <a:pt x="20" y="43"/>
                </a:lnTo>
                <a:lnTo>
                  <a:pt x="22" y="43"/>
                </a:lnTo>
                <a:lnTo>
                  <a:pt x="23" y="43"/>
                </a:lnTo>
                <a:lnTo>
                  <a:pt x="23" y="44"/>
                </a:lnTo>
                <a:lnTo>
                  <a:pt x="20" y="48"/>
                </a:lnTo>
                <a:lnTo>
                  <a:pt x="24" y="54"/>
                </a:lnTo>
                <a:lnTo>
                  <a:pt x="24" y="56"/>
                </a:lnTo>
                <a:lnTo>
                  <a:pt x="25" y="57"/>
                </a:lnTo>
                <a:lnTo>
                  <a:pt x="25" y="58"/>
                </a:lnTo>
                <a:lnTo>
                  <a:pt x="25" y="59"/>
                </a:lnTo>
                <a:lnTo>
                  <a:pt x="24" y="59"/>
                </a:lnTo>
                <a:lnTo>
                  <a:pt x="23" y="59"/>
                </a:lnTo>
                <a:lnTo>
                  <a:pt x="22" y="59"/>
                </a:lnTo>
                <a:lnTo>
                  <a:pt x="22" y="58"/>
                </a:lnTo>
                <a:lnTo>
                  <a:pt x="17" y="51"/>
                </a:lnTo>
                <a:lnTo>
                  <a:pt x="13" y="57"/>
                </a:lnTo>
                <a:lnTo>
                  <a:pt x="12" y="58"/>
                </a:lnTo>
                <a:lnTo>
                  <a:pt x="11" y="58"/>
                </a:lnTo>
                <a:lnTo>
                  <a:pt x="10" y="58"/>
                </a:lnTo>
                <a:lnTo>
                  <a:pt x="10" y="57"/>
                </a:lnTo>
                <a:lnTo>
                  <a:pt x="12" y="52"/>
                </a:lnTo>
                <a:lnTo>
                  <a:pt x="14" y="47"/>
                </a:lnTo>
                <a:lnTo>
                  <a:pt x="14" y="46"/>
                </a:lnTo>
                <a:lnTo>
                  <a:pt x="13" y="46"/>
                </a:lnTo>
                <a:lnTo>
                  <a:pt x="8" y="53"/>
                </a:lnTo>
                <a:lnTo>
                  <a:pt x="7" y="54"/>
                </a:lnTo>
                <a:lnTo>
                  <a:pt x="7" y="55"/>
                </a:lnTo>
                <a:lnTo>
                  <a:pt x="6" y="55"/>
                </a:lnTo>
                <a:lnTo>
                  <a:pt x="5" y="56"/>
                </a:lnTo>
                <a:lnTo>
                  <a:pt x="3" y="56"/>
                </a:lnTo>
                <a:lnTo>
                  <a:pt x="2" y="55"/>
                </a:lnTo>
                <a:lnTo>
                  <a:pt x="12" y="44"/>
                </a:lnTo>
                <a:lnTo>
                  <a:pt x="11" y="42"/>
                </a:lnTo>
                <a:lnTo>
                  <a:pt x="11" y="43"/>
                </a:lnTo>
                <a:lnTo>
                  <a:pt x="10" y="43"/>
                </a:lnTo>
                <a:lnTo>
                  <a:pt x="10" y="44"/>
                </a:lnTo>
                <a:lnTo>
                  <a:pt x="10" y="45"/>
                </a:lnTo>
                <a:lnTo>
                  <a:pt x="10" y="46"/>
                </a:lnTo>
                <a:lnTo>
                  <a:pt x="9" y="47"/>
                </a:lnTo>
                <a:lnTo>
                  <a:pt x="5" y="46"/>
                </a:lnTo>
                <a:lnTo>
                  <a:pt x="5" y="45"/>
                </a:lnTo>
                <a:lnTo>
                  <a:pt x="5" y="44"/>
                </a:lnTo>
                <a:lnTo>
                  <a:pt x="3" y="43"/>
                </a:lnTo>
                <a:lnTo>
                  <a:pt x="3" y="42"/>
                </a:lnTo>
                <a:lnTo>
                  <a:pt x="4" y="42"/>
                </a:lnTo>
                <a:lnTo>
                  <a:pt x="7" y="42"/>
                </a:lnTo>
                <a:lnTo>
                  <a:pt x="8" y="42"/>
                </a:lnTo>
                <a:lnTo>
                  <a:pt x="8" y="41"/>
                </a:lnTo>
                <a:lnTo>
                  <a:pt x="9" y="41"/>
                </a:lnTo>
                <a:lnTo>
                  <a:pt x="10" y="41"/>
                </a:lnTo>
                <a:lnTo>
                  <a:pt x="10" y="40"/>
                </a:lnTo>
                <a:lnTo>
                  <a:pt x="8" y="39"/>
                </a:lnTo>
                <a:lnTo>
                  <a:pt x="8" y="38"/>
                </a:lnTo>
                <a:lnTo>
                  <a:pt x="8" y="37"/>
                </a:lnTo>
                <a:lnTo>
                  <a:pt x="9" y="37"/>
                </a:lnTo>
                <a:lnTo>
                  <a:pt x="10" y="37"/>
                </a:lnTo>
                <a:lnTo>
                  <a:pt x="10" y="36"/>
                </a:lnTo>
                <a:lnTo>
                  <a:pt x="10" y="35"/>
                </a:lnTo>
                <a:lnTo>
                  <a:pt x="9" y="35"/>
                </a:lnTo>
                <a:lnTo>
                  <a:pt x="5" y="39"/>
                </a:lnTo>
                <a:lnTo>
                  <a:pt x="4" y="40"/>
                </a:lnTo>
                <a:lnTo>
                  <a:pt x="3" y="40"/>
                </a:lnTo>
                <a:lnTo>
                  <a:pt x="2" y="40"/>
                </a:lnTo>
                <a:lnTo>
                  <a:pt x="1" y="40"/>
                </a:lnTo>
                <a:lnTo>
                  <a:pt x="0" y="40"/>
                </a:lnTo>
                <a:lnTo>
                  <a:pt x="0" y="39"/>
                </a:lnTo>
                <a:lnTo>
                  <a:pt x="1" y="38"/>
                </a:lnTo>
                <a:lnTo>
                  <a:pt x="7" y="34"/>
                </a:lnTo>
                <a:close/>
                <a:moveTo>
                  <a:pt x="17" y="45"/>
                </a:moveTo>
                <a:lnTo>
                  <a:pt x="17" y="45"/>
                </a:lnTo>
                <a:lnTo>
                  <a:pt x="18" y="45"/>
                </a:lnTo>
                <a:lnTo>
                  <a:pt x="18" y="46"/>
                </a:lnTo>
                <a:lnTo>
                  <a:pt x="19" y="46"/>
                </a:lnTo>
                <a:lnTo>
                  <a:pt x="19" y="45"/>
                </a:lnTo>
                <a:lnTo>
                  <a:pt x="18" y="44"/>
                </a:lnTo>
                <a:lnTo>
                  <a:pt x="17" y="44"/>
                </a:lnTo>
                <a:lnTo>
                  <a:pt x="17" y="45"/>
                </a:lnTo>
                <a:close/>
                <a:moveTo>
                  <a:pt x="16" y="42"/>
                </a:moveTo>
                <a:lnTo>
                  <a:pt x="18" y="39"/>
                </a:lnTo>
                <a:lnTo>
                  <a:pt x="19" y="39"/>
                </a:lnTo>
                <a:lnTo>
                  <a:pt x="17" y="42"/>
                </a:lnTo>
                <a:lnTo>
                  <a:pt x="17" y="43"/>
                </a:lnTo>
                <a:lnTo>
                  <a:pt x="16" y="43"/>
                </a:lnTo>
                <a:lnTo>
                  <a:pt x="16" y="42"/>
                </a:lnTo>
                <a:close/>
                <a:moveTo>
                  <a:pt x="13" y="38"/>
                </a:moveTo>
                <a:lnTo>
                  <a:pt x="15" y="41"/>
                </a:lnTo>
                <a:lnTo>
                  <a:pt x="15" y="40"/>
                </a:lnTo>
                <a:lnTo>
                  <a:pt x="16" y="40"/>
                </a:lnTo>
                <a:lnTo>
                  <a:pt x="16" y="39"/>
                </a:lnTo>
                <a:lnTo>
                  <a:pt x="15" y="39"/>
                </a:lnTo>
                <a:lnTo>
                  <a:pt x="15" y="38"/>
                </a:lnTo>
                <a:lnTo>
                  <a:pt x="15" y="37"/>
                </a:lnTo>
                <a:lnTo>
                  <a:pt x="14" y="37"/>
                </a:lnTo>
                <a:lnTo>
                  <a:pt x="13" y="38"/>
                </a:lnTo>
                <a:close/>
                <a:moveTo>
                  <a:pt x="11" y="29"/>
                </a:moveTo>
                <a:lnTo>
                  <a:pt x="11" y="29"/>
                </a:lnTo>
                <a:lnTo>
                  <a:pt x="11" y="28"/>
                </a:lnTo>
                <a:lnTo>
                  <a:pt x="12" y="28"/>
                </a:lnTo>
                <a:lnTo>
                  <a:pt x="12" y="29"/>
                </a:lnTo>
                <a:lnTo>
                  <a:pt x="12" y="30"/>
                </a:lnTo>
                <a:lnTo>
                  <a:pt x="12" y="31"/>
                </a:lnTo>
                <a:lnTo>
                  <a:pt x="11" y="31"/>
                </a:lnTo>
                <a:lnTo>
                  <a:pt x="11" y="30"/>
                </a:lnTo>
                <a:lnTo>
                  <a:pt x="11" y="29"/>
                </a:lnTo>
                <a:close/>
                <a:moveTo>
                  <a:pt x="15" y="48"/>
                </a:moveTo>
                <a:lnTo>
                  <a:pt x="16" y="49"/>
                </a:lnTo>
                <a:lnTo>
                  <a:pt x="13" y="53"/>
                </a:lnTo>
                <a:lnTo>
                  <a:pt x="12" y="53"/>
                </a:lnTo>
                <a:lnTo>
                  <a:pt x="15" y="48"/>
                </a:lnTo>
                <a:close/>
              </a:path>
              <a:path w="232" h="59">
                <a:moveTo>
                  <a:pt x="204" y="57"/>
                </a:moveTo>
                <a:cubicBezTo>
                  <a:pt x="202" y="54"/>
                  <a:pt x="202" y="53"/>
                  <a:pt x="201" y="52"/>
                </a:cubicBezTo>
                <a:cubicBezTo>
                  <a:pt x="201" y="52"/>
                  <a:pt x="201" y="52"/>
                  <a:pt x="201" y="52"/>
                </a:cubicBezTo>
                <a:cubicBezTo>
                  <a:pt x="203" y="53"/>
                  <a:pt x="204" y="54"/>
                  <a:pt x="206" y="52"/>
                </a:cubicBezTo>
                <a:cubicBezTo>
                  <a:pt x="208" y="50"/>
                  <a:pt x="209" y="48"/>
                  <a:pt x="210" y="46"/>
                </a:cubicBezTo>
                <a:cubicBezTo>
                  <a:pt x="210" y="45"/>
                  <a:pt x="210" y="45"/>
                  <a:pt x="210" y="45"/>
                </a:cubicBezTo>
                <a:cubicBezTo>
                  <a:pt x="207" y="45"/>
                  <a:pt x="204" y="46"/>
                  <a:pt x="200" y="46"/>
                </a:cubicBezTo>
                <a:cubicBezTo>
                  <a:pt x="199" y="45"/>
                  <a:pt x="198" y="43"/>
                  <a:pt x="198" y="42"/>
                </a:cubicBezTo>
                <a:cubicBezTo>
                  <a:pt x="198" y="42"/>
                  <a:pt x="198" y="42"/>
                  <a:pt x="198" y="42"/>
                </a:cubicBezTo>
                <a:cubicBezTo>
                  <a:pt x="203" y="42"/>
                  <a:pt x="208" y="44"/>
                  <a:pt x="213" y="43"/>
                </a:cubicBezTo>
                <a:cubicBezTo>
                  <a:pt x="214" y="43"/>
                  <a:pt x="217" y="41"/>
                  <a:pt x="216" y="41"/>
                </a:cubicBezTo>
                <a:cubicBezTo>
                  <a:pt x="215" y="39"/>
                  <a:pt x="210" y="41"/>
                  <a:pt x="209" y="38"/>
                </a:cubicBezTo>
                <a:cubicBezTo>
                  <a:pt x="209" y="38"/>
                  <a:pt x="209" y="38"/>
                  <a:pt x="209" y="38"/>
                </a:cubicBezTo>
                <a:cubicBezTo>
                  <a:pt x="213" y="38"/>
                  <a:pt x="216" y="39"/>
                  <a:pt x="219" y="39"/>
                </a:cubicBezTo>
                <a:cubicBezTo>
                  <a:pt x="221" y="38"/>
                  <a:pt x="223" y="37"/>
                  <a:pt x="224" y="37"/>
                </a:cubicBezTo>
                <a:cubicBezTo>
                  <a:pt x="225" y="36"/>
                  <a:pt x="225" y="36"/>
                  <a:pt x="226" y="35"/>
                </a:cubicBezTo>
                <a:cubicBezTo>
                  <a:pt x="225" y="34"/>
                  <a:pt x="222" y="33"/>
                  <a:pt x="222" y="34"/>
                </a:cubicBezTo>
                <a:cubicBezTo>
                  <a:pt x="221" y="36"/>
                  <a:pt x="221" y="38"/>
                  <a:pt x="218" y="38"/>
                </a:cubicBezTo>
                <a:cubicBezTo>
                  <a:pt x="216" y="38"/>
                  <a:pt x="216" y="37"/>
                  <a:pt x="215" y="36"/>
                </a:cubicBezTo>
                <a:cubicBezTo>
                  <a:pt x="215" y="33"/>
                  <a:pt x="217" y="33"/>
                  <a:pt x="218" y="32"/>
                </a:cubicBezTo>
                <a:cubicBezTo>
                  <a:pt x="217" y="31"/>
                  <a:pt x="216" y="32"/>
                  <a:pt x="215" y="32"/>
                </a:cubicBezTo>
                <a:cubicBezTo>
                  <a:pt x="215" y="33"/>
                  <a:pt x="215" y="33"/>
                  <a:pt x="214" y="34"/>
                </a:cubicBezTo>
                <a:cubicBezTo>
                  <a:pt x="214" y="35"/>
                  <a:pt x="214" y="36"/>
                  <a:pt x="213" y="36"/>
                </a:cubicBezTo>
                <a:cubicBezTo>
                  <a:pt x="212" y="36"/>
                  <a:pt x="212" y="34"/>
                  <a:pt x="212" y="34"/>
                </a:cubicBezTo>
                <a:cubicBezTo>
                  <a:pt x="211" y="34"/>
                  <a:pt x="211" y="35"/>
                  <a:pt x="210" y="36"/>
                </a:cubicBezTo>
                <a:cubicBezTo>
                  <a:pt x="209" y="36"/>
                  <a:pt x="209" y="36"/>
                  <a:pt x="209" y="35"/>
                </a:cubicBezTo>
                <a:cubicBezTo>
                  <a:pt x="210" y="33"/>
                  <a:pt x="210" y="29"/>
                  <a:pt x="211" y="27"/>
                </a:cubicBezTo>
                <a:cubicBezTo>
                  <a:pt x="212" y="27"/>
                  <a:pt x="211" y="29"/>
                  <a:pt x="212" y="30"/>
                </a:cubicBezTo>
                <a:cubicBezTo>
                  <a:pt x="212" y="30"/>
                  <a:pt x="213" y="30"/>
                  <a:pt x="213" y="30"/>
                </a:cubicBezTo>
                <a:cubicBezTo>
                  <a:pt x="213" y="28"/>
                  <a:pt x="213" y="26"/>
                  <a:pt x="213" y="24"/>
                </a:cubicBezTo>
                <a:cubicBezTo>
                  <a:pt x="213" y="24"/>
                  <a:pt x="213" y="24"/>
                  <a:pt x="213" y="24"/>
                </a:cubicBezTo>
                <a:cubicBezTo>
                  <a:pt x="214" y="23"/>
                  <a:pt x="215" y="26"/>
                  <a:pt x="215" y="27"/>
                </a:cubicBezTo>
                <a:cubicBezTo>
                  <a:pt x="215" y="28"/>
                  <a:pt x="215" y="29"/>
                  <a:pt x="215" y="30"/>
                </a:cubicBezTo>
                <a:cubicBezTo>
                  <a:pt x="216" y="31"/>
                  <a:pt x="217" y="31"/>
                  <a:pt x="218" y="30"/>
                </a:cubicBezTo>
                <a:cubicBezTo>
                  <a:pt x="218" y="29"/>
                  <a:pt x="217" y="28"/>
                  <a:pt x="218" y="27"/>
                </a:cubicBezTo>
                <a:cubicBezTo>
                  <a:pt x="219" y="27"/>
                  <a:pt x="219" y="29"/>
                  <a:pt x="221" y="29"/>
                </a:cubicBezTo>
                <a:cubicBezTo>
                  <a:pt x="221" y="28"/>
                  <a:pt x="222" y="28"/>
                  <a:pt x="223" y="27"/>
                </a:cubicBezTo>
                <a:cubicBezTo>
                  <a:pt x="224" y="28"/>
                  <a:pt x="225" y="30"/>
                  <a:pt x="224" y="31"/>
                </a:cubicBezTo>
                <a:cubicBezTo>
                  <a:pt x="224" y="31"/>
                  <a:pt x="223" y="31"/>
                  <a:pt x="223" y="32"/>
                </a:cubicBezTo>
                <a:cubicBezTo>
                  <a:pt x="224" y="32"/>
                  <a:pt x="228" y="33"/>
                  <a:pt x="229" y="33"/>
                </a:cubicBezTo>
                <a:cubicBezTo>
                  <a:pt x="230" y="33"/>
                  <a:pt x="232" y="37"/>
                  <a:pt x="230" y="39"/>
                </a:cubicBezTo>
                <a:cubicBezTo>
                  <a:pt x="229" y="39"/>
                  <a:pt x="226" y="39"/>
                  <a:pt x="225" y="39"/>
                </a:cubicBezTo>
                <a:cubicBezTo>
                  <a:pt x="223" y="39"/>
                  <a:pt x="223" y="39"/>
                  <a:pt x="222" y="39"/>
                </a:cubicBezTo>
                <a:cubicBezTo>
                  <a:pt x="221" y="40"/>
                  <a:pt x="221" y="40"/>
                  <a:pt x="222" y="42"/>
                </a:cubicBezTo>
                <a:cubicBezTo>
                  <a:pt x="221" y="44"/>
                  <a:pt x="218" y="42"/>
                  <a:pt x="217" y="44"/>
                </a:cubicBezTo>
                <a:cubicBezTo>
                  <a:pt x="218" y="45"/>
                  <a:pt x="220" y="46"/>
                  <a:pt x="219" y="48"/>
                </a:cubicBezTo>
                <a:cubicBezTo>
                  <a:pt x="218" y="49"/>
                  <a:pt x="215" y="49"/>
                  <a:pt x="214" y="48"/>
                </a:cubicBezTo>
                <a:cubicBezTo>
                  <a:pt x="215" y="46"/>
                  <a:pt x="215" y="46"/>
                  <a:pt x="215" y="46"/>
                </a:cubicBezTo>
                <a:cubicBezTo>
                  <a:pt x="215" y="46"/>
                  <a:pt x="215" y="46"/>
                  <a:pt x="214" y="46"/>
                </a:cubicBezTo>
                <a:cubicBezTo>
                  <a:pt x="212" y="46"/>
                  <a:pt x="210" y="51"/>
                  <a:pt x="209" y="53"/>
                </a:cubicBezTo>
                <a:cubicBezTo>
                  <a:pt x="208" y="54"/>
                  <a:pt x="207" y="58"/>
                  <a:pt x="204" y="57"/>
                </a:cubicBezTo>
                <a:close/>
                <a:moveTo>
                  <a:pt x="218" y="36"/>
                </a:moveTo>
                <a:cubicBezTo>
                  <a:pt x="218" y="35"/>
                  <a:pt x="218" y="35"/>
                  <a:pt x="218" y="35"/>
                </a:cubicBezTo>
                <a:cubicBezTo>
                  <a:pt x="218" y="35"/>
                  <a:pt x="219" y="34"/>
                  <a:pt x="219" y="34"/>
                </a:cubicBezTo>
                <a:cubicBezTo>
                  <a:pt x="219" y="35"/>
                  <a:pt x="219" y="35"/>
                  <a:pt x="218" y="36"/>
                </a:cubicBezTo>
                <a:cubicBezTo>
                  <a:pt x="218" y="36"/>
                  <a:pt x="218" y="36"/>
                  <a:pt x="218" y="36"/>
                </a:cubicBezTo>
                <a:close/>
              </a:path>
              <a:path w="232" h="59">
                <a:moveTo>
                  <a:pt x="177" y="37"/>
                </a:moveTo>
                <a:cubicBezTo>
                  <a:pt x="176" y="36"/>
                  <a:pt x="176" y="36"/>
                  <a:pt x="176" y="35"/>
                </a:cubicBezTo>
                <a:cubicBezTo>
                  <a:pt x="177" y="33"/>
                  <a:pt x="177" y="28"/>
                  <a:pt x="178" y="27"/>
                </a:cubicBezTo>
                <a:cubicBezTo>
                  <a:pt x="179" y="27"/>
                  <a:pt x="179" y="27"/>
                  <a:pt x="179" y="27"/>
                </a:cubicBezTo>
                <a:cubicBezTo>
                  <a:pt x="179" y="27"/>
                  <a:pt x="179" y="27"/>
                  <a:pt x="179" y="28"/>
                </a:cubicBezTo>
                <a:cubicBezTo>
                  <a:pt x="179" y="32"/>
                  <a:pt x="180" y="35"/>
                  <a:pt x="183" y="38"/>
                </a:cubicBezTo>
                <a:cubicBezTo>
                  <a:pt x="183" y="38"/>
                  <a:pt x="183" y="38"/>
                  <a:pt x="183" y="38"/>
                </a:cubicBezTo>
                <a:cubicBezTo>
                  <a:pt x="183" y="39"/>
                  <a:pt x="178" y="37"/>
                  <a:pt x="177" y="37"/>
                </a:cubicBezTo>
                <a:close/>
              </a:path>
              <a:path w="232" h="59">
                <a:moveTo>
                  <a:pt x="163" y="29"/>
                </a:moveTo>
                <a:cubicBezTo>
                  <a:pt x="163" y="28"/>
                  <a:pt x="163" y="28"/>
                  <a:pt x="162" y="28"/>
                </a:cubicBezTo>
                <a:cubicBezTo>
                  <a:pt x="162" y="27"/>
                  <a:pt x="162" y="27"/>
                  <a:pt x="162" y="27"/>
                </a:cubicBezTo>
                <a:cubicBezTo>
                  <a:pt x="164" y="28"/>
                  <a:pt x="165" y="28"/>
                  <a:pt x="166" y="28"/>
                </a:cubicBezTo>
                <a:cubicBezTo>
                  <a:pt x="169" y="28"/>
                  <a:pt x="171" y="27"/>
                  <a:pt x="173" y="26"/>
                </a:cubicBezTo>
                <a:cubicBezTo>
                  <a:pt x="172" y="25"/>
                  <a:pt x="170" y="25"/>
                  <a:pt x="169" y="26"/>
                </a:cubicBezTo>
                <a:cubicBezTo>
                  <a:pt x="167" y="25"/>
                  <a:pt x="166" y="21"/>
                  <a:pt x="166" y="21"/>
                </a:cubicBezTo>
                <a:cubicBezTo>
                  <a:pt x="168" y="21"/>
                  <a:pt x="172" y="23"/>
                  <a:pt x="173" y="22"/>
                </a:cubicBezTo>
                <a:cubicBezTo>
                  <a:pt x="178" y="23"/>
                  <a:pt x="178" y="21"/>
                  <a:pt x="181" y="17"/>
                </a:cubicBezTo>
                <a:cubicBezTo>
                  <a:pt x="182" y="16"/>
                  <a:pt x="184" y="12"/>
                  <a:pt x="185" y="12"/>
                </a:cubicBezTo>
                <a:cubicBezTo>
                  <a:pt x="186" y="13"/>
                  <a:pt x="186" y="15"/>
                  <a:pt x="186" y="17"/>
                </a:cubicBezTo>
                <a:cubicBezTo>
                  <a:pt x="185" y="19"/>
                  <a:pt x="183" y="20"/>
                  <a:pt x="182" y="23"/>
                </a:cubicBezTo>
                <a:cubicBezTo>
                  <a:pt x="184" y="24"/>
                  <a:pt x="185" y="22"/>
                  <a:pt x="187" y="24"/>
                </a:cubicBezTo>
                <a:cubicBezTo>
                  <a:pt x="187" y="25"/>
                  <a:pt x="187" y="25"/>
                  <a:pt x="187" y="25"/>
                </a:cubicBezTo>
                <a:cubicBezTo>
                  <a:pt x="186" y="26"/>
                  <a:pt x="184" y="25"/>
                  <a:pt x="183" y="25"/>
                </a:cubicBezTo>
                <a:cubicBezTo>
                  <a:pt x="180" y="25"/>
                  <a:pt x="180" y="25"/>
                  <a:pt x="179" y="25"/>
                </a:cubicBezTo>
                <a:cubicBezTo>
                  <a:pt x="175" y="28"/>
                  <a:pt x="169" y="33"/>
                  <a:pt x="163" y="29"/>
                </a:cubicBezTo>
                <a:close/>
              </a:path>
              <a:path w="232" h="59">
                <a:moveTo>
                  <a:pt x="134" y="18"/>
                </a:moveTo>
                <a:cubicBezTo>
                  <a:pt x="133" y="16"/>
                  <a:pt x="134" y="15"/>
                  <a:pt x="134" y="14"/>
                </a:cubicBezTo>
                <a:cubicBezTo>
                  <a:pt x="134" y="14"/>
                  <a:pt x="134" y="14"/>
                  <a:pt x="134" y="14"/>
                </a:cubicBezTo>
                <a:cubicBezTo>
                  <a:pt x="133" y="15"/>
                  <a:pt x="132" y="15"/>
                  <a:pt x="132" y="15"/>
                </a:cubicBezTo>
                <a:cubicBezTo>
                  <a:pt x="131" y="16"/>
                  <a:pt x="130" y="17"/>
                  <a:pt x="129" y="19"/>
                </a:cubicBezTo>
                <a:cubicBezTo>
                  <a:pt x="129" y="20"/>
                  <a:pt x="129" y="30"/>
                  <a:pt x="126" y="30"/>
                </a:cubicBezTo>
                <a:cubicBezTo>
                  <a:pt x="124" y="28"/>
                  <a:pt x="125" y="27"/>
                  <a:pt x="125" y="25"/>
                </a:cubicBezTo>
                <a:cubicBezTo>
                  <a:pt x="125" y="24"/>
                  <a:pt x="125" y="24"/>
                  <a:pt x="126" y="23"/>
                </a:cubicBezTo>
                <a:cubicBezTo>
                  <a:pt x="125" y="23"/>
                  <a:pt x="123" y="25"/>
                  <a:pt x="123" y="25"/>
                </a:cubicBezTo>
                <a:cubicBezTo>
                  <a:pt x="121" y="26"/>
                  <a:pt x="120" y="25"/>
                  <a:pt x="120" y="23"/>
                </a:cubicBezTo>
                <a:cubicBezTo>
                  <a:pt x="122" y="23"/>
                  <a:pt x="124" y="21"/>
                  <a:pt x="126" y="19"/>
                </a:cubicBezTo>
                <a:cubicBezTo>
                  <a:pt x="126" y="17"/>
                  <a:pt x="126" y="17"/>
                  <a:pt x="126" y="14"/>
                </a:cubicBezTo>
                <a:cubicBezTo>
                  <a:pt x="126" y="14"/>
                  <a:pt x="126" y="14"/>
                  <a:pt x="126" y="14"/>
                </a:cubicBezTo>
                <a:cubicBezTo>
                  <a:pt x="125" y="15"/>
                  <a:pt x="125" y="15"/>
                  <a:pt x="124" y="16"/>
                </a:cubicBezTo>
                <a:cubicBezTo>
                  <a:pt x="122" y="18"/>
                  <a:pt x="119" y="16"/>
                  <a:pt x="120" y="14"/>
                </a:cubicBezTo>
                <a:cubicBezTo>
                  <a:pt x="122" y="14"/>
                  <a:pt x="124" y="12"/>
                  <a:pt x="126" y="11"/>
                </a:cubicBezTo>
                <a:cubicBezTo>
                  <a:pt x="127" y="9"/>
                  <a:pt x="127" y="6"/>
                  <a:pt x="127" y="4"/>
                </a:cubicBezTo>
                <a:cubicBezTo>
                  <a:pt x="126" y="3"/>
                  <a:pt x="128" y="2"/>
                  <a:pt x="129" y="1"/>
                </a:cubicBezTo>
                <a:cubicBezTo>
                  <a:pt x="132" y="2"/>
                  <a:pt x="130" y="5"/>
                  <a:pt x="130" y="7"/>
                </a:cubicBezTo>
                <a:cubicBezTo>
                  <a:pt x="130" y="8"/>
                  <a:pt x="130" y="8"/>
                  <a:pt x="130" y="9"/>
                </a:cubicBezTo>
                <a:cubicBezTo>
                  <a:pt x="130" y="9"/>
                  <a:pt x="131" y="8"/>
                  <a:pt x="132" y="8"/>
                </a:cubicBezTo>
                <a:cubicBezTo>
                  <a:pt x="132" y="8"/>
                  <a:pt x="132" y="8"/>
                  <a:pt x="132" y="9"/>
                </a:cubicBezTo>
                <a:cubicBezTo>
                  <a:pt x="129" y="12"/>
                  <a:pt x="129" y="11"/>
                  <a:pt x="129" y="15"/>
                </a:cubicBezTo>
                <a:cubicBezTo>
                  <a:pt x="130" y="15"/>
                  <a:pt x="131" y="14"/>
                  <a:pt x="131" y="13"/>
                </a:cubicBezTo>
                <a:cubicBezTo>
                  <a:pt x="130" y="12"/>
                  <a:pt x="130" y="12"/>
                  <a:pt x="130" y="12"/>
                </a:cubicBezTo>
                <a:cubicBezTo>
                  <a:pt x="132" y="12"/>
                  <a:pt x="134" y="11"/>
                  <a:pt x="136" y="10"/>
                </a:cubicBezTo>
                <a:cubicBezTo>
                  <a:pt x="136" y="8"/>
                  <a:pt x="137" y="7"/>
                  <a:pt x="138" y="4"/>
                </a:cubicBezTo>
                <a:cubicBezTo>
                  <a:pt x="140" y="2"/>
                  <a:pt x="143" y="5"/>
                  <a:pt x="142" y="8"/>
                </a:cubicBezTo>
                <a:cubicBezTo>
                  <a:pt x="142" y="9"/>
                  <a:pt x="138" y="11"/>
                  <a:pt x="137" y="12"/>
                </a:cubicBezTo>
                <a:cubicBezTo>
                  <a:pt x="137" y="12"/>
                  <a:pt x="136" y="15"/>
                  <a:pt x="136" y="15"/>
                </a:cubicBezTo>
                <a:cubicBezTo>
                  <a:pt x="138" y="16"/>
                  <a:pt x="139" y="11"/>
                  <a:pt x="142" y="13"/>
                </a:cubicBezTo>
                <a:cubicBezTo>
                  <a:pt x="143" y="14"/>
                  <a:pt x="143" y="14"/>
                  <a:pt x="143" y="15"/>
                </a:cubicBezTo>
                <a:cubicBezTo>
                  <a:pt x="142" y="17"/>
                  <a:pt x="140" y="20"/>
                  <a:pt x="139" y="23"/>
                </a:cubicBezTo>
                <a:cubicBezTo>
                  <a:pt x="141" y="25"/>
                  <a:pt x="143" y="26"/>
                  <a:pt x="146" y="27"/>
                </a:cubicBezTo>
                <a:cubicBezTo>
                  <a:pt x="146" y="27"/>
                  <a:pt x="142" y="29"/>
                  <a:pt x="141" y="29"/>
                </a:cubicBezTo>
                <a:cubicBezTo>
                  <a:pt x="138" y="30"/>
                  <a:pt x="138" y="27"/>
                  <a:pt x="137" y="25"/>
                </a:cubicBezTo>
                <a:cubicBezTo>
                  <a:pt x="135" y="27"/>
                  <a:pt x="132" y="28"/>
                  <a:pt x="129" y="27"/>
                </a:cubicBezTo>
                <a:cubicBezTo>
                  <a:pt x="129" y="27"/>
                  <a:pt x="129" y="27"/>
                  <a:pt x="129" y="27"/>
                </a:cubicBezTo>
                <a:cubicBezTo>
                  <a:pt x="131" y="26"/>
                  <a:pt x="133" y="26"/>
                  <a:pt x="134" y="24"/>
                </a:cubicBezTo>
                <a:cubicBezTo>
                  <a:pt x="137" y="22"/>
                  <a:pt x="132" y="20"/>
                  <a:pt x="133" y="18"/>
                </a:cubicBezTo>
                <a:cubicBezTo>
                  <a:pt x="133" y="18"/>
                  <a:pt x="133" y="18"/>
                  <a:pt x="134" y="18"/>
                </a:cubicBezTo>
                <a:cubicBezTo>
                  <a:pt x="134" y="19"/>
                  <a:pt x="136" y="20"/>
                  <a:pt x="137" y="20"/>
                </a:cubicBezTo>
                <a:cubicBezTo>
                  <a:pt x="137" y="19"/>
                  <a:pt x="138" y="18"/>
                  <a:pt x="139" y="17"/>
                </a:cubicBezTo>
                <a:cubicBezTo>
                  <a:pt x="138" y="17"/>
                  <a:pt x="137" y="18"/>
                  <a:pt x="136" y="19"/>
                </a:cubicBezTo>
                <a:cubicBezTo>
                  <a:pt x="136" y="18"/>
                  <a:pt x="135" y="18"/>
                  <a:pt x="134" y="18"/>
                </a:cubicBezTo>
                <a:close/>
              </a:path>
              <a:path w="232" h="59">
                <a:moveTo>
                  <a:pt x="84" y="9"/>
                </a:moveTo>
                <a:cubicBezTo>
                  <a:pt x="86" y="9"/>
                  <a:pt x="87" y="10"/>
                  <a:pt x="87" y="12"/>
                </a:cubicBezTo>
                <a:cubicBezTo>
                  <a:pt x="88" y="11"/>
                  <a:pt x="87" y="10"/>
                  <a:pt x="90" y="11"/>
                </a:cubicBezTo>
                <a:cubicBezTo>
                  <a:pt x="90" y="12"/>
                  <a:pt x="90" y="12"/>
                  <a:pt x="90" y="14"/>
                </a:cubicBezTo>
                <a:cubicBezTo>
                  <a:pt x="89" y="15"/>
                  <a:pt x="88" y="16"/>
                  <a:pt x="87" y="17"/>
                </a:cubicBezTo>
                <a:cubicBezTo>
                  <a:pt x="88" y="19"/>
                  <a:pt x="87" y="19"/>
                  <a:pt x="88" y="20"/>
                </a:cubicBezTo>
                <a:cubicBezTo>
                  <a:pt x="88" y="20"/>
                  <a:pt x="89" y="19"/>
                  <a:pt x="90" y="18"/>
                </a:cubicBezTo>
                <a:cubicBezTo>
                  <a:pt x="90" y="20"/>
                  <a:pt x="89" y="20"/>
                  <a:pt x="88" y="21"/>
                </a:cubicBezTo>
                <a:cubicBezTo>
                  <a:pt x="88" y="24"/>
                  <a:pt x="90" y="28"/>
                  <a:pt x="88" y="30"/>
                </a:cubicBezTo>
                <a:cubicBezTo>
                  <a:pt x="85" y="31"/>
                  <a:pt x="86" y="26"/>
                  <a:pt x="85" y="25"/>
                </a:cubicBezTo>
                <a:cubicBezTo>
                  <a:pt x="85" y="25"/>
                  <a:pt x="85" y="25"/>
                  <a:pt x="85" y="25"/>
                </a:cubicBezTo>
                <a:cubicBezTo>
                  <a:pt x="84" y="26"/>
                  <a:pt x="82" y="28"/>
                  <a:pt x="81" y="27"/>
                </a:cubicBezTo>
                <a:cubicBezTo>
                  <a:pt x="80" y="26"/>
                  <a:pt x="81" y="24"/>
                  <a:pt x="82" y="22"/>
                </a:cubicBezTo>
                <a:cubicBezTo>
                  <a:pt x="83" y="21"/>
                  <a:pt x="85" y="18"/>
                  <a:pt x="85" y="18"/>
                </a:cubicBezTo>
                <a:cubicBezTo>
                  <a:pt x="85" y="17"/>
                  <a:pt x="85" y="17"/>
                  <a:pt x="85" y="17"/>
                </a:cubicBezTo>
                <a:cubicBezTo>
                  <a:pt x="85" y="17"/>
                  <a:pt x="84" y="16"/>
                  <a:pt x="84" y="16"/>
                </a:cubicBezTo>
                <a:cubicBezTo>
                  <a:pt x="83" y="18"/>
                  <a:pt x="81" y="20"/>
                  <a:pt x="79" y="20"/>
                </a:cubicBezTo>
                <a:cubicBezTo>
                  <a:pt x="78" y="19"/>
                  <a:pt x="78" y="19"/>
                  <a:pt x="78" y="18"/>
                </a:cubicBezTo>
                <a:cubicBezTo>
                  <a:pt x="80" y="17"/>
                  <a:pt x="82" y="15"/>
                  <a:pt x="84" y="14"/>
                </a:cubicBezTo>
                <a:cubicBezTo>
                  <a:pt x="84" y="12"/>
                  <a:pt x="83" y="11"/>
                  <a:pt x="84" y="9"/>
                </a:cubicBezTo>
                <a:cubicBezTo>
                  <a:pt x="82" y="9"/>
                  <a:pt x="81" y="10"/>
                  <a:pt x="80" y="10"/>
                </a:cubicBezTo>
                <a:cubicBezTo>
                  <a:pt x="80" y="10"/>
                  <a:pt x="80" y="10"/>
                  <a:pt x="81" y="9"/>
                </a:cubicBezTo>
                <a:cubicBezTo>
                  <a:pt x="85" y="6"/>
                  <a:pt x="86" y="5"/>
                  <a:pt x="86" y="4"/>
                </a:cubicBezTo>
                <a:cubicBezTo>
                  <a:pt x="87" y="3"/>
                  <a:pt x="87" y="2"/>
                  <a:pt x="89" y="3"/>
                </a:cubicBezTo>
                <a:cubicBezTo>
                  <a:pt x="90" y="3"/>
                  <a:pt x="90" y="5"/>
                  <a:pt x="90" y="5"/>
                </a:cubicBezTo>
                <a:cubicBezTo>
                  <a:pt x="88" y="7"/>
                  <a:pt x="86" y="8"/>
                  <a:pt x="84" y="9"/>
                </a:cubicBezTo>
                <a:cubicBezTo>
                  <a:pt x="84" y="9"/>
                  <a:pt x="84" y="9"/>
                  <a:pt x="84" y="9"/>
                </a:cubicBezTo>
                <a:close/>
                <a:moveTo>
                  <a:pt x="84" y="23"/>
                </a:moveTo>
                <a:cubicBezTo>
                  <a:pt x="84" y="22"/>
                  <a:pt x="84" y="22"/>
                  <a:pt x="85" y="21"/>
                </a:cubicBezTo>
                <a:cubicBezTo>
                  <a:pt x="85" y="21"/>
                  <a:pt x="85" y="21"/>
                  <a:pt x="85" y="22"/>
                </a:cubicBezTo>
                <a:cubicBezTo>
                  <a:pt x="85" y="22"/>
                  <a:pt x="85" y="23"/>
                  <a:pt x="84" y="23"/>
                </a:cubicBezTo>
                <a:close/>
              </a:path>
              <a:path w="232" h="59">
                <a:moveTo>
                  <a:pt x="99" y="32"/>
                </a:moveTo>
                <a:cubicBezTo>
                  <a:pt x="99" y="32"/>
                  <a:pt x="98" y="32"/>
                  <a:pt x="98" y="31"/>
                </a:cubicBezTo>
                <a:cubicBezTo>
                  <a:pt x="98" y="28"/>
                  <a:pt x="97" y="25"/>
                  <a:pt x="97" y="22"/>
                </a:cubicBezTo>
                <a:cubicBezTo>
                  <a:pt x="96" y="22"/>
                  <a:pt x="95" y="23"/>
                  <a:pt x="94" y="24"/>
                </a:cubicBezTo>
                <a:cubicBezTo>
                  <a:pt x="93" y="24"/>
                  <a:pt x="92" y="24"/>
                  <a:pt x="92" y="23"/>
                </a:cubicBezTo>
                <a:cubicBezTo>
                  <a:pt x="92" y="23"/>
                  <a:pt x="92" y="22"/>
                  <a:pt x="92" y="22"/>
                </a:cubicBezTo>
                <a:cubicBezTo>
                  <a:pt x="92" y="20"/>
                  <a:pt x="93" y="16"/>
                  <a:pt x="91" y="16"/>
                </a:cubicBezTo>
                <a:cubicBezTo>
                  <a:pt x="90" y="15"/>
                  <a:pt x="90" y="15"/>
                  <a:pt x="90" y="14"/>
                </a:cubicBezTo>
                <a:cubicBezTo>
                  <a:pt x="92" y="14"/>
                  <a:pt x="91" y="11"/>
                  <a:pt x="91" y="10"/>
                </a:cubicBezTo>
                <a:cubicBezTo>
                  <a:pt x="89" y="9"/>
                  <a:pt x="87" y="8"/>
                  <a:pt x="89" y="7"/>
                </a:cubicBezTo>
                <a:cubicBezTo>
                  <a:pt x="91" y="7"/>
                  <a:pt x="93" y="7"/>
                  <a:pt x="94" y="9"/>
                </a:cubicBezTo>
                <a:cubicBezTo>
                  <a:pt x="94" y="10"/>
                  <a:pt x="92" y="12"/>
                  <a:pt x="92" y="13"/>
                </a:cubicBezTo>
                <a:cubicBezTo>
                  <a:pt x="94" y="13"/>
                  <a:pt x="95" y="14"/>
                  <a:pt x="95" y="16"/>
                </a:cubicBezTo>
                <a:cubicBezTo>
                  <a:pt x="93" y="17"/>
                  <a:pt x="93" y="18"/>
                  <a:pt x="94" y="20"/>
                </a:cubicBezTo>
                <a:cubicBezTo>
                  <a:pt x="95" y="19"/>
                  <a:pt x="95" y="18"/>
                  <a:pt x="96" y="17"/>
                </a:cubicBezTo>
                <a:cubicBezTo>
                  <a:pt x="96" y="11"/>
                  <a:pt x="93" y="7"/>
                  <a:pt x="93" y="2"/>
                </a:cubicBezTo>
                <a:cubicBezTo>
                  <a:pt x="94" y="0"/>
                  <a:pt x="96" y="0"/>
                  <a:pt x="97" y="2"/>
                </a:cubicBezTo>
                <a:cubicBezTo>
                  <a:pt x="97" y="5"/>
                  <a:pt x="97" y="11"/>
                  <a:pt x="99" y="14"/>
                </a:cubicBezTo>
                <a:cubicBezTo>
                  <a:pt x="99" y="13"/>
                  <a:pt x="100" y="12"/>
                  <a:pt x="100" y="11"/>
                </a:cubicBezTo>
                <a:cubicBezTo>
                  <a:pt x="101" y="11"/>
                  <a:pt x="102" y="12"/>
                  <a:pt x="103" y="14"/>
                </a:cubicBezTo>
                <a:cubicBezTo>
                  <a:pt x="101" y="15"/>
                  <a:pt x="100" y="16"/>
                  <a:pt x="99" y="18"/>
                </a:cubicBezTo>
                <a:cubicBezTo>
                  <a:pt x="100" y="23"/>
                  <a:pt x="100" y="26"/>
                  <a:pt x="101" y="29"/>
                </a:cubicBezTo>
                <a:cubicBezTo>
                  <a:pt x="100" y="30"/>
                  <a:pt x="100" y="32"/>
                  <a:pt x="99" y="32"/>
                </a:cubicBezTo>
                <a:close/>
              </a:path>
              <a:path w="232" h="59">
                <a:moveTo>
                  <a:pt x="58" y="41"/>
                </a:moveTo>
                <a:cubicBezTo>
                  <a:pt x="58" y="42"/>
                  <a:pt x="57" y="41"/>
                  <a:pt x="57" y="41"/>
                </a:cubicBezTo>
                <a:cubicBezTo>
                  <a:pt x="52" y="36"/>
                  <a:pt x="53" y="29"/>
                  <a:pt x="50" y="25"/>
                </a:cubicBezTo>
                <a:cubicBezTo>
                  <a:pt x="48" y="26"/>
                  <a:pt x="48" y="30"/>
                  <a:pt x="47" y="31"/>
                </a:cubicBezTo>
                <a:cubicBezTo>
                  <a:pt x="44" y="33"/>
                  <a:pt x="43" y="28"/>
                  <a:pt x="43" y="26"/>
                </a:cubicBezTo>
                <a:cubicBezTo>
                  <a:pt x="43" y="25"/>
                  <a:pt x="43" y="24"/>
                  <a:pt x="43" y="23"/>
                </a:cubicBezTo>
                <a:cubicBezTo>
                  <a:pt x="44" y="23"/>
                  <a:pt x="45" y="25"/>
                  <a:pt x="46" y="26"/>
                </a:cubicBezTo>
                <a:cubicBezTo>
                  <a:pt x="47" y="26"/>
                  <a:pt x="47" y="26"/>
                  <a:pt x="47" y="26"/>
                </a:cubicBezTo>
                <a:cubicBezTo>
                  <a:pt x="50" y="21"/>
                  <a:pt x="47" y="18"/>
                  <a:pt x="44" y="15"/>
                </a:cubicBezTo>
                <a:cubicBezTo>
                  <a:pt x="44" y="14"/>
                  <a:pt x="44" y="13"/>
                  <a:pt x="45" y="12"/>
                </a:cubicBezTo>
                <a:cubicBezTo>
                  <a:pt x="45" y="12"/>
                  <a:pt x="47" y="12"/>
                  <a:pt x="48" y="12"/>
                </a:cubicBezTo>
                <a:cubicBezTo>
                  <a:pt x="48" y="12"/>
                  <a:pt x="48" y="12"/>
                  <a:pt x="48" y="12"/>
                </a:cubicBezTo>
                <a:cubicBezTo>
                  <a:pt x="49" y="14"/>
                  <a:pt x="50" y="16"/>
                  <a:pt x="50" y="17"/>
                </a:cubicBezTo>
                <a:cubicBezTo>
                  <a:pt x="50" y="17"/>
                  <a:pt x="51" y="17"/>
                  <a:pt x="51" y="17"/>
                </a:cubicBezTo>
                <a:cubicBezTo>
                  <a:pt x="52" y="16"/>
                  <a:pt x="53" y="14"/>
                  <a:pt x="54" y="12"/>
                </a:cubicBezTo>
                <a:cubicBezTo>
                  <a:pt x="55" y="12"/>
                  <a:pt x="57" y="10"/>
                  <a:pt x="58" y="13"/>
                </a:cubicBezTo>
                <a:cubicBezTo>
                  <a:pt x="58" y="15"/>
                  <a:pt x="53" y="19"/>
                  <a:pt x="57" y="20"/>
                </a:cubicBezTo>
                <a:cubicBezTo>
                  <a:pt x="57" y="20"/>
                  <a:pt x="57" y="21"/>
                  <a:pt x="57" y="21"/>
                </a:cubicBezTo>
                <a:cubicBezTo>
                  <a:pt x="57" y="23"/>
                  <a:pt x="55" y="25"/>
                  <a:pt x="53" y="26"/>
                </a:cubicBezTo>
                <a:cubicBezTo>
                  <a:pt x="54" y="30"/>
                  <a:pt x="57" y="34"/>
                  <a:pt x="58" y="37"/>
                </a:cubicBezTo>
                <a:cubicBezTo>
                  <a:pt x="59" y="39"/>
                  <a:pt x="59" y="40"/>
                  <a:pt x="58" y="41"/>
                </a:cubicBezTo>
                <a:close/>
                <a:moveTo>
                  <a:pt x="53" y="23"/>
                </a:moveTo>
                <a:cubicBezTo>
                  <a:pt x="52" y="23"/>
                  <a:pt x="51" y="21"/>
                  <a:pt x="51" y="21"/>
                </a:cubicBezTo>
                <a:cubicBezTo>
                  <a:pt x="51" y="20"/>
                  <a:pt x="52" y="18"/>
                  <a:pt x="53" y="18"/>
                </a:cubicBezTo>
                <a:cubicBezTo>
                  <a:pt x="54" y="20"/>
                  <a:pt x="54" y="21"/>
                  <a:pt x="53" y="23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14" name="Freeform 15"/>
          <p:cNvSpPr>
            <a:spLocks noGrp="1"/>
          </p:cNvSpPr>
          <p:nvPr/>
        </p:nvSpPr>
        <p:spPr>
          <a:xfrm>
            <a:off x="9802619" y="257975"/>
            <a:ext cx="519403" cy="294625"/>
          </a:xfrm>
          <a:custGeom>
            <a:avLst/>
            <a:gdLst/>
            <a:ahLst/>
            <a:cxnLst/>
            <a:rect l="l" t="t" r="r" b="b"/>
            <a:pathLst>
              <a:path w="336" h="189">
                <a:moveTo>
                  <a:pt x="293" y="24"/>
                </a:moveTo>
                <a:lnTo>
                  <a:pt x="299" y="19"/>
                </a:lnTo>
                <a:lnTo>
                  <a:pt x="300" y="19"/>
                </a:lnTo>
                <a:cubicBezTo>
                  <a:pt x="298" y="20"/>
                  <a:pt x="297" y="22"/>
                  <a:pt x="297" y="23"/>
                </a:cubicBezTo>
                <a:cubicBezTo>
                  <a:pt x="296" y="24"/>
                  <a:pt x="296" y="26"/>
                  <a:pt x="297" y="27"/>
                </a:cubicBezTo>
                <a:cubicBezTo>
                  <a:pt x="298" y="28"/>
                  <a:pt x="299" y="28"/>
                  <a:pt x="302" y="27"/>
                </a:cubicBezTo>
                <a:cubicBezTo>
                  <a:pt x="304" y="27"/>
                  <a:pt x="307" y="25"/>
                  <a:pt x="309" y="23"/>
                </a:cubicBezTo>
                <a:cubicBezTo>
                  <a:pt x="311" y="22"/>
                  <a:pt x="313" y="20"/>
                  <a:pt x="314" y="19"/>
                </a:cubicBezTo>
                <a:cubicBezTo>
                  <a:pt x="316" y="17"/>
                  <a:pt x="316" y="16"/>
                  <a:pt x="317" y="14"/>
                </a:cubicBezTo>
                <a:cubicBezTo>
                  <a:pt x="317" y="13"/>
                  <a:pt x="317" y="12"/>
                  <a:pt x="317" y="12"/>
                </a:cubicBezTo>
                <a:cubicBezTo>
                  <a:pt x="316" y="11"/>
                  <a:pt x="316" y="11"/>
                  <a:pt x="315" y="11"/>
                </a:cubicBezTo>
                <a:cubicBezTo>
                  <a:pt x="315" y="11"/>
                  <a:pt x="314" y="10"/>
                  <a:pt x="314" y="10"/>
                </a:cubicBezTo>
                <a:lnTo>
                  <a:pt x="308" y="15"/>
                </a:lnTo>
                <a:cubicBezTo>
                  <a:pt x="307" y="16"/>
                  <a:pt x="306" y="16"/>
                  <a:pt x="306" y="17"/>
                </a:cubicBezTo>
                <a:cubicBezTo>
                  <a:pt x="305" y="17"/>
                  <a:pt x="305" y="17"/>
                  <a:pt x="305" y="18"/>
                </a:cubicBezTo>
                <a:cubicBezTo>
                  <a:pt x="305" y="18"/>
                  <a:pt x="305" y="18"/>
                  <a:pt x="306" y="19"/>
                </a:cubicBezTo>
                <a:lnTo>
                  <a:pt x="305" y="19"/>
                </a:lnTo>
                <a:lnTo>
                  <a:pt x="302" y="15"/>
                </a:lnTo>
                <a:lnTo>
                  <a:pt x="303" y="15"/>
                </a:lnTo>
                <a:cubicBezTo>
                  <a:pt x="303" y="15"/>
                  <a:pt x="304" y="15"/>
                  <a:pt x="304" y="15"/>
                </a:cubicBezTo>
                <a:cubicBezTo>
                  <a:pt x="305" y="15"/>
                  <a:pt x="305" y="14"/>
                  <a:pt x="307" y="13"/>
                </a:cubicBezTo>
                <a:lnTo>
                  <a:pt x="313" y="9"/>
                </a:lnTo>
                <a:cubicBezTo>
                  <a:pt x="314" y="9"/>
                  <a:pt x="315" y="9"/>
                  <a:pt x="316" y="9"/>
                </a:cubicBezTo>
                <a:cubicBezTo>
                  <a:pt x="316" y="10"/>
                  <a:pt x="317" y="10"/>
                  <a:pt x="318" y="11"/>
                </a:cubicBezTo>
                <a:cubicBezTo>
                  <a:pt x="319" y="13"/>
                  <a:pt x="319" y="15"/>
                  <a:pt x="317" y="18"/>
                </a:cubicBezTo>
                <a:cubicBezTo>
                  <a:pt x="316" y="21"/>
                  <a:pt x="314" y="23"/>
                  <a:pt x="311" y="25"/>
                </a:cubicBezTo>
                <a:cubicBezTo>
                  <a:pt x="309" y="26"/>
                  <a:pt x="307" y="27"/>
                  <a:pt x="305" y="28"/>
                </a:cubicBezTo>
                <a:cubicBezTo>
                  <a:pt x="303" y="29"/>
                  <a:pt x="301" y="29"/>
                  <a:pt x="299" y="29"/>
                </a:cubicBezTo>
                <a:cubicBezTo>
                  <a:pt x="298" y="29"/>
                  <a:pt x="296" y="29"/>
                  <a:pt x="296" y="28"/>
                </a:cubicBezTo>
                <a:cubicBezTo>
                  <a:pt x="295" y="27"/>
                  <a:pt x="295" y="27"/>
                  <a:pt x="295" y="26"/>
                </a:cubicBezTo>
                <a:cubicBezTo>
                  <a:pt x="295" y="26"/>
                  <a:pt x="295" y="25"/>
                  <a:pt x="295" y="24"/>
                </a:cubicBezTo>
                <a:cubicBezTo>
                  <a:pt x="295" y="24"/>
                  <a:pt x="295" y="24"/>
                  <a:pt x="295" y="24"/>
                </a:cubicBezTo>
                <a:cubicBezTo>
                  <a:pt x="295" y="23"/>
                  <a:pt x="295" y="23"/>
                  <a:pt x="294" y="24"/>
                </a:cubicBezTo>
                <a:cubicBezTo>
                  <a:pt x="294" y="24"/>
                  <a:pt x="294" y="24"/>
                  <a:pt x="293" y="24"/>
                </a:cubicBezTo>
                <a:close/>
              </a:path>
              <a:path w="336" h="189">
                <a:moveTo>
                  <a:pt x="293" y="145"/>
                </a:moveTo>
                <a:lnTo>
                  <a:pt x="292" y="145"/>
                </a:lnTo>
                <a:lnTo>
                  <a:pt x="293" y="144"/>
                </a:lnTo>
                <a:cubicBezTo>
                  <a:pt x="293" y="144"/>
                  <a:pt x="293" y="144"/>
                  <a:pt x="293" y="143"/>
                </a:cubicBezTo>
                <a:cubicBezTo>
                  <a:pt x="293" y="143"/>
                  <a:pt x="292" y="142"/>
                  <a:pt x="292" y="141"/>
                </a:cubicBezTo>
                <a:lnTo>
                  <a:pt x="282" y="128"/>
                </a:lnTo>
                <a:cubicBezTo>
                  <a:pt x="281" y="126"/>
                  <a:pt x="280" y="126"/>
                  <a:pt x="280" y="126"/>
                </a:cubicBezTo>
                <a:cubicBezTo>
                  <a:pt x="279" y="125"/>
                  <a:pt x="279" y="125"/>
                  <a:pt x="278" y="126"/>
                </a:cubicBezTo>
                <a:lnTo>
                  <a:pt x="277" y="125"/>
                </a:lnTo>
                <a:lnTo>
                  <a:pt x="282" y="122"/>
                </a:lnTo>
                <a:cubicBezTo>
                  <a:pt x="283" y="121"/>
                  <a:pt x="284" y="120"/>
                  <a:pt x="286" y="121"/>
                </a:cubicBezTo>
                <a:cubicBezTo>
                  <a:pt x="287" y="121"/>
                  <a:pt x="288" y="121"/>
                  <a:pt x="290" y="123"/>
                </a:cubicBezTo>
                <a:cubicBezTo>
                  <a:pt x="292" y="124"/>
                  <a:pt x="293" y="125"/>
                  <a:pt x="295" y="128"/>
                </a:cubicBezTo>
                <a:cubicBezTo>
                  <a:pt x="297" y="130"/>
                  <a:pt x="299" y="133"/>
                  <a:pt x="299" y="135"/>
                </a:cubicBezTo>
                <a:cubicBezTo>
                  <a:pt x="300" y="138"/>
                  <a:pt x="299" y="140"/>
                  <a:pt x="297" y="142"/>
                </a:cubicBezTo>
                <a:lnTo>
                  <a:pt x="293" y="145"/>
                </a:lnTo>
                <a:close/>
                <a:moveTo>
                  <a:pt x="295" y="142"/>
                </a:moveTo>
                <a:cubicBezTo>
                  <a:pt x="295" y="141"/>
                  <a:pt x="296" y="141"/>
                  <a:pt x="296" y="141"/>
                </a:cubicBezTo>
                <a:cubicBezTo>
                  <a:pt x="298" y="140"/>
                  <a:pt x="298" y="139"/>
                  <a:pt x="297" y="136"/>
                </a:cubicBezTo>
                <a:cubicBezTo>
                  <a:pt x="297" y="134"/>
                  <a:pt x="296" y="132"/>
                  <a:pt x="293" y="129"/>
                </a:cubicBezTo>
                <a:cubicBezTo>
                  <a:pt x="291" y="126"/>
                  <a:pt x="289" y="124"/>
                  <a:pt x="287" y="123"/>
                </a:cubicBezTo>
                <a:cubicBezTo>
                  <a:pt x="285" y="122"/>
                  <a:pt x="284" y="122"/>
                  <a:pt x="283" y="123"/>
                </a:cubicBezTo>
                <a:cubicBezTo>
                  <a:pt x="282" y="123"/>
                  <a:pt x="282" y="124"/>
                  <a:pt x="281" y="125"/>
                </a:cubicBezTo>
                <a:lnTo>
                  <a:pt x="295" y="142"/>
                </a:lnTo>
                <a:close/>
              </a:path>
              <a:path w="336" h="189">
                <a:moveTo>
                  <a:pt x="266" y="134"/>
                </a:moveTo>
                <a:lnTo>
                  <a:pt x="268" y="132"/>
                </a:lnTo>
                <a:lnTo>
                  <a:pt x="286" y="143"/>
                </a:lnTo>
                <a:lnTo>
                  <a:pt x="277" y="131"/>
                </a:lnTo>
                <a:cubicBezTo>
                  <a:pt x="276" y="130"/>
                  <a:pt x="276" y="129"/>
                  <a:pt x="275" y="129"/>
                </a:cubicBezTo>
                <a:cubicBezTo>
                  <a:pt x="275" y="129"/>
                  <a:pt x="274" y="129"/>
                  <a:pt x="274" y="129"/>
                </a:cubicBezTo>
                <a:lnTo>
                  <a:pt x="273" y="129"/>
                </a:lnTo>
                <a:lnTo>
                  <a:pt x="277" y="126"/>
                </a:lnTo>
                <a:lnTo>
                  <a:pt x="277" y="127"/>
                </a:lnTo>
                <a:cubicBezTo>
                  <a:pt x="276" y="127"/>
                  <a:pt x="276" y="128"/>
                  <a:pt x="276" y="128"/>
                </a:cubicBezTo>
                <a:cubicBezTo>
                  <a:pt x="277" y="129"/>
                  <a:pt x="277" y="129"/>
                  <a:pt x="278" y="130"/>
                </a:cubicBezTo>
                <a:lnTo>
                  <a:pt x="291" y="147"/>
                </a:lnTo>
                <a:lnTo>
                  <a:pt x="290" y="148"/>
                </a:lnTo>
                <a:lnTo>
                  <a:pt x="272" y="136"/>
                </a:lnTo>
                <a:lnTo>
                  <a:pt x="281" y="149"/>
                </a:lnTo>
                <a:cubicBezTo>
                  <a:pt x="282" y="150"/>
                  <a:pt x="283" y="151"/>
                  <a:pt x="283" y="151"/>
                </a:cubicBezTo>
                <a:cubicBezTo>
                  <a:pt x="284" y="151"/>
                  <a:pt x="284" y="151"/>
                  <a:pt x="284" y="151"/>
                </a:cubicBezTo>
                <a:lnTo>
                  <a:pt x="285" y="151"/>
                </a:lnTo>
                <a:lnTo>
                  <a:pt x="282" y="154"/>
                </a:lnTo>
                <a:lnTo>
                  <a:pt x="281" y="153"/>
                </a:lnTo>
                <a:lnTo>
                  <a:pt x="282" y="153"/>
                </a:lnTo>
                <a:cubicBezTo>
                  <a:pt x="282" y="153"/>
                  <a:pt x="282" y="152"/>
                  <a:pt x="282" y="152"/>
                </a:cubicBezTo>
                <a:cubicBezTo>
                  <a:pt x="282" y="151"/>
                  <a:pt x="281" y="150"/>
                  <a:pt x="280" y="149"/>
                </a:cubicBezTo>
                <a:lnTo>
                  <a:pt x="270" y="135"/>
                </a:lnTo>
                <a:cubicBezTo>
                  <a:pt x="269" y="135"/>
                  <a:pt x="268" y="135"/>
                  <a:pt x="268" y="134"/>
                </a:cubicBezTo>
                <a:cubicBezTo>
                  <a:pt x="268" y="134"/>
                  <a:pt x="267" y="134"/>
                  <a:pt x="267" y="134"/>
                </a:cubicBezTo>
                <a:cubicBezTo>
                  <a:pt x="267" y="134"/>
                  <a:pt x="267" y="135"/>
                  <a:pt x="266" y="135"/>
                </a:cubicBezTo>
                <a:lnTo>
                  <a:pt x="266" y="134"/>
                </a:lnTo>
                <a:close/>
              </a:path>
              <a:path w="336" h="189">
                <a:moveTo>
                  <a:pt x="272" y="151"/>
                </a:moveTo>
                <a:lnTo>
                  <a:pt x="268" y="154"/>
                </a:lnTo>
                <a:lnTo>
                  <a:pt x="270" y="157"/>
                </a:lnTo>
                <a:cubicBezTo>
                  <a:pt x="270" y="158"/>
                  <a:pt x="270" y="159"/>
                  <a:pt x="271" y="159"/>
                </a:cubicBezTo>
                <a:cubicBezTo>
                  <a:pt x="271" y="160"/>
                  <a:pt x="271" y="160"/>
                  <a:pt x="272" y="160"/>
                </a:cubicBezTo>
                <a:cubicBezTo>
                  <a:pt x="272" y="160"/>
                  <a:pt x="272" y="160"/>
                  <a:pt x="273" y="160"/>
                </a:cubicBezTo>
                <a:lnTo>
                  <a:pt x="270" y="163"/>
                </a:lnTo>
                <a:lnTo>
                  <a:pt x="270" y="162"/>
                </a:lnTo>
                <a:cubicBezTo>
                  <a:pt x="270" y="162"/>
                  <a:pt x="270" y="161"/>
                  <a:pt x="270" y="161"/>
                </a:cubicBezTo>
                <a:cubicBezTo>
                  <a:pt x="270" y="160"/>
                  <a:pt x="270" y="159"/>
                  <a:pt x="269" y="157"/>
                </a:cubicBezTo>
                <a:lnTo>
                  <a:pt x="260" y="138"/>
                </a:lnTo>
                <a:lnTo>
                  <a:pt x="276" y="152"/>
                </a:lnTo>
                <a:cubicBezTo>
                  <a:pt x="277" y="153"/>
                  <a:pt x="278" y="154"/>
                  <a:pt x="279" y="154"/>
                </a:cubicBezTo>
                <a:cubicBezTo>
                  <a:pt x="279" y="154"/>
                  <a:pt x="280" y="154"/>
                  <a:pt x="280" y="154"/>
                </a:cubicBezTo>
                <a:lnTo>
                  <a:pt x="281" y="155"/>
                </a:lnTo>
                <a:lnTo>
                  <a:pt x="277" y="158"/>
                </a:lnTo>
                <a:lnTo>
                  <a:pt x="276" y="157"/>
                </a:lnTo>
                <a:cubicBezTo>
                  <a:pt x="277" y="157"/>
                  <a:pt x="277" y="156"/>
                  <a:pt x="277" y="156"/>
                </a:cubicBezTo>
                <a:cubicBezTo>
                  <a:pt x="277" y="156"/>
                  <a:pt x="277" y="155"/>
                  <a:pt x="276" y="155"/>
                </a:cubicBezTo>
                <a:cubicBezTo>
                  <a:pt x="276" y="155"/>
                  <a:pt x="276" y="154"/>
                  <a:pt x="275" y="153"/>
                </a:cubicBezTo>
                <a:lnTo>
                  <a:pt x="272" y="151"/>
                </a:lnTo>
                <a:close/>
                <a:moveTo>
                  <a:pt x="271" y="150"/>
                </a:moveTo>
                <a:lnTo>
                  <a:pt x="263" y="143"/>
                </a:lnTo>
                <a:lnTo>
                  <a:pt x="267" y="152"/>
                </a:lnTo>
                <a:lnTo>
                  <a:pt x="271" y="150"/>
                </a:lnTo>
                <a:close/>
              </a:path>
              <a:path w="336" h="189">
                <a:moveTo>
                  <a:pt x="319" y="86"/>
                </a:moveTo>
                <a:lnTo>
                  <a:pt x="320" y="81"/>
                </a:lnTo>
                <a:lnTo>
                  <a:pt x="313" y="79"/>
                </a:lnTo>
                <a:cubicBezTo>
                  <a:pt x="311" y="79"/>
                  <a:pt x="311" y="79"/>
                  <a:pt x="310" y="79"/>
                </a:cubicBezTo>
                <a:cubicBezTo>
                  <a:pt x="310" y="79"/>
                  <a:pt x="310" y="79"/>
                  <a:pt x="309" y="79"/>
                </a:cubicBezTo>
                <a:cubicBezTo>
                  <a:pt x="309" y="79"/>
                  <a:pt x="309" y="80"/>
                  <a:pt x="309" y="80"/>
                </a:cubicBezTo>
                <a:lnTo>
                  <a:pt x="308" y="80"/>
                </a:lnTo>
                <a:lnTo>
                  <a:pt x="309" y="75"/>
                </a:lnTo>
                <a:lnTo>
                  <a:pt x="310" y="75"/>
                </a:lnTo>
                <a:cubicBezTo>
                  <a:pt x="309" y="76"/>
                  <a:pt x="310" y="76"/>
                  <a:pt x="310" y="76"/>
                </a:cubicBezTo>
                <a:cubicBezTo>
                  <a:pt x="310" y="77"/>
                  <a:pt x="310" y="77"/>
                  <a:pt x="311" y="77"/>
                </a:cubicBezTo>
                <a:cubicBezTo>
                  <a:pt x="311" y="77"/>
                  <a:pt x="312" y="77"/>
                  <a:pt x="313" y="77"/>
                </a:cubicBezTo>
                <a:lnTo>
                  <a:pt x="330" y="80"/>
                </a:lnTo>
                <a:cubicBezTo>
                  <a:pt x="331" y="81"/>
                  <a:pt x="332" y="81"/>
                  <a:pt x="332" y="81"/>
                </a:cubicBezTo>
                <a:cubicBezTo>
                  <a:pt x="333" y="81"/>
                  <a:pt x="333" y="81"/>
                  <a:pt x="333" y="81"/>
                </a:cubicBezTo>
                <a:cubicBezTo>
                  <a:pt x="334" y="80"/>
                  <a:pt x="334" y="80"/>
                  <a:pt x="334" y="80"/>
                </a:cubicBezTo>
                <a:lnTo>
                  <a:pt x="334" y="79"/>
                </a:lnTo>
                <a:lnTo>
                  <a:pt x="335" y="80"/>
                </a:lnTo>
                <a:lnTo>
                  <a:pt x="334" y="85"/>
                </a:lnTo>
                <a:lnTo>
                  <a:pt x="333" y="85"/>
                </a:lnTo>
                <a:lnTo>
                  <a:pt x="333" y="84"/>
                </a:lnTo>
                <a:cubicBezTo>
                  <a:pt x="333" y="84"/>
                  <a:pt x="333" y="83"/>
                  <a:pt x="332" y="83"/>
                </a:cubicBezTo>
                <a:cubicBezTo>
                  <a:pt x="332" y="83"/>
                  <a:pt x="331" y="83"/>
                  <a:pt x="329" y="82"/>
                </a:cubicBezTo>
                <a:lnTo>
                  <a:pt x="322" y="81"/>
                </a:lnTo>
                <a:lnTo>
                  <a:pt x="320" y="87"/>
                </a:lnTo>
                <a:lnTo>
                  <a:pt x="328" y="88"/>
                </a:lnTo>
                <a:cubicBezTo>
                  <a:pt x="330" y="88"/>
                  <a:pt x="331" y="88"/>
                  <a:pt x="331" y="88"/>
                </a:cubicBezTo>
                <a:cubicBezTo>
                  <a:pt x="331" y="88"/>
                  <a:pt x="332" y="88"/>
                  <a:pt x="332" y="88"/>
                </a:cubicBezTo>
                <a:cubicBezTo>
                  <a:pt x="332" y="88"/>
                  <a:pt x="332" y="88"/>
                  <a:pt x="333" y="87"/>
                </a:cubicBezTo>
                <a:lnTo>
                  <a:pt x="332" y="92"/>
                </a:lnTo>
                <a:cubicBezTo>
                  <a:pt x="332" y="91"/>
                  <a:pt x="331" y="91"/>
                  <a:pt x="331" y="90"/>
                </a:cubicBezTo>
                <a:cubicBezTo>
                  <a:pt x="331" y="90"/>
                  <a:pt x="330" y="90"/>
                  <a:pt x="328" y="90"/>
                </a:cubicBezTo>
                <a:lnTo>
                  <a:pt x="311" y="87"/>
                </a:lnTo>
                <a:cubicBezTo>
                  <a:pt x="310" y="86"/>
                  <a:pt x="309" y="86"/>
                  <a:pt x="309" y="86"/>
                </a:cubicBezTo>
                <a:cubicBezTo>
                  <a:pt x="308" y="86"/>
                  <a:pt x="308" y="86"/>
                  <a:pt x="308" y="87"/>
                </a:cubicBezTo>
                <a:cubicBezTo>
                  <a:pt x="307" y="87"/>
                  <a:pt x="307" y="87"/>
                  <a:pt x="307" y="87"/>
                </a:cubicBezTo>
                <a:lnTo>
                  <a:pt x="307" y="88"/>
                </a:lnTo>
                <a:lnTo>
                  <a:pt x="306" y="88"/>
                </a:lnTo>
                <a:lnTo>
                  <a:pt x="307" y="82"/>
                </a:lnTo>
                <a:lnTo>
                  <a:pt x="308" y="82"/>
                </a:lnTo>
                <a:lnTo>
                  <a:pt x="308" y="83"/>
                </a:lnTo>
                <a:cubicBezTo>
                  <a:pt x="308" y="83"/>
                  <a:pt x="308" y="84"/>
                  <a:pt x="308" y="84"/>
                </a:cubicBezTo>
                <a:cubicBezTo>
                  <a:pt x="309" y="84"/>
                  <a:pt x="309" y="84"/>
                  <a:pt x="309" y="84"/>
                </a:cubicBezTo>
                <a:cubicBezTo>
                  <a:pt x="310" y="85"/>
                  <a:pt x="310" y="85"/>
                  <a:pt x="312" y="85"/>
                </a:cubicBezTo>
                <a:lnTo>
                  <a:pt x="319" y="86"/>
                </a:lnTo>
                <a:close/>
              </a:path>
              <a:path w="336" h="189">
                <a:moveTo>
                  <a:pt x="305" y="89"/>
                </a:moveTo>
                <a:lnTo>
                  <a:pt x="314" y="91"/>
                </a:lnTo>
                <a:cubicBezTo>
                  <a:pt x="311" y="91"/>
                  <a:pt x="309" y="91"/>
                  <a:pt x="308" y="92"/>
                </a:cubicBezTo>
                <a:cubicBezTo>
                  <a:pt x="307" y="92"/>
                  <a:pt x="306" y="93"/>
                  <a:pt x="306" y="94"/>
                </a:cubicBezTo>
                <a:cubicBezTo>
                  <a:pt x="305" y="95"/>
                  <a:pt x="306" y="95"/>
                  <a:pt x="306" y="96"/>
                </a:cubicBezTo>
                <a:cubicBezTo>
                  <a:pt x="307" y="97"/>
                  <a:pt x="308" y="98"/>
                  <a:pt x="310" y="99"/>
                </a:cubicBezTo>
                <a:cubicBezTo>
                  <a:pt x="312" y="99"/>
                  <a:pt x="314" y="100"/>
                  <a:pt x="317" y="101"/>
                </a:cubicBezTo>
                <a:cubicBezTo>
                  <a:pt x="320" y="101"/>
                  <a:pt x="322" y="101"/>
                  <a:pt x="323" y="101"/>
                </a:cubicBezTo>
                <a:cubicBezTo>
                  <a:pt x="325" y="101"/>
                  <a:pt x="327" y="101"/>
                  <a:pt x="328" y="100"/>
                </a:cubicBezTo>
                <a:cubicBezTo>
                  <a:pt x="329" y="100"/>
                  <a:pt x="329" y="99"/>
                  <a:pt x="330" y="98"/>
                </a:cubicBezTo>
                <a:cubicBezTo>
                  <a:pt x="330" y="97"/>
                  <a:pt x="330" y="97"/>
                  <a:pt x="329" y="96"/>
                </a:cubicBezTo>
                <a:cubicBezTo>
                  <a:pt x="328" y="95"/>
                  <a:pt x="327" y="94"/>
                  <a:pt x="325" y="93"/>
                </a:cubicBezTo>
                <a:lnTo>
                  <a:pt x="326" y="93"/>
                </a:lnTo>
                <a:cubicBezTo>
                  <a:pt x="328" y="94"/>
                  <a:pt x="329" y="95"/>
                  <a:pt x="330" y="96"/>
                </a:cubicBezTo>
                <a:cubicBezTo>
                  <a:pt x="331" y="97"/>
                  <a:pt x="331" y="98"/>
                  <a:pt x="331" y="99"/>
                </a:cubicBezTo>
                <a:cubicBezTo>
                  <a:pt x="331" y="101"/>
                  <a:pt x="329" y="102"/>
                  <a:pt x="325" y="103"/>
                </a:cubicBezTo>
                <a:cubicBezTo>
                  <a:pt x="323" y="103"/>
                  <a:pt x="320" y="103"/>
                  <a:pt x="317" y="103"/>
                </a:cubicBezTo>
                <a:cubicBezTo>
                  <a:pt x="314" y="102"/>
                  <a:pt x="312" y="101"/>
                  <a:pt x="310" y="100"/>
                </a:cubicBezTo>
                <a:cubicBezTo>
                  <a:pt x="308" y="99"/>
                  <a:pt x="306" y="98"/>
                  <a:pt x="305" y="97"/>
                </a:cubicBezTo>
                <a:cubicBezTo>
                  <a:pt x="304" y="96"/>
                  <a:pt x="304" y="95"/>
                  <a:pt x="304" y="94"/>
                </a:cubicBezTo>
                <a:cubicBezTo>
                  <a:pt x="304" y="93"/>
                  <a:pt x="305" y="92"/>
                  <a:pt x="306" y="91"/>
                </a:cubicBezTo>
                <a:cubicBezTo>
                  <a:pt x="306" y="91"/>
                  <a:pt x="307" y="91"/>
                  <a:pt x="307" y="91"/>
                </a:cubicBezTo>
                <a:cubicBezTo>
                  <a:pt x="307" y="91"/>
                  <a:pt x="307" y="90"/>
                  <a:pt x="306" y="90"/>
                </a:cubicBezTo>
                <a:cubicBezTo>
                  <a:pt x="306" y="90"/>
                  <a:pt x="306" y="90"/>
                  <a:pt x="305" y="90"/>
                </a:cubicBezTo>
                <a:lnTo>
                  <a:pt x="305" y="89"/>
                </a:lnTo>
                <a:close/>
              </a:path>
              <a:path w="336" h="189">
                <a:moveTo>
                  <a:pt x="300" y="104"/>
                </a:moveTo>
                <a:lnTo>
                  <a:pt x="309" y="109"/>
                </a:lnTo>
                <a:lnTo>
                  <a:pt x="311" y="106"/>
                </a:lnTo>
                <a:cubicBezTo>
                  <a:pt x="311" y="105"/>
                  <a:pt x="311" y="105"/>
                  <a:pt x="311" y="104"/>
                </a:cubicBezTo>
                <a:cubicBezTo>
                  <a:pt x="310" y="104"/>
                  <a:pt x="309" y="103"/>
                  <a:pt x="308" y="102"/>
                </a:cubicBezTo>
                <a:lnTo>
                  <a:pt x="317" y="106"/>
                </a:lnTo>
                <a:lnTo>
                  <a:pt x="316" y="106"/>
                </a:lnTo>
                <a:cubicBezTo>
                  <a:pt x="315" y="106"/>
                  <a:pt x="314" y="106"/>
                  <a:pt x="314" y="106"/>
                </a:cubicBezTo>
                <a:cubicBezTo>
                  <a:pt x="314" y="106"/>
                  <a:pt x="313" y="106"/>
                  <a:pt x="313" y="106"/>
                </a:cubicBezTo>
                <a:cubicBezTo>
                  <a:pt x="312" y="106"/>
                  <a:pt x="312" y="106"/>
                  <a:pt x="312" y="107"/>
                </a:cubicBezTo>
                <a:lnTo>
                  <a:pt x="311" y="109"/>
                </a:lnTo>
                <a:lnTo>
                  <a:pt x="319" y="113"/>
                </a:lnTo>
                <a:cubicBezTo>
                  <a:pt x="320" y="113"/>
                  <a:pt x="320" y="114"/>
                  <a:pt x="321" y="114"/>
                </a:cubicBezTo>
                <a:cubicBezTo>
                  <a:pt x="321" y="114"/>
                  <a:pt x="321" y="114"/>
                  <a:pt x="321" y="114"/>
                </a:cubicBezTo>
                <a:cubicBezTo>
                  <a:pt x="321" y="114"/>
                  <a:pt x="322" y="114"/>
                  <a:pt x="322" y="113"/>
                </a:cubicBezTo>
                <a:lnTo>
                  <a:pt x="323" y="111"/>
                </a:lnTo>
                <a:cubicBezTo>
                  <a:pt x="323" y="111"/>
                  <a:pt x="323" y="110"/>
                  <a:pt x="323" y="110"/>
                </a:cubicBezTo>
                <a:cubicBezTo>
                  <a:pt x="323" y="109"/>
                  <a:pt x="323" y="109"/>
                  <a:pt x="322" y="108"/>
                </a:cubicBezTo>
                <a:cubicBezTo>
                  <a:pt x="322" y="108"/>
                  <a:pt x="321" y="107"/>
                  <a:pt x="320" y="106"/>
                </a:cubicBezTo>
                <a:lnTo>
                  <a:pt x="320" y="105"/>
                </a:lnTo>
                <a:lnTo>
                  <a:pt x="325" y="109"/>
                </a:lnTo>
                <a:lnTo>
                  <a:pt x="321" y="118"/>
                </a:lnTo>
                <a:lnTo>
                  <a:pt x="320" y="118"/>
                </a:lnTo>
                <a:lnTo>
                  <a:pt x="321" y="118"/>
                </a:lnTo>
                <a:cubicBezTo>
                  <a:pt x="321" y="117"/>
                  <a:pt x="321" y="117"/>
                  <a:pt x="320" y="117"/>
                </a:cubicBezTo>
                <a:cubicBezTo>
                  <a:pt x="320" y="116"/>
                  <a:pt x="320" y="116"/>
                  <a:pt x="320" y="116"/>
                </a:cubicBezTo>
                <a:cubicBezTo>
                  <a:pt x="319" y="115"/>
                  <a:pt x="319" y="115"/>
                  <a:pt x="318" y="115"/>
                </a:cubicBezTo>
                <a:lnTo>
                  <a:pt x="302" y="107"/>
                </a:lnTo>
                <a:cubicBezTo>
                  <a:pt x="301" y="106"/>
                  <a:pt x="300" y="106"/>
                  <a:pt x="299" y="106"/>
                </a:cubicBezTo>
                <a:cubicBezTo>
                  <a:pt x="299" y="106"/>
                  <a:pt x="298" y="106"/>
                  <a:pt x="298" y="107"/>
                </a:cubicBezTo>
                <a:lnTo>
                  <a:pt x="297" y="107"/>
                </a:lnTo>
                <a:lnTo>
                  <a:pt x="301" y="98"/>
                </a:lnTo>
                <a:lnTo>
                  <a:pt x="307" y="100"/>
                </a:lnTo>
                <a:cubicBezTo>
                  <a:pt x="305" y="100"/>
                  <a:pt x="304" y="100"/>
                  <a:pt x="304" y="100"/>
                </a:cubicBezTo>
                <a:cubicBezTo>
                  <a:pt x="303" y="99"/>
                  <a:pt x="303" y="100"/>
                  <a:pt x="302" y="100"/>
                </a:cubicBezTo>
                <a:cubicBezTo>
                  <a:pt x="302" y="100"/>
                  <a:pt x="302" y="100"/>
                  <a:pt x="302" y="101"/>
                </a:cubicBezTo>
                <a:lnTo>
                  <a:pt x="300" y="104"/>
                </a:lnTo>
                <a:close/>
              </a:path>
              <a:path w="336" h="189">
                <a:moveTo>
                  <a:pt x="298" y="108"/>
                </a:moveTo>
                <a:lnTo>
                  <a:pt x="303" y="111"/>
                </a:lnTo>
                <a:cubicBezTo>
                  <a:pt x="302" y="111"/>
                  <a:pt x="301" y="110"/>
                  <a:pt x="301" y="110"/>
                </a:cubicBezTo>
                <a:cubicBezTo>
                  <a:pt x="300" y="110"/>
                  <a:pt x="299" y="110"/>
                  <a:pt x="299" y="110"/>
                </a:cubicBezTo>
                <a:cubicBezTo>
                  <a:pt x="299" y="110"/>
                  <a:pt x="298" y="111"/>
                  <a:pt x="298" y="111"/>
                </a:cubicBezTo>
                <a:lnTo>
                  <a:pt x="297" y="113"/>
                </a:lnTo>
                <a:lnTo>
                  <a:pt x="315" y="122"/>
                </a:lnTo>
                <a:cubicBezTo>
                  <a:pt x="316" y="123"/>
                  <a:pt x="317" y="123"/>
                  <a:pt x="318" y="123"/>
                </a:cubicBezTo>
                <a:cubicBezTo>
                  <a:pt x="318" y="123"/>
                  <a:pt x="319" y="123"/>
                  <a:pt x="319" y="123"/>
                </a:cubicBezTo>
                <a:lnTo>
                  <a:pt x="319" y="122"/>
                </a:lnTo>
                <a:lnTo>
                  <a:pt x="320" y="123"/>
                </a:lnTo>
                <a:lnTo>
                  <a:pt x="317" y="128"/>
                </a:lnTo>
                <a:lnTo>
                  <a:pt x="317" y="127"/>
                </a:lnTo>
                <a:cubicBezTo>
                  <a:pt x="317" y="126"/>
                  <a:pt x="317" y="126"/>
                  <a:pt x="317" y="125"/>
                </a:cubicBezTo>
                <a:cubicBezTo>
                  <a:pt x="316" y="125"/>
                  <a:pt x="315" y="124"/>
                  <a:pt x="314" y="124"/>
                </a:cubicBezTo>
                <a:lnTo>
                  <a:pt x="296" y="114"/>
                </a:lnTo>
                <a:lnTo>
                  <a:pt x="296" y="116"/>
                </a:lnTo>
                <a:cubicBezTo>
                  <a:pt x="295" y="116"/>
                  <a:pt x="295" y="117"/>
                  <a:pt x="295" y="117"/>
                </a:cubicBezTo>
                <a:cubicBezTo>
                  <a:pt x="295" y="117"/>
                  <a:pt x="296" y="118"/>
                  <a:pt x="296" y="118"/>
                </a:cubicBezTo>
                <a:cubicBezTo>
                  <a:pt x="297" y="119"/>
                  <a:pt x="297" y="120"/>
                  <a:pt x="298" y="120"/>
                </a:cubicBezTo>
                <a:lnTo>
                  <a:pt x="293" y="117"/>
                </a:lnTo>
                <a:lnTo>
                  <a:pt x="298" y="108"/>
                </a:lnTo>
                <a:close/>
              </a:path>
              <a:path w="336" h="189">
                <a:moveTo>
                  <a:pt x="307" y="54"/>
                </a:moveTo>
                <a:cubicBezTo>
                  <a:pt x="307" y="53"/>
                  <a:pt x="308" y="51"/>
                  <a:pt x="310" y="50"/>
                </a:cubicBezTo>
                <a:cubicBezTo>
                  <a:pt x="313" y="49"/>
                  <a:pt x="316" y="48"/>
                  <a:pt x="320" y="48"/>
                </a:cubicBezTo>
                <a:cubicBezTo>
                  <a:pt x="324" y="48"/>
                  <a:pt x="327" y="48"/>
                  <a:pt x="330" y="50"/>
                </a:cubicBezTo>
                <a:cubicBezTo>
                  <a:pt x="333" y="51"/>
                  <a:pt x="334" y="52"/>
                  <a:pt x="334" y="54"/>
                </a:cubicBezTo>
                <a:cubicBezTo>
                  <a:pt x="334" y="56"/>
                  <a:pt x="333" y="57"/>
                  <a:pt x="330" y="59"/>
                </a:cubicBezTo>
                <a:cubicBezTo>
                  <a:pt x="328" y="60"/>
                  <a:pt x="325" y="61"/>
                  <a:pt x="320" y="61"/>
                </a:cubicBezTo>
                <a:cubicBezTo>
                  <a:pt x="316" y="61"/>
                  <a:pt x="313" y="60"/>
                  <a:pt x="310" y="59"/>
                </a:cubicBezTo>
                <a:cubicBezTo>
                  <a:pt x="308" y="57"/>
                  <a:pt x="307" y="56"/>
                  <a:pt x="307" y="54"/>
                </a:cubicBezTo>
                <a:close/>
                <a:moveTo>
                  <a:pt x="308" y="55"/>
                </a:moveTo>
                <a:cubicBezTo>
                  <a:pt x="308" y="56"/>
                  <a:pt x="309" y="57"/>
                  <a:pt x="311" y="57"/>
                </a:cubicBezTo>
                <a:cubicBezTo>
                  <a:pt x="313" y="58"/>
                  <a:pt x="316" y="58"/>
                  <a:pt x="320" y="58"/>
                </a:cubicBezTo>
                <a:cubicBezTo>
                  <a:pt x="325" y="58"/>
                  <a:pt x="328" y="58"/>
                  <a:pt x="330" y="57"/>
                </a:cubicBezTo>
                <a:cubicBezTo>
                  <a:pt x="332" y="56"/>
                  <a:pt x="333" y="55"/>
                  <a:pt x="333" y="54"/>
                </a:cubicBezTo>
                <a:cubicBezTo>
                  <a:pt x="333" y="53"/>
                  <a:pt x="332" y="52"/>
                  <a:pt x="330" y="51"/>
                </a:cubicBezTo>
                <a:cubicBezTo>
                  <a:pt x="328" y="50"/>
                  <a:pt x="325" y="50"/>
                  <a:pt x="321" y="50"/>
                </a:cubicBezTo>
                <a:cubicBezTo>
                  <a:pt x="316" y="50"/>
                  <a:pt x="313" y="51"/>
                  <a:pt x="311" y="52"/>
                </a:cubicBezTo>
                <a:cubicBezTo>
                  <a:pt x="309" y="52"/>
                  <a:pt x="308" y="53"/>
                  <a:pt x="308" y="55"/>
                </a:cubicBezTo>
                <a:close/>
              </a:path>
              <a:path w="336" h="189">
                <a:moveTo>
                  <a:pt x="310" y="75"/>
                </a:moveTo>
                <a:lnTo>
                  <a:pt x="310" y="71"/>
                </a:lnTo>
                <a:lnTo>
                  <a:pt x="329" y="63"/>
                </a:lnTo>
                <a:lnTo>
                  <a:pt x="314" y="63"/>
                </a:lnTo>
                <a:cubicBezTo>
                  <a:pt x="313" y="63"/>
                  <a:pt x="312" y="63"/>
                  <a:pt x="311" y="63"/>
                </a:cubicBezTo>
                <a:cubicBezTo>
                  <a:pt x="311" y="63"/>
                  <a:pt x="310" y="64"/>
                  <a:pt x="310" y="64"/>
                </a:cubicBezTo>
                <a:lnTo>
                  <a:pt x="310" y="65"/>
                </a:lnTo>
                <a:lnTo>
                  <a:pt x="310" y="60"/>
                </a:lnTo>
                <a:lnTo>
                  <a:pt x="310" y="61"/>
                </a:lnTo>
                <a:cubicBezTo>
                  <a:pt x="310" y="61"/>
                  <a:pt x="311" y="62"/>
                  <a:pt x="311" y="62"/>
                </a:cubicBezTo>
                <a:cubicBezTo>
                  <a:pt x="312" y="62"/>
                  <a:pt x="313" y="62"/>
                  <a:pt x="314" y="62"/>
                </a:cubicBezTo>
                <a:lnTo>
                  <a:pt x="336" y="62"/>
                </a:lnTo>
                <a:lnTo>
                  <a:pt x="315" y="71"/>
                </a:lnTo>
                <a:lnTo>
                  <a:pt x="332" y="71"/>
                </a:lnTo>
                <a:cubicBezTo>
                  <a:pt x="333" y="71"/>
                  <a:pt x="334" y="71"/>
                  <a:pt x="335" y="70"/>
                </a:cubicBezTo>
                <a:cubicBezTo>
                  <a:pt x="335" y="70"/>
                  <a:pt x="335" y="70"/>
                  <a:pt x="335" y="69"/>
                </a:cubicBezTo>
                <a:lnTo>
                  <a:pt x="336" y="69"/>
                </a:lnTo>
                <a:lnTo>
                  <a:pt x="336" y="73"/>
                </a:lnTo>
                <a:lnTo>
                  <a:pt x="335" y="73"/>
                </a:lnTo>
                <a:cubicBezTo>
                  <a:pt x="335" y="72"/>
                  <a:pt x="335" y="72"/>
                  <a:pt x="334" y="72"/>
                </a:cubicBezTo>
                <a:cubicBezTo>
                  <a:pt x="334" y="72"/>
                  <a:pt x="333" y="72"/>
                  <a:pt x="332" y="72"/>
                </a:cubicBezTo>
                <a:lnTo>
                  <a:pt x="313" y="72"/>
                </a:lnTo>
                <a:cubicBezTo>
                  <a:pt x="312" y="72"/>
                  <a:pt x="312" y="73"/>
                  <a:pt x="311" y="73"/>
                </a:cubicBezTo>
                <a:cubicBezTo>
                  <a:pt x="311" y="73"/>
                  <a:pt x="311" y="73"/>
                  <a:pt x="311" y="74"/>
                </a:cubicBezTo>
                <a:cubicBezTo>
                  <a:pt x="311" y="74"/>
                  <a:pt x="311" y="74"/>
                  <a:pt x="311" y="75"/>
                </a:cubicBezTo>
                <a:lnTo>
                  <a:pt x="310" y="75"/>
                </a:lnTo>
                <a:close/>
              </a:path>
              <a:path w="336" h="189">
                <a:moveTo>
                  <a:pt x="301" y="38"/>
                </a:moveTo>
                <a:cubicBezTo>
                  <a:pt x="300" y="36"/>
                  <a:pt x="301" y="34"/>
                  <a:pt x="303" y="32"/>
                </a:cubicBezTo>
                <a:cubicBezTo>
                  <a:pt x="305" y="30"/>
                  <a:pt x="307" y="28"/>
                  <a:pt x="311" y="27"/>
                </a:cubicBezTo>
                <a:cubicBezTo>
                  <a:pt x="315" y="25"/>
                  <a:pt x="318" y="25"/>
                  <a:pt x="321" y="25"/>
                </a:cubicBezTo>
                <a:cubicBezTo>
                  <a:pt x="324" y="25"/>
                  <a:pt x="326" y="26"/>
                  <a:pt x="326" y="27"/>
                </a:cubicBezTo>
                <a:cubicBezTo>
                  <a:pt x="327" y="29"/>
                  <a:pt x="326" y="31"/>
                  <a:pt x="325" y="33"/>
                </a:cubicBezTo>
                <a:cubicBezTo>
                  <a:pt x="323" y="35"/>
                  <a:pt x="320" y="37"/>
                  <a:pt x="316" y="39"/>
                </a:cubicBezTo>
                <a:cubicBezTo>
                  <a:pt x="312" y="40"/>
                  <a:pt x="309" y="41"/>
                  <a:pt x="306" y="41"/>
                </a:cubicBezTo>
                <a:cubicBezTo>
                  <a:pt x="303" y="40"/>
                  <a:pt x="302" y="39"/>
                  <a:pt x="301" y="38"/>
                </a:cubicBezTo>
                <a:close/>
                <a:moveTo>
                  <a:pt x="302" y="38"/>
                </a:moveTo>
                <a:cubicBezTo>
                  <a:pt x="303" y="39"/>
                  <a:pt x="304" y="39"/>
                  <a:pt x="306" y="39"/>
                </a:cubicBezTo>
                <a:cubicBezTo>
                  <a:pt x="308" y="39"/>
                  <a:pt x="311" y="38"/>
                  <a:pt x="315" y="37"/>
                </a:cubicBezTo>
                <a:cubicBezTo>
                  <a:pt x="319" y="35"/>
                  <a:pt x="322" y="33"/>
                  <a:pt x="324" y="31"/>
                </a:cubicBezTo>
                <a:cubicBezTo>
                  <a:pt x="325" y="30"/>
                  <a:pt x="326" y="29"/>
                  <a:pt x="325" y="28"/>
                </a:cubicBezTo>
                <a:cubicBezTo>
                  <a:pt x="325" y="27"/>
                  <a:pt x="323" y="26"/>
                  <a:pt x="321" y="26"/>
                </a:cubicBezTo>
                <a:cubicBezTo>
                  <a:pt x="319" y="26"/>
                  <a:pt x="316" y="27"/>
                  <a:pt x="312" y="29"/>
                </a:cubicBezTo>
                <a:cubicBezTo>
                  <a:pt x="308" y="30"/>
                  <a:pt x="305" y="32"/>
                  <a:pt x="304" y="34"/>
                </a:cubicBezTo>
                <a:cubicBezTo>
                  <a:pt x="302" y="35"/>
                  <a:pt x="302" y="36"/>
                  <a:pt x="302" y="38"/>
                </a:cubicBezTo>
                <a:close/>
              </a:path>
              <a:path w="336" h="189">
                <a:moveTo>
                  <a:pt x="323" y="35"/>
                </a:moveTo>
                <a:lnTo>
                  <a:pt x="324" y="35"/>
                </a:lnTo>
                <a:lnTo>
                  <a:pt x="331" y="35"/>
                </a:lnTo>
                <a:lnTo>
                  <a:pt x="332" y="45"/>
                </a:lnTo>
                <a:cubicBezTo>
                  <a:pt x="331" y="44"/>
                  <a:pt x="331" y="44"/>
                  <a:pt x="330" y="44"/>
                </a:cubicBezTo>
                <a:cubicBezTo>
                  <a:pt x="330" y="44"/>
                  <a:pt x="329" y="44"/>
                  <a:pt x="327" y="44"/>
                </a:cubicBezTo>
                <a:lnTo>
                  <a:pt x="311" y="47"/>
                </a:lnTo>
                <a:cubicBezTo>
                  <a:pt x="309" y="47"/>
                  <a:pt x="308" y="47"/>
                  <a:pt x="308" y="47"/>
                </a:cubicBezTo>
                <a:cubicBezTo>
                  <a:pt x="307" y="48"/>
                  <a:pt x="307" y="48"/>
                  <a:pt x="307" y="49"/>
                </a:cubicBezTo>
                <a:lnTo>
                  <a:pt x="306" y="49"/>
                </a:lnTo>
                <a:lnTo>
                  <a:pt x="305" y="43"/>
                </a:lnTo>
                <a:lnTo>
                  <a:pt x="306" y="43"/>
                </a:lnTo>
                <a:cubicBezTo>
                  <a:pt x="306" y="44"/>
                  <a:pt x="306" y="44"/>
                  <a:pt x="307" y="45"/>
                </a:cubicBezTo>
                <a:cubicBezTo>
                  <a:pt x="307" y="45"/>
                  <a:pt x="307" y="45"/>
                  <a:pt x="308" y="45"/>
                </a:cubicBezTo>
                <a:cubicBezTo>
                  <a:pt x="308" y="45"/>
                  <a:pt x="309" y="45"/>
                  <a:pt x="311" y="45"/>
                </a:cubicBezTo>
                <a:lnTo>
                  <a:pt x="327" y="42"/>
                </a:lnTo>
                <a:cubicBezTo>
                  <a:pt x="328" y="42"/>
                  <a:pt x="329" y="42"/>
                  <a:pt x="329" y="42"/>
                </a:cubicBezTo>
                <a:cubicBezTo>
                  <a:pt x="330" y="41"/>
                  <a:pt x="330" y="41"/>
                  <a:pt x="330" y="41"/>
                </a:cubicBezTo>
                <a:cubicBezTo>
                  <a:pt x="330" y="41"/>
                  <a:pt x="330" y="40"/>
                  <a:pt x="330" y="40"/>
                </a:cubicBezTo>
                <a:lnTo>
                  <a:pt x="330" y="39"/>
                </a:lnTo>
                <a:cubicBezTo>
                  <a:pt x="330" y="38"/>
                  <a:pt x="329" y="37"/>
                  <a:pt x="329" y="37"/>
                </a:cubicBezTo>
                <a:cubicBezTo>
                  <a:pt x="329" y="36"/>
                  <a:pt x="328" y="36"/>
                  <a:pt x="327" y="36"/>
                </a:cubicBezTo>
                <a:cubicBezTo>
                  <a:pt x="326" y="36"/>
                  <a:pt x="325" y="35"/>
                  <a:pt x="323" y="35"/>
                </a:cubicBezTo>
                <a:close/>
              </a:path>
              <a:path w="336" h="189">
                <a:moveTo>
                  <a:pt x="286" y="18"/>
                </a:moveTo>
                <a:lnTo>
                  <a:pt x="283" y="14"/>
                </a:lnTo>
                <a:lnTo>
                  <a:pt x="284" y="14"/>
                </a:lnTo>
                <a:cubicBezTo>
                  <a:pt x="284" y="14"/>
                  <a:pt x="284" y="14"/>
                  <a:pt x="285" y="14"/>
                </a:cubicBezTo>
                <a:cubicBezTo>
                  <a:pt x="285" y="14"/>
                  <a:pt x="285" y="14"/>
                  <a:pt x="286" y="14"/>
                </a:cubicBezTo>
                <a:cubicBezTo>
                  <a:pt x="287" y="14"/>
                  <a:pt x="288" y="14"/>
                  <a:pt x="289" y="13"/>
                </a:cubicBezTo>
                <a:lnTo>
                  <a:pt x="298" y="9"/>
                </a:lnTo>
                <a:lnTo>
                  <a:pt x="303" y="4"/>
                </a:lnTo>
                <a:cubicBezTo>
                  <a:pt x="304" y="3"/>
                  <a:pt x="305" y="3"/>
                  <a:pt x="305" y="2"/>
                </a:cubicBezTo>
                <a:cubicBezTo>
                  <a:pt x="306" y="2"/>
                  <a:pt x="306" y="1"/>
                  <a:pt x="305" y="1"/>
                </a:cubicBezTo>
                <a:lnTo>
                  <a:pt x="305" y="0"/>
                </a:lnTo>
                <a:lnTo>
                  <a:pt x="309" y="4"/>
                </a:lnTo>
                <a:lnTo>
                  <a:pt x="309" y="5"/>
                </a:lnTo>
                <a:lnTo>
                  <a:pt x="308" y="4"/>
                </a:lnTo>
                <a:cubicBezTo>
                  <a:pt x="308" y="4"/>
                  <a:pt x="307" y="4"/>
                  <a:pt x="307" y="4"/>
                </a:cubicBezTo>
                <a:cubicBezTo>
                  <a:pt x="306" y="4"/>
                  <a:pt x="306" y="5"/>
                  <a:pt x="304" y="6"/>
                </a:cubicBezTo>
                <a:lnTo>
                  <a:pt x="300" y="10"/>
                </a:lnTo>
                <a:lnTo>
                  <a:pt x="294" y="20"/>
                </a:lnTo>
                <a:cubicBezTo>
                  <a:pt x="293" y="21"/>
                  <a:pt x="293" y="22"/>
                  <a:pt x="293" y="22"/>
                </a:cubicBezTo>
                <a:cubicBezTo>
                  <a:pt x="293" y="23"/>
                  <a:pt x="293" y="23"/>
                  <a:pt x="292" y="24"/>
                </a:cubicBezTo>
                <a:cubicBezTo>
                  <a:pt x="292" y="24"/>
                  <a:pt x="293" y="24"/>
                  <a:pt x="293" y="24"/>
                </a:cubicBezTo>
                <a:lnTo>
                  <a:pt x="292" y="25"/>
                </a:lnTo>
                <a:lnTo>
                  <a:pt x="288" y="21"/>
                </a:lnTo>
                <a:lnTo>
                  <a:pt x="289" y="20"/>
                </a:lnTo>
                <a:cubicBezTo>
                  <a:pt x="289" y="21"/>
                  <a:pt x="290" y="21"/>
                  <a:pt x="290" y="21"/>
                </a:cubicBezTo>
                <a:cubicBezTo>
                  <a:pt x="290" y="21"/>
                  <a:pt x="291" y="20"/>
                  <a:pt x="291" y="20"/>
                </a:cubicBezTo>
                <a:cubicBezTo>
                  <a:pt x="292" y="20"/>
                  <a:pt x="292" y="19"/>
                  <a:pt x="293" y="18"/>
                </a:cubicBezTo>
                <a:lnTo>
                  <a:pt x="297" y="10"/>
                </a:lnTo>
                <a:lnTo>
                  <a:pt x="290" y="14"/>
                </a:lnTo>
                <a:cubicBezTo>
                  <a:pt x="288" y="14"/>
                  <a:pt x="288" y="15"/>
                  <a:pt x="287" y="15"/>
                </a:cubicBezTo>
                <a:cubicBezTo>
                  <a:pt x="287" y="15"/>
                  <a:pt x="287" y="16"/>
                  <a:pt x="286" y="16"/>
                </a:cubicBezTo>
                <a:cubicBezTo>
                  <a:pt x="286" y="16"/>
                  <a:pt x="286" y="16"/>
                  <a:pt x="286" y="17"/>
                </a:cubicBezTo>
                <a:cubicBezTo>
                  <a:pt x="286" y="17"/>
                  <a:pt x="286" y="17"/>
                  <a:pt x="287" y="17"/>
                </a:cubicBezTo>
                <a:lnTo>
                  <a:pt x="286" y="18"/>
                </a:lnTo>
                <a:close/>
              </a:path>
              <a:path w="336" h="189">
                <a:moveTo>
                  <a:pt x="35" y="20"/>
                </a:moveTo>
                <a:lnTo>
                  <a:pt x="32" y="25"/>
                </a:lnTo>
                <a:lnTo>
                  <a:pt x="39" y="29"/>
                </a:lnTo>
                <a:cubicBezTo>
                  <a:pt x="40" y="29"/>
                  <a:pt x="41" y="30"/>
                  <a:pt x="41" y="30"/>
                </a:cubicBezTo>
                <a:cubicBezTo>
                  <a:pt x="42" y="30"/>
                  <a:pt x="42" y="30"/>
                  <a:pt x="42" y="30"/>
                </a:cubicBezTo>
                <a:cubicBezTo>
                  <a:pt x="43" y="30"/>
                  <a:pt x="43" y="30"/>
                  <a:pt x="43" y="29"/>
                </a:cubicBezTo>
                <a:lnTo>
                  <a:pt x="44" y="29"/>
                </a:lnTo>
                <a:lnTo>
                  <a:pt x="41" y="34"/>
                </a:lnTo>
                <a:lnTo>
                  <a:pt x="41" y="33"/>
                </a:lnTo>
                <a:cubicBezTo>
                  <a:pt x="41" y="33"/>
                  <a:pt x="41" y="33"/>
                  <a:pt x="41" y="33"/>
                </a:cubicBezTo>
                <a:cubicBezTo>
                  <a:pt x="41" y="32"/>
                  <a:pt x="41" y="32"/>
                  <a:pt x="40" y="32"/>
                </a:cubicBezTo>
                <a:cubicBezTo>
                  <a:pt x="40" y="31"/>
                  <a:pt x="39" y="31"/>
                  <a:pt x="38" y="30"/>
                </a:cubicBezTo>
                <a:lnTo>
                  <a:pt x="23" y="22"/>
                </a:lnTo>
                <a:cubicBezTo>
                  <a:pt x="22" y="21"/>
                  <a:pt x="21" y="21"/>
                  <a:pt x="21" y="21"/>
                </a:cubicBezTo>
                <a:cubicBezTo>
                  <a:pt x="21" y="21"/>
                  <a:pt x="20" y="21"/>
                  <a:pt x="20" y="21"/>
                </a:cubicBezTo>
                <a:cubicBezTo>
                  <a:pt x="19" y="21"/>
                  <a:pt x="19" y="21"/>
                  <a:pt x="19" y="21"/>
                </a:cubicBezTo>
                <a:lnTo>
                  <a:pt x="19" y="22"/>
                </a:lnTo>
                <a:lnTo>
                  <a:pt x="18" y="21"/>
                </a:lnTo>
                <a:lnTo>
                  <a:pt x="21" y="17"/>
                </a:lnTo>
                <a:lnTo>
                  <a:pt x="22" y="17"/>
                </a:lnTo>
                <a:lnTo>
                  <a:pt x="21" y="17"/>
                </a:lnTo>
                <a:cubicBezTo>
                  <a:pt x="21" y="18"/>
                  <a:pt x="21" y="18"/>
                  <a:pt x="22" y="19"/>
                </a:cubicBezTo>
                <a:cubicBezTo>
                  <a:pt x="22" y="19"/>
                  <a:pt x="23" y="20"/>
                  <a:pt x="24" y="20"/>
                </a:cubicBezTo>
                <a:lnTo>
                  <a:pt x="31" y="24"/>
                </a:lnTo>
                <a:lnTo>
                  <a:pt x="34" y="19"/>
                </a:lnTo>
                <a:lnTo>
                  <a:pt x="27" y="15"/>
                </a:lnTo>
                <a:cubicBezTo>
                  <a:pt x="26" y="15"/>
                  <a:pt x="25" y="14"/>
                  <a:pt x="25" y="14"/>
                </a:cubicBezTo>
                <a:cubicBezTo>
                  <a:pt x="24" y="14"/>
                  <a:pt x="24" y="14"/>
                  <a:pt x="24" y="14"/>
                </a:cubicBezTo>
                <a:cubicBezTo>
                  <a:pt x="23" y="14"/>
                  <a:pt x="23" y="14"/>
                  <a:pt x="23" y="14"/>
                </a:cubicBezTo>
                <a:lnTo>
                  <a:pt x="23" y="15"/>
                </a:lnTo>
                <a:lnTo>
                  <a:pt x="22" y="15"/>
                </a:lnTo>
                <a:lnTo>
                  <a:pt x="25" y="10"/>
                </a:lnTo>
                <a:cubicBezTo>
                  <a:pt x="25" y="11"/>
                  <a:pt x="25" y="11"/>
                  <a:pt x="25" y="12"/>
                </a:cubicBezTo>
                <a:cubicBezTo>
                  <a:pt x="26" y="12"/>
                  <a:pt x="27" y="13"/>
                  <a:pt x="28" y="14"/>
                </a:cubicBezTo>
                <a:lnTo>
                  <a:pt x="43" y="22"/>
                </a:lnTo>
                <a:cubicBezTo>
                  <a:pt x="44" y="22"/>
                  <a:pt x="45" y="23"/>
                  <a:pt x="45" y="23"/>
                </a:cubicBezTo>
                <a:cubicBezTo>
                  <a:pt x="45" y="23"/>
                  <a:pt x="46" y="23"/>
                  <a:pt x="46" y="23"/>
                </a:cubicBezTo>
                <a:cubicBezTo>
                  <a:pt x="46" y="23"/>
                  <a:pt x="47" y="23"/>
                  <a:pt x="47" y="23"/>
                </a:cubicBezTo>
                <a:lnTo>
                  <a:pt x="47" y="22"/>
                </a:lnTo>
                <a:lnTo>
                  <a:pt x="48" y="22"/>
                </a:lnTo>
                <a:lnTo>
                  <a:pt x="45" y="27"/>
                </a:lnTo>
                <a:lnTo>
                  <a:pt x="44" y="27"/>
                </a:lnTo>
                <a:lnTo>
                  <a:pt x="45" y="27"/>
                </a:lnTo>
                <a:cubicBezTo>
                  <a:pt x="45" y="26"/>
                  <a:pt x="45" y="26"/>
                  <a:pt x="45" y="26"/>
                </a:cubicBezTo>
                <a:cubicBezTo>
                  <a:pt x="45" y="25"/>
                  <a:pt x="44" y="25"/>
                  <a:pt x="44" y="25"/>
                </a:cubicBezTo>
                <a:cubicBezTo>
                  <a:pt x="44" y="25"/>
                  <a:pt x="43" y="24"/>
                  <a:pt x="42" y="23"/>
                </a:cubicBezTo>
                <a:lnTo>
                  <a:pt x="35" y="20"/>
                </a:lnTo>
                <a:close/>
              </a:path>
              <a:path w="336" h="189">
                <a:moveTo>
                  <a:pt x="36" y="43"/>
                </a:moveTo>
                <a:lnTo>
                  <a:pt x="36" y="43"/>
                </a:lnTo>
                <a:lnTo>
                  <a:pt x="34" y="47"/>
                </a:lnTo>
                <a:lnTo>
                  <a:pt x="33" y="47"/>
                </a:lnTo>
                <a:lnTo>
                  <a:pt x="34" y="47"/>
                </a:lnTo>
                <a:cubicBezTo>
                  <a:pt x="34" y="46"/>
                  <a:pt x="34" y="46"/>
                  <a:pt x="33" y="45"/>
                </a:cubicBezTo>
                <a:cubicBezTo>
                  <a:pt x="33" y="45"/>
                  <a:pt x="32" y="44"/>
                  <a:pt x="31" y="43"/>
                </a:cubicBezTo>
                <a:lnTo>
                  <a:pt x="21" y="38"/>
                </a:lnTo>
                <a:cubicBezTo>
                  <a:pt x="19" y="37"/>
                  <a:pt x="17" y="36"/>
                  <a:pt x="16" y="35"/>
                </a:cubicBezTo>
                <a:cubicBezTo>
                  <a:pt x="15" y="34"/>
                  <a:pt x="14" y="33"/>
                  <a:pt x="14" y="32"/>
                </a:cubicBezTo>
                <a:cubicBezTo>
                  <a:pt x="13" y="30"/>
                  <a:pt x="13" y="29"/>
                  <a:pt x="14" y="28"/>
                </a:cubicBezTo>
                <a:cubicBezTo>
                  <a:pt x="14" y="27"/>
                  <a:pt x="15" y="26"/>
                  <a:pt x="17" y="26"/>
                </a:cubicBezTo>
                <a:cubicBezTo>
                  <a:pt x="18" y="26"/>
                  <a:pt x="19" y="26"/>
                  <a:pt x="21" y="27"/>
                </a:cubicBezTo>
                <a:cubicBezTo>
                  <a:pt x="22" y="27"/>
                  <a:pt x="24" y="28"/>
                  <a:pt x="27" y="30"/>
                </a:cubicBezTo>
                <a:lnTo>
                  <a:pt x="36" y="35"/>
                </a:lnTo>
                <a:cubicBezTo>
                  <a:pt x="37" y="35"/>
                  <a:pt x="38" y="36"/>
                  <a:pt x="39" y="36"/>
                </a:cubicBezTo>
                <a:cubicBezTo>
                  <a:pt x="39" y="36"/>
                  <a:pt x="40" y="36"/>
                  <a:pt x="40" y="35"/>
                </a:cubicBezTo>
                <a:lnTo>
                  <a:pt x="41" y="35"/>
                </a:lnTo>
                <a:lnTo>
                  <a:pt x="38" y="40"/>
                </a:lnTo>
                <a:lnTo>
                  <a:pt x="37" y="40"/>
                </a:lnTo>
                <a:lnTo>
                  <a:pt x="38" y="39"/>
                </a:lnTo>
                <a:cubicBezTo>
                  <a:pt x="38" y="39"/>
                  <a:pt x="38" y="38"/>
                  <a:pt x="37" y="38"/>
                </a:cubicBezTo>
                <a:cubicBezTo>
                  <a:pt x="37" y="37"/>
                  <a:pt x="36" y="37"/>
                  <a:pt x="35" y="36"/>
                </a:cubicBezTo>
                <a:lnTo>
                  <a:pt x="25" y="31"/>
                </a:lnTo>
                <a:cubicBezTo>
                  <a:pt x="24" y="30"/>
                  <a:pt x="23" y="30"/>
                  <a:pt x="22" y="29"/>
                </a:cubicBezTo>
                <a:cubicBezTo>
                  <a:pt x="20" y="28"/>
                  <a:pt x="19" y="28"/>
                  <a:pt x="19" y="28"/>
                </a:cubicBezTo>
                <a:cubicBezTo>
                  <a:pt x="18" y="28"/>
                  <a:pt x="17" y="28"/>
                  <a:pt x="17" y="28"/>
                </a:cubicBezTo>
                <a:cubicBezTo>
                  <a:pt x="16" y="28"/>
                  <a:pt x="15" y="29"/>
                  <a:pt x="15" y="29"/>
                </a:cubicBezTo>
                <a:cubicBezTo>
                  <a:pt x="15" y="30"/>
                  <a:pt x="15" y="31"/>
                  <a:pt x="15" y="32"/>
                </a:cubicBezTo>
                <a:cubicBezTo>
                  <a:pt x="15" y="33"/>
                  <a:pt x="16" y="33"/>
                  <a:pt x="17" y="34"/>
                </a:cubicBezTo>
                <a:cubicBezTo>
                  <a:pt x="18" y="35"/>
                  <a:pt x="19" y="36"/>
                  <a:pt x="22" y="37"/>
                </a:cubicBezTo>
                <a:lnTo>
                  <a:pt x="31" y="43"/>
                </a:lnTo>
                <a:cubicBezTo>
                  <a:pt x="33" y="43"/>
                  <a:pt x="34" y="44"/>
                  <a:pt x="34" y="44"/>
                </a:cubicBezTo>
                <a:cubicBezTo>
                  <a:pt x="35" y="44"/>
                  <a:pt x="35" y="44"/>
                  <a:pt x="35" y="43"/>
                </a:cubicBezTo>
                <a:lnTo>
                  <a:pt x="36" y="43"/>
                </a:lnTo>
                <a:close/>
              </a:path>
              <a:path w="336" h="189">
                <a:moveTo>
                  <a:pt x="15" y="45"/>
                </a:moveTo>
                <a:lnTo>
                  <a:pt x="16" y="40"/>
                </a:lnTo>
                <a:lnTo>
                  <a:pt x="13" y="38"/>
                </a:lnTo>
                <a:cubicBezTo>
                  <a:pt x="12" y="37"/>
                  <a:pt x="11" y="37"/>
                  <a:pt x="11" y="37"/>
                </a:cubicBezTo>
                <a:cubicBezTo>
                  <a:pt x="11" y="37"/>
                  <a:pt x="10" y="37"/>
                  <a:pt x="10" y="37"/>
                </a:cubicBezTo>
                <a:cubicBezTo>
                  <a:pt x="9" y="37"/>
                  <a:pt x="9" y="37"/>
                  <a:pt x="9" y="38"/>
                </a:cubicBezTo>
                <a:lnTo>
                  <a:pt x="8" y="37"/>
                </a:lnTo>
                <a:lnTo>
                  <a:pt x="10" y="33"/>
                </a:lnTo>
                <a:lnTo>
                  <a:pt x="10" y="34"/>
                </a:lnTo>
                <a:cubicBezTo>
                  <a:pt x="10" y="34"/>
                  <a:pt x="10" y="35"/>
                  <a:pt x="11" y="35"/>
                </a:cubicBezTo>
                <a:cubicBezTo>
                  <a:pt x="11" y="36"/>
                  <a:pt x="12" y="36"/>
                  <a:pt x="14" y="37"/>
                </a:cubicBezTo>
                <a:lnTo>
                  <a:pt x="32" y="50"/>
                </a:lnTo>
                <a:lnTo>
                  <a:pt x="10" y="46"/>
                </a:lnTo>
                <a:cubicBezTo>
                  <a:pt x="8" y="46"/>
                  <a:pt x="7" y="46"/>
                  <a:pt x="7" y="46"/>
                </a:cubicBezTo>
                <a:cubicBezTo>
                  <a:pt x="6" y="46"/>
                  <a:pt x="6" y="46"/>
                  <a:pt x="5" y="47"/>
                </a:cubicBezTo>
                <a:lnTo>
                  <a:pt x="5" y="46"/>
                </a:lnTo>
                <a:lnTo>
                  <a:pt x="6" y="42"/>
                </a:lnTo>
                <a:lnTo>
                  <a:pt x="7" y="42"/>
                </a:lnTo>
                <a:cubicBezTo>
                  <a:pt x="7" y="42"/>
                  <a:pt x="7" y="43"/>
                  <a:pt x="7" y="43"/>
                </a:cubicBezTo>
                <a:cubicBezTo>
                  <a:pt x="7" y="43"/>
                  <a:pt x="8" y="44"/>
                  <a:pt x="8" y="44"/>
                </a:cubicBezTo>
                <a:cubicBezTo>
                  <a:pt x="9" y="44"/>
                  <a:pt x="10" y="44"/>
                  <a:pt x="11" y="44"/>
                </a:cubicBezTo>
                <a:lnTo>
                  <a:pt x="15" y="45"/>
                </a:lnTo>
                <a:close/>
                <a:moveTo>
                  <a:pt x="16" y="45"/>
                </a:moveTo>
                <a:lnTo>
                  <a:pt x="27" y="47"/>
                </a:lnTo>
                <a:lnTo>
                  <a:pt x="18" y="41"/>
                </a:lnTo>
                <a:lnTo>
                  <a:pt x="16" y="45"/>
                </a:lnTo>
                <a:close/>
              </a:path>
              <a:path w="336" h="189">
                <a:moveTo>
                  <a:pt x="29" y="62"/>
                </a:moveTo>
                <a:lnTo>
                  <a:pt x="5" y="52"/>
                </a:lnTo>
                <a:lnTo>
                  <a:pt x="5" y="57"/>
                </a:lnTo>
                <a:cubicBezTo>
                  <a:pt x="5" y="58"/>
                  <a:pt x="5" y="59"/>
                  <a:pt x="6" y="59"/>
                </a:cubicBezTo>
                <a:cubicBezTo>
                  <a:pt x="6" y="60"/>
                  <a:pt x="8" y="60"/>
                  <a:pt x="10" y="61"/>
                </a:cubicBezTo>
                <a:lnTo>
                  <a:pt x="3" y="60"/>
                </a:lnTo>
                <a:lnTo>
                  <a:pt x="4" y="49"/>
                </a:lnTo>
                <a:lnTo>
                  <a:pt x="28" y="59"/>
                </a:lnTo>
                <a:lnTo>
                  <a:pt x="28" y="55"/>
                </a:lnTo>
                <a:cubicBezTo>
                  <a:pt x="28" y="54"/>
                  <a:pt x="28" y="53"/>
                  <a:pt x="28" y="53"/>
                </a:cubicBezTo>
                <a:cubicBezTo>
                  <a:pt x="27" y="53"/>
                  <a:pt x="27" y="53"/>
                  <a:pt x="26" y="52"/>
                </a:cubicBezTo>
                <a:cubicBezTo>
                  <a:pt x="26" y="52"/>
                  <a:pt x="25" y="52"/>
                  <a:pt x="23" y="52"/>
                </a:cubicBezTo>
                <a:lnTo>
                  <a:pt x="23" y="51"/>
                </a:lnTo>
                <a:lnTo>
                  <a:pt x="30" y="52"/>
                </a:lnTo>
                <a:lnTo>
                  <a:pt x="29" y="62"/>
                </a:lnTo>
                <a:close/>
              </a:path>
              <a:path w="336" h="189">
                <a:moveTo>
                  <a:pt x="29" y="82"/>
                </a:moveTo>
                <a:cubicBezTo>
                  <a:pt x="29" y="84"/>
                  <a:pt x="28" y="85"/>
                  <a:pt x="25" y="87"/>
                </a:cubicBezTo>
                <a:cubicBezTo>
                  <a:pt x="22" y="88"/>
                  <a:pt x="19" y="89"/>
                  <a:pt x="15" y="89"/>
                </a:cubicBezTo>
                <a:cubicBezTo>
                  <a:pt x="11" y="89"/>
                  <a:pt x="8" y="89"/>
                  <a:pt x="5" y="87"/>
                </a:cubicBezTo>
                <a:cubicBezTo>
                  <a:pt x="3" y="86"/>
                  <a:pt x="1" y="85"/>
                  <a:pt x="1" y="83"/>
                </a:cubicBezTo>
                <a:cubicBezTo>
                  <a:pt x="1" y="81"/>
                  <a:pt x="2" y="80"/>
                  <a:pt x="5" y="78"/>
                </a:cubicBezTo>
                <a:cubicBezTo>
                  <a:pt x="7" y="77"/>
                  <a:pt x="11" y="76"/>
                  <a:pt x="15" y="76"/>
                </a:cubicBezTo>
                <a:cubicBezTo>
                  <a:pt x="19" y="76"/>
                  <a:pt x="22" y="77"/>
                  <a:pt x="25" y="78"/>
                </a:cubicBezTo>
                <a:cubicBezTo>
                  <a:pt x="27" y="79"/>
                  <a:pt x="29" y="80"/>
                  <a:pt x="29" y="82"/>
                </a:cubicBezTo>
                <a:close/>
                <a:moveTo>
                  <a:pt x="27" y="82"/>
                </a:moveTo>
                <a:cubicBezTo>
                  <a:pt x="27" y="81"/>
                  <a:pt x="26" y="80"/>
                  <a:pt x="25" y="79"/>
                </a:cubicBezTo>
                <a:cubicBezTo>
                  <a:pt x="22" y="78"/>
                  <a:pt x="19" y="78"/>
                  <a:pt x="15" y="78"/>
                </a:cubicBezTo>
                <a:cubicBezTo>
                  <a:pt x="11" y="79"/>
                  <a:pt x="7" y="79"/>
                  <a:pt x="5" y="80"/>
                </a:cubicBezTo>
                <a:cubicBezTo>
                  <a:pt x="3" y="81"/>
                  <a:pt x="2" y="82"/>
                  <a:pt x="3" y="83"/>
                </a:cubicBezTo>
                <a:cubicBezTo>
                  <a:pt x="3" y="84"/>
                  <a:pt x="4" y="85"/>
                  <a:pt x="6" y="86"/>
                </a:cubicBezTo>
                <a:cubicBezTo>
                  <a:pt x="8" y="87"/>
                  <a:pt x="11" y="87"/>
                  <a:pt x="15" y="87"/>
                </a:cubicBezTo>
                <a:cubicBezTo>
                  <a:pt x="19" y="87"/>
                  <a:pt x="23" y="86"/>
                  <a:pt x="25" y="85"/>
                </a:cubicBezTo>
                <a:cubicBezTo>
                  <a:pt x="26" y="84"/>
                  <a:pt x="27" y="83"/>
                  <a:pt x="27" y="82"/>
                </a:cubicBezTo>
                <a:close/>
              </a:path>
              <a:path w="336" h="189">
                <a:moveTo>
                  <a:pt x="16" y="66"/>
                </a:moveTo>
                <a:lnTo>
                  <a:pt x="15" y="72"/>
                </a:lnTo>
                <a:lnTo>
                  <a:pt x="22" y="73"/>
                </a:lnTo>
                <a:cubicBezTo>
                  <a:pt x="24" y="73"/>
                  <a:pt x="24" y="73"/>
                  <a:pt x="25" y="73"/>
                </a:cubicBezTo>
                <a:cubicBezTo>
                  <a:pt x="25" y="73"/>
                  <a:pt x="26" y="73"/>
                  <a:pt x="26" y="73"/>
                </a:cubicBezTo>
                <a:cubicBezTo>
                  <a:pt x="26" y="73"/>
                  <a:pt x="26" y="72"/>
                  <a:pt x="26" y="72"/>
                </a:cubicBezTo>
                <a:lnTo>
                  <a:pt x="27" y="72"/>
                </a:lnTo>
                <a:lnTo>
                  <a:pt x="26" y="77"/>
                </a:lnTo>
                <a:cubicBezTo>
                  <a:pt x="26" y="76"/>
                  <a:pt x="26" y="76"/>
                  <a:pt x="25" y="76"/>
                </a:cubicBezTo>
                <a:cubicBezTo>
                  <a:pt x="25" y="76"/>
                  <a:pt x="25" y="75"/>
                  <a:pt x="25" y="75"/>
                </a:cubicBezTo>
                <a:cubicBezTo>
                  <a:pt x="24" y="75"/>
                  <a:pt x="23" y="75"/>
                  <a:pt x="22" y="75"/>
                </a:cubicBezTo>
                <a:lnTo>
                  <a:pt x="5" y="73"/>
                </a:lnTo>
                <a:cubicBezTo>
                  <a:pt x="4" y="72"/>
                  <a:pt x="3" y="72"/>
                  <a:pt x="3" y="72"/>
                </a:cubicBezTo>
                <a:cubicBezTo>
                  <a:pt x="2" y="72"/>
                  <a:pt x="2" y="72"/>
                  <a:pt x="2" y="73"/>
                </a:cubicBezTo>
                <a:cubicBezTo>
                  <a:pt x="1" y="73"/>
                  <a:pt x="1" y="73"/>
                  <a:pt x="1" y="73"/>
                </a:cubicBezTo>
                <a:lnTo>
                  <a:pt x="1" y="74"/>
                </a:lnTo>
                <a:lnTo>
                  <a:pt x="0" y="74"/>
                </a:lnTo>
                <a:lnTo>
                  <a:pt x="1" y="68"/>
                </a:lnTo>
                <a:lnTo>
                  <a:pt x="2" y="68"/>
                </a:lnTo>
                <a:lnTo>
                  <a:pt x="2" y="69"/>
                </a:lnTo>
                <a:cubicBezTo>
                  <a:pt x="2" y="69"/>
                  <a:pt x="2" y="70"/>
                  <a:pt x="2" y="70"/>
                </a:cubicBezTo>
                <a:cubicBezTo>
                  <a:pt x="3" y="70"/>
                  <a:pt x="4" y="71"/>
                  <a:pt x="5" y="71"/>
                </a:cubicBezTo>
                <a:lnTo>
                  <a:pt x="13" y="72"/>
                </a:lnTo>
                <a:lnTo>
                  <a:pt x="14" y="66"/>
                </a:lnTo>
                <a:lnTo>
                  <a:pt x="6" y="65"/>
                </a:lnTo>
                <a:cubicBezTo>
                  <a:pt x="5" y="65"/>
                  <a:pt x="4" y="65"/>
                  <a:pt x="4" y="65"/>
                </a:cubicBezTo>
                <a:cubicBezTo>
                  <a:pt x="3" y="65"/>
                  <a:pt x="3" y="65"/>
                  <a:pt x="3" y="65"/>
                </a:cubicBezTo>
                <a:cubicBezTo>
                  <a:pt x="2" y="65"/>
                  <a:pt x="2" y="65"/>
                  <a:pt x="2" y="66"/>
                </a:cubicBezTo>
                <a:lnTo>
                  <a:pt x="1" y="66"/>
                </a:lnTo>
                <a:lnTo>
                  <a:pt x="2" y="60"/>
                </a:lnTo>
                <a:lnTo>
                  <a:pt x="3" y="61"/>
                </a:lnTo>
                <a:cubicBezTo>
                  <a:pt x="3" y="62"/>
                  <a:pt x="3" y="62"/>
                  <a:pt x="3" y="62"/>
                </a:cubicBezTo>
                <a:cubicBezTo>
                  <a:pt x="4" y="63"/>
                  <a:pt x="5" y="63"/>
                  <a:pt x="6" y="63"/>
                </a:cubicBezTo>
                <a:lnTo>
                  <a:pt x="23" y="65"/>
                </a:lnTo>
                <a:cubicBezTo>
                  <a:pt x="25" y="65"/>
                  <a:pt x="25" y="65"/>
                  <a:pt x="26" y="65"/>
                </a:cubicBezTo>
                <a:cubicBezTo>
                  <a:pt x="26" y="65"/>
                  <a:pt x="27" y="65"/>
                  <a:pt x="27" y="65"/>
                </a:cubicBezTo>
                <a:cubicBezTo>
                  <a:pt x="27" y="65"/>
                  <a:pt x="27" y="65"/>
                  <a:pt x="27" y="64"/>
                </a:cubicBezTo>
                <a:lnTo>
                  <a:pt x="28" y="64"/>
                </a:lnTo>
                <a:lnTo>
                  <a:pt x="27" y="69"/>
                </a:lnTo>
                <a:cubicBezTo>
                  <a:pt x="27" y="69"/>
                  <a:pt x="27" y="68"/>
                  <a:pt x="26" y="68"/>
                </a:cubicBezTo>
                <a:cubicBezTo>
                  <a:pt x="26" y="68"/>
                  <a:pt x="26" y="67"/>
                  <a:pt x="26" y="67"/>
                </a:cubicBezTo>
                <a:cubicBezTo>
                  <a:pt x="25" y="67"/>
                  <a:pt x="24" y="67"/>
                  <a:pt x="23" y="67"/>
                </a:cubicBezTo>
                <a:lnTo>
                  <a:pt x="16" y="66"/>
                </a:lnTo>
                <a:close/>
              </a:path>
              <a:path w="336" h="189">
                <a:moveTo>
                  <a:pt x="29" y="84"/>
                </a:moveTo>
                <a:lnTo>
                  <a:pt x="30" y="88"/>
                </a:lnTo>
                <a:lnTo>
                  <a:pt x="14" y="101"/>
                </a:lnTo>
                <a:lnTo>
                  <a:pt x="28" y="97"/>
                </a:lnTo>
                <a:cubicBezTo>
                  <a:pt x="30" y="96"/>
                  <a:pt x="31" y="96"/>
                  <a:pt x="31" y="95"/>
                </a:cubicBezTo>
                <a:cubicBezTo>
                  <a:pt x="32" y="95"/>
                  <a:pt x="32" y="95"/>
                  <a:pt x="32" y="94"/>
                </a:cubicBezTo>
                <a:lnTo>
                  <a:pt x="31" y="94"/>
                </a:lnTo>
                <a:lnTo>
                  <a:pt x="32" y="93"/>
                </a:lnTo>
                <a:lnTo>
                  <a:pt x="33" y="98"/>
                </a:lnTo>
                <a:cubicBezTo>
                  <a:pt x="32" y="97"/>
                  <a:pt x="32" y="97"/>
                  <a:pt x="31" y="97"/>
                </a:cubicBezTo>
                <a:cubicBezTo>
                  <a:pt x="31" y="97"/>
                  <a:pt x="30" y="97"/>
                  <a:pt x="29" y="97"/>
                </a:cubicBezTo>
                <a:lnTo>
                  <a:pt x="7" y="104"/>
                </a:lnTo>
                <a:lnTo>
                  <a:pt x="25" y="89"/>
                </a:lnTo>
                <a:lnTo>
                  <a:pt x="9" y="94"/>
                </a:lnTo>
                <a:cubicBezTo>
                  <a:pt x="8" y="95"/>
                  <a:pt x="7" y="95"/>
                  <a:pt x="7" y="95"/>
                </a:cubicBezTo>
                <a:cubicBezTo>
                  <a:pt x="6" y="96"/>
                  <a:pt x="6" y="96"/>
                  <a:pt x="6" y="97"/>
                </a:cubicBezTo>
                <a:lnTo>
                  <a:pt x="4" y="93"/>
                </a:lnTo>
                <a:lnTo>
                  <a:pt x="5" y="93"/>
                </a:lnTo>
                <a:cubicBezTo>
                  <a:pt x="5" y="94"/>
                  <a:pt x="6" y="94"/>
                  <a:pt x="6" y="94"/>
                </a:cubicBezTo>
                <a:cubicBezTo>
                  <a:pt x="7" y="94"/>
                  <a:pt x="8" y="94"/>
                  <a:pt x="9" y="93"/>
                </a:cubicBezTo>
                <a:lnTo>
                  <a:pt x="27" y="88"/>
                </a:lnTo>
                <a:cubicBezTo>
                  <a:pt x="27" y="87"/>
                  <a:pt x="28" y="87"/>
                  <a:pt x="28" y="86"/>
                </a:cubicBezTo>
                <a:cubicBezTo>
                  <a:pt x="28" y="86"/>
                  <a:pt x="28" y="86"/>
                  <a:pt x="29" y="85"/>
                </a:cubicBezTo>
                <a:cubicBezTo>
                  <a:pt x="29" y="85"/>
                  <a:pt x="29" y="85"/>
                  <a:pt x="28" y="84"/>
                </a:cubicBezTo>
                <a:lnTo>
                  <a:pt x="29" y="84"/>
                </a:lnTo>
                <a:close/>
              </a:path>
              <a:path w="336" h="189">
                <a:moveTo>
                  <a:pt x="38" y="107"/>
                </a:moveTo>
                <a:lnTo>
                  <a:pt x="30" y="110"/>
                </a:lnTo>
                <a:cubicBezTo>
                  <a:pt x="32" y="109"/>
                  <a:pt x="33" y="108"/>
                  <a:pt x="34" y="107"/>
                </a:cubicBezTo>
                <a:cubicBezTo>
                  <a:pt x="35" y="106"/>
                  <a:pt x="36" y="105"/>
                  <a:pt x="35" y="104"/>
                </a:cubicBezTo>
                <a:cubicBezTo>
                  <a:pt x="35" y="102"/>
                  <a:pt x="33" y="101"/>
                  <a:pt x="30" y="101"/>
                </a:cubicBezTo>
                <a:cubicBezTo>
                  <a:pt x="28" y="102"/>
                  <a:pt x="25" y="102"/>
                  <a:pt x="22" y="103"/>
                </a:cubicBezTo>
                <a:cubicBezTo>
                  <a:pt x="20" y="104"/>
                  <a:pt x="18" y="105"/>
                  <a:pt x="16" y="106"/>
                </a:cubicBezTo>
                <a:cubicBezTo>
                  <a:pt x="14" y="107"/>
                  <a:pt x="13" y="108"/>
                  <a:pt x="12" y="109"/>
                </a:cubicBezTo>
                <a:cubicBezTo>
                  <a:pt x="12" y="110"/>
                  <a:pt x="11" y="111"/>
                  <a:pt x="12" y="112"/>
                </a:cubicBezTo>
                <a:cubicBezTo>
                  <a:pt x="12" y="112"/>
                  <a:pt x="12" y="113"/>
                  <a:pt x="12" y="113"/>
                </a:cubicBezTo>
                <a:cubicBezTo>
                  <a:pt x="13" y="113"/>
                  <a:pt x="13" y="114"/>
                  <a:pt x="14" y="114"/>
                </a:cubicBezTo>
                <a:lnTo>
                  <a:pt x="21" y="112"/>
                </a:lnTo>
                <a:cubicBezTo>
                  <a:pt x="22" y="111"/>
                  <a:pt x="23" y="111"/>
                  <a:pt x="24" y="111"/>
                </a:cubicBezTo>
                <a:cubicBezTo>
                  <a:pt x="24" y="110"/>
                  <a:pt x="24" y="110"/>
                  <a:pt x="24" y="110"/>
                </a:cubicBezTo>
                <a:cubicBezTo>
                  <a:pt x="24" y="110"/>
                  <a:pt x="24" y="109"/>
                  <a:pt x="24" y="109"/>
                </a:cubicBezTo>
                <a:lnTo>
                  <a:pt x="25" y="108"/>
                </a:lnTo>
                <a:lnTo>
                  <a:pt x="27" y="113"/>
                </a:lnTo>
                <a:lnTo>
                  <a:pt x="26" y="113"/>
                </a:lnTo>
                <a:cubicBezTo>
                  <a:pt x="26" y="113"/>
                  <a:pt x="25" y="113"/>
                  <a:pt x="24" y="113"/>
                </a:cubicBezTo>
                <a:cubicBezTo>
                  <a:pt x="24" y="113"/>
                  <a:pt x="23" y="113"/>
                  <a:pt x="22" y="113"/>
                </a:cubicBezTo>
                <a:lnTo>
                  <a:pt x="14" y="116"/>
                </a:lnTo>
                <a:cubicBezTo>
                  <a:pt x="13" y="115"/>
                  <a:pt x="12" y="115"/>
                  <a:pt x="12" y="114"/>
                </a:cubicBezTo>
                <a:cubicBezTo>
                  <a:pt x="11" y="114"/>
                  <a:pt x="11" y="113"/>
                  <a:pt x="10" y="112"/>
                </a:cubicBezTo>
                <a:cubicBezTo>
                  <a:pt x="10" y="110"/>
                  <a:pt x="11" y="108"/>
                  <a:pt x="13" y="105"/>
                </a:cubicBezTo>
                <a:cubicBezTo>
                  <a:pt x="15" y="104"/>
                  <a:pt x="18" y="102"/>
                  <a:pt x="21" y="101"/>
                </a:cubicBezTo>
                <a:cubicBezTo>
                  <a:pt x="23" y="100"/>
                  <a:pt x="25" y="100"/>
                  <a:pt x="27" y="100"/>
                </a:cubicBezTo>
                <a:cubicBezTo>
                  <a:pt x="30" y="100"/>
                  <a:pt x="32" y="100"/>
                  <a:pt x="34" y="101"/>
                </a:cubicBezTo>
                <a:cubicBezTo>
                  <a:pt x="35" y="101"/>
                  <a:pt x="36" y="102"/>
                  <a:pt x="36" y="103"/>
                </a:cubicBezTo>
                <a:cubicBezTo>
                  <a:pt x="37" y="104"/>
                  <a:pt x="37" y="104"/>
                  <a:pt x="37" y="104"/>
                </a:cubicBezTo>
                <a:cubicBezTo>
                  <a:pt x="37" y="105"/>
                  <a:pt x="36" y="106"/>
                  <a:pt x="36" y="106"/>
                </a:cubicBezTo>
                <a:cubicBezTo>
                  <a:pt x="36" y="107"/>
                  <a:pt x="36" y="107"/>
                  <a:pt x="36" y="107"/>
                </a:cubicBezTo>
                <a:cubicBezTo>
                  <a:pt x="36" y="107"/>
                  <a:pt x="36" y="107"/>
                  <a:pt x="36" y="107"/>
                </a:cubicBezTo>
                <a:cubicBezTo>
                  <a:pt x="37" y="107"/>
                  <a:pt x="37" y="107"/>
                  <a:pt x="38" y="107"/>
                </a:cubicBezTo>
                <a:close/>
              </a:path>
              <a:path w="336" h="189">
                <a:moveTo>
                  <a:pt x="47" y="119"/>
                </a:moveTo>
                <a:lnTo>
                  <a:pt x="48" y="118"/>
                </a:lnTo>
                <a:lnTo>
                  <a:pt x="51" y="122"/>
                </a:lnTo>
                <a:lnTo>
                  <a:pt x="50" y="122"/>
                </a:lnTo>
                <a:cubicBezTo>
                  <a:pt x="49" y="121"/>
                  <a:pt x="49" y="121"/>
                  <a:pt x="48" y="122"/>
                </a:cubicBezTo>
                <a:cubicBezTo>
                  <a:pt x="48" y="122"/>
                  <a:pt x="47" y="122"/>
                  <a:pt x="46" y="123"/>
                </a:cubicBezTo>
                <a:lnTo>
                  <a:pt x="38" y="130"/>
                </a:lnTo>
                <a:cubicBezTo>
                  <a:pt x="36" y="132"/>
                  <a:pt x="34" y="133"/>
                  <a:pt x="33" y="134"/>
                </a:cubicBezTo>
                <a:cubicBezTo>
                  <a:pt x="31" y="135"/>
                  <a:pt x="30" y="135"/>
                  <a:pt x="29" y="135"/>
                </a:cubicBezTo>
                <a:cubicBezTo>
                  <a:pt x="27" y="135"/>
                  <a:pt x="26" y="135"/>
                  <a:pt x="26" y="134"/>
                </a:cubicBezTo>
                <a:cubicBezTo>
                  <a:pt x="25" y="133"/>
                  <a:pt x="24" y="131"/>
                  <a:pt x="25" y="130"/>
                </a:cubicBezTo>
                <a:cubicBezTo>
                  <a:pt x="25" y="129"/>
                  <a:pt x="26" y="128"/>
                  <a:pt x="27" y="126"/>
                </a:cubicBezTo>
                <a:cubicBezTo>
                  <a:pt x="27" y="126"/>
                  <a:pt x="29" y="124"/>
                  <a:pt x="32" y="122"/>
                </a:cubicBezTo>
                <a:lnTo>
                  <a:pt x="39" y="115"/>
                </a:lnTo>
                <a:cubicBezTo>
                  <a:pt x="41" y="114"/>
                  <a:pt x="41" y="114"/>
                  <a:pt x="42" y="113"/>
                </a:cubicBezTo>
                <a:cubicBezTo>
                  <a:pt x="42" y="113"/>
                  <a:pt x="42" y="112"/>
                  <a:pt x="42" y="112"/>
                </a:cubicBezTo>
                <a:lnTo>
                  <a:pt x="41" y="111"/>
                </a:lnTo>
                <a:lnTo>
                  <a:pt x="42" y="111"/>
                </a:lnTo>
                <a:lnTo>
                  <a:pt x="45" y="115"/>
                </a:lnTo>
                <a:lnTo>
                  <a:pt x="45" y="116"/>
                </a:lnTo>
                <a:lnTo>
                  <a:pt x="45" y="115"/>
                </a:lnTo>
                <a:cubicBezTo>
                  <a:pt x="44" y="115"/>
                  <a:pt x="44" y="115"/>
                  <a:pt x="43" y="115"/>
                </a:cubicBezTo>
                <a:cubicBezTo>
                  <a:pt x="43" y="115"/>
                  <a:pt x="42" y="116"/>
                  <a:pt x="41" y="117"/>
                </a:cubicBezTo>
                <a:lnTo>
                  <a:pt x="32" y="124"/>
                </a:lnTo>
                <a:cubicBezTo>
                  <a:pt x="31" y="125"/>
                  <a:pt x="30" y="126"/>
                  <a:pt x="29" y="127"/>
                </a:cubicBezTo>
                <a:cubicBezTo>
                  <a:pt x="28" y="127"/>
                  <a:pt x="28" y="128"/>
                  <a:pt x="27" y="129"/>
                </a:cubicBezTo>
                <a:cubicBezTo>
                  <a:pt x="27" y="130"/>
                  <a:pt x="26" y="130"/>
                  <a:pt x="26" y="131"/>
                </a:cubicBezTo>
                <a:cubicBezTo>
                  <a:pt x="26" y="132"/>
                  <a:pt x="26" y="132"/>
                  <a:pt x="27" y="133"/>
                </a:cubicBezTo>
                <a:cubicBezTo>
                  <a:pt x="27" y="133"/>
                  <a:pt x="28" y="134"/>
                  <a:pt x="29" y="134"/>
                </a:cubicBezTo>
                <a:cubicBezTo>
                  <a:pt x="30" y="134"/>
                  <a:pt x="31" y="133"/>
                  <a:pt x="32" y="133"/>
                </a:cubicBezTo>
                <a:cubicBezTo>
                  <a:pt x="33" y="132"/>
                  <a:pt x="35" y="131"/>
                  <a:pt x="37" y="129"/>
                </a:cubicBezTo>
                <a:lnTo>
                  <a:pt x="45" y="123"/>
                </a:lnTo>
                <a:cubicBezTo>
                  <a:pt x="47" y="122"/>
                  <a:pt x="47" y="121"/>
                  <a:pt x="48" y="120"/>
                </a:cubicBezTo>
                <a:cubicBezTo>
                  <a:pt x="48" y="120"/>
                  <a:pt x="48" y="119"/>
                  <a:pt x="47" y="119"/>
                </a:cubicBezTo>
                <a:close/>
              </a:path>
              <a:path w="336" h="189">
                <a:moveTo>
                  <a:pt x="51" y="121"/>
                </a:moveTo>
                <a:lnTo>
                  <a:pt x="53" y="123"/>
                </a:lnTo>
                <a:lnTo>
                  <a:pt x="46" y="143"/>
                </a:lnTo>
                <a:lnTo>
                  <a:pt x="56" y="132"/>
                </a:lnTo>
                <a:cubicBezTo>
                  <a:pt x="57" y="131"/>
                  <a:pt x="58" y="130"/>
                  <a:pt x="58" y="130"/>
                </a:cubicBezTo>
                <a:cubicBezTo>
                  <a:pt x="58" y="129"/>
                  <a:pt x="58" y="128"/>
                  <a:pt x="58" y="128"/>
                </a:cubicBezTo>
                <a:lnTo>
                  <a:pt x="57" y="128"/>
                </a:lnTo>
                <a:lnTo>
                  <a:pt x="58" y="127"/>
                </a:lnTo>
                <a:lnTo>
                  <a:pt x="61" y="130"/>
                </a:lnTo>
                <a:lnTo>
                  <a:pt x="61" y="131"/>
                </a:lnTo>
                <a:lnTo>
                  <a:pt x="60" y="131"/>
                </a:lnTo>
                <a:cubicBezTo>
                  <a:pt x="60" y="130"/>
                  <a:pt x="60" y="130"/>
                  <a:pt x="59" y="131"/>
                </a:cubicBezTo>
                <a:cubicBezTo>
                  <a:pt x="59" y="131"/>
                  <a:pt x="58" y="131"/>
                  <a:pt x="57" y="133"/>
                </a:cubicBezTo>
                <a:lnTo>
                  <a:pt x="42" y="149"/>
                </a:lnTo>
                <a:lnTo>
                  <a:pt x="50" y="127"/>
                </a:lnTo>
                <a:lnTo>
                  <a:pt x="39" y="140"/>
                </a:lnTo>
                <a:cubicBezTo>
                  <a:pt x="38" y="141"/>
                  <a:pt x="37" y="142"/>
                  <a:pt x="37" y="142"/>
                </a:cubicBezTo>
                <a:cubicBezTo>
                  <a:pt x="37" y="143"/>
                  <a:pt x="37" y="143"/>
                  <a:pt x="37" y="143"/>
                </a:cubicBezTo>
                <a:lnTo>
                  <a:pt x="38" y="144"/>
                </a:lnTo>
                <a:lnTo>
                  <a:pt x="37" y="144"/>
                </a:lnTo>
                <a:lnTo>
                  <a:pt x="34" y="141"/>
                </a:lnTo>
                <a:lnTo>
                  <a:pt x="35" y="141"/>
                </a:lnTo>
                <a:cubicBezTo>
                  <a:pt x="35" y="141"/>
                  <a:pt x="36" y="141"/>
                  <a:pt x="36" y="141"/>
                </a:cubicBezTo>
                <a:cubicBezTo>
                  <a:pt x="37" y="141"/>
                  <a:pt x="37" y="140"/>
                  <a:pt x="38" y="139"/>
                </a:cubicBezTo>
                <a:lnTo>
                  <a:pt x="50" y="125"/>
                </a:lnTo>
                <a:cubicBezTo>
                  <a:pt x="51" y="124"/>
                  <a:pt x="51" y="124"/>
                  <a:pt x="51" y="123"/>
                </a:cubicBezTo>
                <a:cubicBezTo>
                  <a:pt x="51" y="123"/>
                  <a:pt x="51" y="123"/>
                  <a:pt x="51" y="122"/>
                </a:cubicBezTo>
                <a:cubicBezTo>
                  <a:pt x="51" y="122"/>
                  <a:pt x="50" y="122"/>
                  <a:pt x="50" y="121"/>
                </a:cubicBezTo>
                <a:lnTo>
                  <a:pt x="51" y="121"/>
                </a:lnTo>
                <a:close/>
              </a:path>
              <a:path w="336" h="189">
                <a:moveTo>
                  <a:pt x="51" y="155"/>
                </a:moveTo>
                <a:lnTo>
                  <a:pt x="50" y="156"/>
                </a:lnTo>
                <a:lnTo>
                  <a:pt x="46" y="152"/>
                </a:lnTo>
                <a:lnTo>
                  <a:pt x="47" y="151"/>
                </a:lnTo>
                <a:lnTo>
                  <a:pt x="47" y="152"/>
                </a:lnTo>
                <a:cubicBezTo>
                  <a:pt x="47" y="152"/>
                  <a:pt x="48" y="152"/>
                  <a:pt x="49" y="152"/>
                </a:cubicBezTo>
                <a:cubicBezTo>
                  <a:pt x="49" y="152"/>
                  <a:pt x="50" y="151"/>
                  <a:pt x="51" y="150"/>
                </a:cubicBezTo>
                <a:lnTo>
                  <a:pt x="62" y="137"/>
                </a:lnTo>
                <a:cubicBezTo>
                  <a:pt x="63" y="136"/>
                  <a:pt x="63" y="135"/>
                  <a:pt x="63" y="135"/>
                </a:cubicBezTo>
                <a:cubicBezTo>
                  <a:pt x="64" y="134"/>
                  <a:pt x="64" y="134"/>
                  <a:pt x="64" y="134"/>
                </a:cubicBezTo>
                <a:cubicBezTo>
                  <a:pt x="64" y="133"/>
                  <a:pt x="64" y="133"/>
                  <a:pt x="63" y="133"/>
                </a:cubicBezTo>
                <a:lnTo>
                  <a:pt x="63" y="132"/>
                </a:lnTo>
                <a:lnTo>
                  <a:pt x="68" y="136"/>
                </a:lnTo>
                <a:lnTo>
                  <a:pt x="67" y="136"/>
                </a:lnTo>
                <a:cubicBezTo>
                  <a:pt x="66" y="136"/>
                  <a:pt x="66" y="136"/>
                  <a:pt x="65" y="136"/>
                </a:cubicBezTo>
                <a:cubicBezTo>
                  <a:pt x="65" y="136"/>
                  <a:pt x="64" y="137"/>
                  <a:pt x="63" y="138"/>
                </a:cubicBezTo>
                <a:lnTo>
                  <a:pt x="52" y="151"/>
                </a:lnTo>
                <a:cubicBezTo>
                  <a:pt x="51" y="152"/>
                  <a:pt x="51" y="153"/>
                  <a:pt x="50" y="153"/>
                </a:cubicBezTo>
                <a:cubicBezTo>
                  <a:pt x="50" y="153"/>
                  <a:pt x="50" y="153"/>
                  <a:pt x="50" y="154"/>
                </a:cubicBezTo>
                <a:cubicBezTo>
                  <a:pt x="50" y="154"/>
                  <a:pt x="50" y="155"/>
                  <a:pt x="51" y="155"/>
                </a:cubicBezTo>
                <a:close/>
              </a:path>
              <a:path w="336" h="189">
                <a:moveTo>
                  <a:pt x="81" y="143"/>
                </a:moveTo>
                <a:lnTo>
                  <a:pt x="80" y="143"/>
                </a:lnTo>
                <a:cubicBezTo>
                  <a:pt x="80" y="143"/>
                  <a:pt x="79" y="143"/>
                  <a:pt x="79" y="144"/>
                </a:cubicBezTo>
                <a:cubicBezTo>
                  <a:pt x="78" y="144"/>
                  <a:pt x="78" y="145"/>
                  <a:pt x="77" y="146"/>
                </a:cubicBezTo>
                <a:lnTo>
                  <a:pt x="61" y="163"/>
                </a:lnTo>
                <a:lnTo>
                  <a:pt x="61" y="162"/>
                </a:lnTo>
                <a:lnTo>
                  <a:pt x="68" y="140"/>
                </a:lnTo>
                <a:cubicBezTo>
                  <a:pt x="69" y="139"/>
                  <a:pt x="69" y="139"/>
                  <a:pt x="69" y="138"/>
                </a:cubicBezTo>
                <a:cubicBezTo>
                  <a:pt x="69" y="138"/>
                  <a:pt x="69" y="137"/>
                  <a:pt x="69" y="137"/>
                </a:cubicBezTo>
                <a:cubicBezTo>
                  <a:pt x="69" y="137"/>
                  <a:pt x="69" y="137"/>
                  <a:pt x="68" y="136"/>
                </a:cubicBezTo>
                <a:lnTo>
                  <a:pt x="69" y="136"/>
                </a:lnTo>
                <a:lnTo>
                  <a:pt x="73" y="138"/>
                </a:lnTo>
                <a:lnTo>
                  <a:pt x="73" y="139"/>
                </a:lnTo>
                <a:cubicBezTo>
                  <a:pt x="72" y="139"/>
                  <a:pt x="72" y="139"/>
                  <a:pt x="72" y="139"/>
                </a:cubicBezTo>
                <a:cubicBezTo>
                  <a:pt x="71" y="139"/>
                  <a:pt x="71" y="139"/>
                  <a:pt x="71" y="140"/>
                </a:cubicBezTo>
                <a:cubicBezTo>
                  <a:pt x="71" y="140"/>
                  <a:pt x="70" y="141"/>
                  <a:pt x="70" y="143"/>
                </a:cubicBezTo>
                <a:lnTo>
                  <a:pt x="65" y="158"/>
                </a:lnTo>
                <a:lnTo>
                  <a:pt x="75" y="146"/>
                </a:lnTo>
                <a:cubicBezTo>
                  <a:pt x="76" y="145"/>
                  <a:pt x="77" y="144"/>
                  <a:pt x="77" y="144"/>
                </a:cubicBezTo>
                <a:cubicBezTo>
                  <a:pt x="77" y="143"/>
                  <a:pt x="77" y="143"/>
                  <a:pt x="77" y="143"/>
                </a:cubicBezTo>
                <a:cubicBezTo>
                  <a:pt x="77" y="142"/>
                  <a:pt x="77" y="142"/>
                  <a:pt x="77" y="141"/>
                </a:cubicBezTo>
                <a:cubicBezTo>
                  <a:pt x="77" y="141"/>
                  <a:pt x="77" y="141"/>
                  <a:pt x="77" y="141"/>
                </a:cubicBezTo>
                <a:lnTo>
                  <a:pt x="81" y="143"/>
                </a:lnTo>
                <a:close/>
              </a:path>
              <a:path w="336" h="189">
                <a:moveTo>
                  <a:pt x="153" y="160"/>
                </a:moveTo>
                <a:cubicBezTo>
                  <a:pt x="155" y="160"/>
                  <a:pt x="156" y="161"/>
                  <a:pt x="157" y="164"/>
                </a:cubicBezTo>
                <a:cubicBezTo>
                  <a:pt x="159" y="166"/>
                  <a:pt x="159" y="170"/>
                  <a:pt x="159" y="174"/>
                </a:cubicBezTo>
                <a:cubicBezTo>
                  <a:pt x="159" y="178"/>
                  <a:pt x="159" y="181"/>
                  <a:pt x="157" y="184"/>
                </a:cubicBezTo>
                <a:cubicBezTo>
                  <a:pt x="156" y="186"/>
                  <a:pt x="155" y="187"/>
                  <a:pt x="153" y="187"/>
                </a:cubicBezTo>
                <a:cubicBezTo>
                  <a:pt x="151" y="187"/>
                  <a:pt x="150" y="186"/>
                  <a:pt x="148" y="184"/>
                </a:cubicBezTo>
                <a:cubicBezTo>
                  <a:pt x="147" y="181"/>
                  <a:pt x="147" y="178"/>
                  <a:pt x="147" y="174"/>
                </a:cubicBezTo>
                <a:cubicBezTo>
                  <a:pt x="147" y="169"/>
                  <a:pt x="147" y="166"/>
                  <a:pt x="149" y="163"/>
                </a:cubicBezTo>
                <a:cubicBezTo>
                  <a:pt x="150" y="161"/>
                  <a:pt x="151" y="160"/>
                  <a:pt x="153" y="160"/>
                </a:cubicBezTo>
                <a:close/>
                <a:moveTo>
                  <a:pt x="153" y="161"/>
                </a:moveTo>
                <a:cubicBezTo>
                  <a:pt x="152" y="161"/>
                  <a:pt x="151" y="162"/>
                  <a:pt x="150" y="164"/>
                </a:cubicBezTo>
                <a:cubicBezTo>
                  <a:pt x="149" y="166"/>
                  <a:pt x="149" y="169"/>
                  <a:pt x="149" y="174"/>
                </a:cubicBezTo>
                <a:cubicBezTo>
                  <a:pt x="149" y="178"/>
                  <a:pt x="149" y="181"/>
                  <a:pt x="150" y="183"/>
                </a:cubicBezTo>
                <a:cubicBezTo>
                  <a:pt x="151" y="185"/>
                  <a:pt x="152" y="186"/>
                  <a:pt x="153" y="186"/>
                </a:cubicBezTo>
                <a:cubicBezTo>
                  <a:pt x="154" y="186"/>
                  <a:pt x="155" y="185"/>
                  <a:pt x="156" y="183"/>
                </a:cubicBezTo>
                <a:cubicBezTo>
                  <a:pt x="157" y="181"/>
                  <a:pt x="157" y="178"/>
                  <a:pt x="157" y="174"/>
                </a:cubicBezTo>
                <a:cubicBezTo>
                  <a:pt x="157" y="170"/>
                  <a:pt x="157" y="166"/>
                  <a:pt x="156" y="164"/>
                </a:cubicBezTo>
                <a:cubicBezTo>
                  <a:pt x="155" y="162"/>
                  <a:pt x="154" y="161"/>
                  <a:pt x="153" y="161"/>
                </a:cubicBezTo>
                <a:close/>
              </a:path>
              <a:path w="336" h="189">
                <a:moveTo>
                  <a:pt x="165" y="162"/>
                </a:moveTo>
                <a:lnTo>
                  <a:pt x="165" y="172"/>
                </a:lnTo>
                <a:lnTo>
                  <a:pt x="167" y="172"/>
                </a:lnTo>
                <a:cubicBezTo>
                  <a:pt x="168" y="172"/>
                  <a:pt x="168" y="172"/>
                  <a:pt x="168" y="172"/>
                </a:cubicBezTo>
                <a:cubicBezTo>
                  <a:pt x="168" y="171"/>
                  <a:pt x="169" y="170"/>
                  <a:pt x="169" y="169"/>
                </a:cubicBezTo>
                <a:lnTo>
                  <a:pt x="169" y="178"/>
                </a:lnTo>
                <a:cubicBezTo>
                  <a:pt x="169" y="177"/>
                  <a:pt x="169" y="176"/>
                  <a:pt x="169" y="175"/>
                </a:cubicBezTo>
                <a:cubicBezTo>
                  <a:pt x="168" y="175"/>
                  <a:pt x="168" y="175"/>
                  <a:pt x="168" y="174"/>
                </a:cubicBezTo>
                <a:cubicBezTo>
                  <a:pt x="168" y="174"/>
                  <a:pt x="167" y="174"/>
                  <a:pt x="167" y="174"/>
                </a:cubicBezTo>
                <a:lnTo>
                  <a:pt x="165" y="174"/>
                </a:lnTo>
                <a:lnTo>
                  <a:pt x="165" y="182"/>
                </a:lnTo>
                <a:cubicBezTo>
                  <a:pt x="165" y="184"/>
                  <a:pt x="165" y="184"/>
                  <a:pt x="165" y="185"/>
                </a:cubicBezTo>
                <a:cubicBezTo>
                  <a:pt x="165" y="185"/>
                  <a:pt x="165" y="185"/>
                  <a:pt x="165" y="186"/>
                </a:cubicBezTo>
                <a:cubicBezTo>
                  <a:pt x="165" y="186"/>
                  <a:pt x="166" y="186"/>
                  <a:pt x="166" y="186"/>
                </a:cubicBezTo>
                <a:lnTo>
                  <a:pt x="167" y="186"/>
                </a:lnTo>
                <a:lnTo>
                  <a:pt x="167" y="187"/>
                </a:lnTo>
                <a:lnTo>
                  <a:pt x="161" y="187"/>
                </a:lnTo>
                <a:lnTo>
                  <a:pt x="161" y="186"/>
                </a:lnTo>
                <a:cubicBezTo>
                  <a:pt x="162" y="186"/>
                  <a:pt x="162" y="186"/>
                  <a:pt x="163" y="185"/>
                </a:cubicBezTo>
                <a:cubicBezTo>
                  <a:pt x="163" y="185"/>
                  <a:pt x="163" y="184"/>
                  <a:pt x="163" y="182"/>
                </a:cubicBezTo>
                <a:lnTo>
                  <a:pt x="163" y="165"/>
                </a:lnTo>
                <a:cubicBezTo>
                  <a:pt x="163" y="164"/>
                  <a:pt x="163" y="163"/>
                  <a:pt x="163" y="163"/>
                </a:cubicBezTo>
                <a:cubicBezTo>
                  <a:pt x="163" y="162"/>
                  <a:pt x="162" y="162"/>
                  <a:pt x="162" y="162"/>
                </a:cubicBezTo>
                <a:cubicBezTo>
                  <a:pt x="162" y="161"/>
                  <a:pt x="162" y="161"/>
                  <a:pt x="161" y="161"/>
                </a:cubicBezTo>
                <a:lnTo>
                  <a:pt x="171" y="161"/>
                </a:lnTo>
                <a:lnTo>
                  <a:pt x="171" y="166"/>
                </a:lnTo>
                <a:lnTo>
                  <a:pt x="170" y="166"/>
                </a:lnTo>
                <a:cubicBezTo>
                  <a:pt x="170" y="165"/>
                  <a:pt x="170" y="164"/>
                  <a:pt x="170" y="164"/>
                </a:cubicBezTo>
                <a:cubicBezTo>
                  <a:pt x="170" y="163"/>
                  <a:pt x="169" y="163"/>
                  <a:pt x="169" y="162"/>
                </a:cubicBezTo>
                <a:cubicBezTo>
                  <a:pt x="169" y="162"/>
                  <a:pt x="168" y="162"/>
                  <a:pt x="168" y="162"/>
                </a:cubicBezTo>
                <a:lnTo>
                  <a:pt x="165" y="162"/>
                </a:lnTo>
                <a:close/>
              </a:path>
              <a:path w="336" h="189">
                <a:moveTo>
                  <a:pt x="92" y="176"/>
                </a:moveTo>
                <a:lnTo>
                  <a:pt x="89" y="175"/>
                </a:lnTo>
                <a:lnTo>
                  <a:pt x="91" y="162"/>
                </a:lnTo>
                <a:cubicBezTo>
                  <a:pt x="90" y="162"/>
                  <a:pt x="90" y="161"/>
                  <a:pt x="90" y="161"/>
                </a:cubicBezTo>
                <a:cubicBezTo>
                  <a:pt x="90" y="161"/>
                  <a:pt x="90" y="161"/>
                  <a:pt x="90" y="161"/>
                </a:cubicBezTo>
                <a:cubicBezTo>
                  <a:pt x="90" y="161"/>
                  <a:pt x="90" y="161"/>
                  <a:pt x="89" y="161"/>
                </a:cubicBezTo>
                <a:lnTo>
                  <a:pt x="86" y="168"/>
                </a:lnTo>
                <a:cubicBezTo>
                  <a:pt x="85" y="169"/>
                  <a:pt x="85" y="170"/>
                  <a:pt x="84" y="171"/>
                </a:cubicBezTo>
                <a:cubicBezTo>
                  <a:pt x="84" y="171"/>
                  <a:pt x="85" y="172"/>
                  <a:pt x="85" y="172"/>
                </a:cubicBezTo>
                <a:lnTo>
                  <a:pt x="85" y="173"/>
                </a:lnTo>
                <a:lnTo>
                  <a:pt x="80" y="170"/>
                </a:lnTo>
                <a:lnTo>
                  <a:pt x="81" y="169"/>
                </a:lnTo>
                <a:lnTo>
                  <a:pt x="81" y="170"/>
                </a:lnTo>
                <a:cubicBezTo>
                  <a:pt x="81" y="170"/>
                  <a:pt x="82" y="170"/>
                  <a:pt x="83" y="169"/>
                </a:cubicBezTo>
                <a:cubicBezTo>
                  <a:pt x="83" y="169"/>
                  <a:pt x="83" y="168"/>
                  <a:pt x="84" y="167"/>
                </a:cubicBezTo>
                <a:lnTo>
                  <a:pt x="92" y="152"/>
                </a:lnTo>
                <a:cubicBezTo>
                  <a:pt x="93" y="151"/>
                  <a:pt x="94" y="150"/>
                  <a:pt x="94" y="149"/>
                </a:cubicBezTo>
                <a:cubicBezTo>
                  <a:pt x="94" y="149"/>
                  <a:pt x="94" y="148"/>
                  <a:pt x="93" y="148"/>
                </a:cubicBezTo>
                <a:lnTo>
                  <a:pt x="93" y="147"/>
                </a:lnTo>
                <a:lnTo>
                  <a:pt x="97" y="149"/>
                </a:lnTo>
                <a:cubicBezTo>
                  <a:pt x="98" y="150"/>
                  <a:pt x="99" y="151"/>
                  <a:pt x="100" y="151"/>
                </a:cubicBezTo>
                <a:cubicBezTo>
                  <a:pt x="100" y="152"/>
                  <a:pt x="100" y="153"/>
                  <a:pt x="100" y="154"/>
                </a:cubicBezTo>
                <a:cubicBezTo>
                  <a:pt x="100" y="155"/>
                  <a:pt x="99" y="157"/>
                  <a:pt x="99" y="158"/>
                </a:cubicBezTo>
                <a:cubicBezTo>
                  <a:pt x="98" y="159"/>
                  <a:pt x="97" y="160"/>
                  <a:pt x="96" y="161"/>
                </a:cubicBezTo>
                <a:cubicBezTo>
                  <a:pt x="95" y="162"/>
                  <a:pt x="94" y="162"/>
                  <a:pt x="93" y="162"/>
                </a:cubicBezTo>
                <a:lnTo>
                  <a:pt x="91" y="170"/>
                </a:lnTo>
                <a:cubicBezTo>
                  <a:pt x="91" y="172"/>
                  <a:pt x="91" y="173"/>
                  <a:pt x="91" y="174"/>
                </a:cubicBezTo>
                <a:cubicBezTo>
                  <a:pt x="91" y="175"/>
                  <a:pt x="91" y="175"/>
                  <a:pt x="92" y="176"/>
                </a:cubicBezTo>
                <a:close/>
                <a:moveTo>
                  <a:pt x="90" y="160"/>
                </a:moveTo>
                <a:cubicBezTo>
                  <a:pt x="90" y="160"/>
                  <a:pt x="90" y="160"/>
                  <a:pt x="90" y="160"/>
                </a:cubicBezTo>
                <a:cubicBezTo>
                  <a:pt x="90" y="160"/>
                  <a:pt x="90" y="160"/>
                  <a:pt x="91" y="160"/>
                </a:cubicBezTo>
                <a:cubicBezTo>
                  <a:pt x="92" y="161"/>
                  <a:pt x="93" y="161"/>
                  <a:pt x="94" y="160"/>
                </a:cubicBezTo>
                <a:cubicBezTo>
                  <a:pt x="95" y="160"/>
                  <a:pt x="96" y="158"/>
                  <a:pt x="97" y="157"/>
                </a:cubicBezTo>
                <a:cubicBezTo>
                  <a:pt x="97" y="156"/>
                  <a:pt x="98" y="154"/>
                  <a:pt x="98" y="153"/>
                </a:cubicBezTo>
                <a:cubicBezTo>
                  <a:pt x="98" y="152"/>
                  <a:pt x="98" y="151"/>
                  <a:pt x="97" y="151"/>
                </a:cubicBezTo>
                <a:cubicBezTo>
                  <a:pt x="97" y="151"/>
                  <a:pt x="96" y="150"/>
                  <a:pt x="95" y="150"/>
                </a:cubicBezTo>
                <a:lnTo>
                  <a:pt x="90" y="160"/>
                </a:lnTo>
                <a:close/>
              </a:path>
              <a:path w="336" h="189">
                <a:moveTo>
                  <a:pt x="110" y="153"/>
                </a:moveTo>
                <a:lnTo>
                  <a:pt x="107" y="161"/>
                </a:lnTo>
                <a:cubicBezTo>
                  <a:pt x="107" y="160"/>
                  <a:pt x="108" y="158"/>
                  <a:pt x="108" y="157"/>
                </a:cubicBezTo>
                <a:cubicBezTo>
                  <a:pt x="108" y="156"/>
                  <a:pt x="108" y="155"/>
                  <a:pt x="107" y="154"/>
                </a:cubicBezTo>
                <a:cubicBezTo>
                  <a:pt x="107" y="154"/>
                  <a:pt x="107" y="153"/>
                  <a:pt x="106" y="153"/>
                </a:cubicBezTo>
                <a:cubicBezTo>
                  <a:pt x="105" y="153"/>
                  <a:pt x="105" y="153"/>
                  <a:pt x="104" y="154"/>
                </a:cubicBezTo>
                <a:cubicBezTo>
                  <a:pt x="103" y="154"/>
                  <a:pt x="103" y="155"/>
                  <a:pt x="103" y="156"/>
                </a:cubicBezTo>
                <a:cubicBezTo>
                  <a:pt x="102" y="157"/>
                  <a:pt x="102" y="157"/>
                  <a:pt x="102" y="158"/>
                </a:cubicBezTo>
                <a:cubicBezTo>
                  <a:pt x="102" y="159"/>
                  <a:pt x="103" y="161"/>
                  <a:pt x="104" y="163"/>
                </a:cubicBezTo>
                <a:cubicBezTo>
                  <a:pt x="104" y="164"/>
                  <a:pt x="105" y="166"/>
                  <a:pt x="105" y="166"/>
                </a:cubicBezTo>
                <a:cubicBezTo>
                  <a:pt x="105" y="167"/>
                  <a:pt x="105" y="168"/>
                  <a:pt x="105" y="169"/>
                </a:cubicBezTo>
                <a:cubicBezTo>
                  <a:pt x="105" y="170"/>
                  <a:pt x="105" y="171"/>
                  <a:pt x="104" y="172"/>
                </a:cubicBezTo>
                <a:cubicBezTo>
                  <a:pt x="104" y="174"/>
                  <a:pt x="103" y="175"/>
                  <a:pt x="101" y="177"/>
                </a:cubicBezTo>
                <a:cubicBezTo>
                  <a:pt x="100" y="178"/>
                  <a:pt x="99" y="178"/>
                  <a:pt x="98" y="178"/>
                </a:cubicBezTo>
                <a:cubicBezTo>
                  <a:pt x="97" y="177"/>
                  <a:pt x="97" y="177"/>
                  <a:pt x="97" y="177"/>
                </a:cubicBezTo>
                <a:cubicBezTo>
                  <a:pt x="97" y="177"/>
                  <a:pt x="96" y="177"/>
                  <a:pt x="96" y="176"/>
                </a:cubicBezTo>
                <a:cubicBezTo>
                  <a:pt x="96" y="175"/>
                  <a:pt x="95" y="175"/>
                  <a:pt x="95" y="175"/>
                </a:cubicBezTo>
                <a:cubicBezTo>
                  <a:pt x="95" y="175"/>
                  <a:pt x="95" y="175"/>
                  <a:pt x="95" y="175"/>
                </a:cubicBezTo>
                <a:cubicBezTo>
                  <a:pt x="94" y="175"/>
                  <a:pt x="94" y="176"/>
                  <a:pt x="94" y="176"/>
                </a:cubicBezTo>
                <a:lnTo>
                  <a:pt x="97" y="168"/>
                </a:lnTo>
                <a:cubicBezTo>
                  <a:pt x="97" y="170"/>
                  <a:pt x="96" y="171"/>
                  <a:pt x="96" y="172"/>
                </a:cubicBezTo>
                <a:cubicBezTo>
                  <a:pt x="96" y="173"/>
                  <a:pt x="96" y="174"/>
                  <a:pt x="97" y="175"/>
                </a:cubicBezTo>
                <a:cubicBezTo>
                  <a:pt x="97" y="175"/>
                  <a:pt x="98" y="176"/>
                  <a:pt x="98" y="176"/>
                </a:cubicBezTo>
                <a:cubicBezTo>
                  <a:pt x="99" y="176"/>
                  <a:pt x="100" y="176"/>
                  <a:pt x="100" y="176"/>
                </a:cubicBezTo>
                <a:cubicBezTo>
                  <a:pt x="101" y="175"/>
                  <a:pt x="102" y="174"/>
                  <a:pt x="102" y="173"/>
                </a:cubicBezTo>
                <a:cubicBezTo>
                  <a:pt x="102" y="172"/>
                  <a:pt x="102" y="172"/>
                  <a:pt x="103" y="171"/>
                </a:cubicBezTo>
                <a:cubicBezTo>
                  <a:pt x="103" y="170"/>
                  <a:pt x="103" y="170"/>
                  <a:pt x="102" y="169"/>
                </a:cubicBezTo>
                <a:cubicBezTo>
                  <a:pt x="102" y="169"/>
                  <a:pt x="102" y="168"/>
                  <a:pt x="101" y="166"/>
                </a:cubicBezTo>
                <a:cubicBezTo>
                  <a:pt x="101" y="164"/>
                  <a:pt x="100" y="163"/>
                  <a:pt x="100" y="162"/>
                </a:cubicBezTo>
                <a:cubicBezTo>
                  <a:pt x="100" y="161"/>
                  <a:pt x="100" y="161"/>
                  <a:pt x="100" y="160"/>
                </a:cubicBezTo>
                <a:cubicBezTo>
                  <a:pt x="100" y="159"/>
                  <a:pt x="100" y="158"/>
                  <a:pt x="101" y="157"/>
                </a:cubicBezTo>
                <a:cubicBezTo>
                  <a:pt x="101" y="155"/>
                  <a:pt x="102" y="153"/>
                  <a:pt x="103" y="152"/>
                </a:cubicBezTo>
                <a:cubicBezTo>
                  <a:pt x="105" y="151"/>
                  <a:pt x="106" y="151"/>
                  <a:pt x="107" y="151"/>
                </a:cubicBezTo>
                <a:cubicBezTo>
                  <a:pt x="107" y="152"/>
                  <a:pt x="108" y="152"/>
                  <a:pt x="108" y="153"/>
                </a:cubicBezTo>
                <a:cubicBezTo>
                  <a:pt x="109" y="154"/>
                  <a:pt x="109" y="154"/>
                  <a:pt x="109" y="154"/>
                </a:cubicBezTo>
                <a:cubicBezTo>
                  <a:pt x="109" y="154"/>
                  <a:pt x="109" y="154"/>
                  <a:pt x="109" y="154"/>
                </a:cubicBezTo>
                <a:cubicBezTo>
                  <a:pt x="110" y="154"/>
                  <a:pt x="110" y="153"/>
                  <a:pt x="110" y="153"/>
                </a:cubicBezTo>
                <a:close/>
              </a:path>
              <a:path w="336" h="189">
                <a:moveTo>
                  <a:pt x="138" y="160"/>
                </a:moveTo>
                <a:lnTo>
                  <a:pt x="143" y="160"/>
                </a:lnTo>
                <a:lnTo>
                  <a:pt x="143" y="161"/>
                </a:lnTo>
                <a:lnTo>
                  <a:pt x="142" y="161"/>
                </a:lnTo>
                <a:cubicBezTo>
                  <a:pt x="142" y="161"/>
                  <a:pt x="142" y="161"/>
                  <a:pt x="142" y="161"/>
                </a:cubicBezTo>
                <a:cubicBezTo>
                  <a:pt x="141" y="162"/>
                  <a:pt x="141" y="162"/>
                  <a:pt x="141" y="163"/>
                </a:cubicBezTo>
                <a:cubicBezTo>
                  <a:pt x="140" y="163"/>
                  <a:pt x="140" y="164"/>
                  <a:pt x="139" y="165"/>
                </a:cubicBezTo>
                <a:lnTo>
                  <a:pt x="135" y="175"/>
                </a:lnTo>
                <a:lnTo>
                  <a:pt x="134" y="181"/>
                </a:lnTo>
                <a:cubicBezTo>
                  <a:pt x="134" y="183"/>
                  <a:pt x="134" y="184"/>
                  <a:pt x="134" y="184"/>
                </a:cubicBezTo>
                <a:cubicBezTo>
                  <a:pt x="135" y="185"/>
                  <a:pt x="135" y="185"/>
                  <a:pt x="135" y="185"/>
                </a:cubicBezTo>
                <a:lnTo>
                  <a:pt x="136" y="185"/>
                </a:lnTo>
                <a:lnTo>
                  <a:pt x="136" y="186"/>
                </a:lnTo>
                <a:lnTo>
                  <a:pt x="130" y="185"/>
                </a:lnTo>
                <a:lnTo>
                  <a:pt x="131" y="185"/>
                </a:lnTo>
                <a:cubicBezTo>
                  <a:pt x="131" y="185"/>
                  <a:pt x="132" y="184"/>
                  <a:pt x="132" y="184"/>
                </a:cubicBezTo>
                <a:cubicBezTo>
                  <a:pt x="132" y="183"/>
                  <a:pt x="132" y="183"/>
                  <a:pt x="133" y="181"/>
                </a:cubicBezTo>
                <a:lnTo>
                  <a:pt x="133" y="175"/>
                </a:lnTo>
                <a:lnTo>
                  <a:pt x="131" y="164"/>
                </a:lnTo>
                <a:cubicBezTo>
                  <a:pt x="131" y="162"/>
                  <a:pt x="130" y="161"/>
                  <a:pt x="130" y="161"/>
                </a:cubicBezTo>
                <a:cubicBezTo>
                  <a:pt x="130" y="161"/>
                  <a:pt x="130" y="160"/>
                  <a:pt x="130" y="160"/>
                </a:cubicBezTo>
                <a:cubicBezTo>
                  <a:pt x="129" y="160"/>
                  <a:pt x="129" y="160"/>
                  <a:pt x="129" y="159"/>
                </a:cubicBezTo>
                <a:lnTo>
                  <a:pt x="135" y="159"/>
                </a:lnTo>
                <a:lnTo>
                  <a:pt x="135" y="160"/>
                </a:lnTo>
                <a:lnTo>
                  <a:pt x="134" y="160"/>
                </a:lnTo>
                <a:cubicBezTo>
                  <a:pt x="134" y="160"/>
                  <a:pt x="134" y="160"/>
                  <a:pt x="133" y="160"/>
                </a:cubicBezTo>
                <a:cubicBezTo>
                  <a:pt x="133" y="161"/>
                  <a:pt x="133" y="161"/>
                  <a:pt x="133" y="162"/>
                </a:cubicBezTo>
                <a:cubicBezTo>
                  <a:pt x="133" y="162"/>
                  <a:pt x="133" y="163"/>
                  <a:pt x="133" y="164"/>
                </a:cubicBezTo>
                <a:lnTo>
                  <a:pt x="135" y="173"/>
                </a:lnTo>
                <a:lnTo>
                  <a:pt x="138" y="165"/>
                </a:lnTo>
                <a:cubicBezTo>
                  <a:pt x="139" y="164"/>
                  <a:pt x="139" y="163"/>
                  <a:pt x="139" y="163"/>
                </a:cubicBezTo>
                <a:cubicBezTo>
                  <a:pt x="139" y="162"/>
                  <a:pt x="139" y="162"/>
                  <a:pt x="139" y="162"/>
                </a:cubicBezTo>
                <a:cubicBezTo>
                  <a:pt x="139" y="161"/>
                  <a:pt x="139" y="161"/>
                  <a:pt x="139" y="161"/>
                </a:cubicBezTo>
                <a:cubicBezTo>
                  <a:pt x="139" y="161"/>
                  <a:pt x="139" y="161"/>
                  <a:pt x="138" y="161"/>
                </a:cubicBezTo>
                <a:lnTo>
                  <a:pt x="138" y="160"/>
                </a:lnTo>
                <a:close/>
              </a:path>
              <a:path w="336" h="189">
                <a:moveTo>
                  <a:pt x="84" y="146"/>
                </a:moveTo>
                <a:lnTo>
                  <a:pt x="79" y="155"/>
                </a:lnTo>
                <a:lnTo>
                  <a:pt x="82" y="156"/>
                </a:lnTo>
                <a:cubicBezTo>
                  <a:pt x="83" y="157"/>
                  <a:pt x="83" y="157"/>
                  <a:pt x="84" y="156"/>
                </a:cubicBezTo>
                <a:cubicBezTo>
                  <a:pt x="84" y="156"/>
                  <a:pt x="85" y="155"/>
                  <a:pt x="86" y="154"/>
                </a:cubicBezTo>
                <a:lnTo>
                  <a:pt x="82" y="162"/>
                </a:lnTo>
                <a:lnTo>
                  <a:pt x="81" y="162"/>
                </a:lnTo>
                <a:cubicBezTo>
                  <a:pt x="82" y="161"/>
                  <a:pt x="82" y="160"/>
                  <a:pt x="82" y="160"/>
                </a:cubicBezTo>
                <a:cubicBezTo>
                  <a:pt x="82" y="159"/>
                  <a:pt x="82" y="159"/>
                  <a:pt x="82" y="158"/>
                </a:cubicBezTo>
                <a:cubicBezTo>
                  <a:pt x="82" y="158"/>
                  <a:pt x="82" y="158"/>
                  <a:pt x="81" y="157"/>
                </a:cubicBezTo>
                <a:lnTo>
                  <a:pt x="79" y="156"/>
                </a:lnTo>
                <a:lnTo>
                  <a:pt x="75" y="164"/>
                </a:lnTo>
                <a:cubicBezTo>
                  <a:pt x="74" y="165"/>
                  <a:pt x="74" y="165"/>
                  <a:pt x="74" y="166"/>
                </a:cubicBezTo>
                <a:cubicBezTo>
                  <a:pt x="74" y="166"/>
                  <a:pt x="74" y="166"/>
                  <a:pt x="74" y="166"/>
                </a:cubicBezTo>
                <a:cubicBezTo>
                  <a:pt x="74" y="166"/>
                  <a:pt x="74" y="167"/>
                  <a:pt x="74" y="167"/>
                </a:cubicBezTo>
                <a:lnTo>
                  <a:pt x="76" y="168"/>
                </a:lnTo>
                <a:cubicBezTo>
                  <a:pt x="77" y="168"/>
                  <a:pt x="77" y="168"/>
                  <a:pt x="78" y="168"/>
                </a:cubicBezTo>
                <a:cubicBezTo>
                  <a:pt x="78" y="168"/>
                  <a:pt x="79" y="168"/>
                  <a:pt x="79" y="168"/>
                </a:cubicBezTo>
                <a:cubicBezTo>
                  <a:pt x="80" y="167"/>
                  <a:pt x="81" y="166"/>
                  <a:pt x="82" y="165"/>
                </a:cubicBezTo>
                <a:lnTo>
                  <a:pt x="78" y="171"/>
                </a:lnTo>
                <a:lnTo>
                  <a:pt x="69" y="166"/>
                </a:lnTo>
                <a:lnTo>
                  <a:pt x="70" y="165"/>
                </a:lnTo>
                <a:cubicBezTo>
                  <a:pt x="70" y="166"/>
                  <a:pt x="71" y="166"/>
                  <a:pt x="71" y="165"/>
                </a:cubicBezTo>
                <a:cubicBezTo>
                  <a:pt x="71" y="165"/>
                  <a:pt x="72" y="165"/>
                  <a:pt x="72" y="165"/>
                </a:cubicBezTo>
                <a:cubicBezTo>
                  <a:pt x="72" y="164"/>
                  <a:pt x="73" y="164"/>
                  <a:pt x="73" y="163"/>
                </a:cubicBezTo>
                <a:lnTo>
                  <a:pt x="81" y="148"/>
                </a:lnTo>
                <a:cubicBezTo>
                  <a:pt x="82" y="146"/>
                  <a:pt x="82" y="145"/>
                  <a:pt x="82" y="145"/>
                </a:cubicBezTo>
                <a:cubicBezTo>
                  <a:pt x="82" y="144"/>
                  <a:pt x="82" y="144"/>
                  <a:pt x="82" y="144"/>
                </a:cubicBezTo>
                <a:lnTo>
                  <a:pt x="81" y="143"/>
                </a:lnTo>
                <a:lnTo>
                  <a:pt x="82" y="143"/>
                </a:lnTo>
                <a:lnTo>
                  <a:pt x="91" y="147"/>
                </a:lnTo>
                <a:lnTo>
                  <a:pt x="88" y="153"/>
                </a:lnTo>
                <a:lnTo>
                  <a:pt x="88" y="152"/>
                </a:lnTo>
                <a:cubicBezTo>
                  <a:pt x="88" y="151"/>
                  <a:pt x="89" y="150"/>
                  <a:pt x="89" y="150"/>
                </a:cubicBezTo>
                <a:cubicBezTo>
                  <a:pt x="89" y="149"/>
                  <a:pt x="89" y="149"/>
                  <a:pt x="89" y="148"/>
                </a:cubicBezTo>
                <a:cubicBezTo>
                  <a:pt x="88" y="148"/>
                  <a:pt x="88" y="148"/>
                  <a:pt x="87" y="147"/>
                </a:cubicBezTo>
                <a:lnTo>
                  <a:pt x="84" y="146"/>
                </a:lnTo>
                <a:close/>
              </a:path>
              <a:path w="336" h="189">
                <a:moveTo>
                  <a:pt x="108" y="180"/>
                </a:moveTo>
                <a:lnTo>
                  <a:pt x="108" y="180"/>
                </a:lnTo>
                <a:lnTo>
                  <a:pt x="103" y="178"/>
                </a:lnTo>
                <a:lnTo>
                  <a:pt x="103" y="177"/>
                </a:lnTo>
                <a:lnTo>
                  <a:pt x="104" y="178"/>
                </a:lnTo>
                <a:cubicBezTo>
                  <a:pt x="104" y="178"/>
                  <a:pt x="105" y="178"/>
                  <a:pt x="105" y="177"/>
                </a:cubicBezTo>
                <a:cubicBezTo>
                  <a:pt x="105" y="177"/>
                  <a:pt x="106" y="176"/>
                  <a:pt x="106" y="174"/>
                </a:cubicBezTo>
                <a:lnTo>
                  <a:pt x="113" y="159"/>
                </a:lnTo>
                <a:cubicBezTo>
                  <a:pt x="113" y="157"/>
                  <a:pt x="113" y="157"/>
                  <a:pt x="113" y="156"/>
                </a:cubicBezTo>
                <a:cubicBezTo>
                  <a:pt x="113" y="156"/>
                  <a:pt x="113" y="156"/>
                  <a:pt x="113" y="155"/>
                </a:cubicBezTo>
                <a:cubicBezTo>
                  <a:pt x="113" y="155"/>
                  <a:pt x="113" y="155"/>
                  <a:pt x="113" y="154"/>
                </a:cubicBezTo>
                <a:lnTo>
                  <a:pt x="112" y="154"/>
                </a:lnTo>
                <a:lnTo>
                  <a:pt x="113" y="154"/>
                </a:lnTo>
                <a:lnTo>
                  <a:pt x="118" y="156"/>
                </a:lnTo>
                <a:lnTo>
                  <a:pt x="117" y="156"/>
                </a:lnTo>
                <a:cubicBezTo>
                  <a:pt x="117" y="156"/>
                  <a:pt x="116" y="156"/>
                  <a:pt x="116" y="157"/>
                </a:cubicBezTo>
                <a:cubicBezTo>
                  <a:pt x="115" y="157"/>
                  <a:pt x="115" y="158"/>
                  <a:pt x="114" y="159"/>
                </a:cubicBezTo>
                <a:lnTo>
                  <a:pt x="108" y="175"/>
                </a:lnTo>
                <a:cubicBezTo>
                  <a:pt x="108" y="176"/>
                  <a:pt x="107" y="177"/>
                  <a:pt x="107" y="178"/>
                </a:cubicBezTo>
                <a:cubicBezTo>
                  <a:pt x="107" y="178"/>
                  <a:pt x="107" y="178"/>
                  <a:pt x="107" y="179"/>
                </a:cubicBezTo>
                <a:cubicBezTo>
                  <a:pt x="107" y="179"/>
                  <a:pt x="108" y="179"/>
                  <a:pt x="108" y="179"/>
                </a:cubicBezTo>
                <a:lnTo>
                  <a:pt x="108" y="180"/>
                </a:lnTo>
                <a:close/>
              </a:path>
              <a:path w="336" h="189">
                <a:moveTo>
                  <a:pt x="129" y="158"/>
                </a:moveTo>
                <a:lnTo>
                  <a:pt x="128" y="164"/>
                </a:lnTo>
                <a:cubicBezTo>
                  <a:pt x="128" y="163"/>
                  <a:pt x="128" y="162"/>
                  <a:pt x="128" y="162"/>
                </a:cubicBezTo>
                <a:cubicBezTo>
                  <a:pt x="128" y="161"/>
                  <a:pt x="128" y="161"/>
                  <a:pt x="128" y="160"/>
                </a:cubicBezTo>
                <a:cubicBezTo>
                  <a:pt x="127" y="160"/>
                  <a:pt x="127" y="159"/>
                  <a:pt x="126" y="159"/>
                </a:cubicBezTo>
                <a:lnTo>
                  <a:pt x="125" y="159"/>
                </a:lnTo>
                <a:lnTo>
                  <a:pt x="120" y="178"/>
                </a:lnTo>
                <a:cubicBezTo>
                  <a:pt x="119" y="180"/>
                  <a:pt x="119" y="181"/>
                  <a:pt x="119" y="181"/>
                </a:cubicBezTo>
                <a:cubicBezTo>
                  <a:pt x="119" y="182"/>
                  <a:pt x="119" y="182"/>
                  <a:pt x="120" y="182"/>
                </a:cubicBezTo>
                <a:lnTo>
                  <a:pt x="120" y="183"/>
                </a:lnTo>
                <a:lnTo>
                  <a:pt x="115" y="182"/>
                </a:lnTo>
                <a:lnTo>
                  <a:pt x="115" y="181"/>
                </a:lnTo>
                <a:cubicBezTo>
                  <a:pt x="116" y="181"/>
                  <a:pt x="116" y="181"/>
                  <a:pt x="117" y="180"/>
                </a:cubicBezTo>
                <a:cubicBezTo>
                  <a:pt x="117" y="180"/>
                  <a:pt x="117" y="179"/>
                  <a:pt x="118" y="178"/>
                </a:cubicBezTo>
                <a:lnTo>
                  <a:pt x="123" y="158"/>
                </a:lnTo>
                <a:lnTo>
                  <a:pt x="121" y="158"/>
                </a:lnTo>
                <a:cubicBezTo>
                  <a:pt x="121" y="158"/>
                  <a:pt x="120" y="158"/>
                  <a:pt x="120" y="158"/>
                </a:cubicBezTo>
                <a:cubicBezTo>
                  <a:pt x="120" y="158"/>
                  <a:pt x="119" y="158"/>
                  <a:pt x="119" y="159"/>
                </a:cubicBezTo>
                <a:cubicBezTo>
                  <a:pt x="119" y="160"/>
                  <a:pt x="118" y="160"/>
                  <a:pt x="118" y="162"/>
                </a:cubicBezTo>
                <a:lnTo>
                  <a:pt x="117" y="161"/>
                </a:lnTo>
                <a:lnTo>
                  <a:pt x="119" y="156"/>
                </a:lnTo>
                <a:lnTo>
                  <a:pt x="129" y="158"/>
                </a:lnTo>
                <a:close/>
              </a:path>
              <a:path w="336" h="189">
                <a:moveTo>
                  <a:pt x="209" y="181"/>
                </a:moveTo>
                <a:lnTo>
                  <a:pt x="210" y="181"/>
                </a:lnTo>
                <a:lnTo>
                  <a:pt x="204" y="183"/>
                </a:lnTo>
                <a:lnTo>
                  <a:pt x="204" y="182"/>
                </a:lnTo>
                <a:lnTo>
                  <a:pt x="205" y="182"/>
                </a:lnTo>
                <a:cubicBezTo>
                  <a:pt x="205" y="182"/>
                  <a:pt x="205" y="181"/>
                  <a:pt x="206" y="181"/>
                </a:cubicBezTo>
                <a:cubicBezTo>
                  <a:pt x="206" y="180"/>
                  <a:pt x="205" y="179"/>
                  <a:pt x="205" y="178"/>
                </a:cubicBezTo>
                <a:lnTo>
                  <a:pt x="202" y="161"/>
                </a:lnTo>
                <a:cubicBezTo>
                  <a:pt x="201" y="160"/>
                  <a:pt x="201" y="159"/>
                  <a:pt x="201" y="159"/>
                </a:cubicBezTo>
                <a:cubicBezTo>
                  <a:pt x="201" y="158"/>
                  <a:pt x="201" y="158"/>
                  <a:pt x="200" y="158"/>
                </a:cubicBezTo>
                <a:cubicBezTo>
                  <a:pt x="200" y="158"/>
                  <a:pt x="200" y="158"/>
                  <a:pt x="199" y="158"/>
                </a:cubicBezTo>
                <a:lnTo>
                  <a:pt x="199" y="157"/>
                </a:lnTo>
                <a:lnTo>
                  <a:pt x="204" y="156"/>
                </a:lnTo>
                <a:lnTo>
                  <a:pt x="204" y="157"/>
                </a:lnTo>
                <a:cubicBezTo>
                  <a:pt x="203" y="157"/>
                  <a:pt x="203" y="157"/>
                  <a:pt x="203" y="158"/>
                </a:cubicBezTo>
                <a:cubicBezTo>
                  <a:pt x="203" y="158"/>
                  <a:pt x="203" y="159"/>
                  <a:pt x="203" y="161"/>
                </a:cubicBezTo>
                <a:lnTo>
                  <a:pt x="207" y="177"/>
                </a:lnTo>
                <a:cubicBezTo>
                  <a:pt x="207" y="179"/>
                  <a:pt x="207" y="179"/>
                  <a:pt x="208" y="180"/>
                </a:cubicBezTo>
                <a:cubicBezTo>
                  <a:pt x="208" y="180"/>
                  <a:pt x="208" y="180"/>
                  <a:pt x="208" y="181"/>
                </a:cubicBezTo>
                <a:cubicBezTo>
                  <a:pt x="208" y="181"/>
                  <a:pt x="209" y="181"/>
                  <a:pt x="209" y="181"/>
                </a:cubicBezTo>
                <a:close/>
              </a:path>
              <a:path w="336" h="189">
                <a:moveTo>
                  <a:pt x="197" y="157"/>
                </a:moveTo>
                <a:lnTo>
                  <a:pt x="199" y="166"/>
                </a:lnTo>
                <a:cubicBezTo>
                  <a:pt x="198" y="163"/>
                  <a:pt x="197" y="162"/>
                  <a:pt x="196" y="161"/>
                </a:cubicBezTo>
                <a:cubicBezTo>
                  <a:pt x="195" y="160"/>
                  <a:pt x="194" y="159"/>
                  <a:pt x="193" y="160"/>
                </a:cubicBezTo>
                <a:cubicBezTo>
                  <a:pt x="193" y="160"/>
                  <a:pt x="192" y="160"/>
                  <a:pt x="192" y="161"/>
                </a:cubicBezTo>
                <a:cubicBezTo>
                  <a:pt x="191" y="162"/>
                  <a:pt x="191" y="164"/>
                  <a:pt x="191" y="166"/>
                </a:cubicBezTo>
                <a:cubicBezTo>
                  <a:pt x="191" y="168"/>
                  <a:pt x="191" y="170"/>
                  <a:pt x="192" y="173"/>
                </a:cubicBezTo>
                <a:cubicBezTo>
                  <a:pt x="192" y="175"/>
                  <a:pt x="193" y="177"/>
                  <a:pt x="194" y="179"/>
                </a:cubicBezTo>
                <a:cubicBezTo>
                  <a:pt x="194" y="181"/>
                  <a:pt x="195" y="182"/>
                  <a:pt x="196" y="183"/>
                </a:cubicBezTo>
                <a:cubicBezTo>
                  <a:pt x="197" y="183"/>
                  <a:pt x="198" y="184"/>
                  <a:pt x="199" y="183"/>
                </a:cubicBezTo>
                <a:cubicBezTo>
                  <a:pt x="200" y="183"/>
                  <a:pt x="200" y="183"/>
                  <a:pt x="201" y="182"/>
                </a:cubicBezTo>
                <a:cubicBezTo>
                  <a:pt x="201" y="181"/>
                  <a:pt x="202" y="179"/>
                  <a:pt x="202" y="177"/>
                </a:cubicBezTo>
                <a:cubicBezTo>
                  <a:pt x="202" y="180"/>
                  <a:pt x="202" y="182"/>
                  <a:pt x="201" y="183"/>
                </a:cubicBezTo>
                <a:cubicBezTo>
                  <a:pt x="201" y="184"/>
                  <a:pt x="200" y="185"/>
                  <a:pt x="199" y="185"/>
                </a:cubicBezTo>
                <a:cubicBezTo>
                  <a:pt x="197" y="186"/>
                  <a:pt x="195" y="184"/>
                  <a:pt x="193" y="182"/>
                </a:cubicBezTo>
                <a:cubicBezTo>
                  <a:pt x="191" y="179"/>
                  <a:pt x="190" y="177"/>
                  <a:pt x="190" y="174"/>
                </a:cubicBezTo>
                <a:cubicBezTo>
                  <a:pt x="189" y="171"/>
                  <a:pt x="189" y="169"/>
                  <a:pt x="189" y="166"/>
                </a:cubicBezTo>
                <a:cubicBezTo>
                  <a:pt x="189" y="164"/>
                  <a:pt x="190" y="162"/>
                  <a:pt x="190" y="161"/>
                </a:cubicBezTo>
                <a:cubicBezTo>
                  <a:pt x="191" y="159"/>
                  <a:pt x="192" y="159"/>
                  <a:pt x="193" y="158"/>
                </a:cubicBezTo>
                <a:cubicBezTo>
                  <a:pt x="194" y="158"/>
                  <a:pt x="195" y="158"/>
                  <a:pt x="196" y="159"/>
                </a:cubicBezTo>
                <a:cubicBezTo>
                  <a:pt x="196" y="159"/>
                  <a:pt x="196" y="159"/>
                  <a:pt x="197" y="159"/>
                </a:cubicBezTo>
                <a:cubicBezTo>
                  <a:pt x="197" y="159"/>
                  <a:pt x="197" y="159"/>
                  <a:pt x="197" y="159"/>
                </a:cubicBezTo>
                <a:cubicBezTo>
                  <a:pt x="197" y="158"/>
                  <a:pt x="197" y="158"/>
                  <a:pt x="197" y="157"/>
                </a:cubicBezTo>
                <a:close/>
              </a:path>
              <a:path w="336" h="189">
                <a:moveTo>
                  <a:pt x="183" y="160"/>
                </a:moveTo>
                <a:lnTo>
                  <a:pt x="185" y="169"/>
                </a:lnTo>
                <a:cubicBezTo>
                  <a:pt x="184" y="167"/>
                  <a:pt x="184" y="166"/>
                  <a:pt x="183" y="165"/>
                </a:cubicBezTo>
                <a:cubicBezTo>
                  <a:pt x="183" y="164"/>
                  <a:pt x="182" y="163"/>
                  <a:pt x="182" y="163"/>
                </a:cubicBezTo>
                <a:cubicBezTo>
                  <a:pt x="181" y="162"/>
                  <a:pt x="180" y="162"/>
                  <a:pt x="180" y="162"/>
                </a:cubicBezTo>
                <a:cubicBezTo>
                  <a:pt x="179" y="163"/>
                  <a:pt x="179" y="163"/>
                  <a:pt x="178" y="164"/>
                </a:cubicBezTo>
                <a:cubicBezTo>
                  <a:pt x="178" y="165"/>
                  <a:pt x="178" y="166"/>
                  <a:pt x="178" y="167"/>
                </a:cubicBezTo>
                <a:cubicBezTo>
                  <a:pt x="179" y="168"/>
                  <a:pt x="179" y="168"/>
                  <a:pt x="179" y="169"/>
                </a:cubicBezTo>
                <a:cubicBezTo>
                  <a:pt x="180" y="170"/>
                  <a:pt x="181" y="171"/>
                  <a:pt x="183" y="172"/>
                </a:cubicBezTo>
                <a:cubicBezTo>
                  <a:pt x="184" y="173"/>
                  <a:pt x="185" y="174"/>
                  <a:pt x="186" y="175"/>
                </a:cubicBezTo>
                <a:cubicBezTo>
                  <a:pt x="186" y="175"/>
                  <a:pt x="187" y="176"/>
                  <a:pt x="187" y="177"/>
                </a:cubicBezTo>
                <a:cubicBezTo>
                  <a:pt x="188" y="178"/>
                  <a:pt x="188" y="179"/>
                  <a:pt x="188" y="180"/>
                </a:cubicBezTo>
                <a:cubicBezTo>
                  <a:pt x="189" y="182"/>
                  <a:pt x="189" y="183"/>
                  <a:pt x="188" y="185"/>
                </a:cubicBezTo>
                <a:cubicBezTo>
                  <a:pt x="188" y="186"/>
                  <a:pt x="187" y="187"/>
                  <a:pt x="186" y="188"/>
                </a:cubicBezTo>
                <a:cubicBezTo>
                  <a:pt x="185" y="188"/>
                  <a:pt x="185" y="188"/>
                  <a:pt x="185" y="188"/>
                </a:cubicBezTo>
                <a:cubicBezTo>
                  <a:pt x="185" y="188"/>
                  <a:pt x="184" y="188"/>
                  <a:pt x="184" y="187"/>
                </a:cubicBezTo>
                <a:cubicBezTo>
                  <a:pt x="183" y="187"/>
                  <a:pt x="182" y="187"/>
                  <a:pt x="182" y="187"/>
                </a:cubicBezTo>
                <a:cubicBezTo>
                  <a:pt x="182" y="187"/>
                  <a:pt x="182" y="187"/>
                  <a:pt x="182" y="187"/>
                </a:cubicBezTo>
                <a:cubicBezTo>
                  <a:pt x="182" y="188"/>
                  <a:pt x="182" y="188"/>
                  <a:pt x="182" y="189"/>
                </a:cubicBezTo>
                <a:lnTo>
                  <a:pt x="180" y="180"/>
                </a:lnTo>
                <a:cubicBezTo>
                  <a:pt x="181" y="182"/>
                  <a:pt x="181" y="183"/>
                  <a:pt x="182" y="184"/>
                </a:cubicBezTo>
                <a:cubicBezTo>
                  <a:pt x="182" y="185"/>
                  <a:pt x="183" y="185"/>
                  <a:pt x="183" y="186"/>
                </a:cubicBezTo>
                <a:cubicBezTo>
                  <a:pt x="184" y="186"/>
                  <a:pt x="185" y="186"/>
                  <a:pt x="185" y="186"/>
                </a:cubicBezTo>
                <a:cubicBezTo>
                  <a:pt x="186" y="186"/>
                  <a:pt x="187" y="185"/>
                  <a:pt x="187" y="185"/>
                </a:cubicBezTo>
                <a:cubicBezTo>
                  <a:pt x="187" y="184"/>
                  <a:pt x="187" y="183"/>
                  <a:pt x="187" y="181"/>
                </a:cubicBezTo>
                <a:cubicBezTo>
                  <a:pt x="187" y="181"/>
                  <a:pt x="187" y="180"/>
                  <a:pt x="186" y="180"/>
                </a:cubicBezTo>
                <a:cubicBezTo>
                  <a:pt x="186" y="179"/>
                  <a:pt x="186" y="178"/>
                  <a:pt x="185" y="178"/>
                </a:cubicBezTo>
                <a:cubicBezTo>
                  <a:pt x="185" y="178"/>
                  <a:pt x="184" y="177"/>
                  <a:pt x="183" y="176"/>
                </a:cubicBezTo>
                <a:cubicBezTo>
                  <a:pt x="181" y="175"/>
                  <a:pt x="180" y="174"/>
                  <a:pt x="180" y="174"/>
                </a:cubicBezTo>
                <a:cubicBezTo>
                  <a:pt x="179" y="173"/>
                  <a:pt x="179" y="172"/>
                  <a:pt x="178" y="171"/>
                </a:cubicBezTo>
                <a:cubicBezTo>
                  <a:pt x="178" y="171"/>
                  <a:pt x="177" y="170"/>
                  <a:pt x="177" y="169"/>
                </a:cubicBezTo>
                <a:cubicBezTo>
                  <a:pt x="177" y="167"/>
                  <a:pt x="177" y="165"/>
                  <a:pt x="177" y="164"/>
                </a:cubicBezTo>
                <a:cubicBezTo>
                  <a:pt x="178" y="162"/>
                  <a:pt x="178" y="161"/>
                  <a:pt x="179" y="161"/>
                </a:cubicBezTo>
                <a:cubicBezTo>
                  <a:pt x="180" y="161"/>
                  <a:pt x="181" y="161"/>
                  <a:pt x="182" y="161"/>
                </a:cubicBezTo>
                <a:cubicBezTo>
                  <a:pt x="182" y="162"/>
                  <a:pt x="182" y="162"/>
                  <a:pt x="182" y="162"/>
                </a:cubicBezTo>
                <a:cubicBezTo>
                  <a:pt x="183" y="162"/>
                  <a:pt x="183" y="162"/>
                  <a:pt x="183" y="161"/>
                </a:cubicBezTo>
                <a:cubicBezTo>
                  <a:pt x="183" y="161"/>
                  <a:pt x="183" y="161"/>
                  <a:pt x="183" y="160"/>
                </a:cubicBezTo>
                <a:close/>
              </a:path>
              <a:path w="336" h="189">
                <a:moveTo>
                  <a:pt x="209" y="157"/>
                </a:moveTo>
                <a:lnTo>
                  <a:pt x="212" y="167"/>
                </a:lnTo>
                <a:lnTo>
                  <a:pt x="214" y="166"/>
                </a:lnTo>
                <a:cubicBezTo>
                  <a:pt x="215" y="166"/>
                  <a:pt x="215" y="166"/>
                  <a:pt x="216" y="165"/>
                </a:cubicBezTo>
                <a:cubicBezTo>
                  <a:pt x="216" y="165"/>
                  <a:pt x="216" y="164"/>
                  <a:pt x="215" y="162"/>
                </a:cubicBezTo>
                <a:lnTo>
                  <a:pt x="216" y="162"/>
                </a:lnTo>
                <a:lnTo>
                  <a:pt x="218" y="171"/>
                </a:lnTo>
                <a:lnTo>
                  <a:pt x="217" y="171"/>
                </a:lnTo>
                <a:cubicBezTo>
                  <a:pt x="217" y="170"/>
                  <a:pt x="217" y="169"/>
                  <a:pt x="217" y="169"/>
                </a:cubicBezTo>
                <a:cubicBezTo>
                  <a:pt x="216" y="168"/>
                  <a:pt x="216" y="168"/>
                  <a:pt x="216" y="168"/>
                </a:cubicBezTo>
                <a:cubicBezTo>
                  <a:pt x="216" y="168"/>
                  <a:pt x="215" y="167"/>
                  <a:pt x="215" y="168"/>
                </a:cubicBezTo>
                <a:lnTo>
                  <a:pt x="212" y="168"/>
                </a:lnTo>
                <a:lnTo>
                  <a:pt x="214" y="177"/>
                </a:lnTo>
                <a:cubicBezTo>
                  <a:pt x="214" y="178"/>
                  <a:pt x="214" y="179"/>
                  <a:pt x="214" y="179"/>
                </a:cubicBezTo>
                <a:cubicBezTo>
                  <a:pt x="215" y="179"/>
                  <a:pt x="215" y="179"/>
                  <a:pt x="215" y="179"/>
                </a:cubicBezTo>
                <a:cubicBezTo>
                  <a:pt x="215" y="179"/>
                  <a:pt x="215" y="179"/>
                  <a:pt x="216" y="179"/>
                </a:cubicBezTo>
                <a:lnTo>
                  <a:pt x="218" y="179"/>
                </a:lnTo>
                <a:cubicBezTo>
                  <a:pt x="218" y="179"/>
                  <a:pt x="219" y="178"/>
                  <a:pt x="219" y="178"/>
                </a:cubicBezTo>
                <a:cubicBezTo>
                  <a:pt x="219" y="178"/>
                  <a:pt x="219" y="177"/>
                  <a:pt x="220" y="177"/>
                </a:cubicBezTo>
                <a:cubicBezTo>
                  <a:pt x="220" y="176"/>
                  <a:pt x="220" y="175"/>
                  <a:pt x="220" y="173"/>
                </a:cubicBezTo>
                <a:lnTo>
                  <a:pt x="221" y="180"/>
                </a:lnTo>
                <a:lnTo>
                  <a:pt x="212" y="182"/>
                </a:lnTo>
                <a:lnTo>
                  <a:pt x="211" y="181"/>
                </a:lnTo>
                <a:lnTo>
                  <a:pt x="212" y="181"/>
                </a:lnTo>
                <a:cubicBezTo>
                  <a:pt x="212" y="181"/>
                  <a:pt x="212" y="181"/>
                  <a:pt x="213" y="180"/>
                </a:cubicBezTo>
                <a:cubicBezTo>
                  <a:pt x="213" y="180"/>
                  <a:pt x="213" y="180"/>
                  <a:pt x="213" y="179"/>
                </a:cubicBezTo>
                <a:cubicBezTo>
                  <a:pt x="213" y="179"/>
                  <a:pt x="213" y="178"/>
                  <a:pt x="212" y="177"/>
                </a:cubicBezTo>
                <a:lnTo>
                  <a:pt x="208" y="160"/>
                </a:lnTo>
                <a:cubicBezTo>
                  <a:pt x="208" y="159"/>
                  <a:pt x="208" y="158"/>
                  <a:pt x="208" y="157"/>
                </a:cubicBezTo>
                <a:cubicBezTo>
                  <a:pt x="207" y="157"/>
                  <a:pt x="207" y="157"/>
                  <a:pt x="206" y="157"/>
                </a:cubicBezTo>
                <a:lnTo>
                  <a:pt x="206" y="156"/>
                </a:lnTo>
                <a:lnTo>
                  <a:pt x="215" y="154"/>
                </a:lnTo>
                <a:lnTo>
                  <a:pt x="216" y="159"/>
                </a:lnTo>
                <a:lnTo>
                  <a:pt x="216" y="160"/>
                </a:lnTo>
                <a:cubicBezTo>
                  <a:pt x="215" y="158"/>
                  <a:pt x="215" y="157"/>
                  <a:pt x="215" y="157"/>
                </a:cubicBezTo>
                <a:cubicBezTo>
                  <a:pt x="215" y="156"/>
                  <a:pt x="214" y="156"/>
                  <a:pt x="214" y="156"/>
                </a:cubicBezTo>
                <a:cubicBezTo>
                  <a:pt x="214" y="156"/>
                  <a:pt x="213" y="156"/>
                  <a:pt x="213" y="156"/>
                </a:cubicBezTo>
                <a:lnTo>
                  <a:pt x="209" y="157"/>
                </a:lnTo>
                <a:close/>
              </a:path>
              <a:path w="336" h="189">
                <a:moveTo>
                  <a:pt x="217" y="153"/>
                </a:moveTo>
                <a:lnTo>
                  <a:pt x="220" y="153"/>
                </a:lnTo>
                <a:lnTo>
                  <a:pt x="231" y="170"/>
                </a:lnTo>
                <a:lnTo>
                  <a:pt x="228" y="155"/>
                </a:lnTo>
                <a:cubicBezTo>
                  <a:pt x="228" y="154"/>
                  <a:pt x="227" y="153"/>
                  <a:pt x="227" y="152"/>
                </a:cubicBezTo>
                <a:cubicBezTo>
                  <a:pt x="227" y="152"/>
                  <a:pt x="226" y="152"/>
                  <a:pt x="226" y="152"/>
                </a:cubicBezTo>
                <a:lnTo>
                  <a:pt x="225" y="152"/>
                </a:lnTo>
                <a:lnTo>
                  <a:pt x="225" y="151"/>
                </a:lnTo>
                <a:lnTo>
                  <a:pt x="229" y="150"/>
                </a:lnTo>
                <a:lnTo>
                  <a:pt x="230" y="151"/>
                </a:lnTo>
                <a:lnTo>
                  <a:pt x="229" y="151"/>
                </a:lnTo>
                <a:cubicBezTo>
                  <a:pt x="229" y="151"/>
                  <a:pt x="228" y="151"/>
                  <a:pt x="228" y="152"/>
                </a:cubicBezTo>
                <a:cubicBezTo>
                  <a:pt x="228" y="153"/>
                  <a:pt x="228" y="154"/>
                  <a:pt x="229" y="155"/>
                </a:cubicBezTo>
                <a:lnTo>
                  <a:pt x="234" y="177"/>
                </a:lnTo>
                <a:lnTo>
                  <a:pt x="233" y="177"/>
                </a:lnTo>
                <a:lnTo>
                  <a:pt x="221" y="158"/>
                </a:lnTo>
                <a:lnTo>
                  <a:pt x="224" y="174"/>
                </a:lnTo>
                <a:cubicBezTo>
                  <a:pt x="225" y="175"/>
                  <a:pt x="225" y="176"/>
                  <a:pt x="225" y="177"/>
                </a:cubicBezTo>
                <a:cubicBezTo>
                  <a:pt x="226" y="177"/>
                  <a:pt x="226" y="177"/>
                  <a:pt x="226" y="177"/>
                </a:cubicBezTo>
                <a:lnTo>
                  <a:pt x="227" y="177"/>
                </a:lnTo>
                <a:lnTo>
                  <a:pt x="227" y="178"/>
                </a:lnTo>
                <a:lnTo>
                  <a:pt x="223" y="179"/>
                </a:lnTo>
                <a:lnTo>
                  <a:pt x="223" y="178"/>
                </a:lnTo>
                <a:cubicBezTo>
                  <a:pt x="224" y="178"/>
                  <a:pt x="224" y="178"/>
                  <a:pt x="224" y="177"/>
                </a:cubicBezTo>
                <a:cubicBezTo>
                  <a:pt x="224" y="176"/>
                  <a:pt x="224" y="175"/>
                  <a:pt x="224" y="174"/>
                </a:cubicBezTo>
                <a:lnTo>
                  <a:pt x="220" y="156"/>
                </a:lnTo>
                <a:cubicBezTo>
                  <a:pt x="219" y="155"/>
                  <a:pt x="219" y="155"/>
                  <a:pt x="218" y="155"/>
                </a:cubicBezTo>
                <a:cubicBezTo>
                  <a:pt x="218" y="154"/>
                  <a:pt x="218" y="154"/>
                  <a:pt x="217" y="154"/>
                </a:cubicBezTo>
                <a:cubicBezTo>
                  <a:pt x="217" y="154"/>
                  <a:pt x="217" y="154"/>
                  <a:pt x="217" y="154"/>
                </a:cubicBezTo>
                <a:lnTo>
                  <a:pt x="217" y="153"/>
                </a:lnTo>
                <a:close/>
              </a:path>
              <a:path w="336" h="189">
                <a:moveTo>
                  <a:pt x="238" y="146"/>
                </a:moveTo>
                <a:lnTo>
                  <a:pt x="242" y="155"/>
                </a:lnTo>
                <a:cubicBezTo>
                  <a:pt x="240" y="152"/>
                  <a:pt x="239" y="151"/>
                  <a:pt x="238" y="150"/>
                </a:cubicBezTo>
                <a:cubicBezTo>
                  <a:pt x="237" y="149"/>
                  <a:pt x="236" y="149"/>
                  <a:pt x="235" y="149"/>
                </a:cubicBezTo>
                <a:cubicBezTo>
                  <a:pt x="234" y="149"/>
                  <a:pt x="233" y="150"/>
                  <a:pt x="233" y="151"/>
                </a:cubicBezTo>
                <a:cubicBezTo>
                  <a:pt x="233" y="152"/>
                  <a:pt x="233" y="154"/>
                  <a:pt x="233" y="156"/>
                </a:cubicBezTo>
                <a:cubicBezTo>
                  <a:pt x="233" y="158"/>
                  <a:pt x="234" y="160"/>
                  <a:pt x="235" y="163"/>
                </a:cubicBezTo>
                <a:cubicBezTo>
                  <a:pt x="236" y="165"/>
                  <a:pt x="237" y="167"/>
                  <a:pt x="237" y="168"/>
                </a:cubicBezTo>
                <a:cubicBezTo>
                  <a:pt x="238" y="170"/>
                  <a:pt x="239" y="171"/>
                  <a:pt x="240" y="172"/>
                </a:cubicBezTo>
                <a:cubicBezTo>
                  <a:pt x="241" y="172"/>
                  <a:pt x="242" y="172"/>
                  <a:pt x="243" y="172"/>
                </a:cubicBezTo>
                <a:cubicBezTo>
                  <a:pt x="244" y="172"/>
                  <a:pt x="245" y="171"/>
                  <a:pt x="245" y="170"/>
                </a:cubicBezTo>
                <a:cubicBezTo>
                  <a:pt x="245" y="169"/>
                  <a:pt x="246" y="168"/>
                  <a:pt x="246" y="165"/>
                </a:cubicBezTo>
                <a:lnTo>
                  <a:pt x="246" y="166"/>
                </a:lnTo>
                <a:cubicBezTo>
                  <a:pt x="246" y="168"/>
                  <a:pt x="246" y="170"/>
                  <a:pt x="246" y="171"/>
                </a:cubicBezTo>
                <a:cubicBezTo>
                  <a:pt x="245" y="173"/>
                  <a:pt x="244" y="174"/>
                  <a:pt x="243" y="174"/>
                </a:cubicBezTo>
                <a:cubicBezTo>
                  <a:pt x="241" y="175"/>
                  <a:pt x="239" y="174"/>
                  <a:pt x="237" y="171"/>
                </a:cubicBezTo>
                <a:cubicBezTo>
                  <a:pt x="235" y="169"/>
                  <a:pt x="234" y="167"/>
                  <a:pt x="233" y="164"/>
                </a:cubicBezTo>
                <a:cubicBezTo>
                  <a:pt x="232" y="161"/>
                  <a:pt x="231" y="159"/>
                  <a:pt x="231" y="156"/>
                </a:cubicBezTo>
                <a:cubicBezTo>
                  <a:pt x="231" y="154"/>
                  <a:pt x="231" y="152"/>
                  <a:pt x="232" y="151"/>
                </a:cubicBezTo>
                <a:cubicBezTo>
                  <a:pt x="232" y="149"/>
                  <a:pt x="233" y="148"/>
                  <a:pt x="234" y="148"/>
                </a:cubicBezTo>
                <a:cubicBezTo>
                  <a:pt x="235" y="148"/>
                  <a:pt x="236" y="148"/>
                  <a:pt x="237" y="148"/>
                </a:cubicBezTo>
                <a:cubicBezTo>
                  <a:pt x="238" y="148"/>
                  <a:pt x="238" y="149"/>
                  <a:pt x="238" y="149"/>
                </a:cubicBezTo>
                <a:cubicBezTo>
                  <a:pt x="238" y="148"/>
                  <a:pt x="238" y="148"/>
                  <a:pt x="238" y="148"/>
                </a:cubicBezTo>
                <a:cubicBezTo>
                  <a:pt x="238" y="148"/>
                  <a:pt x="238" y="147"/>
                  <a:pt x="238" y="147"/>
                </a:cubicBezTo>
                <a:lnTo>
                  <a:pt x="238" y="146"/>
                </a:lnTo>
                <a:close/>
              </a:path>
              <a:path w="336" h="189">
                <a:moveTo>
                  <a:pt x="245" y="146"/>
                </a:moveTo>
                <a:lnTo>
                  <a:pt x="248" y="156"/>
                </a:lnTo>
                <a:lnTo>
                  <a:pt x="251" y="155"/>
                </a:lnTo>
                <a:cubicBezTo>
                  <a:pt x="252" y="155"/>
                  <a:pt x="252" y="155"/>
                  <a:pt x="252" y="154"/>
                </a:cubicBezTo>
                <a:cubicBezTo>
                  <a:pt x="252" y="153"/>
                  <a:pt x="252" y="152"/>
                  <a:pt x="252" y="151"/>
                </a:cubicBezTo>
                <a:lnTo>
                  <a:pt x="255" y="159"/>
                </a:lnTo>
                <a:cubicBezTo>
                  <a:pt x="254" y="158"/>
                  <a:pt x="254" y="158"/>
                  <a:pt x="254" y="157"/>
                </a:cubicBezTo>
                <a:cubicBezTo>
                  <a:pt x="253" y="157"/>
                  <a:pt x="253" y="157"/>
                  <a:pt x="253" y="156"/>
                </a:cubicBezTo>
                <a:cubicBezTo>
                  <a:pt x="252" y="156"/>
                  <a:pt x="252" y="156"/>
                  <a:pt x="251" y="156"/>
                </a:cubicBezTo>
                <a:lnTo>
                  <a:pt x="249" y="157"/>
                </a:lnTo>
                <a:lnTo>
                  <a:pt x="252" y="166"/>
                </a:lnTo>
                <a:cubicBezTo>
                  <a:pt x="252" y="167"/>
                  <a:pt x="252" y="167"/>
                  <a:pt x="252" y="168"/>
                </a:cubicBezTo>
                <a:cubicBezTo>
                  <a:pt x="253" y="168"/>
                  <a:pt x="253" y="168"/>
                  <a:pt x="253" y="168"/>
                </a:cubicBezTo>
                <a:cubicBezTo>
                  <a:pt x="253" y="168"/>
                  <a:pt x="253" y="168"/>
                  <a:pt x="254" y="168"/>
                </a:cubicBezTo>
                <a:lnTo>
                  <a:pt x="256" y="167"/>
                </a:lnTo>
                <a:cubicBezTo>
                  <a:pt x="256" y="167"/>
                  <a:pt x="257" y="167"/>
                  <a:pt x="257" y="166"/>
                </a:cubicBezTo>
                <a:cubicBezTo>
                  <a:pt x="257" y="166"/>
                  <a:pt x="258" y="166"/>
                  <a:pt x="258" y="165"/>
                </a:cubicBezTo>
                <a:cubicBezTo>
                  <a:pt x="258" y="164"/>
                  <a:pt x="258" y="163"/>
                  <a:pt x="258" y="161"/>
                </a:cubicBezTo>
                <a:lnTo>
                  <a:pt x="259" y="168"/>
                </a:lnTo>
                <a:lnTo>
                  <a:pt x="250" y="171"/>
                </a:lnTo>
                <a:lnTo>
                  <a:pt x="249" y="170"/>
                </a:lnTo>
                <a:lnTo>
                  <a:pt x="250" y="170"/>
                </a:lnTo>
                <a:cubicBezTo>
                  <a:pt x="250" y="170"/>
                  <a:pt x="250" y="170"/>
                  <a:pt x="251" y="169"/>
                </a:cubicBezTo>
                <a:cubicBezTo>
                  <a:pt x="251" y="169"/>
                  <a:pt x="251" y="169"/>
                  <a:pt x="251" y="168"/>
                </a:cubicBezTo>
                <a:cubicBezTo>
                  <a:pt x="251" y="168"/>
                  <a:pt x="250" y="167"/>
                  <a:pt x="250" y="166"/>
                </a:cubicBezTo>
                <a:lnTo>
                  <a:pt x="244" y="150"/>
                </a:lnTo>
                <a:cubicBezTo>
                  <a:pt x="244" y="148"/>
                  <a:pt x="243" y="147"/>
                  <a:pt x="243" y="147"/>
                </a:cubicBezTo>
                <a:cubicBezTo>
                  <a:pt x="242" y="147"/>
                  <a:pt x="242" y="147"/>
                  <a:pt x="241" y="147"/>
                </a:cubicBezTo>
                <a:lnTo>
                  <a:pt x="241" y="146"/>
                </a:lnTo>
                <a:lnTo>
                  <a:pt x="250" y="143"/>
                </a:lnTo>
                <a:lnTo>
                  <a:pt x="252" y="148"/>
                </a:lnTo>
                <a:cubicBezTo>
                  <a:pt x="251" y="147"/>
                  <a:pt x="251" y="146"/>
                  <a:pt x="251" y="146"/>
                </a:cubicBezTo>
                <a:cubicBezTo>
                  <a:pt x="250" y="145"/>
                  <a:pt x="250" y="145"/>
                  <a:pt x="249" y="145"/>
                </a:cubicBezTo>
                <a:cubicBezTo>
                  <a:pt x="249" y="145"/>
                  <a:pt x="249" y="145"/>
                  <a:pt x="248" y="145"/>
                </a:cubicBezTo>
                <a:lnTo>
                  <a:pt x="245" y="146"/>
                </a:lnTo>
                <a:close/>
              </a:path>
            </a:pathLst>
          </a:custGeom>
          <a:solidFill>
            <a:srgbClr val="24211D"/>
          </a:solidFill>
          <a:ln>
            <a:noFill/>
          </a:ln>
        </p:spPr>
      </p:sp>
      <p:sp>
        <p:nvSpPr>
          <p:cNvPr id="15" name="Freeform 16"/>
          <p:cNvSpPr>
            <a:spLocks noGrp="1"/>
          </p:cNvSpPr>
          <p:nvPr/>
        </p:nvSpPr>
        <p:spPr>
          <a:xfrm>
            <a:off x="9943582" y="268135"/>
            <a:ext cx="220968" cy="125723"/>
          </a:xfrm>
          <a:custGeom>
            <a:avLst/>
            <a:gdLst/>
            <a:ahLst/>
            <a:cxnLst/>
            <a:rect l="l" t="t" r="r" b="b"/>
            <a:pathLst>
              <a:path w="143" h="81">
                <a:moveTo>
                  <a:pt x="102" y="38"/>
                </a:moveTo>
                <a:lnTo>
                  <a:pt x="129" y="38"/>
                </a:lnTo>
                <a:cubicBezTo>
                  <a:pt x="135" y="33"/>
                  <a:pt x="68" y="12"/>
                  <a:pt x="53" y="18"/>
                </a:cubicBezTo>
                <a:cubicBezTo>
                  <a:pt x="44" y="22"/>
                  <a:pt x="65" y="31"/>
                  <a:pt x="77" y="41"/>
                </a:cubicBezTo>
                <a:cubicBezTo>
                  <a:pt x="84" y="46"/>
                  <a:pt x="94" y="54"/>
                  <a:pt x="96" y="58"/>
                </a:cubicBezTo>
                <a:cubicBezTo>
                  <a:pt x="101" y="65"/>
                  <a:pt x="97" y="72"/>
                  <a:pt x="88" y="81"/>
                </a:cubicBezTo>
                <a:lnTo>
                  <a:pt x="0" y="81"/>
                </a:lnTo>
                <a:cubicBezTo>
                  <a:pt x="3" y="78"/>
                  <a:pt x="7" y="76"/>
                  <a:pt x="10" y="76"/>
                </a:cubicBezTo>
                <a:lnTo>
                  <a:pt x="57" y="76"/>
                </a:lnTo>
                <a:cubicBezTo>
                  <a:pt x="65" y="75"/>
                  <a:pt x="82" y="73"/>
                  <a:pt x="82" y="53"/>
                </a:cubicBezTo>
                <a:cubicBezTo>
                  <a:pt x="79" y="40"/>
                  <a:pt x="48" y="37"/>
                  <a:pt x="39" y="27"/>
                </a:cubicBezTo>
                <a:cubicBezTo>
                  <a:pt x="35" y="23"/>
                  <a:pt x="41" y="17"/>
                  <a:pt x="53" y="17"/>
                </a:cubicBezTo>
                <a:cubicBezTo>
                  <a:pt x="75" y="0"/>
                  <a:pt x="143" y="8"/>
                  <a:pt x="141" y="24"/>
                </a:cubicBezTo>
                <a:cubicBezTo>
                  <a:pt x="140" y="33"/>
                  <a:pt x="134" y="39"/>
                  <a:pt x="127" y="45"/>
                </a:cubicBezTo>
                <a:lnTo>
                  <a:pt x="118" y="45"/>
                </a:lnTo>
                <a:lnTo>
                  <a:pt x="108" y="81"/>
                </a:lnTo>
                <a:lnTo>
                  <a:pt x="96" y="81"/>
                </a:lnTo>
                <a:lnTo>
                  <a:pt x="106" y="45"/>
                </a:lnTo>
                <a:lnTo>
                  <a:pt x="95" y="45"/>
                </a:lnTo>
                <a:lnTo>
                  <a:pt x="102" y="38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6" name="Freeform 17"/>
          <p:cNvSpPr>
            <a:spLocks noGrp="1"/>
          </p:cNvSpPr>
          <p:nvPr/>
        </p:nvSpPr>
        <p:spPr>
          <a:xfrm>
            <a:off x="9962631" y="339251"/>
            <a:ext cx="50797" cy="41908"/>
          </a:xfrm>
          <a:custGeom>
            <a:avLst/>
            <a:gdLst/>
            <a:ahLst/>
            <a:cxnLst/>
            <a:rect l="l" t="t" r="r" b="b"/>
            <a:pathLst>
              <a:path w="33" h="27">
                <a:moveTo>
                  <a:pt x="7" y="0"/>
                </a:moveTo>
                <a:lnTo>
                  <a:pt x="18" y="0"/>
                </a:lnTo>
                <a:lnTo>
                  <a:pt x="13" y="17"/>
                </a:lnTo>
                <a:lnTo>
                  <a:pt x="18" y="17"/>
                </a:lnTo>
                <a:lnTo>
                  <a:pt x="22" y="0"/>
                </a:lnTo>
                <a:lnTo>
                  <a:pt x="33" y="0"/>
                </a:lnTo>
                <a:lnTo>
                  <a:pt x="25" y="27"/>
                </a:lnTo>
                <a:lnTo>
                  <a:pt x="15" y="27"/>
                </a:lnTo>
                <a:lnTo>
                  <a:pt x="17" y="20"/>
                </a:lnTo>
                <a:lnTo>
                  <a:pt x="13" y="20"/>
                </a:lnTo>
                <a:lnTo>
                  <a:pt x="11" y="27"/>
                </a:lnTo>
                <a:lnTo>
                  <a:pt x="0" y="27"/>
                </a:lnTo>
                <a:lnTo>
                  <a:pt x="7" y="0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7" name="Freeform 18"/>
          <p:cNvSpPr>
            <a:spLocks noGrp="1"/>
          </p:cNvSpPr>
          <p:nvPr/>
        </p:nvSpPr>
        <p:spPr>
          <a:xfrm>
            <a:off x="10007079" y="339251"/>
            <a:ext cx="50797" cy="41908"/>
          </a:xfrm>
          <a:custGeom>
            <a:avLst/>
            <a:gdLst/>
            <a:ahLst/>
            <a:cxnLst/>
            <a:rect l="l" t="t" r="r" b="b"/>
            <a:pathLst>
              <a:path w="33" h="27">
                <a:moveTo>
                  <a:pt x="8" y="0"/>
                </a:moveTo>
                <a:lnTo>
                  <a:pt x="0" y="27"/>
                </a:lnTo>
                <a:lnTo>
                  <a:pt x="25" y="27"/>
                </a:lnTo>
                <a:lnTo>
                  <a:pt x="33" y="0"/>
                </a:lnTo>
                <a:lnTo>
                  <a:pt x="22" y="0"/>
                </a:lnTo>
                <a:lnTo>
                  <a:pt x="15" y="24"/>
                </a:lnTo>
                <a:lnTo>
                  <a:pt x="11" y="24"/>
                </a:lnTo>
                <a:lnTo>
                  <a:pt x="18" y="0"/>
                </a:lnTo>
                <a:lnTo>
                  <a:pt x="8" y="0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8" name="Freeform 5"/>
          <p:cNvSpPr>
            <a:spLocks noGrp="1"/>
          </p:cNvSpPr>
          <p:nvPr/>
        </p:nvSpPr>
        <p:spPr>
          <a:xfrm>
            <a:off x="10436316" y="152571"/>
            <a:ext cx="1607736" cy="325103"/>
          </a:xfrm>
          <a:custGeom>
            <a:avLst/>
            <a:gdLst/>
            <a:ahLst/>
            <a:cxnLst/>
            <a:rect l="l" t="t" r="r" b="b"/>
            <a:pathLst>
              <a:path w="489" h="98">
                <a:moveTo>
                  <a:pt x="98" y="37"/>
                </a:moveTo>
                <a:cubicBezTo>
                  <a:pt x="98" y="37"/>
                  <a:pt x="101" y="31"/>
                  <a:pt x="102" y="39"/>
                </a:cubicBezTo>
                <a:lnTo>
                  <a:pt x="104" y="45"/>
                </a:lnTo>
                <a:cubicBezTo>
                  <a:pt x="104" y="45"/>
                  <a:pt x="106" y="49"/>
                  <a:pt x="109" y="43"/>
                </a:cubicBezTo>
                <a:lnTo>
                  <a:pt x="112" y="40"/>
                </a:lnTo>
                <a:cubicBezTo>
                  <a:pt x="112" y="40"/>
                  <a:pt x="114" y="40"/>
                  <a:pt x="114" y="37"/>
                </a:cubicBezTo>
                <a:lnTo>
                  <a:pt x="113" y="28"/>
                </a:lnTo>
                <a:cubicBezTo>
                  <a:pt x="113" y="28"/>
                  <a:pt x="113" y="22"/>
                  <a:pt x="111" y="22"/>
                </a:cubicBezTo>
                <a:cubicBezTo>
                  <a:pt x="111" y="22"/>
                  <a:pt x="108" y="16"/>
                  <a:pt x="112" y="15"/>
                </a:cubicBezTo>
                <a:cubicBezTo>
                  <a:pt x="112" y="15"/>
                  <a:pt x="113" y="11"/>
                  <a:pt x="119" y="14"/>
                </a:cubicBezTo>
                <a:cubicBezTo>
                  <a:pt x="119" y="14"/>
                  <a:pt x="125" y="16"/>
                  <a:pt x="123" y="21"/>
                </a:cubicBezTo>
                <a:lnTo>
                  <a:pt x="122" y="29"/>
                </a:lnTo>
                <a:cubicBezTo>
                  <a:pt x="122" y="29"/>
                  <a:pt x="121" y="33"/>
                  <a:pt x="127" y="28"/>
                </a:cubicBezTo>
                <a:lnTo>
                  <a:pt x="135" y="23"/>
                </a:lnTo>
                <a:cubicBezTo>
                  <a:pt x="135" y="23"/>
                  <a:pt x="143" y="20"/>
                  <a:pt x="145" y="24"/>
                </a:cubicBezTo>
                <a:cubicBezTo>
                  <a:pt x="145" y="24"/>
                  <a:pt x="147" y="27"/>
                  <a:pt x="143" y="30"/>
                </a:cubicBezTo>
                <a:cubicBezTo>
                  <a:pt x="143" y="30"/>
                  <a:pt x="131" y="33"/>
                  <a:pt x="133" y="42"/>
                </a:cubicBezTo>
                <a:cubicBezTo>
                  <a:pt x="133" y="42"/>
                  <a:pt x="139" y="43"/>
                  <a:pt x="134" y="48"/>
                </a:cubicBezTo>
                <a:cubicBezTo>
                  <a:pt x="134" y="48"/>
                  <a:pt x="128" y="49"/>
                  <a:pt x="125" y="52"/>
                </a:cubicBezTo>
                <a:lnTo>
                  <a:pt x="121" y="53"/>
                </a:lnTo>
                <a:lnTo>
                  <a:pt x="121" y="86"/>
                </a:lnTo>
                <a:cubicBezTo>
                  <a:pt x="121" y="86"/>
                  <a:pt x="121" y="96"/>
                  <a:pt x="115" y="92"/>
                </a:cubicBezTo>
                <a:cubicBezTo>
                  <a:pt x="115" y="92"/>
                  <a:pt x="109" y="84"/>
                  <a:pt x="113" y="74"/>
                </a:cubicBezTo>
                <a:lnTo>
                  <a:pt x="114" y="49"/>
                </a:lnTo>
                <a:cubicBezTo>
                  <a:pt x="114" y="49"/>
                  <a:pt x="115" y="41"/>
                  <a:pt x="109" y="50"/>
                </a:cubicBezTo>
                <a:lnTo>
                  <a:pt x="104" y="57"/>
                </a:lnTo>
                <a:cubicBezTo>
                  <a:pt x="104" y="57"/>
                  <a:pt x="102" y="60"/>
                  <a:pt x="98" y="58"/>
                </a:cubicBezTo>
                <a:cubicBezTo>
                  <a:pt x="98" y="58"/>
                  <a:pt x="90" y="54"/>
                  <a:pt x="94" y="47"/>
                </a:cubicBezTo>
                <a:cubicBezTo>
                  <a:pt x="96" y="45"/>
                  <a:pt x="97" y="40"/>
                  <a:pt x="98" y="37"/>
                </a:cubicBezTo>
                <a:close/>
                <a:moveTo>
                  <a:pt x="121" y="39"/>
                </a:moveTo>
                <a:lnTo>
                  <a:pt x="121" y="45"/>
                </a:lnTo>
                <a:cubicBezTo>
                  <a:pt x="121" y="45"/>
                  <a:pt x="120" y="48"/>
                  <a:pt x="125" y="45"/>
                </a:cubicBezTo>
                <a:cubicBezTo>
                  <a:pt x="125" y="45"/>
                  <a:pt x="128" y="42"/>
                  <a:pt x="128" y="40"/>
                </a:cubicBezTo>
                <a:cubicBezTo>
                  <a:pt x="128" y="40"/>
                  <a:pt x="128" y="35"/>
                  <a:pt x="130" y="35"/>
                </a:cubicBezTo>
                <a:cubicBezTo>
                  <a:pt x="130" y="35"/>
                  <a:pt x="131" y="31"/>
                  <a:pt x="126" y="33"/>
                </a:cubicBezTo>
                <a:lnTo>
                  <a:pt x="123" y="37"/>
                </a:lnTo>
                <a:lnTo>
                  <a:pt x="122" y="37"/>
                </a:lnTo>
                <a:cubicBezTo>
                  <a:pt x="122" y="37"/>
                  <a:pt x="121" y="38"/>
                  <a:pt x="121" y="39"/>
                </a:cubicBezTo>
                <a:close/>
              </a:path>
              <a:path w="489" h="98">
                <a:moveTo>
                  <a:pt x="29" y="76"/>
                </a:moveTo>
                <a:cubicBezTo>
                  <a:pt x="34" y="73"/>
                  <a:pt x="37" y="72"/>
                  <a:pt x="38" y="73"/>
                </a:cubicBezTo>
                <a:cubicBezTo>
                  <a:pt x="39" y="73"/>
                  <a:pt x="39" y="80"/>
                  <a:pt x="39" y="92"/>
                </a:cubicBezTo>
                <a:cubicBezTo>
                  <a:pt x="39" y="98"/>
                  <a:pt x="43" y="98"/>
                  <a:pt x="45" y="95"/>
                </a:cubicBezTo>
                <a:cubicBezTo>
                  <a:pt x="47" y="92"/>
                  <a:pt x="48" y="86"/>
                  <a:pt x="48" y="78"/>
                </a:cubicBezTo>
                <a:lnTo>
                  <a:pt x="48" y="71"/>
                </a:lnTo>
                <a:lnTo>
                  <a:pt x="50" y="68"/>
                </a:lnTo>
                <a:lnTo>
                  <a:pt x="59" y="64"/>
                </a:lnTo>
                <a:cubicBezTo>
                  <a:pt x="62" y="63"/>
                  <a:pt x="62" y="61"/>
                  <a:pt x="59" y="60"/>
                </a:cubicBezTo>
                <a:lnTo>
                  <a:pt x="54" y="56"/>
                </a:lnTo>
                <a:cubicBezTo>
                  <a:pt x="53" y="54"/>
                  <a:pt x="53" y="53"/>
                  <a:pt x="56" y="52"/>
                </a:cubicBezTo>
                <a:lnTo>
                  <a:pt x="71" y="44"/>
                </a:lnTo>
                <a:cubicBezTo>
                  <a:pt x="73" y="44"/>
                  <a:pt x="74" y="42"/>
                  <a:pt x="71" y="39"/>
                </a:cubicBezTo>
                <a:cubicBezTo>
                  <a:pt x="69" y="37"/>
                  <a:pt x="67" y="37"/>
                  <a:pt x="64" y="39"/>
                </a:cubicBezTo>
                <a:lnTo>
                  <a:pt x="59" y="41"/>
                </a:lnTo>
                <a:cubicBezTo>
                  <a:pt x="56" y="44"/>
                  <a:pt x="55" y="42"/>
                  <a:pt x="59" y="37"/>
                </a:cubicBezTo>
                <a:lnTo>
                  <a:pt x="64" y="34"/>
                </a:lnTo>
                <a:cubicBezTo>
                  <a:pt x="68" y="32"/>
                  <a:pt x="66" y="30"/>
                  <a:pt x="63" y="29"/>
                </a:cubicBezTo>
                <a:lnTo>
                  <a:pt x="59" y="26"/>
                </a:lnTo>
                <a:cubicBezTo>
                  <a:pt x="57" y="25"/>
                  <a:pt x="56" y="25"/>
                  <a:pt x="55" y="28"/>
                </a:cubicBezTo>
                <a:cubicBezTo>
                  <a:pt x="55" y="32"/>
                  <a:pt x="54" y="34"/>
                  <a:pt x="52" y="35"/>
                </a:cubicBezTo>
                <a:cubicBezTo>
                  <a:pt x="50" y="36"/>
                  <a:pt x="48" y="36"/>
                  <a:pt x="47" y="35"/>
                </a:cubicBezTo>
                <a:cubicBezTo>
                  <a:pt x="45" y="33"/>
                  <a:pt x="45" y="32"/>
                  <a:pt x="47" y="30"/>
                </a:cubicBezTo>
                <a:cubicBezTo>
                  <a:pt x="49" y="27"/>
                  <a:pt x="52" y="25"/>
                  <a:pt x="56" y="25"/>
                </a:cubicBezTo>
                <a:cubicBezTo>
                  <a:pt x="60" y="23"/>
                  <a:pt x="64" y="21"/>
                  <a:pt x="65" y="18"/>
                </a:cubicBezTo>
                <a:cubicBezTo>
                  <a:pt x="66" y="17"/>
                  <a:pt x="65" y="14"/>
                  <a:pt x="62" y="11"/>
                </a:cubicBezTo>
                <a:cubicBezTo>
                  <a:pt x="59" y="6"/>
                  <a:pt x="55" y="5"/>
                  <a:pt x="52" y="10"/>
                </a:cubicBezTo>
                <a:lnTo>
                  <a:pt x="47" y="22"/>
                </a:lnTo>
                <a:lnTo>
                  <a:pt x="43" y="22"/>
                </a:lnTo>
                <a:lnTo>
                  <a:pt x="44" y="14"/>
                </a:lnTo>
                <a:cubicBezTo>
                  <a:pt x="45" y="12"/>
                  <a:pt x="43" y="10"/>
                  <a:pt x="40" y="7"/>
                </a:cubicBezTo>
                <a:cubicBezTo>
                  <a:pt x="36" y="5"/>
                  <a:pt x="34" y="4"/>
                  <a:pt x="33" y="7"/>
                </a:cubicBezTo>
                <a:cubicBezTo>
                  <a:pt x="32" y="7"/>
                  <a:pt x="33" y="9"/>
                  <a:pt x="36" y="13"/>
                </a:cubicBezTo>
                <a:cubicBezTo>
                  <a:pt x="38" y="15"/>
                  <a:pt x="39" y="18"/>
                  <a:pt x="41" y="23"/>
                </a:cubicBezTo>
                <a:cubicBezTo>
                  <a:pt x="36" y="23"/>
                  <a:pt x="31" y="24"/>
                  <a:pt x="26" y="23"/>
                </a:cubicBezTo>
                <a:cubicBezTo>
                  <a:pt x="20" y="23"/>
                  <a:pt x="17" y="24"/>
                  <a:pt x="20" y="27"/>
                </a:cubicBezTo>
                <a:cubicBezTo>
                  <a:pt x="21" y="29"/>
                  <a:pt x="23" y="30"/>
                  <a:pt x="24" y="32"/>
                </a:cubicBezTo>
                <a:lnTo>
                  <a:pt x="38" y="28"/>
                </a:lnTo>
                <a:cubicBezTo>
                  <a:pt x="45" y="27"/>
                  <a:pt x="45" y="27"/>
                  <a:pt x="43" y="30"/>
                </a:cubicBezTo>
                <a:cubicBezTo>
                  <a:pt x="43" y="31"/>
                  <a:pt x="41" y="31"/>
                  <a:pt x="39" y="30"/>
                </a:cubicBezTo>
                <a:cubicBezTo>
                  <a:pt x="36" y="31"/>
                  <a:pt x="36" y="33"/>
                  <a:pt x="37" y="35"/>
                </a:cubicBezTo>
                <a:cubicBezTo>
                  <a:pt x="38" y="39"/>
                  <a:pt x="38" y="40"/>
                  <a:pt x="35" y="38"/>
                </a:cubicBezTo>
                <a:cubicBezTo>
                  <a:pt x="34" y="38"/>
                  <a:pt x="33" y="38"/>
                  <a:pt x="33" y="39"/>
                </a:cubicBezTo>
                <a:cubicBezTo>
                  <a:pt x="32" y="40"/>
                  <a:pt x="30" y="40"/>
                  <a:pt x="28" y="37"/>
                </a:cubicBezTo>
                <a:cubicBezTo>
                  <a:pt x="24" y="33"/>
                  <a:pt x="21" y="32"/>
                  <a:pt x="20" y="35"/>
                </a:cubicBezTo>
                <a:lnTo>
                  <a:pt x="21" y="38"/>
                </a:lnTo>
                <a:cubicBezTo>
                  <a:pt x="23" y="42"/>
                  <a:pt x="23" y="44"/>
                  <a:pt x="20" y="44"/>
                </a:cubicBezTo>
                <a:cubicBezTo>
                  <a:pt x="19" y="45"/>
                  <a:pt x="20" y="46"/>
                  <a:pt x="21" y="47"/>
                </a:cubicBezTo>
                <a:lnTo>
                  <a:pt x="24" y="50"/>
                </a:lnTo>
                <a:cubicBezTo>
                  <a:pt x="26" y="53"/>
                  <a:pt x="28" y="53"/>
                  <a:pt x="32" y="49"/>
                </a:cubicBezTo>
                <a:cubicBezTo>
                  <a:pt x="36" y="44"/>
                  <a:pt x="38" y="43"/>
                  <a:pt x="38" y="47"/>
                </a:cubicBezTo>
                <a:cubicBezTo>
                  <a:pt x="38" y="50"/>
                  <a:pt x="37" y="51"/>
                  <a:pt x="34" y="51"/>
                </a:cubicBezTo>
                <a:lnTo>
                  <a:pt x="1" y="61"/>
                </a:lnTo>
                <a:cubicBezTo>
                  <a:pt x="0" y="61"/>
                  <a:pt x="0" y="61"/>
                  <a:pt x="0" y="61"/>
                </a:cubicBezTo>
                <a:lnTo>
                  <a:pt x="7" y="66"/>
                </a:lnTo>
                <a:cubicBezTo>
                  <a:pt x="8" y="66"/>
                  <a:pt x="10" y="66"/>
                  <a:pt x="11" y="66"/>
                </a:cubicBezTo>
                <a:lnTo>
                  <a:pt x="20" y="63"/>
                </a:lnTo>
                <a:lnTo>
                  <a:pt x="33" y="56"/>
                </a:lnTo>
                <a:cubicBezTo>
                  <a:pt x="37" y="55"/>
                  <a:pt x="39" y="55"/>
                  <a:pt x="38" y="58"/>
                </a:cubicBezTo>
                <a:cubicBezTo>
                  <a:pt x="38" y="59"/>
                  <a:pt x="37" y="60"/>
                  <a:pt x="35" y="61"/>
                </a:cubicBezTo>
                <a:cubicBezTo>
                  <a:pt x="29" y="64"/>
                  <a:pt x="23" y="69"/>
                  <a:pt x="17" y="74"/>
                </a:cubicBezTo>
                <a:cubicBezTo>
                  <a:pt x="14" y="77"/>
                  <a:pt x="13" y="78"/>
                  <a:pt x="17" y="78"/>
                </a:cubicBezTo>
                <a:cubicBezTo>
                  <a:pt x="19" y="79"/>
                  <a:pt x="21" y="79"/>
                  <a:pt x="25" y="77"/>
                </a:cubicBezTo>
                <a:lnTo>
                  <a:pt x="29" y="76"/>
                </a:lnTo>
                <a:close/>
                <a:moveTo>
                  <a:pt x="38" y="65"/>
                </a:moveTo>
                <a:cubicBezTo>
                  <a:pt x="38" y="67"/>
                  <a:pt x="37" y="68"/>
                  <a:pt x="34" y="69"/>
                </a:cubicBezTo>
                <a:lnTo>
                  <a:pt x="30" y="70"/>
                </a:lnTo>
                <a:cubicBezTo>
                  <a:pt x="26" y="71"/>
                  <a:pt x="25" y="71"/>
                  <a:pt x="28" y="69"/>
                </a:cubicBezTo>
                <a:lnTo>
                  <a:pt x="35" y="64"/>
                </a:lnTo>
                <a:cubicBezTo>
                  <a:pt x="37" y="63"/>
                  <a:pt x="38" y="63"/>
                  <a:pt x="38" y="65"/>
                </a:cubicBezTo>
                <a:close/>
                <a:moveTo>
                  <a:pt x="48" y="57"/>
                </a:moveTo>
                <a:lnTo>
                  <a:pt x="48" y="61"/>
                </a:lnTo>
                <a:cubicBezTo>
                  <a:pt x="48" y="63"/>
                  <a:pt x="50" y="63"/>
                  <a:pt x="51" y="62"/>
                </a:cubicBezTo>
                <a:cubicBezTo>
                  <a:pt x="51" y="62"/>
                  <a:pt x="51" y="61"/>
                  <a:pt x="51" y="59"/>
                </a:cubicBezTo>
                <a:cubicBezTo>
                  <a:pt x="50" y="58"/>
                  <a:pt x="49" y="57"/>
                  <a:pt x="48" y="57"/>
                </a:cubicBezTo>
                <a:close/>
                <a:moveTo>
                  <a:pt x="50" y="50"/>
                </a:moveTo>
                <a:cubicBezTo>
                  <a:pt x="48" y="50"/>
                  <a:pt x="48" y="51"/>
                  <a:pt x="48" y="52"/>
                </a:cubicBezTo>
                <a:cubicBezTo>
                  <a:pt x="49" y="53"/>
                  <a:pt x="51" y="53"/>
                  <a:pt x="53" y="51"/>
                </a:cubicBezTo>
                <a:lnTo>
                  <a:pt x="58" y="48"/>
                </a:lnTo>
                <a:cubicBezTo>
                  <a:pt x="59" y="47"/>
                  <a:pt x="59" y="47"/>
                  <a:pt x="56" y="47"/>
                </a:cubicBezTo>
                <a:lnTo>
                  <a:pt x="51" y="49"/>
                </a:lnTo>
                <a:lnTo>
                  <a:pt x="50" y="50"/>
                </a:lnTo>
                <a:close/>
                <a:moveTo>
                  <a:pt x="48" y="39"/>
                </a:moveTo>
                <a:lnTo>
                  <a:pt x="47" y="44"/>
                </a:lnTo>
                <a:cubicBezTo>
                  <a:pt x="48" y="47"/>
                  <a:pt x="49" y="47"/>
                  <a:pt x="51" y="45"/>
                </a:cubicBezTo>
                <a:cubicBezTo>
                  <a:pt x="51" y="44"/>
                  <a:pt x="52" y="43"/>
                  <a:pt x="53" y="41"/>
                </a:cubicBezTo>
                <a:cubicBezTo>
                  <a:pt x="53" y="39"/>
                  <a:pt x="52" y="39"/>
                  <a:pt x="51" y="38"/>
                </a:cubicBezTo>
                <a:cubicBezTo>
                  <a:pt x="50" y="38"/>
                  <a:pt x="49" y="38"/>
                  <a:pt x="48" y="39"/>
                </a:cubicBezTo>
                <a:close/>
                <a:moveTo>
                  <a:pt x="60" y="14"/>
                </a:moveTo>
                <a:cubicBezTo>
                  <a:pt x="60" y="15"/>
                  <a:pt x="59" y="16"/>
                  <a:pt x="58" y="17"/>
                </a:cubicBezTo>
                <a:lnTo>
                  <a:pt x="57" y="17"/>
                </a:lnTo>
                <a:cubicBezTo>
                  <a:pt x="56" y="17"/>
                  <a:pt x="55" y="18"/>
                  <a:pt x="54" y="17"/>
                </a:cubicBezTo>
                <a:lnTo>
                  <a:pt x="57" y="14"/>
                </a:lnTo>
                <a:cubicBezTo>
                  <a:pt x="58" y="14"/>
                  <a:pt x="60" y="13"/>
                  <a:pt x="60" y="14"/>
                </a:cubicBezTo>
                <a:close/>
              </a:path>
              <a:path w="489" h="98">
                <a:moveTo>
                  <a:pt x="186" y="22"/>
                </a:moveTo>
                <a:lnTo>
                  <a:pt x="193" y="17"/>
                </a:lnTo>
                <a:cubicBezTo>
                  <a:pt x="193" y="17"/>
                  <a:pt x="195" y="13"/>
                  <a:pt x="198" y="18"/>
                </a:cubicBezTo>
                <a:cubicBezTo>
                  <a:pt x="198" y="18"/>
                  <a:pt x="202" y="23"/>
                  <a:pt x="196" y="24"/>
                </a:cubicBezTo>
                <a:cubicBezTo>
                  <a:pt x="196" y="24"/>
                  <a:pt x="193" y="26"/>
                  <a:pt x="191" y="25"/>
                </a:cubicBezTo>
                <a:cubicBezTo>
                  <a:pt x="191" y="25"/>
                  <a:pt x="180" y="30"/>
                  <a:pt x="177" y="31"/>
                </a:cubicBezTo>
                <a:cubicBezTo>
                  <a:pt x="177" y="31"/>
                  <a:pt x="171" y="33"/>
                  <a:pt x="172" y="30"/>
                </a:cubicBezTo>
                <a:lnTo>
                  <a:pt x="183" y="24"/>
                </a:lnTo>
                <a:lnTo>
                  <a:pt x="186" y="22"/>
                </a:lnTo>
                <a:close/>
              </a:path>
              <a:path w="489" h="98">
                <a:moveTo>
                  <a:pt x="217" y="29"/>
                </a:moveTo>
                <a:lnTo>
                  <a:pt x="216" y="50"/>
                </a:lnTo>
                <a:lnTo>
                  <a:pt x="220" y="47"/>
                </a:lnTo>
                <a:lnTo>
                  <a:pt x="221" y="42"/>
                </a:lnTo>
                <a:cubicBezTo>
                  <a:pt x="221" y="42"/>
                  <a:pt x="221" y="39"/>
                  <a:pt x="225" y="43"/>
                </a:cubicBezTo>
                <a:cubicBezTo>
                  <a:pt x="225" y="43"/>
                  <a:pt x="229" y="46"/>
                  <a:pt x="228" y="50"/>
                </a:cubicBezTo>
                <a:cubicBezTo>
                  <a:pt x="228" y="50"/>
                  <a:pt x="220" y="52"/>
                  <a:pt x="216" y="59"/>
                </a:cubicBezTo>
                <a:lnTo>
                  <a:pt x="216" y="83"/>
                </a:lnTo>
                <a:cubicBezTo>
                  <a:pt x="216" y="83"/>
                  <a:pt x="216" y="87"/>
                  <a:pt x="215" y="89"/>
                </a:cubicBezTo>
                <a:cubicBezTo>
                  <a:pt x="215" y="89"/>
                  <a:pt x="212" y="95"/>
                  <a:pt x="211" y="94"/>
                </a:cubicBezTo>
                <a:cubicBezTo>
                  <a:pt x="211" y="94"/>
                  <a:pt x="207" y="92"/>
                  <a:pt x="209" y="86"/>
                </a:cubicBezTo>
                <a:lnTo>
                  <a:pt x="209" y="69"/>
                </a:lnTo>
                <a:cubicBezTo>
                  <a:pt x="209" y="69"/>
                  <a:pt x="210" y="63"/>
                  <a:pt x="206" y="68"/>
                </a:cubicBezTo>
                <a:cubicBezTo>
                  <a:pt x="206" y="68"/>
                  <a:pt x="202" y="74"/>
                  <a:pt x="197" y="69"/>
                </a:cubicBezTo>
                <a:cubicBezTo>
                  <a:pt x="197" y="69"/>
                  <a:pt x="192" y="67"/>
                  <a:pt x="197" y="64"/>
                </a:cubicBezTo>
                <a:cubicBezTo>
                  <a:pt x="197" y="64"/>
                  <a:pt x="198" y="64"/>
                  <a:pt x="199" y="59"/>
                </a:cubicBezTo>
                <a:lnTo>
                  <a:pt x="200" y="55"/>
                </a:lnTo>
                <a:cubicBezTo>
                  <a:pt x="200" y="55"/>
                  <a:pt x="201" y="50"/>
                  <a:pt x="198" y="50"/>
                </a:cubicBezTo>
                <a:cubicBezTo>
                  <a:pt x="198" y="50"/>
                  <a:pt x="195" y="47"/>
                  <a:pt x="197" y="45"/>
                </a:cubicBezTo>
                <a:cubicBezTo>
                  <a:pt x="197" y="45"/>
                  <a:pt x="203" y="38"/>
                  <a:pt x="196" y="32"/>
                </a:cubicBezTo>
                <a:cubicBezTo>
                  <a:pt x="196" y="32"/>
                  <a:pt x="190" y="29"/>
                  <a:pt x="195" y="28"/>
                </a:cubicBezTo>
                <a:cubicBezTo>
                  <a:pt x="195" y="28"/>
                  <a:pt x="199" y="28"/>
                  <a:pt x="199" y="29"/>
                </a:cubicBezTo>
                <a:cubicBezTo>
                  <a:pt x="199" y="29"/>
                  <a:pt x="207" y="28"/>
                  <a:pt x="207" y="34"/>
                </a:cubicBezTo>
                <a:cubicBezTo>
                  <a:pt x="207" y="34"/>
                  <a:pt x="207" y="37"/>
                  <a:pt x="205" y="37"/>
                </a:cubicBezTo>
                <a:cubicBezTo>
                  <a:pt x="205" y="37"/>
                  <a:pt x="197" y="44"/>
                  <a:pt x="203" y="44"/>
                </a:cubicBezTo>
                <a:cubicBezTo>
                  <a:pt x="203" y="44"/>
                  <a:pt x="211" y="46"/>
                  <a:pt x="205" y="52"/>
                </a:cubicBezTo>
                <a:cubicBezTo>
                  <a:pt x="205" y="52"/>
                  <a:pt x="203" y="51"/>
                  <a:pt x="202" y="57"/>
                </a:cubicBezTo>
                <a:cubicBezTo>
                  <a:pt x="202" y="57"/>
                  <a:pt x="199" y="64"/>
                  <a:pt x="204" y="61"/>
                </a:cubicBezTo>
                <a:cubicBezTo>
                  <a:pt x="204" y="61"/>
                  <a:pt x="206" y="60"/>
                  <a:pt x="209" y="57"/>
                </a:cubicBezTo>
                <a:cubicBezTo>
                  <a:pt x="209" y="57"/>
                  <a:pt x="210" y="54"/>
                  <a:pt x="210" y="51"/>
                </a:cubicBezTo>
                <a:cubicBezTo>
                  <a:pt x="210" y="51"/>
                  <a:pt x="210" y="26"/>
                  <a:pt x="209" y="20"/>
                </a:cubicBezTo>
                <a:cubicBezTo>
                  <a:pt x="209" y="20"/>
                  <a:pt x="207" y="16"/>
                  <a:pt x="211" y="14"/>
                </a:cubicBezTo>
                <a:cubicBezTo>
                  <a:pt x="211" y="14"/>
                  <a:pt x="214" y="12"/>
                  <a:pt x="218" y="16"/>
                </a:cubicBezTo>
                <a:cubicBezTo>
                  <a:pt x="218" y="16"/>
                  <a:pt x="221" y="17"/>
                  <a:pt x="218" y="21"/>
                </a:cubicBezTo>
                <a:lnTo>
                  <a:pt x="217" y="26"/>
                </a:lnTo>
                <a:lnTo>
                  <a:pt x="217" y="29"/>
                </a:lnTo>
                <a:close/>
              </a:path>
              <a:path w="489" h="98">
                <a:moveTo>
                  <a:pt x="170" y="48"/>
                </a:moveTo>
                <a:cubicBezTo>
                  <a:pt x="170" y="48"/>
                  <a:pt x="165" y="51"/>
                  <a:pt x="163" y="49"/>
                </a:cubicBezTo>
                <a:cubicBezTo>
                  <a:pt x="163" y="49"/>
                  <a:pt x="160" y="49"/>
                  <a:pt x="162" y="52"/>
                </a:cubicBezTo>
                <a:cubicBezTo>
                  <a:pt x="162" y="52"/>
                  <a:pt x="165" y="59"/>
                  <a:pt x="171" y="55"/>
                </a:cubicBezTo>
                <a:lnTo>
                  <a:pt x="179" y="49"/>
                </a:lnTo>
                <a:cubicBezTo>
                  <a:pt x="179" y="49"/>
                  <a:pt x="182" y="45"/>
                  <a:pt x="181" y="51"/>
                </a:cubicBezTo>
                <a:cubicBezTo>
                  <a:pt x="181" y="51"/>
                  <a:pt x="181" y="55"/>
                  <a:pt x="179" y="55"/>
                </a:cubicBezTo>
                <a:lnTo>
                  <a:pt x="167" y="68"/>
                </a:lnTo>
                <a:cubicBezTo>
                  <a:pt x="167" y="68"/>
                  <a:pt x="162" y="73"/>
                  <a:pt x="168" y="74"/>
                </a:cubicBezTo>
                <a:cubicBezTo>
                  <a:pt x="168" y="74"/>
                  <a:pt x="172" y="75"/>
                  <a:pt x="175" y="72"/>
                </a:cubicBezTo>
                <a:cubicBezTo>
                  <a:pt x="175" y="72"/>
                  <a:pt x="180" y="66"/>
                  <a:pt x="179" y="70"/>
                </a:cubicBezTo>
                <a:lnTo>
                  <a:pt x="179" y="79"/>
                </a:lnTo>
                <a:cubicBezTo>
                  <a:pt x="179" y="79"/>
                  <a:pt x="178" y="82"/>
                  <a:pt x="181" y="83"/>
                </a:cubicBezTo>
                <a:cubicBezTo>
                  <a:pt x="181" y="83"/>
                  <a:pt x="183" y="85"/>
                  <a:pt x="185" y="82"/>
                </a:cubicBezTo>
                <a:cubicBezTo>
                  <a:pt x="185" y="82"/>
                  <a:pt x="187" y="80"/>
                  <a:pt x="186" y="75"/>
                </a:cubicBezTo>
                <a:lnTo>
                  <a:pt x="186" y="63"/>
                </a:lnTo>
                <a:cubicBezTo>
                  <a:pt x="186" y="63"/>
                  <a:pt x="192" y="59"/>
                  <a:pt x="193" y="57"/>
                </a:cubicBezTo>
                <a:cubicBezTo>
                  <a:pt x="193" y="57"/>
                  <a:pt x="194" y="53"/>
                  <a:pt x="190" y="57"/>
                </a:cubicBezTo>
                <a:cubicBezTo>
                  <a:pt x="190" y="57"/>
                  <a:pt x="185" y="62"/>
                  <a:pt x="186" y="58"/>
                </a:cubicBezTo>
                <a:lnTo>
                  <a:pt x="186" y="52"/>
                </a:lnTo>
                <a:cubicBezTo>
                  <a:pt x="186" y="52"/>
                  <a:pt x="197" y="43"/>
                  <a:pt x="196" y="42"/>
                </a:cubicBezTo>
                <a:cubicBezTo>
                  <a:pt x="196" y="41"/>
                  <a:pt x="198" y="40"/>
                  <a:pt x="194" y="36"/>
                </a:cubicBezTo>
                <a:cubicBezTo>
                  <a:pt x="194" y="36"/>
                  <a:pt x="191" y="34"/>
                  <a:pt x="190" y="37"/>
                </a:cubicBezTo>
                <a:cubicBezTo>
                  <a:pt x="190" y="37"/>
                  <a:pt x="186" y="41"/>
                  <a:pt x="186" y="37"/>
                </a:cubicBezTo>
                <a:cubicBezTo>
                  <a:pt x="186" y="37"/>
                  <a:pt x="189" y="34"/>
                  <a:pt x="186" y="32"/>
                </a:cubicBezTo>
                <a:cubicBezTo>
                  <a:pt x="186" y="32"/>
                  <a:pt x="182" y="28"/>
                  <a:pt x="180" y="33"/>
                </a:cubicBezTo>
                <a:cubicBezTo>
                  <a:pt x="180" y="33"/>
                  <a:pt x="178" y="33"/>
                  <a:pt x="181" y="42"/>
                </a:cubicBezTo>
                <a:lnTo>
                  <a:pt x="176" y="44"/>
                </a:lnTo>
                <a:lnTo>
                  <a:pt x="173" y="46"/>
                </a:lnTo>
                <a:lnTo>
                  <a:pt x="170" y="48"/>
                </a:lnTo>
                <a:close/>
                <a:moveTo>
                  <a:pt x="186" y="43"/>
                </a:moveTo>
                <a:cubicBezTo>
                  <a:pt x="186" y="43"/>
                  <a:pt x="187" y="41"/>
                  <a:pt x="189" y="42"/>
                </a:cubicBezTo>
                <a:cubicBezTo>
                  <a:pt x="189" y="42"/>
                  <a:pt x="189" y="44"/>
                  <a:pt x="188" y="45"/>
                </a:cubicBezTo>
                <a:cubicBezTo>
                  <a:pt x="188" y="45"/>
                  <a:pt x="186" y="46"/>
                  <a:pt x="187" y="44"/>
                </a:cubicBezTo>
                <a:cubicBezTo>
                  <a:pt x="186" y="46"/>
                  <a:pt x="186" y="43"/>
                  <a:pt x="186" y="43"/>
                </a:cubicBezTo>
                <a:close/>
                <a:moveTo>
                  <a:pt x="175" y="64"/>
                </a:moveTo>
                <a:lnTo>
                  <a:pt x="178" y="61"/>
                </a:lnTo>
                <a:cubicBezTo>
                  <a:pt x="178" y="61"/>
                  <a:pt x="180" y="57"/>
                  <a:pt x="180" y="60"/>
                </a:cubicBezTo>
                <a:cubicBezTo>
                  <a:pt x="180" y="60"/>
                  <a:pt x="180" y="65"/>
                  <a:pt x="177" y="65"/>
                </a:cubicBezTo>
                <a:cubicBezTo>
                  <a:pt x="177" y="65"/>
                  <a:pt x="174" y="67"/>
                  <a:pt x="174" y="65"/>
                </a:cubicBezTo>
                <a:lnTo>
                  <a:pt x="175" y="65"/>
                </a:lnTo>
                <a:lnTo>
                  <a:pt x="175" y="64"/>
                </a:lnTo>
                <a:close/>
              </a:path>
              <a:path w="489" h="98">
                <a:moveTo>
                  <a:pt x="255" y="43"/>
                </a:moveTo>
                <a:cubicBezTo>
                  <a:pt x="255" y="43"/>
                  <a:pt x="252" y="46"/>
                  <a:pt x="249" y="46"/>
                </a:cubicBezTo>
                <a:cubicBezTo>
                  <a:pt x="249" y="46"/>
                  <a:pt x="247" y="45"/>
                  <a:pt x="248" y="48"/>
                </a:cubicBezTo>
                <a:cubicBezTo>
                  <a:pt x="248" y="48"/>
                  <a:pt x="248" y="51"/>
                  <a:pt x="253" y="52"/>
                </a:cubicBezTo>
                <a:cubicBezTo>
                  <a:pt x="253" y="52"/>
                  <a:pt x="257" y="52"/>
                  <a:pt x="257" y="51"/>
                </a:cubicBezTo>
                <a:cubicBezTo>
                  <a:pt x="257" y="51"/>
                  <a:pt x="257" y="49"/>
                  <a:pt x="260" y="48"/>
                </a:cubicBezTo>
                <a:cubicBezTo>
                  <a:pt x="260" y="48"/>
                  <a:pt x="263" y="46"/>
                  <a:pt x="264" y="45"/>
                </a:cubicBezTo>
                <a:cubicBezTo>
                  <a:pt x="264" y="45"/>
                  <a:pt x="267" y="42"/>
                  <a:pt x="266" y="46"/>
                </a:cubicBezTo>
                <a:lnTo>
                  <a:pt x="265" y="55"/>
                </a:lnTo>
                <a:cubicBezTo>
                  <a:pt x="265" y="59"/>
                  <a:pt x="258" y="64"/>
                  <a:pt x="256" y="66"/>
                </a:cubicBezTo>
                <a:cubicBezTo>
                  <a:pt x="256" y="66"/>
                  <a:pt x="253" y="69"/>
                  <a:pt x="251" y="69"/>
                </a:cubicBezTo>
                <a:cubicBezTo>
                  <a:pt x="251" y="69"/>
                  <a:pt x="249" y="68"/>
                  <a:pt x="251" y="72"/>
                </a:cubicBezTo>
                <a:cubicBezTo>
                  <a:pt x="251" y="72"/>
                  <a:pt x="255" y="76"/>
                  <a:pt x="257" y="75"/>
                </a:cubicBezTo>
                <a:lnTo>
                  <a:pt x="261" y="71"/>
                </a:lnTo>
                <a:lnTo>
                  <a:pt x="263" y="67"/>
                </a:lnTo>
                <a:cubicBezTo>
                  <a:pt x="263" y="67"/>
                  <a:pt x="266" y="63"/>
                  <a:pt x="265" y="69"/>
                </a:cubicBezTo>
                <a:cubicBezTo>
                  <a:pt x="265" y="69"/>
                  <a:pt x="265" y="77"/>
                  <a:pt x="263" y="79"/>
                </a:cubicBezTo>
                <a:cubicBezTo>
                  <a:pt x="263" y="79"/>
                  <a:pt x="262" y="79"/>
                  <a:pt x="264" y="82"/>
                </a:cubicBezTo>
                <a:cubicBezTo>
                  <a:pt x="264" y="82"/>
                  <a:pt x="266" y="87"/>
                  <a:pt x="268" y="85"/>
                </a:cubicBezTo>
                <a:lnTo>
                  <a:pt x="270" y="81"/>
                </a:lnTo>
                <a:cubicBezTo>
                  <a:pt x="270" y="81"/>
                  <a:pt x="272" y="78"/>
                  <a:pt x="271" y="76"/>
                </a:cubicBezTo>
                <a:cubicBezTo>
                  <a:pt x="270" y="75"/>
                  <a:pt x="271" y="57"/>
                  <a:pt x="271" y="57"/>
                </a:cubicBezTo>
                <a:lnTo>
                  <a:pt x="277" y="48"/>
                </a:lnTo>
                <a:cubicBezTo>
                  <a:pt x="277" y="48"/>
                  <a:pt x="281" y="44"/>
                  <a:pt x="277" y="44"/>
                </a:cubicBezTo>
                <a:cubicBezTo>
                  <a:pt x="277" y="44"/>
                  <a:pt x="275" y="46"/>
                  <a:pt x="273" y="49"/>
                </a:cubicBezTo>
                <a:cubicBezTo>
                  <a:pt x="273" y="49"/>
                  <a:pt x="271" y="51"/>
                  <a:pt x="272" y="46"/>
                </a:cubicBezTo>
                <a:lnTo>
                  <a:pt x="272" y="40"/>
                </a:lnTo>
                <a:cubicBezTo>
                  <a:pt x="272" y="40"/>
                  <a:pt x="271" y="37"/>
                  <a:pt x="275" y="36"/>
                </a:cubicBezTo>
                <a:lnTo>
                  <a:pt x="279" y="33"/>
                </a:lnTo>
                <a:cubicBezTo>
                  <a:pt x="279" y="33"/>
                  <a:pt x="282" y="31"/>
                  <a:pt x="280" y="30"/>
                </a:cubicBezTo>
                <a:cubicBezTo>
                  <a:pt x="280" y="30"/>
                  <a:pt x="276" y="26"/>
                  <a:pt x="276" y="30"/>
                </a:cubicBezTo>
                <a:lnTo>
                  <a:pt x="274" y="32"/>
                </a:lnTo>
                <a:cubicBezTo>
                  <a:pt x="274" y="32"/>
                  <a:pt x="272" y="34"/>
                  <a:pt x="273" y="30"/>
                </a:cubicBezTo>
                <a:lnTo>
                  <a:pt x="274" y="23"/>
                </a:lnTo>
                <a:cubicBezTo>
                  <a:pt x="274" y="23"/>
                  <a:pt x="274" y="18"/>
                  <a:pt x="276" y="17"/>
                </a:cubicBezTo>
                <a:cubicBezTo>
                  <a:pt x="276" y="17"/>
                  <a:pt x="273" y="11"/>
                  <a:pt x="269" y="14"/>
                </a:cubicBezTo>
                <a:cubicBezTo>
                  <a:pt x="269" y="14"/>
                  <a:pt x="263" y="17"/>
                  <a:pt x="267" y="21"/>
                </a:cubicBezTo>
                <a:lnTo>
                  <a:pt x="266" y="35"/>
                </a:lnTo>
                <a:cubicBezTo>
                  <a:pt x="266" y="35"/>
                  <a:pt x="266" y="38"/>
                  <a:pt x="264" y="38"/>
                </a:cubicBezTo>
                <a:lnTo>
                  <a:pt x="258" y="42"/>
                </a:lnTo>
                <a:lnTo>
                  <a:pt x="256" y="43"/>
                </a:lnTo>
                <a:lnTo>
                  <a:pt x="255" y="43"/>
                </a:lnTo>
                <a:close/>
              </a:path>
              <a:path w="489" h="98">
                <a:moveTo>
                  <a:pt x="303" y="56"/>
                </a:moveTo>
                <a:cubicBezTo>
                  <a:pt x="303" y="56"/>
                  <a:pt x="300" y="63"/>
                  <a:pt x="298" y="65"/>
                </a:cubicBezTo>
                <a:lnTo>
                  <a:pt x="304" y="70"/>
                </a:lnTo>
                <a:cubicBezTo>
                  <a:pt x="304" y="70"/>
                  <a:pt x="306" y="73"/>
                  <a:pt x="317" y="73"/>
                </a:cubicBezTo>
                <a:cubicBezTo>
                  <a:pt x="317" y="73"/>
                  <a:pt x="323" y="73"/>
                  <a:pt x="316" y="76"/>
                </a:cubicBezTo>
                <a:lnTo>
                  <a:pt x="307" y="81"/>
                </a:lnTo>
                <a:cubicBezTo>
                  <a:pt x="307" y="81"/>
                  <a:pt x="300" y="84"/>
                  <a:pt x="299" y="80"/>
                </a:cubicBezTo>
                <a:lnTo>
                  <a:pt x="295" y="73"/>
                </a:lnTo>
                <a:cubicBezTo>
                  <a:pt x="295" y="73"/>
                  <a:pt x="294" y="68"/>
                  <a:pt x="293" y="72"/>
                </a:cubicBezTo>
                <a:cubicBezTo>
                  <a:pt x="293" y="72"/>
                  <a:pt x="288" y="78"/>
                  <a:pt x="285" y="78"/>
                </a:cubicBezTo>
                <a:cubicBezTo>
                  <a:pt x="285" y="78"/>
                  <a:pt x="280" y="79"/>
                  <a:pt x="276" y="77"/>
                </a:cubicBezTo>
                <a:cubicBezTo>
                  <a:pt x="276" y="77"/>
                  <a:pt x="269" y="77"/>
                  <a:pt x="279" y="75"/>
                </a:cubicBezTo>
                <a:cubicBezTo>
                  <a:pt x="279" y="75"/>
                  <a:pt x="286" y="73"/>
                  <a:pt x="290" y="66"/>
                </a:cubicBezTo>
                <a:lnTo>
                  <a:pt x="283" y="58"/>
                </a:lnTo>
                <a:cubicBezTo>
                  <a:pt x="283" y="58"/>
                  <a:pt x="280" y="55"/>
                  <a:pt x="284" y="55"/>
                </a:cubicBezTo>
                <a:cubicBezTo>
                  <a:pt x="284" y="55"/>
                  <a:pt x="285" y="54"/>
                  <a:pt x="289" y="57"/>
                </a:cubicBezTo>
                <a:cubicBezTo>
                  <a:pt x="289" y="57"/>
                  <a:pt x="291" y="59"/>
                  <a:pt x="292" y="60"/>
                </a:cubicBezTo>
                <a:cubicBezTo>
                  <a:pt x="293" y="60"/>
                  <a:pt x="293" y="61"/>
                  <a:pt x="295" y="59"/>
                </a:cubicBezTo>
                <a:cubicBezTo>
                  <a:pt x="295" y="58"/>
                  <a:pt x="296" y="56"/>
                  <a:pt x="298" y="52"/>
                </a:cubicBezTo>
                <a:cubicBezTo>
                  <a:pt x="298" y="52"/>
                  <a:pt x="300" y="49"/>
                  <a:pt x="296" y="50"/>
                </a:cubicBezTo>
                <a:cubicBezTo>
                  <a:pt x="296" y="50"/>
                  <a:pt x="293" y="52"/>
                  <a:pt x="292" y="54"/>
                </a:cubicBezTo>
                <a:cubicBezTo>
                  <a:pt x="292" y="54"/>
                  <a:pt x="290" y="56"/>
                  <a:pt x="287" y="54"/>
                </a:cubicBezTo>
                <a:cubicBezTo>
                  <a:pt x="287" y="54"/>
                  <a:pt x="282" y="51"/>
                  <a:pt x="285" y="49"/>
                </a:cubicBezTo>
                <a:lnTo>
                  <a:pt x="286" y="45"/>
                </a:lnTo>
                <a:cubicBezTo>
                  <a:pt x="286" y="45"/>
                  <a:pt x="288" y="40"/>
                  <a:pt x="284" y="44"/>
                </a:cubicBezTo>
                <a:cubicBezTo>
                  <a:pt x="284" y="44"/>
                  <a:pt x="282" y="47"/>
                  <a:pt x="281" y="45"/>
                </a:cubicBezTo>
                <a:lnTo>
                  <a:pt x="276" y="41"/>
                </a:lnTo>
                <a:cubicBezTo>
                  <a:pt x="276" y="41"/>
                  <a:pt x="273" y="38"/>
                  <a:pt x="278" y="39"/>
                </a:cubicBezTo>
                <a:lnTo>
                  <a:pt x="290" y="34"/>
                </a:lnTo>
                <a:cubicBezTo>
                  <a:pt x="290" y="34"/>
                  <a:pt x="291" y="25"/>
                  <a:pt x="292" y="23"/>
                </a:cubicBezTo>
                <a:cubicBezTo>
                  <a:pt x="292" y="23"/>
                  <a:pt x="293" y="14"/>
                  <a:pt x="298" y="15"/>
                </a:cubicBezTo>
                <a:cubicBezTo>
                  <a:pt x="298" y="15"/>
                  <a:pt x="302" y="15"/>
                  <a:pt x="305" y="23"/>
                </a:cubicBezTo>
                <a:cubicBezTo>
                  <a:pt x="305" y="23"/>
                  <a:pt x="308" y="26"/>
                  <a:pt x="304" y="29"/>
                </a:cubicBezTo>
                <a:cubicBezTo>
                  <a:pt x="304" y="29"/>
                  <a:pt x="296" y="34"/>
                  <a:pt x="295" y="35"/>
                </a:cubicBezTo>
                <a:cubicBezTo>
                  <a:pt x="295" y="35"/>
                  <a:pt x="292" y="37"/>
                  <a:pt x="291" y="41"/>
                </a:cubicBezTo>
                <a:cubicBezTo>
                  <a:pt x="291" y="41"/>
                  <a:pt x="287" y="50"/>
                  <a:pt x="291" y="47"/>
                </a:cubicBezTo>
                <a:lnTo>
                  <a:pt x="301" y="40"/>
                </a:lnTo>
                <a:cubicBezTo>
                  <a:pt x="301" y="40"/>
                  <a:pt x="302" y="37"/>
                  <a:pt x="307" y="41"/>
                </a:cubicBezTo>
                <a:cubicBezTo>
                  <a:pt x="307" y="41"/>
                  <a:pt x="312" y="44"/>
                  <a:pt x="309" y="47"/>
                </a:cubicBezTo>
                <a:lnTo>
                  <a:pt x="305" y="52"/>
                </a:lnTo>
                <a:lnTo>
                  <a:pt x="303" y="54"/>
                </a:lnTo>
                <a:lnTo>
                  <a:pt x="303" y="56"/>
                </a:lnTo>
                <a:close/>
                <a:moveTo>
                  <a:pt x="295" y="27"/>
                </a:moveTo>
                <a:cubicBezTo>
                  <a:pt x="295" y="27"/>
                  <a:pt x="297" y="22"/>
                  <a:pt x="299" y="24"/>
                </a:cubicBezTo>
                <a:cubicBezTo>
                  <a:pt x="299" y="24"/>
                  <a:pt x="302" y="24"/>
                  <a:pt x="299" y="27"/>
                </a:cubicBezTo>
                <a:lnTo>
                  <a:pt x="297" y="30"/>
                </a:lnTo>
                <a:cubicBezTo>
                  <a:pt x="297" y="30"/>
                  <a:pt x="294" y="33"/>
                  <a:pt x="295" y="28"/>
                </a:cubicBezTo>
                <a:cubicBezTo>
                  <a:pt x="294" y="33"/>
                  <a:pt x="295" y="27"/>
                  <a:pt x="295" y="27"/>
                </a:cubicBezTo>
                <a:close/>
              </a:path>
              <a:path w="489" h="98">
                <a:moveTo>
                  <a:pt x="354" y="54"/>
                </a:moveTo>
                <a:cubicBezTo>
                  <a:pt x="354" y="54"/>
                  <a:pt x="348" y="58"/>
                  <a:pt x="341" y="59"/>
                </a:cubicBezTo>
                <a:cubicBezTo>
                  <a:pt x="341" y="59"/>
                  <a:pt x="336" y="59"/>
                  <a:pt x="342" y="62"/>
                </a:cubicBezTo>
                <a:lnTo>
                  <a:pt x="347" y="66"/>
                </a:lnTo>
                <a:cubicBezTo>
                  <a:pt x="347" y="66"/>
                  <a:pt x="352" y="67"/>
                  <a:pt x="354" y="64"/>
                </a:cubicBezTo>
                <a:lnTo>
                  <a:pt x="358" y="61"/>
                </a:lnTo>
                <a:cubicBezTo>
                  <a:pt x="358" y="61"/>
                  <a:pt x="364" y="56"/>
                  <a:pt x="361" y="63"/>
                </a:cubicBezTo>
                <a:cubicBezTo>
                  <a:pt x="361" y="63"/>
                  <a:pt x="357" y="73"/>
                  <a:pt x="342" y="79"/>
                </a:cubicBezTo>
                <a:cubicBezTo>
                  <a:pt x="342" y="79"/>
                  <a:pt x="335" y="81"/>
                  <a:pt x="346" y="80"/>
                </a:cubicBezTo>
                <a:cubicBezTo>
                  <a:pt x="346" y="80"/>
                  <a:pt x="365" y="83"/>
                  <a:pt x="372" y="50"/>
                </a:cubicBezTo>
                <a:cubicBezTo>
                  <a:pt x="372" y="50"/>
                  <a:pt x="385" y="41"/>
                  <a:pt x="388" y="40"/>
                </a:cubicBezTo>
                <a:cubicBezTo>
                  <a:pt x="388" y="40"/>
                  <a:pt x="393" y="37"/>
                  <a:pt x="387" y="36"/>
                </a:cubicBezTo>
                <a:cubicBezTo>
                  <a:pt x="387" y="36"/>
                  <a:pt x="383" y="33"/>
                  <a:pt x="380" y="38"/>
                </a:cubicBezTo>
                <a:lnTo>
                  <a:pt x="377" y="40"/>
                </a:lnTo>
                <a:cubicBezTo>
                  <a:pt x="377" y="40"/>
                  <a:pt x="373" y="43"/>
                  <a:pt x="374" y="37"/>
                </a:cubicBezTo>
                <a:lnTo>
                  <a:pt x="376" y="26"/>
                </a:lnTo>
                <a:cubicBezTo>
                  <a:pt x="376" y="26"/>
                  <a:pt x="377" y="22"/>
                  <a:pt x="374" y="21"/>
                </a:cubicBezTo>
                <a:cubicBezTo>
                  <a:pt x="371" y="19"/>
                  <a:pt x="368" y="15"/>
                  <a:pt x="368" y="15"/>
                </a:cubicBezTo>
                <a:cubicBezTo>
                  <a:pt x="368" y="15"/>
                  <a:pt x="365" y="12"/>
                  <a:pt x="365" y="18"/>
                </a:cubicBezTo>
                <a:cubicBezTo>
                  <a:pt x="365" y="18"/>
                  <a:pt x="368" y="35"/>
                  <a:pt x="365" y="47"/>
                </a:cubicBezTo>
                <a:lnTo>
                  <a:pt x="359" y="51"/>
                </a:lnTo>
                <a:lnTo>
                  <a:pt x="357" y="53"/>
                </a:lnTo>
                <a:lnTo>
                  <a:pt x="354" y="54"/>
                </a:lnTo>
                <a:close/>
              </a:path>
              <a:path w="489" h="98">
                <a:moveTo>
                  <a:pt x="378" y="66"/>
                </a:moveTo>
                <a:lnTo>
                  <a:pt x="383" y="76"/>
                </a:lnTo>
                <a:cubicBezTo>
                  <a:pt x="383" y="76"/>
                  <a:pt x="386" y="79"/>
                  <a:pt x="391" y="76"/>
                </a:cubicBezTo>
                <a:lnTo>
                  <a:pt x="401" y="72"/>
                </a:lnTo>
                <a:cubicBezTo>
                  <a:pt x="401" y="72"/>
                  <a:pt x="405" y="70"/>
                  <a:pt x="400" y="70"/>
                </a:cubicBezTo>
                <a:cubicBezTo>
                  <a:pt x="400" y="70"/>
                  <a:pt x="384" y="70"/>
                  <a:pt x="377" y="55"/>
                </a:cubicBezTo>
                <a:cubicBezTo>
                  <a:pt x="377" y="55"/>
                  <a:pt x="374" y="51"/>
                  <a:pt x="374" y="55"/>
                </a:cubicBezTo>
                <a:cubicBezTo>
                  <a:pt x="374" y="55"/>
                  <a:pt x="373" y="56"/>
                  <a:pt x="376" y="60"/>
                </a:cubicBezTo>
                <a:lnTo>
                  <a:pt x="377" y="63"/>
                </a:lnTo>
                <a:lnTo>
                  <a:pt x="378" y="66"/>
                </a:lnTo>
                <a:close/>
              </a:path>
              <a:path w="489" h="98">
                <a:moveTo>
                  <a:pt x="437" y="62"/>
                </a:moveTo>
                <a:cubicBezTo>
                  <a:pt x="437" y="62"/>
                  <a:pt x="428" y="68"/>
                  <a:pt x="424" y="68"/>
                </a:cubicBezTo>
                <a:cubicBezTo>
                  <a:pt x="424" y="68"/>
                  <a:pt x="420" y="68"/>
                  <a:pt x="424" y="71"/>
                </a:cubicBezTo>
                <a:lnTo>
                  <a:pt x="432" y="74"/>
                </a:lnTo>
                <a:cubicBezTo>
                  <a:pt x="432" y="74"/>
                  <a:pt x="436" y="78"/>
                  <a:pt x="438" y="73"/>
                </a:cubicBezTo>
                <a:cubicBezTo>
                  <a:pt x="438" y="73"/>
                  <a:pt x="449" y="59"/>
                  <a:pt x="452" y="59"/>
                </a:cubicBezTo>
                <a:cubicBezTo>
                  <a:pt x="452" y="59"/>
                  <a:pt x="456" y="55"/>
                  <a:pt x="456" y="60"/>
                </a:cubicBezTo>
                <a:cubicBezTo>
                  <a:pt x="456" y="60"/>
                  <a:pt x="456" y="68"/>
                  <a:pt x="456" y="77"/>
                </a:cubicBezTo>
                <a:cubicBezTo>
                  <a:pt x="456" y="77"/>
                  <a:pt x="458" y="86"/>
                  <a:pt x="450" y="85"/>
                </a:cubicBezTo>
                <a:lnTo>
                  <a:pt x="444" y="86"/>
                </a:lnTo>
                <a:lnTo>
                  <a:pt x="451" y="89"/>
                </a:lnTo>
                <a:lnTo>
                  <a:pt x="457" y="91"/>
                </a:lnTo>
                <a:cubicBezTo>
                  <a:pt x="457" y="91"/>
                  <a:pt x="462" y="94"/>
                  <a:pt x="464" y="88"/>
                </a:cubicBezTo>
                <a:cubicBezTo>
                  <a:pt x="464" y="88"/>
                  <a:pt x="465" y="86"/>
                  <a:pt x="463" y="75"/>
                </a:cubicBezTo>
                <a:lnTo>
                  <a:pt x="461" y="54"/>
                </a:lnTo>
                <a:cubicBezTo>
                  <a:pt x="461" y="54"/>
                  <a:pt x="463" y="49"/>
                  <a:pt x="467" y="53"/>
                </a:cubicBezTo>
                <a:lnTo>
                  <a:pt x="467" y="56"/>
                </a:lnTo>
                <a:cubicBezTo>
                  <a:pt x="467" y="56"/>
                  <a:pt x="466" y="60"/>
                  <a:pt x="471" y="56"/>
                </a:cubicBezTo>
                <a:cubicBezTo>
                  <a:pt x="471" y="56"/>
                  <a:pt x="474" y="53"/>
                  <a:pt x="477" y="53"/>
                </a:cubicBezTo>
                <a:cubicBezTo>
                  <a:pt x="477" y="53"/>
                  <a:pt x="480" y="50"/>
                  <a:pt x="476" y="49"/>
                </a:cubicBezTo>
                <a:cubicBezTo>
                  <a:pt x="476" y="49"/>
                  <a:pt x="473" y="45"/>
                  <a:pt x="468" y="46"/>
                </a:cubicBezTo>
                <a:cubicBezTo>
                  <a:pt x="468" y="46"/>
                  <a:pt x="463" y="46"/>
                  <a:pt x="469" y="41"/>
                </a:cubicBezTo>
                <a:lnTo>
                  <a:pt x="473" y="38"/>
                </a:lnTo>
                <a:cubicBezTo>
                  <a:pt x="473" y="38"/>
                  <a:pt x="477" y="35"/>
                  <a:pt x="472" y="33"/>
                </a:cubicBezTo>
                <a:lnTo>
                  <a:pt x="470" y="31"/>
                </a:lnTo>
                <a:cubicBezTo>
                  <a:pt x="470" y="31"/>
                  <a:pt x="467" y="30"/>
                  <a:pt x="473" y="25"/>
                </a:cubicBezTo>
                <a:cubicBezTo>
                  <a:pt x="473" y="25"/>
                  <a:pt x="478" y="20"/>
                  <a:pt x="483" y="19"/>
                </a:cubicBezTo>
                <a:cubicBezTo>
                  <a:pt x="483" y="19"/>
                  <a:pt x="489" y="15"/>
                  <a:pt x="483" y="9"/>
                </a:cubicBezTo>
                <a:cubicBezTo>
                  <a:pt x="483" y="9"/>
                  <a:pt x="478" y="2"/>
                  <a:pt x="472" y="6"/>
                </a:cubicBezTo>
                <a:lnTo>
                  <a:pt x="462" y="11"/>
                </a:lnTo>
                <a:cubicBezTo>
                  <a:pt x="462" y="11"/>
                  <a:pt x="458" y="14"/>
                  <a:pt x="461" y="10"/>
                </a:cubicBezTo>
                <a:cubicBezTo>
                  <a:pt x="461" y="10"/>
                  <a:pt x="463" y="6"/>
                  <a:pt x="460" y="5"/>
                </a:cubicBezTo>
                <a:lnTo>
                  <a:pt x="457" y="3"/>
                </a:lnTo>
                <a:cubicBezTo>
                  <a:pt x="457" y="3"/>
                  <a:pt x="453" y="0"/>
                  <a:pt x="453" y="4"/>
                </a:cubicBezTo>
                <a:cubicBezTo>
                  <a:pt x="453" y="4"/>
                  <a:pt x="451" y="12"/>
                  <a:pt x="447" y="10"/>
                </a:cubicBezTo>
                <a:cubicBezTo>
                  <a:pt x="447" y="10"/>
                  <a:pt x="442" y="8"/>
                  <a:pt x="442" y="11"/>
                </a:cubicBezTo>
                <a:cubicBezTo>
                  <a:pt x="442" y="11"/>
                  <a:pt x="449" y="15"/>
                  <a:pt x="446" y="18"/>
                </a:cubicBezTo>
                <a:cubicBezTo>
                  <a:pt x="446" y="18"/>
                  <a:pt x="441" y="24"/>
                  <a:pt x="439" y="18"/>
                </a:cubicBezTo>
                <a:cubicBezTo>
                  <a:pt x="439" y="18"/>
                  <a:pt x="436" y="11"/>
                  <a:pt x="430" y="9"/>
                </a:cubicBezTo>
                <a:cubicBezTo>
                  <a:pt x="430" y="9"/>
                  <a:pt x="425" y="7"/>
                  <a:pt x="428" y="11"/>
                </a:cubicBezTo>
                <a:cubicBezTo>
                  <a:pt x="428" y="11"/>
                  <a:pt x="434" y="16"/>
                  <a:pt x="435" y="21"/>
                </a:cubicBezTo>
                <a:cubicBezTo>
                  <a:pt x="435" y="21"/>
                  <a:pt x="438" y="27"/>
                  <a:pt x="433" y="23"/>
                </a:cubicBezTo>
                <a:cubicBezTo>
                  <a:pt x="433" y="23"/>
                  <a:pt x="426" y="17"/>
                  <a:pt x="427" y="21"/>
                </a:cubicBezTo>
                <a:cubicBezTo>
                  <a:pt x="427" y="21"/>
                  <a:pt x="433" y="32"/>
                  <a:pt x="436" y="37"/>
                </a:cubicBezTo>
                <a:cubicBezTo>
                  <a:pt x="436" y="37"/>
                  <a:pt x="439" y="42"/>
                  <a:pt x="439" y="36"/>
                </a:cubicBezTo>
                <a:cubicBezTo>
                  <a:pt x="439" y="36"/>
                  <a:pt x="438" y="30"/>
                  <a:pt x="442" y="34"/>
                </a:cubicBezTo>
                <a:cubicBezTo>
                  <a:pt x="442" y="34"/>
                  <a:pt x="445" y="37"/>
                  <a:pt x="447" y="35"/>
                </a:cubicBezTo>
                <a:cubicBezTo>
                  <a:pt x="447" y="35"/>
                  <a:pt x="449" y="31"/>
                  <a:pt x="447" y="31"/>
                </a:cubicBezTo>
                <a:cubicBezTo>
                  <a:pt x="444" y="30"/>
                  <a:pt x="445" y="26"/>
                  <a:pt x="445" y="26"/>
                </a:cubicBezTo>
                <a:cubicBezTo>
                  <a:pt x="445" y="26"/>
                  <a:pt x="443" y="22"/>
                  <a:pt x="445" y="22"/>
                </a:cubicBezTo>
                <a:cubicBezTo>
                  <a:pt x="445" y="22"/>
                  <a:pt x="453" y="17"/>
                  <a:pt x="450" y="22"/>
                </a:cubicBezTo>
                <a:cubicBezTo>
                  <a:pt x="450" y="22"/>
                  <a:pt x="444" y="27"/>
                  <a:pt x="452" y="32"/>
                </a:cubicBezTo>
                <a:cubicBezTo>
                  <a:pt x="452" y="32"/>
                  <a:pt x="460" y="35"/>
                  <a:pt x="463" y="28"/>
                </a:cubicBezTo>
                <a:cubicBezTo>
                  <a:pt x="463" y="28"/>
                  <a:pt x="464" y="23"/>
                  <a:pt x="462" y="21"/>
                </a:cubicBezTo>
                <a:cubicBezTo>
                  <a:pt x="462" y="21"/>
                  <a:pt x="458" y="16"/>
                  <a:pt x="463" y="16"/>
                </a:cubicBezTo>
                <a:lnTo>
                  <a:pt x="468" y="14"/>
                </a:lnTo>
                <a:cubicBezTo>
                  <a:pt x="468" y="14"/>
                  <a:pt x="473" y="12"/>
                  <a:pt x="472" y="16"/>
                </a:cubicBezTo>
                <a:lnTo>
                  <a:pt x="466" y="28"/>
                </a:lnTo>
                <a:cubicBezTo>
                  <a:pt x="466" y="28"/>
                  <a:pt x="463" y="34"/>
                  <a:pt x="460" y="34"/>
                </a:cubicBezTo>
                <a:lnTo>
                  <a:pt x="444" y="43"/>
                </a:lnTo>
                <a:cubicBezTo>
                  <a:pt x="444" y="43"/>
                  <a:pt x="437" y="45"/>
                  <a:pt x="442" y="46"/>
                </a:cubicBezTo>
                <a:cubicBezTo>
                  <a:pt x="442" y="46"/>
                  <a:pt x="447" y="48"/>
                  <a:pt x="450" y="44"/>
                </a:cubicBezTo>
                <a:lnTo>
                  <a:pt x="458" y="40"/>
                </a:lnTo>
                <a:cubicBezTo>
                  <a:pt x="458" y="40"/>
                  <a:pt x="463" y="36"/>
                  <a:pt x="460" y="42"/>
                </a:cubicBezTo>
                <a:cubicBezTo>
                  <a:pt x="460" y="42"/>
                  <a:pt x="460" y="47"/>
                  <a:pt x="453" y="52"/>
                </a:cubicBezTo>
                <a:lnTo>
                  <a:pt x="443" y="59"/>
                </a:lnTo>
                <a:lnTo>
                  <a:pt x="440" y="60"/>
                </a:lnTo>
                <a:lnTo>
                  <a:pt x="437" y="62"/>
                </a:lnTo>
                <a:close/>
                <a:moveTo>
                  <a:pt x="456" y="23"/>
                </a:moveTo>
                <a:cubicBezTo>
                  <a:pt x="457" y="23"/>
                  <a:pt x="458" y="24"/>
                  <a:pt x="458" y="25"/>
                </a:cubicBezTo>
                <a:cubicBezTo>
                  <a:pt x="458" y="27"/>
                  <a:pt x="457" y="28"/>
                  <a:pt x="456" y="28"/>
                </a:cubicBezTo>
                <a:cubicBezTo>
                  <a:pt x="455" y="28"/>
                  <a:pt x="454" y="27"/>
                  <a:pt x="454" y="25"/>
                </a:cubicBezTo>
                <a:cubicBezTo>
                  <a:pt x="454" y="24"/>
                  <a:pt x="455" y="23"/>
                  <a:pt x="456" y="23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19" name="Freeform 6"/>
          <p:cNvSpPr>
            <a:spLocks noGrp="1"/>
          </p:cNvSpPr>
          <p:nvPr/>
        </p:nvSpPr>
        <p:spPr>
          <a:xfrm>
            <a:off x="10465525" y="520851"/>
            <a:ext cx="1549319" cy="49527"/>
          </a:xfrm>
          <a:custGeom>
            <a:avLst/>
            <a:gdLst/>
            <a:ahLst/>
            <a:cxnLst/>
            <a:rect l="l" t="t" r="r" b="b"/>
            <a:pathLst>
              <a:path w="471" h="15">
                <a:moveTo>
                  <a:pt x="0" y="15"/>
                </a:moveTo>
                <a:lnTo>
                  <a:pt x="0" y="0"/>
                </a:lnTo>
                <a:lnTo>
                  <a:pt x="2" y="0"/>
                </a:lnTo>
                <a:lnTo>
                  <a:pt x="2" y="6"/>
                </a:lnTo>
                <a:lnTo>
                  <a:pt x="9" y="6"/>
                </a:lnTo>
                <a:lnTo>
                  <a:pt x="9" y="0"/>
                </a:lnTo>
                <a:lnTo>
                  <a:pt x="10" y="0"/>
                </a:lnTo>
                <a:lnTo>
                  <a:pt x="10" y="15"/>
                </a:lnTo>
                <a:lnTo>
                  <a:pt x="9" y="15"/>
                </a:lnTo>
                <a:lnTo>
                  <a:pt x="9" y="8"/>
                </a:lnTo>
                <a:lnTo>
                  <a:pt x="2" y="8"/>
                </a:lnTo>
                <a:lnTo>
                  <a:pt x="2" y="15"/>
                </a:lnTo>
                <a:lnTo>
                  <a:pt x="0" y="15"/>
                </a:lnTo>
                <a:close/>
              </a:path>
              <a:path w="471" h="15">
                <a:moveTo>
                  <a:pt x="21" y="0"/>
                </a:moveTo>
                <a:lnTo>
                  <a:pt x="22" y="0"/>
                </a:lnTo>
                <a:lnTo>
                  <a:pt x="22" y="9"/>
                </a:lnTo>
                <a:cubicBezTo>
                  <a:pt x="22" y="10"/>
                  <a:pt x="22" y="11"/>
                  <a:pt x="22" y="12"/>
                </a:cubicBezTo>
                <a:cubicBezTo>
                  <a:pt x="22" y="13"/>
                  <a:pt x="21" y="14"/>
                  <a:pt x="20" y="14"/>
                </a:cubicBezTo>
                <a:cubicBezTo>
                  <a:pt x="20" y="15"/>
                  <a:pt x="19" y="15"/>
                  <a:pt x="17" y="15"/>
                </a:cubicBezTo>
                <a:cubicBezTo>
                  <a:pt x="16" y="15"/>
                  <a:pt x="15" y="15"/>
                  <a:pt x="15" y="14"/>
                </a:cubicBezTo>
                <a:cubicBezTo>
                  <a:pt x="14" y="14"/>
                  <a:pt x="13" y="13"/>
                  <a:pt x="13" y="12"/>
                </a:cubicBezTo>
                <a:cubicBezTo>
                  <a:pt x="13" y="11"/>
                  <a:pt x="12" y="10"/>
                  <a:pt x="12" y="9"/>
                </a:cubicBezTo>
                <a:lnTo>
                  <a:pt x="12" y="0"/>
                </a:lnTo>
                <a:lnTo>
                  <a:pt x="14" y="0"/>
                </a:lnTo>
                <a:lnTo>
                  <a:pt x="14" y="9"/>
                </a:lnTo>
                <a:cubicBezTo>
                  <a:pt x="14" y="10"/>
                  <a:pt x="14" y="11"/>
                  <a:pt x="14" y="11"/>
                </a:cubicBezTo>
                <a:cubicBezTo>
                  <a:pt x="15" y="12"/>
                  <a:pt x="15" y="12"/>
                  <a:pt x="15" y="13"/>
                </a:cubicBezTo>
                <a:cubicBezTo>
                  <a:pt x="16" y="13"/>
                  <a:pt x="17" y="13"/>
                  <a:pt x="17" y="13"/>
                </a:cubicBezTo>
                <a:cubicBezTo>
                  <a:pt x="18" y="13"/>
                  <a:pt x="19" y="13"/>
                  <a:pt x="20" y="12"/>
                </a:cubicBezTo>
                <a:cubicBezTo>
                  <a:pt x="20" y="12"/>
                  <a:pt x="21" y="10"/>
                  <a:pt x="21" y="9"/>
                </a:cubicBezTo>
                <a:lnTo>
                  <a:pt x="21" y="0"/>
                </a:lnTo>
                <a:close/>
              </a:path>
              <a:path w="471" h="15">
                <a:moveTo>
                  <a:pt x="23" y="15"/>
                </a:moveTo>
                <a:lnTo>
                  <a:pt x="28" y="0"/>
                </a:lnTo>
                <a:lnTo>
                  <a:pt x="30" y="0"/>
                </a:lnTo>
                <a:lnTo>
                  <a:pt x="35" y="15"/>
                </a:lnTo>
                <a:lnTo>
                  <a:pt x="33" y="15"/>
                </a:lnTo>
                <a:lnTo>
                  <a:pt x="32" y="10"/>
                </a:lnTo>
                <a:lnTo>
                  <a:pt x="26" y="10"/>
                </a:lnTo>
                <a:lnTo>
                  <a:pt x="25" y="15"/>
                </a:lnTo>
                <a:lnTo>
                  <a:pt x="23" y="15"/>
                </a:lnTo>
                <a:close/>
                <a:moveTo>
                  <a:pt x="27" y="9"/>
                </a:moveTo>
                <a:lnTo>
                  <a:pt x="31" y="9"/>
                </a:lnTo>
                <a:lnTo>
                  <a:pt x="30" y="5"/>
                </a:lnTo>
                <a:cubicBezTo>
                  <a:pt x="29" y="4"/>
                  <a:pt x="29" y="3"/>
                  <a:pt x="29" y="2"/>
                </a:cubicBezTo>
                <a:cubicBezTo>
                  <a:pt x="29" y="3"/>
                  <a:pt x="28" y="4"/>
                  <a:pt x="28" y="5"/>
                </a:cubicBezTo>
                <a:lnTo>
                  <a:pt x="27" y="9"/>
                </a:lnTo>
                <a:close/>
              </a:path>
              <a:path w="471" h="15">
                <a:moveTo>
                  <a:pt x="35" y="15"/>
                </a:moveTo>
                <a:lnTo>
                  <a:pt x="35" y="13"/>
                </a:lnTo>
                <a:lnTo>
                  <a:pt x="41" y="4"/>
                </a:lnTo>
                <a:cubicBezTo>
                  <a:pt x="42" y="3"/>
                  <a:pt x="42" y="2"/>
                  <a:pt x="42" y="2"/>
                </a:cubicBezTo>
                <a:lnTo>
                  <a:pt x="35" y="2"/>
                </a:lnTo>
                <a:lnTo>
                  <a:pt x="35" y="0"/>
                </a:lnTo>
                <a:lnTo>
                  <a:pt x="44" y="0"/>
                </a:lnTo>
                <a:lnTo>
                  <a:pt x="44" y="2"/>
                </a:lnTo>
                <a:lnTo>
                  <a:pt x="37" y="12"/>
                </a:lnTo>
                <a:lnTo>
                  <a:pt x="37" y="13"/>
                </a:lnTo>
                <a:lnTo>
                  <a:pt x="45" y="13"/>
                </a:lnTo>
                <a:lnTo>
                  <a:pt x="45" y="15"/>
                </a:lnTo>
                <a:lnTo>
                  <a:pt x="35" y="15"/>
                </a:lnTo>
                <a:close/>
              </a:path>
              <a:path w="471" h="15">
                <a:moveTo>
                  <a:pt x="46" y="15"/>
                </a:moveTo>
                <a:lnTo>
                  <a:pt x="46" y="0"/>
                </a:lnTo>
                <a:lnTo>
                  <a:pt x="48" y="0"/>
                </a:lnTo>
                <a:lnTo>
                  <a:pt x="48" y="6"/>
                </a:lnTo>
                <a:lnTo>
                  <a:pt x="54" y="6"/>
                </a:lnTo>
                <a:lnTo>
                  <a:pt x="54" y="0"/>
                </a:lnTo>
                <a:lnTo>
                  <a:pt x="56" y="0"/>
                </a:lnTo>
                <a:lnTo>
                  <a:pt x="56" y="15"/>
                </a:lnTo>
                <a:lnTo>
                  <a:pt x="54" y="15"/>
                </a:lnTo>
                <a:lnTo>
                  <a:pt x="54" y="8"/>
                </a:lnTo>
                <a:lnTo>
                  <a:pt x="48" y="8"/>
                </a:lnTo>
                <a:lnTo>
                  <a:pt x="48" y="15"/>
                </a:lnTo>
                <a:lnTo>
                  <a:pt x="46" y="15"/>
                </a:lnTo>
                <a:close/>
              </a:path>
              <a:path w="471" h="15">
                <a:moveTo>
                  <a:pt x="58" y="8"/>
                </a:moveTo>
                <a:cubicBezTo>
                  <a:pt x="58" y="5"/>
                  <a:pt x="58" y="3"/>
                  <a:pt x="59" y="2"/>
                </a:cubicBezTo>
                <a:cubicBezTo>
                  <a:pt x="60" y="1"/>
                  <a:pt x="62" y="0"/>
                  <a:pt x="64" y="0"/>
                </a:cubicBezTo>
                <a:cubicBezTo>
                  <a:pt x="65" y="0"/>
                  <a:pt x="66" y="0"/>
                  <a:pt x="67" y="1"/>
                </a:cubicBezTo>
                <a:cubicBezTo>
                  <a:pt x="68" y="2"/>
                  <a:pt x="68" y="3"/>
                  <a:pt x="69" y="4"/>
                </a:cubicBezTo>
                <a:cubicBezTo>
                  <a:pt x="69" y="5"/>
                  <a:pt x="70" y="6"/>
                  <a:pt x="70" y="8"/>
                </a:cubicBezTo>
                <a:cubicBezTo>
                  <a:pt x="70" y="9"/>
                  <a:pt x="69" y="10"/>
                  <a:pt x="69" y="11"/>
                </a:cubicBezTo>
                <a:cubicBezTo>
                  <a:pt x="68" y="13"/>
                  <a:pt x="68" y="13"/>
                  <a:pt x="67" y="14"/>
                </a:cubicBezTo>
                <a:cubicBezTo>
                  <a:pt x="66" y="15"/>
                  <a:pt x="65" y="15"/>
                  <a:pt x="64" y="15"/>
                </a:cubicBezTo>
                <a:cubicBezTo>
                  <a:pt x="62" y="15"/>
                  <a:pt x="61" y="15"/>
                  <a:pt x="60" y="14"/>
                </a:cubicBezTo>
                <a:cubicBezTo>
                  <a:pt x="59" y="13"/>
                  <a:pt x="59" y="12"/>
                  <a:pt x="58" y="11"/>
                </a:cubicBezTo>
                <a:cubicBezTo>
                  <a:pt x="58" y="10"/>
                  <a:pt x="58" y="9"/>
                  <a:pt x="58" y="8"/>
                </a:cubicBezTo>
                <a:close/>
                <a:moveTo>
                  <a:pt x="59" y="8"/>
                </a:moveTo>
                <a:cubicBezTo>
                  <a:pt x="59" y="9"/>
                  <a:pt x="60" y="11"/>
                  <a:pt x="60" y="12"/>
                </a:cubicBezTo>
                <a:cubicBezTo>
                  <a:pt x="61" y="13"/>
                  <a:pt x="62" y="13"/>
                  <a:pt x="64" y="13"/>
                </a:cubicBezTo>
                <a:cubicBezTo>
                  <a:pt x="65" y="13"/>
                  <a:pt x="66" y="13"/>
                  <a:pt x="67" y="12"/>
                </a:cubicBezTo>
                <a:cubicBezTo>
                  <a:pt x="67" y="11"/>
                  <a:pt x="68" y="9"/>
                  <a:pt x="68" y="7"/>
                </a:cubicBezTo>
                <a:cubicBezTo>
                  <a:pt x="68" y="6"/>
                  <a:pt x="68" y="5"/>
                  <a:pt x="67" y="4"/>
                </a:cubicBezTo>
                <a:cubicBezTo>
                  <a:pt x="67" y="4"/>
                  <a:pt x="66" y="3"/>
                  <a:pt x="66" y="2"/>
                </a:cubicBezTo>
                <a:cubicBezTo>
                  <a:pt x="65" y="2"/>
                  <a:pt x="64" y="2"/>
                  <a:pt x="64" y="2"/>
                </a:cubicBezTo>
                <a:cubicBezTo>
                  <a:pt x="62" y="2"/>
                  <a:pt x="61" y="2"/>
                  <a:pt x="61" y="3"/>
                </a:cubicBezTo>
                <a:cubicBezTo>
                  <a:pt x="60" y="4"/>
                  <a:pt x="59" y="6"/>
                  <a:pt x="59" y="8"/>
                </a:cubicBezTo>
                <a:close/>
              </a:path>
              <a:path w="471" h="15">
                <a:moveTo>
                  <a:pt x="71" y="15"/>
                </a:moveTo>
                <a:lnTo>
                  <a:pt x="71" y="0"/>
                </a:lnTo>
                <a:lnTo>
                  <a:pt x="73" y="0"/>
                </a:lnTo>
                <a:lnTo>
                  <a:pt x="79" y="12"/>
                </a:lnTo>
                <a:lnTo>
                  <a:pt x="79" y="0"/>
                </a:lnTo>
                <a:lnTo>
                  <a:pt x="81" y="0"/>
                </a:lnTo>
                <a:lnTo>
                  <a:pt x="81" y="15"/>
                </a:lnTo>
                <a:lnTo>
                  <a:pt x="79" y="15"/>
                </a:lnTo>
                <a:lnTo>
                  <a:pt x="73" y="3"/>
                </a:lnTo>
                <a:lnTo>
                  <a:pt x="73" y="15"/>
                </a:lnTo>
                <a:lnTo>
                  <a:pt x="71" y="15"/>
                </a:lnTo>
                <a:close/>
              </a:path>
              <a:path w="471" h="15">
                <a:moveTo>
                  <a:pt x="89" y="9"/>
                </a:moveTo>
                <a:lnTo>
                  <a:pt x="89" y="7"/>
                </a:lnTo>
                <a:lnTo>
                  <a:pt x="94" y="7"/>
                </a:lnTo>
                <a:lnTo>
                  <a:pt x="94" y="13"/>
                </a:lnTo>
                <a:cubicBezTo>
                  <a:pt x="94" y="13"/>
                  <a:pt x="93" y="14"/>
                  <a:pt x="92" y="14"/>
                </a:cubicBezTo>
                <a:cubicBezTo>
                  <a:pt x="91" y="15"/>
                  <a:pt x="90" y="15"/>
                  <a:pt x="89" y="15"/>
                </a:cubicBezTo>
                <a:cubicBezTo>
                  <a:pt x="88" y="15"/>
                  <a:pt x="87" y="15"/>
                  <a:pt x="86" y="14"/>
                </a:cubicBezTo>
                <a:cubicBezTo>
                  <a:pt x="85" y="13"/>
                  <a:pt x="84" y="13"/>
                  <a:pt x="84" y="11"/>
                </a:cubicBezTo>
                <a:cubicBezTo>
                  <a:pt x="83" y="10"/>
                  <a:pt x="83" y="9"/>
                  <a:pt x="83" y="8"/>
                </a:cubicBezTo>
                <a:cubicBezTo>
                  <a:pt x="83" y="6"/>
                  <a:pt x="83" y="5"/>
                  <a:pt x="84" y="4"/>
                </a:cubicBezTo>
                <a:cubicBezTo>
                  <a:pt x="84" y="2"/>
                  <a:pt x="85" y="2"/>
                  <a:pt x="86" y="1"/>
                </a:cubicBezTo>
                <a:cubicBezTo>
                  <a:pt x="87" y="0"/>
                  <a:pt x="88" y="0"/>
                  <a:pt x="89" y="0"/>
                </a:cubicBezTo>
                <a:cubicBezTo>
                  <a:pt x="90" y="0"/>
                  <a:pt x="91" y="0"/>
                  <a:pt x="92" y="1"/>
                </a:cubicBezTo>
                <a:cubicBezTo>
                  <a:pt x="92" y="1"/>
                  <a:pt x="93" y="1"/>
                  <a:pt x="93" y="2"/>
                </a:cubicBezTo>
                <a:cubicBezTo>
                  <a:pt x="94" y="3"/>
                  <a:pt x="94" y="3"/>
                  <a:pt x="94" y="4"/>
                </a:cubicBezTo>
                <a:lnTo>
                  <a:pt x="93" y="5"/>
                </a:lnTo>
                <a:cubicBezTo>
                  <a:pt x="93" y="4"/>
                  <a:pt x="92" y="3"/>
                  <a:pt x="92" y="3"/>
                </a:cubicBezTo>
                <a:cubicBezTo>
                  <a:pt x="92" y="3"/>
                  <a:pt x="91" y="2"/>
                  <a:pt x="91" y="2"/>
                </a:cubicBezTo>
                <a:cubicBezTo>
                  <a:pt x="90" y="2"/>
                  <a:pt x="90" y="2"/>
                  <a:pt x="89" y="2"/>
                </a:cubicBezTo>
                <a:cubicBezTo>
                  <a:pt x="88" y="2"/>
                  <a:pt x="88" y="2"/>
                  <a:pt x="87" y="2"/>
                </a:cubicBezTo>
                <a:cubicBezTo>
                  <a:pt x="87" y="2"/>
                  <a:pt x="86" y="3"/>
                  <a:pt x="86" y="3"/>
                </a:cubicBezTo>
                <a:cubicBezTo>
                  <a:pt x="86" y="4"/>
                  <a:pt x="85" y="4"/>
                  <a:pt x="85" y="5"/>
                </a:cubicBezTo>
                <a:cubicBezTo>
                  <a:pt x="85" y="5"/>
                  <a:pt x="85" y="6"/>
                  <a:pt x="85" y="7"/>
                </a:cubicBezTo>
                <a:cubicBezTo>
                  <a:pt x="85" y="9"/>
                  <a:pt x="85" y="10"/>
                  <a:pt x="85" y="11"/>
                </a:cubicBezTo>
                <a:cubicBezTo>
                  <a:pt x="86" y="12"/>
                  <a:pt x="86" y="12"/>
                  <a:pt x="87" y="13"/>
                </a:cubicBezTo>
                <a:cubicBezTo>
                  <a:pt x="88" y="13"/>
                  <a:pt x="88" y="13"/>
                  <a:pt x="89" y="13"/>
                </a:cubicBezTo>
                <a:cubicBezTo>
                  <a:pt x="90" y="13"/>
                  <a:pt x="91" y="13"/>
                  <a:pt x="91" y="13"/>
                </a:cubicBezTo>
                <a:cubicBezTo>
                  <a:pt x="92" y="12"/>
                  <a:pt x="92" y="12"/>
                  <a:pt x="93" y="12"/>
                </a:cubicBezTo>
                <a:lnTo>
                  <a:pt x="93" y="9"/>
                </a:lnTo>
                <a:lnTo>
                  <a:pt x="89" y="9"/>
                </a:lnTo>
                <a:close/>
              </a:path>
              <a:path w="471" h="15">
                <a:moveTo>
                  <a:pt x="110" y="0"/>
                </a:moveTo>
                <a:lnTo>
                  <a:pt x="112" y="0"/>
                </a:lnTo>
                <a:lnTo>
                  <a:pt x="112" y="9"/>
                </a:lnTo>
                <a:cubicBezTo>
                  <a:pt x="112" y="10"/>
                  <a:pt x="111" y="11"/>
                  <a:pt x="111" y="12"/>
                </a:cubicBezTo>
                <a:cubicBezTo>
                  <a:pt x="111" y="13"/>
                  <a:pt x="110" y="14"/>
                  <a:pt x="110" y="14"/>
                </a:cubicBezTo>
                <a:cubicBezTo>
                  <a:pt x="109" y="15"/>
                  <a:pt x="108" y="15"/>
                  <a:pt x="107" y="15"/>
                </a:cubicBezTo>
                <a:cubicBezTo>
                  <a:pt x="106" y="15"/>
                  <a:pt x="105" y="15"/>
                  <a:pt x="104" y="14"/>
                </a:cubicBezTo>
                <a:cubicBezTo>
                  <a:pt x="103" y="14"/>
                  <a:pt x="103" y="13"/>
                  <a:pt x="102" y="12"/>
                </a:cubicBezTo>
                <a:cubicBezTo>
                  <a:pt x="102" y="11"/>
                  <a:pt x="102" y="10"/>
                  <a:pt x="102" y="9"/>
                </a:cubicBezTo>
                <a:lnTo>
                  <a:pt x="102" y="0"/>
                </a:lnTo>
                <a:lnTo>
                  <a:pt x="103" y="0"/>
                </a:lnTo>
                <a:lnTo>
                  <a:pt x="103" y="9"/>
                </a:lnTo>
                <a:cubicBezTo>
                  <a:pt x="103" y="10"/>
                  <a:pt x="104" y="11"/>
                  <a:pt x="104" y="11"/>
                </a:cubicBezTo>
                <a:cubicBezTo>
                  <a:pt x="104" y="12"/>
                  <a:pt x="104" y="12"/>
                  <a:pt x="105" y="13"/>
                </a:cubicBezTo>
                <a:cubicBezTo>
                  <a:pt x="105" y="13"/>
                  <a:pt x="106" y="13"/>
                  <a:pt x="107" y="13"/>
                </a:cubicBezTo>
                <a:cubicBezTo>
                  <a:pt x="108" y="13"/>
                  <a:pt x="109" y="13"/>
                  <a:pt x="109" y="12"/>
                </a:cubicBezTo>
                <a:cubicBezTo>
                  <a:pt x="110" y="12"/>
                  <a:pt x="110" y="10"/>
                  <a:pt x="110" y="9"/>
                </a:cubicBezTo>
                <a:lnTo>
                  <a:pt x="110" y="0"/>
                </a:lnTo>
                <a:close/>
              </a:path>
              <a:path w="471" h="15">
                <a:moveTo>
                  <a:pt x="114" y="15"/>
                </a:moveTo>
                <a:lnTo>
                  <a:pt x="114" y="0"/>
                </a:lnTo>
                <a:lnTo>
                  <a:pt x="116" y="0"/>
                </a:lnTo>
                <a:lnTo>
                  <a:pt x="122" y="12"/>
                </a:lnTo>
                <a:lnTo>
                  <a:pt x="122" y="0"/>
                </a:lnTo>
                <a:lnTo>
                  <a:pt x="124" y="0"/>
                </a:lnTo>
                <a:lnTo>
                  <a:pt x="124" y="15"/>
                </a:lnTo>
                <a:lnTo>
                  <a:pt x="122" y="15"/>
                </a:lnTo>
                <a:lnTo>
                  <a:pt x="115" y="3"/>
                </a:lnTo>
                <a:lnTo>
                  <a:pt x="115" y="15"/>
                </a:lnTo>
                <a:lnTo>
                  <a:pt x="114" y="15"/>
                </a:lnTo>
                <a:close/>
              </a:path>
              <a:path w="471" h="15">
                <a:moveTo>
                  <a:pt x="126" y="15"/>
                </a:moveTo>
                <a:lnTo>
                  <a:pt x="126" y="0"/>
                </a:lnTo>
                <a:lnTo>
                  <a:pt x="128" y="0"/>
                </a:lnTo>
                <a:lnTo>
                  <a:pt x="128" y="15"/>
                </a:lnTo>
                <a:lnTo>
                  <a:pt x="126" y="15"/>
                </a:lnTo>
                <a:close/>
              </a:path>
              <a:path w="471" h="15">
                <a:moveTo>
                  <a:pt x="134" y="15"/>
                </a:moveTo>
                <a:lnTo>
                  <a:pt x="129" y="0"/>
                </a:lnTo>
                <a:lnTo>
                  <a:pt x="131" y="0"/>
                </a:lnTo>
                <a:lnTo>
                  <a:pt x="134" y="11"/>
                </a:lnTo>
                <a:cubicBezTo>
                  <a:pt x="134" y="12"/>
                  <a:pt x="135" y="12"/>
                  <a:pt x="135" y="13"/>
                </a:cubicBezTo>
                <a:cubicBezTo>
                  <a:pt x="135" y="12"/>
                  <a:pt x="135" y="12"/>
                  <a:pt x="135" y="11"/>
                </a:cubicBezTo>
                <a:lnTo>
                  <a:pt x="139" y="0"/>
                </a:lnTo>
                <a:lnTo>
                  <a:pt x="141" y="0"/>
                </a:lnTo>
                <a:lnTo>
                  <a:pt x="136" y="15"/>
                </a:lnTo>
                <a:lnTo>
                  <a:pt x="134" y="15"/>
                </a:lnTo>
                <a:close/>
              </a:path>
              <a:path w="471" h="15">
                <a:moveTo>
                  <a:pt x="142" y="15"/>
                </a:moveTo>
                <a:lnTo>
                  <a:pt x="142" y="0"/>
                </a:lnTo>
                <a:lnTo>
                  <a:pt x="151" y="0"/>
                </a:lnTo>
                <a:lnTo>
                  <a:pt x="151" y="2"/>
                </a:lnTo>
                <a:lnTo>
                  <a:pt x="143" y="2"/>
                </a:lnTo>
                <a:lnTo>
                  <a:pt x="143" y="6"/>
                </a:lnTo>
                <a:lnTo>
                  <a:pt x="150" y="6"/>
                </a:lnTo>
                <a:lnTo>
                  <a:pt x="150" y="8"/>
                </a:lnTo>
                <a:lnTo>
                  <a:pt x="143" y="8"/>
                </a:lnTo>
                <a:lnTo>
                  <a:pt x="143" y="13"/>
                </a:lnTo>
                <a:lnTo>
                  <a:pt x="151" y="13"/>
                </a:lnTo>
                <a:lnTo>
                  <a:pt x="151" y="15"/>
                </a:lnTo>
                <a:lnTo>
                  <a:pt x="142" y="15"/>
                </a:lnTo>
                <a:close/>
              </a:path>
              <a:path w="471" h="15">
                <a:moveTo>
                  <a:pt x="153" y="15"/>
                </a:moveTo>
                <a:lnTo>
                  <a:pt x="153" y="0"/>
                </a:lnTo>
                <a:lnTo>
                  <a:pt x="158" y="0"/>
                </a:lnTo>
                <a:cubicBezTo>
                  <a:pt x="159" y="0"/>
                  <a:pt x="160" y="0"/>
                  <a:pt x="161" y="1"/>
                </a:cubicBezTo>
                <a:cubicBezTo>
                  <a:pt x="161" y="1"/>
                  <a:pt x="162" y="1"/>
                  <a:pt x="162" y="2"/>
                </a:cubicBezTo>
                <a:cubicBezTo>
                  <a:pt x="163" y="3"/>
                  <a:pt x="163" y="3"/>
                  <a:pt x="163" y="4"/>
                </a:cubicBezTo>
                <a:cubicBezTo>
                  <a:pt x="163" y="5"/>
                  <a:pt x="162" y="6"/>
                  <a:pt x="162" y="7"/>
                </a:cubicBezTo>
                <a:cubicBezTo>
                  <a:pt x="161" y="7"/>
                  <a:pt x="160" y="8"/>
                  <a:pt x="159" y="8"/>
                </a:cubicBezTo>
                <a:cubicBezTo>
                  <a:pt x="160" y="8"/>
                  <a:pt x="160" y="9"/>
                  <a:pt x="160" y="9"/>
                </a:cubicBezTo>
                <a:cubicBezTo>
                  <a:pt x="161" y="9"/>
                  <a:pt x="161" y="10"/>
                  <a:pt x="162" y="11"/>
                </a:cubicBezTo>
                <a:lnTo>
                  <a:pt x="164" y="15"/>
                </a:lnTo>
                <a:lnTo>
                  <a:pt x="162" y="15"/>
                </a:lnTo>
                <a:lnTo>
                  <a:pt x="160" y="12"/>
                </a:lnTo>
                <a:cubicBezTo>
                  <a:pt x="160" y="11"/>
                  <a:pt x="159" y="10"/>
                  <a:pt x="159" y="10"/>
                </a:cubicBezTo>
                <a:cubicBezTo>
                  <a:pt x="159" y="9"/>
                  <a:pt x="158" y="9"/>
                  <a:pt x="158" y="9"/>
                </a:cubicBezTo>
                <a:cubicBezTo>
                  <a:pt x="158" y="9"/>
                  <a:pt x="158" y="8"/>
                  <a:pt x="157" y="8"/>
                </a:cubicBezTo>
                <a:cubicBezTo>
                  <a:pt x="157" y="8"/>
                  <a:pt x="157" y="8"/>
                  <a:pt x="156" y="8"/>
                </a:cubicBezTo>
                <a:lnTo>
                  <a:pt x="154" y="8"/>
                </a:lnTo>
                <a:lnTo>
                  <a:pt x="154" y="15"/>
                </a:lnTo>
                <a:lnTo>
                  <a:pt x="153" y="15"/>
                </a:lnTo>
                <a:close/>
                <a:moveTo>
                  <a:pt x="154" y="7"/>
                </a:moveTo>
                <a:lnTo>
                  <a:pt x="158" y="7"/>
                </a:lnTo>
                <a:cubicBezTo>
                  <a:pt x="159" y="7"/>
                  <a:pt x="159" y="7"/>
                  <a:pt x="160" y="6"/>
                </a:cubicBezTo>
                <a:cubicBezTo>
                  <a:pt x="160" y="6"/>
                  <a:pt x="160" y="6"/>
                  <a:pt x="161" y="6"/>
                </a:cubicBezTo>
                <a:cubicBezTo>
                  <a:pt x="161" y="5"/>
                  <a:pt x="161" y="5"/>
                  <a:pt x="161" y="4"/>
                </a:cubicBezTo>
                <a:cubicBezTo>
                  <a:pt x="161" y="4"/>
                  <a:pt x="161" y="3"/>
                  <a:pt x="160" y="3"/>
                </a:cubicBezTo>
                <a:cubicBezTo>
                  <a:pt x="160" y="2"/>
                  <a:pt x="159" y="2"/>
                  <a:pt x="158" y="2"/>
                </a:cubicBezTo>
                <a:lnTo>
                  <a:pt x="154" y="2"/>
                </a:lnTo>
                <a:lnTo>
                  <a:pt x="154" y="7"/>
                </a:lnTo>
                <a:close/>
              </a:path>
              <a:path w="471" h="15">
                <a:moveTo>
                  <a:pt x="164" y="10"/>
                </a:moveTo>
                <a:lnTo>
                  <a:pt x="166" y="10"/>
                </a:lnTo>
                <a:cubicBezTo>
                  <a:pt x="166" y="11"/>
                  <a:pt x="166" y="11"/>
                  <a:pt x="166" y="12"/>
                </a:cubicBezTo>
                <a:cubicBezTo>
                  <a:pt x="167" y="12"/>
                  <a:pt x="167" y="13"/>
                  <a:pt x="168" y="13"/>
                </a:cubicBezTo>
                <a:cubicBezTo>
                  <a:pt x="168" y="13"/>
                  <a:pt x="169" y="13"/>
                  <a:pt x="170" y="13"/>
                </a:cubicBezTo>
                <a:cubicBezTo>
                  <a:pt x="170" y="13"/>
                  <a:pt x="171" y="13"/>
                  <a:pt x="171" y="13"/>
                </a:cubicBezTo>
                <a:cubicBezTo>
                  <a:pt x="172" y="13"/>
                  <a:pt x="172" y="12"/>
                  <a:pt x="172" y="12"/>
                </a:cubicBezTo>
                <a:cubicBezTo>
                  <a:pt x="173" y="12"/>
                  <a:pt x="173" y="11"/>
                  <a:pt x="173" y="11"/>
                </a:cubicBezTo>
                <a:cubicBezTo>
                  <a:pt x="173" y="10"/>
                  <a:pt x="173" y="10"/>
                  <a:pt x="172" y="10"/>
                </a:cubicBezTo>
                <a:cubicBezTo>
                  <a:pt x="172" y="9"/>
                  <a:pt x="172" y="9"/>
                  <a:pt x="171" y="9"/>
                </a:cubicBezTo>
                <a:cubicBezTo>
                  <a:pt x="171" y="9"/>
                  <a:pt x="170" y="8"/>
                  <a:pt x="169" y="8"/>
                </a:cubicBezTo>
                <a:cubicBezTo>
                  <a:pt x="168" y="8"/>
                  <a:pt x="167" y="7"/>
                  <a:pt x="167" y="7"/>
                </a:cubicBezTo>
                <a:cubicBezTo>
                  <a:pt x="166" y="7"/>
                  <a:pt x="166" y="6"/>
                  <a:pt x="165" y="6"/>
                </a:cubicBezTo>
                <a:cubicBezTo>
                  <a:pt x="165" y="5"/>
                  <a:pt x="165" y="5"/>
                  <a:pt x="165" y="4"/>
                </a:cubicBezTo>
                <a:cubicBezTo>
                  <a:pt x="165" y="3"/>
                  <a:pt x="165" y="3"/>
                  <a:pt x="165" y="2"/>
                </a:cubicBezTo>
                <a:cubicBezTo>
                  <a:pt x="166" y="1"/>
                  <a:pt x="166" y="1"/>
                  <a:pt x="167" y="1"/>
                </a:cubicBezTo>
                <a:cubicBezTo>
                  <a:pt x="168" y="0"/>
                  <a:pt x="168" y="0"/>
                  <a:pt x="169" y="0"/>
                </a:cubicBezTo>
                <a:cubicBezTo>
                  <a:pt x="170" y="0"/>
                  <a:pt x="171" y="0"/>
                  <a:pt x="172" y="1"/>
                </a:cubicBezTo>
                <a:cubicBezTo>
                  <a:pt x="172" y="1"/>
                  <a:pt x="173" y="1"/>
                  <a:pt x="173" y="2"/>
                </a:cubicBezTo>
                <a:cubicBezTo>
                  <a:pt x="174" y="3"/>
                  <a:pt x="174" y="3"/>
                  <a:pt x="174" y="4"/>
                </a:cubicBezTo>
                <a:lnTo>
                  <a:pt x="172" y="4"/>
                </a:lnTo>
                <a:cubicBezTo>
                  <a:pt x="172" y="4"/>
                  <a:pt x="172" y="3"/>
                  <a:pt x="171" y="2"/>
                </a:cubicBezTo>
                <a:cubicBezTo>
                  <a:pt x="171" y="2"/>
                  <a:pt x="170" y="2"/>
                  <a:pt x="169" y="2"/>
                </a:cubicBezTo>
                <a:cubicBezTo>
                  <a:pt x="168" y="2"/>
                  <a:pt x="168" y="2"/>
                  <a:pt x="167" y="2"/>
                </a:cubicBezTo>
                <a:cubicBezTo>
                  <a:pt x="167" y="3"/>
                  <a:pt x="166" y="3"/>
                  <a:pt x="166" y="4"/>
                </a:cubicBezTo>
                <a:cubicBezTo>
                  <a:pt x="166" y="4"/>
                  <a:pt x="167" y="5"/>
                  <a:pt x="167" y="5"/>
                </a:cubicBezTo>
                <a:cubicBezTo>
                  <a:pt x="167" y="5"/>
                  <a:pt x="168" y="6"/>
                  <a:pt x="169" y="6"/>
                </a:cubicBezTo>
                <a:cubicBezTo>
                  <a:pt x="171" y="7"/>
                  <a:pt x="172" y="7"/>
                  <a:pt x="172" y="7"/>
                </a:cubicBezTo>
                <a:cubicBezTo>
                  <a:pt x="173" y="7"/>
                  <a:pt x="173" y="8"/>
                  <a:pt x="174" y="9"/>
                </a:cubicBezTo>
                <a:cubicBezTo>
                  <a:pt x="174" y="9"/>
                  <a:pt x="174" y="10"/>
                  <a:pt x="174" y="11"/>
                </a:cubicBezTo>
                <a:cubicBezTo>
                  <a:pt x="174" y="11"/>
                  <a:pt x="174" y="12"/>
                  <a:pt x="174" y="13"/>
                </a:cubicBezTo>
                <a:cubicBezTo>
                  <a:pt x="173" y="13"/>
                  <a:pt x="173" y="14"/>
                  <a:pt x="172" y="14"/>
                </a:cubicBezTo>
                <a:cubicBezTo>
                  <a:pt x="171" y="15"/>
                  <a:pt x="171" y="15"/>
                  <a:pt x="170" y="15"/>
                </a:cubicBezTo>
                <a:cubicBezTo>
                  <a:pt x="169" y="15"/>
                  <a:pt x="168" y="15"/>
                  <a:pt x="167" y="14"/>
                </a:cubicBezTo>
                <a:cubicBezTo>
                  <a:pt x="166" y="14"/>
                  <a:pt x="165" y="13"/>
                  <a:pt x="165" y="13"/>
                </a:cubicBezTo>
                <a:cubicBezTo>
                  <a:pt x="165" y="12"/>
                  <a:pt x="164" y="11"/>
                  <a:pt x="164" y="10"/>
                </a:cubicBezTo>
                <a:close/>
              </a:path>
              <a:path w="471" h="15">
                <a:moveTo>
                  <a:pt x="176" y="15"/>
                </a:moveTo>
                <a:lnTo>
                  <a:pt x="176" y="0"/>
                </a:lnTo>
                <a:lnTo>
                  <a:pt x="178" y="0"/>
                </a:lnTo>
                <a:lnTo>
                  <a:pt x="178" y="15"/>
                </a:lnTo>
                <a:lnTo>
                  <a:pt x="176" y="15"/>
                </a:lnTo>
                <a:close/>
              </a:path>
              <a:path w="471" h="15">
                <a:moveTo>
                  <a:pt x="184" y="15"/>
                </a:moveTo>
                <a:lnTo>
                  <a:pt x="184" y="2"/>
                </a:lnTo>
                <a:lnTo>
                  <a:pt x="179" y="2"/>
                </a:lnTo>
                <a:lnTo>
                  <a:pt x="179" y="0"/>
                </a:lnTo>
                <a:lnTo>
                  <a:pt x="189" y="0"/>
                </a:lnTo>
                <a:lnTo>
                  <a:pt x="189" y="2"/>
                </a:lnTo>
                <a:lnTo>
                  <a:pt x="185" y="2"/>
                </a:lnTo>
                <a:lnTo>
                  <a:pt x="185" y="15"/>
                </a:lnTo>
                <a:lnTo>
                  <a:pt x="184" y="15"/>
                </a:lnTo>
                <a:close/>
              </a:path>
              <a:path w="471" h="15">
                <a:moveTo>
                  <a:pt x="194" y="15"/>
                </a:moveTo>
                <a:lnTo>
                  <a:pt x="194" y="9"/>
                </a:lnTo>
                <a:lnTo>
                  <a:pt x="189" y="0"/>
                </a:lnTo>
                <a:lnTo>
                  <a:pt x="191" y="0"/>
                </a:lnTo>
                <a:lnTo>
                  <a:pt x="194" y="5"/>
                </a:lnTo>
                <a:cubicBezTo>
                  <a:pt x="194" y="5"/>
                  <a:pt x="195" y="6"/>
                  <a:pt x="195" y="7"/>
                </a:cubicBezTo>
                <a:cubicBezTo>
                  <a:pt x="195" y="6"/>
                  <a:pt x="196" y="5"/>
                  <a:pt x="196" y="5"/>
                </a:cubicBezTo>
                <a:lnTo>
                  <a:pt x="199" y="0"/>
                </a:lnTo>
                <a:lnTo>
                  <a:pt x="201" y="0"/>
                </a:lnTo>
                <a:lnTo>
                  <a:pt x="196" y="9"/>
                </a:lnTo>
                <a:lnTo>
                  <a:pt x="196" y="15"/>
                </a:lnTo>
                <a:lnTo>
                  <a:pt x="194" y="15"/>
                </a:lnTo>
                <a:close/>
              </a:path>
              <a:path w="471" h="15">
                <a:moveTo>
                  <a:pt x="206" y="8"/>
                </a:moveTo>
                <a:cubicBezTo>
                  <a:pt x="206" y="5"/>
                  <a:pt x="207" y="3"/>
                  <a:pt x="208" y="2"/>
                </a:cubicBezTo>
                <a:cubicBezTo>
                  <a:pt x="209" y="1"/>
                  <a:pt x="211" y="0"/>
                  <a:pt x="212" y="0"/>
                </a:cubicBezTo>
                <a:cubicBezTo>
                  <a:pt x="213" y="0"/>
                  <a:pt x="214" y="0"/>
                  <a:pt x="215" y="1"/>
                </a:cubicBezTo>
                <a:cubicBezTo>
                  <a:pt x="216" y="2"/>
                  <a:pt x="217" y="3"/>
                  <a:pt x="218" y="4"/>
                </a:cubicBezTo>
                <a:cubicBezTo>
                  <a:pt x="218" y="5"/>
                  <a:pt x="218" y="6"/>
                  <a:pt x="218" y="8"/>
                </a:cubicBezTo>
                <a:cubicBezTo>
                  <a:pt x="218" y="9"/>
                  <a:pt x="218" y="10"/>
                  <a:pt x="217" y="11"/>
                </a:cubicBezTo>
                <a:cubicBezTo>
                  <a:pt x="217" y="13"/>
                  <a:pt x="216" y="13"/>
                  <a:pt x="215" y="14"/>
                </a:cubicBezTo>
                <a:cubicBezTo>
                  <a:pt x="214" y="15"/>
                  <a:pt x="213" y="15"/>
                  <a:pt x="212" y="15"/>
                </a:cubicBezTo>
                <a:cubicBezTo>
                  <a:pt x="211" y="15"/>
                  <a:pt x="210" y="15"/>
                  <a:pt x="209" y="14"/>
                </a:cubicBezTo>
                <a:cubicBezTo>
                  <a:pt x="208" y="13"/>
                  <a:pt x="207" y="12"/>
                  <a:pt x="207" y="11"/>
                </a:cubicBezTo>
                <a:cubicBezTo>
                  <a:pt x="207" y="10"/>
                  <a:pt x="206" y="9"/>
                  <a:pt x="206" y="8"/>
                </a:cubicBezTo>
                <a:close/>
                <a:moveTo>
                  <a:pt x="208" y="8"/>
                </a:moveTo>
                <a:cubicBezTo>
                  <a:pt x="208" y="9"/>
                  <a:pt x="208" y="11"/>
                  <a:pt x="209" y="12"/>
                </a:cubicBezTo>
                <a:cubicBezTo>
                  <a:pt x="210" y="13"/>
                  <a:pt x="211" y="13"/>
                  <a:pt x="212" y="13"/>
                </a:cubicBezTo>
                <a:cubicBezTo>
                  <a:pt x="214" y="13"/>
                  <a:pt x="215" y="13"/>
                  <a:pt x="215" y="12"/>
                </a:cubicBezTo>
                <a:cubicBezTo>
                  <a:pt x="216" y="11"/>
                  <a:pt x="217" y="9"/>
                  <a:pt x="217" y="7"/>
                </a:cubicBezTo>
                <a:cubicBezTo>
                  <a:pt x="217" y="6"/>
                  <a:pt x="216" y="5"/>
                  <a:pt x="216" y="4"/>
                </a:cubicBezTo>
                <a:cubicBezTo>
                  <a:pt x="216" y="4"/>
                  <a:pt x="215" y="3"/>
                  <a:pt x="215" y="2"/>
                </a:cubicBezTo>
                <a:cubicBezTo>
                  <a:pt x="214" y="2"/>
                  <a:pt x="213" y="2"/>
                  <a:pt x="212" y="2"/>
                </a:cubicBezTo>
                <a:cubicBezTo>
                  <a:pt x="211" y="2"/>
                  <a:pt x="210" y="2"/>
                  <a:pt x="209" y="3"/>
                </a:cubicBezTo>
                <a:cubicBezTo>
                  <a:pt x="208" y="4"/>
                  <a:pt x="208" y="6"/>
                  <a:pt x="208" y="8"/>
                </a:cubicBezTo>
                <a:close/>
              </a:path>
              <a:path w="471" h="15">
                <a:moveTo>
                  <a:pt x="220" y="15"/>
                </a:moveTo>
                <a:lnTo>
                  <a:pt x="220" y="0"/>
                </a:lnTo>
                <a:lnTo>
                  <a:pt x="228" y="0"/>
                </a:lnTo>
                <a:lnTo>
                  <a:pt x="228" y="2"/>
                </a:lnTo>
                <a:lnTo>
                  <a:pt x="222" y="2"/>
                </a:lnTo>
                <a:lnTo>
                  <a:pt x="222" y="6"/>
                </a:lnTo>
                <a:lnTo>
                  <a:pt x="228" y="6"/>
                </a:lnTo>
                <a:lnTo>
                  <a:pt x="228" y="8"/>
                </a:lnTo>
                <a:lnTo>
                  <a:pt x="222" y="8"/>
                </a:lnTo>
                <a:lnTo>
                  <a:pt x="222" y="15"/>
                </a:lnTo>
                <a:lnTo>
                  <a:pt x="220" y="15"/>
                </a:lnTo>
                <a:close/>
              </a:path>
              <a:path w="471" h="15">
                <a:moveTo>
                  <a:pt x="235" y="10"/>
                </a:moveTo>
                <a:lnTo>
                  <a:pt x="236" y="10"/>
                </a:lnTo>
                <a:cubicBezTo>
                  <a:pt x="237" y="11"/>
                  <a:pt x="237" y="11"/>
                  <a:pt x="237" y="12"/>
                </a:cubicBezTo>
                <a:cubicBezTo>
                  <a:pt x="237" y="12"/>
                  <a:pt x="238" y="13"/>
                  <a:pt x="238" y="13"/>
                </a:cubicBezTo>
                <a:cubicBezTo>
                  <a:pt x="239" y="13"/>
                  <a:pt x="239" y="13"/>
                  <a:pt x="240" y="13"/>
                </a:cubicBezTo>
                <a:cubicBezTo>
                  <a:pt x="241" y="13"/>
                  <a:pt x="241" y="13"/>
                  <a:pt x="242" y="13"/>
                </a:cubicBezTo>
                <a:cubicBezTo>
                  <a:pt x="242" y="13"/>
                  <a:pt x="243" y="12"/>
                  <a:pt x="243" y="12"/>
                </a:cubicBezTo>
                <a:cubicBezTo>
                  <a:pt x="243" y="12"/>
                  <a:pt x="243" y="11"/>
                  <a:pt x="243" y="11"/>
                </a:cubicBezTo>
                <a:cubicBezTo>
                  <a:pt x="243" y="10"/>
                  <a:pt x="243" y="10"/>
                  <a:pt x="243" y="10"/>
                </a:cubicBezTo>
                <a:cubicBezTo>
                  <a:pt x="243" y="9"/>
                  <a:pt x="242" y="9"/>
                  <a:pt x="242" y="9"/>
                </a:cubicBezTo>
                <a:cubicBezTo>
                  <a:pt x="241" y="9"/>
                  <a:pt x="241" y="8"/>
                  <a:pt x="240" y="8"/>
                </a:cubicBezTo>
                <a:cubicBezTo>
                  <a:pt x="238" y="8"/>
                  <a:pt x="238" y="7"/>
                  <a:pt x="237" y="7"/>
                </a:cubicBezTo>
                <a:cubicBezTo>
                  <a:pt x="237" y="7"/>
                  <a:pt x="236" y="6"/>
                  <a:pt x="236" y="6"/>
                </a:cubicBezTo>
                <a:cubicBezTo>
                  <a:pt x="235" y="5"/>
                  <a:pt x="235" y="5"/>
                  <a:pt x="235" y="4"/>
                </a:cubicBezTo>
                <a:cubicBezTo>
                  <a:pt x="235" y="3"/>
                  <a:pt x="236" y="3"/>
                  <a:pt x="236" y="2"/>
                </a:cubicBezTo>
                <a:cubicBezTo>
                  <a:pt x="236" y="1"/>
                  <a:pt x="237" y="1"/>
                  <a:pt x="237" y="1"/>
                </a:cubicBezTo>
                <a:cubicBezTo>
                  <a:pt x="238" y="0"/>
                  <a:pt x="239" y="0"/>
                  <a:pt x="240" y="0"/>
                </a:cubicBezTo>
                <a:cubicBezTo>
                  <a:pt x="241" y="0"/>
                  <a:pt x="241" y="0"/>
                  <a:pt x="242" y="1"/>
                </a:cubicBezTo>
                <a:cubicBezTo>
                  <a:pt x="243" y="1"/>
                  <a:pt x="243" y="1"/>
                  <a:pt x="244" y="2"/>
                </a:cubicBezTo>
                <a:cubicBezTo>
                  <a:pt x="244" y="3"/>
                  <a:pt x="244" y="3"/>
                  <a:pt x="244" y="4"/>
                </a:cubicBezTo>
                <a:lnTo>
                  <a:pt x="243" y="4"/>
                </a:lnTo>
                <a:cubicBezTo>
                  <a:pt x="243" y="4"/>
                  <a:pt x="242" y="3"/>
                  <a:pt x="242" y="2"/>
                </a:cubicBezTo>
                <a:cubicBezTo>
                  <a:pt x="242" y="2"/>
                  <a:pt x="241" y="2"/>
                  <a:pt x="240" y="2"/>
                </a:cubicBezTo>
                <a:cubicBezTo>
                  <a:pt x="239" y="2"/>
                  <a:pt x="238" y="2"/>
                  <a:pt x="238" y="2"/>
                </a:cubicBezTo>
                <a:cubicBezTo>
                  <a:pt x="237" y="3"/>
                  <a:pt x="237" y="3"/>
                  <a:pt x="237" y="4"/>
                </a:cubicBezTo>
                <a:cubicBezTo>
                  <a:pt x="237" y="4"/>
                  <a:pt x="237" y="5"/>
                  <a:pt x="237" y="5"/>
                </a:cubicBezTo>
                <a:cubicBezTo>
                  <a:pt x="238" y="5"/>
                  <a:pt x="239" y="6"/>
                  <a:pt x="240" y="6"/>
                </a:cubicBezTo>
                <a:cubicBezTo>
                  <a:pt x="241" y="7"/>
                  <a:pt x="242" y="7"/>
                  <a:pt x="243" y="7"/>
                </a:cubicBezTo>
                <a:cubicBezTo>
                  <a:pt x="243" y="7"/>
                  <a:pt x="244" y="8"/>
                  <a:pt x="244" y="9"/>
                </a:cubicBezTo>
                <a:cubicBezTo>
                  <a:pt x="245" y="9"/>
                  <a:pt x="245" y="10"/>
                  <a:pt x="245" y="11"/>
                </a:cubicBezTo>
                <a:cubicBezTo>
                  <a:pt x="245" y="11"/>
                  <a:pt x="245" y="12"/>
                  <a:pt x="244" y="13"/>
                </a:cubicBezTo>
                <a:cubicBezTo>
                  <a:pt x="244" y="13"/>
                  <a:pt x="243" y="14"/>
                  <a:pt x="243" y="14"/>
                </a:cubicBezTo>
                <a:cubicBezTo>
                  <a:pt x="242" y="15"/>
                  <a:pt x="241" y="15"/>
                  <a:pt x="240" y="15"/>
                </a:cubicBezTo>
                <a:cubicBezTo>
                  <a:pt x="239" y="15"/>
                  <a:pt x="238" y="15"/>
                  <a:pt x="237" y="14"/>
                </a:cubicBezTo>
                <a:cubicBezTo>
                  <a:pt x="237" y="14"/>
                  <a:pt x="236" y="13"/>
                  <a:pt x="236" y="13"/>
                </a:cubicBezTo>
                <a:cubicBezTo>
                  <a:pt x="235" y="12"/>
                  <a:pt x="235" y="11"/>
                  <a:pt x="235" y="10"/>
                </a:cubicBezTo>
                <a:close/>
              </a:path>
              <a:path w="471" h="15">
                <a:moveTo>
                  <a:pt x="256" y="10"/>
                </a:moveTo>
                <a:lnTo>
                  <a:pt x="257" y="10"/>
                </a:lnTo>
                <a:cubicBezTo>
                  <a:pt x="257" y="12"/>
                  <a:pt x="256" y="13"/>
                  <a:pt x="255" y="14"/>
                </a:cubicBezTo>
                <a:cubicBezTo>
                  <a:pt x="254" y="15"/>
                  <a:pt x="253" y="15"/>
                  <a:pt x="252" y="15"/>
                </a:cubicBezTo>
                <a:cubicBezTo>
                  <a:pt x="251" y="15"/>
                  <a:pt x="250" y="15"/>
                  <a:pt x="249" y="14"/>
                </a:cubicBezTo>
                <a:cubicBezTo>
                  <a:pt x="248" y="13"/>
                  <a:pt x="247" y="12"/>
                  <a:pt x="247" y="11"/>
                </a:cubicBezTo>
                <a:cubicBezTo>
                  <a:pt x="246" y="10"/>
                  <a:pt x="246" y="9"/>
                  <a:pt x="246" y="7"/>
                </a:cubicBezTo>
                <a:cubicBezTo>
                  <a:pt x="246" y="6"/>
                  <a:pt x="246" y="5"/>
                  <a:pt x="247" y="3"/>
                </a:cubicBezTo>
                <a:cubicBezTo>
                  <a:pt x="247" y="2"/>
                  <a:pt x="248" y="1"/>
                  <a:pt x="249" y="1"/>
                </a:cubicBezTo>
                <a:cubicBezTo>
                  <a:pt x="250" y="0"/>
                  <a:pt x="251" y="0"/>
                  <a:pt x="252" y="0"/>
                </a:cubicBezTo>
                <a:cubicBezTo>
                  <a:pt x="253" y="0"/>
                  <a:pt x="254" y="0"/>
                  <a:pt x="255" y="1"/>
                </a:cubicBezTo>
                <a:cubicBezTo>
                  <a:pt x="256" y="2"/>
                  <a:pt x="257" y="3"/>
                  <a:pt x="257" y="4"/>
                </a:cubicBezTo>
                <a:lnTo>
                  <a:pt x="255" y="5"/>
                </a:lnTo>
                <a:cubicBezTo>
                  <a:pt x="255" y="4"/>
                  <a:pt x="255" y="3"/>
                  <a:pt x="254" y="2"/>
                </a:cubicBezTo>
                <a:cubicBezTo>
                  <a:pt x="254" y="2"/>
                  <a:pt x="253" y="2"/>
                  <a:pt x="252" y="2"/>
                </a:cubicBezTo>
                <a:cubicBezTo>
                  <a:pt x="251" y="2"/>
                  <a:pt x="250" y="2"/>
                  <a:pt x="250" y="2"/>
                </a:cubicBezTo>
                <a:cubicBezTo>
                  <a:pt x="249" y="3"/>
                  <a:pt x="248" y="4"/>
                  <a:pt x="248" y="5"/>
                </a:cubicBezTo>
                <a:cubicBezTo>
                  <a:pt x="248" y="5"/>
                  <a:pt x="248" y="6"/>
                  <a:pt x="248" y="7"/>
                </a:cubicBezTo>
                <a:cubicBezTo>
                  <a:pt x="248" y="9"/>
                  <a:pt x="248" y="10"/>
                  <a:pt x="248" y="11"/>
                </a:cubicBezTo>
                <a:cubicBezTo>
                  <a:pt x="249" y="11"/>
                  <a:pt x="249" y="12"/>
                  <a:pt x="250" y="13"/>
                </a:cubicBezTo>
                <a:cubicBezTo>
                  <a:pt x="250" y="13"/>
                  <a:pt x="251" y="13"/>
                  <a:pt x="252" y="13"/>
                </a:cubicBezTo>
                <a:cubicBezTo>
                  <a:pt x="253" y="13"/>
                  <a:pt x="254" y="13"/>
                  <a:pt x="254" y="12"/>
                </a:cubicBezTo>
                <a:cubicBezTo>
                  <a:pt x="255" y="12"/>
                  <a:pt x="255" y="11"/>
                  <a:pt x="256" y="10"/>
                </a:cubicBezTo>
                <a:close/>
              </a:path>
              <a:path w="471" h="15">
                <a:moveTo>
                  <a:pt x="259" y="15"/>
                </a:moveTo>
                <a:lnTo>
                  <a:pt x="259" y="0"/>
                </a:lnTo>
                <a:lnTo>
                  <a:pt x="261" y="0"/>
                </a:lnTo>
                <a:lnTo>
                  <a:pt x="261" y="15"/>
                </a:lnTo>
                <a:lnTo>
                  <a:pt x="259" y="15"/>
                </a:lnTo>
                <a:close/>
              </a:path>
              <a:path w="471" h="15">
                <a:moveTo>
                  <a:pt x="263" y="15"/>
                </a:moveTo>
                <a:lnTo>
                  <a:pt x="263" y="0"/>
                </a:lnTo>
                <a:lnTo>
                  <a:pt x="272" y="0"/>
                </a:lnTo>
                <a:lnTo>
                  <a:pt x="272" y="2"/>
                </a:lnTo>
                <a:lnTo>
                  <a:pt x="265" y="2"/>
                </a:lnTo>
                <a:lnTo>
                  <a:pt x="265" y="6"/>
                </a:lnTo>
                <a:lnTo>
                  <a:pt x="272" y="6"/>
                </a:lnTo>
                <a:lnTo>
                  <a:pt x="272" y="8"/>
                </a:lnTo>
                <a:lnTo>
                  <a:pt x="265" y="8"/>
                </a:lnTo>
                <a:lnTo>
                  <a:pt x="265" y="13"/>
                </a:lnTo>
                <a:lnTo>
                  <a:pt x="272" y="13"/>
                </a:lnTo>
                <a:lnTo>
                  <a:pt x="272" y="15"/>
                </a:lnTo>
                <a:lnTo>
                  <a:pt x="263" y="15"/>
                </a:lnTo>
                <a:close/>
              </a:path>
              <a:path w="471" h="15">
                <a:moveTo>
                  <a:pt x="274" y="15"/>
                </a:moveTo>
                <a:lnTo>
                  <a:pt x="274" y="0"/>
                </a:lnTo>
                <a:lnTo>
                  <a:pt x="276" y="0"/>
                </a:lnTo>
                <a:lnTo>
                  <a:pt x="283" y="12"/>
                </a:lnTo>
                <a:lnTo>
                  <a:pt x="283" y="0"/>
                </a:lnTo>
                <a:lnTo>
                  <a:pt x="284" y="0"/>
                </a:lnTo>
                <a:lnTo>
                  <a:pt x="284" y="15"/>
                </a:lnTo>
                <a:lnTo>
                  <a:pt x="282" y="15"/>
                </a:lnTo>
                <a:lnTo>
                  <a:pt x="276" y="3"/>
                </a:lnTo>
                <a:lnTo>
                  <a:pt x="276" y="15"/>
                </a:lnTo>
                <a:lnTo>
                  <a:pt x="274" y="15"/>
                </a:lnTo>
                <a:close/>
              </a:path>
              <a:path w="471" h="15">
                <a:moveTo>
                  <a:pt x="295" y="10"/>
                </a:moveTo>
                <a:lnTo>
                  <a:pt x="297" y="10"/>
                </a:lnTo>
                <a:cubicBezTo>
                  <a:pt x="297" y="12"/>
                  <a:pt x="296" y="13"/>
                  <a:pt x="295" y="14"/>
                </a:cubicBezTo>
                <a:cubicBezTo>
                  <a:pt x="294" y="15"/>
                  <a:pt x="293" y="15"/>
                  <a:pt x="292" y="15"/>
                </a:cubicBezTo>
                <a:cubicBezTo>
                  <a:pt x="290" y="15"/>
                  <a:pt x="289" y="15"/>
                  <a:pt x="289" y="14"/>
                </a:cubicBezTo>
                <a:cubicBezTo>
                  <a:pt x="288" y="13"/>
                  <a:pt x="287" y="12"/>
                  <a:pt x="287" y="11"/>
                </a:cubicBezTo>
                <a:cubicBezTo>
                  <a:pt x="286" y="10"/>
                  <a:pt x="286" y="9"/>
                  <a:pt x="286" y="7"/>
                </a:cubicBezTo>
                <a:cubicBezTo>
                  <a:pt x="286" y="6"/>
                  <a:pt x="286" y="5"/>
                  <a:pt x="287" y="3"/>
                </a:cubicBezTo>
                <a:cubicBezTo>
                  <a:pt x="287" y="2"/>
                  <a:pt x="288" y="1"/>
                  <a:pt x="289" y="1"/>
                </a:cubicBezTo>
                <a:cubicBezTo>
                  <a:pt x="290" y="0"/>
                  <a:pt x="291" y="0"/>
                  <a:pt x="292" y="0"/>
                </a:cubicBezTo>
                <a:cubicBezTo>
                  <a:pt x="293" y="0"/>
                  <a:pt x="294" y="0"/>
                  <a:pt x="295" y="1"/>
                </a:cubicBezTo>
                <a:cubicBezTo>
                  <a:pt x="296" y="2"/>
                  <a:pt x="296" y="3"/>
                  <a:pt x="297" y="4"/>
                </a:cubicBezTo>
                <a:lnTo>
                  <a:pt x="295" y="5"/>
                </a:lnTo>
                <a:cubicBezTo>
                  <a:pt x="295" y="4"/>
                  <a:pt x="294" y="3"/>
                  <a:pt x="294" y="2"/>
                </a:cubicBezTo>
                <a:cubicBezTo>
                  <a:pt x="293" y="2"/>
                  <a:pt x="293" y="2"/>
                  <a:pt x="292" y="2"/>
                </a:cubicBezTo>
                <a:cubicBezTo>
                  <a:pt x="291" y="2"/>
                  <a:pt x="290" y="2"/>
                  <a:pt x="289" y="2"/>
                </a:cubicBezTo>
                <a:cubicBezTo>
                  <a:pt x="289" y="3"/>
                  <a:pt x="288" y="4"/>
                  <a:pt x="288" y="5"/>
                </a:cubicBezTo>
                <a:cubicBezTo>
                  <a:pt x="288" y="5"/>
                  <a:pt x="288" y="6"/>
                  <a:pt x="288" y="7"/>
                </a:cubicBezTo>
                <a:cubicBezTo>
                  <a:pt x="288" y="9"/>
                  <a:pt x="288" y="10"/>
                  <a:pt x="288" y="11"/>
                </a:cubicBezTo>
                <a:cubicBezTo>
                  <a:pt x="288" y="11"/>
                  <a:pt x="289" y="12"/>
                  <a:pt x="290" y="13"/>
                </a:cubicBezTo>
                <a:cubicBezTo>
                  <a:pt x="290" y="13"/>
                  <a:pt x="291" y="13"/>
                  <a:pt x="292" y="13"/>
                </a:cubicBezTo>
                <a:cubicBezTo>
                  <a:pt x="293" y="13"/>
                  <a:pt x="293" y="13"/>
                  <a:pt x="294" y="12"/>
                </a:cubicBezTo>
                <a:cubicBezTo>
                  <a:pt x="295" y="12"/>
                  <a:pt x="295" y="11"/>
                  <a:pt x="295" y="10"/>
                </a:cubicBezTo>
                <a:close/>
              </a:path>
              <a:path w="471" h="15">
                <a:moveTo>
                  <a:pt x="299" y="15"/>
                </a:moveTo>
                <a:lnTo>
                  <a:pt x="299" y="0"/>
                </a:lnTo>
                <a:lnTo>
                  <a:pt x="308" y="0"/>
                </a:lnTo>
                <a:lnTo>
                  <a:pt x="308" y="2"/>
                </a:lnTo>
                <a:lnTo>
                  <a:pt x="300" y="2"/>
                </a:lnTo>
                <a:lnTo>
                  <a:pt x="300" y="6"/>
                </a:lnTo>
                <a:lnTo>
                  <a:pt x="307" y="6"/>
                </a:lnTo>
                <a:lnTo>
                  <a:pt x="307" y="8"/>
                </a:lnTo>
                <a:lnTo>
                  <a:pt x="300" y="8"/>
                </a:lnTo>
                <a:lnTo>
                  <a:pt x="300" y="13"/>
                </a:lnTo>
                <a:lnTo>
                  <a:pt x="308" y="13"/>
                </a:lnTo>
                <a:lnTo>
                  <a:pt x="308" y="15"/>
                </a:lnTo>
                <a:lnTo>
                  <a:pt x="299" y="15"/>
                </a:lnTo>
                <a:close/>
              </a:path>
              <a:path w="471" h="15">
                <a:moveTo>
                  <a:pt x="313" y="15"/>
                </a:moveTo>
                <a:lnTo>
                  <a:pt x="318" y="0"/>
                </a:lnTo>
                <a:lnTo>
                  <a:pt x="319" y="0"/>
                </a:lnTo>
                <a:lnTo>
                  <a:pt x="324" y="15"/>
                </a:lnTo>
                <a:lnTo>
                  <a:pt x="323" y="15"/>
                </a:lnTo>
                <a:lnTo>
                  <a:pt x="321" y="10"/>
                </a:lnTo>
                <a:lnTo>
                  <a:pt x="316" y="10"/>
                </a:lnTo>
                <a:lnTo>
                  <a:pt x="314" y="15"/>
                </a:lnTo>
                <a:lnTo>
                  <a:pt x="313" y="15"/>
                </a:lnTo>
                <a:close/>
                <a:moveTo>
                  <a:pt x="316" y="9"/>
                </a:moveTo>
                <a:lnTo>
                  <a:pt x="321" y="9"/>
                </a:lnTo>
                <a:lnTo>
                  <a:pt x="319" y="5"/>
                </a:lnTo>
                <a:cubicBezTo>
                  <a:pt x="319" y="4"/>
                  <a:pt x="319" y="3"/>
                  <a:pt x="318" y="2"/>
                </a:cubicBezTo>
                <a:cubicBezTo>
                  <a:pt x="318" y="3"/>
                  <a:pt x="318" y="4"/>
                  <a:pt x="318" y="5"/>
                </a:cubicBezTo>
                <a:lnTo>
                  <a:pt x="316" y="9"/>
                </a:lnTo>
                <a:close/>
              </a:path>
              <a:path w="471" h="15">
                <a:moveTo>
                  <a:pt x="325" y="15"/>
                </a:moveTo>
                <a:lnTo>
                  <a:pt x="325" y="0"/>
                </a:lnTo>
                <a:lnTo>
                  <a:pt x="327" y="0"/>
                </a:lnTo>
                <a:lnTo>
                  <a:pt x="334" y="12"/>
                </a:lnTo>
                <a:lnTo>
                  <a:pt x="334" y="0"/>
                </a:lnTo>
                <a:lnTo>
                  <a:pt x="335" y="0"/>
                </a:lnTo>
                <a:lnTo>
                  <a:pt x="335" y="15"/>
                </a:lnTo>
                <a:lnTo>
                  <a:pt x="333" y="15"/>
                </a:lnTo>
                <a:lnTo>
                  <a:pt x="327" y="3"/>
                </a:lnTo>
                <a:lnTo>
                  <a:pt x="327" y="15"/>
                </a:lnTo>
                <a:lnTo>
                  <a:pt x="325" y="15"/>
                </a:lnTo>
                <a:close/>
              </a:path>
              <a:path w="471" h="15">
                <a:moveTo>
                  <a:pt x="337" y="15"/>
                </a:moveTo>
                <a:lnTo>
                  <a:pt x="337" y="0"/>
                </a:lnTo>
                <a:lnTo>
                  <a:pt x="342" y="0"/>
                </a:lnTo>
                <a:cubicBezTo>
                  <a:pt x="343" y="0"/>
                  <a:pt x="343" y="0"/>
                  <a:pt x="344" y="0"/>
                </a:cubicBezTo>
                <a:cubicBezTo>
                  <a:pt x="345" y="1"/>
                  <a:pt x="345" y="1"/>
                  <a:pt x="346" y="2"/>
                </a:cubicBezTo>
                <a:cubicBezTo>
                  <a:pt x="346" y="2"/>
                  <a:pt x="347" y="3"/>
                  <a:pt x="347" y="4"/>
                </a:cubicBezTo>
                <a:cubicBezTo>
                  <a:pt x="348" y="5"/>
                  <a:pt x="348" y="6"/>
                  <a:pt x="348" y="7"/>
                </a:cubicBezTo>
                <a:cubicBezTo>
                  <a:pt x="348" y="8"/>
                  <a:pt x="348" y="9"/>
                  <a:pt x="347" y="10"/>
                </a:cubicBezTo>
                <a:cubicBezTo>
                  <a:pt x="347" y="11"/>
                  <a:pt x="347" y="12"/>
                  <a:pt x="347" y="12"/>
                </a:cubicBezTo>
                <a:cubicBezTo>
                  <a:pt x="346" y="13"/>
                  <a:pt x="346" y="13"/>
                  <a:pt x="345" y="14"/>
                </a:cubicBezTo>
                <a:cubicBezTo>
                  <a:pt x="345" y="14"/>
                  <a:pt x="344" y="14"/>
                  <a:pt x="344" y="14"/>
                </a:cubicBezTo>
                <a:cubicBezTo>
                  <a:pt x="343" y="15"/>
                  <a:pt x="343" y="15"/>
                  <a:pt x="342" y="15"/>
                </a:cubicBezTo>
                <a:lnTo>
                  <a:pt x="337" y="15"/>
                </a:lnTo>
                <a:close/>
                <a:moveTo>
                  <a:pt x="339" y="13"/>
                </a:moveTo>
                <a:lnTo>
                  <a:pt x="342" y="13"/>
                </a:lnTo>
                <a:cubicBezTo>
                  <a:pt x="343" y="13"/>
                  <a:pt x="343" y="13"/>
                  <a:pt x="344" y="13"/>
                </a:cubicBezTo>
                <a:cubicBezTo>
                  <a:pt x="344" y="13"/>
                  <a:pt x="345" y="12"/>
                  <a:pt x="345" y="12"/>
                </a:cubicBezTo>
                <a:cubicBezTo>
                  <a:pt x="345" y="12"/>
                  <a:pt x="345" y="11"/>
                  <a:pt x="346" y="10"/>
                </a:cubicBezTo>
                <a:cubicBezTo>
                  <a:pt x="346" y="9"/>
                  <a:pt x="346" y="8"/>
                  <a:pt x="346" y="7"/>
                </a:cubicBezTo>
                <a:cubicBezTo>
                  <a:pt x="346" y="6"/>
                  <a:pt x="346" y="5"/>
                  <a:pt x="345" y="4"/>
                </a:cubicBezTo>
                <a:cubicBezTo>
                  <a:pt x="345" y="3"/>
                  <a:pt x="344" y="3"/>
                  <a:pt x="344" y="2"/>
                </a:cubicBezTo>
                <a:cubicBezTo>
                  <a:pt x="343" y="2"/>
                  <a:pt x="343" y="2"/>
                  <a:pt x="342" y="2"/>
                </a:cubicBezTo>
                <a:lnTo>
                  <a:pt x="339" y="2"/>
                </a:lnTo>
                <a:lnTo>
                  <a:pt x="339" y="13"/>
                </a:lnTo>
                <a:close/>
              </a:path>
              <a:path w="471" h="15">
                <a:moveTo>
                  <a:pt x="358" y="15"/>
                </a:moveTo>
                <a:lnTo>
                  <a:pt x="358" y="2"/>
                </a:lnTo>
                <a:lnTo>
                  <a:pt x="354" y="2"/>
                </a:lnTo>
                <a:lnTo>
                  <a:pt x="354" y="0"/>
                </a:lnTo>
                <a:lnTo>
                  <a:pt x="364" y="0"/>
                </a:lnTo>
                <a:lnTo>
                  <a:pt x="364" y="2"/>
                </a:lnTo>
                <a:lnTo>
                  <a:pt x="359" y="2"/>
                </a:lnTo>
                <a:lnTo>
                  <a:pt x="359" y="15"/>
                </a:lnTo>
                <a:lnTo>
                  <a:pt x="358" y="15"/>
                </a:lnTo>
                <a:close/>
              </a:path>
              <a:path w="471" h="15">
                <a:moveTo>
                  <a:pt x="365" y="15"/>
                </a:moveTo>
                <a:lnTo>
                  <a:pt x="365" y="0"/>
                </a:lnTo>
                <a:lnTo>
                  <a:pt x="374" y="0"/>
                </a:lnTo>
                <a:lnTo>
                  <a:pt x="374" y="2"/>
                </a:lnTo>
                <a:lnTo>
                  <a:pt x="366" y="2"/>
                </a:lnTo>
                <a:lnTo>
                  <a:pt x="366" y="6"/>
                </a:lnTo>
                <a:lnTo>
                  <a:pt x="373" y="6"/>
                </a:lnTo>
                <a:lnTo>
                  <a:pt x="373" y="8"/>
                </a:lnTo>
                <a:lnTo>
                  <a:pt x="366" y="8"/>
                </a:lnTo>
                <a:lnTo>
                  <a:pt x="366" y="13"/>
                </a:lnTo>
                <a:lnTo>
                  <a:pt x="374" y="13"/>
                </a:lnTo>
                <a:lnTo>
                  <a:pt x="374" y="15"/>
                </a:lnTo>
                <a:lnTo>
                  <a:pt x="365" y="15"/>
                </a:lnTo>
                <a:close/>
              </a:path>
              <a:path w="471" h="15">
                <a:moveTo>
                  <a:pt x="385" y="10"/>
                </a:moveTo>
                <a:lnTo>
                  <a:pt x="386" y="10"/>
                </a:lnTo>
                <a:cubicBezTo>
                  <a:pt x="386" y="12"/>
                  <a:pt x="386" y="13"/>
                  <a:pt x="385" y="14"/>
                </a:cubicBezTo>
                <a:cubicBezTo>
                  <a:pt x="384" y="15"/>
                  <a:pt x="383" y="15"/>
                  <a:pt x="381" y="15"/>
                </a:cubicBezTo>
                <a:cubicBezTo>
                  <a:pt x="380" y="15"/>
                  <a:pt x="379" y="15"/>
                  <a:pt x="378" y="14"/>
                </a:cubicBezTo>
                <a:cubicBezTo>
                  <a:pt x="377" y="13"/>
                  <a:pt x="377" y="12"/>
                  <a:pt x="376" y="11"/>
                </a:cubicBezTo>
                <a:cubicBezTo>
                  <a:pt x="376" y="10"/>
                  <a:pt x="375" y="9"/>
                  <a:pt x="375" y="7"/>
                </a:cubicBezTo>
                <a:cubicBezTo>
                  <a:pt x="375" y="6"/>
                  <a:pt x="376" y="5"/>
                  <a:pt x="376" y="3"/>
                </a:cubicBezTo>
                <a:cubicBezTo>
                  <a:pt x="377" y="2"/>
                  <a:pt x="377" y="1"/>
                  <a:pt x="378" y="1"/>
                </a:cubicBezTo>
                <a:cubicBezTo>
                  <a:pt x="379" y="0"/>
                  <a:pt x="380" y="0"/>
                  <a:pt x="381" y="0"/>
                </a:cubicBezTo>
                <a:cubicBezTo>
                  <a:pt x="383" y="0"/>
                  <a:pt x="384" y="0"/>
                  <a:pt x="384" y="1"/>
                </a:cubicBezTo>
                <a:cubicBezTo>
                  <a:pt x="385" y="2"/>
                  <a:pt x="386" y="3"/>
                  <a:pt x="386" y="4"/>
                </a:cubicBezTo>
                <a:lnTo>
                  <a:pt x="385" y="5"/>
                </a:lnTo>
                <a:cubicBezTo>
                  <a:pt x="384" y="4"/>
                  <a:pt x="384" y="3"/>
                  <a:pt x="383" y="2"/>
                </a:cubicBezTo>
                <a:cubicBezTo>
                  <a:pt x="383" y="2"/>
                  <a:pt x="382" y="2"/>
                  <a:pt x="381" y="2"/>
                </a:cubicBezTo>
                <a:cubicBezTo>
                  <a:pt x="380" y="2"/>
                  <a:pt x="380" y="2"/>
                  <a:pt x="379" y="2"/>
                </a:cubicBezTo>
                <a:cubicBezTo>
                  <a:pt x="378" y="3"/>
                  <a:pt x="378" y="4"/>
                  <a:pt x="378" y="5"/>
                </a:cubicBezTo>
                <a:cubicBezTo>
                  <a:pt x="377" y="5"/>
                  <a:pt x="377" y="6"/>
                  <a:pt x="377" y="7"/>
                </a:cubicBezTo>
                <a:cubicBezTo>
                  <a:pt x="377" y="9"/>
                  <a:pt x="377" y="10"/>
                  <a:pt x="378" y="11"/>
                </a:cubicBezTo>
                <a:cubicBezTo>
                  <a:pt x="378" y="11"/>
                  <a:pt x="378" y="12"/>
                  <a:pt x="379" y="13"/>
                </a:cubicBezTo>
                <a:cubicBezTo>
                  <a:pt x="380" y="13"/>
                  <a:pt x="380" y="13"/>
                  <a:pt x="381" y="13"/>
                </a:cubicBezTo>
                <a:cubicBezTo>
                  <a:pt x="382" y="13"/>
                  <a:pt x="383" y="13"/>
                  <a:pt x="384" y="12"/>
                </a:cubicBezTo>
                <a:cubicBezTo>
                  <a:pt x="384" y="12"/>
                  <a:pt x="385" y="11"/>
                  <a:pt x="385" y="10"/>
                </a:cubicBezTo>
                <a:close/>
              </a:path>
              <a:path w="471" h="15">
                <a:moveTo>
                  <a:pt x="388" y="15"/>
                </a:moveTo>
                <a:lnTo>
                  <a:pt x="388" y="0"/>
                </a:lnTo>
                <a:lnTo>
                  <a:pt x="390" y="0"/>
                </a:lnTo>
                <a:lnTo>
                  <a:pt x="390" y="6"/>
                </a:lnTo>
                <a:lnTo>
                  <a:pt x="396" y="6"/>
                </a:lnTo>
                <a:lnTo>
                  <a:pt x="396" y="0"/>
                </a:lnTo>
                <a:lnTo>
                  <a:pt x="398" y="0"/>
                </a:lnTo>
                <a:lnTo>
                  <a:pt x="398" y="15"/>
                </a:lnTo>
                <a:lnTo>
                  <a:pt x="396" y="15"/>
                </a:lnTo>
                <a:lnTo>
                  <a:pt x="396" y="8"/>
                </a:lnTo>
                <a:lnTo>
                  <a:pt x="390" y="8"/>
                </a:lnTo>
                <a:lnTo>
                  <a:pt x="390" y="15"/>
                </a:lnTo>
                <a:lnTo>
                  <a:pt x="388" y="15"/>
                </a:lnTo>
                <a:close/>
              </a:path>
              <a:path w="471" h="15">
                <a:moveTo>
                  <a:pt x="400" y="15"/>
                </a:moveTo>
                <a:lnTo>
                  <a:pt x="400" y="0"/>
                </a:lnTo>
                <a:lnTo>
                  <a:pt x="402" y="0"/>
                </a:lnTo>
                <a:lnTo>
                  <a:pt x="408" y="12"/>
                </a:lnTo>
                <a:lnTo>
                  <a:pt x="408" y="0"/>
                </a:lnTo>
                <a:lnTo>
                  <a:pt x="410" y="0"/>
                </a:lnTo>
                <a:lnTo>
                  <a:pt x="410" y="15"/>
                </a:lnTo>
                <a:lnTo>
                  <a:pt x="408" y="15"/>
                </a:lnTo>
                <a:lnTo>
                  <a:pt x="402" y="3"/>
                </a:lnTo>
                <a:lnTo>
                  <a:pt x="402" y="15"/>
                </a:lnTo>
                <a:lnTo>
                  <a:pt x="400" y="15"/>
                </a:lnTo>
                <a:close/>
              </a:path>
              <a:path w="471" h="15">
                <a:moveTo>
                  <a:pt x="412" y="8"/>
                </a:moveTo>
                <a:cubicBezTo>
                  <a:pt x="412" y="5"/>
                  <a:pt x="412" y="3"/>
                  <a:pt x="413" y="2"/>
                </a:cubicBezTo>
                <a:cubicBezTo>
                  <a:pt x="415" y="1"/>
                  <a:pt x="416" y="0"/>
                  <a:pt x="418" y="0"/>
                </a:cubicBezTo>
                <a:cubicBezTo>
                  <a:pt x="419" y="0"/>
                  <a:pt x="420" y="0"/>
                  <a:pt x="421" y="1"/>
                </a:cubicBezTo>
                <a:cubicBezTo>
                  <a:pt x="422" y="2"/>
                  <a:pt x="423" y="3"/>
                  <a:pt x="423" y="4"/>
                </a:cubicBezTo>
                <a:cubicBezTo>
                  <a:pt x="424" y="5"/>
                  <a:pt x="424" y="6"/>
                  <a:pt x="424" y="8"/>
                </a:cubicBezTo>
                <a:cubicBezTo>
                  <a:pt x="424" y="9"/>
                  <a:pt x="424" y="10"/>
                  <a:pt x="423" y="11"/>
                </a:cubicBezTo>
                <a:cubicBezTo>
                  <a:pt x="422" y="13"/>
                  <a:pt x="422" y="13"/>
                  <a:pt x="421" y="14"/>
                </a:cubicBezTo>
                <a:cubicBezTo>
                  <a:pt x="420" y="15"/>
                  <a:pt x="419" y="15"/>
                  <a:pt x="418" y="15"/>
                </a:cubicBezTo>
                <a:cubicBezTo>
                  <a:pt x="417" y="15"/>
                  <a:pt x="416" y="15"/>
                  <a:pt x="415" y="14"/>
                </a:cubicBezTo>
                <a:cubicBezTo>
                  <a:pt x="414" y="13"/>
                  <a:pt x="413" y="12"/>
                  <a:pt x="413" y="11"/>
                </a:cubicBezTo>
                <a:cubicBezTo>
                  <a:pt x="412" y="10"/>
                  <a:pt x="412" y="9"/>
                  <a:pt x="412" y="8"/>
                </a:cubicBezTo>
                <a:close/>
                <a:moveTo>
                  <a:pt x="414" y="8"/>
                </a:moveTo>
                <a:cubicBezTo>
                  <a:pt x="414" y="9"/>
                  <a:pt x="414" y="11"/>
                  <a:pt x="415" y="12"/>
                </a:cubicBezTo>
                <a:cubicBezTo>
                  <a:pt x="416" y="13"/>
                  <a:pt x="417" y="13"/>
                  <a:pt x="418" y="13"/>
                </a:cubicBezTo>
                <a:cubicBezTo>
                  <a:pt x="419" y="13"/>
                  <a:pt x="420" y="13"/>
                  <a:pt x="421" y="12"/>
                </a:cubicBezTo>
                <a:cubicBezTo>
                  <a:pt x="422" y="11"/>
                  <a:pt x="422" y="9"/>
                  <a:pt x="422" y="7"/>
                </a:cubicBezTo>
                <a:cubicBezTo>
                  <a:pt x="422" y="6"/>
                  <a:pt x="422" y="5"/>
                  <a:pt x="422" y="4"/>
                </a:cubicBezTo>
                <a:cubicBezTo>
                  <a:pt x="421" y="4"/>
                  <a:pt x="421" y="3"/>
                  <a:pt x="420" y="2"/>
                </a:cubicBezTo>
                <a:cubicBezTo>
                  <a:pt x="419" y="2"/>
                  <a:pt x="419" y="2"/>
                  <a:pt x="418" y="2"/>
                </a:cubicBezTo>
                <a:cubicBezTo>
                  <a:pt x="417" y="2"/>
                  <a:pt x="416" y="2"/>
                  <a:pt x="415" y="3"/>
                </a:cubicBezTo>
                <a:cubicBezTo>
                  <a:pt x="414" y="4"/>
                  <a:pt x="414" y="6"/>
                  <a:pt x="414" y="8"/>
                </a:cubicBezTo>
                <a:close/>
              </a:path>
              <a:path w="471" h="15">
                <a:moveTo>
                  <a:pt x="425" y="15"/>
                </a:moveTo>
                <a:lnTo>
                  <a:pt x="425" y="0"/>
                </a:lnTo>
                <a:lnTo>
                  <a:pt x="427" y="0"/>
                </a:lnTo>
                <a:lnTo>
                  <a:pt x="427" y="13"/>
                </a:lnTo>
                <a:lnTo>
                  <a:pt x="433" y="13"/>
                </a:lnTo>
                <a:lnTo>
                  <a:pt x="433" y="15"/>
                </a:lnTo>
                <a:lnTo>
                  <a:pt x="425" y="15"/>
                </a:lnTo>
                <a:close/>
              </a:path>
              <a:path w="471" h="15">
                <a:moveTo>
                  <a:pt x="434" y="8"/>
                </a:moveTo>
                <a:cubicBezTo>
                  <a:pt x="434" y="5"/>
                  <a:pt x="435" y="3"/>
                  <a:pt x="436" y="2"/>
                </a:cubicBezTo>
                <a:cubicBezTo>
                  <a:pt x="437" y="1"/>
                  <a:pt x="438" y="0"/>
                  <a:pt x="440" y="0"/>
                </a:cubicBezTo>
                <a:cubicBezTo>
                  <a:pt x="441" y="0"/>
                  <a:pt x="442" y="0"/>
                  <a:pt x="443" y="1"/>
                </a:cubicBezTo>
                <a:cubicBezTo>
                  <a:pt x="444" y="2"/>
                  <a:pt x="445" y="3"/>
                  <a:pt x="445" y="4"/>
                </a:cubicBezTo>
                <a:cubicBezTo>
                  <a:pt x="446" y="5"/>
                  <a:pt x="446" y="6"/>
                  <a:pt x="446" y="8"/>
                </a:cubicBezTo>
                <a:cubicBezTo>
                  <a:pt x="446" y="9"/>
                  <a:pt x="446" y="10"/>
                  <a:pt x="445" y="11"/>
                </a:cubicBezTo>
                <a:cubicBezTo>
                  <a:pt x="445" y="13"/>
                  <a:pt x="444" y="13"/>
                  <a:pt x="443" y="14"/>
                </a:cubicBezTo>
                <a:cubicBezTo>
                  <a:pt x="442" y="15"/>
                  <a:pt x="441" y="15"/>
                  <a:pt x="440" y="15"/>
                </a:cubicBezTo>
                <a:cubicBezTo>
                  <a:pt x="439" y="15"/>
                  <a:pt x="438" y="15"/>
                  <a:pt x="437" y="14"/>
                </a:cubicBezTo>
                <a:cubicBezTo>
                  <a:pt x="436" y="13"/>
                  <a:pt x="435" y="12"/>
                  <a:pt x="435" y="11"/>
                </a:cubicBezTo>
                <a:cubicBezTo>
                  <a:pt x="434" y="10"/>
                  <a:pt x="434" y="9"/>
                  <a:pt x="434" y="8"/>
                </a:cubicBezTo>
                <a:close/>
                <a:moveTo>
                  <a:pt x="436" y="8"/>
                </a:moveTo>
                <a:cubicBezTo>
                  <a:pt x="436" y="9"/>
                  <a:pt x="436" y="11"/>
                  <a:pt x="437" y="12"/>
                </a:cubicBezTo>
                <a:cubicBezTo>
                  <a:pt x="438" y="13"/>
                  <a:pt x="439" y="13"/>
                  <a:pt x="440" y="13"/>
                </a:cubicBezTo>
                <a:cubicBezTo>
                  <a:pt x="441" y="13"/>
                  <a:pt x="442" y="13"/>
                  <a:pt x="443" y="12"/>
                </a:cubicBezTo>
                <a:cubicBezTo>
                  <a:pt x="444" y="11"/>
                  <a:pt x="444" y="9"/>
                  <a:pt x="444" y="7"/>
                </a:cubicBezTo>
                <a:cubicBezTo>
                  <a:pt x="444" y="6"/>
                  <a:pt x="444" y="5"/>
                  <a:pt x="444" y="4"/>
                </a:cubicBezTo>
                <a:cubicBezTo>
                  <a:pt x="444" y="4"/>
                  <a:pt x="443" y="3"/>
                  <a:pt x="442" y="2"/>
                </a:cubicBezTo>
                <a:cubicBezTo>
                  <a:pt x="442" y="2"/>
                  <a:pt x="441" y="2"/>
                  <a:pt x="440" y="2"/>
                </a:cubicBezTo>
                <a:cubicBezTo>
                  <a:pt x="439" y="2"/>
                  <a:pt x="438" y="2"/>
                  <a:pt x="437" y="3"/>
                </a:cubicBezTo>
                <a:cubicBezTo>
                  <a:pt x="436" y="4"/>
                  <a:pt x="436" y="6"/>
                  <a:pt x="436" y="8"/>
                </a:cubicBezTo>
                <a:close/>
              </a:path>
              <a:path w="471" h="15">
                <a:moveTo>
                  <a:pt x="454" y="9"/>
                </a:moveTo>
                <a:lnTo>
                  <a:pt x="454" y="7"/>
                </a:lnTo>
                <a:lnTo>
                  <a:pt x="459" y="7"/>
                </a:lnTo>
                <a:lnTo>
                  <a:pt x="459" y="13"/>
                </a:lnTo>
                <a:cubicBezTo>
                  <a:pt x="458" y="13"/>
                  <a:pt x="457" y="14"/>
                  <a:pt x="456" y="14"/>
                </a:cubicBezTo>
                <a:cubicBezTo>
                  <a:pt x="456" y="15"/>
                  <a:pt x="455" y="15"/>
                  <a:pt x="454" y="15"/>
                </a:cubicBezTo>
                <a:cubicBezTo>
                  <a:pt x="453" y="15"/>
                  <a:pt x="451" y="15"/>
                  <a:pt x="450" y="14"/>
                </a:cubicBezTo>
                <a:cubicBezTo>
                  <a:pt x="449" y="13"/>
                  <a:pt x="449" y="13"/>
                  <a:pt x="448" y="11"/>
                </a:cubicBezTo>
                <a:cubicBezTo>
                  <a:pt x="448" y="10"/>
                  <a:pt x="447" y="9"/>
                  <a:pt x="447" y="8"/>
                </a:cubicBezTo>
                <a:cubicBezTo>
                  <a:pt x="447" y="6"/>
                  <a:pt x="448" y="5"/>
                  <a:pt x="448" y="4"/>
                </a:cubicBezTo>
                <a:cubicBezTo>
                  <a:pt x="449" y="2"/>
                  <a:pt x="449" y="2"/>
                  <a:pt x="450" y="1"/>
                </a:cubicBezTo>
                <a:cubicBezTo>
                  <a:pt x="451" y="0"/>
                  <a:pt x="452" y="0"/>
                  <a:pt x="454" y="0"/>
                </a:cubicBezTo>
                <a:cubicBezTo>
                  <a:pt x="455" y="0"/>
                  <a:pt x="455" y="0"/>
                  <a:pt x="456" y="1"/>
                </a:cubicBezTo>
                <a:cubicBezTo>
                  <a:pt x="457" y="1"/>
                  <a:pt x="457" y="1"/>
                  <a:pt x="458" y="2"/>
                </a:cubicBezTo>
                <a:cubicBezTo>
                  <a:pt x="458" y="3"/>
                  <a:pt x="459" y="3"/>
                  <a:pt x="459" y="4"/>
                </a:cubicBezTo>
                <a:lnTo>
                  <a:pt x="457" y="5"/>
                </a:lnTo>
                <a:cubicBezTo>
                  <a:pt x="457" y="4"/>
                  <a:pt x="457" y="3"/>
                  <a:pt x="457" y="3"/>
                </a:cubicBezTo>
                <a:cubicBezTo>
                  <a:pt x="456" y="3"/>
                  <a:pt x="456" y="2"/>
                  <a:pt x="455" y="2"/>
                </a:cubicBezTo>
                <a:cubicBezTo>
                  <a:pt x="455" y="2"/>
                  <a:pt x="454" y="2"/>
                  <a:pt x="454" y="2"/>
                </a:cubicBezTo>
                <a:cubicBezTo>
                  <a:pt x="453" y="2"/>
                  <a:pt x="452" y="2"/>
                  <a:pt x="452" y="2"/>
                </a:cubicBezTo>
                <a:cubicBezTo>
                  <a:pt x="451" y="2"/>
                  <a:pt x="451" y="3"/>
                  <a:pt x="450" y="3"/>
                </a:cubicBezTo>
                <a:cubicBezTo>
                  <a:pt x="450" y="4"/>
                  <a:pt x="450" y="4"/>
                  <a:pt x="450" y="5"/>
                </a:cubicBezTo>
                <a:cubicBezTo>
                  <a:pt x="449" y="5"/>
                  <a:pt x="449" y="6"/>
                  <a:pt x="449" y="7"/>
                </a:cubicBezTo>
                <a:cubicBezTo>
                  <a:pt x="449" y="9"/>
                  <a:pt x="449" y="10"/>
                  <a:pt x="450" y="11"/>
                </a:cubicBezTo>
                <a:cubicBezTo>
                  <a:pt x="450" y="12"/>
                  <a:pt x="451" y="12"/>
                  <a:pt x="451" y="13"/>
                </a:cubicBezTo>
                <a:cubicBezTo>
                  <a:pt x="452" y="13"/>
                  <a:pt x="453" y="13"/>
                  <a:pt x="454" y="13"/>
                </a:cubicBezTo>
                <a:cubicBezTo>
                  <a:pt x="454" y="13"/>
                  <a:pt x="455" y="13"/>
                  <a:pt x="456" y="13"/>
                </a:cubicBezTo>
                <a:cubicBezTo>
                  <a:pt x="456" y="12"/>
                  <a:pt x="457" y="12"/>
                  <a:pt x="457" y="12"/>
                </a:cubicBezTo>
                <a:lnTo>
                  <a:pt x="457" y="9"/>
                </a:lnTo>
                <a:lnTo>
                  <a:pt x="454" y="9"/>
                </a:lnTo>
                <a:close/>
              </a:path>
              <a:path w="471" h="15">
                <a:moveTo>
                  <a:pt x="464" y="15"/>
                </a:moveTo>
                <a:lnTo>
                  <a:pt x="464" y="9"/>
                </a:lnTo>
                <a:lnTo>
                  <a:pt x="460" y="0"/>
                </a:lnTo>
                <a:lnTo>
                  <a:pt x="462" y="0"/>
                </a:lnTo>
                <a:lnTo>
                  <a:pt x="464" y="5"/>
                </a:lnTo>
                <a:cubicBezTo>
                  <a:pt x="465" y="5"/>
                  <a:pt x="465" y="6"/>
                  <a:pt x="465" y="7"/>
                </a:cubicBezTo>
                <a:cubicBezTo>
                  <a:pt x="466" y="6"/>
                  <a:pt x="466" y="5"/>
                  <a:pt x="467" y="5"/>
                </a:cubicBezTo>
                <a:lnTo>
                  <a:pt x="469" y="0"/>
                </a:lnTo>
                <a:lnTo>
                  <a:pt x="471" y="0"/>
                </a:lnTo>
                <a:lnTo>
                  <a:pt x="466" y="9"/>
                </a:lnTo>
                <a:lnTo>
                  <a:pt x="466" y="15"/>
                </a:lnTo>
                <a:lnTo>
                  <a:pt x="464" y="1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pic>
        <p:nvPicPr>
          <p:cNvPr id="20" name="图片 2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3251" y="124632"/>
            <a:ext cx="627347" cy="471145"/>
          </a:xfrm>
          <a:prstGeom prst="rect">
            <a:avLst/>
          </a:prstGeom>
          <a:ln>
            <a:noFill/>
          </a:ln>
        </p:spPr>
      </p:pic>
      <p:sp>
        <p:nvSpPr>
          <p:cNvPr id="21" name="分隔线"/>
          <p:cNvSpPr/>
          <p:nvPr/>
        </p:nvSpPr>
        <p:spPr>
          <a:xfrm>
            <a:off x="457200" y="896112"/>
            <a:ext cx="11228832" cy="36576"/>
          </a:xfrm>
          <a:prstGeom prst="rect">
            <a:avLst/>
          </a:prstGeom>
          <a:solidFill>
            <a:srgbClr val="00A4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关键信息条"/>
          <p:cNvSpPr/>
          <p:nvPr/>
        </p:nvSpPr>
        <p:spPr>
          <a:xfrm>
            <a:off x="502920" y="1024128"/>
            <a:ext cx="11183112" cy="45720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关键信息"/>
          <p:cNvSpPr txBox="1"/>
          <p:nvPr/>
        </p:nvSpPr>
        <p:spPr>
          <a:xfrm>
            <a:off x="685800" y="1024128"/>
            <a:ext cx="10817352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600" b="1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目标：以患者病程为主线，支持“转重是否发生、何时发生”的动态研究。</a:t>
            </a:r>
            <a:endParaRPr lang="zh-CN" altLang="en-US" sz="1600" b="1" i="0">
              <a:solidFill>
                <a:srgbClr val="1137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结论框"/>
          <p:cNvSpPr/>
          <p:nvPr/>
        </p:nvSpPr>
        <p:spPr>
          <a:xfrm>
            <a:off x="502920" y="5870448"/>
            <a:ext cx="11183112" cy="420624"/>
          </a:xfrm>
          <a:prstGeom prst="rect">
            <a:avLst/>
          </a:prstGeom>
          <a:solidFill>
            <a:srgbClr val="FCEF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结论"/>
          <p:cNvSpPr txBox="1"/>
          <p:nvPr/>
        </p:nvSpPr>
        <p:spPr>
          <a:xfrm>
            <a:off x="685800" y="5870448"/>
            <a:ext cx="10817352" cy="420624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500" b="1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研究重点：</a:t>
            </a:r>
            <a:r>
              <a:rPr lang="zh-CN" altLang="en-US" sz="1500" b="0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不仅记录最终出院状态，更关注住院期间病情变化的时间顺序。</a:t>
            </a:r>
            <a:endParaRPr lang="zh-CN" altLang="en-US" sz="1500" b="0" i="0">
              <a:solidFill>
                <a:srgbClr val="1137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页脚"/>
          <p:cNvSpPr txBox="1"/>
          <p:nvPr/>
        </p:nvSpPr>
        <p:spPr>
          <a:xfrm>
            <a:off x="502920" y="6455664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050" b="0" i="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老年流感多中心数据对齐与研究协作汇报</a:t>
            </a:r>
            <a:endParaRPr lang="zh-CN" altLang="en-US" sz="1050" b="0" i="0">
              <a:solidFill>
                <a:srgbClr val="646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页码"/>
          <p:cNvSpPr txBox="1"/>
          <p:nvPr/>
        </p:nvSpPr>
        <p:spPr>
          <a:xfrm>
            <a:off x="10680192" y="6455664"/>
            <a:ext cx="100584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fld id="{26CC85DB-0071-412E-B63C-F6F52F880CA1}" type="slidenum">
              <a:rPr lang="zh-CN" sz="105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fld>
            <a:endParaRPr lang="zh-CN" sz="1050">
              <a:solidFill>
                <a:srgbClr val="646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28" name="Connector 27"/>
          <p:cNvCxnSpPr/>
          <p:nvPr/>
        </p:nvCxnSpPr>
        <p:spPr>
          <a:xfrm>
            <a:off x="777240" y="2395728"/>
            <a:ext cx="10607040" cy="0"/>
          </a:xfrm>
          <a:prstGeom prst="line">
            <a:avLst/>
          </a:prstGeom>
          <a:ln w="31750">
            <a:solidFill>
              <a:srgbClr val="1F4E94"/>
            </a:solidFill>
            <a:tailEnd type="triangle" w="med" len="med"/>
          </a:ln>
        </p:spPr>
      </p:cxnSp>
      <p:sp>
        <p:nvSpPr>
          <p:cNvPr id="29" name="Oval 28"/>
          <p:cNvSpPr/>
          <p:nvPr/>
        </p:nvSpPr>
        <p:spPr>
          <a:xfrm>
            <a:off x="3200400" y="2350008"/>
            <a:ext cx="91440" cy="91440"/>
          </a:xfrm>
          <a:prstGeom prst="ellipse">
            <a:avLst/>
          </a:prstGeom>
          <a:solidFill>
            <a:srgbClr val="00A4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02152" y="2350008"/>
            <a:ext cx="91440" cy="91440"/>
          </a:xfrm>
          <a:prstGeom prst="ellipse">
            <a:avLst/>
          </a:prstGeom>
          <a:solidFill>
            <a:srgbClr val="00A4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803904" y="2350008"/>
            <a:ext cx="91440" cy="91440"/>
          </a:xfrm>
          <a:prstGeom prst="ellipse">
            <a:avLst/>
          </a:prstGeom>
          <a:solidFill>
            <a:srgbClr val="00A4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105656" y="2350008"/>
            <a:ext cx="91440" cy="91440"/>
          </a:xfrm>
          <a:prstGeom prst="ellipse">
            <a:avLst/>
          </a:prstGeom>
          <a:solidFill>
            <a:srgbClr val="00A4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407408" y="2350008"/>
            <a:ext cx="91440" cy="91440"/>
          </a:xfrm>
          <a:prstGeom prst="ellipse">
            <a:avLst/>
          </a:prstGeom>
          <a:solidFill>
            <a:srgbClr val="00A4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709160" y="2350008"/>
            <a:ext cx="91440" cy="91440"/>
          </a:xfrm>
          <a:prstGeom prst="ellipse">
            <a:avLst/>
          </a:prstGeom>
          <a:solidFill>
            <a:srgbClr val="00A4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010912" y="2350008"/>
            <a:ext cx="91440" cy="91440"/>
          </a:xfrm>
          <a:prstGeom prst="ellipse">
            <a:avLst/>
          </a:prstGeom>
          <a:solidFill>
            <a:srgbClr val="00A4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312664" y="2350008"/>
            <a:ext cx="91440" cy="91440"/>
          </a:xfrm>
          <a:prstGeom prst="ellipse">
            <a:avLst/>
          </a:prstGeom>
          <a:solidFill>
            <a:srgbClr val="00A4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614416" y="2350008"/>
            <a:ext cx="91440" cy="91440"/>
          </a:xfrm>
          <a:prstGeom prst="ellipse">
            <a:avLst/>
          </a:prstGeom>
          <a:solidFill>
            <a:srgbClr val="00A4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916168" y="2350008"/>
            <a:ext cx="91440" cy="91440"/>
          </a:xfrm>
          <a:prstGeom prst="ellipse">
            <a:avLst/>
          </a:prstGeom>
          <a:solidFill>
            <a:srgbClr val="00A4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217920" y="2350008"/>
            <a:ext cx="91440" cy="91440"/>
          </a:xfrm>
          <a:prstGeom prst="ellipse">
            <a:avLst/>
          </a:prstGeom>
          <a:solidFill>
            <a:srgbClr val="00A4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519672" y="2350008"/>
            <a:ext cx="91440" cy="91440"/>
          </a:xfrm>
          <a:prstGeom prst="ellipse">
            <a:avLst/>
          </a:prstGeom>
          <a:solidFill>
            <a:srgbClr val="00A4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821424" y="2350008"/>
            <a:ext cx="91440" cy="91440"/>
          </a:xfrm>
          <a:prstGeom prst="ellipse">
            <a:avLst/>
          </a:prstGeom>
          <a:solidFill>
            <a:srgbClr val="00A4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726679" y="2350008"/>
            <a:ext cx="91440" cy="91440"/>
          </a:xfrm>
          <a:prstGeom prst="ellipse">
            <a:avLst/>
          </a:prstGeom>
          <a:solidFill>
            <a:srgbClr val="00A4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028431" y="2350008"/>
            <a:ext cx="91440" cy="91440"/>
          </a:xfrm>
          <a:prstGeom prst="ellipse">
            <a:avLst/>
          </a:prstGeom>
          <a:solidFill>
            <a:srgbClr val="00A4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330183" y="2350008"/>
            <a:ext cx="91440" cy="91440"/>
          </a:xfrm>
          <a:prstGeom prst="ellipse">
            <a:avLst/>
          </a:prstGeom>
          <a:solidFill>
            <a:srgbClr val="00A4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631936" y="2350008"/>
            <a:ext cx="91440" cy="91440"/>
          </a:xfrm>
          <a:prstGeom prst="ellipse">
            <a:avLst/>
          </a:prstGeom>
          <a:solidFill>
            <a:srgbClr val="00A4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235440" y="2350008"/>
            <a:ext cx="91440" cy="91440"/>
          </a:xfrm>
          <a:prstGeom prst="ellipse">
            <a:avLst/>
          </a:prstGeom>
          <a:solidFill>
            <a:srgbClr val="00A4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537192" y="2350008"/>
            <a:ext cx="91440" cy="91440"/>
          </a:xfrm>
          <a:prstGeom prst="ellipse">
            <a:avLst/>
          </a:prstGeom>
          <a:solidFill>
            <a:srgbClr val="00A4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838944" y="2350008"/>
            <a:ext cx="91440" cy="91440"/>
          </a:xfrm>
          <a:prstGeom prst="ellipse">
            <a:avLst/>
          </a:prstGeom>
          <a:solidFill>
            <a:srgbClr val="00A4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0140696" y="2350008"/>
            <a:ext cx="91440" cy="91440"/>
          </a:xfrm>
          <a:prstGeom prst="ellipse">
            <a:avLst/>
          </a:prstGeom>
          <a:solidFill>
            <a:srgbClr val="00A4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78992" y="2286000"/>
            <a:ext cx="219456" cy="21945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4E9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11480" y="1828800"/>
            <a:ext cx="1554480" cy="402336"/>
          </a:xfrm>
          <a:prstGeom prst="rect">
            <a:avLst/>
          </a:prstGeom>
          <a:noFill/>
        </p:spPr>
        <p:txBody>
          <a:bodyPr wrap="square" lIns="45720" tIns="27432" rIns="45720" bIns="27432" anchor="b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350" b="1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入院 / 门急诊</a:t>
            </a:r>
            <a:endParaRPr lang="zh-CN" altLang="en-US" sz="1350" b="1" i="0">
              <a:solidFill>
                <a:srgbClr val="1137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411480" y="2560320"/>
            <a:ext cx="1554480" cy="329184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200" b="0" i="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观察起点</a:t>
            </a:r>
            <a:endParaRPr lang="zh-CN" altLang="en-US" sz="1200" b="0" i="0">
              <a:solidFill>
                <a:srgbClr val="646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3" name="Oval 52"/>
          <p:cNvSpPr/>
          <p:nvPr/>
        </p:nvSpPr>
        <p:spPr>
          <a:xfrm>
            <a:off x="2679191" y="2286000"/>
            <a:ext cx="219456" cy="219456"/>
          </a:xfrm>
          <a:prstGeom prst="ellipse">
            <a:avLst/>
          </a:prstGeom>
          <a:solidFill>
            <a:srgbClr val="00A4CB"/>
          </a:solidFill>
          <a:ln w="254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011679" y="1828800"/>
            <a:ext cx="1554480" cy="402336"/>
          </a:xfrm>
          <a:prstGeom prst="rect">
            <a:avLst/>
          </a:prstGeom>
          <a:noFill/>
        </p:spPr>
        <p:txBody>
          <a:bodyPr wrap="square" lIns="45720" tIns="27432" rIns="45720" bIns="27432" anchor="b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350" b="1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流感检测阳性</a:t>
            </a:r>
            <a:endParaRPr lang="zh-CN" altLang="en-US" sz="1350" b="1" i="0">
              <a:solidFill>
                <a:srgbClr val="1137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2011679" y="2560320"/>
            <a:ext cx="1554480" cy="329184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200" b="0" i="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索引时点</a:t>
            </a:r>
            <a:endParaRPr lang="zh-CN" altLang="en-US" sz="1200" b="0" i="0">
              <a:solidFill>
                <a:srgbClr val="646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6" name="Oval 55"/>
          <p:cNvSpPr/>
          <p:nvPr/>
        </p:nvSpPr>
        <p:spPr>
          <a:xfrm>
            <a:off x="7205472" y="2286000"/>
            <a:ext cx="219456" cy="219456"/>
          </a:xfrm>
          <a:prstGeom prst="ellipse">
            <a:avLst/>
          </a:prstGeom>
          <a:solidFill>
            <a:srgbClr val="4075BE"/>
          </a:solidFill>
          <a:ln w="254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37960" y="1828800"/>
            <a:ext cx="1554480" cy="402336"/>
          </a:xfrm>
          <a:prstGeom prst="rect">
            <a:avLst/>
          </a:prstGeom>
          <a:noFill/>
        </p:spPr>
        <p:txBody>
          <a:bodyPr wrap="square" lIns="45720" tIns="27432" rIns="45720" bIns="27432" anchor="b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350" b="1" i="0">
                <a:solidFill>
                  <a:srgbClr val="C039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呼吸支持 / 入 ICU</a:t>
            </a:r>
            <a:endParaRPr lang="zh-CN" altLang="en-US" sz="1350" b="1" i="0">
              <a:solidFill>
                <a:srgbClr val="1137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6537960" y="2560320"/>
            <a:ext cx="1554480" cy="329184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200" b="0" i="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开始与结束时间</a:t>
            </a:r>
            <a:endParaRPr lang="zh-CN" altLang="en-US" sz="1200" b="0" i="0">
              <a:solidFill>
                <a:srgbClr val="646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9" name="Oval 58"/>
          <p:cNvSpPr/>
          <p:nvPr/>
        </p:nvSpPr>
        <p:spPr>
          <a:xfrm>
            <a:off x="8805672" y="2286000"/>
            <a:ext cx="219456" cy="219456"/>
          </a:xfrm>
          <a:prstGeom prst="ellipse">
            <a:avLst/>
          </a:prstGeom>
          <a:solidFill>
            <a:srgbClr val="C0392B"/>
          </a:solidFill>
          <a:ln w="254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138160" y="1828800"/>
            <a:ext cx="1554480" cy="402336"/>
          </a:xfrm>
          <a:prstGeom prst="rect">
            <a:avLst/>
          </a:prstGeom>
          <a:noFill/>
        </p:spPr>
        <p:txBody>
          <a:bodyPr wrap="square" lIns="45720" tIns="27432" rIns="45720" bIns="27432" anchor="b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350" b="1" i="0">
                <a:solidFill>
                  <a:srgbClr val="C039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转重</a:t>
            </a:r>
            <a:endParaRPr lang="zh-CN" altLang="en-US" sz="1350" b="1" i="0">
              <a:solidFill>
                <a:srgbClr val="C039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8138160" y="2560320"/>
            <a:ext cx="1554480" cy="329184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200" b="0" i="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发生时间</a:t>
            </a:r>
            <a:endParaRPr lang="zh-CN" altLang="en-US" sz="1200" b="0" i="0">
              <a:solidFill>
                <a:srgbClr val="646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2" name="Oval 61"/>
          <p:cNvSpPr/>
          <p:nvPr/>
        </p:nvSpPr>
        <p:spPr>
          <a:xfrm>
            <a:off x="10634472" y="2286000"/>
            <a:ext cx="219456" cy="219456"/>
          </a:xfrm>
          <a:prstGeom prst="ellipse">
            <a:avLst/>
          </a:prstGeom>
          <a:solidFill>
            <a:srgbClr val="1F4E94"/>
          </a:solidFill>
          <a:ln w="254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966960" y="1828800"/>
            <a:ext cx="1554480" cy="402336"/>
          </a:xfrm>
          <a:prstGeom prst="rect">
            <a:avLst/>
          </a:prstGeom>
          <a:noFill/>
        </p:spPr>
        <p:txBody>
          <a:bodyPr wrap="square" lIns="45720" tIns="27432" rIns="45720" bIns="27432" anchor="b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350" b="1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出院 / 死亡</a:t>
            </a:r>
            <a:endParaRPr lang="zh-CN" altLang="en-US" sz="1350" b="1" i="0">
              <a:solidFill>
                <a:srgbClr val="1137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9966960" y="2560320"/>
            <a:ext cx="1554480" cy="329184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200" b="0" i="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结局与去向</a:t>
            </a:r>
            <a:endParaRPr lang="zh-CN" altLang="en-US" sz="1200" b="0" i="0">
              <a:solidFill>
                <a:srgbClr val="646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4160520" y="1828800"/>
            <a:ext cx="2377440" cy="402336"/>
          </a:xfrm>
          <a:prstGeom prst="rect">
            <a:avLst/>
          </a:prstGeom>
          <a:noFill/>
        </p:spPr>
        <p:txBody>
          <a:bodyPr wrap="square" lIns="45720" tIns="27432" rIns="45720" bIns="27432" anchor="b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350" b="1" i="0">
                <a:solidFill>
                  <a:srgbClr val="4075B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体征、检验多次测量</a:t>
            </a:r>
            <a:endParaRPr lang="zh-CN" altLang="en-US" sz="1350" b="1" i="0">
              <a:solidFill>
                <a:srgbClr val="4075B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4160520" y="2560320"/>
            <a:ext cx="2377440" cy="329184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200" b="0" i="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每次带真实测量时间</a:t>
            </a:r>
            <a:endParaRPr lang="zh-CN" altLang="en-US" sz="1200" b="0" i="0">
              <a:solidFill>
                <a:srgbClr val="646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502920" y="3090672"/>
            <a:ext cx="210312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CDDAE8"/>
            </a:solidFill>
          </a:ln>
          <a:effectLst>
            <a:outerShdw blurRad="63500" dist="19050" dir="5400000" algn="t" rotWithShape="0">
              <a:srgbClr val="1F3B66">
                <a:alpha val="16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02920" y="3090672"/>
            <a:ext cx="2103120" cy="384048"/>
          </a:xfrm>
          <a:prstGeom prst="rect">
            <a:avLst/>
          </a:prstGeom>
          <a:solidFill>
            <a:srgbClr val="1F4E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" y="3090672"/>
            <a:ext cx="1828799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患者与就诊</a:t>
            </a:r>
            <a:endParaRPr lang="zh-CN" altLang="en-US" sz="15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612648" y="3529584"/>
            <a:ext cx="1883663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lang="zh-CN" altLang="en-US" sz="135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脱敏患者 ID、门急诊</a:t>
            </a:r>
            <a:endParaRPr lang="zh-CN" altLang="en-US" sz="1350" b="0" i="0">
              <a:solidFill>
                <a:srgbClr val="2731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lang="zh-CN" altLang="en-US" sz="135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入院、出院、ICU 时间</a:t>
            </a:r>
            <a:endParaRPr lang="zh-CN" altLang="en-US" sz="1350" b="0" i="0">
              <a:solidFill>
                <a:srgbClr val="2731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1" name="Rectangle 70"/>
          <p:cNvSpPr/>
          <p:nvPr/>
        </p:nvSpPr>
        <p:spPr>
          <a:xfrm>
            <a:off x="2772918" y="3090672"/>
            <a:ext cx="210312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CDDAE8"/>
            </a:solidFill>
          </a:ln>
          <a:effectLst>
            <a:outerShdw blurRad="63500" dist="19050" dir="5400000" algn="t" rotWithShape="0">
              <a:srgbClr val="1F3B66">
                <a:alpha val="16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772918" y="3090672"/>
            <a:ext cx="2103120" cy="384048"/>
          </a:xfrm>
          <a:prstGeom prst="rect">
            <a:avLst/>
          </a:prstGeom>
          <a:solidFill>
            <a:srgbClr val="1F4E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910077" y="3090672"/>
            <a:ext cx="1828799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连续观测</a:t>
            </a:r>
            <a:endParaRPr lang="zh-CN" altLang="en-US" sz="15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2882646" y="3529584"/>
            <a:ext cx="1883663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lang="zh-CN" altLang="en-US" sz="135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多次生命体征与检验</a:t>
            </a:r>
            <a:endParaRPr lang="zh-CN" altLang="en-US" sz="1350" b="0" i="0">
              <a:solidFill>
                <a:srgbClr val="2731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lang="zh-CN" altLang="en-US" sz="135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每次真实测量时间</a:t>
            </a:r>
            <a:endParaRPr lang="zh-CN" altLang="en-US" sz="1350" b="0" i="0">
              <a:solidFill>
                <a:srgbClr val="2731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5" name="Rectangle 74"/>
          <p:cNvSpPr/>
          <p:nvPr/>
        </p:nvSpPr>
        <p:spPr>
          <a:xfrm>
            <a:off x="5042916" y="3090672"/>
            <a:ext cx="210312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CDDAE8"/>
            </a:solidFill>
          </a:ln>
          <a:effectLst>
            <a:outerShdw blurRad="63500" dist="19050" dir="5400000" algn="t" rotWithShape="0">
              <a:srgbClr val="1F3B66">
                <a:alpha val="16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5042916" y="3090672"/>
            <a:ext cx="2103120" cy="384048"/>
          </a:xfrm>
          <a:prstGeom prst="rect">
            <a:avLst/>
          </a:prstGeom>
          <a:solidFill>
            <a:srgbClr val="1F4E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80076" y="3090672"/>
            <a:ext cx="1828799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临床过程</a:t>
            </a:r>
            <a:endParaRPr lang="zh-CN" altLang="en-US" sz="15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5152644" y="3529584"/>
            <a:ext cx="1883663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lang="zh-CN" altLang="en-US" sz="135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病历、病原、影像</a:t>
            </a:r>
            <a:endParaRPr lang="zh-CN" altLang="en-US" sz="1350" b="0" i="0">
              <a:solidFill>
                <a:srgbClr val="2731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lang="zh-CN" altLang="en-US" sz="135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用药与呼吸支持</a:t>
            </a:r>
            <a:endParaRPr lang="zh-CN" altLang="en-US" sz="1350" b="0" i="0">
              <a:solidFill>
                <a:srgbClr val="2731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9" name="Rectangle 78"/>
          <p:cNvSpPr/>
          <p:nvPr/>
        </p:nvSpPr>
        <p:spPr>
          <a:xfrm>
            <a:off x="7312914" y="3090672"/>
            <a:ext cx="210312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CDDAE8"/>
            </a:solidFill>
          </a:ln>
          <a:effectLst>
            <a:outerShdw blurRad="63500" dist="19050" dir="5400000" algn="t" rotWithShape="0">
              <a:srgbClr val="1F3B66">
                <a:alpha val="16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312914" y="3090672"/>
            <a:ext cx="2103120" cy="384048"/>
          </a:xfrm>
          <a:prstGeom prst="rect">
            <a:avLst/>
          </a:prstGeom>
          <a:solidFill>
            <a:srgbClr val="1F4E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50073" y="3090672"/>
            <a:ext cx="1828799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临床结局</a:t>
            </a:r>
            <a:endParaRPr lang="zh-CN" altLang="en-US" sz="15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7422642" y="3529584"/>
            <a:ext cx="1883663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lang="zh-CN" altLang="en-US" sz="135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ICU、通气、ECMO</a:t>
            </a:r>
            <a:endParaRPr lang="zh-CN" altLang="en-US" sz="1350" b="0" i="0">
              <a:solidFill>
                <a:srgbClr val="2731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lang="zh-CN" altLang="en-US" sz="135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死亡、出院方式</a:t>
            </a:r>
            <a:endParaRPr lang="zh-CN" altLang="en-US" sz="1350" b="0" i="0">
              <a:solidFill>
                <a:srgbClr val="2731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3" name="Rectangle 82"/>
          <p:cNvSpPr/>
          <p:nvPr/>
        </p:nvSpPr>
        <p:spPr>
          <a:xfrm>
            <a:off x="9582912" y="3090672"/>
            <a:ext cx="210312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CDDAE8"/>
            </a:solidFill>
          </a:ln>
          <a:effectLst>
            <a:outerShdw blurRad="63500" dist="19050" dir="5400000" algn="t" rotWithShape="0">
              <a:srgbClr val="1F3B66">
                <a:alpha val="16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9582912" y="3090672"/>
            <a:ext cx="2103120" cy="384048"/>
          </a:xfrm>
          <a:prstGeom prst="rect">
            <a:avLst/>
          </a:prstGeom>
          <a:solidFill>
            <a:srgbClr val="1F4E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720072" y="3090672"/>
            <a:ext cx="1828799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预测标签</a:t>
            </a:r>
            <a:endParaRPr lang="zh-CN" altLang="en-US" sz="15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9692640" y="3529584"/>
            <a:ext cx="1883663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lang="zh-CN" altLang="en-US" sz="135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是否发生转重</a:t>
            </a:r>
            <a:endParaRPr lang="zh-CN" altLang="en-US" sz="1350" b="0" i="0">
              <a:solidFill>
                <a:srgbClr val="2731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lang="zh-CN" altLang="en-US" sz="135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首次转重时间</a:t>
            </a:r>
            <a:endParaRPr lang="zh-CN" altLang="en-US" sz="1350" b="0" i="0">
              <a:solidFill>
                <a:srgbClr val="2731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7" name="Rectangle 86"/>
          <p:cNvSpPr/>
          <p:nvPr/>
        </p:nvSpPr>
        <p:spPr>
          <a:xfrm>
            <a:off x="502920" y="4663440"/>
            <a:ext cx="1417320" cy="731520"/>
          </a:xfrm>
          <a:prstGeom prst="rect">
            <a:avLst/>
          </a:prstGeom>
          <a:solidFill>
            <a:srgbClr val="1F4E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02920" y="4663440"/>
            <a:ext cx="1417320" cy="7315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时间可追溯</a:t>
            </a:r>
            <a:endParaRPr lang="zh-CN" altLang="en-US" sz="15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9" name="Rectangle 88"/>
          <p:cNvSpPr/>
          <p:nvPr/>
        </p:nvSpPr>
        <p:spPr>
          <a:xfrm>
            <a:off x="1920240" y="4663440"/>
            <a:ext cx="4082796" cy="73152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057400" y="4663440"/>
            <a:ext cx="3808476" cy="7315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保留原始测量、治疗与事件时间</a:t>
            </a:r>
            <a:br>
              <a:rPr lang="zh-CN" sz="14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40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并注明时间精度</a:t>
            </a:r>
            <a:endParaRPr lang="zh-CN" altLang="en-US" sz="1400" b="0" i="0">
              <a:solidFill>
                <a:srgbClr val="2731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1" name="Rectangle 90"/>
          <p:cNvSpPr/>
          <p:nvPr/>
        </p:nvSpPr>
        <p:spPr>
          <a:xfrm>
            <a:off x="6185916" y="4663440"/>
            <a:ext cx="1417320" cy="731520"/>
          </a:xfrm>
          <a:prstGeom prst="rect">
            <a:avLst/>
          </a:prstGeom>
          <a:solidFill>
            <a:srgbClr val="1F4E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185916" y="4663440"/>
            <a:ext cx="1417320" cy="7315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病程可重建</a:t>
            </a:r>
            <a:endParaRPr lang="zh-CN" altLang="en-US" sz="15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3" name="Rectangle 92"/>
          <p:cNvSpPr/>
          <p:nvPr/>
        </p:nvSpPr>
        <p:spPr>
          <a:xfrm>
            <a:off x="7603236" y="4663440"/>
            <a:ext cx="4082796" cy="73152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740396" y="4663440"/>
            <a:ext cx="3808476" cy="7315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保留多次观测、明确结局与观察起点</a:t>
            </a:r>
            <a:br>
              <a:rPr lang="zh-CN" sz="14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40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同时纳入未转重病例作为对照</a:t>
            </a:r>
            <a:endParaRPr lang="zh-CN" altLang="en-US" sz="1400" b="0" i="0">
              <a:solidFill>
                <a:srgbClr val="2731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5" name="Oval 58"/>
          <p:cNvSpPr/>
          <p:nvPr/>
        </p:nvSpPr>
        <p:spPr>
          <a:xfrm>
            <a:off x="7202932" y="2286000"/>
            <a:ext cx="219456" cy="219456"/>
          </a:xfrm>
          <a:prstGeom prst="ellipse">
            <a:avLst/>
          </a:prstGeom>
          <a:solidFill>
            <a:srgbClr val="C0392B"/>
          </a:solidFill>
          <a:ln w="254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顶部色条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F4E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标题栏"/>
          <p:cNvSpPr/>
          <p:nvPr/>
        </p:nvSpPr>
        <p:spPr>
          <a:xfrm>
            <a:off x="0" y="219456"/>
            <a:ext cx="9418320" cy="530352"/>
          </a:xfrm>
          <a:prstGeom prst="rect">
            <a:avLst/>
          </a:prstGeom>
          <a:solidFill>
            <a:srgbClr val="4075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章节标签"/>
          <p:cNvSpPr/>
          <p:nvPr/>
        </p:nvSpPr>
        <p:spPr>
          <a:xfrm>
            <a:off x="320040" y="301752"/>
            <a:ext cx="844296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 i="0">
                <a:solidFill>
                  <a:srgbClr val="1F4E9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问题二</a:t>
            </a:r>
            <a:endParaRPr lang="zh-CN" altLang="en-US" sz="1400" b="1" i="0">
              <a:solidFill>
                <a:srgbClr val="1F4E9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标题"/>
          <p:cNvSpPr txBox="1"/>
          <p:nvPr/>
        </p:nvSpPr>
        <p:spPr>
          <a:xfrm>
            <a:off x="1310640" y="219456"/>
            <a:ext cx="7970520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2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两中心的数据来源与研究对象</a:t>
            </a:r>
            <a:endParaRPr lang="zh-CN" altLang="en-US" sz="22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Rectangle 7"/>
          <p:cNvSpPr>
            <a:spLocks noGrp="1"/>
          </p:cNvSpPr>
          <p:nvPr/>
        </p:nvSpPr>
        <p:spPr>
          <a:xfrm>
            <a:off x="9971521" y="467514"/>
            <a:ext cx="180331" cy="6350"/>
          </a:xfrm>
          <a:prstGeom prst="rect">
            <a:avLst/>
          </a:prstGeom>
          <a:solidFill>
            <a:srgbClr val="005A9F"/>
          </a:solidFill>
          <a:ln>
            <a:noFill/>
          </a:ln>
        </p:spPr>
      </p:sp>
      <p:sp>
        <p:nvSpPr>
          <p:cNvPr id="7" name="Freeform 8"/>
          <p:cNvSpPr>
            <a:spLocks noGrp="1"/>
          </p:cNvSpPr>
          <p:nvPr/>
        </p:nvSpPr>
        <p:spPr>
          <a:xfrm>
            <a:off x="9862306" y="238926"/>
            <a:ext cx="400029" cy="256527"/>
          </a:xfrm>
          <a:custGeom>
            <a:avLst/>
            <a:gdLst/>
            <a:ahLst/>
            <a:cxnLst/>
            <a:rect l="l" t="t" r="r" b="b"/>
            <a:pathLst>
              <a:path w="259" h="165">
                <a:moveTo>
                  <a:pt x="129" y="4"/>
                </a:moveTo>
                <a:cubicBezTo>
                  <a:pt x="198" y="4"/>
                  <a:pt x="255" y="39"/>
                  <a:pt x="255" y="83"/>
                </a:cubicBezTo>
                <a:cubicBezTo>
                  <a:pt x="255" y="126"/>
                  <a:pt x="198" y="161"/>
                  <a:pt x="129" y="161"/>
                </a:cubicBezTo>
                <a:cubicBezTo>
                  <a:pt x="61" y="161"/>
                  <a:pt x="4" y="126"/>
                  <a:pt x="4" y="83"/>
                </a:cubicBezTo>
                <a:cubicBezTo>
                  <a:pt x="4" y="39"/>
                  <a:pt x="61" y="4"/>
                  <a:pt x="129" y="4"/>
                </a:cubicBezTo>
                <a:close/>
                <a:moveTo>
                  <a:pt x="129" y="0"/>
                </a:moveTo>
                <a:cubicBezTo>
                  <a:pt x="201" y="0"/>
                  <a:pt x="259" y="37"/>
                  <a:pt x="259" y="83"/>
                </a:cubicBezTo>
                <a:cubicBezTo>
                  <a:pt x="259" y="128"/>
                  <a:pt x="201" y="165"/>
                  <a:pt x="129" y="165"/>
                </a:cubicBezTo>
                <a:cubicBezTo>
                  <a:pt x="58" y="165"/>
                  <a:pt x="0" y="128"/>
                  <a:pt x="0" y="83"/>
                </a:cubicBezTo>
                <a:cubicBezTo>
                  <a:pt x="0" y="37"/>
                  <a:pt x="58" y="0"/>
                  <a:pt x="129" y="0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8" name="Freeform 9"/>
          <p:cNvSpPr>
            <a:spLocks noGrp="1"/>
          </p:cNvSpPr>
          <p:nvPr/>
        </p:nvSpPr>
        <p:spPr>
          <a:xfrm>
            <a:off x="9899134" y="238926"/>
            <a:ext cx="326373" cy="256527"/>
          </a:xfrm>
          <a:custGeom>
            <a:avLst/>
            <a:gdLst/>
            <a:ahLst/>
            <a:cxnLst/>
            <a:rect l="l" t="t" r="r" b="b"/>
            <a:pathLst>
              <a:path w="211" h="165">
                <a:moveTo>
                  <a:pt x="105" y="4"/>
                </a:moveTo>
                <a:cubicBezTo>
                  <a:pt x="161" y="4"/>
                  <a:pt x="207" y="39"/>
                  <a:pt x="207" y="83"/>
                </a:cubicBezTo>
                <a:cubicBezTo>
                  <a:pt x="207" y="126"/>
                  <a:pt x="161" y="161"/>
                  <a:pt x="105" y="161"/>
                </a:cubicBezTo>
                <a:cubicBezTo>
                  <a:pt x="50" y="161"/>
                  <a:pt x="4" y="126"/>
                  <a:pt x="4" y="83"/>
                </a:cubicBezTo>
                <a:cubicBezTo>
                  <a:pt x="4" y="39"/>
                  <a:pt x="50" y="4"/>
                  <a:pt x="105" y="4"/>
                </a:cubicBezTo>
                <a:close/>
                <a:moveTo>
                  <a:pt x="105" y="0"/>
                </a:moveTo>
                <a:cubicBezTo>
                  <a:pt x="163" y="0"/>
                  <a:pt x="211" y="37"/>
                  <a:pt x="211" y="83"/>
                </a:cubicBezTo>
                <a:cubicBezTo>
                  <a:pt x="211" y="128"/>
                  <a:pt x="163" y="165"/>
                  <a:pt x="105" y="165"/>
                </a:cubicBezTo>
                <a:cubicBezTo>
                  <a:pt x="48" y="165"/>
                  <a:pt x="0" y="128"/>
                  <a:pt x="0" y="83"/>
                </a:cubicBezTo>
                <a:cubicBezTo>
                  <a:pt x="0" y="37"/>
                  <a:pt x="48" y="0"/>
                  <a:pt x="105" y="0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9" name="Freeform 10"/>
          <p:cNvSpPr>
            <a:spLocks noGrp="1"/>
          </p:cNvSpPr>
          <p:nvPr/>
        </p:nvSpPr>
        <p:spPr>
          <a:xfrm>
            <a:off x="9777221" y="157650"/>
            <a:ext cx="568930" cy="412729"/>
          </a:xfrm>
          <a:custGeom>
            <a:avLst/>
            <a:gdLst/>
            <a:ahLst/>
            <a:cxnLst/>
            <a:rect l="l" t="t" r="r" b="b"/>
            <a:pathLst>
              <a:path w="368" h="265">
                <a:moveTo>
                  <a:pt x="184" y="0"/>
                </a:moveTo>
                <a:cubicBezTo>
                  <a:pt x="286" y="0"/>
                  <a:pt x="368" y="60"/>
                  <a:pt x="368" y="133"/>
                </a:cubicBezTo>
                <a:cubicBezTo>
                  <a:pt x="368" y="206"/>
                  <a:pt x="286" y="265"/>
                  <a:pt x="184" y="265"/>
                </a:cubicBezTo>
                <a:cubicBezTo>
                  <a:pt x="83" y="265"/>
                  <a:pt x="0" y="206"/>
                  <a:pt x="0" y="133"/>
                </a:cubicBezTo>
                <a:cubicBezTo>
                  <a:pt x="0" y="60"/>
                  <a:pt x="83" y="0"/>
                  <a:pt x="184" y="0"/>
                </a:cubicBezTo>
                <a:close/>
                <a:moveTo>
                  <a:pt x="184" y="7"/>
                </a:moveTo>
                <a:cubicBezTo>
                  <a:pt x="280" y="7"/>
                  <a:pt x="359" y="64"/>
                  <a:pt x="359" y="133"/>
                </a:cubicBezTo>
                <a:cubicBezTo>
                  <a:pt x="359" y="202"/>
                  <a:pt x="280" y="258"/>
                  <a:pt x="184" y="258"/>
                </a:cubicBezTo>
                <a:cubicBezTo>
                  <a:pt x="88" y="258"/>
                  <a:pt x="9" y="202"/>
                  <a:pt x="9" y="133"/>
                </a:cubicBezTo>
                <a:cubicBezTo>
                  <a:pt x="9" y="64"/>
                  <a:pt x="88" y="7"/>
                  <a:pt x="184" y="7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0" name="Freeform 11"/>
          <p:cNvSpPr>
            <a:spLocks noGrp="1"/>
          </p:cNvSpPr>
          <p:nvPr/>
        </p:nvSpPr>
        <p:spPr>
          <a:xfrm>
            <a:off x="10007079" y="447195"/>
            <a:ext cx="107944" cy="17779"/>
          </a:xfrm>
          <a:custGeom>
            <a:avLst/>
            <a:gdLst/>
            <a:ahLst/>
            <a:cxnLst/>
            <a:rect l="l" t="t" r="r" b="b"/>
            <a:pathLst>
              <a:path w="70" h="11">
                <a:moveTo>
                  <a:pt x="0" y="0"/>
                </a:moveTo>
                <a:lnTo>
                  <a:pt x="1" y="0"/>
                </a:lnTo>
                <a:lnTo>
                  <a:pt x="2" y="6"/>
                </a:lnTo>
                <a:cubicBezTo>
                  <a:pt x="3" y="6"/>
                  <a:pt x="3" y="7"/>
                  <a:pt x="3" y="7"/>
                </a:cubicBezTo>
                <a:cubicBezTo>
                  <a:pt x="3" y="7"/>
                  <a:pt x="3" y="8"/>
                  <a:pt x="3" y="8"/>
                </a:cubicBezTo>
                <a:cubicBezTo>
                  <a:pt x="3" y="8"/>
                  <a:pt x="3" y="7"/>
                  <a:pt x="3" y="6"/>
                </a:cubicBezTo>
                <a:cubicBezTo>
                  <a:pt x="3" y="6"/>
                  <a:pt x="3" y="6"/>
                  <a:pt x="3" y="6"/>
                </a:cubicBezTo>
                <a:lnTo>
                  <a:pt x="4" y="0"/>
                </a:lnTo>
                <a:lnTo>
                  <a:pt x="5" y="0"/>
                </a:lnTo>
                <a:lnTo>
                  <a:pt x="7" y="6"/>
                </a:lnTo>
                <a:cubicBezTo>
                  <a:pt x="7" y="6"/>
                  <a:pt x="7" y="7"/>
                  <a:pt x="7" y="7"/>
                </a:cubicBezTo>
                <a:cubicBezTo>
                  <a:pt x="7" y="7"/>
                  <a:pt x="7" y="8"/>
                  <a:pt x="7" y="8"/>
                </a:cubicBezTo>
                <a:cubicBezTo>
                  <a:pt x="7" y="8"/>
                  <a:pt x="7" y="7"/>
                  <a:pt x="7" y="7"/>
                </a:cubicBezTo>
                <a:cubicBezTo>
                  <a:pt x="7" y="7"/>
                  <a:pt x="7" y="6"/>
                  <a:pt x="7" y="6"/>
                </a:cubicBezTo>
                <a:lnTo>
                  <a:pt x="8" y="0"/>
                </a:lnTo>
                <a:lnTo>
                  <a:pt x="10" y="0"/>
                </a:lnTo>
                <a:lnTo>
                  <a:pt x="7" y="10"/>
                </a:lnTo>
                <a:lnTo>
                  <a:pt x="6" y="10"/>
                </a:lnTo>
                <a:lnTo>
                  <a:pt x="5" y="5"/>
                </a:lnTo>
                <a:cubicBezTo>
                  <a:pt x="5" y="4"/>
                  <a:pt x="5" y="4"/>
                  <a:pt x="5" y="4"/>
                </a:cubicBezTo>
                <a:cubicBezTo>
                  <a:pt x="5" y="3"/>
                  <a:pt x="5" y="3"/>
                  <a:pt x="5" y="2"/>
                </a:cubicBezTo>
                <a:cubicBezTo>
                  <a:pt x="5" y="3"/>
                  <a:pt x="5" y="3"/>
                  <a:pt x="5" y="4"/>
                </a:cubicBezTo>
                <a:cubicBezTo>
                  <a:pt x="5" y="4"/>
                  <a:pt x="5" y="4"/>
                  <a:pt x="4" y="5"/>
                </a:cubicBezTo>
                <a:lnTo>
                  <a:pt x="3" y="10"/>
                </a:lnTo>
                <a:lnTo>
                  <a:pt x="2" y="10"/>
                </a:lnTo>
                <a:lnTo>
                  <a:pt x="0" y="0"/>
                </a:lnTo>
                <a:close/>
              </a:path>
              <a:path w="70" h="11">
                <a:moveTo>
                  <a:pt x="10" y="0"/>
                </a:moveTo>
                <a:lnTo>
                  <a:pt x="12" y="0"/>
                </a:lnTo>
                <a:lnTo>
                  <a:pt x="12" y="7"/>
                </a:lnTo>
                <a:cubicBezTo>
                  <a:pt x="12" y="8"/>
                  <a:pt x="12" y="8"/>
                  <a:pt x="12" y="9"/>
                </a:cubicBezTo>
                <a:cubicBezTo>
                  <a:pt x="12" y="9"/>
                  <a:pt x="13" y="9"/>
                  <a:pt x="13" y="9"/>
                </a:cubicBezTo>
                <a:cubicBezTo>
                  <a:pt x="14" y="9"/>
                  <a:pt x="14" y="9"/>
                  <a:pt x="15" y="9"/>
                </a:cubicBezTo>
                <a:cubicBezTo>
                  <a:pt x="15" y="8"/>
                  <a:pt x="15" y="8"/>
                  <a:pt x="15" y="7"/>
                </a:cubicBezTo>
                <a:lnTo>
                  <a:pt x="15" y="0"/>
                </a:lnTo>
                <a:lnTo>
                  <a:pt x="16" y="0"/>
                </a:lnTo>
                <a:lnTo>
                  <a:pt x="16" y="7"/>
                </a:lnTo>
                <a:cubicBezTo>
                  <a:pt x="16" y="8"/>
                  <a:pt x="16" y="9"/>
                  <a:pt x="15" y="10"/>
                </a:cubicBezTo>
                <a:cubicBezTo>
                  <a:pt x="15" y="10"/>
                  <a:pt x="14" y="11"/>
                  <a:pt x="13" y="11"/>
                </a:cubicBezTo>
                <a:cubicBezTo>
                  <a:pt x="12" y="11"/>
                  <a:pt x="12" y="10"/>
                  <a:pt x="11" y="10"/>
                </a:cubicBezTo>
                <a:cubicBezTo>
                  <a:pt x="11" y="9"/>
                  <a:pt x="10" y="8"/>
                  <a:pt x="10" y="7"/>
                </a:cubicBezTo>
                <a:lnTo>
                  <a:pt x="10" y="0"/>
                </a:lnTo>
                <a:close/>
              </a:path>
              <a:path w="70" h="11">
                <a:moveTo>
                  <a:pt x="18" y="0"/>
                </a:moveTo>
                <a:lnTo>
                  <a:pt x="19" y="0"/>
                </a:lnTo>
                <a:lnTo>
                  <a:pt x="19" y="4"/>
                </a:lnTo>
                <a:lnTo>
                  <a:pt x="22" y="4"/>
                </a:lnTo>
                <a:lnTo>
                  <a:pt x="22" y="0"/>
                </a:lnTo>
                <a:lnTo>
                  <a:pt x="23" y="0"/>
                </a:lnTo>
                <a:lnTo>
                  <a:pt x="23" y="10"/>
                </a:lnTo>
                <a:lnTo>
                  <a:pt x="22" y="10"/>
                </a:lnTo>
                <a:lnTo>
                  <a:pt x="22" y="6"/>
                </a:lnTo>
                <a:lnTo>
                  <a:pt x="19" y="6"/>
                </a:lnTo>
                <a:lnTo>
                  <a:pt x="19" y="10"/>
                </a:lnTo>
                <a:lnTo>
                  <a:pt x="18" y="10"/>
                </a:lnTo>
                <a:lnTo>
                  <a:pt x="18" y="0"/>
                </a:lnTo>
                <a:close/>
              </a:path>
              <a:path w="70" h="11">
                <a:moveTo>
                  <a:pt x="26" y="0"/>
                </a:moveTo>
                <a:lnTo>
                  <a:pt x="28" y="0"/>
                </a:lnTo>
                <a:lnTo>
                  <a:pt x="30" y="10"/>
                </a:lnTo>
                <a:lnTo>
                  <a:pt x="29" y="10"/>
                </a:lnTo>
                <a:lnTo>
                  <a:pt x="29" y="8"/>
                </a:lnTo>
                <a:lnTo>
                  <a:pt x="26" y="8"/>
                </a:lnTo>
                <a:lnTo>
                  <a:pt x="25" y="10"/>
                </a:lnTo>
                <a:lnTo>
                  <a:pt x="24" y="10"/>
                </a:lnTo>
                <a:lnTo>
                  <a:pt x="26" y="0"/>
                </a:lnTo>
                <a:close/>
                <a:moveTo>
                  <a:pt x="27" y="1"/>
                </a:moveTo>
                <a:lnTo>
                  <a:pt x="26" y="6"/>
                </a:lnTo>
                <a:lnTo>
                  <a:pt x="28" y="6"/>
                </a:lnTo>
                <a:lnTo>
                  <a:pt x="27" y="1"/>
                </a:lnTo>
                <a:close/>
              </a:path>
              <a:path w="70" h="11">
                <a:moveTo>
                  <a:pt x="31" y="0"/>
                </a:moveTo>
                <a:lnTo>
                  <a:pt x="32" y="0"/>
                </a:lnTo>
                <a:lnTo>
                  <a:pt x="35" y="6"/>
                </a:lnTo>
                <a:cubicBezTo>
                  <a:pt x="35" y="6"/>
                  <a:pt x="35" y="7"/>
                  <a:pt x="35" y="7"/>
                </a:cubicBezTo>
                <a:cubicBezTo>
                  <a:pt x="36" y="7"/>
                  <a:pt x="36" y="8"/>
                  <a:pt x="36" y="8"/>
                </a:cubicBezTo>
                <a:cubicBezTo>
                  <a:pt x="36" y="8"/>
                  <a:pt x="36" y="7"/>
                  <a:pt x="36" y="7"/>
                </a:cubicBezTo>
                <a:cubicBezTo>
                  <a:pt x="36" y="7"/>
                  <a:pt x="36" y="6"/>
                  <a:pt x="36" y="6"/>
                </a:cubicBezTo>
                <a:lnTo>
                  <a:pt x="36" y="0"/>
                </a:lnTo>
                <a:lnTo>
                  <a:pt x="37" y="0"/>
                </a:lnTo>
                <a:lnTo>
                  <a:pt x="37" y="10"/>
                </a:lnTo>
                <a:lnTo>
                  <a:pt x="36" y="10"/>
                </a:lnTo>
                <a:lnTo>
                  <a:pt x="33" y="4"/>
                </a:lnTo>
                <a:cubicBezTo>
                  <a:pt x="33" y="4"/>
                  <a:pt x="33" y="4"/>
                  <a:pt x="33" y="3"/>
                </a:cubicBezTo>
                <a:cubicBezTo>
                  <a:pt x="32" y="3"/>
                  <a:pt x="32" y="2"/>
                  <a:pt x="32" y="2"/>
                </a:cubicBezTo>
                <a:cubicBezTo>
                  <a:pt x="32" y="2"/>
                  <a:pt x="32" y="2"/>
                  <a:pt x="32" y="3"/>
                </a:cubicBezTo>
                <a:cubicBezTo>
                  <a:pt x="32" y="3"/>
                  <a:pt x="32" y="4"/>
                  <a:pt x="32" y="4"/>
                </a:cubicBezTo>
                <a:lnTo>
                  <a:pt x="32" y="10"/>
                </a:lnTo>
                <a:lnTo>
                  <a:pt x="31" y="10"/>
                </a:lnTo>
                <a:lnTo>
                  <a:pt x="31" y="0"/>
                </a:lnTo>
                <a:close/>
              </a:path>
              <a:path w="70" h="11">
                <a:moveTo>
                  <a:pt x="46" y="3"/>
                </a:moveTo>
                <a:lnTo>
                  <a:pt x="45" y="3"/>
                </a:lnTo>
                <a:cubicBezTo>
                  <a:pt x="45" y="3"/>
                  <a:pt x="45" y="2"/>
                  <a:pt x="44" y="2"/>
                </a:cubicBezTo>
                <a:cubicBezTo>
                  <a:pt x="44" y="1"/>
                  <a:pt x="44" y="1"/>
                  <a:pt x="43" y="1"/>
                </a:cubicBezTo>
                <a:cubicBezTo>
                  <a:pt x="43" y="1"/>
                  <a:pt x="42" y="2"/>
                  <a:pt x="42" y="2"/>
                </a:cubicBezTo>
                <a:cubicBezTo>
                  <a:pt x="42" y="3"/>
                  <a:pt x="42" y="4"/>
                  <a:pt x="42" y="5"/>
                </a:cubicBezTo>
                <a:cubicBezTo>
                  <a:pt x="42" y="7"/>
                  <a:pt x="42" y="8"/>
                  <a:pt x="42" y="8"/>
                </a:cubicBezTo>
                <a:cubicBezTo>
                  <a:pt x="42" y="9"/>
                  <a:pt x="43" y="9"/>
                  <a:pt x="43" y="9"/>
                </a:cubicBezTo>
                <a:cubicBezTo>
                  <a:pt x="44" y="9"/>
                  <a:pt x="44" y="9"/>
                  <a:pt x="45" y="9"/>
                </a:cubicBezTo>
                <a:cubicBezTo>
                  <a:pt x="45" y="8"/>
                  <a:pt x="45" y="8"/>
                  <a:pt x="45" y="7"/>
                </a:cubicBezTo>
                <a:lnTo>
                  <a:pt x="46" y="8"/>
                </a:lnTo>
                <a:cubicBezTo>
                  <a:pt x="46" y="9"/>
                  <a:pt x="46" y="9"/>
                  <a:pt x="45" y="10"/>
                </a:cubicBezTo>
                <a:cubicBezTo>
                  <a:pt x="45" y="10"/>
                  <a:pt x="44" y="11"/>
                  <a:pt x="43" y="11"/>
                </a:cubicBezTo>
                <a:cubicBezTo>
                  <a:pt x="42" y="11"/>
                  <a:pt x="42" y="10"/>
                  <a:pt x="41" y="9"/>
                </a:cubicBezTo>
                <a:cubicBezTo>
                  <a:pt x="41" y="8"/>
                  <a:pt x="40" y="7"/>
                  <a:pt x="40" y="5"/>
                </a:cubicBezTo>
                <a:cubicBezTo>
                  <a:pt x="40" y="4"/>
                  <a:pt x="41" y="2"/>
                  <a:pt x="41" y="1"/>
                </a:cubicBezTo>
                <a:cubicBezTo>
                  <a:pt x="42" y="0"/>
                  <a:pt x="43" y="0"/>
                  <a:pt x="43" y="0"/>
                </a:cubicBezTo>
                <a:cubicBezTo>
                  <a:pt x="44" y="0"/>
                  <a:pt x="45" y="0"/>
                  <a:pt x="45" y="1"/>
                </a:cubicBezTo>
                <a:cubicBezTo>
                  <a:pt x="46" y="1"/>
                  <a:pt x="46" y="2"/>
                  <a:pt x="46" y="3"/>
                </a:cubicBezTo>
                <a:close/>
              </a:path>
              <a:path w="70" h="11">
                <a:moveTo>
                  <a:pt x="47" y="0"/>
                </a:moveTo>
                <a:lnTo>
                  <a:pt x="48" y="0"/>
                </a:lnTo>
                <a:lnTo>
                  <a:pt x="48" y="4"/>
                </a:lnTo>
                <a:lnTo>
                  <a:pt x="52" y="4"/>
                </a:lnTo>
                <a:lnTo>
                  <a:pt x="52" y="0"/>
                </a:lnTo>
                <a:lnTo>
                  <a:pt x="53" y="0"/>
                </a:lnTo>
                <a:lnTo>
                  <a:pt x="53" y="10"/>
                </a:lnTo>
                <a:lnTo>
                  <a:pt x="52" y="10"/>
                </a:lnTo>
                <a:lnTo>
                  <a:pt x="52" y="6"/>
                </a:lnTo>
                <a:lnTo>
                  <a:pt x="48" y="6"/>
                </a:lnTo>
                <a:lnTo>
                  <a:pt x="48" y="10"/>
                </a:lnTo>
                <a:lnTo>
                  <a:pt x="47" y="10"/>
                </a:lnTo>
                <a:lnTo>
                  <a:pt x="47" y="0"/>
                </a:lnTo>
                <a:close/>
              </a:path>
              <a:path w="70" h="11">
                <a:moveTo>
                  <a:pt x="55" y="0"/>
                </a:moveTo>
                <a:lnTo>
                  <a:pt x="56" y="0"/>
                </a:lnTo>
                <a:lnTo>
                  <a:pt x="56" y="10"/>
                </a:lnTo>
                <a:lnTo>
                  <a:pt x="55" y="10"/>
                </a:lnTo>
                <a:lnTo>
                  <a:pt x="55" y="0"/>
                </a:lnTo>
                <a:close/>
              </a:path>
              <a:path w="70" h="11">
                <a:moveTo>
                  <a:pt x="57" y="0"/>
                </a:moveTo>
                <a:lnTo>
                  <a:pt x="59" y="0"/>
                </a:lnTo>
                <a:lnTo>
                  <a:pt x="61" y="6"/>
                </a:lnTo>
                <a:cubicBezTo>
                  <a:pt x="61" y="6"/>
                  <a:pt x="61" y="7"/>
                  <a:pt x="62" y="7"/>
                </a:cubicBezTo>
                <a:cubicBezTo>
                  <a:pt x="62" y="7"/>
                  <a:pt x="62" y="8"/>
                  <a:pt x="62" y="8"/>
                </a:cubicBezTo>
                <a:cubicBezTo>
                  <a:pt x="62" y="8"/>
                  <a:pt x="62" y="7"/>
                  <a:pt x="62" y="7"/>
                </a:cubicBezTo>
                <a:cubicBezTo>
                  <a:pt x="62" y="7"/>
                  <a:pt x="62" y="6"/>
                  <a:pt x="62" y="6"/>
                </a:cubicBezTo>
                <a:lnTo>
                  <a:pt x="62" y="0"/>
                </a:lnTo>
                <a:lnTo>
                  <a:pt x="63" y="0"/>
                </a:lnTo>
                <a:lnTo>
                  <a:pt x="63" y="10"/>
                </a:lnTo>
                <a:lnTo>
                  <a:pt x="62" y="10"/>
                </a:lnTo>
                <a:lnTo>
                  <a:pt x="59" y="4"/>
                </a:lnTo>
                <a:cubicBezTo>
                  <a:pt x="59" y="4"/>
                  <a:pt x="59" y="4"/>
                  <a:pt x="59" y="3"/>
                </a:cubicBezTo>
                <a:cubicBezTo>
                  <a:pt x="59" y="3"/>
                  <a:pt x="59" y="2"/>
                  <a:pt x="58" y="2"/>
                </a:cubicBezTo>
                <a:cubicBezTo>
                  <a:pt x="58" y="2"/>
                  <a:pt x="58" y="2"/>
                  <a:pt x="58" y="3"/>
                </a:cubicBezTo>
                <a:cubicBezTo>
                  <a:pt x="58" y="3"/>
                  <a:pt x="58" y="4"/>
                  <a:pt x="58" y="4"/>
                </a:cubicBezTo>
                <a:lnTo>
                  <a:pt x="58" y="10"/>
                </a:lnTo>
                <a:lnTo>
                  <a:pt x="57" y="10"/>
                </a:lnTo>
                <a:lnTo>
                  <a:pt x="57" y="0"/>
                </a:lnTo>
                <a:close/>
              </a:path>
              <a:path w="70" h="11">
                <a:moveTo>
                  <a:pt x="66" y="0"/>
                </a:moveTo>
                <a:lnTo>
                  <a:pt x="68" y="0"/>
                </a:lnTo>
                <a:lnTo>
                  <a:pt x="70" y="10"/>
                </a:lnTo>
                <a:lnTo>
                  <a:pt x="69" y="10"/>
                </a:lnTo>
                <a:lnTo>
                  <a:pt x="68" y="8"/>
                </a:lnTo>
                <a:lnTo>
                  <a:pt x="66" y="8"/>
                </a:lnTo>
                <a:lnTo>
                  <a:pt x="65" y="10"/>
                </a:lnTo>
                <a:lnTo>
                  <a:pt x="64" y="10"/>
                </a:lnTo>
                <a:lnTo>
                  <a:pt x="66" y="0"/>
                </a:lnTo>
                <a:close/>
                <a:moveTo>
                  <a:pt x="67" y="1"/>
                </a:moveTo>
                <a:lnTo>
                  <a:pt x="66" y="6"/>
                </a:lnTo>
                <a:lnTo>
                  <a:pt x="68" y="6"/>
                </a:lnTo>
                <a:lnTo>
                  <a:pt x="67" y="1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1" name="Freeform 12"/>
          <p:cNvSpPr>
            <a:spLocks noGrp="1"/>
          </p:cNvSpPr>
          <p:nvPr/>
        </p:nvSpPr>
        <p:spPr>
          <a:xfrm>
            <a:off x="9914374" y="411637"/>
            <a:ext cx="297165" cy="30478"/>
          </a:xfrm>
          <a:custGeom>
            <a:avLst/>
            <a:gdLst/>
            <a:ahLst/>
            <a:cxnLst/>
            <a:rect l="l" t="t" r="r" b="b"/>
            <a:pathLst>
              <a:path w="192" h="20">
                <a:moveTo>
                  <a:pt x="0" y="0"/>
                </a:moveTo>
                <a:lnTo>
                  <a:pt x="192" y="0"/>
                </a:lnTo>
                <a:cubicBezTo>
                  <a:pt x="189" y="7"/>
                  <a:pt x="184" y="13"/>
                  <a:pt x="177" y="20"/>
                </a:cubicBezTo>
                <a:lnTo>
                  <a:pt x="14" y="19"/>
                </a:lnTo>
                <a:cubicBezTo>
                  <a:pt x="7" y="15"/>
                  <a:pt x="3" y="8"/>
                  <a:pt x="0" y="0"/>
                </a:cubicBezTo>
                <a:close/>
                <a:moveTo>
                  <a:pt x="39" y="4"/>
                </a:moveTo>
                <a:cubicBezTo>
                  <a:pt x="39" y="4"/>
                  <a:pt x="39" y="5"/>
                  <a:pt x="38" y="5"/>
                </a:cubicBezTo>
                <a:cubicBezTo>
                  <a:pt x="38" y="5"/>
                  <a:pt x="38" y="5"/>
                  <a:pt x="38" y="6"/>
                </a:cubicBezTo>
                <a:cubicBezTo>
                  <a:pt x="38" y="7"/>
                  <a:pt x="38" y="7"/>
                  <a:pt x="38" y="8"/>
                </a:cubicBezTo>
                <a:cubicBezTo>
                  <a:pt x="38" y="8"/>
                  <a:pt x="38" y="9"/>
                  <a:pt x="38" y="9"/>
                </a:cubicBezTo>
                <a:cubicBezTo>
                  <a:pt x="38" y="10"/>
                  <a:pt x="38" y="11"/>
                  <a:pt x="38" y="12"/>
                </a:cubicBezTo>
                <a:lnTo>
                  <a:pt x="38" y="14"/>
                </a:lnTo>
                <a:cubicBezTo>
                  <a:pt x="38" y="15"/>
                  <a:pt x="38" y="16"/>
                  <a:pt x="38" y="17"/>
                </a:cubicBezTo>
                <a:cubicBezTo>
                  <a:pt x="38" y="17"/>
                  <a:pt x="38" y="17"/>
                  <a:pt x="38" y="17"/>
                </a:cubicBezTo>
                <a:cubicBezTo>
                  <a:pt x="38" y="17"/>
                  <a:pt x="38" y="17"/>
                  <a:pt x="38" y="17"/>
                </a:cubicBezTo>
                <a:cubicBezTo>
                  <a:pt x="38" y="17"/>
                  <a:pt x="38" y="17"/>
                  <a:pt x="37" y="17"/>
                </a:cubicBezTo>
                <a:cubicBezTo>
                  <a:pt x="37" y="17"/>
                  <a:pt x="36" y="17"/>
                  <a:pt x="36" y="17"/>
                </a:cubicBezTo>
                <a:cubicBezTo>
                  <a:pt x="35" y="16"/>
                  <a:pt x="35" y="16"/>
                  <a:pt x="35" y="16"/>
                </a:cubicBezTo>
                <a:cubicBezTo>
                  <a:pt x="34" y="16"/>
                  <a:pt x="34" y="16"/>
                  <a:pt x="34" y="16"/>
                </a:cubicBezTo>
                <a:cubicBezTo>
                  <a:pt x="34" y="16"/>
                  <a:pt x="34" y="15"/>
                  <a:pt x="34" y="15"/>
                </a:cubicBezTo>
                <a:cubicBezTo>
                  <a:pt x="34" y="15"/>
                  <a:pt x="34" y="15"/>
                  <a:pt x="34" y="15"/>
                </a:cubicBezTo>
                <a:cubicBezTo>
                  <a:pt x="35" y="15"/>
                  <a:pt x="35" y="15"/>
                  <a:pt x="36" y="15"/>
                </a:cubicBezTo>
                <a:cubicBezTo>
                  <a:pt x="36" y="15"/>
                  <a:pt x="36" y="15"/>
                  <a:pt x="36" y="15"/>
                </a:cubicBezTo>
                <a:cubicBezTo>
                  <a:pt x="37" y="15"/>
                  <a:pt x="37" y="15"/>
                  <a:pt x="37" y="15"/>
                </a:cubicBezTo>
                <a:cubicBezTo>
                  <a:pt x="37" y="15"/>
                  <a:pt x="37" y="15"/>
                  <a:pt x="37" y="14"/>
                </a:cubicBezTo>
                <a:cubicBezTo>
                  <a:pt x="37" y="14"/>
                  <a:pt x="37" y="13"/>
                  <a:pt x="37" y="12"/>
                </a:cubicBezTo>
                <a:cubicBezTo>
                  <a:pt x="36" y="11"/>
                  <a:pt x="36" y="10"/>
                  <a:pt x="36" y="8"/>
                </a:cubicBezTo>
                <a:lnTo>
                  <a:pt x="36" y="6"/>
                </a:lnTo>
                <a:cubicBezTo>
                  <a:pt x="36" y="5"/>
                  <a:pt x="36" y="5"/>
                  <a:pt x="36" y="5"/>
                </a:cubicBezTo>
                <a:cubicBezTo>
                  <a:pt x="35" y="5"/>
                  <a:pt x="35" y="5"/>
                  <a:pt x="35" y="5"/>
                </a:cubicBezTo>
                <a:cubicBezTo>
                  <a:pt x="34" y="5"/>
                  <a:pt x="34" y="5"/>
                  <a:pt x="34" y="6"/>
                </a:cubicBezTo>
                <a:cubicBezTo>
                  <a:pt x="34" y="6"/>
                  <a:pt x="34" y="6"/>
                  <a:pt x="34" y="6"/>
                </a:cubicBezTo>
                <a:cubicBezTo>
                  <a:pt x="34" y="7"/>
                  <a:pt x="34" y="7"/>
                  <a:pt x="34" y="7"/>
                </a:cubicBezTo>
                <a:cubicBezTo>
                  <a:pt x="35" y="7"/>
                  <a:pt x="35" y="7"/>
                  <a:pt x="35" y="7"/>
                </a:cubicBezTo>
                <a:cubicBezTo>
                  <a:pt x="35" y="7"/>
                  <a:pt x="35" y="7"/>
                  <a:pt x="35" y="7"/>
                </a:cubicBezTo>
                <a:cubicBezTo>
                  <a:pt x="36" y="7"/>
                  <a:pt x="36" y="7"/>
                  <a:pt x="36" y="7"/>
                </a:cubicBezTo>
                <a:cubicBezTo>
                  <a:pt x="36" y="7"/>
                  <a:pt x="36" y="7"/>
                  <a:pt x="35" y="7"/>
                </a:cubicBezTo>
                <a:cubicBezTo>
                  <a:pt x="35" y="7"/>
                  <a:pt x="35" y="8"/>
                  <a:pt x="35" y="8"/>
                </a:cubicBezTo>
                <a:cubicBezTo>
                  <a:pt x="34" y="8"/>
                  <a:pt x="34" y="8"/>
                  <a:pt x="34" y="8"/>
                </a:cubicBezTo>
                <a:cubicBezTo>
                  <a:pt x="34" y="8"/>
                  <a:pt x="34" y="9"/>
                  <a:pt x="34" y="9"/>
                </a:cubicBezTo>
                <a:cubicBezTo>
                  <a:pt x="34" y="9"/>
                  <a:pt x="34" y="9"/>
                  <a:pt x="34" y="9"/>
                </a:cubicBezTo>
                <a:cubicBezTo>
                  <a:pt x="34" y="9"/>
                  <a:pt x="34" y="9"/>
                  <a:pt x="34" y="9"/>
                </a:cubicBezTo>
                <a:cubicBezTo>
                  <a:pt x="34" y="9"/>
                  <a:pt x="35" y="9"/>
                  <a:pt x="35" y="9"/>
                </a:cubicBezTo>
                <a:cubicBezTo>
                  <a:pt x="35" y="9"/>
                  <a:pt x="35" y="9"/>
                  <a:pt x="35" y="9"/>
                </a:cubicBezTo>
                <a:cubicBezTo>
                  <a:pt x="36" y="9"/>
                  <a:pt x="36" y="9"/>
                  <a:pt x="36" y="9"/>
                </a:cubicBezTo>
                <a:cubicBezTo>
                  <a:pt x="36" y="9"/>
                  <a:pt x="36" y="10"/>
                  <a:pt x="36" y="10"/>
                </a:cubicBezTo>
                <a:cubicBezTo>
                  <a:pt x="36" y="10"/>
                  <a:pt x="36" y="10"/>
                  <a:pt x="36" y="10"/>
                </a:cubicBezTo>
                <a:cubicBezTo>
                  <a:pt x="36" y="10"/>
                  <a:pt x="35" y="10"/>
                  <a:pt x="35" y="11"/>
                </a:cubicBezTo>
                <a:cubicBezTo>
                  <a:pt x="35" y="11"/>
                  <a:pt x="35" y="11"/>
                  <a:pt x="34" y="11"/>
                </a:cubicBezTo>
                <a:cubicBezTo>
                  <a:pt x="34" y="11"/>
                  <a:pt x="33" y="12"/>
                  <a:pt x="33" y="12"/>
                </a:cubicBezTo>
                <a:cubicBezTo>
                  <a:pt x="33" y="12"/>
                  <a:pt x="33" y="12"/>
                  <a:pt x="33" y="12"/>
                </a:cubicBezTo>
                <a:cubicBezTo>
                  <a:pt x="32" y="13"/>
                  <a:pt x="32" y="14"/>
                  <a:pt x="32" y="14"/>
                </a:cubicBezTo>
                <a:cubicBezTo>
                  <a:pt x="32" y="14"/>
                  <a:pt x="32" y="15"/>
                  <a:pt x="32" y="15"/>
                </a:cubicBezTo>
                <a:cubicBezTo>
                  <a:pt x="32" y="15"/>
                  <a:pt x="32" y="15"/>
                  <a:pt x="32" y="15"/>
                </a:cubicBezTo>
                <a:cubicBezTo>
                  <a:pt x="32" y="15"/>
                  <a:pt x="32" y="16"/>
                  <a:pt x="31" y="16"/>
                </a:cubicBezTo>
                <a:cubicBezTo>
                  <a:pt x="31" y="16"/>
                  <a:pt x="31" y="16"/>
                  <a:pt x="30" y="16"/>
                </a:cubicBezTo>
                <a:cubicBezTo>
                  <a:pt x="30" y="16"/>
                  <a:pt x="30" y="16"/>
                  <a:pt x="29" y="16"/>
                </a:cubicBezTo>
                <a:cubicBezTo>
                  <a:pt x="29" y="16"/>
                  <a:pt x="29" y="16"/>
                  <a:pt x="29" y="16"/>
                </a:cubicBezTo>
                <a:cubicBezTo>
                  <a:pt x="29" y="16"/>
                  <a:pt x="29" y="16"/>
                  <a:pt x="29" y="16"/>
                </a:cubicBezTo>
                <a:cubicBezTo>
                  <a:pt x="30" y="15"/>
                  <a:pt x="30" y="15"/>
                  <a:pt x="31" y="15"/>
                </a:cubicBezTo>
                <a:cubicBezTo>
                  <a:pt x="31" y="15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0" y="14"/>
                  <a:pt x="29" y="13"/>
                  <a:pt x="29" y="13"/>
                </a:cubicBezTo>
                <a:cubicBezTo>
                  <a:pt x="28" y="13"/>
                  <a:pt x="28" y="12"/>
                  <a:pt x="28" y="12"/>
                </a:cubicBezTo>
                <a:cubicBezTo>
                  <a:pt x="28" y="12"/>
                  <a:pt x="28" y="12"/>
                  <a:pt x="28" y="12"/>
                </a:cubicBezTo>
                <a:cubicBezTo>
                  <a:pt x="28" y="12"/>
                  <a:pt x="28" y="12"/>
                  <a:pt x="28" y="12"/>
                </a:cubicBezTo>
                <a:cubicBezTo>
                  <a:pt x="29" y="13"/>
                  <a:pt x="29" y="13"/>
                  <a:pt x="30" y="13"/>
                </a:cubicBezTo>
                <a:cubicBezTo>
                  <a:pt x="30" y="13"/>
                  <a:pt x="30" y="13"/>
                  <a:pt x="30" y="12"/>
                </a:cubicBezTo>
                <a:lnTo>
                  <a:pt x="30" y="11"/>
                </a:lnTo>
                <a:cubicBezTo>
                  <a:pt x="30" y="11"/>
                  <a:pt x="30" y="11"/>
                  <a:pt x="30" y="11"/>
                </a:cubicBezTo>
                <a:cubicBezTo>
                  <a:pt x="30" y="11"/>
                  <a:pt x="30" y="11"/>
                  <a:pt x="29" y="11"/>
                </a:cubicBezTo>
                <a:cubicBezTo>
                  <a:pt x="29" y="11"/>
                  <a:pt x="29" y="12"/>
                  <a:pt x="28" y="12"/>
                </a:cubicBezTo>
                <a:cubicBezTo>
                  <a:pt x="28" y="12"/>
                  <a:pt x="28" y="13"/>
                  <a:pt x="27" y="13"/>
                </a:cubicBezTo>
                <a:cubicBezTo>
                  <a:pt x="27" y="14"/>
                  <a:pt x="26" y="14"/>
                  <a:pt x="26" y="14"/>
                </a:cubicBezTo>
                <a:cubicBezTo>
                  <a:pt x="26" y="14"/>
                  <a:pt x="26" y="14"/>
                  <a:pt x="26" y="14"/>
                </a:cubicBezTo>
                <a:cubicBezTo>
                  <a:pt x="26" y="14"/>
                  <a:pt x="25" y="14"/>
                  <a:pt x="25" y="14"/>
                </a:cubicBezTo>
                <a:cubicBezTo>
                  <a:pt x="25" y="14"/>
                  <a:pt x="25" y="13"/>
                  <a:pt x="25" y="13"/>
                </a:cubicBezTo>
                <a:cubicBezTo>
                  <a:pt x="25" y="13"/>
                  <a:pt x="25" y="13"/>
                  <a:pt x="25" y="13"/>
                </a:cubicBezTo>
                <a:cubicBezTo>
                  <a:pt x="25" y="13"/>
                  <a:pt x="26" y="13"/>
                  <a:pt x="26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12"/>
                  <a:pt x="27" y="12"/>
                  <a:pt x="27" y="11"/>
                </a:cubicBezTo>
                <a:cubicBezTo>
                  <a:pt x="26" y="10"/>
                  <a:pt x="26" y="9"/>
                  <a:pt x="26" y="9"/>
                </a:cubicBezTo>
                <a:lnTo>
                  <a:pt x="26" y="7"/>
                </a:lnTo>
                <a:lnTo>
                  <a:pt x="26" y="6"/>
                </a:lnTo>
                <a:cubicBezTo>
                  <a:pt x="26" y="6"/>
                  <a:pt x="27" y="6"/>
                  <a:pt x="27" y="6"/>
                </a:cubicBezTo>
                <a:cubicBezTo>
                  <a:pt x="27" y="6"/>
                  <a:pt x="27" y="5"/>
                  <a:pt x="28" y="5"/>
                </a:cubicBezTo>
                <a:cubicBezTo>
                  <a:pt x="28" y="5"/>
                  <a:pt x="28" y="5"/>
                  <a:pt x="29" y="5"/>
                </a:cubicBezTo>
                <a:cubicBezTo>
                  <a:pt x="30" y="5"/>
                  <a:pt x="30" y="5"/>
                  <a:pt x="30" y="5"/>
                </a:cubicBezTo>
                <a:cubicBezTo>
                  <a:pt x="31" y="5"/>
                  <a:pt x="31" y="5"/>
                  <a:pt x="31" y="5"/>
                </a:cubicBezTo>
                <a:cubicBezTo>
                  <a:pt x="32" y="5"/>
                  <a:pt x="32" y="5"/>
                  <a:pt x="32" y="5"/>
                </a:cubicBezTo>
                <a:cubicBezTo>
                  <a:pt x="32" y="5"/>
                  <a:pt x="32" y="5"/>
                  <a:pt x="32" y="5"/>
                </a:cubicBezTo>
                <a:cubicBezTo>
                  <a:pt x="32" y="6"/>
                  <a:pt x="32" y="6"/>
                  <a:pt x="31" y="6"/>
                </a:cubicBezTo>
                <a:cubicBezTo>
                  <a:pt x="31" y="6"/>
                  <a:pt x="31" y="7"/>
                  <a:pt x="31" y="7"/>
                </a:cubicBezTo>
                <a:cubicBezTo>
                  <a:pt x="31" y="7"/>
                  <a:pt x="31" y="8"/>
                  <a:pt x="31" y="8"/>
                </a:cubicBezTo>
                <a:cubicBezTo>
                  <a:pt x="31" y="8"/>
                  <a:pt x="31" y="9"/>
                  <a:pt x="31" y="10"/>
                </a:cubicBezTo>
                <a:cubicBezTo>
                  <a:pt x="31" y="11"/>
                  <a:pt x="31" y="11"/>
                  <a:pt x="31" y="11"/>
                </a:cubicBezTo>
                <a:cubicBezTo>
                  <a:pt x="31" y="12"/>
                  <a:pt x="31" y="12"/>
                  <a:pt x="31" y="12"/>
                </a:cubicBezTo>
                <a:cubicBezTo>
                  <a:pt x="31" y="13"/>
                  <a:pt x="31" y="13"/>
                  <a:pt x="31" y="13"/>
                </a:cubicBezTo>
                <a:cubicBezTo>
                  <a:pt x="31" y="13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1" y="14"/>
                  <a:pt x="32" y="13"/>
                  <a:pt x="32" y="12"/>
                </a:cubicBezTo>
                <a:cubicBezTo>
                  <a:pt x="32" y="12"/>
                  <a:pt x="32" y="11"/>
                  <a:pt x="33" y="10"/>
                </a:cubicBezTo>
                <a:cubicBezTo>
                  <a:pt x="33" y="8"/>
                  <a:pt x="33" y="6"/>
                  <a:pt x="33" y="6"/>
                </a:cubicBezTo>
                <a:cubicBezTo>
                  <a:pt x="33" y="5"/>
                  <a:pt x="33" y="5"/>
                  <a:pt x="33" y="5"/>
                </a:cubicBezTo>
                <a:cubicBezTo>
                  <a:pt x="33" y="5"/>
                  <a:pt x="33" y="4"/>
                  <a:pt x="34" y="4"/>
                </a:cubicBezTo>
                <a:cubicBezTo>
                  <a:pt x="34" y="4"/>
                  <a:pt x="34" y="4"/>
                  <a:pt x="34" y="4"/>
                </a:cubicBezTo>
                <a:cubicBezTo>
                  <a:pt x="35" y="4"/>
                  <a:pt x="35" y="4"/>
                  <a:pt x="35" y="4"/>
                </a:cubicBezTo>
                <a:cubicBezTo>
                  <a:pt x="35" y="4"/>
                  <a:pt x="36" y="4"/>
                  <a:pt x="36" y="4"/>
                </a:cubicBezTo>
                <a:cubicBezTo>
                  <a:pt x="36" y="4"/>
                  <a:pt x="37" y="4"/>
                  <a:pt x="37" y="4"/>
                </a:cubicBezTo>
                <a:cubicBezTo>
                  <a:pt x="37" y="4"/>
                  <a:pt x="37" y="4"/>
                  <a:pt x="38" y="4"/>
                </a:cubicBezTo>
                <a:cubicBezTo>
                  <a:pt x="38" y="4"/>
                  <a:pt x="38" y="4"/>
                  <a:pt x="38" y="4"/>
                </a:cubicBezTo>
                <a:cubicBezTo>
                  <a:pt x="39" y="4"/>
                  <a:pt x="39" y="4"/>
                  <a:pt x="39" y="4"/>
                </a:cubicBezTo>
                <a:close/>
                <a:moveTo>
                  <a:pt x="52" y="6"/>
                </a:moveTo>
                <a:cubicBezTo>
                  <a:pt x="52" y="6"/>
                  <a:pt x="53" y="6"/>
                  <a:pt x="53" y="6"/>
                </a:cubicBezTo>
                <a:cubicBezTo>
                  <a:pt x="53" y="6"/>
                  <a:pt x="54" y="6"/>
                  <a:pt x="54" y="6"/>
                </a:cubicBezTo>
                <a:cubicBezTo>
                  <a:pt x="54" y="7"/>
                  <a:pt x="55" y="7"/>
                  <a:pt x="55" y="7"/>
                </a:cubicBezTo>
                <a:cubicBezTo>
                  <a:pt x="55" y="7"/>
                  <a:pt x="55" y="7"/>
                  <a:pt x="55" y="7"/>
                </a:cubicBezTo>
                <a:cubicBezTo>
                  <a:pt x="55" y="7"/>
                  <a:pt x="55" y="7"/>
                  <a:pt x="54" y="7"/>
                </a:cubicBezTo>
                <a:cubicBezTo>
                  <a:pt x="54" y="8"/>
                  <a:pt x="54" y="8"/>
                  <a:pt x="54" y="8"/>
                </a:cubicBezTo>
                <a:cubicBezTo>
                  <a:pt x="54" y="9"/>
                  <a:pt x="54" y="9"/>
                  <a:pt x="53" y="10"/>
                </a:cubicBezTo>
                <a:cubicBezTo>
                  <a:pt x="53" y="10"/>
                  <a:pt x="53" y="10"/>
                  <a:pt x="53" y="10"/>
                </a:cubicBezTo>
                <a:cubicBezTo>
                  <a:pt x="53" y="10"/>
                  <a:pt x="53" y="10"/>
                  <a:pt x="53" y="10"/>
                </a:cubicBezTo>
                <a:cubicBezTo>
                  <a:pt x="52" y="10"/>
                  <a:pt x="52" y="10"/>
                  <a:pt x="52" y="10"/>
                </a:cubicBezTo>
                <a:cubicBezTo>
                  <a:pt x="52" y="10"/>
                  <a:pt x="51" y="10"/>
                  <a:pt x="51" y="10"/>
                </a:cubicBezTo>
                <a:cubicBezTo>
                  <a:pt x="51" y="10"/>
                  <a:pt x="51" y="10"/>
                  <a:pt x="50" y="10"/>
                </a:cubicBezTo>
                <a:cubicBezTo>
                  <a:pt x="50" y="10"/>
                  <a:pt x="49" y="10"/>
                  <a:pt x="49" y="10"/>
                </a:cubicBezTo>
                <a:cubicBezTo>
                  <a:pt x="49" y="11"/>
                  <a:pt x="48" y="11"/>
                  <a:pt x="48" y="11"/>
                </a:cubicBezTo>
                <a:cubicBezTo>
                  <a:pt x="48" y="11"/>
                  <a:pt x="48" y="10"/>
                  <a:pt x="48" y="10"/>
                </a:cubicBezTo>
                <a:cubicBezTo>
                  <a:pt x="47" y="10"/>
                  <a:pt x="47" y="9"/>
                  <a:pt x="47" y="9"/>
                </a:cubicBezTo>
                <a:cubicBezTo>
                  <a:pt x="46" y="8"/>
                  <a:pt x="46" y="8"/>
                  <a:pt x="46" y="8"/>
                </a:cubicBezTo>
                <a:cubicBezTo>
                  <a:pt x="46" y="8"/>
                  <a:pt x="46" y="7"/>
                  <a:pt x="47" y="7"/>
                </a:cubicBezTo>
                <a:cubicBezTo>
                  <a:pt x="47" y="7"/>
                  <a:pt x="47" y="7"/>
                  <a:pt x="48" y="7"/>
                </a:cubicBezTo>
                <a:cubicBezTo>
                  <a:pt x="49" y="7"/>
                  <a:pt x="49" y="7"/>
                  <a:pt x="49" y="6"/>
                </a:cubicBezTo>
                <a:cubicBezTo>
                  <a:pt x="49" y="6"/>
                  <a:pt x="49" y="6"/>
                  <a:pt x="49" y="6"/>
                </a:cubicBezTo>
                <a:cubicBezTo>
                  <a:pt x="48" y="6"/>
                  <a:pt x="48" y="6"/>
                  <a:pt x="47" y="6"/>
                </a:cubicBezTo>
                <a:cubicBezTo>
                  <a:pt x="47" y="6"/>
                  <a:pt x="47" y="6"/>
                  <a:pt x="47" y="6"/>
                </a:cubicBezTo>
                <a:cubicBezTo>
                  <a:pt x="47" y="6"/>
                  <a:pt x="47" y="6"/>
                  <a:pt x="47" y="6"/>
                </a:cubicBezTo>
                <a:cubicBezTo>
                  <a:pt x="46" y="6"/>
                  <a:pt x="46" y="5"/>
                  <a:pt x="46" y="5"/>
                </a:cubicBezTo>
                <a:cubicBezTo>
                  <a:pt x="46" y="5"/>
                  <a:pt x="46" y="5"/>
                  <a:pt x="47" y="5"/>
                </a:cubicBezTo>
                <a:cubicBezTo>
                  <a:pt x="47" y="5"/>
                  <a:pt x="47" y="5"/>
                  <a:pt x="47" y="5"/>
                </a:cubicBezTo>
                <a:cubicBezTo>
                  <a:pt x="48" y="5"/>
                  <a:pt x="49" y="5"/>
                  <a:pt x="49" y="4"/>
                </a:cubicBezTo>
                <a:cubicBezTo>
                  <a:pt x="49" y="4"/>
                  <a:pt x="49" y="4"/>
                  <a:pt x="49" y="3"/>
                </a:cubicBezTo>
                <a:cubicBezTo>
                  <a:pt x="50" y="2"/>
                  <a:pt x="50" y="2"/>
                  <a:pt x="50" y="2"/>
                </a:cubicBezTo>
                <a:cubicBezTo>
                  <a:pt x="50" y="2"/>
                  <a:pt x="50" y="2"/>
                  <a:pt x="50" y="2"/>
                </a:cubicBezTo>
                <a:cubicBezTo>
                  <a:pt x="50" y="2"/>
                  <a:pt x="50" y="2"/>
                  <a:pt x="50" y="2"/>
                </a:cubicBezTo>
                <a:cubicBezTo>
                  <a:pt x="51" y="2"/>
                  <a:pt x="51" y="2"/>
                  <a:pt x="51" y="2"/>
                </a:cubicBezTo>
                <a:cubicBezTo>
                  <a:pt x="51" y="2"/>
                  <a:pt x="51" y="2"/>
                  <a:pt x="51" y="3"/>
                </a:cubicBezTo>
                <a:cubicBezTo>
                  <a:pt x="50" y="3"/>
                  <a:pt x="50" y="3"/>
                  <a:pt x="50" y="4"/>
                </a:cubicBezTo>
                <a:cubicBezTo>
                  <a:pt x="50" y="4"/>
                  <a:pt x="51" y="4"/>
                  <a:pt x="51" y="4"/>
                </a:cubicBezTo>
                <a:cubicBezTo>
                  <a:pt x="51" y="4"/>
                  <a:pt x="51" y="4"/>
                  <a:pt x="52" y="4"/>
                </a:cubicBezTo>
                <a:cubicBezTo>
                  <a:pt x="52" y="4"/>
                  <a:pt x="53" y="4"/>
                  <a:pt x="53" y="4"/>
                </a:cubicBezTo>
                <a:cubicBezTo>
                  <a:pt x="53" y="4"/>
                  <a:pt x="53" y="4"/>
                  <a:pt x="53" y="4"/>
                </a:cubicBezTo>
                <a:cubicBezTo>
                  <a:pt x="53" y="4"/>
                  <a:pt x="53" y="4"/>
                  <a:pt x="53" y="4"/>
                </a:cubicBezTo>
                <a:cubicBezTo>
                  <a:pt x="54" y="4"/>
                  <a:pt x="54" y="5"/>
                  <a:pt x="54" y="5"/>
                </a:cubicBezTo>
                <a:cubicBezTo>
                  <a:pt x="54" y="5"/>
                  <a:pt x="54" y="5"/>
                  <a:pt x="54" y="5"/>
                </a:cubicBezTo>
                <a:cubicBezTo>
                  <a:pt x="53" y="5"/>
                  <a:pt x="53" y="5"/>
                  <a:pt x="53" y="5"/>
                </a:cubicBezTo>
                <a:cubicBezTo>
                  <a:pt x="53" y="5"/>
                  <a:pt x="53" y="5"/>
                  <a:pt x="52" y="5"/>
                </a:cubicBezTo>
                <a:cubicBezTo>
                  <a:pt x="52" y="5"/>
                  <a:pt x="51" y="5"/>
                  <a:pt x="51" y="5"/>
                </a:cubicBezTo>
                <a:lnTo>
                  <a:pt x="50" y="6"/>
                </a:lnTo>
                <a:cubicBezTo>
                  <a:pt x="50" y="6"/>
                  <a:pt x="50" y="6"/>
                  <a:pt x="50" y="6"/>
                </a:cubicBezTo>
                <a:cubicBezTo>
                  <a:pt x="50" y="6"/>
                  <a:pt x="50" y="6"/>
                  <a:pt x="51" y="6"/>
                </a:cubicBezTo>
                <a:cubicBezTo>
                  <a:pt x="51" y="6"/>
                  <a:pt x="51" y="6"/>
                  <a:pt x="52" y="6"/>
                </a:cubicBezTo>
                <a:close/>
                <a:moveTo>
                  <a:pt x="45" y="3"/>
                </a:moveTo>
                <a:cubicBezTo>
                  <a:pt x="45" y="3"/>
                  <a:pt x="45" y="3"/>
                  <a:pt x="46" y="4"/>
                </a:cubicBezTo>
                <a:cubicBezTo>
                  <a:pt x="46" y="4"/>
                  <a:pt x="46" y="4"/>
                  <a:pt x="46" y="4"/>
                </a:cubicBezTo>
                <a:cubicBezTo>
                  <a:pt x="46" y="4"/>
                  <a:pt x="46" y="5"/>
                  <a:pt x="45" y="5"/>
                </a:cubicBezTo>
                <a:cubicBezTo>
                  <a:pt x="45" y="6"/>
                  <a:pt x="44" y="6"/>
                  <a:pt x="44" y="6"/>
                </a:cubicBezTo>
                <a:cubicBezTo>
                  <a:pt x="44" y="7"/>
                  <a:pt x="44" y="7"/>
                  <a:pt x="43" y="7"/>
                </a:cubicBezTo>
                <a:cubicBezTo>
                  <a:pt x="43" y="7"/>
                  <a:pt x="43" y="7"/>
                  <a:pt x="43" y="7"/>
                </a:cubicBezTo>
                <a:cubicBezTo>
                  <a:pt x="43" y="7"/>
                  <a:pt x="43" y="7"/>
                  <a:pt x="43" y="7"/>
                </a:cubicBezTo>
                <a:cubicBezTo>
                  <a:pt x="43" y="7"/>
                  <a:pt x="43" y="6"/>
                  <a:pt x="43" y="6"/>
                </a:cubicBezTo>
                <a:cubicBezTo>
                  <a:pt x="43" y="6"/>
                  <a:pt x="44" y="5"/>
                  <a:pt x="44" y="4"/>
                </a:cubicBezTo>
                <a:cubicBezTo>
                  <a:pt x="44" y="4"/>
                  <a:pt x="45" y="3"/>
                  <a:pt x="45" y="3"/>
                </a:cubicBezTo>
                <a:cubicBezTo>
                  <a:pt x="45" y="3"/>
                  <a:pt x="45" y="3"/>
                  <a:pt x="45" y="3"/>
                </a:cubicBezTo>
                <a:close/>
                <a:moveTo>
                  <a:pt x="45" y="6"/>
                </a:moveTo>
                <a:cubicBezTo>
                  <a:pt x="45" y="6"/>
                  <a:pt x="45" y="6"/>
                  <a:pt x="46" y="7"/>
                </a:cubicBezTo>
                <a:cubicBezTo>
                  <a:pt x="46" y="7"/>
                  <a:pt x="46" y="7"/>
                  <a:pt x="46" y="7"/>
                </a:cubicBezTo>
                <a:cubicBezTo>
                  <a:pt x="46" y="7"/>
                  <a:pt x="46" y="8"/>
                  <a:pt x="45" y="8"/>
                </a:cubicBezTo>
                <a:cubicBezTo>
                  <a:pt x="45" y="9"/>
                  <a:pt x="44" y="9"/>
                  <a:pt x="44" y="9"/>
                </a:cubicBezTo>
                <a:cubicBezTo>
                  <a:pt x="44" y="9"/>
                  <a:pt x="44" y="10"/>
                  <a:pt x="44" y="10"/>
                </a:cubicBezTo>
                <a:cubicBezTo>
                  <a:pt x="44" y="10"/>
                  <a:pt x="44" y="10"/>
                  <a:pt x="44" y="10"/>
                </a:cubicBezTo>
                <a:cubicBezTo>
                  <a:pt x="44" y="10"/>
                  <a:pt x="44" y="10"/>
                  <a:pt x="44" y="10"/>
                </a:cubicBezTo>
                <a:cubicBezTo>
                  <a:pt x="45" y="10"/>
                  <a:pt x="45" y="11"/>
                  <a:pt x="45" y="11"/>
                </a:cubicBezTo>
                <a:cubicBezTo>
                  <a:pt x="45" y="11"/>
                  <a:pt x="45" y="11"/>
                  <a:pt x="45" y="11"/>
                </a:cubicBezTo>
                <a:cubicBezTo>
                  <a:pt x="45" y="11"/>
                  <a:pt x="45" y="11"/>
                  <a:pt x="45" y="12"/>
                </a:cubicBezTo>
                <a:cubicBezTo>
                  <a:pt x="45" y="12"/>
                  <a:pt x="45" y="12"/>
                  <a:pt x="45" y="13"/>
                </a:cubicBezTo>
                <a:cubicBezTo>
                  <a:pt x="45" y="14"/>
                  <a:pt x="45" y="14"/>
                  <a:pt x="45" y="14"/>
                </a:cubicBezTo>
                <a:cubicBezTo>
                  <a:pt x="45" y="15"/>
                  <a:pt x="45" y="15"/>
                  <a:pt x="45" y="15"/>
                </a:cubicBezTo>
                <a:cubicBezTo>
                  <a:pt x="45" y="15"/>
                  <a:pt x="45" y="16"/>
                  <a:pt x="45" y="16"/>
                </a:cubicBezTo>
                <a:cubicBezTo>
                  <a:pt x="45" y="16"/>
                  <a:pt x="45" y="16"/>
                  <a:pt x="44" y="16"/>
                </a:cubicBezTo>
                <a:cubicBezTo>
                  <a:pt x="44" y="16"/>
                  <a:pt x="44" y="16"/>
                  <a:pt x="44" y="16"/>
                </a:cubicBezTo>
                <a:cubicBezTo>
                  <a:pt x="44" y="16"/>
                  <a:pt x="44" y="15"/>
                  <a:pt x="44" y="14"/>
                </a:cubicBezTo>
                <a:cubicBezTo>
                  <a:pt x="44" y="14"/>
                  <a:pt x="44" y="13"/>
                  <a:pt x="44" y="13"/>
                </a:cubicBezTo>
                <a:cubicBezTo>
                  <a:pt x="44" y="13"/>
                  <a:pt x="44" y="13"/>
                  <a:pt x="44" y="12"/>
                </a:cubicBezTo>
                <a:cubicBezTo>
                  <a:pt x="44" y="12"/>
                  <a:pt x="44" y="12"/>
                  <a:pt x="44" y="12"/>
                </a:cubicBezTo>
                <a:cubicBezTo>
                  <a:pt x="44" y="12"/>
                  <a:pt x="44" y="12"/>
                  <a:pt x="43" y="12"/>
                </a:cubicBezTo>
                <a:cubicBezTo>
                  <a:pt x="43" y="12"/>
                  <a:pt x="43" y="12"/>
                  <a:pt x="43" y="12"/>
                </a:cubicBezTo>
                <a:cubicBezTo>
                  <a:pt x="43" y="12"/>
                  <a:pt x="42" y="12"/>
                  <a:pt x="42" y="13"/>
                </a:cubicBezTo>
                <a:cubicBezTo>
                  <a:pt x="41" y="13"/>
                  <a:pt x="41" y="13"/>
                  <a:pt x="41" y="13"/>
                </a:cubicBezTo>
                <a:cubicBezTo>
                  <a:pt x="41" y="13"/>
                  <a:pt x="41" y="13"/>
                  <a:pt x="41" y="13"/>
                </a:cubicBezTo>
                <a:cubicBezTo>
                  <a:pt x="41" y="13"/>
                  <a:pt x="41" y="12"/>
                  <a:pt x="41" y="12"/>
                </a:cubicBezTo>
                <a:cubicBezTo>
                  <a:pt x="41" y="12"/>
                  <a:pt x="41" y="11"/>
                  <a:pt x="42" y="11"/>
                </a:cubicBezTo>
                <a:cubicBezTo>
                  <a:pt x="43" y="10"/>
                  <a:pt x="43" y="10"/>
                  <a:pt x="43" y="9"/>
                </a:cubicBezTo>
                <a:cubicBezTo>
                  <a:pt x="43" y="9"/>
                  <a:pt x="44" y="8"/>
                  <a:pt x="44" y="8"/>
                </a:cubicBezTo>
                <a:cubicBezTo>
                  <a:pt x="44" y="7"/>
                  <a:pt x="45" y="7"/>
                  <a:pt x="45" y="7"/>
                </a:cubicBezTo>
                <a:cubicBezTo>
                  <a:pt x="45" y="6"/>
                  <a:pt x="45" y="6"/>
                  <a:pt x="45" y="6"/>
                </a:cubicBezTo>
                <a:close/>
                <a:moveTo>
                  <a:pt x="52" y="12"/>
                </a:moveTo>
                <a:cubicBezTo>
                  <a:pt x="52" y="12"/>
                  <a:pt x="52" y="12"/>
                  <a:pt x="52" y="12"/>
                </a:cubicBezTo>
                <a:cubicBezTo>
                  <a:pt x="53" y="13"/>
                  <a:pt x="54" y="14"/>
                  <a:pt x="54" y="14"/>
                </a:cubicBezTo>
                <a:cubicBezTo>
                  <a:pt x="55" y="15"/>
                  <a:pt x="55" y="16"/>
                  <a:pt x="55" y="16"/>
                </a:cubicBezTo>
                <a:cubicBezTo>
                  <a:pt x="55" y="16"/>
                  <a:pt x="55" y="16"/>
                  <a:pt x="55" y="16"/>
                </a:cubicBezTo>
                <a:cubicBezTo>
                  <a:pt x="55" y="16"/>
                  <a:pt x="55" y="16"/>
                  <a:pt x="54" y="16"/>
                </a:cubicBezTo>
                <a:cubicBezTo>
                  <a:pt x="54" y="16"/>
                  <a:pt x="54" y="16"/>
                  <a:pt x="53" y="16"/>
                </a:cubicBezTo>
                <a:cubicBezTo>
                  <a:pt x="53" y="16"/>
                  <a:pt x="52" y="16"/>
                  <a:pt x="52" y="16"/>
                </a:cubicBezTo>
                <a:cubicBezTo>
                  <a:pt x="52" y="16"/>
                  <a:pt x="51" y="16"/>
                  <a:pt x="51" y="16"/>
                </a:cubicBezTo>
                <a:lnTo>
                  <a:pt x="50" y="16"/>
                </a:lnTo>
                <a:cubicBezTo>
                  <a:pt x="50" y="16"/>
                  <a:pt x="50" y="16"/>
                  <a:pt x="50" y="16"/>
                </a:cubicBezTo>
                <a:cubicBezTo>
                  <a:pt x="49" y="16"/>
                  <a:pt x="49" y="16"/>
                  <a:pt x="49" y="16"/>
                </a:cubicBezTo>
                <a:cubicBezTo>
                  <a:pt x="49" y="16"/>
                  <a:pt x="49" y="16"/>
                  <a:pt x="49" y="16"/>
                </a:cubicBezTo>
                <a:cubicBezTo>
                  <a:pt x="49" y="15"/>
                  <a:pt x="48" y="15"/>
                  <a:pt x="48" y="15"/>
                </a:cubicBezTo>
                <a:cubicBezTo>
                  <a:pt x="48" y="15"/>
                  <a:pt x="48" y="14"/>
                  <a:pt x="48" y="14"/>
                </a:cubicBezTo>
                <a:cubicBezTo>
                  <a:pt x="48" y="14"/>
                  <a:pt x="48" y="13"/>
                  <a:pt x="48" y="13"/>
                </a:cubicBezTo>
                <a:cubicBezTo>
                  <a:pt x="48" y="13"/>
                  <a:pt x="48" y="13"/>
                  <a:pt x="48" y="13"/>
                </a:cubicBezTo>
                <a:cubicBezTo>
                  <a:pt x="48" y="13"/>
                  <a:pt x="47" y="13"/>
                  <a:pt x="47" y="14"/>
                </a:cubicBezTo>
                <a:cubicBezTo>
                  <a:pt x="47" y="14"/>
                  <a:pt x="47" y="15"/>
                  <a:pt x="47" y="15"/>
                </a:cubicBezTo>
                <a:cubicBezTo>
                  <a:pt x="47" y="15"/>
                  <a:pt x="47" y="15"/>
                  <a:pt x="47" y="15"/>
                </a:cubicBezTo>
                <a:cubicBezTo>
                  <a:pt x="46" y="15"/>
                  <a:pt x="46" y="15"/>
                  <a:pt x="46" y="15"/>
                </a:cubicBezTo>
                <a:cubicBezTo>
                  <a:pt x="45" y="15"/>
                  <a:pt x="45" y="15"/>
                  <a:pt x="45" y="15"/>
                </a:cubicBezTo>
                <a:cubicBezTo>
                  <a:pt x="45" y="15"/>
                  <a:pt x="45" y="14"/>
                  <a:pt x="46" y="14"/>
                </a:cubicBezTo>
                <a:cubicBezTo>
                  <a:pt x="46" y="13"/>
                  <a:pt x="46" y="13"/>
                  <a:pt x="47" y="13"/>
                </a:cubicBezTo>
                <a:cubicBezTo>
                  <a:pt x="47" y="13"/>
                  <a:pt x="47" y="12"/>
                  <a:pt x="47" y="12"/>
                </a:cubicBezTo>
                <a:cubicBezTo>
                  <a:pt x="47" y="12"/>
                  <a:pt x="47" y="12"/>
                  <a:pt x="47" y="12"/>
                </a:cubicBezTo>
                <a:cubicBezTo>
                  <a:pt x="47" y="12"/>
                  <a:pt x="47" y="12"/>
                  <a:pt x="47" y="12"/>
                </a:cubicBezTo>
                <a:cubicBezTo>
                  <a:pt x="47" y="11"/>
                  <a:pt x="47" y="11"/>
                  <a:pt x="47" y="11"/>
                </a:cubicBezTo>
                <a:cubicBezTo>
                  <a:pt x="48" y="11"/>
                  <a:pt x="48" y="11"/>
                  <a:pt x="48" y="11"/>
                </a:cubicBezTo>
                <a:cubicBezTo>
                  <a:pt x="48" y="11"/>
                  <a:pt x="49" y="11"/>
                  <a:pt x="49" y="11"/>
                </a:cubicBezTo>
                <a:cubicBezTo>
                  <a:pt x="49" y="11"/>
                  <a:pt x="50" y="11"/>
                  <a:pt x="50" y="11"/>
                </a:cubicBezTo>
                <a:cubicBezTo>
                  <a:pt x="50" y="11"/>
                  <a:pt x="50" y="11"/>
                  <a:pt x="50" y="11"/>
                </a:cubicBezTo>
                <a:cubicBezTo>
                  <a:pt x="51" y="11"/>
                  <a:pt x="51" y="11"/>
                  <a:pt x="51" y="11"/>
                </a:cubicBezTo>
                <a:cubicBezTo>
                  <a:pt x="51" y="11"/>
                  <a:pt x="52" y="11"/>
                  <a:pt x="52" y="11"/>
                </a:cubicBezTo>
                <a:cubicBezTo>
                  <a:pt x="52" y="11"/>
                  <a:pt x="52" y="11"/>
                  <a:pt x="52" y="11"/>
                </a:cubicBezTo>
                <a:cubicBezTo>
                  <a:pt x="52" y="11"/>
                  <a:pt x="52" y="11"/>
                  <a:pt x="52" y="11"/>
                </a:cubicBezTo>
                <a:cubicBezTo>
                  <a:pt x="52" y="11"/>
                  <a:pt x="52" y="12"/>
                  <a:pt x="52" y="12"/>
                </a:cubicBezTo>
                <a:cubicBezTo>
                  <a:pt x="52" y="12"/>
                  <a:pt x="52" y="12"/>
                  <a:pt x="52" y="12"/>
                </a:cubicBezTo>
                <a:close/>
                <a:moveTo>
                  <a:pt x="57" y="13"/>
                </a:moveTo>
                <a:cubicBezTo>
                  <a:pt x="57" y="13"/>
                  <a:pt x="57" y="13"/>
                  <a:pt x="57" y="14"/>
                </a:cubicBezTo>
                <a:cubicBezTo>
                  <a:pt x="57" y="14"/>
                  <a:pt x="57" y="14"/>
                  <a:pt x="57" y="14"/>
                </a:cubicBezTo>
                <a:cubicBezTo>
                  <a:pt x="56" y="14"/>
                  <a:pt x="56" y="14"/>
                  <a:pt x="55" y="13"/>
                </a:cubicBezTo>
                <a:cubicBezTo>
                  <a:pt x="54" y="12"/>
                  <a:pt x="54" y="12"/>
                  <a:pt x="54" y="12"/>
                </a:cubicBezTo>
                <a:cubicBezTo>
                  <a:pt x="54" y="12"/>
                  <a:pt x="54" y="12"/>
                  <a:pt x="54" y="12"/>
                </a:cubicBezTo>
                <a:cubicBezTo>
                  <a:pt x="54" y="12"/>
                  <a:pt x="54" y="12"/>
                  <a:pt x="54" y="12"/>
                </a:cubicBezTo>
                <a:cubicBezTo>
                  <a:pt x="55" y="12"/>
                  <a:pt x="55" y="12"/>
                  <a:pt x="56" y="12"/>
                </a:cubicBezTo>
                <a:cubicBezTo>
                  <a:pt x="56" y="12"/>
                  <a:pt x="56" y="12"/>
                  <a:pt x="56" y="12"/>
                </a:cubicBezTo>
                <a:cubicBezTo>
                  <a:pt x="56" y="12"/>
                  <a:pt x="57" y="12"/>
                  <a:pt x="57" y="12"/>
                </a:cubicBezTo>
                <a:cubicBezTo>
                  <a:pt x="57" y="12"/>
                  <a:pt x="57" y="12"/>
                  <a:pt x="57" y="13"/>
                </a:cubicBezTo>
                <a:cubicBezTo>
                  <a:pt x="57" y="13"/>
                  <a:pt x="57" y="13"/>
                  <a:pt x="57" y="13"/>
                </a:cubicBezTo>
                <a:close/>
                <a:moveTo>
                  <a:pt x="71" y="5"/>
                </a:moveTo>
                <a:cubicBezTo>
                  <a:pt x="71" y="5"/>
                  <a:pt x="71" y="5"/>
                  <a:pt x="71" y="5"/>
                </a:cubicBezTo>
                <a:cubicBezTo>
                  <a:pt x="71" y="5"/>
                  <a:pt x="71" y="6"/>
                  <a:pt x="71" y="6"/>
                </a:cubicBezTo>
                <a:cubicBezTo>
                  <a:pt x="70" y="6"/>
                  <a:pt x="70" y="6"/>
                  <a:pt x="70" y="7"/>
                </a:cubicBezTo>
                <a:cubicBezTo>
                  <a:pt x="70" y="7"/>
                  <a:pt x="70" y="7"/>
                  <a:pt x="70" y="8"/>
                </a:cubicBezTo>
                <a:cubicBezTo>
                  <a:pt x="70" y="8"/>
                  <a:pt x="70" y="9"/>
                  <a:pt x="69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69" y="9"/>
                  <a:pt x="69" y="8"/>
                  <a:pt x="68" y="8"/>
                </a:cubicBezTo>
                <a:cubicBezTo>
                  <a:pt x="68" y="8"/>
                  <a:pt x="68" y="8"/>
                  <a:pt x="68" y="8"/>
                </a:cubicBezTo>
                <a:cubicBezTo>
                  <a:pt x="68" y="8"/>
                  <a:pt x="67" y="8"/>
                  <a:pt x="66" y="9"/>
                </a:cubicBezTo>
                <a:cubicBezTo>
                  <a:pt x="66" y="9"/>
                  <a:pt x="65" y="9"/>
                  <a:pt x="65" y="9"/>
                </a:cubicBezTo>
                <a:cubicBezTo>
                  <a:pt x="65" y="9"/>
                  <a:pt x="65" y="9"/>
                  <a:pt x="65" y="9"/>
                </a:cubicBezTo>
                <a:cubicBezTo>
                  <a:pt x="65" y="9"/>
                  <a:pt x="65" y="9"/>
                  <a:pt x="64" y="9"/>
                </a:cubicBezTo>
                <a:cubicBezTo>
                  <a:pt x="64" y="8"/>
                  <a:pt x="64" y="8"/>
                  <a:pt x="63" y="7"/>
                </a:cubicBezTo>
                <a:cubicBezTo>
                  <a:pt x="63" y="7"/>
                  <a:pt x="63" y="6"/>
                  <a:pt x="63" y="6"/>
                </a:cubicBezTo>
                <a:cubicBezTo>
                  <a:pt x="63" y="6"/>
                  <a:pt x="63" y="7"/>
                  <a:pt x="63" y="7"/>
                </a:cubicBezTo>
                <a:cubicBezTo>
                  <a:pt x="63" y="8"/>
                  <a:pt x="62" y="10"/>
                  <a:pt x="61" y="11"/>
                </a:cubicBezTo>
                <a:cubicBezTo>
                  <a:pt x="61" y="12"/>
                  <a:pt x="61" y="12"/>
                  <a:pt x="61" y="13"/>
                </a:cubicBezTo>
                <a:cubicBezTo>
                  <a:pt x="61" y="13"/>
                  <a:pt x="61" y="14"/>
                  <a:pt x="61" y="14"/>
                </a:cubicBezTo>
                <a:cubicBezTo>
                  <a:pt x="60" y="14"/>
                  <a:pt x="60" y="14"/>
                  <a:pt x="60" y="14"/>
                </a:cubicBezTo>
                <a:cubicBezTo>
                  <a:pt x="59" y="15"/>
                  <a:pt x="59" y="15"/>
                  <a:pt x="58" y="15"/>
                </a:cubicBezTo>
                <a:cubicBezTo>
                  <a:pt x="58" y="15"/>
                  <a:pt x="58" y="16"/>
                  <a:pt x="58" y="16"/>
                </a:cubicBezTo>
                <a:cubicBezTo>
                  <a:pt x="57" y="16"/>
                  <a:pt x="57" y="16"/>
                  <a:pt x="57" y="15"/>
                </a:cubicBezTo>
                <a:cubicBezTo>
                  <a:pt x="57" y="15"/>
                  <a:pt x="58" y="15"/>
                  <a:pt x="58" y="15"/>
                </a:cubicBezTo>
                <a:cubicBezTo>
                  <a:pt x="58" y="14"/>
                  <a:pt x="59" y="14"/>
                  <a:pt x="59" y="13"/>
                </a:cubicBezTo>
                <a:cubicBezTo>
                  <a:pt x="59" y="13"/>
                  <a:pt x="60" y="13"/>
                  <a:pt x="60" y="12"/>
                </a:cubicBezTo>
                <a:cubicBezTo>
                  <a:pt x="60" y="11"/>
                  <a:pt x="61" y="10"/>
                  <a:pt x="61" y="9"/>
                </a:cubicBezTo>
                <a:cubicBezTo>
                  <a:pt x="62" y="8"/>
                  <a:pt x="62" y="7"/>
                  <a:pt x="62" y="6"/>
                </a:cubicBezTo>
                <a:cubicBezTo>
                  <a:pt x="63" y="5"/>
                  <a:pt x="63" y="4"/>
                  <a:pt x="63" y="3"/>
                </a:cubicBezTo>
                <a:cubicBezTo>
                  <a:pt x="63" y="3"/>
                  <a:pt x="63" y="3"/>
                  <a:pt x="63" y="3"/>
                </a:cubicBezTo>
                <a:cubicBezTo>
                  <a:pt x="63" y="2"/>
                  <a:pt x="63" y="2"/>
                  <a:pt x="63" y="2"/>
                </a:cubicBezTo>
                <a:cubicBezTo>
                  <a:pt x="63" y="2"/>
                  <a:pt x="64" y="2"/>
                  <a:pt x="64" y="3"/>
                </a:cubicBezTo>
                <a:cubicBezTo>
                  <a:pt x="64" y="3"/>
                  <a:pt x="64" y="3"/>
                  <a:pt x="64" y="3"/>
                </a:cubicBezTo>
                <a:cubicBezTo>
                  <a:pt x="64" y="3"/>
                  <a:pt x="65" y="3"/>
                  <a:pt x="65" y="3"/>
                </a:cubicBezTo>
                <a:cubicBezTo>
                  <a:pt x="66" y="2"/>
                  <a:pt x="66" y="2"/>
                  <a:pt x="66" y="2"/>
                </a:cubicBezTo>
                <a:cubicBezTo>
                  <a:pt x="67" y="2"/>
                  <a:pt x="67" y="2"/>
                  <a:pt x="68" y="2"/>
                </a:cubicBezTo>
                <a:cubicBezTo>
                  <a:pt x="68" y="2"/>
                  <a:pt x="68" y="2"/>
                  <a:pt x="68" y="2"/>
                </a:cubicBezTo>
                <a:cubicBezTo>
                  <a:pt x="69" y="2"/>
                  <a:pt x="69" y="2"/>
                  <a:pt x="69" y="2"/>
                </a:cubicBezTo>
                <a:cubicBezTo>
                  <a:pt x="69" y="2"/>
                  <a:pt x="69" y="2"/>
                  <a:pt x="69" y="2"/>
                </a:cubicBezTo>
                <a:cubicBezTo>
                  <a:pt x="69" y="2"/>
                  <a:pt x="69" y="2"/>
                  <a:pt x="69" y="3"/>
                </a:cubicBezTo>
                <a:cubicBezTo>
                  <a:pt x="70" y="3"/>
                  <a:pt x="70" y="3"/>
                  <a:pt x="70" y="3"/>
                </a:cubicBezTo>
                <a:cubicBezTo>
                  <a:pt x="70" y="3"/>
                  <a:pt x="70" y="3"/>
                  <a:pt x="69" y="3"/>
                </a:cubicBezTo>
                <a:cubicBezTo>
                  <a:pt x="68" y="3"/>
                  <a:pt x="68" y="3"/>
                  <a:pt x="67" y="4"/>
                </a:cubicBezTo>
                <a:cubicBezTo>
                  <a:pt x="67" y="4"/>
                  <a:pt x="67" y="4"/>
                  <a:pt x="67" y="4"/>
                </a:cubicBezTo>
                <a:cubicBezTo>
                  <a:pt x="66" y="4"/>
                  <a:pt x="66" y="4"/>
                  <a:pt x="66" y="4"/>
                </a:cubicBezTo>
                <a:cubicBezTo>
                  <a:pt x="66" y="4"/>
                  <a:pt x="66" y="4"/>
                  <a:pt x="66" y="4"/>
                </a:cubicBezTo>
                <a:cubicBezTo>
                  <a:pt x="66" y="4"/>
                  <a:pt x="65" y="4"/>
                  <a:pt x="65" y="4"/>
                </a:cubicBezTo>
                <a:cubicBezTo>
                  <a:pt x="65" y="4"/>
                  <a:pt x="65" y="4"/>
                  <a:pt x="64" y="4"/>
                </a:cubicBezTo>
                <a:cubicBezTo>
                  <a:pt x="64" y="4"/>
                  <a:pt x="64" y="4"/>
                  <a:pt x="64" y="4"/>
                </a:cubicBezTo>
                <a:cubicBezTo>
                  <a:pt x="64" y="5"/>
                  <a:pt x="64" y="5"/>
                  <a:pt x="64" y="5"/>
                </a:cubicBezTo>
                <a:cubicBezTo>
                  <a:pt x="64" y="5"/>
                  <a:pt x="64" y="5"/>
                  <a:pt x="64" y="5"/>
                </a:cubicBezTo>
                <a:cubicBezTo>
                  <a:pt x="64" y="5"/>
                  <a:pt x="64" y="5"/>
                  <a:pt x="64" y="5"/>
                </a:cubicBezTo>
                <a:cubicBezTo>
                  <a:pt x="65" y="5"/>
                  <a:pt x="66" y="5"/>
                  <a:pt x="67" y="4"/>
                </a:cubicBezTo>
                <a:cubicBezTo>
                  <a:pt x="68" y="4"/>
                  <a:pt x="68" y="4"/>
                  <a:pt x="69" y="4"/>
                </a:cubicBezTo>
                <a:cubicBezTo>
                  <a:pt x="70" y="4"/>
                  <a:pt x="70" y="4"/>
                  <a:pt x="70" y="5"/>
                </a:cubicBezTo>
                <a:cubicBezTo>
                  <a:pt x="71" y="5"/>
                  <a:pt x="71" y="5"/>
                  <a:pt x="71" y="5"/>
                </a:cubicBezTo>
                <a:cubicBezTo>
                  <a:pt x="71" y="5"/>
                  <a:pt x="71" y="5"/>
                  <a:pt x="71" y="5"/>
                </a:cubicBezTo>
                <a:close/>
                <a:moveTo>
                  <a:pt x="72" y="12"/>
                </a:moveTo>
                <a:cubicBezTo>
                  <a:pt x="72" y="12"/>
                  <a:pt x="72" y="12"/>
                  <a:pt x="72" y="12"/>
                </a:cubicBezTo>
                <a:cubicBezTo>
                  <a:pt x="72" y="12"/>
                  <a:pt x="73" y="12"/>
                  <a:pt x="73" y="13"/>
                </a:cubicBezTo>
                <a:cubicBezTo>
                  <a:pt x="73" y="13"/>
                  <a:pt x="73" y="13"/>
                  <a:pt x="73" y="13"/>
                </a:cubicBezTo>
                <a:cubicBezTo>
                  <a:pt x="73" y="13"/>
                  <a:pt x="73" y="13"/>
                  <a:pt x="73" y="13"/>
                </a:cubicBezTo>
                <a:cubicBezTo>
                  <a:pt x="73" y="13"/>
                  <a:pt x="72" y="13"/>
                  <a:pt x="72" y="13"/>
                </a:cubicBezTo>
                <a:cubicBezTo>
                  <a:pt x="72" y="13"/>
                  <a:pt x="71" y="13"/>
                  <a:pt x="70" y="13"/>
                </a:cubicBezTo>
                <a:cubicBezTo>
                  <a:pt x="69" y="13"/>
                  <a:pt x="69" y="13"/>
                  <a:pt x="69" y="13"/>
                </a:cubicBezTo>
                <a:cubicBezTo>
                  <a:pt x="68" y="13"/>
                  <a:pt x="68" y="13"/>
                  <a:pt x="68" y="13"/>
                </a:cubicBezTo>
                <a:lnTo>
                  <a:pt x="68" y="14"/>
                </a:lnTo>
                <a:cubicBezTo>
                  <a:pt x="68" y="15"/>
                  <a:pt x="68" y="16"/>
                  <a:pt x="68" y="16"/>
                </a:cubicBezTo>
                <a:cubicBezTo>
                  <a:pt x="68" y="17"/>
                  <a:pt x="68" y="17"/>
                  <a:pt x="68" y="17"/>
                </a:cubicBezTo>
                <a:cubicBezTo>
                  <a:pt x="68" y="18"/>
                  <a:pt x="68" y="18"/>
                  <a:pt x="68" y="18"/>
                </a:cubicBezTo>
                <a:cubicBezTo>
                  <a:pt x="67" y="18"/>
                  <a:pt x="67" y="18"/>
                  <a:pt x="66" y="17"/>
                </a:cubicBezTo>
                <a:cubicBezTo>
                  <a:pt x="65" y="17"/>
                  <a:pt x="65" y="17"/>
                  <a:pt x="64" y="17"/>
                </a:cubicBezTo>
                <a:cubicBezTo>
                  <a:pt x="64" y="16"/>
                  <a:pt x="63" y="16"/>
                  <a:pt x="63" y="16"/>
                </a:cubicBezTo>
                <a:cubicBezTo>
                  <a:pt x="63" y="16"/>
                  <a:pt x="63" y="16"/>
                  <a:pt x="64" y="16"/>
                </a:cubicBezTo>
                <a:cubicBezTo>
                  <a:pt x="64" y="16"/>
                  <a:pt x="64" y="16"/>
                  <a:pt x="64" y="16"/>
                </a:cubicBezTo>
                <a:cubicBezTo>
                  <a:pt x="64" y="16"/>
                  <a:pt x="65" y="16"/>
                  <a:pt x="65" y="16"/>
                </a:cubicBezTo>
                <a:cubicBezTo>
                  <a:pt x="66" y="16"/>
                  <a:pt x="66" y="16"/>
                  <a:pt x="66" y="16"/>
                </a:cubicBezTo>
                <a:cubicBezTo>
                  <a:pt x="66" y="16"/>
                  <a:pt x="67" y="16"/>
                  <a:pt x="67" y="16"/>
                </a:cubicBezTo>
                <a:cubicBezTo>
                  <a:pt x="67" y="16"/>
                  <a:pt x="67" y="16"/>
                  <a:pt x="67" y="16"/>
                </a:cubicBezTo>
                <a:cubicBezTo>
                  <a:pt x="67" y="16"/>
                  <a:pt x="67" y="15"/>
                  <a:pt x="67" y="15"/>
                </a:cubicBezTo>
                <a:cubicBezTo>
                  <a:pt x="67" y="15"/>
                  <a:pt x="67" y="14"/>
                  <a:pt x="67" y="14"/>
                </a:cubicBezTo>
                <a:cubicBezTo>
                  <a:pt x="67" y="14"/>
                  <a:pt x="67" y="13"/>
                  <a:pt x="67" y="13"/>
                </a:cubicBezTo>
                <a:cubicBezTo>
                  <a:pt x="67" y="13"/>
                  <a:pt x="67" y="13"/>
                  <a:pt x="67" y="13"/>
                </a:cubicBezTo>
                <a:cubicBezTo>
                  <a:pt x="67" y="13"/>
                  <a:pt x="67" y="13"/>
                  <a:pt x="67" y="13"/>
                </a:cubicBezTo>
                <a:cubicBezTo>
                  <a:pt x="66" y="13"/>
                  <a:pt x="65" y="13"/>
                  <a:pt x="64" y="13"/>
                </a:cubicBezTo>
                <a:cubicBezTo>
                  <a:pt x="64" y="14"/>
                  <a:pt x="64" y="14"/>
                  <a:pt x="63" y="14"/>
                </a:cubicBezTo>
                <a:cubicBezTo>
                  <a:pt x="63" y="14"/>
                  <a:pt x="63" y="14"/>
                  <a:pt x="62" y="14"/>
                </a:cubicBezTo>
                <a:cubicBezTo>
                  <a:pt x="62" y="14"/>
                  <a:pt x="62" y="14"/>
                  <a:pt x="62" y="14"/>
                </a:cubicBezTo>
                <a:cubicBezTo>
                  <a:pt x="62" y="14"/>
                  <a:pt x="62" y="14"/>
                  <a:pt x="62" y="14"/>
                </a:cubicBezTo>
                <a:cubicBezTo>
                  <a:pt x="62" y="14"/>
                  <a:pt x="62" y="13"/>
                  <a:pt x="62" y="13"/>
                </a:cubicBezTo>
                <a:cubicBezTo>
                  <a:pt x="62" y="13"/>
                  <a:pt x="62" y="13"/>
                  <a:pt x="62" y="13"/>
                </a:cubicBezTo>
                <a:cubicBezTo>
                  <a:pt x="62" y="13"/>
                  <a:pt x="62" y="13"/>
                  <a:pt x="63" y="13"/>
                </a:cubicBezTo>
                <a:cubicBezTo>
                  <a:pt x="63" y="13"/>
                  <a:pt x="63" y="13"/>
                  <a:pt x="63" y="13"/>
                </a:cubicBezTo>
                <a:cubicBezTo>
                  <a:pt x="64" y="13"/>
                  <a:pt x="65" y="12"/>
                  <a:pt x="66" y="12"/>
                </a:cubicBezTo>
                <a:cubicBezTo>
                  <a:pt x="67" y="12"/>
                  <a:pt x="67" y="12"/>
                  <a:pt x="67" y="12"/>
                </a:cubicBezTo>
                <a:cubicBezTo>
                  <a:pt x="67" y="12"/>
                  <a:pt x="67" y="11"/>
                  <a:pt x="66" y="11"/>
                </a:cubicBezTo>
                <a:cubicBezTo>
                  <a:pt x="66" y="11"/>
                  <a:pt x="66" y="11"/>
                  <a:pt x="66" y="11"/>
                </a:cubicBezTo>
                <a:cubicBezTo>
                  <a:pt x="66" y="11"/>
                  <a:pt x="66" y="11"/>
                  <a:pt x="66" y="11"/>
                </a:cubicBezTo>
                <a:cubicBezTo>
                  <a:pt x="67" y="11"/>
                  <a:pt x="67" y="11"/>
                  <a:pt x="67" y="11"/>
                </a:cubicBezTo>
                <a:cubicBezTo>
                  <a:pt x="67" y="11"/>
                  <a:pt x="68" y="11"/>
                  <a:pt x="68" y="10"/>
                </a:cubicBezTo>
                <a:cubicBezTo>
                  <a:pt x="68" y="10"/>
                  <a:pt x="68" y="10"/>
                  <a:pt x="68" y="10"/>
                </a:cubicBezTo>
                <a:cubicBezTo>
                  <a:pt x="68" y="10"/>
                  <a:pt x="68" y="9"/>
                  <a:pt x="68" y="9"/>
                </a:cubicBezTo>
                <a:cubicBezTo>
                  <a:pt x="68" y="9"/>
                  <a:pt x="67" y="10"/>
                  <a:pt x="66" y="10"/>
                </a:cubicBezTo>
                <a:cubicBezTo>
                  <a:pt x="65" y="11"/>
                  <a:pt x="65" y="11"/>
                  <a:pt x="64" y="11"/>
                </a:cubicBezTo>
                <a:cubicBezTo>
                  <a:pt x="64" y="11"/>
                  <a:pt x="64" y="11"/>
                  <a:pt x="64" y="11"/>
                </a:cubicBezTo>
                <a:cubicBezTo>
                  <a:pt x="64" y="11"/>
                  <a:pt x="63" y="11"/>
                  <a:pt x="63" y="11"/>
                </a:cubicBezTo>
                <a:cubicBezTo>
                  <a:pt x="63" y="11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4" y="10"/>
                  <a:pt x="64" y="10"/>
                </a:cubicBezTo>
                <a:cubicBezTo>
                  <a:pt x="64" y="10"/>
                  <a:pt x="65" y="10"/>
                  <a:pt x="66" y="9"/>
                </a:cubicBezTo>
                <a:cubicBezTo>
                  <a:pt x="67" y="9"/>
                  <a:pt x="67" y="9"/>
                  <a:pt x="68" y="9"/>
                </a:cubicBezTo>
                <a:cubicBezTo>
                  <a:pt x="68" y="9"/>
                  <a:pt x="68" y="9"/>
                  <a:pt x="68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70" y="9"/>
                  <a:pt x="70" y="10"/>
                  <a:pt x="70" y="10"/>
                </a:cubicBezTo>
                <a:cubicBezTo>
                  <a:pt x="70" y="10"/>
                  <a:pt x="70" y="10"/>
                  <a:pt x="69" y="10"/>
                </a:cubicBezTo>
                <a:cubicBezTo>
                  <a:pt x="69" y="11"/>
                  <a:pt x="69" y="11"/>
                  <a:pt x="68" y="11"/>
                </a:cubicBezTo>
                <a:cubicBezTo>
                  <a:pt x="68" y="11"/>
                  <a:pt x="68" y="11"/>
                  <a:pt x="68" y="11"/>
                </a:cubicBezTo>
                <a:cubicBezTo>
                  <a:pt x="68" y="11"/>
                  <a:pt x="68" y="12"/>
                  <a:pt x="68" y="12"/>
                </a:cubicBezTo>
                <a:cubicBezTo>
                  <a:pt x="68" y="12"/>
                  <a:pt x="68" y="12"/>
                  <a:pt x="69" y="12"/>
                </a:cubicBezTo>
                <a:lnTo>
                  <a:pt x="70" y="12"/>
                </a:lnTo>
                <a:cubicBezTo>
                  <a:pt x="70" y="12"/>
                  <a:pt x="71" y="12"/>
                  <a:pt x="71" y="12"/>
                </a:cubicBezTo>
                <a:cubicBezTo>
                  <a:pt x="71" y="12"/>
                  <a:pt x="71" y="12"/>
                  <a:pt x="72" y="12"/>
                </a:cubicBezTo>
                <a:close/>
                <a:moveTo>
                  <a:pt x="84" y="6"/>
                </a:moveTo>
                <a:cubicBezTo>
                  <a:pt x="84" y="6"/>
                  <a:pt x="84" y="6"/>
                  <a:pt x="85" y="6"/>
                </a:cubicBezTo>
                <a:cubicBezTo>
                  <a:pt x="85" y="6"/>
                  <a:pt x="85" y="6"/>
                  <a:pt x="86" y="6"/>
                </a:cubicBezTo>
                <a:cubicBezTo>
                  <a:pt x="86" y="6"/>
                  <a:pt x="86" y="6"/>
                  <a:pt x="87" y="6"/>
                </a:cubicBezTo>
                <a:cubicBezTo>
                  <a:pt x="87" y="6"/>
                  <a:pt x="87" y="6"/>
                  <a:pt x="88" y="7"/>
                </a:cubicBezTo>
                <a:cubicBezTo>
                  <a:pt x="88" y="7"/>
                  <a:pt x="89" y="8"/>
                  <a:pt x="89" y="8"/>
                </a:cubicBezTo>
                <a:cubicBezTo>
                  <a:pt x="89" y="8"/>
                  <a:pt x="89" y="8"/>
                  <a:pt x="89" y="8"/>
                </a:cubicBezTo>
                <a:cubicBezTo>
                  <a:pt x="89" y="8"/>
                  <a:pt x="89" y="9"/>
                  <a:pt x="89" y="9"/>
                </a:cubicBezTo>
                <a:cubicBezTo>
                  <a:pt x="89" y="9"/>
                  <a:pt x="89" y="9"/>
                  <a:pt x="89" y="9"/>
                </a:cubicBezTo>
                <a:cubicBezTo>
                  <a:pt x="89" y="9"/>
                  <a:pt x="89" y="9"/>
                  <a:pt x="88" y="9"/>
                </a:cubicBezTo>
                <a:cubicBezTo>
                  <a:pt x="88" y="9"/>
                  <a:pt x="88" y="9"/>
                  <a:pt x="87" y="9"/>
                </a:cubicBezTo>
                <a:lnTo>
                  <a:pt x="86" y="9"/>
                </a:lnTo>
                <a:cubicBezTo>
                  <a:pt x="86" y="9"/>
                  <a:pt x="86" y="9"/>
                  <a:pt x="86" y="9"/>
                </a:cubicBezTo>
                <a:cubicBezTo>
                  <a:pt x="85" y="9"/>
                  <a:pt x="85" y="10"/>
                  <a:pt x="84" y="10"/>
                </a:cubicBezTo>
                <a:cubicBezTo>
                  <a:pt x="84" y="10"/>
                  <a:pt x="84" y="10"/>
                  <a:pt x="84" y="10"/>
                </a:cubicBezTo>
                <a:cubicBezTo>
                  <a:pt x="84" y="10"/>
                  <a:pt x="84" y="10"/>
                  <a:pt x="84" y="10"/>
                </a:cubicBezTo>
                <a:cubicBezTo>
                  <a:pt x="84" y="11"/>
                  <a:pt x="84" y="11"/>
                  <a:pt x="84" y="11"/>
                </a:cubicBezTo>
                <a:cubicBezTo>
                  <a:pt x="84" y="11"/>
                  <a:pt x="84" y="11"/>
                  <a:pt x="84" y="11"/>
                </a:cubicBezTo>
                <a:cubicBezTo>
                  <a:pt x="84" y="11"/>
                  <a:pt x="84" y="11"/>
                  <a:pt x="84" y="11"/>
                </a:cubicBezTo>
                <a:cubicBezTo>
                  <a:pt x="85" y="11"/>
                  <a:pt x="86" y="11"/>
                  <a:pt x="87" y="11"/>
                </a:cubicBezTo>
                <a:cubicBezTo>
                  <a:pt x="87" y="11"/>
                  <a:pt x="88" y="11"/>
                  <a:pt x="88" y="11"/>
                </a:cubicBezTo>
                <a:cubicBezTo>
                  <a:pt x="88" y="11"/>
                  <a:pt x="88" y="11"/>
                  <a:pt x="88" y="11"/>
                </a:cubicBezTo>
                <a:cubicBezTo>
                  <a:pt x="88" y="12"/>
                  <a:pt x="88" y="12"/>
                  <a:pt x="88" y="12"/>
                </a:cubicBezTo>
                <a:cubicBezTo>
                  <a:pt x="88" y="12"/>
                  <a:pt x="88" y="12"/>
                  <a:pt x="88" y="13"/>
                </a:cubicBezTo>
                <a:cubicBezTo>
                  <a:pt x="88" y="13"/>
                  <a:pt x="88" y="13"/>
                  <a:pt x="88" y="13"/>
                </a:cubicBezTo>
                <a:cubicBezTo>
                  <a:pt x="88" y="13"/>
                  <a:pt x="88" y="13"/>
                  <a:pt x="88" y="13"/>
                </a:cubicBezTo>
                <a:cubicBezTo>
                  <a:pt x="87" y="13"/>
                  <a:pt x="87" y="12"/>
                  <a:pt x="86" y="12"/>
                </a:cubicBezTo>
                <a:cubicBezTo>
                  <a:pt x="85" y="12"/>
                  <a:pt x="84" y="12"/>
                  <a:pt x="84" y="13"/>
                </a:cubicBezTo>
                <a:cubicBezTo>
                  <a:pt x="84" y="13"/>
                  <a:pt x="84" y="13"/>
                  <a:pt x="84" y="13"/>
                </a:cubicBezTo>
                <a:cubicBezTo>
                  <a:pt x="84" y="13"/>
                  <a:pt x="84" y="14"/>
                  <a:pt x="84" y="15"/>
                </a:cubicBezTo>
                <a:cubicBezTo>
                  <a:pt x="84" y="15"/>
                  <a:pt x="84" y="16"/>
                  <a:pt x="84" y="16"/>
                </a:cubicBezTo>
                <a:cubicBezTo>
                  <a:pt x="83" y="17"/>
                  <a:pt x="83" y="17"/>
                  <a:pt x="83" y="18"/>
                </a:cubicBezTo>
                <a:cubicBezTo>
                  <a:pt x="83" y="18"/>
                  <a:pt x="83" y="18"/>
                  <a:pt x="83" y="18"/>
                </a:cubicBezTo>
                <a:cubicBezTo>
                  <a:pt x="83" y="18"/>
                  <a:pt x="83" y="18"/>
                  <a:pt x="83" y="18"/>
                </a:cubicBezTo>
                <a:cubicBezTo>
                  <a:pt x="82" y="18"/>
                  <a:pt x="82" y="18"/>
                  <a:pt x="82" y="18"/>
                </a:cubicBezTo>
                <a:cubicBezTo>
                  <a:pt x="81" y="17"/>
                  <a:pt x="80" y="17"/>
                  <a:pt x="80" y="17"/>
                </a:cubicBezTo>
                <a:cubicBezTo>
                  <a:pt x="80" y="17"/>
                  <a:pt x="79" y="16"/>
                  <a:pt x="79" y="16"/>
                </a:cubicBezTo>
                <a:cubicBezTo>
                  <a:pt x="79" y="16"/>
                  <a:pt x="79" y="16"/>
                  <a:pt x="80" y="16"/>
                </a:cubicBezTo>
                <a:cubicBezTo>
                  <a:pt x="80" y="16"/>
                  <a:pt x="80" y="16"/>
                  <a:pt x="81" y="16"/>
                </a:cubicBezTo>
                <a:cubicBezTo>
                  <a:pt x="81" y="16"/>
                  <a:pt x="81" y="16"/>
                  <a:pt x="81" y="16"/>
                </a:cubicBezTo>
                <a:cubicBezTo>
                  <a:pt x="82" y="16"/>
                  <a:pt x="82" y="16"/>
                  <a:pt x="82" y="16"/>
                </a:cubicBezTo>
                <a:cubicBezTo>
                  <a:pt x="82" y="16"/>
                  <a:pt x="82" y="15"/>
                  <a:pt x="82" y="15"/>
                </a:cubicBezTo>
                <a:cubicBezTo>
                  <a:pt x="82" y="15"/>
                  <a:pt x="82" y="14"/>
                  <a:pt x="82" y="14"/>
                </a:cubicBezTo>
                <a:cubicBezTo>
                  <a:pt x="82" y="13"/>
                  <a:pt x="82" y="13"/>
                  <a:pt x="82" y="13"/>
                </a:cubicBezTo>
                <a:cubicBezTo>
                  <a:pt x="82" y="13"/>
                  <a:pt x="82" y="13"/>
                  <a:pt x="82" y="13"/>
                </a:cubicBezTo>
                <a:cubicBezTo>
                  <a:pt x="82" y="13"/>
                  <a:pt x="82" y="13"/>
                  <a:pt x="81" y="13"/>
                </a:cubicBezTo>
                <a:cubicBezTo>
                  <a:pt x="80" y="13"/>
                  <a:pt x="79" y="13"/>
                  <a:pt x="78" y="13"/>
                </a:cubicBezTo>
                <a:cubicBezTo>
                  <a:pt x="78" y="14"/>
                  <a:pt x="78" y="14"/>
                  <a:pt x="77" y="14"/>
                </a:cubicBezTo>
                <a:cubicBezTo>
                  <a:pt x="77" y="14"/>
                  <a:pt x="77" y="14"/>
                  <a:pt x="77" y="14"/>
                </a:cubicBezTo>
                <a:cubicBezTo>
                  <a:pt x="77" y="14"/>
                  <a:pt x="77" y="14"/>
                  <a:pt x="77" y="14"/>
                </a:cubicBezTo>
                <a:cubicBezTo>
                  <a:pt x="77" y="13"/>
                  <a:pt x="77" y="13"/>
                  <a:pt x="77" y="13"/>
                </a:cubicBezTo>
                <a:cubicBezTo>
                  <a:pt x="77" y="13"/>
                  <a:pt x="77" y="13"/>
                  <a:pt x="77" y="13"/>
                </a:cubicBezTo>
                <a:cubicBezTo>
                  <a:pt x="77" y="13"/>
                  <a:pt x="77" y="13"/>
                  <a:pt x="77" y="13"/>
                </a:cubicBezTo>
                <a:cubicBezTo>
                  <a:pt x="78" y="13"/>
                  <a:pt x="78" y="13"/>
                  <a:pt x="79" y="12"/>
                </a:cubicBezTo>
                <a:cubicBezTo>
                  <a:pt x="80" y="12"/>
                  <a:pt x="81" y="12"/>
                  <a:pt x="82" y="12"/>
                </a:cubicBezTo>
                <a:cubicBezTo>
                  <a:pt x="82" y="11"/>
                  <a:pt x="82" y="11"/>
                  <a:pt x="82" y="11"/>
                </a:cubicBezTo>
                <a:cubicBezTo>
                  <a:pt x="82" y="11"/>
                  <a:pt x="82" y="11"/>
                  <a:pt x="82" y="11"/>
                </a:cubicBezTo>
                <a:cubicBezTo>
                  <a:pt x="82" y="11"/>
                  <a:pt x="82" y="10"/>
                  <a:pt x="82" y="10"/>
                </a:cubicBezTo>
                <a:cubicBezTo>
                  <a:pt x="82" y="10"/>
                  <a:pt x="82" y="10"/>
                  <a:pt x="83" y="10"/>
                </a:cubicBezTo>
                <a:cubicBezTo>
                  <a:pt x="83" y="10"/>
                  <a:pt x="83" y="10"/>
                  <a:pt x="83" y="10"/>
                </a:cubicBezTo>
                <a:cubicBezTo>
                  <a:pt x="83" y="10"/>
                  <a:pt x="83" y="10"/>
                  <a:pt x="83" y="10"/>
                </a:cubicBezTo>
                <a:cubicBezTo>
                  <a:pt x="84" y="10"/>
                  <a:pt x="84" y="9"/>
                  <a:pt x="84" y="9"/>
                </a:cubicBezTo>
                <a:cubicBezTo>
                  <a:pt x="84" y="9"/>
                  <a:pt x="84" y="9"/>
                  <a:pt x="84" y="9"/>
                </a:cubicBezTo>
                <a:cubicBezTo>
                  <a:pt x="84" y="9"/>
                  <a:pt x="84" y="9"/>
                  <a:pt x="83" y="9"/>
                </a:cubicBezTo>
                <a:cubicBezTo>
                  <a:pt x="83" y="9"/>
                  <a:pt x="83" y="9"/>
                  <a:pt x="82" y="9"/>
                </a:cubicBezTo>
                <a:cubicBezTo>
                  <a:pt x="82" y="9"/>
                  <a:pt x="82" y="9"/>
                  <a:pt x="82" y="9"/>
                </a:cubicBezTo>
                <a:cubicBezTo>
                  <a:pt x="82" y="9"/>
                  <a:pt x="82" y="10"/>
                  <a:pt x="81" y="10"/>
                </a:cubicBezTo>
                <a:cubicBezTo>
                  <a:pt x="81" y="10"/>
                  <a:pt x="81" y="10"/>
                  <a:pt x="81" y="10"/>
                </a:cubicBezTo>
                <a:cubicBezTo>
                  <a:pt x="80" y="10"/>
                  <a:pt x="80" y="10"/>
                  <a:pt x="80" y="10"/>
                </a:cubicBezTo>
                <a:cubicBezTo>
                  <a:pt x="80" y="10"/>
                  <a:pt x="80" y="11"/>
                  <a:pt x="80" y="11"/>
                </a:cubicBezTo>
                <a:cubicBezTo>
                  <a:pt x="80" y="11"/>
                  <a:pt x="79" y="10"/>
                  <a:pt x="79" y="10"/>
                </a:cubicBezTo>
                <a:cubicBezTo>
                  <a:pt x="79" y="10"/>
                  <a:pt x="79" y="10"/>
                  <a:pt x="79" y="9"/>
                </a:cubicBezTo>
                <a:cubicBezTo>
                  <a:pt x="79" y="9"/>
                  <a:pt x="79" y="9"/>
                  <a:pt x="79" y="9"/>
                </a:cubicBezTo>
                <a:cubicBezTo>
                  <a:pt x="80" y="9"/>
                  <a:pt x="81" y="9"/>
                  <a:pt x="81" y="9"/>
                </a:cubicBezTo>
                <a:cubicBezTo>
                  <a:pt x="82" y="8"/>
                  <a:pt x="83" y="8"/>
                  <a:pt x="84" y="8"/>
                </a:cubicBezTo>
                <a:cubicBezTo>
                  <a:pt x="84" y="8"/>
                  <a:pt x="84" y="8"/>
                  <a:pt x="85" y="8"/>
                </a:cubicBezTo>
                <a:cubicBezTo>
                  <a:pt x="85" y="8"/>
                  <a:pt x="85" y="8"/>
                  <a:pt x="85" y="9"/>
                </a:cubicBezTo>
                <a:cubicBezTo>
                  <a:pt x="86" y="9"/>
                  <a:pt x="86" y="9"/>
                  <a:pt x="86" y="9"/>
                </a:cubicBezTo>
                <a:cubicBezTo>
                  <a:pt x="86" y="9"/>
                  <a:pt x="86" y="9"/>
                  <a:pt x="87" y="8"/>
                </a:cubicBezTo>
                <a:cubicBezTo>
                  <a:pt x="87" y="8"/>
                  <a:pt x="87" y="8"/>
                  <a:pt x="87" y="7"/>
                </a:cubicBezTo>
                <a:cubicBezTo>
                  <a:pt x="87" y="7"/>
                  <a:pt x="87" y="7"/>
                  <a:pt x="87" y="7"/>
                </a:cubicBezTo>
                <a:cubicBezTo>
                  <a:pt x="86" y="6"/>
                  <a:pt x="86" y="6"/>
                  <a:pt x="86" y="6"/>
                </a:cubicBezTo>
                <a:cubicBezTo>
                  <a:pt x="86" y="6"/>
                  <a:pt x="85" y="6"/>
                  <a:pt x="84" y="7"/>
                </a:cubicBezTo>
                <a:cubicBezTo>
                  <a:pt x="84" y="7"/>
                  <a:pt x="83" y="7"/>
                  <a:pt x="83" y="7"/>
                </a:cubicBezTo>
                <a:cubicBezTo>
                  <a:pt x="83" y="7"/>
                  <a:pt x="82" y="7"/>
                  <a:pt x="82" y="7"/>
                </a:cubicBezTo>
                <a:cubicBezTo>
                  <a:pt x="81" y="7"/>
                  <a:pt x="81" y="7"/>
                  <a:pt x="80" y="8"/>
                </a:cubicBezTo>
                <a:cubicBezTo>
                  <a:pt x="80" y="8"/>
                  <a:pt x="80" y="8"/>
                  <a:pt x="79" y="8"/>
                </a:cubicBezTo>
                <a:cubicBezTo>
                  <a:pt x="79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9" y="7"/>
                </a:cubicBezTo>
                <a:cubicBezTo>
                  <a:pt x="80" y="7"/>
                  <a:pt x="81" y="6"/>
                  <a:pt x="82" y="6"/>
                </a:cubicBezTo>
                <a:cubicBezTo>
                  <a:pt x="82" y="6"/>
                  <a:pt x="83" y="6"/>
                  <a:pt x="83" y="5"/>
                </a:cubicBezTo>
                <a:cubicBezTo>
                  <a:pt x="84" y="4"/>
                  <a:pt x="84" y="3"/>
                  <a:pt x="85" y="2"/>
                </a:cubicBezTo>
                <a:cubicBezTo>
                  <a:pt x="85" y="2"/>
                  <a:pt x="85" y="2"/>
                  <a:pt x="85" y="2"/>
                </a:cubicBezTo>
                <a:cubicBezTo>
                  <a:pt x="86" y="2"/>
                  <a:pt x="86" y="2"/>
                  <a:pt x="86" y="2"/>
                </a:cubicBezTo>
                <a:cubicBezTo>
                  <a:pt x="86" y="3"/>
                  <a:pt x="87" y="3"/>
                  <a:pt x="87" y="3"/>
                </a:cubicBezTo>
                <a:cubicBezTo>
                  <a:pt x="87" y="3"/>
                  <a:pt x="87" y="3"/>
                  <a:pt x="86" y="3"/>
                </a:cubicBezTo>
                <a:cubicBezTo>
                  <a:pt x="86" y="3"/>
                  <a:pt x="86" y="4"/>
                  <a:pt x="86" y="4"/>
                </a:cubicBezTo>
                <a:cubicBezTo>
                  <a:pt x="86" y="4"/>
                  <a:pt x="85" y="4"/>
                  <a:pt x="85" y="5"/>
                </a:cubicBezTo>
                <a:cubicBezTo>
                  <a:pt x="85" y="5"/>
                  <a:pt x="84" y="5"/>
                  <a:pt x="84" y="5"/>
                </a:cubicBezTo>
                <a:cubicBezTo>
                  <a:pt x="84" y="5"/>
                  <a:pt x="84" y="5"/>
                  <a:pt x="84" y="6"/>
                </a:cubicBezTo>
                <a:close/>
                <a:moveTo>
                  <a:pt x="83" y="2"/>
                </a:moveTo>
                <a:cubicBezTo>
                  <a:pt x="83" y="2"/>
                  <a:pt x="83" y="2"/>
                  <a:pt x="83" y="3"/>
                </a:cubicBezTo>
                <a:cubicBezTo>
                  <a:pt x="83" y="3"/>
                  <a:pt x="83" y="3"/>
                  <a:pt x="83" y="3"/>
                </a:cubicBezTo>
                <a:cubicBezTo>
                  <a:pt x="82" y="3"/>
                  <a:pt x="82" y="4"/>
                  <a:pt x="82" y="4"/>
                </a:cubicBezTo>
                <a:cubicBezTo>
                  <a:pt x="82" y="4"/>
                  <a:pt x="82" y="4"/>
                  <a:pt x="82" y="4"/>
                </a:cubicBezTo>
                <a:cubicBezTo>
                  <a:pt x="82" y="4"/>
                  <a:pt x="81" y="4"/>
                  <a:pt x="81" y="4"/>
                </a:cubicBezTo>
                <a:cubicBezTo>
                  <a:pt x="81" y="4"/>
                  <a:pt x="81" y="3"/>
                  <a:pt x="81" y="3"/>
                </a:cubicBezTo>
                <a:cubicBezTo>
                  <a:pt x="81" y="3"/>
                  <a:pt x="81" y="3"/>
                  <a:pt x="81" y="3"/>
                </a:cubicBezTo>
                <a:cubicBezTo>
                  <a:pt x="81" y="3"/>
                  <a:pt x="81" y="3"/>
                  <a:pt x="82" y="3"/>
                </a:cubicBezTo>
                <a:cubicBezTo>
                  <a:pt x="82" y="3"/>
                  <a:pt x="82" y="3"/>
                  <a:pt x="82" y="3"/>
                </a:cubicBezTo>
                <a:cubicBezTo>
                  <a:pt x="82" y="3"/>
                  <a:pt x="82" y="3"/>
                  <a:pt x="82" y="3"/>
                </a:cubicBezTo>
                <a:cubicBezTo>
                  <a:pt x="82" y="3"/>
                  <a:pt x="82" y="3"/>
                  <a:pt x="83" y="3"/>
                </a:cubicBezTo>
                <a:cubicBezTo>
                  <a:pt x="83" y="2"/>
                  <a:pt x="83" y="2"/>
                  <a:pt x="83" y="2"/>
                </a:cubicBezTo>
                <a:close/>
                <a:moveTo>
                  <a:pt x="80" y="5"/>
                </a:moveTo>
                <a:cubicBezTo>
                  <a:pt x="80" y="6"/>
                  <a:pt x="80" y="6"/>
                  <a:pt x="80" y="6"/>
                </a:cubicBezTo>
                <a:cubicBezTo>
                  <a:pt x="80" y="6"/>
                  <a:pt x="80" y="6"/>
                  <a:pt x="80" y="6"/>
                </a:cubicBezTo>
                <a:cubicBezTo>
                  <a:pt x="79" y="6"/>
                  <a:pt x="79" y="6"/>
                  <a:pt x="79" y="6"/>
                </a:cubicBezTo>
                <a:cubicBezTo>
                  <a:pt x="79" y="6"/>
                  <a:pt x="78" y="6"/>
                  <a:pt x="78" y="6"/>
                </a:cubicBezTo>
                <a:cubicBezTo>
                  <a:pt x="78" y="6"/>
                  <a:pt x="78" y="5"/>
                  <a:pt x="78" y="5"/>
                </a:cubicBezTo>
                <a:cubicBezTo>
                  <a:pt x="78" y="5"/>
                  <a:pt x="78" y="5"/>
                  <a:pt x="78" y="4"/>
                </a:cubicBezTo>
                <a:cubicBezTo>
                  <a:pt x="78" y="4"/>
                  <a:pt x="78" y="4"/>
                  <a:pt x="78" y="4"/>
                </a:cubicBezTo>
                <a:cubicBezTo>
                  <a:pt x="78" y="4"/>
                  <a:pt x="78" y="4"/>
                  <a:pt x="79" y="4"/>
                </a:cubicBezTo>
                <a:cubicBezTo>
                  <a:pt x="79" y="4"/>
                  <a:pt x="79" y="4"/>
                  <a:pt x="79" y="4"/>
                </a:cubicBezTo>
                <a:cubicBezTo>
                  <a:pt x="79" y="4"/>
                  <a:pt x="79" y="4"/>
                  <a:pt x="80" y="4"/>
                </a:cubicBezTo>
                <a:cubicBezTo>
                  <a:pt x="80" y="5"/>
                  <a:pt x="80" y="5"/>
                  <a:pt x="80" y="5"/>
                </a:cubicBezTo>
                <a:close/>
                <a:moveTo>
                  <a:pt x="77" y="9"/>
                </a:moveTo>
                <a:cubicBezTo>
                  <a:pt x="77" y="10"/>
                  <a:pt x="77" y="10"/>
                  <a:pt x="77" y="10"/>
                </a:cubicBezTo>
                <a:cubicBezTo>
                  <a:pt x="77" y="10"/>
                  <a:pt x="77" y="10"/>
                  <a:pt x="77" y="10"/>
                </a:cubicBezTo>
                <a:cubicBezTo>
                  <a:pt x="77" y="10"/>
                  <a:pt x="77" y="11"/>
                  <a:pt x="77" y="11"/>
                </a:cubicBezTo>
                <a:cubicBezTo>
                  <a:pt x="76" y="11"/>
                  <a:pt x="76" y="10"/>
                  <a:pt x="76" y="10"/>
                </a:cubicBezTo>
                <a:cubicBezTo>
                  <a:pt x="75" y="10"/>
                  <a:pt x="75" y="10"/>
                  <a:pt x="75" y="10"/>
                </a:cubicBezTo>
                <a:cubicBezTo>
                  <a:pt x="75" y="10"/>
                  <a:pt x="75" y="9"/>
                  <a:pt x="75" y="9"/>
                </a:cubicBezTo>
                <a:cubicBezTo>
                  <a:pt x="75" y="9"/>
                  <a:pt x="76" y="9"/>
                  <a:pt x="76" y="9"/>
                </a:cubicBezTo>
                <a:cubicBezTo>
                  <a:pt x="76" y="8"/>
                  <a:pt x="77" y="8"/>
                  <a:pt x="77" y="8"/>
                </a:cubicBezTo>
                <a:cubicBezTo>
                  <a:pt x="77" y="8"/>
                  <a:pt x="77" y="8"/>
                  <a:pt x="77" y="8"/>
                </a:cubicBezTo>
                <a:cubicBezTo>
                  <a:pt x="77" y="9"/>
                  <a:pt x="77" y="9"/>
                  <a:pt x="77" y="9"/>
                </a:cubicBezTo>
                <a:cubicBezTo>
                  <a:pt x="77" y="9"/>
                  <a:pt x="77" y="9"/>
                  <a:pt x="77" y="9"/>
                </a:cubicBezTo>
                <a:close/>
                <a:moveTo>
                  <a:pt x="118" y="15"/>
                </a:moveTo>
                <a:cubicBezTo>
                  <a:pt x="118" y="15"/>
                  <a:pt x="118" y="15"/>
                  <a:pt x="117" y="15"/>
                </a:cubicBezTo>
                <a:cubicBezTo>
                  <a:pt x="117" y="15"/>
                  <a:pt x="117" y="15"/>
                  <a:pt x="116" y="15"/>
                </a:cubicBezTo>
                <a:cubicBezTo>
                  <a:pt x="115" y="15"/>
                  <a:pt x="114" y="15"/>
                  <a:pt x="114" y="15"/>
                </a:cubicBezTo>
                <a:cubicBezTo>
                  <a:pt x="113" y="15"/>
                  <a:pt x="113" y="15"/>
                  <a:pt x="113" y="14"/>
                </a:cubicBezTo>
                <a:cubicBezTo>
                  <a:pt x="113" y="14"/>
                  <a:pt x="113" y="14"/>
                  <a:pt x="113" y="14"/>
                </a:cubicBezTo>
                <a:cubicBezTo>
                  <a:pt x="113" y="13"/>
                  <a:pt x="112" y="13"/>
                  <a:pt x="112" y="13"/>
                </a:cubicBezTo>
                <a:cubicBezTo>
                  <a:pt x="111" y="12"/>
                  <a:pt x="111" y="12"/>
                  <a:pt x="110" y="12"/>
                </a:cubicBezTo>
                <a:cubicBezTo>
                  <a:pt x="110" y="12"/>
                  <a:pt x="110" y="11"/>
                  <a:pt x="110" y="11"/>
                </a:cubicBezTo>
                <a:cubicBezTo>
                  <a:pt x="110" y="11"/>
                  <a:pt x="110" y="12"/>
                  <a:pt x="110" y="12"/>
                </a:cubicBezTo>
                <a:cubicBezTo>
                  <a:pt x="110" y="12"/>
                  <a:pt x="110" y="12"/>
                  <a:pt x="110" y="13"/>
                </a:cubicBezTo>
                <a:cubicBezTo>
                  <a:pt x="110" y="14"/>
                  <a:pt x="110" y="14"/>
                  <a:pt x="110" y="15"/>
                </a:cubicBezTo>
                <a:cubicBezTo>
                  <a:pt x="110" y="16"/>
                  <a:pt x="110" y="16"/>
                  <a:pt x="110" y="17"/>
                </a:cubicBezTo>
                <a:cubicBezTo>
                  <a:pt x="110" y="17"/>
                  <a:pt x="110" y="17"/>
                  <a:pt x="110" y="17"/>
                </a:cubicBezTo>
                <a:cubicBezTo>
                  <a:pt x="110" y="17"/>
                  <a:pt x="110" y="17"/>
                  <a:pt x="110" y="17"/>
                </a:cubicBezTo>
                <a:cubicBezTo>
                  <a:pt x="109" y="17"/>
                  <a:pt x="109" y="17"/>
                  <a:pt x="109" y="17"/>
                </a:cubicBezTo>
                <a:cubicBezTo>
                  <a:pt x="109" y="17"/>
                  <a:pt x="108" y="17"/>
                  <a:pt x="108" y="17"/>
                </a:cubicBezTo>
                <a:cubicBezTo>
                  <a:pt x="107" y="16"/>
                  <a:pt x="107" y="16"/>
                  <a:pt x="106" y="16"/>
                </a:cubicBezTo>
                <a:cubicBezTo>
                  <a:pt x="106" y="15"/>
                  <a:pt x="105" y="15"/>
                  <a:pt x="105" y="15"/>
                </a:cubicBezTo>
                <a:cubicBezTo>
                  <a:pt x="105" y="15"/>
                  <a:pt x="105" y="15"/>
                  <a:pt x="105" y="15"/>
                </a:cubicBezTo>
                <a:cubicBezTo>
                  <a:pt x="105" y="15"/>
                  <a:pt x="105" y="15"/>
                  <a:pt x="106" y="15"/>
                </a:cubicBezTo>
                <a:cubicBezTo>
                  <a:pt x="106" y="15"/>
                  <a:pt x="107" y="15"/>
                  <a:pt x="107" y="15"/>
                </a:cubicBezTo>
                <a:cubicBezTo>
                  <a:pt x="108" y="15"/>
                  <a:pt x="108" y="15"/>
                  <a:pt x="108" y="15"/>
                </a:cubicBezTo>
                <a:cubicBezTo>
                  <a:pt x="108" y="15"/>
                  <a:pt x="108" y="15"/>
                  <a:pt x="108" y="15"/>
                </a:cubicBezTo>
                <a:cubicBezTo>
                  <a:pt x="108" y="14"/>
                  <a:pt x="108" y="14"/>
                  <a:pt x="108" y="13"/>
                </a:cubicBezTo>
                <a:cubicBezTo>
                  <a:pt x="108" y="12"/>
                  <a:pt x="108" y="12"/>
                  <a:pt x="108" y="11"/>
                </a:cubicBezTo>
                <a:cubicBezTo>
                  <a:pt x="108" y="10"/>
                  <a:pt x="108" y="9"/>
                  <a:pt x="108" y="8"/>
                </a:cubicBezTo>
                <a:cubicBezTo>
                  <a:pt x="108" y="8"/>
                  <a:pt x="108" y="8"/>
                  <a:pt x="108" y="8"/>
                </a:cubicBezTo>
                <a:cubicBezTo>
                  <a:pt x="108" y="8"/>
                  <a:pt x="108" y="8"/>
                  <a:pt x="108" y="8"/>
                </a:cubicBezTo>
                <a:cubicBezTo>
                  <a:pt x="108" y="8"/>
                  <a:pt x="107" y="8"/>
                  <a:pt x="106" y="8"/>
                </a:cubicBezTo>
                <a:cubicBezTo>
                  <a:pt x="106" y="8"/>
                  <a:pt x="105" y="8"/>
                  <a:pt x="105" y="8"/>
                </a:cubicBezTo>
                <a:cubicBezTo>
                  <a:pt x="105" y="8"/>
                  <a:pt x="105" y="8"/>
                  <a:pt x="105" y="8"/>
                </a:cubicBezTo>
                <a:cubicBezTo>
                  <a:pt x="104" y="8"/>
                  <a:pt x="104" y="8"/>
                  <a:pt x="104" y="8"/>
                </a:cubicBezTo>
                <a:cubicBezTo>
                  <a:pt x="104" y="8"/>
                  <a:pt x="104" y="8"/>
                  <a:pt x="104" y="7"/>
                </a:cubicBezTo>
                <a:cubicBezTo>
                  <a:pt x="104" y="7"/>
                  <a:pt x="104" y="7"/>
                  <a:pt x="104" y="7"/>
                </a:cubicBezTo>
                <a:cubicBezTo>
                  <a:pt x="104" y="7"/>
                  <a:pt x="104" y="7"/>
                  <a:pt x="104" y="7"/>
                </a:cubicBezTo>
                <a:cubicBezTo>
                  <a:pt x="104" y="7"/>
                  <a:pt x="105" y="6"/>
                  <a:pt x="105" y="6"/>
                </a:cubicBezTo>
                <a:cubicBezTo>
                  <a:pt x="106" y="6"/>
                  <a:pt x="107" y="6"/>
                  <a:pt x="107" y="6"/>
                </a:cubicBezTo>
                <a:cubicBezTo>
                  <a:pt x="107" y="6"/>
                  <a:pt x="108" y="6"/>
                  <a:pt x="108" y="6"/>
                </a:cubicBezTo>
                <a:cubicBezTo>
                  <a:pt x="108" y="6"/>
                  <a:pt x="108" y="6"/>
                  <a:pt x="108" y="6"/>
                </a:cubicBezTo>
                <a:lnTo>
                  <a:pt x="108" y="5"/>
                </a:lnTo>
                <a:cubicBezTo>
                  <a:pt x="108" y="4"/>
                  <a:pt x="108" y="4"/>
                  <a:pt x="108" y="3"/>
                </a:cubicBezTo>
                <a:cubicBezTo>
                  <a:pt x="108" y="3"/>
                  <a:pt x="108" y="3"/>
                  <a:pt x="109" y="2"/>
                </a:cubicBezTo>
                <a:cubicBezTo>
                  <a:pt x="109" y="2"/>
                  <a:pt x="109" y="1"/>
                  <a:pt x="109" y="1"/>
                </a:cubicBezTo>
                <a:cubicBezTo>
                  <a:pt x="109" y="1"/>
                  <a:pt x="109" y="1"/>
                  <a:pt x="109" y="1"/>
                </a:cubicBezTo>
                <a:cubicBezTo>
                  <a:pt x="109" y="1"/>
                  <a:pt x="109" y="1"/>
                  <a:pt x="110" y="1"/>
                </a:cubicBezTo>
                <a:cubicBezTo>
                  <a:pt x="110" y="1"/>
                  <a:pt x="110" y="1"/>
                  <a:pt x="110" y="1"/>
                </a:cubicBezTo>
                <a:cubicBezTo>
                  <a:pt x="110" y="2"/>
                  <a:pt x="110" y="2"/>
                  <a:pt x="110" y="2"/>
                </a:cubicBezTo>
                <a:cubicBezTo>
                  <a:pt x="110" y="2"/>
                  <a:pt x="110" y="3"/>
                  <a:pt x="110" y="3"/>
                </a:cubicBezTo>
                <a:lnTo>
                  <a:pt x="110" y="4"/>
                </a:lnTo>
                <a:lnTo>
                  <a:pt x="110" y="5"/>
                </a:lnTo>
                <a:cubicBezTo>
                  <a:pt x="110" y="5"/>
                  <a:pt x="110" y="5"/>
                  <a:pt x="110" y="5"/>
                </a:cubicBezTo>
                <a:cubicBezTo>
                  <a:pt x="110" y="5"/>
                  <a:pt x="110" y="5"/>
                  <a:pt x="110" y="5"/>
                </a:cubicBezTo>
                <a:cubicBezTo>
                  <a:pt x="111" y="5"/>
                  <a:pt x="111" y="5"/>
                  <a:pt x="111" y="5"/>
                </a:cubicBezTo>
                <a:cubicBezTo>
                  <a:pt x="111" y="5"/>
                  <a:pt x="112" y="5"/>
                  <a:pt x="112" y="5"/>
                </a:cubicBezTo>
                <a:cubicBezTo>
                  <a:pt x="112" y="6"/>
                  <a:pt x="112" y="6"/>
                  <a:pt x="112" y="6"/>
                </a:cubicBezTo>
                <a:cubicBezTo>
                  <a:pt x="112" y="6"/>
                  <a:pt x="112" y="6"/>
                  <a:pt x="112" y="6"/>
                </a:cubicBezTo>
                <a:cubicBezTo>
                  <a:pt x="112" y="7"/>
                  <a:pt x="112" y="7"/>
                  <a:pt x="112" y="7"/>
                </a:cubicBezTo>
                <a:cubicBezTo>
                  <a:pt x="112" y="7"/>
                  <a:pt x="111" y="7"/>
                  <a:pt x="111" y="7"/>
                </a:cubicBezTo>
                <a:cubicBezTo>
                  <a:pt x="111" y="7"/>
                  <a:pt x="110" y="7"/>
                  <a:pt x="110" y="7"/>
                </a:cubicBezTo>
                <a:cubicBezTo>
                  <a:pt x="110" y="7"/>
                  <a:pt x="110" y="7"/>
                  <a:pt x="110" y="7"/>
                </a:cubicBezTo>
                <a:cubicBezTo>
                  <a:pt x="109" y="7"/>
                  <a:pt x="109" y="8"/>
                  <a:pt x="109" y="8"/>
                </a:cubicBezTo>
                <a:cubicBezTo>
                  <a:pt x="109" y="8"/>
                  <a:pt x="109" y="8"/>
                  <a:pt x="109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1" y="9"/>
                  <a:pt x="111" y="9"/>
                </a:cubicBezTo>
                <a:cubicBezTo>
                  <a:pt x="112" y="8"/>
                  <a:pt x="112" y="8"/>
                  <a:pt x="113" y="7"/>
                </a:cubicBezTo>
                <a:cubicBezTo>
                  <a:pt x="113" y="7"/>
                  <a:pt x="113" y="7"/>
                  <a:pt x="113" y="7"/>
                </a:cubicBezTo>
                <a:cubicBezTo>
                  <a:pt x="113" y="7"/>
                  <a:pt x="113" y="7"/>
                  <a:pt x="114" y="8"/>
                </a:cubicBezTo>
                <a:cubicBezTo>
                  <a:pt x="114" y="8"/>
                  <a:pt x="114" y="8"/>
                  <a:pt x="114" y="8"/>
                </a:cubicBezTo>
                <a:cubicBezTo>
                  <a:pt x="114" y="8"/>
                  <a:pt x="114" y="8"/>
                  <a:pt x="113" y="8"/>
                </a:cubicBezTo>
                <a:cubicBezTo>
                  <a:pt x="113" y="8"/>
                  <a:pt x="113" y="9"/>
                  <a:pt x="113" y="9"/>
                </a:cubicBezTo>
                <a:cubicBezTo>
                  <a:pt x="112" y="9"/>
                  <a:pt x="112" y="9"/>
                  <a:pt x="111" y="10"/>
                </a:cubicBezTo>
                <a:cubicBezTo>
                  <a:pt x="111" y="10"/>
                  <a:pt x="111" y="10"/>
                  <a:pt x="111" y="10"/>
                </a:cubicBezTo>
                <a:cubicBezTo>
                  <a:pt x="111" y="10"/>
                  <a:pt x="111" y="10"/>
                  <a:pt x="111" y="10"/>
                </a:cubicBezTo>
                <a:cubicBezTo>
                  <a:pt x="111" y="11"/>
                  <a:pt x="111" y="11"/>
                  <a:pt x="112" y="11"/>
                </a:cubicBezTo>
                <a:cubicBezTo>
                  <a:pt x="112" y="12"/>
                  <a:pt x="113" y="12"/>
                  <a:pt x="113" y="12"/>
                </a:cubicBezTo>
                <a:cubicBezTo>
                  <a:pt x="114" y="13"/>
                  <a:pt x="114" y="13"/>
                  <a:pt x="115" y="13"/>
                </a:cubicBezTo>
                <a:cubicBezTo>
                  <a:pt x="117" y="14"/>
                  <a:pt x="118" y="14"/>
                  <a:pt x="118" y="15"/>
                </a:cubicBezTo>
                <a:close/>
                <a:moveTo>
                  <a:pt x="113" y="3"/>
                </a:moveTo>
                <a:cubicBezTo>
                  <a:pt x="113" y="3"/>
                  <a:pt x="113" y="3"/>
                  <a:pt x="113" y="3"/>
                </a:cubicBezTo>
                <a:cubicBezTo>
                  <a:pt x="113" y="3"/>
                  <a:pt x="113" y="3"/>
                  <a:pt x="114" y="3"/>
                </a:cubicBezTo>
                <a:cubicBezTo>
                  <a:pt x="114" y="4"/>
                  <a:pt x="114" y="4"/>
                  <a:pt x="114" y="4"/>
                </a:cubicBezTo>
                <a:cubicBezTo>
                  <a:pt x="115" y="4"/>
                  <a:pt x="115" y="5"/>
                  <a:pt x="115" y="5"/>
                </a:cubicBezTo>
                <a:cubicBezTo>
                  <a:pt x="115" y="5"/>
                  <a:pt x="115" y="5"/>
                  <a:pt x="114" y="5"/>
                </a:cubicBezTo>
                <a:cubicBezTo>
                  <a:pt x="114" y="5"/>
                  <a:pt x="114" y="5"/>
                  <a:pt x="113" y="5"/>
                </a:cubicBezTo>
                <a:cubicBezTo>
                  <a:pt x="113" y="5"/>
                  <a:pt x="113" y="5"/>
                  <a:pt x="113" y="5"/>
                </a:cubicBezTo>
                <a:cubicBezTo>
                  <a:pt x="112" y="5"/>
                  <a:pt x="112" y="5"/>
                  <a:pt x="112" y="4"/>
                </a:cubicBezTo>
                <a:cubicBezTo>
                  <a:pt x="112" y="4"/>
                  <a:pt x="112" y="4"/>
                  <a:pt x="112" y="4"/>
                </a:cubicBezTo>
                <a:cubicBezTo>
                  <a:pt x="112" y="4"/>
                  <a:pt x="112" y="3"/>
                  <a:pt x="112" y="3"/>
                </a:cubicBezTo>
                <a:cubicBezTo>
                  <a:pt x="112" y="3"/>
                  <a:pt x="113" y="3"/>
                  <a:pt x="113" y="3"/>
                </a:cubicBezTo>
                <a:close/>
                <a:moveTo>
                  <a:pt x="105" y="9"/>
                </a:moveTo>
                <a:cubicBezTo>
                  <a:pt x="105" y="9"/>
                  <a:pt x="105" y="9"/>
                  <a:pt x="105" y="9"/>
                </a:cubicBezTo>
                <a:cubicBezTo>
                  <a:pt x="105" y="9"/>
                  <a:pt x="105" y="9"/>
                  <a:pt x="106" y="9"/>
                </a:cubicBezTo>
                <a:cubicBezTo>
                  <a:pt x="106" y="10"/>
                  <a:pt x="107" y="10"/>
                  <a:pt x="107" y="10"/>
                </a:cubicBezTo>
                <a:cubicBezTo>
                  <a:pt x="107" y="11"/>
                  <a:pt x="106" y="11"/>
                  <a:pt x="106" y="11"/>
                </a:cubicBezTo>
                <a:cubicBezTo>
                  <a:pt x="105" y="11"/>
                  <a:pt x="105" y="11"/>
                  <a:pt x="105" y="11"/>
                </a:cubicBezTo>
                <a:cubicBezTo>
                  <a:pt x="105" y="11"/>
                  <a:pt x="104" y="11"/>
                  <a:pt x="104" y="10"/>
                </a:cubicBezTo>
                <a:cubicBezTo>
                  <a:pt x="104" y="10"/>
                  <a:pt x="104" y="10"/>
                  <a:pt x="104" y="10"/>
                </a:cubicBezTo>
                <a:cubicBezTo>
                  <a:pt x="104" y="9"/>
                  <a:pt x="104" y="9"/>
                  <a:pt x="104" y="9"/>
                </a:cubicBezTo>
                <a:cubicBezTo>
                  <a:pt x="104" y="9"/>
                  <a:pt x="105" y="9"/>
                  <a:pt x="105" y="9"/>
                </a:cubicBezTo>
                <a:close/>
                <a:moveTo>
                  <a:pt x="108" y="11"/>
                </a:moveTo>
                <a:cubicBezTo>
                  <a:pt x="108" y="11"/>
                  <a:pt x="107" y="11"/>
                  <a:pt x="107" y="11"/>
                </a:cubicBezTo>
                <a:cubicBezTo>
                  <a:pt x="107" y="12"/>
                  <a:pt x="107" y="12"/>
                  <a:pt x="107" y="12"/>
                </a:cubicBezTo>
                <a:cubicBezTo>
                  <a:pt x="106" y="12"/>
                  <a:pt x="106" y="12"/>
                  <a:pt x="106" y="13"/>
                </a:cubicBezTo>
                <a:cubicBezTo>
                  <a:pt x="106" y="13"/>
                  <a:pt x="105" y="14"/>
                  <a:pt x="104" y="14"/>
                </a:cubicBezTo>
                <a:cubicBezTo>
                  <a:pt x="104" y="14"/>
                  <a:pt x="104" y="14"/>
                  <a:pt x="104" y="15"/>
                </a:cubicBezTo>
                <a:cubicBezTo>
                  <a:pt x="104" y="15"/>
                  <a:pt x="104" y="15"/>
                  <a:pt x="104" y="15"/>
                </a:cubicBezTo>
                <a:cubicBezTo>
                  <a:pt x="103" y="15"/>
                  <a:pt x="103" y="15"/>
                  <a:pt x="103" y="15"/>
                </a:cubicBezTo>
                <a:cubicBezTo>
                  <a:pt x="103" y="15"/>
                  <a:pt x="103" y="15"/>
                  <a:pt x="103" y="15"/>
                </a:cubicBezTo>
                <a:cubicBezTo>
                  <a:pt x="102" y="14"/>
                  <a:pt x="102" y="14"/>
                  <a:pt x="102" y="14"/>
                </a:cubicBezTo>
                <a:cubicBezTo>
                  <a:pt x="102" y="14"/>
                  <a:pt x="102" y="14"/>
                  <a:pt x="103" y="14"/>
                </a:cubicBezTo>
                <a:cubicBezTo>
                  <a:pt x="103" y="13"/>
                  <a:pt x="104" y="13"/>
                  <a:pt x="104" y="13"/>
                </a:cubicBezTo>
                <a:cubicBezTo>
                  <a:pt x="105" y="12"/>
                  <a:pt x="106" y="11"/>
                  <a:pt x="107" y="11"/>
                </a:cubicBezTo>
                <a:cubicBezTo>
                  <a:pt x="107" y="11"/>
                  <a:pt x="107" y="11"/>
                  <a:pt x="107" y="11"/>
                </a:cubicBezTo>
                <a:cubicBezTo>
                  <a:pt x="107" y="11"/>
                  <a:pt x="108" y="11"/>
                  <a:pt x="108" y="11"/>
                </a:cubicBezTo>
                <a:close/>
                <a:moveTo>
                  <a:pt x="127" y="13"/>
                </a:moveTo>
                <a:cubicBezTo>
                  <a:pt x="127" y="13"/>
                  <a:pt x="127" y="13"/>
                  <a:pt x="127" y="14"/>
                </a:cubicBezTo>
                <a:cubicBezTo>
                  <a:pt x="127" y="14"/>
                  <a:pt x="127" y="14"/>
                  <a:pt x="128" y="14"/>
                </a:cubicBezTo>
                <a:cubicBezTo>
                  <a:pt x="128" y="14"/>
                  <a:pt x="129" y="15"/>
                  <a:pt x="129" y="15"/>
                </a:cubicBezTo>
                <a:cubicBezTo>
                  <a:pt x="130" y="15"/>
                  <a:pt x="130" y="15"/>
                  <a:pt x="131" y="15"/>
                </a:cubicBezTo>
                <a:cubicBezTo>
                  <a:pt x="131" y="16"/>
                  <a:pt x="132" y="16"/>
                  <a:pt x="134" y="16"/>
                </a:cubicBezTo>
                <a:cubicBezTo>
                  <a:pt x="135" y="17"/>
                  <a:pt x="135" y="17"/>
                  <a:pt x="135" y="17"/>
                </a:cubicBezTo>
                <a:cubicBezTo>
                  <a:pt x="135" y="17"/>
                  <a:pt x="135" y="17"/>
                  <a:pt x="135" y="17"/>
                </a:cubicBezTo>
                <a:cubicBezTo>
                  <a:pt x="134" y="18"/>
                  <a:pt x="134" y="18"/>
                  <a:pt x="133" y="18"/>
                </a:cubicBezTo>
                <a:cubicBezTo>
                  <a:pt x="133" y="18"/>
                  <a:pt x="132" y="18"/>
                  <a:pt x="131" y="18"/>
                </a:cubicBezTo>
                <a:cubicBezTo>
                  <a:pt x="131" y="18"/>
                  <a:pt x="130" y="17"/>
                  <a:pt x="130" y="17"/>
                </a:cubicBezTo>
                <a:cubicBezTo>
                  <a:pt x="130" y="17"/>
                  <a:pt x="129" y="17"/>
                  <a:pt x="129" y="17"/>
                </a:cubicBezTo>
                <a:cubicBezTo>
                  <a:pt x="129" y="17"/>
                  <a:pt x="129" y="17"/>
                  <a:pt x="129" y="17"/>
                </a:cubicBezTo>
                <a:cubicBezTo>
                  <a:pt x="129" y="16"/>
                  <a:pt x="129" y="16"/>
                  <a:pt x="129" y="16"/>
                </a:cubicBezTo>
                <a:cubicBezTo>
                  <a:pt x="128" y="15"/>
                  <a:pt x="128" y="15"/>
                  <a:pt x="127" y="15"/>
                </a:cubicBezTo>
                <a:cubicBezTo>
                  <a:pt x="126" y="15"/>
                  <a:pt x="126" y="14"/>
                  <a:pt x="126" y="14"/>
                </a:cubicBezTo>
                <a:cubicBezTo>
                  <a:pt x="125" y="14"/>
                  <a:pt x="125" y="14"/>
                  <a:pt x="124" y="14"/>
                </a:cubicBezTo>
                <a:cubicBezTo>
                  <a:pt x="124" y="13"/>
                  <a:pt x="123" y="13"/>
                  <a:pt x="123" y="13"/>
                </a:cubicBezTo>
                <a:cubicBezTo>
                  <a:pt x="123" y="13"/>
                  <a:pt x="123" y="13"/>
                  <a:pt x="123" y="14"/>
                </a:cubicBezTo>
                <a:cubicBezTo>
                  <a:pt x="123" y="14"/>
                  <a:pt x="122" y="14"/>
                  <a:pt x="122" y="14"/>
                </a:cubicBezTo>
                <a:cubicBezTo>
                  <a:pt x="122" y="14"/>
                  <a:pt x="122" y="15"/>
                  <a:pt x="122" y="15"/>
                </a:cubicBezTo>
                <a:cubicBezTo>
                  <a:pt x="122" y="15"/>
                  <a:pt x="122" y="15"/>
                  <a:pt x="122" y="15"/>
                </a:cubicBezTo>
                <a:cubicBezTo>
                  <a:pt x="121" y="15"/>
                  <a:pt x="121" y="15"/>
                  <a:pt x="120" y="15"/>
                </a:cubicBezTo>
                <a:cubicBezTo>
                  <a:pt x="120" y="16"/>
                  <a:pt x="119" y="16"/>
                  <a:pt x="119" y="16"/>
                </a:cubicBezTo>
                <a:cubicBezTo>
                  <a:pt x="119" y="16"/>
                  <a:pt x="119" y="16"/>
                  <a:pt x="118" y="16"/>
                </a:cubicBezTo>
                <a:cubicBezTo>
                  <a:pt x="118" y="15"/>
                  <a:pt x="118" y="15"/>
                  <a:pt x="118" y="15"/>
                </a:cubicBezTo>
                <a:cubicBezTo>
                  <a:pt x="118" y="15"/>
                  <a:pt x="119" y="15"/>
                  <a:pt x="119" y="15"/>
                </a:cubicBezTo>
                <a:cubicBezTo>
                  <a:pt x="120" y="15"/>
                  <a:pt x="120" y="15"/>
                  <a:pt x="121" y="14"/>
                </a:cubicBezTo>
                <a:cubicBezTo>
                  <a:pt x="121" y="14"/>
                  <a:pt x="122" y="13"/>
                  <a:pt x="122" y="12"/>
                </a:cubicBezTo>
                <a:cubicBezTo>
                  <a:pt x="123" y="11"/>
                  <a:pt x="123" y="11"/>
                  <a:pt x="123" y="11"/>
                </a:cubicBezTo>
                <a:cubicBezTo>
                  <a:pt x="123" y="11"/>
                  <a:pt x="123" y="11"/>
                  <a:pt x="123" y="11"/>
                </a:cubicBezTo>
                <a:cubicBezTo>
                  <a:pt x="123" y="10"/>
                  <a:pt x="123" y="10"/>
                  <a:pt x="123" y="10"/>
                </a:cubicBezTo>
                <a:cubicBezTo>
                  <a:pt x="122" y="10"/>
                  <a:pt x="122" y="11"/>
                  <a:pt x="122" y="11"/>
                </a:cubicBezTo>
                <a:cubicBezTo>
                  <a:pt x="122" y="11"/>
                  <a:pt x="121" y="11"/>
                  <a:pt x="121" y="11"/>
                </a:cubicBezTo>
                <a:cubicBezTo>
                  <a:pt x="120" y="11"/>
                  <a:pt x="120" y="11"/>
                  <a:pt x="120" y="11"/>
                </a:cubicBezTo>
                <a:cubicBezTo>
                  <a:pt x="120" y="11"/>
                  <a:pt x="119" y="11"/>
                  <a:pt x="119" y="11"/>
                </a:cubicBezTo>
                <a:cubicBezTo>
                  <a:pt x="119" y="11"/>
                  <a:pt x="119" y="11"/>
                  <a:pt x="119" y="11"/>
                </a:cubicBezTo>
                <a:cubicBezTo>
                  <a:pt x="119" y="11"/>
                  <a:pt x="119" y="11"/>
                  <a:pt x="119" y="10"/>
                </a:cubicBezTo>
                <a:cubicBezTo>
                  <a:pt x="119" y="10"/>
                  <a:pt x="119" y="10"/>
                  <a:pt x="119" y="10"/>
                </a:cubicBezTo>
                <a:cubicBezTo>
                  <a:pt x="120" y="10"/>
                  <a:pt x="121" y="10"/>
                  <a:pt x="123" y="9"/>
                </a:cubicBezTo>
                <a:cubicBezTo>
                  <a:pt x="124" y="9"/>
                  <a:pt x="126" y="8"/>
                  <a:pt x="127" y="8"/>
                </a:cubicBezTo>
                <a:cubicBezTo>
                  <a:pt x="127" y="8"/>
                  <a:pt x="127" y="8"/>
                  <a:pt x="127" y="8"/>
                </a:cubicBezTo>
                <a:cubicBezTo>
                  <a:pt x="127" y="8"/>
                  <a:pt x="127" y="8"/>
                  <a:pt x="127" y="8"/>
                </a:cubicBezTo>
                <a:cubicBezTo>
                  <a:pt x="126" y="7"/>
                  <a:pt x="126" y="7"/>
                  <a:pt x="126" y="7"/>
                </a:cubicBezTo>
                <a:cubicBezTo>
                  <a:pt x="126" y="7"/>
                  <a:pt x="126" y="7"/>
                  <a:pt x="125" y="7"/>
                </a:cubicBezTo>
                <a:cubicBezTo>
                  <a:pt x="125" y="8"/>
                  <a:pt x="125" y="8"/>
                  <a:pt x="125" y="8"/>
                </a:cubicBezTo>
                <a:cubicBezTo>
                  <a:pt x="125" y="8"/>
                  <a:pt x="124" y="8"/>
                  <a:pt x="124" y="8"/>
                </a:cubicBezTo>
                <a:cubicBezTo>
                  <a:pt x="124" y="8"/>
                  <a:pt x="124" y="8"/>
                  <a:pt x="123" y="7"/>
                </a:cubicBezTo>
                <a:cubicBezTo>
                  <a:pt x="123" y="7"/>
                  <a:pt x="123" y="7"/>
                  <a:pt x="123" y="6"/>
                </a:cubicBezTo>
                <a:cubicBezTo>
                  <a:pt x="123" y="5"/>
                  <a:pt x="123" y="4"/>
                  <a:pt x="123" y="3"/>
                </a:cubicBezTo>
                <a:cubicBezTo>
                  <a:pt x="123" y="3"/>
                  <a:pt x="123" y="2"/>
                  <a:pt x="124" y="2"/>
                </a:cubicBezTo>
                <a:cubicBezTo>
                  <a:pt x="124" y="2"/>
                  <a:pt x="124" y="2"/>
                  <a:pt x="125" y="2"/>
                </a:cubicBezTo>
                <a:cubicBezTo>
                  <a:pt x="126" y="2"/>
                  <a:pt x="127" y="2"/>
                  <a:pt x="128" y="2"/>
                </a:cubicBezTo>
                <a:cubicBezTo>
                  <a:pt x="128" y="2"/>
                  <a:pt x="129" y="2"/>
                  <a:pt x="129" y="2"/>
                </a:cubicBezTo>
                <a:cubicBezTo>
                  <a:pt x="129" y="2"/>
                  <a:pt x="130" y="2"/>
                  <a:pt x="130" y="2"/>
                </a:cubicBezTo>
                <a:cubicBezTo>
                  <a:pt x="130" y="2"/>
                  <a:pt x="130" y="2"/>
                  <a:pt x="129" y="3"/>
                </a:cubicBezTo>
                <a:cubicBezTo>
                  <a:pt x="129" y="3"/>
                  <a:pt x="129" y="3"/>
                  <a:pt x="129" y="3"/>
                </a:cubicBezTo>
                <a:cubicBezTo>
                  <a:pt x="129" y="4"/>
                  <a:pt x="129" y="4"/>
                  <a:pt x="129" y="4"/>
                </a:cubicBezTo>
                <a:lnTo>
                  <a:pt x="129" y="6"/>
                </a:lnTo>
                <a:cubicBezTo>
                  <a:pt x="129" y="7"/>
                  <a:pt x="129" y="7"/>
                  <a:pt x="129" y="7"/>
                </a:cubicBezTo>
                <a:cubicBezTo>
                  <a:pt x="129" y="8"/>
                  <a:pt x="129" y="8"/>
                  <a:pt x="129" y="8"/>
                </a:cubicBezTo>
                <a:cubicBezTo>
                  <a:pt x="129" y="8"/>
                  <a:pt x="129" y="8"/>
                  <a:pt x="129" y="8"/>
                </a:cubicBezTo>
                <a:cubicBezTo>
                  <a:pt x="129" y="8"/>
                  <a:pt x="130" y="8"/>
                  <a:pt x="130" y="8"/>
                </a:cubicBezTo>
                <a:cubicBezTo>
                  <a:pt x="130" y="8"/>
                  <a:pt x="130" y="8"/>
                  <a:pt x="131" y="8"/>
                </a:cubicBezTo>
                <a:cubicBezTo>
                  <a:pt x="131" y="8"/>
                  <a:pt x="131" y="8"/>
                  <a:pt x="131" y="8"/>
                </a:cubicBezTo>
                <a:cubicBezTo>
                  <a:pt x="131" y="8"/>
                  <a:pt x="131" y="8"/>
                  <a:pt x="131" y="9"/>
                </a:cubicBezTo>
                <a:cubicBezTo>
                  <a:pt x="131" y="9"/>
                  <a:pt x="131" y="9"/>
                  <a:pt x="131" y="9"/>
                </a:cubicBezTo>
                <a:cubicBezTo>
                  <a:pt x="131" y="9"/>
                  <a:pt x="131" y="10"/>
                  <a:pt x="131" y="10"/>
                </a:cubicBezTo>
                <a:cubicBezTo>
                  <a:pt x="130" y="10"/>
                  <a:pt x="130" y="10"/>
                  <a:pt x="129" y="10"/>
                </a:cubicBezTo>
                <a:cubicBezTo>
                  <a:pt x="128" y="10"/>
                  <a:pt x="128" y="10"/>
                  <a:pt x="127" y="10"/>
                </a:cubicBezTo>
                <a:cubicBezTo>
                  <a:pt x="127" y="10"/>
                  <a:pt x="127" y="10"/>
                  <a:pt x="127" y="10"/>
                </a:cubicBezTo>
                <a:cubicBezTo>
                  <a:pt x="127" y="10"/>
                  <a:pt x="127" y="10"/>
                  <a:pt x="127" y="10"/>
                </a:cubicBezTo>
                <a:cubicBezTo>
                  <a:pt x="127" y="10"/>
                  <a:pt x="127" y="11"/>
                  <a:pt x="127" y="11"/>
                </a:cubicBezTo>
                <a:cubicBezTo>
                  <a:pt x="127" y="11"/>
                  <a:pt x="127" y="11"/>
                  <a:pt x="128" y="11"/>
                </a:cubicBezTo>
                <a:cubicBezTo>
                  <a:pt x="128" y="11"/>
                  <a:pt x="128" y="11"/>
                  <a:pt x="128" y="11"/>
                </a:cubicBezTo>
                <a:cubicBezTo>
                  <a:pt x="128" y="10"/>
                  <a:pt x="129" y="10"/>
                  <a:pt x="129" y="10"/>
                </a:cubicBezTo>
                <a:cubicBezTo>
                  <a:pt x="129" y="10"/>
                  <a:pt x="129" y="11"/>
                  <a:pt x="129" y="11"/>
                </a:cubicBezTo>
                <a:cubicBezTo>
                  <a:pt x="129" y="11"/>
                  <a:pt x="129" y="11"/>
                  <a:pt x="129" y="11"/>
                </a:cubicBezTo>
                <a:cubicBezTo>
                  <a:pt x="129" y="11"/>
                  <a:pt x="129" y="12"/>
                  <a:pt x="129" y="12"/>
                </a:cubicBezTo>
                <a:cubicBezTo>
                  <a:pt x="129" y="12"/>
                  <a:pt x="129" y="12"/>
                  <a:pt x="128" y="12"/>
                </a:cubicBezTo>
                <a:cubicBezTo>
                  <a:pt x="128" y="12"/>
                  <a:pt x="128" y="12"/>
                  <a:pt x="127" y="12"/>
                </a:cubicBezTo>
                <a:cubicBezTo>
                  <a:pt x="127" y="12"/>
                  <a:pt x="127" y="12"/>
                  <a:pt x="127" y="12"/>
                </a:cubicBezTo>
                <a:cubicBezTo>
                  <a:pt x="127" y="12"/>
                  <a:pt x="127" y="13"/>
                  <a:pt x="127" y="13"/>
                </a:cubicBezTo>
                <a:cubicBezTo>
                  <a:pt x="127" y="13"/>
                  <a:pt x="127" y="13"/>
                  <a:pt x="127" y="13"/>
                </a:cubicBezTo>
                <a:close/>
                <a:moveTo>
                  <a:pt x="148" y="11"/>
                </a:moveTo>
                <a:cubicBezTo>
                  <a:pt x="148" y="12"/>
                  <a:pt x="148" y="13"/>
                  <a:pt x="148" y="14"/>
                </a:cubicBezTo>
                <a:cubicBezTo>
                  <a:pt x="148" y="15"/>
                  <a:pt x="148" y="15"/>
                  <a:pt x="148" y="16"/>
                </a:cubicBezTo>
                <a:cubicBezTo>
                  <a:pt x="148" y="16"/>
                  <a:pt x="148" y="16"/>
                  <a:pt x="148" y="17"/>
                </a:cubicBezTo>
                <a:cubicBezTo>
                  <a:pt x="148" y="17"/>
                  <a:pt x="148" y="17"/>
                  <a:pt x="148" y="17"/>
                </a:cubicBezTo>
                <a:cubicBezTo>
                  <a:pt x="148" y="18"/>
                  <a:pt x="148" y="18"/>
                  <a:pt x="148" y="18"/>
                </a:cubicBezTo>
                <a:cubicBezTo>
                  <a:pt x="148" y="18"/>
                  <a:pt x="147" y="18"/>
                  <a:pt x="146" y="17"/>
                </a:cubicBezTo>
                <a:cubicBezTo>
                  <a:pt x="145" y="17"/>
                  <a:pt x="144" y="16"/>
                  <a:pt x="144" y="16"/>
                </a:cubicBezTo>
                <a:cubicBezTo>
                  <a:pt x="143" y="16"/>
                  <a:pt x="143" y="15"/>
                  <a:pt x="143" y="15"/>
                </a:cubicBezTo>
                <a:cubicBezTo>
                  <a:pt x="143" y="15"/>
                  <a:pt x="143" y="15"/>
                  <a:pt x="143" y="15"/>
                </a:cubicBezTo>
                <a:cubicBezTo>
                  <a:pt x="143" y="15"/>
                  <a:pt x="143" y="15"/>
                  <a:pt x="143" y="15"/>
                </a:cubicBezTo>
                <a:cubicBezTo>
                  <a:pt x="144" y="16"/>
                  <a:pt x="145" y="16"/>
                  <a:pt x="146" y="16"/>
                </a:cubicBezTo>
                <a:cubicBezTo>
                  <a:pt x="146" y="16"/>
                  <a:pt x="147" y="16"/>
                  <a:pt x="147" y="16"/>
                </a:cubicBezTo>
                <a:cubicBezTo>
                  <a:pt x="147" y="16"/>
                  <a:pt x="147" y="15"/>
                  <a:pt x="147" y="15"/>
                </a:cubicBezTo>
                <a:cubicBezTo>
                  <a:pt x="147" y="14"/>
                  <a:pt x="147" y="14"/>
                  <a:pt x="147" y="12"/>
                </a:cubicBezTo>
                <a:cubicBezTo>
                  <a:pt x="147" y="11"/>
                  <a:pt x="146" y="9"/>
                  <a:pt x="146" y="8"/>
                </a:cubicBezTo>
                <a:lnTo>
                  <a:pt x="146" y="5"/>
                </a:lnTo>
                <a:lnTo>
                  <a:pt x="146" y="3"/>
                </a:lnTo>
                <a:cubicBezTo>
                  <a:pt x="146" y="3"/>
                  <a:pt x="147" y="3"/>
                  <a:pt x="147" y="3"/>
                </a:cubicBezTo>
                <a:cubicBezTo>
                  <a:pt x="147" y="3"/>
                  <a:pt x="147" y="3"/>
                  <a:pt x="148" y="3"/>
                </a:cubicBezTo>
                <a:cubicBezTo>
                  <a:pt x="148" y="3"/>
                  <a:pt x="148" y="3"/>
                  <a:pt x="148" y="3"/>
                </a:cubicBezTo>
                <a:cubicBezTo>
                  <a:pt x="148" y="4"/>
                  <a:pt x="148" y="4"/>
                  <a:pt x="148" y="4"/>
                </a:cubicBezTo>
                <a:cubicBezTo>
                  <a:pt x="148" y="4"/>
                  <a:pt x="148" y="5"/>
                  <a:pt x="148" y="6"/>
                </a:cubicBezTo>
                <a:cubicBezTo>
                  <a:pt x="148" y="6"/>
                  <a:pt x="148" y="6"/>
                  <a:pt x="148" y="7"/>
                </a:cubicBezTo>
                <a:cubicBezTo>
                  <a:pt x="148" y="9"/>
                  <a:pt x="148" y="9"/>
                  <a:pt x="148" y="10"/>
                </a:cubicBezTo>
                <a:lnTo>
                  <a:pt x="148" y="11"/>
                </a:lnTo>
                <a:close/>
                <a:moveTo>
                  <a:pt x="143" y="7"/>
                </a:moveTo>
                <a:cubicBezTo>
                  <a:pt x="143" y="7"/>
                  <a:pt x="143" y="7"/>
                  <a:pt x="142" y="7"/>
                </a:cubicBezTo>
                <a:cubicBezTo>
                  <a:pt x="142" y="7"/>
                  <a:pt x="142" y="7"/>
                  <a:pt x="141" y="7"/>
                </a:cubicBezTo>
                <a:cubicBezTo>
                  <a:pt x="141" y="7"/>
                  <a:pt x="141" y="7"/>
                  <a:pt x="141" y="7"/>
                </a:cubicBezTo>
                <a:cubicBezTo>
                  <a:pt x="141" y="7"/>
                  <a:pt x="141" y="7"/>
                  <a:pt x="140" y="7"/>
                </a:cubicBezTo>
                <a:cubicBezTo>
                  <a:pt x="140" y="7"/>
                  <a:pt x="140" y="6"/>
                  <a:pt x="140" y="6"/>
                </a:cubicBezTo>
                <a:cubicBezTo>
                  <a:pt x="140" y="6"/>
                  <a:pt x="140" y="7"/>
                  <a:pt x="140" y="7"/>
                </a:cubicBezTo>
                <a:cubicBezTo>
                  <a:pt x="139" y="7"/>
                  <a:pt x="139" y="7"/>
                  <a:pt x="139" y="7"/>
                </a:cubicBezTo>
                <a:cubicBezTo>
                  <a:pt x="138" y="8"/>
                  <a:pt x="138" y="8"/>
                  <a:pt x="138" y="9"/>
                </a:cubicBezTo>
                <a:cubicBezTo>
                  <a:pt x="138" y="9"/>
                  <a:pt x="137" y="9"/>
                  <a:pt x="137" y="10"/>
                </a:cubicBezTo>
                <a:cubicBezTo>
                  <a:pt x="137" y="10"/>
                  <a:pt x="138" y="10"/>
                  <a:pt x="138" y="10"/>
                </a:cubicBezTo>
                <a:cubicBezTo>
                  <a:pt x="138" y="10"/>
                  <a:pt x="138" y="10"/>
                  <a:pt x="138" y="10"/>
                </a:cubicBezTo>
                <a:cubicBezTo>
                  <a:pt x="139" y="9"/>
                  <a:pt x="140" y="9"/>
                  <a:pt x="141" y="9"/>
                </a:cubicBezTo>
                <a:cubicBezTo>
                  <a:pt x="141" y="9"/>
                  <a:pt x="141" y="9"/>
                  <a:pt x="141" y="9"/>
                </a:cubicBezTo>
                <a:cubicBezTo>
                  <a:pt x="142" y="9"/>
                  <a:pt x="142" y="9"/>
                  <a:pt x="142" y="9"/>
                </a:cubicBezTo>
                <a:cubicBezTo>
                  <a:pt x="142" y="9"/>
                  <a:pt x="142" y="9"/>
                  <a:pt x="142" y="9"/>
                </a:cubicBezTo>
                <a:cubicBezTo>
                  <a:pt x="142" y="10"/>
                  <a:pt x="142" y="10"/>
                  <a:pt x="142" y="10"/>
                </a:cubicBezTo>
                <a:cubicBezTo>
                  <a:pt x="142" y="11"/>
                  <a:pt x="141" y="11"/>
                  <a:pt x="141" y="12"/>
                </a:cubicBezTo>
                <a:cubicBezTo>
                  <a:pt x="141" y="12"/>
                  <a:pt x="141" y="13"/>
                  <a:pt x="141" y="13"/>
                </a:cubicBezTo>
                <a:cubicBezTo>
                  <a:pt x="141" y="13"/>
                  <a:pt x="140" y="13"/>
                  <a:pt x="140" y="13"/>
                </a:cubicBezTo>
                <a:cubicBezTo>
                  <a:pt x="140" y="13"/>
                  <a:pt x="139" y="13"/>
                  <a:pt x="139" y="13"/>
                </a:cubicBezTo>
                <a:cubicBezTo>
                  <a:pt x="139" y="13"/>
                  <a:pt x="139" y="13"/>
                  <a:pt x="139" y="13"/>
                </a:cubicBezTo>
                <a:cubicBezTo>
                  <a:pt x="139" y="13"/>
                  <a:pt x="139" y="13"/>
                  <a:pt x="139" y="13"/>
                </a:cubicBezTo>
                <a:cubicBezTo>
                  <a:pt x="139" y="13"/>
                  <a:pt x="139" y="13"/>
                  <a:pt x="139" y="14"/>
                </a:cubicBezTo>
                <a:cubicBezTo>
                  <a:pt x="138" y="14"/>
                  <a:pt x="138" y="14"/>
                  <a:pt x="138" y="15"/>
                </a:cubicBezTo>
                <a:cubicBezTo>
                  <a:pt x="138" y="15"/>
                  <a:pt x="138" y="15"/>
                  <a:pt x="139" y="15"/>
                </a:cubicBezTo>
                <a:cubicBezTo>
                  <a:pt x="139" y="15"/>
                  <a:pt x="139" y="15"/>
                  <a:pt x="139" y="15"/>
                </a:cubicBezTo>
                <a:cubicBezTo>
                  <a:pt x="139" y="15"/>
                  <a:pt x="140" y="15"/>
                  <a:pt x="140" y="15"/>
                </a:cubicBezTo>
                <a:cubicBezTo>
                  <a:pt x="140" y="15"/>
                  <a:pt x="140" y="15"/>
                  <a:pt x="141" y="15"/>
                </a:cubicBezTo>
                <a:cubicBezTo>
                  <a:pt x="141" y="15"/>
                  <a:pt x="141" y="14"/>
                  <a:pt x="141" y="14"/>
                </a:cubicBezTo>
                <a:cubicBezTo>
                  <a:pt x="141" y="14"/>
                  <a:pt x="141" y="13"/>
                  <a:pt x="141" y="13"/>
                </a:cubicBezTo>
                <a:cubicBezTo>
                  <a:pt x="141" y="13"/>
                  <a:pt x="141" y="14"/>
                  <a:pt x="142" y="14"/>
                </a:cubicBezTo>
                <a:cubicBezTo>
                  <a:pt x="142" y="15"/>
                  <a:pt x="142" y="15"/>
                  <a:pt x="142" y="16"/>
                </a:cubicBezTo>
                <a:cubicBezTo>
                  <a:pt x="142" y="16"/>
                  <a:pt x="142" y="16"/>
                  <a:pt x="141" y="16"/>
                </a:cubicBezTo>
                <a:cubicBezTo>
                  <a:pt x="141" y="16"/>
                  <a:pt x="141" y="16"/>
                  <a:pt x="141" y="16"/>
                </a:cubicBezTo>
                <a:cubicBezTo>
                  <a:pt x="140" y="16"/>
                  <a:pt x="140" y="16"/>
                  <a:pt x="139" y="16"/>
                </a:cubicBezTo>
                <a:cubicBezTo>
                  <a:pt x="139" y="16"/>
                  <a:pt x="138" y="16"/>
                  <a:pt x="138" y="16"/>
                </a:cubicBezTo>
                <a:cubicBezTo>
                  <a:pt x="138" y="16"/>
                  <a:pt x="137" y="15"/>
                  <a:pt x="137" y="14"/>
                </a:cubicBezTo>
                <a:cubicBezTo>
                  <a:pt x="137" y="14"/>
                  <a:pt x="138" y="13"/>
                  <a:pt x="138" y="13"/>
                </a:cubicBezTo>
                <a:cubicBezTo>
                  <a:pt x="138" y="12"/>
                  <a:pt x="138" y="12"/>
                  <a:pt x="138" y="11"/>
                </a:cubicBezTo>
                <a:cubicBezTo>
                  <a:pt x="138" y="11"/>
                  <a:pt x="138" y="11"/>
                  <a:pt x="138" y="11"/>
                </a:cubicBezTo>
                <a:cubicBezTo>
                  <a:pt x="138" y="11"/>
                  <a:pt x="139" y="11"/>
                  <a:pt x="139" y="11"/>
                </a:cubicBezTo>
                <a:cubicBezTo>
                  <a:pt x="139" y="11"/>
                  <a:pt x="139" y="11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40" y="12"/>
                  <a:pt x="140" y="12"/>
                  <a:pt x="140" y="11"/>
                </a:cubicBezTo>
                <a:cubicBezTo>
                  <a:pt x="140" y="11"/>
                  <a:pt x="140" y="11"/>
                  <a:pt x="140" y="10"/>
                </a:cubicBezTo>
                <a:cubicBezTo>
                  <a:pt x="140" y="10"/>
                  <a:pt x="140" y="10"/>
                  <a:pt x="140" y="10"/>
                </a:cubicBezTo>
                <a:cubicBezTo>
                  <a:pt x="139" y="10"/>
                  <a:pt x="139" y="10"/>
                  <a:pt x="138" y="11"/>
                </a:cubicBezTo>
                <a:cubicBezTo>
                  <a:pt x="138" y="11"/>
                  <a:pt x="138" y="11"/>
                  <a:pt x="138" y="11"/>
                </a:cubicBezTo>
                <a:cubicBezTo>
                  <a:pt x="138" y="11"/>
                  <a:pt x="138" y="11"/>
                  <a:pt x="137" y="11"/>
                </a:cubicBezTo>
                <a:cubicBezTo>
                  <a:pt x="137" y="11"/>
                  <a:pt x="137" y="11"/>
                  <a:pt x="137" y="11"/>
                </a:cubicBezTo>
                <a:cubicBezTo>
                  <a:pt x="137" y="11"/>
                  <a:pt x="137" y="11"/>
                  <a:pt x="137" y="11"/>
                </a:cubicBezTo>
                <a:cubicBezTo>
                  <a:pt x="137" y="11"/>
                  <a:pt x="137" y="11"/>
                  <a:pt x="136" y="12"/>
                </a:cubicBezTo>
                <a:cubicBezTo>
                  <a:pt x="135" y="12"/>
                  <a:pt x="135" y="12"/>
                  <a:pt x="135" y="12"/>
                </a:cubicBezTo>
                <a:cubicBezTo>
                  <a:pt x="134" y="12"/>
                  <a:pt x="134" y="12"/>
                  <a:pt x="134" y="12"/>
                </a:cubicBezTo>
                <a:cubicBezTo>
                  <a:pt x="134" y="12"/>
                  <a:pt x="133" y="12"/>
                  <a:pt x="133" y="12"/>
                </a:cubicBezTo>
                <a:cubicBezTo>
                  <a:pt x="133" y="12"/>
                  <a:pt x="134" y="12"/>
                  <a:pt x="134" y="12"/>
                </a:cubicBezTo>
                <a:cubicBezTo>
                  <a:pt x="134" y="11"/>
                  <a:pt x="135" y="11"/>
                  <a:pt x="135" y="10"/>
                </a:cubicBezTo>
                <a:cubicBezTo>
                  <a:pt x="136" y="10"/>
                  <a:pt x="136" y="9"/>
                  <a:pt x="137" y="8"/>
                </a:cubicBezTo>
                <a:cubicBezTo>
                  <a:pt x="137" y="8"/>
                  <a:pt x="138" y="7"/>
                  <a:pt x="138" y="7"/>
                </a:cubicBezTo>
                <a:cubicBezTo>
                  <a:pt x="138" y="7"/>
                  <a:pt x="138" y="6"/>
                  <a:pt x="139" y="6"/>
                </a:cubicBezTo>
                <a:cubicBezTo>
                  <a:pt x="139" y="5"/>
                  <a:pt x="140" y="4"/>
                  <a:pt x="140" y="4"/>
                </a:cubicBezTo>
                <a:cubicBezTo>
                  <a:pt x="140" y="4"/>
                  <a:pt x="140" y="4"/>
                  <a:pt x="140" y="4"/>
                </a:cubicBezTo>
                <a:cubicBezTo>
                  <a:pt x="140" y="4"/>
                  <a:pt x="141" y="3"/>
                  <a:pt x="141" y="3"/>
                </a:cubicBezTo>
                <a:cubicBezTo>
                  <a:pt x="141" y="3"/>
                  <a:pt x="141" y="4"/>
                  <a:pt x="141" y="4"/>
                </a:cubicBezTo>
                <a:cubicBezTo>
                  <a:pt x="141" y="4"/>
                  <a:pt x="141" y="4"/>
                  <a:pt x="141" y="4"/>
                </a:cubicBezTo>
                <a:cubicBezTo>
                  <a:pt x="141" y="5"/>
                  <a:pt x="141" y="5"/>
                  <a:pt x="141" y="5"/>
                </a:cubicBezTo>
                <a:cubicBezTo>
                  <a:pt x="141" y="5"/>
                  <a:pt x="141" y="5"/>
                  <a:pt x="141" y="6"/>
                </a:cubicBezTo>
                <a:cubicBezTo>
                  <a:pt x="141" y="6"/>
                  <a:pt x="141" y="6"/>
                  <a:pt x="141" y="6"/>
                </a:cubicBezTo>
                <a:cubicBezTo>
                  <a:pt x="141" y="6"/>
                  <a:pt x="141" y="6"/>
                  <a:pt x="142" y="6"/>
                </a:cubicBezTo>
                <a:cubicBezTo>
                  <a:pt x="142" y="6"/>
                  <a:pt x="143" y="6"/>
                  <a:pt x="143" y="7"/>
                </a:cubicBezTo>
                <a:close/>
                <a:moveTo>
                  <a:pt x="145" y="8"/>
                </a:moveTo>
                <a:cubicBezTo>
                  <a:pt x="145" y="8"/>
                  <a:pt x="145" y="8"/>
                  <a:pt x="145" y="8"/>
                </a:cubicBezTo>
                <a:cubicBezTo>
                  <a:pt x="145" y="8"/>
                  <a:pt x="145" y="9"/>
                  <a:pt x="145" y="9"/>
                </a:cubicBezTo>
                <a:cubicBezTo>
                  <a:pt x="145" y="9"/>
                  <a:pt x="145" y="10"/>
                  <a:pt x="145" y="10"/>
                </a:cubicBezTo>
                <a:cubicBezTo>
                  <a:pt x="145" y="11"/>
                  <a:pt x="145" y="11"/>
                  <a:pt x="144" y="11"/>
                </a:cubicBezTo>
                <a:cubicBezTo>
                  <a:pt x="144" y="11"/>
                  <a:pt x="144" y="11"/>
                  <a:pt x="144" y="11"/>
                </a:cubicBezTo>
                <a:cubicBezTo>
                  <a:pt x="144" y="11"/>
                  <a:pt x="143" y="11"/>
                  <a:pt x="143" y="10"/>
                </a:cubicBezTo>
                <a:cubicBezTo>
                  <a:pt x="143" y="9"/>
                  <a:pt x="143" y="9"/>
                  <a:pt x="143" y="9"/>
                </a:cubicBezTo>
                <a:lnTo>
                  <a:pt x="143" y="8"/>
                </a:lnTo>
                <a:cubicBezTo>
                  <a:pt x="143" y="8"/>
                  <a:pt x="143" y="8"/>
                  <a:pt x="144" y="8"/>
                </a:cubicBezTo>
                <a:cubicBezTo>
                  <a:pt x="144" y="8"/>
                  <a:pt x="144" y="8"/>
                  <a:pt x="144" y="8"/>
                </a:cubicBezTo>
                <a:cubicBezTo>
                  <a:pt x="145" y="8"/>
                  <a:pt x="145" y="8"/>
                  <a:pt x="145" y="8"/>
                </a:cubicBezTo>
                <a:cubicBezTo>
                  <a:pt x="145" y="8"/>
                  <a:pt x="145" y="8"/>
                  <a:pt x="145" y="8"/>
                </a:cubicBezTo>
                <a:close/>
                <a:moveTo>
                  <a:pt x="157" y="2"/>
                </a:moveTo>
                <a:cubicBezTo>
                  <a:pt x="157" y="2"/>
                  <a:pt x="158" y="2"/>
                  <a:pt x="158" y="2"/>
                </a:cubicBezTo>
                <a:cubicBezTo>
                  <a:pt x="158" y="2"/>
                  <a:pt x="158" y="2"/>
                  <a:pt x="158" y="3"/>
                </a:cubicBezTo>
                <a:cubicBezTo>
                  <a:pt x="158" y="3"/>
                  <a:pt x="158" y="3"/>
                  <a:pt x="158" y="3"/>
                </a:cubicBezTo>
                <a:cubicBezTo>
                  <a:pt x="158" y="3"/>
                  <a:pt x="158" y="4"/>
                  <a:pt x="158" y="4"/>
                </a:cubicBezTo>
                <a:cubicBezTo>
                  <a:pt x="158" y="4"/>
                  <a:pt x="158" y="4"/>
                  <a:pt x="158" y="4"/>
                </a:cubicBezTo>
                <a:cubicBezTo>
                  <a:pt x="158" y="4"/>
                  <a:pt x="158" y="4"/>
                  <a:pt x="158" y="4"/>
                </a:cubicBezTo>
                <a:cubicBezTo>
                  <a:pt x="158" y="4"/>
                  <a:pt x="157" y="4"/>
                  <a:pt x="157" y="4"/>
                </a:cubicBezTo>
                <a:cubicBezTo>
                  <a:pt x="157" y="4"/>
                  <a:pt x="156" y="4"/>
                  <a:pt x="156" y="3"/>
                </a:cubicBezTo>
                <a:cubicBezTo>
                  <a:pt x="156" y="3"/>
                  <a:pt x="157" y="3"/>
                  <a:pt x="157" y="2"/>
                </a:cubicBezTo>
                <a:cubicBezTo>
                  <a:pt x="157" y="2"/>
                  <a:pt x="157" y="2"/>
                  <a:pt x="157" y="2"/>
                </a:cubicBezTo>
                <a:close/>
                <a:moveTo>
                  <a:pt x="159" y="5"/>
                </a:moveTo>
                <a:cubicBezTo>
                  <a:pt x="159" y="5"/>
                  <a:pt x="159" y="6"/>
                  <a:pt x="159" y="6"/>
                </a:cubicBezTo>
                <a:cubicBezTo>
                  <a:pt x="159" y="6"/>
                  <a:pt x="159" y="6"/>
                  <a:pt x="159" y="6"/>
                </a:cubicBezTo>
                <a:cubicBezTo>
                  <a:pt x="159" y="6"/>
                  <a:pt x="158" y="6"/>
                  <a:pt x="158" y="6"/>
                </a:cubicBezTo>
                <a:cubicBezTo>
                  <a:pt x="158" y="6"/>
                  <a:pt x="158" y="6"/>
                  <a:pt x="159" y="6"/>
                </a:cubicBezTo>
                <a:cubicBezTo>
                  <a:pt x="159" y="6"/>
                  <a:pt x="159" y="7"/>
                  <a:pt x="159" y="7"/>
                </a:cubicBezTo>
                <a:cubicBezTo>
                  <a:pt x="159" y="7"/>
                  <a:pt x="159" y="7"/>
                  <a:pt x="159" y="7"/>
                </a:cubicBezTo>
                <a:cubicBezTo>
                  <a:pt x="159" y="7"/>
                  <a:pt x="159" y="7"/>
                  <a:pt x="159" y="7"/>
                </a:cubicBezTo>
                <a:cubicBezTo>
                  <a:pt x="159" y="8"/>
                  <a:pt x="159" y="8"/>
                  <a:pt x="158" y="8"/>
                </a:cubicBezTo>
                <a:cubicBezTo>
                  <a:pt x="158" y="8"/>
                  <a:pt x="158" y="8"/>
                  <a:pt x="158" y="8"/>
                </a:cubicBezTo>
                <a:cubicBezTo>
                  <a:pt x="158" y="8"/>
                  <a:pt x="158" y="8"/>
                  <a:pt x="159" y="8"/>
                </a:cubicBezTo>
                <a:cubicBezTo>
                  <a:pt x="159" y="8"/>
                  <a:pt x="159" y="8"/>
                  <a:pt x="159" y="8"/>
                </a:cubicBezTo>
                <a:cubicBezTo>
                  <a:pt x="159" y="8"/>
                  <a:pt x="159" y="8"/>
                  <a:pt x="159" y="9"/>
                </a:cubicBezTo>
                <a:cubicBezTo>
                  <a:pt x="159" y="9"/>
                  <a:pt x="159" y="9"/>
                  <a:pt x="159" y="9"/>
                </a:cubicBezTo>
                <a:cubicBezTo>
                  <a:pt x="159" y="9"/>
                  <a:pt x="158" y="9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9" y="10"/>
                  <a:pt x="159" y="10"/>
                </a:cubicBezTo>
                <a:cubicBezTo>
                  <a:pt x="159" y="10"/>
                  <a:pt x="159" y="10"/>
                  <a:pt x="159" y="10"/>
                </a:cubicBezTo>
                <a:cubicBezTo>
                  <a:pt x="159" y="11"/>
                  <a:pt x="159" y="11"/>
                  <a:pt x="159" y="11"/>
                </a:cubicBezTo>
                <a:cubicBezTo>
                  <a:pt x="159" y="11"/>
                  <a:pt x="159" y="11"/>
                  <a:pt x="159" y="11"/>
                </a:cubicBezTo>
                <a:cubicBezTo>
                  <a:pt x="159" y="11"/>
                  <a:pt x="159" y="11"/>
                  <a:pt x="158" y="11"/>
                </a:cubicBezTo>
                <a:cubicBezTo>
                  <a:pt x="158" y="11"/>
                  <a:pt x="157" y="12"/>
                  <a:pt x="157" y="12"/>
                </a:cubicBezTo>
                <a:cubicBezTo>
                  <a:pt x="157" y="12"/>
                  <a:pt x="157" y="12"/>
                  <a:pt x="157" y="12"/>
                </a:cubicBezTo>
                <a:cubicBezTo>
                  <a:pt x="157" y="12"/>
                  <a:pt x="157" y="12"/>
                  <a:pt x="158" y="12"/>
                </a:cubicBezTo>
                <a:cubicBezTo>
                  <a:pt x="158" y="12"/>
                  <a:pt x="159" y="13"/>
                  <a:pt x="159" y="13"/>
                </a:cubicBezTo>
                <a:cubicBezTo>
                  <a:pt x="159" y="13"/>
                  <a:pt x="159" y="13"/>
                  <a:pt x="158" y="13"/>
                </a:cubicBezTo>
                <a:cubicBezTo>
                  <a:pt x="158" y="13"/>
                  <a:pt x="158" y="13"/>
                  <a:pt x="158" y="13"/>
                </a:cubicBezTo>
                <a:cubicBezTo>
                  <a:pt x="158" y="13"/>
                  <a:pt x="158" y="13"/>
                  <a:pt x="158" y="13"/>
                </a:cubicBezTo>
                <a:cubicBezTo>
                  <a:pt x="158" y="13"/>
                  <a:pt x="157" y="13"/>
                  <a:pt x="157" y="13"/>
                </a:cubicBezTo>
                <a:cubicBezTo>
                  <a:pt x="157" y="13"/>
                  <a:pt x="157" y="13"/>
                  <a:pt x="157" y="13"/>
                </a:cubicBezTo>
                <a:cubicBezTo>
                  <a:pt x="157" y="14"/>
                  <a:pt x="157" y="14"/>
                  <a:pt x="157" y="14"/>
                </a:cubicBezTo>
                <a:cubicBezTo>
                  <a:pt x="157" y="14"/>
                  <a:pt x="157" y="15"/>
                  <a:pt x="157" y="15"/>
                </a:cubicBezTo>
                <a:cubicBezTo>
                  <a:pt x="157" y="16"/>
                  <a:pt x="157" y="16"/>
                  <a:pt x="157" y="16"/>
                </a:cubicBezTo>
                <a:cubicBezTo>
                  <a:pt x="157" y="16"/>
                  <a:pt x="156" y="16"/>
                  <a:pt x="156" y="16"/>
                </a:cubicBezTo>
                <a:cubicBezTo>
                  <a:pt x="156" y="15"/>
                  <a:pt x="155" y="15"/>
                  <a:pt x="155" y="15"/>
                </a:cubicBezTo>
                <a:cubicBezTo>
                  <a:pt x="155" y="15"/>
                  <a:pt x="154" y="15"/>
                  <a:pt x="154" y="15"/>
                </a:cubicBezTo>
                <a:cubicBezTo>
                  <a:pt x="154" y="15"/>
                  <a:pt x="154" y="15"/>
                  <a:pt x="154" y="15"/>
                </a:cubicBezTo>
                <a:cubicBezTo>
                  <a:pt x="154" y="15"/>
                  <a:pt x="154" y="15"/>
                  <a:pt x="154" y="15"/>
                </a:cubicBezTo>
                <a:cubicBezTo>
                  <a:pt x="154" y="15"/>
                  <a:pt x="154" y="16"/>
                  <a:pt x="154" y="16"/>
                </a:cubicBezTo>
                <a:cubicBezTo>
                  <a:pt x="154" y="16"/>
                  <a:pt x="153" y="15"/>
                  <a:pt x="153" y="15"/>
                </a:cubicBezTo>
                <a:cubicBezTo>
                  <a:pt x="153" y="15"/>
                  <a:pt x="153" y="15"/>
                  <a:pt x="153" y="15"/>
                </a:cubicBezTo>
                <a:cubicBezTo>
                  <a:pt x="153" y="15"/>
                  <a:pt x="153" y="15"/>
                  <a:pt x="153" y="15"/>
                </a:cubicBezTo>
                <a:cubicBezTo>
                  <a:pt x="153" y="14"/>
                  <a:pt x="153" y="14"/>
                  <a:pt x="153" y="14"/>
                </a:cubicBezTo>
                <a:cubicBezTo>
                  <a:pt x="154" y="13"/>
                  <a:pt x="154" y="13"/>
                  <a:pt x="154" y="13"/>
                </a:cubicBezTo>
                <a:cubicBezTo>
                  <a:pt x="154" y="13"/>
                  <a:pt x="154" y="13"/>
                  <a:pt x="154" y="13"/>
                </a:cubicBezTo>
                <a:cubicBezTo>
                  <a:pt x="154" y="12"/>
                  <a:pt x="154" y="12"/>
                  <a:pt x="154" y="12"/>
                </a:cubicBezTo>
                <a:cubicBezTo>
                  <a:pt x="154" y="12"/>
                  <a:pt x="154" y="12"/>
                  <a:pt x="153" y="13"/>
                </a:cubicBezTo>
                <a:cubicBezTo>
                  <a:pt x="153" y="13"/>
                  <a:pt x="153" y="13"/>
                  <a:pt x="153" y="13"/>
                </a:cubicBezTo>
                <a:cubicBezTo>
                  <a:pt x="152" y="13"/>
                  <a:pt x="152" y="13"/>
                  <a:pt x="152" y="13"/>
                </a:cubicBezTo>
                <a:cubicBezTo>
                  <a:pt x="152" y="13"/>
                  <a:pt x="152" y="13"/>
                  <a:pt x="152" y="13"/>
                </a:cubicBezTo>
                <a:cubicBezTo>
                  <a:pt x="152" y="12"/>
                  <a:pt x="152" y="12"/>
                  <a:pt x="152" y="12"/>
                </a:cubicBezTo>
                <a:cubicBezTo>
                  <a:pt x="152" y="12"/>
                  <a:pt x="152" y="12"/>
                  <a:pt x="152" y="12"/>
                </a:cubicBezTo>
                <a:cubicBezTo>
                  <a:pt x="153" y="12"/>
                  <a:pt x="154" y="11"/>
                  <a:pt x="155" y="11"/>
                </a:cubicBezTo>
                <a:cubicBezTo>
                  <a:pt x="155" y="11"/>
                  <a:pt x="155" y="11"/>
                  <a:pt x="156" y="11"/>
                </a:cubicBezTo>
                <a:cubicBezTo>
                  <a:pt x="156" y="11"/>
                  <a:pt x="156" y="11"/>
                  <a:pt x="156" y="11"/>
                </a:cubicBezTo>
                <a:cubicBezTo>
                  <a:pt x="156" y="10"/>
                  <a:pt x="156" y="10"/>
                  <a:pt x="156" y="10"/>
                </a:cubicBezTo>
                <a:cubicBezTo>
                  <a:pt x="156" y="10"/>
                  <a:pt x="155" y="10"/>
                  <a:pt x="155" y="10"/>
                </a:cubicBezTo>
                <a:cubicBezTo>
                  <a:pt x="155" y="10"/>
                  <a:pt x="154" y="10"/>
                  <a:pt x="154" y="10"/>
                </a:cubicBezTo>
                <a:cubicBezTo>
                  <a:pt x="154" y="11"/>
                  <a:pt x="154" y="11"/>
                  <a:pt x="154" y="11"/>
                </a:cubicBezTo>
                <a:cubicBezTo>
                  <a:pt x="154" y="11"/>
                  <a:pt x="154" y="10"/>
                  <a:pt x="154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154" y="10"/>
                  <a:pt x="154" y="10"/>
                  <a:pt x="154" y="9"/>
                </a:cubicBezTo>
                <a:cubicBezTo>
                  <a:pt x="154" y="9"/>
                  <a:pt x="154" y="9"/>
                  <a:pt x="154" y="9"/>
                </a:cubicBezTo>
                <a:cubicBezTo>
                  <a:pt x="155" y="9"/>
                  <a:pt x="155" y="9"/>
                  <a:pt x="156" y="9"/>
                </a:cubicBezTo>
                <a:cubicBezTo>
                  <a:pt x="156" y="9"/>
                  <a:pt x="157" y="8"/>
                  <a:pt x="157" y="8"/>
                </a:cubicBezTo>
                <a:cubicBezTo>
                  <a:pt x="157" y="8"/>
                  <a:pt x="157" y="8"/>
                  <a:pt x="157" y="8"/>
                </a:cubicBezTo>
                <a:cubicBezTo>
                  <a:pt x="157" y="8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6" y="7"/>
                  <a:pt x="156" y="7"/>
                  <a:pt x="156" y="7"/>
                </a:cubicBezTo>
                <a:cubicBezTo>
                  <a:pt x="156" y="7"/>
                  <a:pt x="156" y="8"/>
                  <a:pt x="156" y="8"/>
                </a:cubicBezTo>
                <a:cubicBezTo>
                  <a:pt x="156" y="8"/>
                  <a:pt x="156" y="8"/>
                  <a:pt x="155" y="9"/>
                </a:cubicBezTo>
                <a:cubicBezTo>
                  <a:pt x="155" y="9"/>
                  <a:pt x="155" y="9"/>
                  <a:pt x="155" y="9"/>
                </a:cubicBezTo>
                <a:cubicBezTo>
                  <a:pt x="155" y="9"/>
                  <a:pt x="155" y="9"/>
                  <a:pt x="155" y="9"/>
                </a:cubicBezTo>
                <a:cubicBezTo>
                  <a:pt x="155" y="8"/>
                  <a:pt x="155" y="8"/>
                  <a:pt x="155" y="8"/>
                </a:cubicBezTo>
                <a:cubicBezTo>
                  <a:pt x="155" y="8"/>
                  <a:pt x="155" y="8"/>
                  <a:pt x="155" y="8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4" y="7"/>
                </a:cubicBezTo>
                <a:cubicBezTo>
                  <a:pt x="154" y="7"/>
                  <a:pt x="154" y="7"/>
                  <a:pt x="154" y="7"/>
                </a:cubicBezTo>
                <a:cubicBezTo>
                  <a:pt x="154" y="7"/>
                  <a:pt x="154" y="7"/>
                  <a:pt x="154" y="7"/>
                </a:cubicBezTo>
                <a:cubicBezTo>
                  <a:pt x="154" y="6"/>
                  <a:pt x="154" y="6"/>
                  <a:pt x="154" y="6"/>
                </a:cubicBezTo>
                <a:cubicBezTo>
                  <a:pt x="154" y="6"/>
                  <a:pt x="154" y="6"/>
                  <a:pt x="154" y="6"/>
                </a:cubicBezTo>
                <a:cubicBezTo>
                  <a:pt x="154" y="6"/>
                  <a:pt x="155" y="6"/>
                  <a:pt x="156" y="6"/>
                </a:cubicBezTo>
                <a:cubicBezTo>
                  <a:pt x="157" y="5"/>
                  <a:pt x="158" y="5"/>
                  <a:pt x="159" y="5"/>
                </a:cubicBezTo>
                <a:cubicBezTo>
                  <a:pt x="159" y="5"/>
                  <a:pt x="159" y="5"/>
                  <a:pt x="159" y="5"/>
                </a:cubicBezTo>
                <a:cubicBezTo>
                  <a:pt x="159" y="5"/>
                  <a:pt x="159" y="5"/>
                  <a:pt x="159" y="5"/>
                </a:cubicBezTo>
                <a:close/>
                <a:moveTo>
                  <a:pt x="166" y="8"/>
                </a:moveTo>
                <a:cubicBezTo>
                  <a:pt x="166" y="8"/>
                  <a:pt x="166" y="8"/>
                  <a:pt x="166" y="8"/>
                </a:cubicBezTo>
                <a:cubicBezTo>
                  <a:pt x="166" y="8"/>
                  <a:pt x="166" y="8"/>
                  <a:pt x="166" y="9"/>
                </a:cubicBezTo>
                <a:cubicBezTo>
                  <a:pt x="167" y="9"/>
                  <a:pt x="167" y="9"/>
                  <a:pt x="167" y="9"/>
                </a:cubicBezTo>
                <a:cubicBezTo>
                  <a:pt x="167" y="9"/>
                  <a:pt x="167" y="9"/>
                  <a:pt x="167" y="10"/>
                </a:cubicBezTo>
                <a:cubicBezTo>
                  <a:pt x="167" y="10"/>
                  <a:pt x="167" y="10"/>
                  <a:pt x="167" y="10"/>
                </a:cubicBezTo>
                <a:cubicBezTo>
                  <a:pt x="167" y="10"/>
                  <a:pt x="166" y="10"/>
                  <a:pt x="166" y="10"/>
                </a:cubicBezTo>
                <a:cubicBezTo>
                  <a:pt x="166" y="10"/>
                  <a:pt x="166" y="10"/>
                  <a:pt x="165" y="10"/>
                </a:cubicBezTo>
                <a:cubicBezTo>
                  <a:pt x="165" y="10"/>
                  <a:pt x="164" y="10"/>
                  <a:pt x="164" y="10"/>
                </a:cubicBezTo>
                <a:cubicBezTo>
                  <a:pt x="164" y="10"/>
                  <a:pt x="164" y="10"/>
                  <a:pt x="164" y="11"/>
                </a:cubicBezTo>
                <a:cubicBezTo>
                  <a:pt x="164" y="12"/>
                  <a:pt x="164" y="12"/>
                  <a:pt x="164" y="13"/>
                </a:cubicBezTo>
                <a:cubicBezTo>
                  <a:pt x="164" y="13"/>
                  <a:pt x="164" y="13"/>
                  <a:pt x="164" y="14"/>
                </a:cubicBezTo>
                <a:cubicBezTo>
                  <a:pt x="164" y="14"/>
                  <a:pt x="164" y="14"/>
                  <a:pt x="164" y="15"/>
                </a:cubicBezTo>
                <a:cubicBezTo>
                  <a:pt x="164" y="15"/>
                  <a:pt x="164" y="15"/>
                  <a:pt x="164" y="16"/>
                </a:cubicBezTo>
                <a:cubicBezTo>
                  <a:pt x="164" y="16"/>
                  <a:pt x="164" y="16"/>
                  <a:pt x="164" y="16"/>
                </a:cubicBezTo>
                <a:cubicBezTo>
                  <a:pt x="164" y="17"/>
                  <a:pt x="164" y="17"/>
                  <a:pt x="164" y="17"/>
                </a:cubicBezTo>
                <a:cubicBezTo>
                  <a:pt x="164" y="17"/>
                  <a:pt x="164" y="18"/>
                  <a:pt x="164" y="18"/>
                </a:cubicBezTo>
                <a:cubicBezTo>
                  <a:pt x="164" y="18"/>
                  <a:pt x="164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lnTo>
                  <a:pt x="163" y="17"/>
                </a:lnTo>
                <a:cubicBezTo>
                  <a:pt x="163" y="17"/>
                  <a:pt x="163" y="15"/>
                  <a:pt x="163" y="14"/>
                </a:cubicBezTo>
                <a:cubicBezTo>
                  <a:pt x="163" y="12"/>
                  <a:pt x="163" y="11"/>
                  <a:pt x="163" y="11"/>
                </a:cubicBezTo>
                <a:cubicBezTo>
                  <a:pt x="163" y="11"/>
                  <a:pt x="162" y="10"/>
                  <a:pt x="162" y="10"/>
                </a:cubicBezTo>
                <a:cubicBezTo>
                  <a:pt x="162" y="10"/>
                  <a:pt x="162" y="10"/>
                  <a:pt x="162" y="10"/>
                </a:cubicBezTo>
                <a:cubicBezTo>
                  <a:pt x="162" y="10"/>
                  <a:pt x="162" y="10"/>
                  <a:pt x="162" y="10"/>
                </a:cubicBezTo>
                <a:cubicBezTo>
                  <a:pt x="161" y="10"/>
                  <a:pt x="161" y="10"/>
                  <a:pt x="161" y="11"/>
                </a:cubicBezTo>
                <a:cubicBezTo>
                  <a:pt x="161" y="11"/>
                  <a:pt x="161" y="11"/>
                  <a:pt x="161" y="11"/>
                </a:cubicBezTo>
                <a:cubicBezTo>
                  <a:pt x="161" y="11"/>
                  <a:pt x="161" y="11"/>
                  <a:pt x="161" y="11"/>
                </a:cubicBezTo>
                <a:cubicBezTo>
                  <a:pt x="160" y="12"/>
                  <a:pt x="160" y="12"/>
                  <a:pt x="160" y="12"/>
                </a:cubicBezTo>
                <a:lnTo>
                  <a:pt x="160" y="13"/>
                </a:lnTo>
                <a:cubicBezTo>
                  <a:pt x="160" y="13"/>
                  <a:pt x="160" y="13"/>
                  <a:pt x="160" y="14"/>
                </a:cubicBezTo>
                <a:cubicBezTo>
                  <a:pt x="160" y="14"/>
                  <a:pt x="159" y="14"/>
                  <a:pt x="159" y="15"/>
                </a:cubicBezTo>
                <a:cubicBezTo>
                  <a:pt x="159" y="15"/>
                  <a:pt x="158" y="15"/>
                  <a:pt x="158" y="15"/>
                </a:cubicBezTo>
                <a:cubicBezTo>
                  <a:pt x="158" y="15"/>
                  <a:pt x="158" y="15"/>
                  <a:pt x="158" y="15"/>
                </a:cubicBezTo>
                <a:cubicBezTo>
                  <a:pt x="158" y="15"/>
                  <a:pt x="158" y="14"/>
                  <a:pt x="159" y="14"/>
                </a:cubicBezTo>
                <a:cubicBezTo>
                  <a:pt x="159" y="13"/>
                  <a:pt x="159" y="12"/>
                  <a:pt x="160" y="12"/>
                </a:cubicBezTo>
                <a:cubicBezTo>
                  <a:pt x="160" y="11"/>
                  <a:pt x="160" y="11"/>
                  <a:pt x="160" y="10"/>
                </a:cubicBezTo>
                <a:cubicBezTo>
                  <a:pt x="160" y="9"/>
                  <a:pt x="160" y="8"/>
                  <a:pt x="160" y="8"/>
                </a:cubicBezTo>
                <a:lnTo>
                  <a:pt x="160" y="7"/>
                </a:lnTo>
                <a:cubicBezTo>
                  <a:pt x="160" y="7"/>
                  <a:pt x="160" y="6"/>
                  <a:pt x="160" y="6"/>
                </a:cubicBezTo>
                <a:cubicBezTo>
                  <a:pt x="160" y="6"/>
                  <a:pt x="160" y="6"/>
                  <a:pt x="161" y="6"/>
                </a:cubicBezTo>
                <a:cubicBezTo>
                  <a:pt x="161" y="6"/>
                  <a:pt x="162" y="6"/>
                  <a:pt x="162" y="6"/>
                </a:cubicBezTo>
                <a:cubicBezTo>
                  <a:pt x="163" y="5"/>
                  <a:pt x="164" y="5"/>
                  <a:pt x="164" y="5"/>
                </a:cubicBezTo>
                <a:cubicBezTo>
                  <a:pt x="164" y="5"/>
                  <a:pt x="165" y="5"/>
                  <a:pt x="165" y="5"/>
                </a:cubicBezTo>
                <a:cubicBezTo>
                  <a:pt x="165" y="6"/>
                  <a:pt x="165" y="6"/>
                  <a:pt x="165" y="6"/>
                </a:cubicBezTo>
                <a:cubicBezTo>
                  <a:pt x="165" y="6"/>
                  <a:pt x="165" y="6"/>
                  <a:pt x="165" y="6"/>
                </a:cubicBezTo>
                <a:cubicBezTo>
                  <a:pt x="165" y="7"/>
                  <a:pt x="164" y="7"/>
                  <a:pt x="164" y="7"/>
                </a:cubicBezTo>
                <a:cubicBezTo>
                  <a:pt x="164" y="7"/>
                  <a:pt x="164" y="7"/>
                  <a:pt x="164" y="7"/>
                </a:cubicBezTo>
                <a:cubicBezTo>
                  <a:pt x="163" y="7"/>
                  <a:pt x="163" y="7"/>
                  <a:pt x="163" y="7"/>
                </a:cubicBezTo>
                <a:cubicBezTo>
                  <a:pt x="162" y="7"/>
                  <a:pt x="162" y="7"/>
                  <a:pt x="161" y="8"/>
                </a:cubicBezTo>
                <a:cubicBezTo>
                  <a:pt x="161" y="8"/>
                  <a:pt x="161" y="9"/>
                  <a:pt x="161" y="9"/>
                </a:cubicBezTo>
                <a:cubicBezTo>
                  <a:pt x="161" y="9"/>
                  <a:pt x="161" y="9"/>
                  <a:pt x="161" y="9"/>
                </a:cubicBezTo>
                <a:cubicBezTo>
                  <a:pt x="161" y="9"/>
                  <a:pt x="162" y="9"/>
                  <a:pt x="163" y="9"/>
                </a:cubicBezTo>
                <a:cubicBezTo>
                  <a:pt x="163" y="8"/>
                  <a:pt x="164" y="8"/>
                  <a:pt x="165" y="8"/>
                </a:cubicBezTo>
                <a:cubicBezTo>
                  <a:pt x="165" y="8"/>
                  <a:pt x="165" y="8"/>
                  <a:pt x="166" y="8"/>
                </a:cubicBezTo>
                <a:close/>
              </a:path>
              <a:path w="192" h="20">
                <a:moveTo>
                  <a:pt x="28" y="11"/>
                </a:moveTo>
                <a:cubicBezTo>
                  <a:pt x="28" y="11"/>
                  <a:pt x="28" y="11"/>
                  <a:pt x="28" y="11"/>
                </a:cubicBezTo>
                <a:cubicBezTo>
                  <a:pt x="28" y="11"/>
                  <a:pt x="29" y="10"/>
                  <a:pt x="30" y="10"/>
                </a:cubicBezTo>
                <a:cubicBezTo>
                  <a:pt x="30" y="10"/>
                  <a:pt x="30" y="10"/>
                  <a:pt x="30" y="10"/>
                </a:cubicBezTo>
                <a:cubicBezTo>
                  <a:pt x="30" y="10"/>
                  <a:pt x="30" y="9"/>
                  <a:pt x="30" y="9"/>
                </a:cubicBezTo>
                <a:lnTo>
                  <a:pt x="30" y="7"/>
                </a:lnTo>
                <a:cubicBezTo>
                  <a:pt x="30" y="6"/>
                  <a:pt x="30" y="6"/>
                  <a:pt x="30" y="6"/>
                </a:cubicBezTo>
                <a:cubicBezTo>
                  <a:pt x="29" y="6"/>
                  <a:pt x="29" y="6"/>
                  <a:pt x="29" y="6"/>
                </a:cubicBezTo>
                <a:cubicBezTo>
                  <a:pt x="29" y="6"/>
                  <a:pt x="29" y="6"/>
                  <a:pt x="29" y="6"/>
                </a:cubicBezTo>
                <a:cubicBezTo>
                  <a:pt x="28" y="6"/>
                  <a:pt x="28" y="6"/>
                  <a:pt x="28" y="6"/>
                </a:cubicBezTo>
                <a:cubicBezTo>
                  <a:pt x="28" y="7"/>
                  <a:pt x="28" y="7"/>
                  <a:pt x="28" y="7"/>
                </a:cubicBezTo>
                <a:cubicBezTo>
                  <a:pt x="28" y="7"/>
                  <a:pt x="28" y="7"/>
                  <a:pt x="28" y="7"/>
                </a:cubicBezTo>
                <a:cubicBezTo>
                  <a:pt x="28" y="8"/>
                  <a:pt x="29" y="8"/>
                  <a:pt x="29" y="8"/>
                </a:cubicBezTo>
                <a:cubicBezTo>
                  <a:pt x="29" y="8"/>
                  <a:pt x="29" y="8"/>
                  <a:pt x="29" y="9"/>
                </a:cubicBezTo>
                <a:cubicBezTo>
                  <a:pt x="29" y="9"/>
                  <a:pt x="29" y="9"/>
                  <a:pt x="29" y="9"/>
                </a:cubicBezTo>
                <a:cubicBezTo>
                  <a:pt x="29" y="9"/>
                  <a:pt x="28" y="9"/>
                  <a:pt x="28" y="9"/>
                </a:cubicBezTo>
                <a:cubicBezTo>
                  <a:pt x="28" y="9"/>
                  <a:pt x="28" y="9"/>
                  <a:pt x="28" y="10"/>
                </a:cubicBezTo>
                <a:cubicBezTo>
                  <a:pt x="28" y="10"/>
                  <a:pt x="28" y="10"/>
                  <a:pt x="28" y="10"/>
                </a:cubicBezTo>
                <a:cubicBezTo>
                  <a:pt x="28" y="10"/>
                  <a:pt x="28" y="11"/>
                  <a:pt x="28" y="11"/>
                </a:cubicBezTo>
                <a:cubicBezTo>
                  <a:pt x="28" y="11"/>
                  <a:pt x="28" y="11"/>
                  <a:pt x="28" y="11"/>
                </a:cubicBezTo>
                <a:close/>
              </a:path>
              <a:path w="192" h="20">
                <a:moveTo>
                  <a:pt x="53" y="8"/>
                </a:moveTo>
                <a:cubicBezTo>
                  <a:pt x="53" y="7"/>
                  <a:pt x="53" y="7"/>
                  <a:pt x="52" y="7"/>
                </a:cubicBezTo>
                <a:cubicBezTo>
                  <a:pt x="52" y="7"/>
                  <a:pt x="52" y="7"/>
                  <a:pt x="52" y="7"/>
                </a:cubicBezTo>
                <a:cubicBezTo>
                  <a:pt x="52" y="7"/>
                  <a:pt x="52" y="7"/>
                  <a:pt x="52" y="7"/>
                </a:cubicBezTo>
                <a:cubicBezTo>
                  <a:pt x="52" y="7"/>
                  <a:pt x="52" y="7"/>
                  <a:pt x="52" y="8"/>
                </a:cubicBezTo>
                <a:cubicBezTo>
                  <a:pt x="51" y="8"/>
                  <a:pt x="51" y="9"/>
                  <a:pt x="51" y="9"/>
                </a:cubicBezTo>
                <a:cubicBezTo>
                  <a:pt x="51" y="9"/>
                  <a:pt x="52" y="9"/>
                  <a:pt x="52" y="9"/>
                </a:cubicBezTo>
                <a:cubicBezTo>
                  <a:pt x="52" y="9"/>
                  <a:pt x="52" y="9"/>
                  <a:pt x="52" y="9"/>
                </a:cubicBezTo>
                <a:cubicBezTo>
                  <a:pt x="53" y="8"/>
                  <a:pt x="53" y="8"/>
                  <a:pt x="53" y="8"/>
                </a:cubicBezTo>
                <a:close/>
              </a:path>
              <a:path w="192" h="20">
                <a:moveTo>
                  <a:pt x="50" y="8"/>
                </a:moveTo>
                <a:cubicBezTo>
                  <a:pt x="50" y="8"/>
                  <a:pt x="50" y="8"/>
                  <a:pt x="50" y="7"/>
                </a:cubicBezTo>
                <a:cubicBezTo>
                  <a:pt x="50" y="7"/>
                  <a:pt x="50" y="7"/>
                  <a:pt x="50" y="7"/>
                </a:cubicBezTo>
                <a:cubicBezTo>
                  <a:pt x="50" y="7"/>
                  <a:pt x="50" y="7"/>
                  <a:pt x="50" y="7"/>
                </a:cubicBezTo>
                <a:cubicBezTo>
                  <a:pt x="50" y="7"/>
                  <a:pt x="50" y="8"/>
                  <a:pt x="50" y="8"/>
                </a:cubicBezTo>
                <a:cubicBezTo>
                  <a:pt x="50" y="8"/>
                  <a:pt x="50" y="8"/>
                  <a:pt x="50" y="9"/>
                </a:cubicBezTo>
                <a:cubicBezTo>
                  <a:pt x="50" y="9"/>
                  <a:pt x="50" y="9"/>
                  <a:pt x="50" y="9"/>
                </a:cubicBezTo>
                <a:cubicBezTo>
                  <a:pt x="50" y="9"/>
                  <a:pt x="50" y="9"/>
                  <a:pt x="50" y="9"/>
                </a:cubicBezTo>
                <a:cubicBezTo>
                  <a:pt x="50" y="8"/>
                  <a:pt x="50" y="8"/>
                  <a:pt x="50" y="8"/>
                </a:cubicBezTo>
                <a:close/>
              </a:path>
              <a:path w="192" h="20">
                <a:moveTo>
                  <a:pt x="49" y="9"/>
                </a:moveTo>
                <a:cubicBezTo>
                  <a:pt x="49" y="9"/>
                  <a:pt x="49" y="9"/>
                  <a:pt x="49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9"/>
                  <a:pt x="48" y="9"/>
                  <a:pt x="48" y="9"/>
                </a:cubicBezTo>
                <a:cubicBezTo>
                  <a:pt x="48" y="9"/>
                  <a:pt x="48" y="9"/>
                  <a:pt x="48" y="9"/>
                </a:cubicBezTo>
                <a:cubicBezTo>
                  <a:pt x="49" y="9"/>
                  <a:pt x="49" y="9"/>
                  <a:pt x="49" y="9"/>
                </a:cubicBezTo>
                <a:close/>
              </a:path>
              <a:path w="192" h="20">
                <a:moveTo>
                  <a:pt x="51" y="13"/>
                </a:moveTo>
                <a:cubicBezTo>
                  <a:pt x="51" y="13"/>
                  <a:pt x="51" y="13"/>
                  <a:pt x="51" y="13"/>
                </a:cubicBezTo>
                <a:cubicBezTo>
                  <a:pt x="51" y="13"/>
                  <a:pt x="52" y="13"/>
                  <a:pt x="52" y="13"/>
                </a:cubicBezTo>
                <a:cubicBezTo>
                  <a:pt x="52" y="13"/>
                  <a:pt x="52" y="12"/>
                  <a:pt x="52" y="12"/>
                </a:cubicBezTo>
                <a:cubicBezTo>
                  <a:pt x="52" y="12"/>
                  <a:pt x="52" y="12"/>
                  <a:pt x="51" y="12"/>
                </a:cubicBezTo>
                <a:cubicBezTo>
                  <a:pt x="51" y="12"/>
                  <a:pt x="51" y="12"/>
                  <a:pt x="51" y="12"/>
                </a:cubicBezTo>
                <a:cubicBezTo>
                  <a:pt x="51" y="12"/>
                  <a:pt x="51" y="12"/>
                  <a:pt x="50" y="12"/>
                </a:cubicBezTo>
                <a:cubicBezTo>
                  <a:pt x="50" y="12"/>
                  <a:pt x="50" y="12"/>
                  <a:pt x="50" y="12"/>
                </a:cubicBezTo>
                <a:cubicBezTo>
                  <a:pt x="50" y="12"/>
                  <a:pt x="50" y="12"/>
                  <a:pt x="50" y="13"/>
                </a:cubicBezTo>
                <a:cubicBezTo>
                  <a:pt x="50" y="13"/>
                  <a:pt x="50" y="13"/>
                  <a:pt x="51" y="13"/>
                </a:cubicBezTo>
                <a:close/>
              </a:path>
              <a:path w="192" h="20">
                <a:moveTo>
                  <a:pt x="51" y="15"/>
                </a:moveTo>
                <a:cubicBezTo>
                  <a:pt x="52" y="15"/>
                  <a:pt x="52" y="15"/>
                  <a:pt x="52" y="15"/>
                </a:cubicBezTo>
                <a:cubicBezTo>
                  <a:pt x="53" y="15"/>
                  <a:pt x="53" y="15"/>
                  <a:pt x="53" y="14"/>
                </a:cubicBezTo>
                <a:cubicBezTo>
                  <a:pt x="53" y="14"/>
                  <a:pt x="53" y="14"/>
                  <a:pt x="53" y="13"/>
                </a:cubicBezTo>
                <a:cubicBezTo>
                  <a:pt x="52" y="13"/>
                  <a:pt x="52" y="13"/>
                  <a:pt x="52" y="13"/>
                </a:cubicBezTo>
                <a:cubicBezTo>
                  <a:pt x="52" y="13"/>
                  <a:pt x="52" y="13"/>
                  <a:pt x="52" y="13"/>
                </a:cubicBezTo>
                <a:cubicBezTo>
                  <a:pt x="52" y="13"/>
                  <a:pt x="51" y="14"/>
                  <a:pt x="51" y="14"/>
                </a:cubicBezTo>
                <a:cubicBezTo>
                  <a:pt x="51" y="14"/>
                  <a:pt x="51" y="14"/>
                  <a:pt x="51" y="14"/>
                </a:cubicBezTo>
                <a:lnTo>
                  <a:pt x="50" y="14"/>
                </a:lnTo>
                <a:cubicBezTo>
                  <a:pt x="50" y="14"/>
                  <a:pt x="50" y="14"/>
                  <a:pt x="49" y="12"/>
                </a:cubicBezTo>
                <a:cubicBezTo>
                  <a:pt x="49" y="12"/>
                  <a:pt x="49" y="12"/>
                  <a:pt x="49" y="12"/>
                </a:cubicBezTo>
                <a:cubicBezTo>
                  <a:pt x="49" y="12"/>
                  <a:pt x="49" y="12"/>
                  <a:pt x="49" y="12"/>
                </a:cubicBezTo>
                <a:cubicBezTo>
                  <a:pt x="49" y="12"/>
                  <a:pt x="49" y="12"/>
                  <a:pt x="49" y="13"/>
                </a:cubicBezTo>
                <a:cubicBezTo>
                  <a:pt x="49" y="13"/>
                  <a:pt x="49" y="13"/>
                  <a:pt x="49" y="13"/>
                </a:cubicBezTo>
                <a:cubicBezTo>
                  <a:pt x="49" y="14"/>
                  <a:pt x="49" y="14"/>
                  <a:pt x="49" y="15"/>
                </a:cubicBezTo>
                <a:cubicBezTo>
                  <a:pt x="50" y="15"/>
                  <a:pt x="50" y="15"/>
                  <a:pt x="51" y="15"/>
                </a:cubicBezTo>
                <a:close/>
              </a:path>
              <a:path w="192" h="20">
                <a:moveTo>
                  <a:pt x="68" y="8"/>
                </a:moveTo>
                <a:cubicBezTo>
                  <a:pt x="68" y="8"/>
                  <a:pt x="69" y="8"/>
                  <a:pt x="69" y="8"/>
                </a:cubicBezTo>
                <a:cubicBezTo>
                  <a:pt x="69" y="8"/>
                  <a:pt x="69" y="7"/>
                  <a:pt x="69" y="7"/>
                </a:cubicBezTo>
                <a:cubicBezTo>
                  <a:pt x="69" y="7"/>
                  <a:pt x="69" y="6"/>
                  <a:pt x="69" y="6"/>
                </a:cubicBezTo>
                <a:cubicBezTo>
                  <a:pt x="69" y="6"/>
                  <a:pt x="69" y="5"/>
                  <a:pt x="69" y="5"/>
                </a:cubicBezTo>
                <a:cubicBezTo>
                  <a:pt x="68" y="5"/>
                  <a:pt x="68" y="5"/>
                  <a:pt x="68" y="5"/>
                </a:cubicBezTo>
                <a:cubicBezTo>
                  <a:pt x="68" y="5"/>
                  <a:pt x="67" y="5"/>
                  <a:pt x="67" y="5"/>
                </a:cubicBezTo>
                <a:cubicBezTo>
                  <a:pt x="67" y="5"/>
                  <a:pt x="67" y="5"/>
                  <a:pt x="66" y="5"/>
                </a:cubicBezTo>
                <a:cubicBezTo>
                  <a:pt x="66" y="6"/>
                  <a:pt x="66" y="6"/>
                  <a:pt x="65" y="6"/>
                </a:cubicBezTo>
                <a:cubicBezTo>
                  <a:pt x="65" y="6"/>
                  <a:pt x="65" y="6"/>
                  <a:pt x="65" y="6"/>
                </a:cubicBezTo>
                <a:cubicBezTo>
                  <a:pt x="65" y="6"/>
                  <a:pt x="65" y="6"/>
                  <a:pt x="65" y="6"/>
                </a:cubicBezTo>
                <a:cubicBezTo>
                  <a:pt x="65" y="7"/>
                  <a:pt x="65" y="7"/>
                  <a:pt x="65" y="8"/>
                </a:cubicBezTo>
                <a:cubicBezTo>
                  <a:pt x="65" y="8"/>
                  <a:pt x="65" y="8"/>
                  <a:pt x="65" y="8"/>
                </a:cubicBezTo>
                <a:cubicBezTo>
                  <a:pt x="66" y="8"/>
                  <a:pt x="66" y="8"/>
                  <a:pt x="66" y="8"/>
                </a:cubicBezTo>
                <a:cubicBezTo>
                  <a:pt x="67" y="7"/>
                  <a:pt x="68" y="7"/>
                  <a:pt x="68" y="7"/>
                </a:cubicBezTo>
                <a:cubicBezTo>
                  <a:pt x="68" y="7"/>
                  <a:pt x="68" y="7"/>
                  <a:pt x="68" y="8"/>
                </a:cubicBezTo>
                <a:cubicBezTo>
                  <a:pt x="68" y="8"/>
                  <a:pt x="68" y="8"/>
                  <a:pt x="68" y="8"/>
                </a:cubicBezTo>
                <a:close/>
                <a:moveTo>
                  <a:pt x="68" y="6"/>
                </a:moveTo>
                <a:cubicBezTo>
                  <a:pt x="68" y="6"/>
                  <a:pt x="68" y="6"/>
                  <a:pt x="68" y="6"/>
                </a:cubicBezTo>
                <a:cubicBezTo>
                  <a:pt x="68" y="7"/>
                  <a:pt x="68" y="7"/>
                  <a:pt x="67" y="7"/>
                </a:cubicBezTo>
                <a:cubicBezTo>
                  <a:pt x="67" y="7"/>
                  <a:pt x="66" y="7"/>
                  <a:pt x="66" y="7"/>
                </a:cubicBezTo>
                <a:cubicBezTo>
                  <a:pt x="66" y="7"/>
                  <a:pt x="66" y="7"/>
                  <a:pt x="66" y="7"/>
                </a:cubicBezTo>
                <a:cubicBezTo>
                  <a:pt x="65" y="7"/>
                  <a:pt x="65" y="7"/>
                  <a:pt x="65" y="6"/>
                </a:cubicBezTo>
                <a:cubicBezTo>
                  <a:pt x="65" y="6"/>
                  <a:pt x="66" y="6"/>
                  <a:pt x="66" y="6"/>
                </a:cubicBezTo>
                <a:cubicBezTo>
                  <a:pt x="66" y="6"/>
                  <a:pt x="67" y="6"/>
                  <a:pt x="67" y="6"/>
                </a:cubicBezTo>
                <a:cubicBezTo>
                  <a:pt x="67" y="6"/>
                  <a:pt x="67" y="6"/>
                  <a:pt x="68" y="6"/>
                </a:cubicBezTo>
                <a:close/>
              </a:path>
              <a:path w="192" h="20">
                <a:moveTo>
                  <a:pt x="127" y="7"/>
                </a:moveTo>
                <a:cubicBezTo>
                  <a:pt x="127" y="7"/>
                  <a:pt x="127" y="7"/>
                  <a:pt x="127" y="7"/>
                </a:cubicBezTo>
                <a:cubicBezTo>
                  <a:pt x="127" y="7"/>
                  <a:pt x="127" y="7"/>
                  <a:pt x="127" y="6"/>
                </a:cubicBezTo>
                <a:cubicBezTo>
                  <a:pt x="127" y="6"/>
                  <a:pt x="127" y="5"/>
                  <a:pt x="127" y="5"/>
                </a:cubicBezTo>
                <a:cubicBezTo>
                  <a:pt x="127" y="4"/>
                  <a:pt x="127" y="4"/>
                  <a:pt x="127" y="3"/>
                </a:cubicBezTo>
                <a:cubicBezTo>
                  <a:pt x="127" y="3"/>
                  <a:pt x="127" y="3"/>
                  <a:pt x="127" y="3"/>
                </a:cubicBezTo>
                <a:cubicBezTo>
                  <a:pt x="127" y="3"/>
                  <a:pt x="127" y="3"/>
                  <a:pt x="127" y="3"/>
                </a:cubicBezTo>
                <a:cubicBezTo>
                  <a:pt x="127" y="3"/>
                  <a:pt x="126" y="3"/>
                  <a:pt x="126" y="3"/>
                </a:cubicBezTo>
                <a:cubicBezTo>
                  <a:pt x="125" y="3"/>
                  <a:pt x="125" y="3"/>
                  <a:pt x="125" y="4"/>
                </a:cubicBezTo>
                <a:cubicBezTo>
                  <a:pt x="125" y="4"/>
                  <a:pt x="125" y="4"/>
                  <a:pt x="125" y="4"/>
                </a:cubicBezTo>
                <a:cubicBezTo>
                  <a:pt x="125" y="4"/>
                  <a:pt x="125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5"/>
                  <a:pt x="126" y="5"/>
                  <a:pt x="126" y="5"/>
                </a:cubicBezTo>
                <a:cubicBezTo>
                  <a:pt x="125" y="5"/>
                  <a:pt x="125" y="5"/>
                  <a:pt x="125" y="5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6" y="6"/>
                </a:cubicBezTo>
                <a:cubicBezTo>
                  <a:pt x="126" y="6"/>
                  <a:pt x="126" y="6"/>
                  <a:pt x="126" y="6"/>
                </a:cubicBezTo>
                <a:cubicBezTo>
                  <a:pt x="126" y="6"/>
                  <a:pt x="126" y="6"/>
                  <a:pt x="126" y="6"/>
                </a:cubicBezTo>
                <a:cubicBezTo>
                  <a:pt x="126" y="6"/>
                  <a:pt x="126" y="6"/>
                  <a:pt x="127" y="7"/>
                </a:cubicBezTo>
                <a:cubicBezTo>
                  <a:pt x="127" y="7"/>
                  <a:pt x="127" y="7"/>
                  <a:pt x="127" y="7"/>
                </a:cubicBezTo>
                <a:close/>
              </a:path>
              <a:path w="192" h="20">
                <a:moveTo>
                  <a:pt x="125" y="13"/>
                </a:moveTo>
                <a:cubicBezTo>
                  <a:pt x="125" y="13"/>
                  <a:pt x="125" y="13"/>
                  <a:pt x="125" y="13"/>
                </a:cubicBezTo>
                <a:cubicBezTo>
                  <a:pt x="125" y="13"/>
                  <a:pt x="125" y="12"/>
                  <a:pt x="125" y="12"/>
                </a:cubicBezTo>
                <a:cubicBezTo>
                  <a:pt x="126" y="12"/>
                  <a:pt x="126" y="11"/>
                  <a:pt x="126" y="11"/>
                </a:cubicBezTo>
                <a:cubicBezTo>
                  <a:pt x="126" y="11"/>
                  <a:pt x="125" y="11"/>
                  <a:pt x="125" y="10"/>
                </a:cubicBezTo>
                <a:cubicBezTo>
                  <a:pt x="125" y="10"/>
                  <a:pt x="125" y="10"/>
                  <a:pt x="125" y="10"/>
                </a:cubicBezTo>
                <a:cubicBezTo>
                  <a:pt x="125" y="10"/>
                  <a:pt x="125" y="10"/>
                  <a:pt x="125" y="10"/>
                </a:cubicBezTo>
                <a:cubicBezTo>
                  <a:pt x="124" y="10"/>
                  <a:pt x="124" y="10"/>
                  <a:pt x="124" y="11"/>
                </a:cubicBezTo>
                <a:cubicBezTo>
                  <a:pt x="124" y="11"/>
                  <a:pt x="124" y="11"/>
                  <a:pt x="124" y="11"/>
                </a:cubicBezTo>
                <a:cubicBezTo>
                  <a:pt x="124" y="12"/>
                  <a:pt x="124" y="12"/>
                  <a:pt x="124" y="12"/>
                </a:cubicBezTo>
                <a:cubicBezTo>
                  <a:pt x="125" y="12"/>
                  <a:pt x="125" y="12"/>
                  <a:pt x="125" y="12"/>
                </a:cubicBezTo>
                <a:cubicBezTo>
                  <a:pt x="125" y="13"/>
                  <a:pt x="125" y="13"/>
                  <a:pt x="125" y="13"/>
                </a:cubicBezTo>
                <a:close/>
              </a:path>
              <a:path w="192" h="20">
                <a:moveTo>
                  <a:pt x="156" y="13"/>
                </a:moveTo>
                <a:cubicBezTo>
                  <a:pt x="156" y="13"/>
                  <a:pt x="156" y="12"/>
                  <a:pt x="156" y="12"/>
                </a:cubicBezTo>
                <a:cubicBezTo>
                  <a:pt x="156" y="12"/>
                  <a:pt x="156" y="12"/>
                  <a:pt x="156" y="12"/>
                </a:cubicBezTo>
                <a:cubicBezTo>
                  <a:pt x="156" y="12"/>
                  <a:pt x="156" y="12"/>
                  <a:pt x="156" y="12"/>
                </a:cubicBezTo>
                <a:cubicBezTo>
                  <a:pt x="156" y="12"/>
                  <a:pt x="156" y="12"/>
                  <a:pt x="155" y="12"/>
                </a:cubicBezTo>
                <a:cubicBezTo>
                  <a:pt x="155" y="12"/>
                  <a:pt x="155" y="12"/>
                  <a:pt x="155" y="12"/>
                </a:cubicBezTo>
                <a:cubicBezTo>
                  <a:pt x="155" y="12"/>
                  <a:pt x="155" y="12"/>
                  <a:pt x="155" y="13"/>
                </a:cubicBezTo>
                <a:cubicBezTo>
                  <a:pt x="155" y="13"/>
                  <a:pt x="155" y="13"/>
                  <a:pt x="155" y="13"/>
                </a:cubicBezTo>
                <a:cubicBezTo>
                  <a:pt x="155" y="14"/>
                  <a:pt x="155" y="14"/>
                  <a:pt x="155" y="14"/>
                </a:cubicBezTo>
                <a:cubicBezTo>
                  <a:pt x="155" y="14"/>
                  <a:pt x="155" y="14"/>
                  <a:pt x="155" y="14"/>
                </a:cubicBezTo>
                <a:cubicBezTo>
                  <a:pt x="155" y="14"/>
                  <a:pt x="155" y="14"/>
                  <a:pt x="156" y="14"/>
                </a:cubicBezTo>
                <a:cubicBezTo>
                  <a:pt x="156" y="14"/>
                  <a:pt x="156" y="14"/>
                  <a:pt x="156" y="14"/>
                </a:cubicBezTo>
                <a:cubicBezTo>
                  <a:pt x="156" y="14"/>
                  <a:pt x="156" y="14"/>
                  <a:pt x="156" y="14"/>
                </a:cubicBezTo>
                <a:cubicBezTo>
                  <a:pt x="156" y="13"/>
                  <a:pt x="156" y="13"/>
                  <a:pt x="156" y="13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2" name="Rectangle 13"/>
          <p:cNvSpPr>
            <a:spLocks noGrp="1"/>
          </p:cNvSpPr>
          <p:nvPr/>
        </p:nvSpPr>
        <p:spPr>
          <a:xfrm>
            <a:off x="9971521" y="260515"/>
            <a:ext cx="182870" cy="6350"/>
          </a:xfrm>
          <a:prstGeom prst="rect">
            <a:avLst/>
          </a:prstGeom>
          <a:solidFill>
            <a:srgbClr val="005A9F"/>
          </a:solidFill>
          <a:ln>
            <a:noFill/>
          </a:ln>
        </p:spPr>
      </p:sp>
      <p:sp>
        <p:nvSpPr>
          <p:cNvPr id="13" name="Freeform 14"/>
          <p:cNvSpPr>
            <a:spLocks noGrp="1"/>
          </p:cNvSpPr>
          <p:nvPr/>
        </p:nvSpPr>
        <p:spPr>
          <a:xfrm>
            <a:off x="9881355" y="177969"/>
            <a:ext cx="358121" cy="91435"/>
          </a:xfrm>
          <a:custGeom>
            <a:avLst/>
            <a:gdLst/>
            <a:ahLst/>
            <a:cxnLst/>
            <a:rect l="l" t="t" r="r" b="b"/>
            <a:pathLst>
              <a:path w="232" h="59">
                <a:moveTo>
                  <a:pt x="7" y="34"/>
                </a:moveTo>
                <a:lnTo>
                  <a:pt x="2" y="31"/>
                </a:lnTo>
                <a:lnTo>
                  <a:pt x="1" y="31"/>
                </a:lnTo>
                <a:lnTo>
                  <a:pt x="1" y="30"/>
                </a:lnTo>
                <a:lnTo>
                  <a:pt x="2" y="30"/>
                </a:lnTo>
                <a:lnTo>
                  <a:pt x="3" y="30"/>
                </a:lnTo>
                <a:lnTo>
                  <a:pt x="3" y="29"/>
                </a:lnTo>
                <a:lnTo>
                  <a:pt x="4" y="29"/>
                </a:lnTo>
                <a:lnTo>
                  <a:pt x="5" y="30"/>
                </a:lnTo>
                <a:lnTo>
                  <a:pt x="6" y="30"/>
                </a:lnTo>
                <a:lnTo>
                  <a:pt x="7" y="31"/>
                </a:lnTo>
                <a:lnTo>
                  <a:pt x="7" y="32"/>
                </a:lnTo>
                <a:lnTo>
                  <a:pt x="8" y="34"/>
                </a:lnTo>
                <a:lnTo>
                  <a:pt x="9" y="33"/>
                </a:lnTo>
                <a:lnTo>
                  <a:pt x="9" y="28"/>
                </a:lnTo>
                <a:lnTo>
                  <a:pt x="9" y="27"/>
                </a:lnTo>
                <a:lnTo>
                  <a:pt x="9" y="26"/>
                </a:lnTo>
                <a:lnTo>
                  <a:pt x="10" y="26"/>
                </a:lnTo>
                <a:lnTo>
                  <a:pt x="11" y="26"/>
                </a:lnTo>
                <a:lnTo>
                  <a:pt x="12" y="26"/>
                </a:lnTo>
                <a:lnTo>
                  <a:pt x="13" y="26"/>
                </a:lnTo>
                <a:lnTo>
                  <a:pt x="14" y="27"/>
                </a:lnTo>
                <a:lnTo>
                  <a:pt x="14" y="28"/>
                </a:lnTo>
                <a:lnTo>
                  <a:pt x="15" y="28"/>
                </a:lnTo>
                <a:lnTo>
                  <a:pt x="15" y="29"/>
                </a:lnTo>
                <a:lnTo>
                  <a:pt x="14" y="29"/>
                </a:lnTo>
                <a:lnTo>
                  <a:pt x="12" y="32"/>
                </a:lnTo>
                <a:lnTo>
                  <a:pt x="12" y="33"/>
                </a:lnTo>
                <a:lnTo>
                  <a:pt x="11" y="33"/>
                </a:lnTo>
                <a:lnTo>
                  <a:pt x="11" y="34"/>
                </a:lnTo>
                <a:lnTo>
                  <a:pt x="11" y="35"/>
                </a:lnTo>
                <a:lnTo>
                  <a:pt x="11" y="37"/>
                </a:lnTo>
                <a:lnTo>
                  <a:pt x="13" y="37"/>
                </a:lnTo>
                <a:lnTo>
                  <a:pt x="14" y="36"/>
                </a:lnTo>
                <a:lnTo>
                  <a:pt x="14" y="35"/>
                </a:lnTo>
                <a:lnTo>
                  <a:pt x="14" y="34"/>
                </a:lnTo>
                <a:lnTo>
                  <a:pt x="14" y="33"/>
                </a:lnTo>
                <a:lnTo>
                  <a:pt x="13" y="33"/>
                </a:lnTo>
                <a:lnTo>
                  <a:pt x="13" y="32"/>
                </a:lnTo>
                <a:lnTo>
                  <a:pt x="14" y="32"/>
                </a:lnTo>
                <a:lnTo>
                  <a:pt x="16" y="32"/>
                </a:lnTo>
                <a:lnTo>
                  <a:pt x="17" y="32"/>
                </a:lnTo>
                <a:lnTo>
                  <a:pt x="18" y="32"/>
                </a:lnTo>
                <a:lnTo>
                  <a:pt x="18" y="33"/>
                </a:lnTo>
                <a:lnTo>
                  <a:pt x="18" y="34"/>
                </a:lnTo>
                <a:lnTo>
                  <a:pt x="17" y="34"/>
                </a:lnTo>
                <a:lnTo>
                  <a:pt x="17" y="35"/>
                </a:lnTo>
                <a:lnTo>
                  <a:pt x="17" y="36"/>
                </a:lnTo>
                <a:lnTo>
                  <a:pt x="16" y="36"/>
                </a:lnTo>
                <a:lnTo>
                  <a:pt x="16" y="38"/>
                </a:lnTo>
                <a:lnTo>
                  <a:pt x="17" y="38"/>
                </a:lnTo>
                <a:lnTo>
                  <a:pt x="19" y="35"/>
                </a:lnTo>
                <a:lnTo>
                  <a:pt x="19" y="34"/>
                </a:lnTo>
                <a:lnTo>
                  <a:pt x="20" y="34"/>
                </a:lnTo>
                <a:lnTo>
                  <a:pt x="21" y="34"/>
                </a:lnTo>
                <a:lnTo>
                  <a:pt x="22" y="34"/>
                </a:lnTo>
                <a:lnTo>
                  <a:pt x="22" y="35"/>
                </a:lnTo>
                <a:lnTo>
                  <a:pt x="23" y="35"/>
                </a:lnTo>
                <a:lnTo>
                  <a:pt x="23" y="36"/>
                </a:lnTo>
                <a:lnTo>
                  <a:pt x="22" y="36"/>
                </a:lnTo>
                <a:lnTo>
                  <a:pt x="19" y="42"/>
                </a:lnTo>
                <a:lnTo>
                  <a:pt x="18" y="42"/>
                </a:lnTo>
                <a:lnTo>
                  <a:pt x="18" y="43"/>
                </a:lnTo>
                <a:lnTo>
                  <a:pt x="19" y="43"/>
                </a:lnTo>
                <a:lnTo>
                  <a:pt x="20" y="43"/>
                </a:lnTo>
                <a:lnTo>
                  <a:pt x="22" y="43"/>
                </a:lnTo>
                <a:lnTo>
                  <a:pt x="23" y="43"/>
                </a:lnTo>
                <a:lnTo>
                  <a:pt x="23" y="44"/>
                </a:lnTo>
                <a:lnTo>
                  <a:pt x="20" y="48"/>
                </a:lnTo>
                <a:lnTo>
                  <a:pt x="24" y="54"/>
                </a:lnTo>
                <a:lnTo>
                  <a:pt x="24" y="56"/>
                </a:lnTo>
                <a:lnTo>
                  <a:pt x="25" y="57"/>
                </a:lnTo>
                <a:lnTo>
                  <a:pt x="25" y="58"/>
                </a:lnTo>
                <a:lnTo>
                  <a:pt x="25" y="59"/>
                </a:lnTo>
                <a:lnTo>
                  <a:pt x="24" y="59"/>
                </a:lnTo>
                <a:lnTo>
                  <a:pt x="23" y="59"/>
                </a:lnTo>
                <a:lnTo>
                  <a:pt x="22" y="59"/>
                </a:lnTo>
                <a:lnTo>
                  <a:pt x="22" y="58"/>
                </a:lnTo>
                <a:lnTo>
                  <a:pt x="17" y="51"/>
                </a:lnTo>
                <a:lnTo>
                  <a:pt x="13" y="57"/>
                </a:lnTo>
                <a:lnTo>
                  <a:pt x="12" y="58"/>
                </a:lnTo>
                <a:lnTo>
                  <a:pt x="11" y="58"/>
                </a:lnTo>
                <a:lnTo>
                  <a:pt x="10" y="58"/>
                </a:lnTo>
                <a:lnTo>
                  <a:pt x="10" y="57"/>
                </a:lnTo>
                <a:lnTo>
                  <a:pt x="12" y="52"/>
                </a:lnTo>
                <a:lnTo>
                  <a:pt x="14" y="47"/>
                </a:lnTo>
                <a:lnTo>
                  <a:pt x="14" y="46"/>
                </a:lnTo>
                <a:lnTo>
                  <a:pt x="13" y="46"/>
                </a:lnTo>
                <a:lnTo>
                  <a:pt x="8" y="53"/>
                </a:lnTo>
                <a:lnTo>
                  <a:pt x="7" y="54"/>
                </a:lnTo>
                <a:lnTo>
                  <a:pt x="7" y="55"/>
                </a:lnTo>
                <a:lnTo>
                  <a:pt x="6" y="55"/>
                </a:lnTo>
                <a:lnTo>
                  <a:pt x="5" y="56"/>
                </a:lnTo>
                <a:lnTo>
                  <a:pt x="3" y="56"/>
                </a:lnTo>
                <a:lnTo>
                  <a:pt x="2" y="55"/>
                </a:lnTo>
                <a:lnTo>
                  <a:pt x="12" y="44"/>
                </a:lnTo>
                <a:lnTo>
                  <a:pt x="11" y="42"/>
                </a:lnTo>
                <a:lnTo>
                  <a:pt x="11" y="43"/>
                </a:lnTo>
                <a:lnTo>
                  <a:pt x="10" y="43"/>
                </a:lnTo>
                <a:lnTo>
                  <a:pt x="10" y="44"/>
                </a:lnTo>
                <a:lnTo>
                  <a:pt x="10" y="45"/>
                </a:lnTo>
                <a:lnTo>
                  <a:pt x="10" y="46"/>
                </a:lnTo>
                <a:lnTo>
                  <a:pt x="9" y="47"/>
                </a:lnTo>
                <a:lnTo>
                  <a:pt x="5" y="46"/>
                </a:lnTo>
                <a:lnTo>
                  <a:pt x="5" y="45"/>
                </a:lnTo>
                <a:lnTo>
                  <a:pt x="5" y="44"/>
                </a:lnTo>
                <a:lnTo>
                  <a:pt x="3" y="43"/>
                </a:lnTo>
                <a:lnTo>
                  <a:pt x="3" y="42"/>
                </a:lnTo>
                <a:lnTo>
                  <a:pt x="4" y="42"/>
                </a:lnTo>
                <a:lnTo>
                  <a:pt x="7" y="42"/>
                </a:lnTo>
                <a:lnTo>
                  <a:pt x="8" y="42"/>
                </a:lnTo>
                <a:lnTo>
                  <a:pt x="8" y="41"/>
                </a:lnTo>
                <a:lnTo>
                  <a:pt x="9" y="41"/>
                </a:lnTo>
                <a:lnTo>
                  <a:pt x="10" y="41"/>
                </a:lnTo>
                <a:lnTo>
                  <a:pt x="10" y="40"/>
                </a:lnTo>
                <a:lnTo>
                  <a:pt x="8" y="39"/>
                </a:lnTo>
                <a:lnTo>
                  <a:pt x="8" y="38"/>
                </a:lnTo>
                <a:lnTo>
                  <a:pt x="8" y="37"/>
                </a:lnTo>
                <a:lnTo>
                  <a:pt x="9" y="37"/>
                </a:lnTo>
                <a:lnTo>
                  <a:pt x="10" y="37"/>
                </a:lnTo>
                <a:lnTo>
                  <a:pt x="10" y="36"/>
                </a:lnTo>
                <a:lnTo>
                  <a:pt x="10" y="35"/>
                </a:lnTo>
                <a:lnTo>
                  <a:pt x="9" y="35"/>
                </a:lnTo>
                <a:lnTo>
                  <a:pt x="5" y="39"/>
                </a:lnTo>
                <a:lnTo>
                  <a:pt x="4" y="40"/>
                </a:lnTo>
                <a:lnTo>
                  <a:pt x="3" y="40"/>
                </a:lnTo>
                <a:lnTo>
                  <a:pt x="2" y="40"/>
                </a:lnTo>
                <a:lnTo>
                  <a:pt x="1" y="40"/>
                </a:lnTo>
                <a:lnTo>
                  <a:pt x="0" y="40"/>
                </a:lnTo>
                <a:lnTo>
                  <a:pt x="0" y="39"/>
                </a:lnTo>
                <a:lnTo>
                  <a:pt x="1" y="38"/>
                </a:lnTo>
                <a:lnTo>
                  <a:pt x="7" y="34"/>
                </a:lnTo>
                <a:close/>
                <a:moveTo>
                  <a:pt x="17" y="45"/>
                </a:moveTo>
                <a:lnTo>
                  <a:pt x="17" y="45"/>
                </a:lnTo>
                <a:lnTo>
                  <a:pt x="18" y="45"/>
                </a:lnTo>
                <a:lnTo>
                  <a:pt x="18" y="46"/>
                </a:lnTo>
                <a:lnTo>
                  <a:pt x="19" y="46"/>
                </a:lnTo>
                <a:lnTo>
                  <a:pt x="19" y="45"/>
                </a:lnTo>
                <a:lnTo>
                  <a:pt x="18" y="44"/>
                </a:lnTo>
                <a:lnTo>
                  <a:pt x="17" y="44"/>
                </a:lnTo>
                <a:lnTo>
                  <a:pt x="17" y="45"/>
                </a:lnTo>
                <a:close/>
                <a:moveTo>
                  <a:pt x="16" y="42"/>
                </a:moveTo>
                <a:lnTo>
                  <a:pt x="18" y="39"/>
                </a:lnTo>
                <a:lnTo>
                  <a:pt x="19" y="39"/>
                </a:lnTo>
                <a:lnTo>
                  <a:pt x="17" y="42"/>
                </a:lnTo>
                <a:lnTo>
                  <a:pt x="17" y="43"/>
                </a:lnTo>
                <a:lnTo>
                  <a:pt x="16" y="43"/>
                </a:lnTo>
                <a:lnTo>
                  <a:pt x="16" y="42"/>
                </a:lnTo>
                <a:close/>
                <a:moveTo>
                  <a:pt x="13" y="38"/>
                </a:moveTo>
                <a:lnTo>
                  <a:pt x="15" y="41"/>
                </a:lnTo>
                <a:lnTo>
                  <a:pt x="15" y="40"/>
                </a:lnTo>
                <a:lnTo>
                  <a:pt x="16" y="40"/>
                </a:lnTo>
                <a:lnTo>
                  <a:pt x="16" y="39"/>
                </a:lnTo>
                <a:lnTo>
                  <a:pt x="15" y="39"/>
                </a:lnTo>
                <a:lnTo>
                  <a:pt x="15" y="38"/>
                </a:lnTo>
                <a:lnTo>
                  <a:pt x="15" y="37"/>
                </a:lnTo>
                <a:lnTo>
                  <a:pt x="14" y="37"/>
                </a:lnTo>
                <a:lnTo>
                  <a:pt x="13" y="38"/>
                </a:lnTo>
                <a:close/>
                <a:moveTo>
                  <a:pt x="11" y="29"/>
                </a:moveTo>
                <a:lnTo>
                  <a:pt x="11" y="29"/>
                </a:lnTo>
                <a:lnTo>
                  <a:pt x="11" y="28"/>
                </a:lnTo>
                <a:lnTo>
                  <a:pt x="12" y="28"/>
                </a:lnTo>
                <a:lnTo>
                  <a:pt x="12" y="29"/>
                </a:lnTo>
                <a:lnTo>
                  <a:pt x="12" y="30"/>
                </a:lnTo>
                <a:lnTo>
                  <a:pt x="12" y="31"/>
                </a:lnTo>
                <a:lnTo>
                  <a:pt x="11" y="31"/>
                </a:lnTo>
                <a:lnTo>
                  <a:pt x="11" y="30"/>
                </a:lnTo>
                <a:lnTo>
                  <a:pt x="11" y="29"/>
                </a:lnTo>
                <a:close/>
                <a:moveTo>
                  <a:pt x="15" y="48"/>
                </a:moveTo>
                <a:lnTo>
                  <a:pt x="16" y="49"/>
                </a:lnTo>
                <a:lnTo>
                  <a:pt x="13" y="53"/>
                </a:lnTo>
                <a:lnTo>
                  <a:pt x="12" y="53"/>
                </a:lnTo>
                <a:lnTo>
                  <a:pt x="15" y="48"/>
                </a:lnTo>
                <a:close/>
              </a:path>
              <a:path w="232" h="59">
                <a:moveTo>
                  <a:pt x="204" y="57"/>
                </a:moveTo>
                <a:cubicBezTo>
                  <a:pt x="202" y="54"/>
                  <a:pt x="202" y="53"/>
                  <a:pt x="201" y="52"/>
                </a:cubicBezTo>
                <a:cubicBezTo>
                  <a:pt x="201" y="52"/>
                  <a:pt x="201" y="52"/>
                  <a:pt x="201" y="52"/>
                </a:cubicBezTo>
                <a:cubicBezTo>
                  <a:pt x="203" y="53"/>
                  <a:pt x="204" y="54"/>
                  <a:pt x="206" y="52"/>
                </a:cubicBezTo>
                <a:cubicBezTo>
                  <a:pt x="208" y="50"/>
                  <a:pt x="209" y="48"/>
                  <a:pt x="210" y="46"/>
                </a:cubicBezTo>
                <a:cubicBezTo>
                  <a:pt x="210" y="45"/>
                  <a:pt x="210" y="45"/>
                  <a:pt x="210" y="45"/>
                </a:cubicBezTo>
                <a:cubicBezTo>
                  <a:pt x="207" y="45"/>
                  <a:pt x="204" y="46"/>
                  <a:pt x="200" y="46"/>
                </a:cubicBezTo>
                <a:cubicBezTo>
                  <a:pt x="199" y="45"/>
                  <a:pt x="198" y="43"/>
                  <a:pt x="198" y="42"/>
                </a:cubicBezTo>
                <a:cubicBezTo>
                  <a:pt x="198" y="42"/>
                  <a:pt x="198" y="42"/>
                  <a:pt x="198" y="42"/>
                </a:cubicBezTo>
                <a:cubicBezTo>
                  <a:pt x="203" y="42"/>
                  <a:pt x="208" y="44"/>
                  <a:pt x="213" y="43"/>
                </a:cubicBezTo>
                <a:cubicBezTo>
                  <a:pt x="214" y="43"/>
                  <a:pt x="217" y="41"/>
                  <a:pt x="216" y="41"/>
                </a:cubicBezTo>
                <a:cubicBezTo>
                  <a:pt x="215" y="39"/>
                  <a:pt x="210" y="41"/>
                  <a:pt x="209" y="38"/>
                </a:cubicBezTo>
                <a:cubicBezTo>
                  <a:pt x="209" y="38"/>
                  <a:pt x="209" y="38"/>
                  <a:pt x="209" y="38"/>
                </a:cubicBezTo>
                <a:cubicBezTo>
                  <a:pt x="213" y="38"/>
                  <a:pt x="216" y="39"/>
                  <a:pt x="219" y="39"/>
                </a:cubicBezTo>
                <a:cubicBezTo>
                  <a:pt x="221" y="38"/>
                  <a:pt x="223" y="37"/>
                  <a:pt x="224" y="37"/>
                </a:cubicBezTo>
                <a:cubicBezTo>
                  <a:pt x="225" y="36"/>
                  <a:pt x="225" y="36"/>
                  <a:pt x="226" y="35"/>
                </a:cubicBezTo>
                <a:cubicBezTo>
                  <a:pt x="225" y="34"/>
                  <a:pt x="222" y="33"/>
                  <a:pt x="222" y="34"/>
                </a:cubicBezTo>
                <a:cubicBezTo>
                  <a:pt x="221" y="36"/>
                  <a:pt x="221" y="38"/>
                  <a:pt x="218" y="38"/>
                </a:cubicBezTo>
                <a:cubicBezTo>
                  <a:pt x="216" y="38"/>
                  <a:pt x="216" y="37"/>
                  <a:pt x="215" y="36"/>
                </a:cubicBezTo>
                <a:cubicBezTo>
                  <a:pt x="215" y="33"/>
                  <a:pt x="217" y="33"/>
                  <a:pt x="218" y="32"/>
                </a:cubicBezTo>
                <a:cubicBezTo>
                  <a:pt x="217" y="31"/>
                  <a:pt x="216" y="32"/>
                  <a:pt x="215" y="32"/>
                </a:cubicBezTo>
                <a:cubicBezTo>
                  <a:pt x="215" y="33"/>
                  <a:pt x="215" y="33"/>
                  <a:pt x="214" y="34"/>
                </a:cubicBezTo>
                <a:cubicBezTo>
                  <a:pt x="214" y="35"/>
                  <a:pt x="214" y="36"/>
                  <a:pt x="213" y="36"/>
                </a:cubicBezTo>
                <a:cubicBezTo>
                  <a:pt x="212" y="36"/>
                  <a:pt x="212" y="34"/>
                  <a:pt x="212" y="34"/>
                </a:cubicBezTo>
                <a:cubicBezTo>
                  <a:pt x="211" y="34"/>
                  <a:pt x="211" y="35"/>
                  <a:pt x="210" y="36"/>
                </a:cubicBezTo>
                <a:cubicBezTo>
                  <a:pt x="209" y="36"/>
                  <a:pt x="209" y="36"/>
                  <a:pt x="209" y="35"/>
                </a:cubicBezTo>
                <a:cubicBezTo>
                  <a:pt x="210" y="33"/>
                  <a:pt x="210" y="29"/>
                  <a:pt x="211" y="27"/>
                </a:cubicBezTo>
                <a:cubicBezTo>
                  <a:pt x="212" y="27"/>
                  <a:pt x="211" y="29"/>
                  <a:pt x="212" y="30"/>
                </a:cubicBezTo>
                <a:cubicBezTo>
                  <a:pt x="212" y="30"/>
                  <a:pt x="213" y="30"/>
                  <a:pt x="213" y="30"/>
                </a:cubicBezTo>
                <a:cubicBezTo>
                  <a:pt x="213" y="28"/>
                  <a:pt x="213" y="26"/>
                  <a:pt x="213" y="24"/>
                </a:cubicBezTo>
                <a:cubicBezTo>
                  <a:pt x="213" y="24"/>
                  <a:pt x="213" y="24"/>
                  <a:pt x="213" y="24"/>
                </a:cubicBezTo>
                <a:cubicBezTo>
                  <a:pt x="214" y="23"/>
                  <a:pt x="215" y="26"/>
                  <a:pt x="215" y="27"/>
                </a:cubicBezTo>
                <a:cubicBezTo>
                  <a:pt x="215" y="28"/>
                  <a:pt x="215" y="29"/>
                  <a:pt x="215" y="30"/>
                </a:cubicBezTo>
                <a:cubicBezTo>
                  <a:pt x="216" y="31"/>
                  <a:pt x="217" y="31"/>
                  <a:pt x="218" y="30"/>
                </a:cubicBezTo>
                <a:cubicBezTo>
                  <a:pt x="218" y="29"/>
                  <a:pt x="217" y="28"/>
                  <a:pt x="218" y="27"/>
                </a:cubicBezTo>
                <a:cubicBezTo>
                  <a:pt x="219" y="27"/>
                  <a:pt x="219" y="29"/>
                  <a:pt x="221" y="29"/>
                </a:cubicBezTo>
                <a:cubicBezTo>
                  <a:pt x="221" y="28"/>
                  <a:pt x="222" y="28"/>
                  <a:pt x="223" y="27"/>
                </a:cubicBezTo>
                <a:cubicBezTo>
                  <a:pt x="224" y="28"/>
                  <a:pt x="225" y="30"/>
                  <a:pt x="224" y="31"/>
                </a:cubicBezTo>
                <a:cubicBezTo>
                  <a:pt x="224" y="31"/>
                  <a:pt x="223" y="31"/>
                  <a:pt x="223" y="32"/>
                </a:cubicBezTo>
                <a:cubicBezTo>
                  <a:pt x="224" y="32"/>
                  <a:pt x="228" y="33"/>
                  <a:pt x="229" y="33"/>
                </a:cubicBezTo>
                <a:cubicBezTo>
                  <a:pt x="230" y="33"/>
                  <a:pt x="232" y="37"/>
                  <a:pt x="230" y="39"/>
                </a:cubicBezTo>
                <a:cubicBezTo>
                  <a:pt x="229" y="39"/>
                  <a:pt x="226" y="39"/>
                  <a:pt x="225" y="39"/>
                </a:cubicBezTo>
                <a:cubicBezTo>
                  <a:pt x="223" y="39"/>
                  <a:pt x="223" y="39"/>
                  <a:pt x="222" y="39"/>
                </a:cubicBezTo>
                <a:cubicBezTo>
                  <a:pt x="221" y="40"/>
                  <a:pt x="221" y="40"/>
                  <a:pt x="222" y="42"/>
                </a:cubicBezTo>
                <a:cubicBezTo>
                  <a:pt x="221" y="44"/>
                  <a:pt x="218" y="42"/>
                  <a:pt x="217" y="44"/>
                </a:cubicBezTo>
                <a:cubicBezTo>
                  <a:pt x="218" y="45"/>
                  <a:pt x="220" y="46"/>
                  <a:pt x="219" y="48"/>
                </a:cubicBezTo>
                <a:cubicBezTo>
                  <a:pt x="218" y="49"/>
                  <a:pt x="215" y="49"/>
                  <a:pt x="214" y="48"/>
                </a:cubicBezTo>
                <a:cubicBezTo>
                  <a:pt x="215" y="46"/>
                  <a:pt x="215" y="46"/>
                  <a:pt x="215" y="46"/>
                </a:cubicBezTo>
                <a:cubicBezTo>
                  <a:pt x="215" y="46"/>
                  <a:pt x="215" y="46"/>
                  <a:pt x="214" y="46"/>
                </a:cubicBezTo>
                <a:cubicBezTo>
                  <a:pt x="212" y="46"/>
                  <a:pt x="210" y="51"/>
                  <a:pt x="209" y="53"/>
                </a:cubicBezTo>
                <a:cubicBezTo>
                  <a:pt x="208" y="54"/>
                  <a:pt x="207" y="58"/>
                  <a:pt x="204" y="57"/>
                </a:cubicBezTo>
                <a:close/>
                <a:moveTo>
                  <a:pt x="218" y="36"/>
                </a:moveTo>
                <a:cubicBezTo>
                  <a:pt x="218" y="35"/>
                  <a:pt x="218" y="35"/>
                  <a:pt x="218" y="35"/>
                </a:cubicBezTo>
                <a:cubicBezTo>
                  <a:pt x="218" y="35"/>
                  <a:pt x="219" y="34"/>
                  <a:pt x="219" y="34"/>
                </a:cubicBezTo>
                <a:cubicBezTo>
                  <a:pt x="219" y="35"/>
                  <a:pt x="219" y="35"/>
                  <a:pt x="218" y="36"/>
                </a:cubicBezTo>
                <a:cubicBezTo>
                  <a:pt x="218" y="36"/>
                  <a:pt x="218" y="36"/>
                  <a:pt x="218" y="36"/>
                </a:cubicBezTo>
                <a:close/>
              </a:path>
              <a:path w="232" h="59">
                <a:moveTo>
                  <a:pt x="177" y="37"/>
                </a:moveTo>
                <a:cubicBezTo>
                  <a:pt x="176" y="36"/>
                  <a:pt x="176" y="36"/>
                  <a:pt x="176" y="35"/>
                </a:cubicBezTo>
                <a:cubicBezTo>
                  <a:pt x="177" y="33"/>
                  <a:pt x="177" y="28"/>
                  <a:pt x="178" y="27"/>
                </a:cubicBezTo>
                <a:cubicBezTo>
                  <a:pt x="179" y="27"/>
                  <a:pt x="179" y="27"/>
                  <a:pt x="179" y="27"/>
                </a:cubicBezTo>
                <a:cubicBezTo>
                  <a:pt x="179" y="27"/>
                  <a:pt x="179" y="27"/>
                  <a:pt x="179" y="28"/>
                </a:cubicBezTo>
                <a:cubicBezTo>
                  <a:pt x="179" y="32"/>
                  <a:pt x="180" y="35"/>
                  <a:pt x="183" y="38"/>
                </a:cubicBezTo>
                <a:cubicBezTo>
                  <a:pt x="183" y="38"/>
                  <a:pt x="183" y="38"/>
                  <a:pt x="183" y="38"/>
                </a:cubicBezTo>
                <a:cubicBezTo>
                  <a:pt x="183" y="39"/>
                  <a:pt x="178" y="37"/>
                  <a:pt x="177" y="37"/>
                </a:cubicBezTo>
                <a:close/>
              </a:path>
              <a:path w="232" h="59">
                <a:moveTo>
                  <a:pt x="163" y="29"/>
                </a:moveTo>
                <a:cubicBezTo>
                  <a:pt x="163" y="28"/>
                  <a:pt x="163" y="28"/>
                  <a:pt x="162" y="28"/>
                </a:cubicBezTo>
                <a:cubicBezTo>
                  <a:pt x="162" y="27"/>
                  <a:pt x="162" y="27"/>
                  <a:pt x="162" y="27"/>
                </a:cubicBezTo>
                <a:cubicBezTo>
                  <a:pt x="164" y="28"/>
                  <a:pt x="165" y="28"/>
                  <a:pt x="166" y="28"/>
                </a:cubicBezTo>
                <a:cubicBezTo>
                  <a:pt x="169" y="28"/>
                  <a:pt x="171" y="27"/>
                  <a:pt x="173" y="26"/>
                </a:cubicBezTo>
                <a:cubicBezTo>
                  <a:pt x="172" y="25"/>
                  <a:pt x="170" y="25"/>
                  <a:pt x="169" y="26"/>
                </a:cubicBezTo>
                <a:cubicBezTo>
                  <a:pt x="167" y="25"/>
                  <a:pt x="166" y="21"/>
                  <a:pt x="166" y="21"/>
                </a:cubicBezTo>
                <a:cubicBezTo>
                  <a:pt x="168" y="21"/>
                  <a:pt x="172" y="23"/>
                  <a:pt x="173" y="22"/>
                </a:cubicBezTo>
                <a:cubicBezTo>
                  <a:pt x="178" y="23"/>
                  <a:pt x="178" y="21"/>
                  <a:pt x="181" y="17"/>
                </a:cubicBezTo>
                <a:cubicBezTo>
                  <a:pt x="182" y="16"/>
                  <a:pt x="184" y="12"/>
                  <a:pt x="185" y="12"/>
                </a:cubicBezTo>
                <a:cubicBezTo>
                  <a:pt x="186" y="13"/>
                  <a:pt x="186" y="15"/>
                  <a:pt x="186" y="17"/>
                </a:cubicBezTo>
                <a:cubicBezTo>
                  <a:pt x="185" y="19"/>
                  <a:pt x="183" y="20"/>
                  <a:pt x="182" y="23"/>
                </a:cubicBezTo>
                <a:cubicBezTo>
                  <a:pt x="184" y="24"/>
                  <a:pt x="185" y="22"/>
                  <a:pt x="187" y="24"/>
                </a:cubicBezTo>
                <a:cubicBezTo>
                  <a:pt x="187" y="25"/>
                  <a:pt x="187" y="25"/>
                  <a:pt x="187" y="25"/>
                </a:cubicBezTo>
                <a:cubicBezTo>
                  <a:pt x="186" y="26"/>
                  <a:pt x="184" y="25"/>
                  <a:pt x="183" y="25"/>
                </a:cubicBezTo>
                <a:cubicBezTo>
                  <a:pt x="180" y="25"/>
                  <a:pt x="180" y="25"/>
                  <a:pt x="179" y="25"/>
                </a:cubicBezTo>
                <a:cubicBezTo>
                  <a:pt x="175" y="28"/>
                  <a:pt x="169" y="33"/>
                  <a:pt x="163" y="29"/>
                </a:cubicBezTo>
                <a:close/>
              </a:path>
              <a:path w="232" h="59">
                <a:moveTo>
                  <a:pt x="134" y="18"/>
                </a:moveTo>
                <a:cubicBezTo>
                  <a:pt x="133" y="16"/>
                  <a:pt x="134" y="15"/>
                  <a:pt x="134" y="14"/>
                </a:cubicBezTo>
                <a:cubicBezTo>
                  <a:pt x="134" y="14"/>
                  <a:pt x="134" y="14"/>
                  <a:pt x="134" y="14"/>
                </a:cubicBezTo>
                <a:cubicBezTo>
                  <a:pt x="133" y="15"/>
                  <a:pt x="132" y="15"/>
                  <a:pt x="132" y="15"/>
                </a:cubicBezTo>
                <a:cubicBezTo>
                  <a:pt x="131" y="16"/>
                  <a:pt x="130" y="17"/>
                  <a:pt x="129" y="19"/>
                </a:cubicBezTo>
                <a:cubicBezTo>
                  <a:pt x="129" y="20"/>
                  <a:pt x="129" y="30"/>
                  <a:pt x="126" y="30"/>
                </a:cubicBezTo>
                <a:cubicBezTo>
                  <a:pt x="124" y="28"/>
                  <a:pt x="125" y="27"/>
                  <a:pt x="125" y="25"/>
                </a:cubicBezTo>
                <a:cubicBezTo>
                  <a:pt x="125" y="24"/>
                  <a:pt x="125" y="24"/>
                  <a:pt x="126" y="23"/>
                </a:cubicBezTo>
                <a:cubicBezTo>
                  <a:pt x="125" y="23"/>
                  <a:pt x="123" y="25"/>
                  <a:pt x="123" y="25"/>
                </a:cubicBezTo>
                <a:cubicBezTo>
                  <a:pt x="121" y="26"/>
                  <a:pt x="120" y="25"/>
                  <a:pt x="120" y="23"/>
                </a:cubicBezTo>
                <a:cubicBezTo>
                  <a:pt x="122" y="23"/>
                  <a:pt x="124" y="21"/>
                  <a:pt x="126" y="19"/>
                </a:cubicBezTo>
                <a:cubicBezTo>
                  <a:pt x="126" y="17"/>
                  <a:pt x="126" y="17"/>
                  <a:pt x="126" y="14"/>
                </a:cubicBezTo>
                <a:cubicBezTo>
                  <a:pt x="126" y="14"/>
                  <a:pt x="126" y="14"/>
                  <a:pt x="126" y="14"/>
                </a:cubicBezTo>
                <a:cubicBezTo>
                  <a:pt x="125" y="15"/>
                  <a:pt x="125" y="15"/>
                  <a:pt x="124" y="16"/>
                </a:cubicBezTo>
                <a:cubicBezTo>
                  <a:pt x="122" y="18"/>
                  <a:pt x="119" y="16"/>
                  <a:pt x="120" y="14"/>
                </a:cubicBezTo>
                <a:cubicBezTo>
                  <a:pt x="122" y="14"/>
                  <a:pt x="124" y="12"/>
                  <a:pt x="126" y="11"/>
                </a:cubicBezTo>
                <a:cubicBezTo>
                  <a:pt x="127" y="9"/>
                  <a:pt x="127" y="6"/>
                  <a:pt x="127" y="4"/>
                </a:cubicBezTo>
                <a:cubicBezTo>
                  <a:pt x="126" y="3"/>
                  <a:pt x="128" y="2"/>
                  <a:pt x="129" y="1"/>
                </a:cubicBezTo>
                <a:cubicBezTo>
                  <a:pt x="132" y="2"/>
                  <a:pt x="130" y="5"/>
                  <a:pt x="130" y="7"/>
                </a:cubicBezTo>
                <a:cubicBezTo>
                  <a:pt x="130" y="8"/>
                  <a:pt x="130" y="8"/>
                  <a:pt x="130" y="9"/>
                </a:cubicBezTo>
                <a:cubicBezTo>
                  <a:pt x="130" y="9"/>
                  <a:pt x="131" y="8"/>
                  <a:pt x="132" y="8"/>
                </a:cubicBezTo>
                <a:cubicBezTo>
                  <a:pt x="132" y="8"/>
                  <a:pt x="132" y="8"/>
                  <a:pt x="132" y="9"/>
                </a:cubicBezTo>
                <a:cubicBezTo>
                  <a:pt x="129" y="12"/>
                  <a:pt x="129" y="11"/>
                  <a:pt x="129" y="15"/>
                </a:cubicBezTo>
                <a:cubicBezTo>
                  <a:pt x="130" y="15"/>
                  <a:pt x="131" y="14"/>
                  <a:pt x="131" y="13"/>
                </a:cubicBezTo>
                <a:cubicBezTo>
                  <a:pt x="130" y="12"/>
                  <a:pt x="130" y="12"/>
                  <a:pt x="130" y="12"/>
                </a:cubicBezTo>
                <a:cubicBezTo>
                  <a:pt x="132" y="12"/>
                  <a:pt x="134" y="11"/>
                  <a:pt x="136" y="10"/>
                </a:cubicBezTo>
                <a:cubicBezTo>
                  <a:pt x="136" y="8"/>
                  <a:pt x="137" y="7"/>
                  <a:pt x="138" y="4"/>
                </a:cubicBezTo>
                <a:cubicBezTo>
                  <a:pt x="140" y="2"/>
                  <a:pt x="143" y="5"/>
                  <a:pt x="142" y="8"/>
                </a:cubicBezTo>
                <a:cubicBezTo>
                  <a:pt x="142" y="9"/>
                  <a:pt x="138" y="11"/>
                  <a:pt x="137" y="12"/>
                </a:cubicBezTo>
                <a:cubicBezTo>
                  <a:pt x="137" y="12"/>
                  <a:pt x="136" y="15"/>
                  <a:pt x="136" y="15"/>
                </a:cubicBezTo>
                <a:cubicBezTo>
                  <a:pt x="138" y="16"/>
                  <a:pt x="139" y="11"/>
                  <a:pt x="142" y="13"/>
                </a:cubicBezTo>
                <a:cubicBezTo>
                  <a:pt x="143" y="14"/>
                  <a:pt x="143" y="14"/>
                  <a:pt x="143" y="15"/>
                </a:cubicBezTo>
                <a:cubicBezTo>
                  <a:pt x="142" y="17"/>
                  <a:pt x="140" y="20"/>
                  <a:pt x="139" y="23"/>
                </a:cubicBezTo>
                <a:cubicBezTo>
                  <a:pt x="141" y="25"/>
                  <a:pt x="143" y="26"/>
                  <a:pt x="146" y="27"/>
                </a:cubicBezTo>
                <a:cubicBezTo>
                  <a:pt x="146" y="27"/>
                  <a:pt x="142" y="29"/>
                  <a:pt x="141" y="29"/>
                </a:cubicBezTo>
                <a:cubicBezTo>
                  <a:pt x="138" y="30"/>
                  <a:pt x="138" y="27"/>
                  <a:pt x="137" y="25"/>
                </a:cubicBezTo>
                <a:cubicBezTo>
                  <a:pt x="135" y="27"/>
                  <a:pt x="132" y="28"/>
                  <a:pt x="129" y="27"/>
                </a:cubicBezTo>
                <a:cubicBezTo>
                  <a:pt x="129" y="27"/>
                  <a:pt x="129" y="27"/>
                  <a:pt x="129" y="27"/>
                </a:cubicBezTo>
                <a:cubicBezTo>
                  <a:pt x="131" y="26"/>
                  <a:pt x="133" y="26"/>
                  <a:pt x="134" y="24"/>
                </a:cubicBezTo>
                <a:cubicBezTo>
                  <a:pt x="137" y="22"/>
                  <a:pt x="132" y="20"/>
                  <a:pt x="133" y="18"/>
                </a:cubicBezTo>
                <a:cubicBezTo>
                  <a:pt x="133" y="18"/>
                  <a:pt x="133" y="18"/>
                  <a:pt x="134" y="18"/>
                </a:cubicBezTo>
                <a:cubicBezTo>
                  <a:pt x="134" y="19"/>
                  <a:pt x="136" y="20"/>
                  <a:pt x="137" y="20"/>
                </a:cubicBezTo>
                <a:cubicBezTo>
                  <a:pt x="137" y="19"/>
                  <a:pt x="138" y="18"/>
                  <a:pt x="139" y="17"/>
                </a:cubicBezTo>
                <a:cubicBezTo>
                  <a:pt x="138" y="17"/>
                  <a:pt x="137" y="18"/>
                  <a:pt x="136" y="19"/>
                </a:cubicBezTo>
                <a:cubicBezTo>
                  <a:pt x="136" y="18"/>
                  <a:pt x="135" y="18"/>
                  <a:pt x="134" y="18"/>
                </a:cubicBezTo>
                <a:close/>
              </a:path>
              <a:path w="232" h="59">
                <a:moveTo>
                  <a:pt x="84" y="9"/>
                </a:moveTo>
                <a:cubicBezTo>
                  <a:pt x="86" y="9"/>
                  <a:pt x="87" y="10"/>
                  <a:pt x="87" y="12"/>
                </a:cubicBezTo>
                <a:cubicBezTo>
                  <a:pt x="88" y="11"/>
                  <a:pt x="87" y="10"/>
                  <a:pt x="90" y="11"/>
                </a:cubicBezTo>
                <a:cubicBezTo>
                  <a:pt x="90" y="12"/>
                  <a:pt x="90" y="12"/>
                  <a:pt x="90" y="14"/>
                </a:cubicBezTo>
                <a:cubicBezTo>
                  <a:pt x="89" y="15"/>
                  <a:pt x="88" y="16"/>
                  <a:pt x="87" y="17"/>
                </a:cubicBezTo>
                <a:cubicBezTo>
                  <a:pt x="88" y="19"/>
                  <a:pt x="87" y="19"/>
                  <a:pt x="88" y="20"/>
                </a:cubicBezTo>
                <a:cubicBezTo>
                  <a:pt x="88" y="20"/>
                  <a:pt x="89" y="19"/>
                  <a:pt x="90" y="18"/>
                </a:cubicBezTo>
                <a:cubicBezTo>
                  <a:pt x="90" y="20"/>
                  <a:pt x="89" y="20"/>
                  <a:pt x="88" y="21"/>
                </a:cubicBezTo>
                <a:cubicBezTo>
                  <a:pt x="88" y="24"/>
                  <a:pt x="90" y="28"/>
                  <a:pt x="88" y="30"/>
                </a:cubicBezTo>
                <a:cubicBezTo>
                  <a:pt x="85" y="31"/>
                  <a:pt x="86" y="26"/>
                  <a:pt x="85" y="25"/>
                </a:cubicBezTo>
                <a:cubicBezTo>
                  <a:pt x="85" y="25"/>
                  <a:pt x="85" y="25"/>
                  <a:pt x="85" y="25"/>
                </a:cubicBezTo>
                <a:cubicBezTo>
                  <a:pt x="84" y="26"/>
                  <a:pt x="82" y="28"/>
                  <a:pt x="81" y="27"/>
                </a:cubicBezTo>
                <a:cubicBezTo>
                  <a:pt x="80" y="26"/>
                  <a:pt x="81" y="24"/>
                  <a:pt x="82" y="22"/>
                </a:cubicBezTo>
                <a:cubicBezTo>
                  <a:pt x="83" y="21"/>
                  <a:pt x="85" y="18"/>
                  <a:pt x="85" y="18"/>
                </a:cubicBezTo>
                <a:cubicBezTo>
                  <a:pt x="85" y="17"/>
                  <a:pt x="85" y="17"/>
                  <a:pt x="85" y="17"/>
                </a:cubicBezTo>
                <a:cubicBezTo>
                  <a:pt x="85" y="17"/>
                  <a:pt x="84" y="16"/>
                  <a:pt x="84" y="16"/>
                </a:cubicBezTo>
                <a:cubicBezTo>
                  <a:pt x="83" y="18"/>
                  <a:pt x="81" y="20"/>
                  <a:pt x="79" y="20"/>
                </a:cubicBezTo>
                <a:cubicBezTo>
                  <a:pt x="78" y="19"/>
                  <a:pt x="78" y="19"/>
                  <a:pt x="78" y="18"/>
                </a:cubicBezTo>
                <a:cubicBezTo>
                  <a:pt x="80" y="17"/>
                  <a:pt x="82" y="15"/>
                  <a:pt x="84" y="14"/>
                </a:cubicBezTo>
                <a:cubicBezTo>
                  <a:pt x="84" y="12"/>
                  <a:pt x="83" y="11"/>
                  <a:pt x="84" y="9"/>
                </a:cubicBezTo>
                <a:cubicBezTo>
                  <a:pt x="82" y="9"/>
                  <a:pt x="81" y="10"/>
                  <a:pt x="80" y="10"/>
                </a:cubicBezTo>
                <a:cubicBezTo>
                  <a:pt x="80" y="10"/>
                  <a:pt x="80" y="10"/>
                  <a:pt x="81" y="9"/>
                </a:cubicBezTo>
                <a:cubicBezTo>
                  <a:pt x="85" y="6"/>
                  <a:pt x="86" y="5"/>
                  <a:pt x="86" y="4"/>
                </a:cubicBezTo>
                <a:cubicBezTo>
                  <a:pt x="87" y="3"/>
                  <a:pt x="87" y="2"/>
                  <a:pt x="89" y="3"/>
                </a:cubicBezTo>
                <a:cubicBezTo>
                  <a:pt x="90" y="3"/>
                  <a:pt x="90" y="5"/>
                  <a:pt x="90" y="5"/>
                </a:cubicBezTo>
                <a:cubicBezTo>
                  <a:pt x="88" y="7"/>
                  <a:pt x="86" y="8"/>
                  <a:pt x="84" y="9"/>
                </a:cubicBezTo>
                <a:cubicBezTo>
                  <a:pt x="84" y="9"/>
                  <a:pt x="84" y="9"/>
                  <a:pt x="84" y="9"/>
                </a:cubicBezTo>
                <a:close/>
                <a:moveTo>
                  <a:pt x="84" y="23"/>
                </a:moveTo>
                <a:cubicBezTo>
                  <a:pt x="84" y="22"/>
                  <a:pt x="84" y="22"/>
                  <a:pt x="85" y="21"/>
                </a:cubicBezTo>
                <a:cubicBezTo>
                  <a:pt x="85" y="21"/>
                  <a:pt x="85" y="21"/>
                  <a:pt x="85" y="22"/>
                </a:cubicBezTo>
                <a:cubicBezTo>
                  <a:pt x="85" y="22"/>
                  <a:pt x="85" y="23"/>
                  <a:pt x="84" y="23"/>
                </a:cubicBezTo>
                <a:close/>
              </a:path>
              <a:path w="232" h="59">
                <a:moveTo>
                  <a:pt x="99" y="32"/>
                </a:moveTo>
                <a:cubicBezTo>
                  <a:pt x="99" y="32"/>
                  <a:pt x="98" y="32"/>
                  <a:pt x="98" y="31"/>
                </a:cubicBezTo>
                <a:cubicBezTo>
                  <a:pt x="98" y="28"/>
                  <a:pt x="97" y="25"/>
                  <a:pt x="97" y="22"/>
                </a:cubicBezTo>
                <a:cubicBezTo>
                  <a:pt x="96" y="22"/>
                  <a:pt x="95" y="23"/>
                  <a:pt x="94" y="24"/>
                </a:cubicBezTo>
                <a:cubicBezTo>
                  <a:pt x="93" y="24"/>
                  <a:pt x="92" y="24"/>
                  <a:pt x="92" y="23"/>
                </a:cubicBezTo>
                <a:cubicBezTo>
                  <a:pt x="92" y="23"/>
                  <a:pt x="92" y="22"/>
                  <a:pt x="92" y="22"/>
                </a:cubicBezTo>
                <a:cubicBezTo>
                  <a:pt x="92" y="20"/>
                  <a:pt x="93" y="16"/>
                  <a:pt x="91" y="16"/>
                </a:cubicBezTo>
                <a:cubicBezTo>
                  <a:pt x="90" y="15"/>
                  <a:pt x="90" y="15"/>
                  <a:pt x="90" y="14"/>
                </a:cubicBezTo>
                <a:cubicBezTo>
                  <a:pt x="92" y="14"/>
                  <a:pt x="91" y="11"/>
                  <a:pt x="91" y="10"/>
                </a:cubicBezTo>
                <a:cubicBezTo>
                  <a:pt x="89" y="9"/>
                  <a:pt x="87" y="8"/>
                  <a:pt x="89" y="7"/>
                </a:cubicBezTo>
                <a:cubicBezTo>
                  <a:pt x="91" y="7"/>
                  <a:pt x="93" y="7"/>
                  <a:pt x="94" y="9"/>
                </a:cubicBezTo>
                <a:cubicBezTo>
                  <a:pt x="94" y="10"/>
                  <a:pt x="92" y="12"/>
                  <a:pt x="92" y="13"/>
                </a:cubicBezTo>
                <a:cubicBezTo>
                  <a:pt x="94" y="13"/>
                  <a:pt x="95" y="14"/>
                  <a:pt x="95" y="16"/>
                </a:cubicBezTo>
                <a:cubicBezTo>
                  <a:pt x="93" y="17"/>
                  <a:pt x="93" y="18"/>
                  <a:pt x="94" y="20"/>
                </a:cubicBezTo>
                <a:cubicBezTo>
                  <a:pt x="95" y="19"/>
                  <a:pt x="95" y="18"/>
                  <a:pt x="96" y="17"/>
                </a:cubicBezTo>
                <a:cubicBezTo>
                  <a:pt x="96" y="11"/>
                  <a:pt x="93" y="7"/>
                  <a:pt x="93" y="2"/>
                </a:cubicBezTo>
                <a:cubicBezTo>
                  <a:pt x="94" y="0"/>
                  <a:pt x="96" y="0"/>
                  <a:pt x="97" y="2"/>
                </a:cubicBezTo>
                <a:cubicBezTo>
                  <a:pt x="97" y="5"/>
                  <a:pt x="97" y="11"/>
                  <a:pt x="99" y="14"/>
                </a:cubicBezTo>
                <a:cubicBezTo>
                  <a:pt x="99" y="13"/>
                  <a:pt x="100" y="12"/>
                  <a:pt x="100" y="11"/>
                </a:cubicBezTo>
                <a:cubicBezTo>
                  <a:pt x="101" y="11"/>
                  <a:pt x="102" y="12"/>
                  <a:pt x="103" y="14"/>
                </a:cubicBezTo>
                <a:cubicBezTo>
                  <a:pt x="101" y="15"/>
                  <a:pt x="100" y="16"/>
                  <a:pt x="99" y="18"/>
                </a:cubicBezTo>
                <a:cubicBezTo>
                  <a:pt x="100" y="23"/>
                  <a:pt x="100" y="26"/>
                  <a:pt x="101" y="29"/>
                </a:cubicBezTo>
                <a:cubicBezTo>
                  <a:pt x="100" y="30"/>
                  <a:pt x="100" y="32"/>
                  <a:pt x="99" y="32"/>
                </a:cubicBezTo>
                <a:close/>
              </a:path>
              <a:path w="232" h="59">
                <a:moveTo>
                  <a:pt x="58" y="41"/>
                </a:moveTo>
                <a:cubicBezTo>
                  <a:pt x="58" y="42"/>
                  <a:pt x="57" y="41"/>
                  <a:pt x="57" y="41"/>
                </a:cubicBezTo>
                <a:cubicBezTo>
                  <a:pt x="52" y="36"/>
                  <a:pt x="53" y="29"/>
                  <a:pt x="50" y="25"/>
                </a:cubicBezTo>
                <a:cubicBezTo>
                  <a:pt x="48" y="26"/>
                  <a:pt x="48" y="30"/>
                  <a:pt x="47" y="31"/>
                </a:cubicBezTo>
                <a:cubicBezTo>
                  <a:pt x="44" y="33"/>
                  <a:pt x="43" y="28"/>
                  <a:pt x="43" y="26"/>
                </a:cubicBezTo>
                <a:cubicBezTo>
                  <a:pt x="43" y="25"/>
                  <a:pt x="43" y="24"/>
                  <a:pt x="43" y="23"/>
                </a:cubicBezTo>
                <a:cubicBezTo>
                  <a:pt x="44" y="23"/>
                  <a:pt x="45" y="25"/>
                  <a:pt x="46" y="26"/>
                </a:cubicBezTo>
                <a:cubicBezTo>
                  <a:pt x="47" y="26"/>
                  <a:pt x="47" y="26"/>
                  <a:pt x="47" y="26"/>
                </a:cubicBezTo>
                <a:cubicBezTo>
                  <a:pt x="50" y="21"/>
                  <a:pt x="47" y="18"/>
                  <a:pt x="44" y="15"/>
                </a:cubicBezTo>
                <a:cubicBezTo>
                  <a:pt x="44" y="14"/>
                  <a:pt x="44" y="13"/>
                  <a:pt x="45" y="12"/>
                </a:cubicBezTo>
                <a:cubicBezTo>
                  <a:pt x="45" y="12"/>
                  <a:pt x="47" y="12"/>
                  <a:pt x="48" y="12"/>
                </a:cubicBezTo>
                <a:cubicBezTo>
                  <a:pt x="48" y="12"/>
                  <a:pt x="48" y="12"/>
                  <a:pt x="48" y="12"/>
                </a:cubicBezTo>
                <a:cubicBezTo>
                  <a:pt x="49" y="14"/>
                  <a:pt x="50" y="16"/>
                  <a:pt x="50" y="17"/>
                </a:cubicBezTo>
                <a:cubicBezTo>
                  <a:pt x="50" y="17"/>
                  <a:pt x="51" y="17"/>
                  <a:pt x="51" y="17"/>
                </a:cubicBezTo>
                <a:cubicBezTo>
                  <a:pt x="52" y="16"/>
                  <a:pt x="53" y="14"/>
                  <a:pt x="54" y="12"/>
                </a:cubicBezTo>
                <a:cubicBezTo>
                  <a:pt x="55" y="12"/>
                  <a:pt x="57" y="10"/>
                  <a:pt x="58" y="13"/>
                </a:cubicBezTo>
                <a:cubicBezTo>
                  <a:pt x="58" y="15"/>
                  <a:pt x="53" y="19"/>
                  <a:pt x="57" y="20"/>
                </a:cubicBezTo>
                <a:cubicBezTo>
                  <a:pt x="57" y="20"/>
                  <a:pt x="57" y="21"/>
                  <a:pt x="57" y="21"/>
                </a:cubicBezTo>
                <a:cubicBezTo>
                  <a:pt x="57" y="23"/>
                  <a:pt x="55" y="25"/>
                  <a:pt x="53" y="26"/>
                </a:cubicBezTo>
                <a:cubicBezTo>
                  <a:pt x="54" y="30"/>
                  <a:pt x="57" y="34"/>
                  <a:pt x="58" y="37"/>
                </a:cubicBezTo>
                <a:cubicBezTo>
                  <a:pt x="59" y="39"/>
                  <a:pt x="59" y="40"/>
                  <a:pt x="58" y="41"/>
                </a:cubicBezTo>
                <a:close/>
                <a:moveTo>
                  <a:pt x="53" y="23"/>
                </a:moveTo>
                <a:cubicBezTo>
                  <a:pt x="52" y="23"/>
                  <a:pt x="51" y="21"/>
                  <a:pt x="51" y="21"/>
                </a:cubicBezTo>
                <a:cubicBezTo>
                  <a:pt x="51" y="20"/>
                  <a:pt x="52" y="18"/>
                  <a:pt x="53" y="18"/>
                </a:cubicBezTo>
                <a:cubicBezTo>
                  <a:pt x="54" y="20"/>
                  <a:pt x="54" y="21"/>
                  <a:pt x="53" y="23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14" name="Freeform 15"/>
          <p:cNvSpPr>
            <a:spLocks noGrp="1"/>
          </p:cNvSpPr>
          <p:nvPr/>
        </p:nvSpPr>
        <p:spPr>
          <a:xfrm>
            <a:off x="9802619" y="257975"/>
            <a:ext cx="519403" cy="294625"/>
          </a:xfrm>
          <a:custGeom>
            <a:avLst/>
            <a:gdLst/>
            <a:ahLst/>
            <a:cxnLst/>
            <a:rect l="l" t="t" r="r" b="b"/>
            <a:pathLst>
              <a:path w="336" h="189">
                <a:moveTo>
                  <a:pt x="293" y="24"/>
                </a:moveTo>
                <a:lnTo>
                  <a:pt x="299" y="19"/>
                </a:lnTo>
                <a:lnTo>
                  <a:pt x="300" y="19"/>
                </a:lnTo>
                <a:cubicBezTo>
                  <a:pt x="298" y="20"/>
                  <a:pt x="297" y="22"/>
                  <a:pt x="297" y="23"/>
                </a:cubicBezTo>
                <a:cubicBezTo>
                  <a:pt x="296" y="24"/>
                  <a:pt x="296" y="26"/>
                  <a:pt x="297" y="27"/>
                </a:cubicBezTo>
                <a:cubicBezTo>
                  <a:pt x="298" y="28"/>
                  <a:pt x="299" y="28"/>
                  <a:pt x="302" y="27"/>
                </a:cubicBezTo>
                <a:cubicBezTo>
                  <a:pt x="304" y="27"/>
                  <a:pt x="307" y="25"/>
                  <a:pt x="309" y="23"/>
                </a:cubicBezTo>
                <a:cubicBezTo>
                  <a:pt x="311" y="22"/>
                  <a:pt x="313" y="20"/>
                  <a:pt x="314" y="19"/>
                </a:cubicBezTo>
                <a:cubicBezTo>
                  <a:pt x="316" y="17"/>
                  <a:pt x="316" y="16"/>
                  <a:pt x="317" y="14"/>
                </a:cubicBezTo>
                <a:cubicBezTo>
                  <a:pt x="317" y="13"/>
                  <a:pt x="317" y="12"/>
                  <a:pt x="317" y="12"/>
                </a:cubicBezTo>
                <a:cubicBezTo>
                  <a:pt x="316" y="11"/>
                  <a:pt x="316" y="11"/>
                  <a:pt x="315" y="11"/>
                </a:cubicBezTo>
                <a:cubicBezTo>
                  <a:pt x="315" y="11"/>
                  <a:pt x="314" y="10"/>
                  <a:pt x="314" y="10"/>
                </a:cubicBezTo>
                <a:lnTo>
                  <a:pt x="308" y="15"/>
                </a:lnTo>
                <a:cubicBezTo>
                  <a:pt x="307" y="16"/>
                  <a:pt x="306" y="16"/>
                  <a:pt x="306" y="17"/>
                </a:cubicBezTo>
                <a:cubicBezTo>
                  <a:pt x="305" y="17"/>
                  <a:pt x="305" y="17"/>
                  <a:pt x="305" y="18"/>
                </a:cubicBezTo>
                <a:cubicBezTo>
                  <a:pt x="305" y="18"/>
                  <a:pt x="305" y="18"/>
                  <a:pt x="306" y="19"/>
                </a:cubicBezTo>
                <a:lnTo>
                  <a:pt x="305" y="19"/>
                </a:lnTo>
                <a:lnTo>
                  <a:pt x="302" y="15"/>
                </a:lnTo>
                <a:lnTo>
                  <a:pt x="303" y="15"/>
                </a:lnTo>
                <a:cubicBezTo>
                  <a:pt x="303" y="15"/>
                  <a:pt x="304" y="15"/>
                  <a:pt x="304" y="15"/>
                </a:cubicBezTo>
                <a:cubicBezTo>
                  <a:pt x="305" y="15"/>
                  <a:pt x="305" y="14"/>
                  <a:pt x="307" y="13"/>
                </a:cubicBezTo>
                <a:lnTo>
                  <a:pt x="313" y="9"/>
                </a:lnTo>
                <a:cubicBezTo>
                  <a:pt x="314" y="9"/>
                  <a:pt x="315" y="9"/>
                  <a:pt x="316" y="9"/>
                </a:cubicBezTo>
                <a:cubicBezTo>
                  <a:pt x="316" y="10"/>
                  <a:pt x="317" y="10"/>
                  <a:pt x="318" y="11"/>
                </a:cubicBezTo>
                <a:cubicBezTo>
                  <a:pt x="319" y="13"/>
                  <a:pt x="319" y="15"/>
                  <a:pt x="317" y="18"/>
                </a:cubicBezTo>
                <a:cubicBezTo>
                  <a:pt x="316" y="21"/>
                  <a:pt x="314" y="23"/>
                  <a:pt x="311" y="25"/>
                </a:cubicBezTo>
                <a:cubicBezTo>
                  <a:pt x="309" y="26"/>
                  <a:pt x="307" y="27"/>
                  <a:pt x="305" y="28"/>
                </a:cubicBezTo>
                <a:cubicBezTo>
                  <a:pt x="303" y="29"/>
                  <a:pt x="301" y="29"/>
                  <a:pt x="299" y="29"/>
                </a:cubicBezTo>
                <a:cubicBezTo>
                  <a:pt x="298" y="29"/>
                  <a:pt x="296" y="29"/>
                  <a:pt x="296" y="28"/>
                </a:cubicBezTo>
                <a:cubicBezTo>
                  <a:pt x="295" y="27"/>
                  <a:pt x="295" y="27"/>
                  <a:pt x="295" y="26"/>
                </a:cubicBezTo>
                <a:cubicBezTo>
                  <a:pt x="295" y="26"/>
                  <a:pt x="295" y="25"/>
                  <a:pt x="295" y="24"/>
                </a:cubicBezTo>
                <a:cubicBezTo>
                  <a:pt x="295" y="24"/>
                  <a:pt x="295" y="24"/>
                  <a:pt x="295" y="24"/>
                </a:cubicBezTo>
                <a:cubicBezTo>
                  <a:pt x="295" y="23"/>
                  <a:pt x="295" y="23"/>
                  <a:pt x="294" y="24"/>
                </a:cubicBezTo>
                <a:cubicBezTo>
                  <a:pt x="294" y="24"/>
                  <a:pt x="294" y="24"/>
                  <a:pt x="293" y="24"/>
                </a:cubicBezTo>
                <a:close/>
              </a:path>
              <a:path w="336" h="189">
                <a:moveTo>
                  <a:pt x="293" y="145"/>
                </a:moveTo>
                <a:lnTo>
                  <a:pt x="292" y="145"/>
                </a:lnTo>
                <a:lnTo>
                  <a:pt x="293" y="144"/>
                </a:lnTo>
                <a:cubicBezTo>
                  <a:pt x="293" y="144"/>
                  <a:pt x="293" y="144"/>
                  <a:pt x="293" y="143"/>
                </a:cubicBezTo>
                <a:cubicBezTo>
                  <a:pt x="293" y="143"/>
                  <a:pt x="292" y="142"/>
                  <a:pt x="292" y="141"/>
                </a:cubicBezTo>
                <a:lnTo>
                  <a:pt x="282" y="128"/>
                </a:lnTo>
                <a:cubicBezTo>
                  <a:pt x="281" y="126"/>
                  <a:pt x="280" y="126"/>
                  <a:pt x="280" y="126"/>
                </a:cubicBezTo>
                <a:cubicBezTo>
                  <a:pt x="279" y="125"/>
                  <a:pt x="279" y="125"/>
                  <a:pt x="278" y="126"/>
                </a:cubicBezTo>
                <a:lnTo>
                  <a:pt x="277" y="125"/>
                </a:lnTo>
                <a:lnTo>
                  <a:pt x="282" y="122"/>
                </a:lnTo>
                <a:cubicBezTo>
                  <a:pt x="283" y="121"/>
                  <a:pt x="284" y="120"/>
                  <a:pt x="286" y="121"/>
                </a:cubicBezTo>
                <a:cubicBezTo>
                  <a:pt x="287" y="121"/>
                  <a:pt x="288" y="121"/>
                  <a:pt x="290" y="123"/>
                </a:cubicBezTo>
                <a:cubicBezTo>
                  <a:pt x="292" y="124"/>
                  <a:pt x="293" y="125"/>
                  <a:pt x="295" y="128"/>
                </a:cubicBezTo>
                <a:cubicBezTo>
                  <a:pt x="297" y="130"/>
                  <a:pt x="299" y="133"/>
                  <a:pt x="299" y="135"/>
                </a:cubicBezTo>
                <a:cubicBezTo>
                  <a:pt x="300" y="138"/>
                  <a:pt x="299" y="140"/>
                  <a:pt x="297" y="142"/>
                </a:cubicBezTo>
                <a:lnTo>
                  <a:pt x="293" y="145"/>
                </a:lnTo>
                <a:close/>
                <a:moveTo>
                  <a:pt x="295" y="142"/>
                </a:moveTo>
                <a:cubicBezTo>
                  <a:pt x="295" y="141"/>
                  <a:pt x="296" y="141"/>
                  <a:pt x="296" y="141"/>
                </a:cubicBezTo>
                <a:cubicBezTo>
                  <a:pt x="298" y="140"/>
                  <a:pt x="298" y="139"/>
                  <a:pt x="297" y="136"/>
                </a:cubicBezTo>
                <a:cubicBezTo>
                  <a:pt x="297" y="134"/>
                  <a:pt x="296" y="132"/>
                  <a:pt x="293" y="129"/>
                </a:cubicBezTo>
                <a:cubicBezTo>
                  <a:pt x="291" y="126"/>
                  <a:pt x="289" y="124"/>
                  <a:pt x="287" y="123"/>
                </a:cubicBezTo>
                <a:cubicBezTo>
                  <a:pt x="285" y="122"/>
                  <a:pt x="284" y="122"/>
                  <a:pt x="283" y="123"/>
                </a:cubicBezTo>
                <a:cubicBezTo>
                  <a:pt x="282" y="123"/>
                  <a:pt x="282" y="124"/>
                  <a:pt x="281" y="125"/>
                </a:cubicBezTo>
                <a:lnTo>
                  <a:pt x="295" y="142"/>
                </a:lnTo>
                <a:close/>
              </a:path>
              <a:path w="336" h="189">
                <a:moveTo>
                  <a:pt x="266" y="134"/>
                </a:moveTo>
                <a:lnTo>
                  <a:pt x="268" y="132"/>
                </a:lnTo>
                <a:lnTo>
                  <a:pt x="286" y="143"/>
                </a:lnTo>
                <a:lnTo>
                  <a:pt x="277" y="131"/>
                </a:lnTo>
                <a:cubicBezTo>
                  <a:pt x="276" y="130"/>
                  <a:pt x="276" y="129"/>
                  <a:pt x="275" y="129"/>
                </a:cubicBezTo>
                <a:cubicBezTo>
                  <a:pt x="275" y="129"/>
                  <a:pt x="274" y="129"/>
                  <a:pt x="274" y="129"/>
                </a:cubicBezTo>
                <a:lnTo>
                  <a:pt x="273" y="129"/>
                </a:lnTo>
                <a:lnTo>
                  <a:pt x="277" y="126"/>
                </a:lnTo>
                <a:lnTo>
                  <a:pt x="277" y="127"/>
                </a:lnTo>
                <a:cubicBezTo>
                  <a:pt x="276" y="127"/>
                  <a:pt x="276" y="128"/>
                  <a:pt x="276" y="128"/>
                </a:cubicBezTo>
                <a:cubicBezTo>
                  <a:pt x="277" y="129"/>
                  <a:pt x="277" y="129"/>
                  <a:pt x="278" y="130"/>
                </a:cubicBezTo>
                <a:lnTo>
                  <a:pt x="291" y="147"/>
                </a:lnTo>
                <a:lnTo>
                  <a:pt x="290" y="148"/>
                </a:lnTo>
                <a:lnTo>
                  <a:pt x="272" y="136"/>
                </a:lnTo>
                <a:lnTo>
                  <a:pt x="281" y="149"/>
                </a:lnTo>
                <a:cubicBezTo>
                  <a:pt x="282" y="150"/>
                  <a:pt x="283" y="151"/>
                  <a:pt x="283" y="151"/>
                </a:cubicBezTo>
                <a:cubicBezTo>
                  <a:pt x="284" y="151"/>
                  <a:pt x="284" y="151"/>
                  <a:pt x="284" y="151"/>
                </a:cubicBezTo>
                <a:lnTo>
                  <a:pt x="285" y="151"/>
                </a:lnTo>
                <a:lnTo>
                  <a:pt x="282" y="154"/>
                </a:lnTo>
                <a:lnTo>
                  <a:pt x="281" y="153"/>
                </a:lnTo>
                <a:lnTo>
                  <a:pt x="282" y="153"/>
                </a:lnTo>
                <a:cubicBezTo>
                  <a:pt x="282" y="153"/>
                  <a:pt x="282" y="152"/>
                  <a:pt x="282" y="152"/>
                </a:cubicBezTo>
                <a:cubicBezTo>
                  <a:pt x="282" y="151"/>
                  <a:pt x="281" y="150"/>
                  <a:pt x="280" y="149"/>
                </a:cubicBezTo>
                <a:lnTo>
                  <a:pt x="270" y="135"/>
                </a:lnTo>
                <a:cubicBezTo>
                  <a:pt x="269" y="135"/>
                  <a:pt x="268" y="135"/>
                  <a:pt x="268" y="134"/>
                </a:cubicBezTo>
                <a:cubicBezTo>
                  <a:pt x="268" y="134"/>
                  <a:pt x="267" y="134"/>
                  <a:pt x="267" y="134"/>
                </a:cubicBezTo>
                <a:cubicBezTo>
                  <a:pt x="267" y="134"/>
                  <a:pt x="267" y="135"/>
                  <a:pt x="266" y="135"/>
                </a:cubicBezTo>
                <a:lnTo>
                  <a:pt x="266" y="134"/>
                </a:lnTo>
                <a:close/>
              </a:path>
              <a:path w="336" h="189">
                <a:moveTo>
                  <a:pt x="272" y="151"/>
                </a:moveTo>
                <a:lnTo>
                  <a:pt x="268" y="154"/>
                </a:lnTo>
                <a:lnTo>
                  <a:pt x="270" y="157"/>
                </a:lnTo>
                <a:cubicBezTo>
                  <a:pt x="270" y="158"/>
                  <a:pt x="270" y="159"/>
                  <a:pt x="271" y="159"/>
                </a:cubicBezTo>
                <a:cubicBezTo>
                  <a:pt x="271" y="160"/>
                  <a:pt x="271" y="160"/>
                  <a:pt x="272" y="160"/>
                </a:cubicBezTo>
                <a:cubicBezTo>
                  <a:pt x="272" y="160"/>
                  <a:pt x="272" y="160"/>
                  <a:pt x="273" y="160"/>
                </a:cubicBezTo>
                <a:lnTo>
                  <a:pt x="270" y="163"/>
                </a:lnTo>
                <a:lnTo>
                  <a:pt x="270" y="162"/>
                </a:lnTo>
                <a:cubicBezTo>
                  <a:pt x="270" y="162"/>
                  <a:pt x="270" y="161"/>
                  <a:pt x="270" y="161"/>
                </a:cubicBezTo>
                <a:cubicBezTo>
                  <a:pt x="270" y="160"/>
                  <a:pt x="270" y="159"/>
                  <a:pt x="269" y="157"/>
                </a:cubicBezTo>
                <a:lnTo>
                  <a:pt x="260" y="138"/>
                </a:lnTo>
                <a:lnTo>
                  <a:pt x="276" y="152"/>
                </a:lnTo>
                <a:cubicBezTo>
                  <a:pt x="277" y="153"/>
                  <a:pt x="278" y="154"/>
                  <a:pt x="279" y="154"/>
                </a:cubicBezTo>
                <a:cubicBezTo>
                  <a:pt x="279" y="154"/>
                  <a:pt x="280" y="154"/>
                  <a:pt x="280" y="154"/>
                </a:cubicBezTo>
                <a:lnTo>
                  <a:pt x="281" y="155"/>
                </a:lnTo>
                <a:lnTo>
                  <a:pt x="277" y="158"/>
                </a:lnTo>
                <a:lnTo>
                  <a:pt x="276" y="157"/>
                </a:lnTo>
                <a:cubicBezTo>
                  <a:pt x="277" y="157"/>
                  <a:pt x="277" y="156"/>
                  <a:pt x="277" y="156"/>
                </a:cubicBezTo>
                <a:cubicBezTo>
                  <a:pt x="277" y="156"/>
                  <a:pt x="277" y="155"/>
                  <a:pt x="276" y="155"/>
                </a:cubicBezTo>
                <a:cubicBezTo>
                  <a:pt x="276" y="155"/>
                  <a:pt x="276" y="154"/>
                  <a:pt x="275" y="153"/>
                </a:cubicBezTo>
                <a:lnTo>
                  <a:pt x="272" y="151"/>
                </a:lnTo>
                <a:close/>
                <a:moveTo>
                  <a:pt x="271" y="150"/>
                </a:moveTo>
                <a:lnTo>
                  <a:pt x="263" y="143"/>
                </a:lnTo>
                <a:lnTo>
                  <a:pt x="267" y="152"/>
                </a:lnTo>
                <a:lnTo>
                  <a:pt x="271" y="150"/>
                </a:lnTo>
                <a:close/>
              </a:path>
              <a:path w="336" h="189">
                <a:moveTo>
                  <a:pt x="319" y="86"/>
                </a:moveTo>
                <a:lnTo>
                  <a:pt x="320" y="81"/>
                </a:lnTo>
                <a:lnTo>
                  <a:pt x="313" y="79"/>
                </a:lnTo>
                <a:cubicBezTo>
                  <a:pt x="311" y="79"/>
                  <a:pt x="311" y="79"/>
                  <a:pt x="310" y="79"/>
                </a:cubicBezTo>
                <a:cubicBezTo>
                  <a:pt x="310" y="79"/>
                  <a:pt x="310" y="79"/>
                  <a:pt x="309" y="79"/>
                </a:cubicBezTo>
                <a:cubicBezTo>
                  <a:pt x="309" y="79"/>
                  <a:pt x="309" y="80"/>
                  <a:pt x="309" y="80"/>
                </a:cubicBezTo>
                <a:lnTo>
                  <a:pt x="308" y="80"/>
                </a:lnTo>
                <a:lnTo>
                  <a:pt x="309" y="75"/>
                </a:lnTo>
                <a:lnTo>
                  <a:pt x="310" y="75"/>
                </a:lnTo>
                <a:cubicBezTo>
                  <a:pt x="309" y="76"/>
                  <a:pt x="310" y="76"/>
                  <a:pt x="310" y="76"/>
                </a:cubicBezTo>
                <a:cubicBezTo>
                  <a:pt x="310" y="77"/>
                  <a:pt x="310" y="77"/>
                  <a:pt x="311" y="77"/>
                </a:cubicBezTo>
                <a:cubicBezTo>
                  <a:pt x="311" y="77"/>
                  <a:pt x="312" y="77"/>
                  <a:pt x="313" y="77"/>
                </a:cubicBezTo>
                <a:lnTo>
                  <a:pt x="330" y="80"/>
                </a:lnTo>
                <a:cubicBezTo>
                  <a:pt x="331" y="81"/>
                  <a:pt x="332" y="81"/>
                  <a:pt x="332" y="81"/>
                </a:cubicBezTo>
                <a:cubicBezTo>
                  <a:pt x="333" y="81"/>
                  <a:pt x="333" y="81"/>
                  <a:pt x="333" y="81"/>
                </a:cubicBezTo>
                <a:cubicBezTo>
                  <a:pt x="334" y="80"/>
                  <a:pt x="334" y="80"/>
                  <a:pt x="334" y="80"/>
                </a:cubicBezTo>
                <a:lnTo>
                  <a:pt x="334" y="79"/>
                </a:lnTo>
                <a:lnTo>
                  <a:pt x="335" y="80"/>
                </a:lnTo>
                <a:lnTo>
                  <a:pt x="334" y="85"/>
                </a:lnTo>
                <a:lnTo>
                  <a:pt x="333" y="85"/>
                </a:lnTo>
                <a:lnTo>
                  <a:pt x="333" y="84"/>
                </a:lnTo>
                <a:cubicBezTo>
                  <a:pt x="333" y="84"/>
                  <a:pt x="333" y="83"/>
                  <a:pt x="332" y="83"/>
                </a:cubicBezTo>
                <a:cubicBezTo>
                  <a:pt x="332" y="83"/>
                  <a:pt x="331" y="83"/>
                  <a:pt x="329" y="82"/>
                </a:cubicBezTo>
                <a:lnTo>
                  <a:pt x="322" y="81"/>
                </a:lnTo>
                <a:lnTo>
                  <a:pt x="320" y="87"/>
                </a:lnTo>
                <a:lnTo>
                  <a:pt x="328" y="88"/>
                </a:lnTo>
                <a:cubicBezTo>
                  <a:pt x="330" y="88"/>
                  <a:pt x="331" y="88"/>
                  <a:pt x="331" y="88"/>
                </a:cubicBezTo>
                <a:cubicBezTo>
                  <a:pt x="331" y="88"/>
                  <a:pt x="332" y="88"/>
                  <a:pt x="332" y="88"/>
                </a:cubicBezTo>
                <a:cubicBezTo>
                  <a:pt x="332" y="88"/>
                  <a:pt x="332" y="88"/>
                  <a:pt x="333" y="87"/>
                </a:cubicBezTo>
                <a:lnTo>
                  <a:pt x="332" y="92"/>
                </a:lnTo>
                <a:cubicBezTo>
                  <a:pt x="332" y="91"/>
                  <a:pt x="331" y="91"/>
                  <a:pt x="331" y="90"/>
                </a:cubicBezTo>
                <a:cubicBezTo>
                  <a:pt x="331" y="90"/>
                  <a:pt x="330" y="90"/>
                  <a:pt x="328" y="90"/>
                </a:cubicBezTo>
                <a:lnTo>
                  <a:pt x="311" y="87"/>
                </a:lnTo>
                <a:cubicBezTo>
                  <a:pt x="310" y="86"/>
                  <a:pt x="309" y="86"/>
                  <a:pt x="309" y="86"/>
                </a:cubicBezTo>
                <a:cubicBezTo>
                  <a:pt x="308" y="86"/>
                  <a:pt x="308" y="86"/>
                  <a:pt x="308" y="87"/>
                </a:cubicBezTo>
                <a:cubicBezTo>
                  <a:pt x="307" y="87"/>
                  <a:pt x="307" y="87"/>
                  <a:pt x="307" y="87"/>
                </a:cubicBezTo>
                <a:lnTo>
                  <a:pt x="307" y="88"/>
                </a:lnTo>
                <a:lnTo>
                  <a:pt x="306" y="88"/>
                </a:lnTo>
                <a:lnTo>
                  <a:pt x="307" y="82"/>
                </a:lnTo>
                <a:lnTo>
                  <a:pt x="308" y="82"/>
                </a:lnTo>
                <a:lnTo>
                  <a:pt x="308" y="83"/>
                </a:lnTo>
                <a:cubicBezTo>
                  <a:pt x="308" y="83"/>
                  <a:pt x="308" y="84"/>
                  <a:pt x="308" y="84"/>
                </a:cubicBezTo>
                <a:cubicBezTo>
                  <a:pt x="309" y="84"/>
                  <a:pt x="309" y="84"/>
                  <a:pt x="309" y="84"/>
                </a:cubicBezTo>
                <a:cubicBezTo>
                  <a:pt x="310" y="85"/>
                  <a:pt x="310" y="85"/>
                  <a:pt x="312" y="85"/>
                </a:cubicBezTo>
                <a:lnTo>
                  <a:pt x="319" y="86"/>
                </a:lnTo>
                <a:close/>
              </a:path>
              <a:path w="336" h="189">
                <a:moveTo>
                  <a:pt x="305" y="89"/>
                </a:moveTo>
                <a:lnTo>
                  <a:pt x="314" y="91"/>
                </a:lnTo>
                <a:cubicBezTo>
                  <a:pt x="311" y="91"/>
                  <a:pt x="309" y="91"/>
                  <a:pt x="308" y="92"/>
                </a:cubicBezTo>
                <a:cubicBezTo>
                  <a:pt x="307" y="92"/>
                  <a:pt x="306" y="93"/>
                  <a:pt x="306" y="94"/>
                </a:cubicBezTo>
                <a:cubicBezTo>
                  <a:pt x="305" y="95"/>
                  <a:pt x="306" y="95"/>
                  <a:pt x="306" y="96"/>
                </a:cubicBezTo>
                <a:cubicBezTo>
                  <a:pt x="307" y="97"/>
                  <a:pt x="308" y="98"/>
                  <a:pt x="310" y="99"/>
                </a:cubicBezTo>
                <a:cubicBezTo>
                  <a:pt x="312" y="99"/>
                  <a:pt x="314" y="100"/>
                  <a:pt x="317" y="101"/>
                </a:cubicBezTo>
                <a:cubicBezTo>
                  <a:pt x="320" y="101"/>
                  <a:pt x="322" y="101"/>
                  <a:pt x="323" y="101"/>
                </a:cubicBezTo>
                <a:cubicBezTo>
                  <a:pt x="325" y="101"/>
                  <a:pt x="327" y="101"/>
                  <a:pt x="328" y="100"/>
                </a:cubicBezTo>
                <a:cubicBezTo>
                  <a:pt x="329" y="100"/>
                  <a:pt x="329" y="99"/>
                  <a:pt x="330" y="98"/>
                </a:cubicBezTo>
                <a:cubicBezTo>
                  <a:pt x="330" y="97"/>
                  <a:pt x="330" y="97"/>
                  <a:pt x="329" y="96"/>
                </a:cubicBezTo>
                <a:cubicBezTo>
                  <a:pt x="328" y="95"/>
                  <a:pt x="327" y="94"/>
                  <a:pt x="325" y="93"/>
                </a:cubicBezTo>
                <a:lnTo>
                  <a:pt x="326" y="93"/>
                </a:lnTo>
                <a:cubicBezTo>
                  <a:pt x="328" y="94"/>
                  <a:pt x="329" y="95"/>
                  <a:pt x="330" y="96"/>
                </a:cubicBezTo>
                <a:cubicBezTo>
                  <a:pt x="331" y="97"/>
                  <a:pt x="331" y="98"/>
                  <a:pt x="331" y="99"/>
                </a:cubicBezTo>
                <a:cubicBezTo>
                  <a:pt x="331" y="101"/>
                  <a:pt x="329" y="102"/>
                  <a:pt x="325" y="103"/>
                </a:cubicBezTo>
                <a:cubicBezTo>
                  <a:pt x="323" y="103"/>
                  <a:pt x="320" y="103"/>
                  <a:pt x="317" y="103"/>
                </a:cubicBezTo>
                <a:cubicBezTo>
                  <a:pt x="314" y="102"/>
                  <a:pt x="312" y="101"/>
                  <a:pt x="310" y="100"/>
                </a:cubicBezTo>
                <a:cubicBezTo>
                  <a:pt x="308" y="99"/>
                  <a:pt x="306" y="98"/>
                  <a:pt x="305" y="97"/>
                </a:cubicBezTo>
                <a:cubicBezTo>
                  <a:pt x="304" y="96"/>
                  <a:pt x="304" y="95"/>
                  <a:pt x="304" y="94"/>
                </a:cubicBezTo>
                <a:cubicBezTo>
                  <a:pt x="304" y="93"/>
                  <a:pt x="305" y="92"/>
                  <a:pt x="306" y="91"/>
                </a:cubicBezTo>
                <a:cubicBezTo>
                  <a:pt x="306" y="91"/>
                  <a:pt x="307" y="91"/>
                  <a:pt x="307" y="91"/>
                </a:cubicBezTo>
                <a:cubicBezTo>
                  <a:pt x="307" y="91"/>
                  <a:pt x="307" y="90"/>
                  <a:pt x="306" y="90"/>
                </a:cubicBezTo>
                <a:cubicBezTo>
                  <a:pt x="306" y="90"/>
                  <a:pt x="306" y="90"/>
                  <a:pt x="305" y="90"/>
                </a:cubicBezTo>
                <a:lnTo>
                  <a:pt x="305" y="89"/>
                </a:lnTo>
                <a:close/>
              </a:path>
              <a:path w="336" h="189">
                <a:moveTo>
                  <a:pt x="300" y="104"/>
                </a:moveTo>
                <a:lnTo>
                  <a:pt x="309" y="109"/>
                </a:lnTo>
                <a:lnTo>
                  <a:pt x="311" y="106"/>
                </a:lnTo>
                <a:cubicBezTo>
                  <a:pt x="311" y="105"/>
                  <a:pt x="311" y="105"/>
                  <a:pt x="311" y="104"/>
                </a:cubicBezTo>
                <a:cubicBezTo>
                  <a:pt x="310" y="104"/>
                  <a:pt x="309" y="103"/>
                  <a:pt x="308" y="102"/>
                </a:cubicBezTo>
                <a:lnTo>
                  <a:pt x="317" y="106"/>
                </a:lnTo>
                <a:lnTo>
                  <a:pt x="316" y="106"/>
                </a:lnTo>
                <a:cubicBezTo>
                  <a:pt x="315" y="106"/>
                  <a:pt x="314" y="106"/>
                  <a:pt x="314" y="106"/>
                </a:cubicBezTo>
                <a:cubicBezTo>
                  <a:pt x="314" y="106"/>
                  <a:pt x="313" y="106"/>
                  <a:pt x="313" y="106"/>
                </a:cubicBezTo>
                <a:cubicBezTo>
                  <a:pt x="312" y="106"/>
                  <a:pt x="312" y="106"/>
                  <a:pt x="312" y="107"/>
                </a:cubicBezTo>
                <a:lnTo>
                  <a:pt x="311" y="109"/>
                </a:lnTo>
                <a:lnTo>
                  <a:pt x="319" y="113"/>
                </a:lnTo>
                <a:cubicBezTo>
                  <a:pt x="320" y="113"/>
                  <a:pt x="320" y="114"/>
                  <a:pt x="321" y="114"/>
                </a:cubicBezTo>
                <a:cubicBezTo>
                  <a:pt x="321" y="114"/>
                  <a:pt x="321" y="114"/>
                  <a:pt x="321" y="114"/>
                </a:cubicBezTo>
                <a:cubicBezTo>
                  <a:pt x="321" y="114"/>
                  <a:pt x="322" y="114"/>
                  <a:pt x="322" y="113"/>
                </a:cubicBezTo>
                <a:lnTo>
                  <a:pt x="323" y="111"/>
                </a:lnTo>
                <a:cubicBezTo>
                  <a:pt x="323" y="111"/>
                  <a:pt x="323" y="110"/>
                  <a:pt x="323" y="110"/>
                </a:cubicBezTo>
                <a:cubicBezTo>
                  <a:pt x="323" y="109"/>
                  <a:pt x="323" y="109"/>
                  <a:pt x="322" y="108"/>
                </a:cubicBezTo>
                <a:cubicBezTo>
                  <a:pt x="322" y="108"/>
                  <a:pt x="321" y="107"/>
                  <a:pt x="320" y="106"/>
                </a:cubicBezTo>
                <a:lnTo>
                  <a:pt x="320" y="105"/>
                </a:lnTo>
                <a:lnTo>
                  <a:pt x="325" y="109"/>
                </a:lnTo>
                <a:lnTo>
                  <a:pt x="321" y="118"/>
                </a:lnTo>
                <a:lnTo>
                  <a:pt x="320" y="118"/>
                </a:lnTo>
                <a:lnTo>
                  <a:pt x="321" y="118"/>
                </a:lnTo>
                <a:cubicBezTo>
                  <a:pt x="321" y="117"/>
                  <a:pt x="321" y="117"/>
                  <a:pt x="320" y="117"/>
                </a:cubicBezTo>
                <a:cubicBezTo>
                  <a:pt x="320" y="116"/>
                  <a:pt x="320" y="116"/>
                  <a:pt x="320" y="116"/>
                </a:cubicBezTo>
                <a:cubicBezTo>
                  <a:pt x="319" y="115"/>
                  <a:pt x="319" y="115"/>
                  <a:pt x="318" y="115"/>
                </a:cubicBezTo>
                <a:lnTo>
                  <a:pt x="302" y="107"/>
                </a:lnTo>
                <a:cubicBezTo>
                  <a:pt x="301" y="106"/>
                  <a:pt x="300" y="106"/>
                  <a:pt x="299" y="106"/>
                </a:cubicBezTo>
                <a:cubicBezTo>
                  <a:pt x="299" y="106"/>
                  <a:pt x="298" y="106"/>
                  <a:pt x="298" y="107"/>
                </a:cubicBezTo>
                <a:lnTo>
                  <a:pt x="297" y="107"/>
                </a:lnTo>
                <a:lnTo>
                  <a:pt x="301" y="98"/>
                </a:lnTo>
                <a:lnTo>
                  <a:pt x="307" y="100"/>
                </a:lnTo>
                <a:cubicBezTo>
                  <a:pt x="305" y="100"/>
                  <a:pt x="304" y="100"/>
                  <a:pt x="304" y="100"/>
                </a:cubicBezTo>
                <a:cubicBezTo>
                  <a:pt x="303" y="99"/>
                  <a:pt x="303" y="100"/>
                  <a:pt x="302" y="100"/>
                </a:cubicBezTo>
                <a:cubicBezTo>
                  <a:pt x="302" y="100"/>
                  <a:pt x="302" y="100"/>
                  <a:pt x="302" y="101"/>
                </a:cubicBezTo>
                <a:lnTo>
                  <a:pt x="300" y="104"/>
                </a:lnTo>
                <a:close/>
              </a:path>
              <a:path w="336" h="189">
                <a:moveTo>
                  <a:pt x="298" y="108"/>
                </a:moveTo>
                <a:lnTo>
                  <a:pt x="303" y="111"/>
                </a:lnTo>
                <a:cubicBezTo>
                  <a:pt x="302" y="111"/>
                  <a:pt x="301" y="110"/>
                  <a:pt x="301" y="110"/>
                </a:cubicBezTo>
                <a:cubicBezTo>
                  <a:pt x="300" y="110"/>
                  <a:pt x="299" y="110"/>
                  <a:pt x="299" y="110"/>
                </a:cubicBezTo>
                <a:cubicBezTo>
                  <a:pt x="299" y="110"/>
                  <a:pt x="298" y="111"/>
                  <a:pt x="298" y="111"/>
                </a:cubicBezTo>
                <a:lnTo>
                  <a:pt x="297" y="113"/>
                </a:lnTo>
                <a:lnTo>
                  <a:pt x="315" y="122"/>
                </a:lnTo>
                <a:cubicBezTo>
                  <a:pt x="316" y="123"/>
                  <a:pt x="317" y="123"/>
                  <a:pt x="318" y="123"/>
                </a:cubicBezTo>
                <a:cubicBezTo>
                  <a:pt x="318" y="123"/>
                  <a:pt x="319" y="123"/>
                  <a:pt x="319" y="123"/>
                </a:cubicBezTo>
                <a:lnTo>
                  <a:pt x="319" y="122"/>
                </a:lnTo>
                <a:lnTo>
                  <a:pt x="320" y="123"/>
                </a:lnTo>
                <a:lnTo>
                  <a:pt x="317" y="128"/>
                </a:lnTo>
                <a:lnTo>
                  <a:pt x="317" y="127"/>
                </a:lnTo>
                <a:cubicBezTo>
                  <a:pt x="317" y="126"/>
                  <a:pt x="317" y="126"/>
                  <a:pt x="317" y="125"/>
                </a:cubicBezTo>
                <a:cubicBezTo>
                  <a:pt x="316" y="125"/>
                  <a:pt x="315" y="124"/>
                  <a:pt x="314" y="124"/>
                </a:cubicBezTo>
                <a:lnTo>
                  <a:pt x="296" y="114"/>
                </a:lnTo>
                <a:lnTo>
                  <a:pt x="296" y="116"/>
                </a:lnTo>
                <a:cubicBezTo>
                  <a:pt x="295" y="116"/>
                  <a:pt x="295" y="117"/>
                  <a:pt x="295" y="117"/>
                </a:cubicBezTo>
                <a:cubicBezTo>
                  <a:pt x="295" y="117"/>
                  <a:pt x="296" y="118"/>
                  <a:pt x="296" y="118"/>
                </a:cubicBezTo>
                <a:cubicBezTo>
                  <a:pt x="297" y="119"/>
                  <a:pt x="297" y="120"/>
                  <a:pt x="298" y="120"/>
                </a:cubicBezTo>
                <a:lnTo>
                  <a:pt x="293" y="117"/>
                </a:lnTo>
                <a:lnTo>
                  <a:pt x="298" y="108"/>
                </a:lnTo>
                <a:close/>
              </a:path>
              <a:path w="336" h="189">
                <a:moveTo>
                  <a:pt x="307" y="54"/>
                </a:moveTo>
                <a:cubicBezTo>
                  <a:pt x="307" y="53"/>
                  <a:pt x="308" y="51"/>
                  <a:pt x="310" y="50"/>
                </a:cubicBezTo>
                <a:cubicBezTo>
                  <a:pt x="313" y="49"/>
                  <a:pt x="316" y="48"/>
                  <a:pt x="320" y="48"/>
                </a:cubicBezTo>
                <a:cubicBezTo>
                  <a:pt x="324" y="48"/>
                  <a:pt x="327" y="48"/>
                  <a:pt x="330" y="50"/>
                </a:cubicBezTo>
                <a:cubicBezTo>
                  <a:pt x="333" y="51"/>
                  <a:pt x="334" y="52"/>
                  <a:pt x="334" y="54"/>
                </a:cubicBezTo>
                <a:cubicBezTo>
                  <a:pt x="334" y="56"/>
                  <a:pt x="333" y="57"/>
                  <a:pt x="330" y="59"/>
                </a:cubicBezTo>
                <a:cubicBezTo>
                  <a:pt x="328" y="60"/>
                  <a:pt x="325" y="61"/>
                  <a:pt x="320" y="61"/>
                </a:cubicBezTo>
                <a:cubicBezTo>
                  <a:pt x="316" y="61"/>
                  <a:pt x="313" y="60"/>
                  <a:pt x="310" y="59"/>
                </a:cubicBezTo>
                <a:cubicBezTo>
                  <a:pt x="308" y="57"/>
                  <a:pt x="307" y="56"/>
                  <a:pt x="307" y="54"/>
                </a:cubicBezTo>
                <a:close/>
                <a:moveTo>
                  <a:pt x="308" y="55"/>
                </a:moveTo>
                <a:cubicBezTo>
                  <a:pt x="308" y="56"/>
                  <a:pt x="309" y="57"/>
                  <a:pt x="311" y="57"/>
                </a:cubicBezTo>
                <a:cubicBezTo>
                  <a:pt x="313" y="58"/>
                  <a:pt x="316" y="58"/>
                  <a:pt x="320" y="58"/>
                </a:cubicBezTo>
                <a:cubicBezTo>
                  <a:pt x="325" y="58"/>
                  <a:pt x="328" y="58"/>
                  <a:pt x="330" y="57"/>
                </a:cubicBezTo>
                <a:cubicBezTo>
                  <a:pt x="332" y="56"/>
                  <a:pt x="333" y="55"/>
                  <a:pt x="333" y="54"/>
                </a:cubicBezTo>
                <a:cubicBezTo>
                  <a:pt x="333" y="53"/>
                  <a:pt x="332" y="52"/>
                  <a:pt x="330" y="51"/>
                </a:cubicBezTo>
                <a:cubicBezTo>
                  <a:pt x="328" y="50"/>
                  <a:pt x="325" y="50"/>
                  <a:pt x="321" y="50"/>
                </a:cubicBezTo>
                <a:cubicBezTo>
                  <a:pt x="316" y="50"/>
                  <a:pt x="313" y="51"/>
                  <a:pt x="311" y="52"/>
                </a:cubicBezTo>
                <a:cubicBezTo>
                  <a:pt x="309" y="52"/>
                  <a:pt x="308" y="53"/>
                  <a:pt x="308" y="55"/>
                </a:cubicBezTo>
                <a:close/>
              </a:path>
              <a:path w="336" h="189">
                <a:moveTo>
                  <a:pt x="310" y="75"/>
                </a:moveTo>
                <a:lnTo>
                  <a:pt x="310" y="71"/>
                </a:lnTo>
                <a:lnTo>
                  <a:pt x="329" y="63"/>
                </a:lnTo>
                <a:lnTo>
                  <a:pt x="314" y="63"/>
                </a:lnTo>
                <a:cubicBezTo>
                  <a:pt x="313" y="63"/>
                  <a:pt x="312" y="63"/>
                  <a:pt x="311" y="63"/>
                </a:cubicBezTo>
                <a:cubicBezTo>
                  <a:pt x="311" y="63"/>
                  <a:pt x="310" y="64"/>
                  <a:pt x="310" y="64"/>
                </a:cubicBezTo>
                <a:lnTo>
                  <a:pt x="310" y="65"/>
                </a:lnTo>
                <a:lnTo>
                  <a:pt x="310" y="60"/>
                </a:lnTo>
                <a:lnTo>
                  <a:pt x="310" y="61"/>
                </a:lnTo>
                <a:cubicBezTo>
                  <a:pt x="310" y="61"/>
                  <a:pt x="311" y="62"/>
                  <a:pt x="311" y="62"/>
                </a:cubicBezTo>
                <a:cubicBezTo>
                  <a:pt x="312" y="62"/>
                  <a:pt x="313" y="62"/>
                  <a:pt x="314" y="62"/>
                </a:cubicBezTo>
                <a:lnTo>
                  <a:pt x="336" y="62"/>
                </a:lnTo>
                <a:lnTo>
                  <a:pt x="315" y="71"/>
                </a:lnTo>
                <a:lnTo>
                  <a:pt x="332" y="71"/>
                </a:lnTo>
                <a:cubicBezTo>
                  <a:pt x="333" y="71"/>
                  <a:pt x="334" y="71"/>
                  <a:pt x="335" y="70"/>
                </a:cubicBezTo>
                <a:cubicBezTo>
                  <a:pt x="335" y="70"/>
                  <a:pt x="335" y="70"/>
                  <a:pt x="335" y="69"/>
                </a:cubicBezTo>
                <a:lnTo>
                  <a:pt x="336" y="69"/>
                </a:lnTo>
                <a:lnTo>
                  <a:pt x="336" y="73"/>
                </a:lnTo>
                <a:lnTo>
                  <a:pt x="335" y="73"/>
                </a:lnTo>
                <a:cubicBezTo>
                  <a:pt x="335" y="72"/>
                  <a:pt x="335" y="72"/>
                  <a:pt x="334" y="72"/>
                </a:cubicBezTo>
                <a:cubicBezTo>
                  <a:pt x="334" y="72"/>
                  <a:pt x="333" y="72"/>
                  <a:pt x="332" y="72"/>
                </a:cubicBezTo>
                <a:lnTo>
                  <a:pt x="313" y="72"/>
                </a:lnTo>
                <a:cubicBezTo>
                  <a:pt x="312" y="72"/>
                  <a:pt x="312" y="73"/>
                  <a:pt x="311" y="73"/>
                </a:cubicBezTo>
                <a:cubicBezTo>
                  <a:pt x="311" y="73"/>
                  <a:pt x="311" y="73"/>
                  <a:pt x="311" y="74"/>
                </a:cubicBezTo>
                <a:cubicBezTo>
                  <a:pt x="311" y="74"/>
                  <a:pt x="311" y="74"/>
                  <a:pt x="311" y="75"/>
                </a:cubicBezTo>
                <a:lnTo>
                  <a:pt x="310" y="75"/>
                </a:lnTo>
                <a:close/>
              </a:path>
              <a:path w="336" h="189">
                <a:moveTo>
                  <a:pt x="301" y="38"/>
                </a:moveTo>
                <a:cubicBezTo>
                  <a:pt x="300" y="36"/>
                  <a:pt x="301" y="34"/>
                  <a:pt x="303" y="32"/>
                </a:cubicBezTo>
                <a:cubicBezTo>
                  <a:pt x="305" y="30"/>
                  <a:pt x="307" y="28"/>
                  <a:pt x="311" y="27"/>
                </a:cubicBezTo>
                <a:cubicBezTo>
                  <a:pt x="315" y="25"/>
                  <a:pt x="318" y="25"/>
                  <a:pt x="321" y="25"/>
                </a:cubicBezTo>
                <a:cubicBezTo>
                  <a:pt x="324" y="25"/>
                  <a:pt x="326" y="26"/>
                  <a:pt x="326" y="27"/>
                </a:cubicBezTo>
                <a:cubicBezTo>
                  <a:pt x="327" y="29"/>
                  <a:pt x="326" y="31"/>
                  <a:pt x="325" y="33"/>
                </a:cubicBezTo>
                <a:cubicBezTo>
                  <a:pt x="323" y="35"/>
                  <a:pt x="320" y="37"/>
                  <a:pt x="316" y="39"/>
                </a:cubicBezTo>
                <a:cubicBezTo>
                  <a:pt x="312" y="40"/>
                  <a:pt x="309" y="41"/>
                  <a:pt x="306" y="41"/>
                </a:cubicBezTo>
                <a:cubicBezTo>
                  <a:pt x="303" y="40"/>
                  <a:pt x="302" y="39"/>
                  <a:pt x="301" y="38"/>
                </a:cubicBezTo>
                <a:close/>
                <a:moveTo>
                  <a:pt x="302" y="38"/>
                </a:moveTo>
                <a:cubicBezTo>
                  <a:pt x="303" y="39"/>
                  <a:pt x="304" y="39"/>
                  <a:pt x="306" y="39"/>
                </a:cubicBezTo>
                <a:cubicBezTo>
                  <a:pt x="308" y="39"/>
                  <a:pt x="311" y="38"/>
                  <a:pt x="315" y="37"/>
                </a:cubicBezTo>
                <a:cubicBezTo>
                  <a:pt x="319" y="35"/>
                  <a:pt x="322" y="33"/>
                  <a:pt x="324" y="31"/>
                </a:cubicBezTo>
                <a:cubicBezTo>
                  <a:pt x="325" y="30"/>
                  <a:pt x="326" y="29"/>
                  <a:pt x="325" y="28"/>
                </a:cubicBezTo>
                <a:cubicBezTo>
                  <a:pt x="325" y="27"/>
                  <a:pt x="323" y="26"/>
                  <a:pt x="321" y="26"/>
                </a:cubicBezTo>
                <a:cubicBezTo>
                  <a:pt x="319" y="26"/>
                  <a:pt x="316" y="27"/>
                  <a:pt x="312" y="29"/>
                </a:cubicBezTo>
                <a:cubicBezTo>
                  <a:pt x="308" y="30"/>
                  <a:pt x="305" y="32"/>
                  <a:pt x="304" y="34"/>
                </a:cubicBezTo>
                <a:cubicBezTo>
                  <a:pt x="302" y="35"/>
                  <a:pt x="302" y="36"/>
                  <a:pt x="302" y="38"/>
                </a:cubicBezTo>
                <a:close/>
              </a:path>
              <a:path w="336" h="189">
                <a:moveTo>
                  <a:pt x="323" y="35"/>
                </a:moveTo>
                <a:lnTo>
                  <a:pt x="324" y="35"/>
                </a:lnTo>
                <a:lnTo>
                  <a:pt x="331" y="35"/>
                </a:lnTo>
                <a:lnTo>
                  <a:pt x="332" y="45"/>
                </a:lnTo>
                <a:cubicBezTo>
                  <a:pt x="331" y="44"/>
                  <a:pt x="331" y="44"/>
                  <a:pt x="330" y="44"/>
                </a:cubicBezTo>
                <a:cubicBezTo>
                  <a:pt x="330" y="44"/>
                  <a:pt x="329" y="44"/>
                  <a:pt x="327" y="44"/>
                </a:cubicBezTo>
                <a:lnTo>
                  <a:pt x="311" y="47"/>
                </a:lnTo>
                <a:cubicBezTo>
                  <a:pt x="309" y="47"/>
                  <a:pt x="308" y="47"/>
                  <a:pt x="308" y="47"/>
                </a:cubicBezTo>
                <a:cubicBezTo>
                  <a:pt x="307" y="48"/>
                  <a:pt x="307" y="48"/>
                  <a:pt x="307" y="49"/>
                </a:cubicBezTo>
                <a:lnTo>
                  <a:pt x="306" y="49"/>
                </a:lnTo>
                <a:lnTo>
                  <a:pt x="305" y="43"/>
                </a:lnTo>
                <a:lnTo>
                  <a:pt x="306" y="43"/>
                </a:lnTo>
                <a:cubicBezTo>
                  <a:pt x="306" y="44"/>
                  <a:pt x="306" y="44"/>
                  <a:pt x="307" y="45"/>
                </a:cubicBezTo>
                <a:cubicBezTo>
                  <a:pt x="307" y="45"/>
                  <a:pt x="307" y="45"/>
                  <a:pt x="308" y="45"/>
                </a:cubicBezTo>
                <a:cubicBezTo>
                  <a:pt x="308" y="45"/>
                  <a:pt x="309" y="45"/>
                  <a:pt x="311" y="45"/>
                </a:cubicBezTo>
                <a:lnTo>
                  <a:pt x="327" y="42"/>
                </a:lnTo>
                <a:cubicBezTo>
                  <a:pt x="328" y="42"/>
                  <a:pt x="329" y="42"/>
                  <a:pt x="329" y="42"/>
                </a:cubicBezTo>
                <a:cubicBezTo>
                  <a:pt x="330" y="41"/>
                  <a:pt x="330" y="41"/>
                  <a:pt x="330" y="41"/>
                </a:cubicBezTo>
                <a:cubicBezTo>
                  <a:pt x="330" y="41"/>
                  <a:pt x="330" y="40"/>
                  <a:pt x="330" y="40"/>
                </a:cubicBezTo>
                <a:lnTo>
                  <a:pt x="330" y="39"/>
                </a:lnTo>
                <a:cubicBezTo>
                  <a:pt x="330" y="38"/>
                  <a:pt x="329" y="37"/>
                  <a:pt x="329" y="37"/>
                </a:cubicBezTo>
                <a:cubicBezTo>
                  <a:pt x="329" y="36"/>
                  <a:pt x="328" y="36"/>
                  <a:pt x="327" y="36"/>
                </a:cubicBezTo>
                <a:cubicBezTo>
                  <a:pt x="326" y="36"/>
                  <a:pt x="325" y="35"/>
                  <a:pt x="323" y="35"/>
                </a:cubicBezTo>
                <a:close/>
              </a:path>
              <a:path w="336" h="189">
                <a:moveTo>
                  <a:pt x="286" y="18"/>
                </a:moveTo>
                <a:lnTo>
                  <a:pt x="283" y="14"/>
                </a:lnTo>
                <a:lnTo>
                  <a:pt x="284" y="14"/>
                </a:lnTo>
                <a:cubicBezTo>
                  <a:pt x="284" y="14"/>
                  <a:pt x="284" y="14"/>
                  <a:pt x="285" y="14"/>
                </a:cubicBezTo>
                <a:cubicBezTo>
                  <a:pt x="285" y="14"/>
                  <a:pt x="285" y="14"/>
                  <a:pt x="286" y="14"/>
                </a:cubicBezTo>
                <a:cubicBezTo>
                  <a:pt x="287" y="14"/>
                  <a:pt x="288" y="14"/>
                  <a:pt x="289" y="13"/>
                </a:cubicBezTo>
                <a:lnTo>
                  <a:pt x="298" y="9"/>
                </a:lnTo>
                <a:lnTo>
                  <a:pt x="303" y="4"/>
                </a:lnTo>
                <a:cubicBezTo>
                  <a:pt x="304" y="3"/>
                  <a:pt x="305" y="3"/>
                  <a:pt x="305" y="2"/>
                </a:cubicBezTo>
                <a:cubicBezTo>
                  <a:pt x="306" y="2"/>
                  <a:pt x="306" y="1"/>
                  <a:pt x="305" y="1"/>
                </a:cubicBezTo>
                <a:lnTo>
                  <a:pt x="305" y="0"/>
                </a:lnTo>
                <a:lnTo>
                  <a:pt x="309" y="4"/>
                </a:lnTo>
                <a:lnTo>
                  <a:pt x="309" y="5"/>
                </a:lnTo>
                <a:lnTo>
                  <a:pt x="308" y="4"/>
                </a:lnTo>
                <a:cubicBezTo>
                  <a:pt x="308" y="4"/>
                  <a:pt x="307" y="4"/>
                  <a:pt x="307" y="4"/>
                </a:cubicBezTo>
                <a:cubicBezTo>
                  <a:pt x="306" y="4"/>
                  <a:pt x="306" y="5"/>
                  <a:pt x="304" y="6"/>
                </a:cubicBezTo>
                <a:lnTo>
                  <a:pt x="300" y="10"/>
                </a:lnTo>
                <a:lnTo>
                  <a:pt x="294" y="20"/>
                </a:lnTo>
                <a:cubicBezTo>
                  <a:pt x="293" y="21"/>
                  <a:pt x="293" y="22"/>
                  <a:pt x="293" y="22"/>
                </a:cubicBezTo>
                <a:cubicBezTo>
                  <a:pt x="293" y="23"/>
                  <a:pt x="293" y="23"/>
                  <a:pt x="292" y="24"/>
                </a:cubicBezTo>
                <a:cubicBezTo>
                  <a:pt x="292" y="24"/>
                  <a:pt x="293" y="24"/>
                  <a:pt x="293" y="24"/>
                </a:cubicBezTo>
                <a:lnTo>
                  <a:pt x="292" y="25"/>
                </a:lnTo>
                <a:lnTo>
                  <a:pt x="288" y="21"/>
                </a:lnTo>
                <a:lnTo>
                  <a:pt x="289" y="20"/>
                </a:lnTo>
                <a:cubicBezTo>
                  <a:pt x="289" y="21"/>
                  <a:pt x="290" y="21"/>
                  <a:pt x="290" y="21"/>
                </a:cubicBezTo>
                <a:cubicBezTo>
                  <a:pt x="290" y="21"/>
                  <a:pt x="291" y="20"/>
                  <a:pt x="291" y="20"/>
                </a:cubicBezTo>
                <a:cubicBezTo>
                  <a:pt x="292" y="20"/>
                  <a:pt x="292" y="19"/>
                  <a:pt x="293" y="18"/>
                </a:cubicBezTo>
                <a:lnTo>
                  <a:pt x="297" y="10"/>
                </a:lnTo>
                <a:lnTo>
                  <a:pt x="290" y="14"/>
                </a:lnTo>
                <a:cubicBezTo>
                  <a:pt x="288" y="14"/>
                  <a:pt x="288" y="15"/>
                  <a:pt x="287" y="15"/>
                </a:cubicBezTo>
                <a:cubicBezTo>
                  <a:pt x="287" y="15"/>
                  <a:pt x="287" y="16"/>
                  <a:pt x="286" y="16"/>
                </a:cubicBezTo>
                <a:cubicBezTo>
                  <a:pt x="286" y="16"/>
                  <a:pt x="286" y="16"/>
                  <a:pt x="286" y="17"/>
                </a:cubicBezTo>
                <a:cubicBezTo>
                  <a:pt x="286" y="17"/>
                  <a:pt x="286" y="17"/>
                  <a:pt x="287" y="17"/>
                </a:cubicBezTo>
                <a:lnTo>
                  <a:pt x="286" y="18"/>
                </a:lnTo>
                <a:close/>
              </a:path>
              <a:path w="336" h="189">
                <a:moveTo>
                  <a:pt x="35" y="20"/>
                </a:moveTo>
                <a:lnTo>
                  <a:pt x="32" y="25"/>
                </a:lnTo>
                <a:lnTo>
                  <a:pt x="39" y="29"/>
                </a:lnTo>
                <a:cubicBezTo>
                  <a:pt x="40" y="29"/>
                  <a:pt x="41" y="30"/>
                  <a:pt x="41" y="30"/>
                </a:cubicBezTo>
                <a:cubicBezTo>
                  <a:pt x="42" y="30"/>
                  <a:pt x="42" y="30"/>
                  <a:pt x="42" y="30"/>
                </a:cubicBezTo>
                <a:cubicBezTo>
                  <a:pt x="43" y="30"/>
                  <a:pt x="43" y="30"/>
                  <a:pt x="43" y="29"/>
                </a:cubicBezTo>
                <a:lnTo>
                  <a:pt x="44" y="29"/>
                </a:lnTo>
                <a:lnTo>
                  <a:pt x="41" y="34"/>
                </a:lnTo>
                <a:lnTo>
                  <a:pt x="41" y="33"/>
                </a:lnTo>
                <a:cubicBezTo>
                  <a:pt x="41" y="33"/>
                  <a:pt x="41" y="33"/>
                  <a:pt x="41" y="33"/>
                </a:cubicBezTo>
                <a:cubicBezTo>
                  <a:pt x="41" y="32"/>
                  <a:pt x="41" y="32"/>
                  <a:pt x="40" y="32"/>
                </a:cubicBezTo>
                <a:cubicBezTo>
                  <a:pt x="40" y="31"/>
                  <a:pt x="39" y="31"/>
                  <a:pt x="38" y="30"/>
                </a:cubicBezTo>
                <a:lnTo>
                  <a:pt x="23" y="22"/>
                </a:lnTo>
                <a:cubicBezTo>
                  <a:pt x="22" y="21"/>
                  <a:pt x="21" y="21"/>
                  <a:pt x="21" y="21"/>
                </a:cubicBezTo>
                <a:cubicBezTo>
                  <a:pt x="21" y="21"/>
                  <a:pt x="20" y="21"/>
                  <a:pt x="20" y="21"/>
                </a:cubicBezTo>
                <a:cubicBezTo>
                  <a:pt x="19" y="21"/>
                  <a:pt x="19" y="21"/>
                  <a:pt x="19" y="21"/>
                </a:cubicBezTo>
                <a:lnTo>
                  <a:pt x="19" y="22"/>
                </a:lnTo>
                <a:lnTo>
                  <a:pt x="18" y="21"/>
                </a:lnTo>
                <a:lnTo>
                  <a:pt x="21" y="17"/>
                </a:lnTo>
                <a:lnTo>
                  <a:pt x="22" y="17"/>
                </a:lnTo>
                <a:lnTo>
                  <a:pt x="21" y="17"/>
                </a:lnTo>
                <a:cubicBezTo>
                  <a:pt x="21" y="18"/>
                  <a:pt x="21" y="18"/>
                  <a:pt x="22" y="19"/>
                </a:cubicBezTo>
                <a:cubicBezTo>
                  <a:pt x="22" y="19"/>
                  <a:pt x="23" y="20"/>
                  <a:pt x="24" y="20"/>
                </a:cubicBezTo>
                <a:lnTo>
                  <a:pt x="31" y="24"/>
                </a:lnTo>
                <a:lnTo>
                  <a:pt x="34" y="19"/>
                </a:lnTo>
                <a:lnTo>
                  <a:pt x="27" y="15"/>
                </a:lnTo>
                <a:cubicBezTo>
                  <a:pt x="26" y="15"/>
                  <a:pt x="25" y="14"/>
                  <a:pt x="25" y="14"/>
                </a:cubicBezTo>
                <a:cubicBezTo>
                  <a:pt x="24" y="14"/>
                  <a:pt x="24" y="14"/>
                  <a:pt x="24" y="14"/>
                </a:cubicBezTo>
                <a:cubicBezTo>
                  <a:pt x="23" y="14"/>
                  <a:pt x="23" y="14"/>
                  <a:pt x="23" y="14"/>
                </a:cubicBezTo>
                <a:lnTo>
                  <a:pt x="23" y="15"/>
                </a:lnTo>
                <a:lnTo>
                  <a:pt x="22" y="15"/>
                </a:lnTo>
                <a:lnTo>
                  <a:pt x="25" y="10"/>
                </a:lnTo>
                <a:cubicBezTo>
                  <a:pt x="25" y="11"/>
                  <a:pt x="25" y="11"/>
                  <a:pt x="25" y="12"/>
                </a:cubicBezTo>
                <a:cubicBezTo>
                  <a:pt x="26" y="12"/>
                  <a:pt x="27" y="13"/>
                  <a:pt x="28" y="14"/>
                </a:cubicBezTo>
                <a:lnTo>
                  <a:pt x="43" y="22"/>
                </a:lnTo>
                <a:cubicBezTo>
                  <a:pt x="44" y="22"/>
                  <a:pt x="45" y="23"/>
                  <a:pt x="45" y="23"/>
                </a:cubicBezTo>
                <a:cubicBezTo>
                  <a:pt x="45" y="23"/>
                  <a:pt x="46" y="23"/>
                  <a:pt x="46" y="23"/>
                </a:cubicBezTo>
                <a:cubicBezTo>
                  <a:pt x="46" y="23"/>
                  <a:pt x="47" y="23"/>
                  <a:pt x="47" y="23"/>
                </a:cubicBezTo>
                <a:lnTo>
                  <a:pt x="47" y="22"/>
                </a:lnTo>
                <a:lnTo>
                  <a:pt x="48" y="22"/>
                </a:lnTo>
                <a:lnTo>
                  <a:pt x="45" y="27"/>
                </a:lnTo>
                <a:lnTo>
                  <a:pt x="44" y="27"/>
                </a:lnTo>
                <a:lnTo>
                  <a:pt x="45" y="27"/>
                </a:lnTo>
                <a:cubicBezTo>
                  <a:pt x="45" y="26"/>
                  <a:pt x="45" y="26"/>
                  <a:pt x="45" y="26"/>
                </a:cubicBezTo>
                <a:cubicBezTo>
                  <a:pt x="45" y="25"/>
                  <a:pt x="44" y="25"/>
                  <a:pt x="44" y="25"/>
                </a:cubicBezTo>
                <a:cubicBezTo>
                  <a:pt x="44" y="25"/>
                  <a:pt x="43" y="24"/>
                  <a:pt x="42" y="23"/>
                </a:cubicBezTo>
                <a:lnTo>
                  <a:pt x="35" y="20"/>
                </a:lnTo>
                <a:close/>
              </a:path>
              <a:path w="336" h="189">
                <a:moveTo>
                  <a:pt x="36" y="43"/>
                </a:moveTo>
                <a:lnTo>
                  <a:pt x="36" y="43"/>
                </a:lnTo>
                <a:lnTo>
                  <a:pt x="34" y="47"/>
                </a:lnTo>
                <a:lnTo>
                  <a:pt x="33" y="47"/>
                </a:lnTo>
                <a:lnTo>
                  <a:pt x="34" y="47"/>
                </a:lnTo>
                <a:cubicBezTo>
                  <a:pt x="34" y="46"/>
                  <a:pt x="34" y="46"/>
                  <a:pt x="33" y="45"/>
                </a:cubicBezTo>
                <a:cubicBezTo>
                  <a:pt x="33" y="45"/>
                  <a:pt x="32" y="44"/>
                  <a:pt x="31" y="43"/>
                </a:cubicBezTo>
                <a:lnTo>
                  <a:pt x="21" y="38"/>
                </a:lnTo>
                <a:cubicBezTo>
                  <a:pt x="19" y="37"/>
                  <a:pt x="17" y="36"/>
                  <a:pt x="16" y="35"/>
                </a:cubicBezTo>
                <a:cubicBezTo>
                  <a:pt x="15" y="34"/>
                  <a:pt x="14" y="33"/>
                  <a:pt x="14" y="32"/>
                </a:cubicBezTo>
                <a:cubicBezTo>
                  <a:pt x="13" y="30"/>
                  <a:pt x="13" y="29"/>
                  <a:pt x="14" y="28"/>
                </a:cubicBezTo>
                <a:cubicBezTo>
                  <a:pt x="14" y="27"/>
                  <a:pt x="15" y="26"/>
                  <a:pt x="17" y="26"/>
                </a:cubicBezTo>
                <a:cubicBezTo>
                  <a:pt x="18" y="26"/>
                  <a:pt x="19" y="26"/>
                  <a:pt x="21" y="27"/>
                </a:cubicBezTo>
                <a:cubicBezTo>
                  <a:pt x="22" y="27"/>
                  <a:pt x="24" y="28"/>
                  <a:pt x="27" y="30"/>
                </a:cubicBezTo>
                <a:lnTo>
                  <a:pt x="36" y="35"/>
                </a:lnTo>
                <a:cubicBezTo>
                  <a:pt x="37" y="35"/>
                  <a:pt x="38" y="36"/>
                  <a:pt x="39" y="36"/>
                </a:cubicBezTo>
                <a:cubicBezTo>
                  <a:pt x="39" y="36"/>
                  <a:pt x="40" y="36"/>
                  <a:pt x="40" y="35"/>
                </a:cubicBezTo>
                <a:lnTo>
                  <a:pt x="41" y="35"/>
                </a:lnTo>
                <a:lnTo>
                  <a:pt x="38" y="40"/>
                </a:lnTo>
                <a:lnTo>
                  <a:pt x="37" y="40"/>
                </a:lnTo>
                <a:lnTo>
                  <a:pt x="38" y="39"/>
                </a:lnTo>
                <a:cubicBezTo>
                  <a:pt x="38" y="39"/>
                  <a:pt x="38" y="38"/>
                  <a:pt x="37" y="38"/>
                </a:cubicBezTo>
                <a:cubicBezTo>
                  <a:pt x="37" y="37"/>
                  <a:pt x="36" y="37"/>
                  <a:pt x="35" y="36"/>
                </a:cubicBezTo>
                <a:lnTo>
                  <a:pt x="25" y="31"/>
                </a:lnTo>
                <a:cubicBezTo>
                  <a:pt x="24" y="30"/>
                  <a:pt x="23" y="30"/>
                  <a:pt x="22" y="29"/>
                </a:cubicBezTo>
                <a:cubicBezTo>
                  <a:pt x="20" y="28"/>
                  <a:pt x="19" y="28"/>
                  <a:pt x="19" y="28"/>
                </a:cubicBezTo>
                <a:cubicBezTo>
                  <a:pt x="18" y="28"/>
                  <a:pt x="17" y="28"/>
                  <a:pt x="17" y="28"/>
                </a:cubicBezTo>
                <a:cubicBezTo>
                  <a:pt x="16" y="28"/>
                  <a:pt x="15" y="29"/>
                  <a:pt x="15" y="29"/>
                </a:cubicBezTo>
                <a:cubicBezTo>
                  <a:pt x="15" y="30"/>
                  <a:pt x="15" y="31"/>
                  <a:pt x="15" y="32"/>
                </a:cubicBezTo>
                <a:cubicBezTo>
                  <a:pt x="15" y="33"/>
                  <a:pt x="16" y="33"/>
                  <a:pt x="17" y="34"/>
                </a:cubicBezTo>
                <a:cubicBezTo>
                  <a:pt x="18" y="35"/>
                  <a:pt x="19" y="36"/>
                  <a:pt x="22" y="37"/>
                </a:cubicBezTo>
                <a:lnTo>
                  <a:pt x="31" y="43"/>
                </a:lnTo>
                <a:cubicBezTo>
                  <a:pt x="33" y="43"/>
                  <a:pt x="34" y="44"/>
                  <a:pt x="34" y="44"/>
                </a:cubicBezTo>
                <a:cubicBezTo>
                  <a:pt x="35" y="44"/>
                  <a:pt x="35" y="44"/>
                  <a:pt x="35" y="43"/>
                </a:cubicBezTo>
                <a:lnTo>
                  <a:pt x="36" y="43"/>
                </a:lnTo>
                <a:close/>
              </a:path>
              <a:path w="336" h="189">
                <a:moveTo>
                  <a:pt x="15" y="45"/>
                </a:moveTo>
                <a:lnTo>
                  <a:pt x="16" y="40"/>
                </a:lnTo>
                <a:lnTo>
                  <a:pt x="13" y="38"/>
                </a:lnTo>
                <a:cubicBezTo>
                  <a:pt x="12" y="37"/>
                  <a:pt x="11" y="37"/>
                  <a:pt x="11" y="37"/>
                </a:cubicBezTo>
                <a:cubicBezTo>
                  <a:pt x="11" y="37"/>
                  <a:pt x="10" y="37"/>
                  <a:pt x="10" y="37"/>
                </a:cubicBezTo>
                <a:cubicBezTo>
                  <a:pt x="9" y="37"/>
                  <a:pt x="9" y="37"/>
                  <a:pt x="9" y="38"/>
                </a:cubicBezTo>
                <a:lnTo>
                  <a:pt x="8" y="37"/>
                </a:lnTo>
                <a:lnTo>
                  <a:pt x="10" y="33"/>
                </a:lnTo>
                <a:lnTo>
                  <a:pt x="10" y="34"/>
                </a:lnTo>
                <a:cubicBezTo>
                  <a:pt x="10" y="34"/>
                  <a:pt x="10" y="35"/>
                  <a:pt x="11" y="35"/>
                </a:cubicBezTo>
                <a:cubicBezTo>
                  <a:pt x="11" y="36"/>
                  <a:pt x="12" y="36"/>
                  <a:pt x="14" y="37"/>
                </a:cubicBezTo>
                <a:lnTo>
                  <a:pt x="32" y="50"/>
                </a:lnTo>
                <a:lnTo>
                  <a:pt x="10" y="46"/>
                </a:lnTo>
                <a:cubicBezTo>
                  <a:pt x="8" y="46"/>
                  <a:pt x="7" y="46"/>
                  <a:pt x="7" y="46"/>
                </a:cubicBezTo>
                <a:cubicBezTo>
                  <a:pt x="6" y="46"/>
                  <a:pt x="6" y="46"/>
                  <a:pt x="5" y="47"/>
                </a:cubicBezTo>
                <a:lnTo>
                  <a:pt x="5" y="46"/>
                </a:lnTo>
                <a:lnTo>
                  <a:pt x="6" y="42"/>
                </a:lnTo>
                <a:lnTo>
                  <a:pt x="7" y="42"/>
                </a:lnTo>
                <a:cubicBezTo>
                  <a:pt x="7" y="42"/>
                  <a:pt x="7" y="43"/>
                  <a:pt x="7" y="43"/>
                </a:cubicBezTo>
                <a:cubicBezTo>
                  <a:pt x="7" y="43"/>
                  <a:pt x="8" y="44"/>
                  <a:pt x="8" y="44"/>
                </a:cubicBezTo>
                <a:cubicBezTo>
                  <a:pt x="9" y="44"/>
                  <a:pt x="10" y="44"/>
                  <a:pt x="11" y="44"/>
                </a:cubicBezTo>
                <a:lnTo>
                  <a:pt x="15" y="45"/>
                </a:lnTo>
                <a:close/>
                <a:moveTo>
                  <a:pt x="16" y="45"/>
                </a:moveTo>
                <a:lnTo>
                  <a:pt x="27" y="47"/>
                </a:lnTo>
                <a:lnTo>
                  <a:pt x="18" y="41"/>
                </a:lnTo>
                <a:lnTo>
                  <a:pt x="16" y="45"/>
                </a:lnTo>
                <a:close/>
              </a:path>
              <a:path w="336" h="189">
                <a:moveTo>
                  <a:pt x="29" y="62"/>
                </a:moveTo>
                <a:lnTo>
                  <a:pt x="5" y="52"/>
                </a:lnTo>
                <a:lnTo>
                  <a:pt x="5" y="57"/>
                </a:lnTo>
                <a:cubicBezTo>
                  <a:pt x="5" y="58"/>
                  <a:pt x="5" y="59"/>
                  <a:pt x="6" y="59"/>
                </a:cubicBezTo>
                <a:cubicBezTo>
                  <a:pt x="6" y="60"/>
                  <a:pt x="8" y="60"/>
                  <a:pt x="10" y="61"/>
                </a:cubicBezTo>
                <a:lnTo>
                  <a:pt x="3" y="60"/>
                </a:lnTo>
                <a:lnTo>
                  <a:pt x="4" y="49"/>
                </a:lnTo>
                <a:lnTo>
                  <a:pt x="28" y="59"/>
                </a:lnTo>
                <a:lnTo>
                  <a:pt x="28" y="55"/>
                </a:lnTo>
                <a:cubicBezTo>
                  <a:pt x="28" y="54"/>
                  <a:pt x="28" y="53"/>
                  <a:pt x="28" y="53"/>
                </a:cubicBezTo>
                <a:cubicBezTo>
                  <a:pt x="27" y="53"/>
                  <a:pt x="27" y="53"/>
                  <a:pt x="26" y="52"/>
                </a:cubicBezTo>
                <a:cubicBezTo>
                  <a:pt x="26" y="52"/>
                  <a:pt x="25" y="52"/>
                  <a:pt x="23" y="52"/>
                </a:cubicBezTo>
                <a:lnTo>
                  <a:pt x="23" y="51"/>
                </a:lnTo>
                <a:lnTo>
                  <a:pt x="30" y="52"/>
                </a:lnTo>
                <a:lnTo>
                  <a:pt x="29" y="62"/>
                </a:lnTo>
                <a:close/>
              </a:path>
              <a:path w="336" h="189">
                <a:moveTo>
                  <a:pt x="29" y="82"/>
                </a:moveTo>
                <a:cubicBezTo>
                  <a:pt x="29" y="84"/>
                  <a:pt x="28" y="85"/>
                  <a:pt x="25" y="87"/>
                </a:cubicBezTo>
                <a:cubicBezTo>
                  <a:pt x="22" y="88"/>
                  <a:pt x="19" y="89"/>
                  <a:pt x="15" y="89"/>
                </a:cubicBezTo>
                <a:cubicBezTo>
                  <a:pt x="11" y="89"/>
                  <a:pt x="8" y="89"/>
                  <a:pt x="5" y="87"/>
                </a:cubicBezTo>
                <a:cubicBezTo>
                  <a:pt x="3" y="86"/>
                  <a:pt x="1" y="85"/>
                  <a:pt x="1" y="83"/>
                </a:cubicBezTo>
                <a:cubicBezTo>
                  <a:pt x="1" y="81"/>
                  <a:pt x="2" y="80"/>
                  <a:pt x="5" y="78"/>
                </a:cubicBezTo>
                <a:cubicBezTo>
                  <a:pt x="7" y="77"/>
                  <a:pt x="11" y="76"/>
                  <a:pt x="15" y="76"/>
                </a:cubicBezTo>
                <a:cubicBezTo>
                  <a:pt x="19" y="76"/>
                  <a:pt x="22" y="77"/>
                  <a:pt x="25" y="78"/>
                </a:cubicBezTo>
                <a:cubicBezTo>
                  <a:pt x="27" y="79"/>
                  <a:pt x="29" y="80"/>
                  <a:pt x="29" y="82"/>
                </a:cubicBezTo>
                <a:close/>
                <a:moveTo>
                  <a:pt x="27" y="82"/>
                </a:moveTo>
                <a:cubicBezTo>
                  <a:pt x="27" y="81"/>
                  <a:pt x="26" y="80"/>
                  <a:pt x="25" y="79"/>
                </a:cubicBezTo>
                <a:cubicBezTo>
                  <a:pt x="22" y="78"/>
                  <a:pt x="19" y="78"/>
                  <a:pt x="15" y="78"/>
                </a:cubicBezTo>
                <a:cubicBezTo>
                  <a:pt x="11" y="79"/>
                  <a:pt x="7" y="79"/>
                  <a:pt x="5" y="80"/>
                </a:cubicBezTo>
                <a:cubicBezTo>
                  <a:pt x="3" y="81"/>
                  <a:pt x="2" y="82"/>
                  <a:pt x="3" y="83"/>
                </a:cubicBezTo>
                <a:cubicBezTo>
                  <a:pt x="3" y="84"/>
                  <a:pt x="4" y="85"/>
                  <a:pt x="6" y="86"/>
                </a:cubicBezTo>
                <a:cubicBezTo>
                  <a:pt x="8" y="87"/>
                  <a:pt x="11" y="87"/>
                  <a:pt x="15" y="87"/>
                </a:cubicBezTo>
                <a:cubicBezTo>
                  <a:pt x="19" y="87"/>
                  <a:pt x="23" y="86"/>
                  <a:pt x="25" y="85"/>
                </a:cubicBezTo>
                <a:cubicBezTo>
                  <a:pt x="26" y="84"/>
                  <a:pt x="27" y="83"/>
                  <a:pt x="27" y="82"/>
                </a:cubicBezTo>
                <a:close/>
              </a:path>
              <a:path w="336" h="189">
                <a:moveTo>
                  <a:pt x="16" y="66"/>
                </a:moveTo>
                <a:lnTo>
                  <a:pt x="15" y="72"/>
                </a:lnTo>
                <a:lnTo>
                  <a:pt x="22" y="73"/>
                </a:lnTo>
                <a:cubicBezTo>
                  <a:pt x="24" y="73"/>
                  <a:pt x="24" y="73"/>
                  <a:pt x="25" y="73"/>
                </a:cubicBezTo>
                <a:cubicBezTo>
                  <a:pt x="25" y="73"/>
                  <a:pt x="26" y="73"/>
                  <a:pt x="26" y="73"/>
                </a:cubicBezTo>
                <a:cubicBezTo>
                  <a:pt x="26" y="73"/>
                  <a:pt x="26" y="72"/>
                  <a:pt x="26" y="72"/>
                </a:cubicBezTo>
                <a:lnTo>
                  <a:pt x="27" y="72"/>
                </a:lnTo>
                <a:lnTo>
                  <a:pt x="26" y="77"/>
                </a:lnTo>
                <a:cubicBezTo>
                  <a:pt x="26" y="76"/>
                  <a:pt x="26" y="76"/>
                  <a:pt x="25" y="76"/>
                </a:cubicBezTo>
                <a:cubicBezTo>
                  <a:pt x="25" y="76"/>
                  <a:pt x="25" y="75"/>
                  <a:pt x="25" y="75"/>
                </a:cubicBezTo>
                <a:cubicBezTo>
                  <a:pt x="24" y="75"/>
                  <a:pt x="23" y="75"/>
                  <a:pt x="22" y="75"/>
                </a:cubicBezTo>
                <a:lnTo>
                  <a:pt x="5" y="73"/>
                </a:lnTo>
                <a:cubicBezTo>
                  <a:pt x="4" y="72"/>
                  <a:pt x="3" y="72"/>
                  <a:pt x="3" y="72"/>
                </a:cubicBezTo>
                <a:cubicBezTo>
                  <a:pt x="2" y="72"/>
                  <a:pt x="2" y="72"/>
                  <a:pt x="2" y="73"/>
                </a:cubicBezTo>
                <a:cubicBezTo>
                  <a:pt x="1" y="73"/>
                  <a:pt x="1" y="73"/>
                  <a:pt x="1" y="73"/>
                </a:cubicBezTo>
                <a:lnTo>
                  <a:pt x="1" y="74"/>
                </a:lnTo>
                <a:lnTo>
                  <a:pt x="0" y="74"/>
                </a:lnTo>
                <a:lnTo>
                  <a:pt x="1" y="68"/>
                </a:lnTo>
                <a:lnTo>
                  <a:pt x="2" y="68"/>
                </a:lnTo>
                <a:lnTo>
                  <a:pt x="2" y="69"/>
                </a:lnTo>
                <a:cubicBezTo>
                  <a:pt x="2" y="69"/>
                  <a:pt x="2" y="70"/>
                  <a:pt x="2" y="70"/>
                </a:cubicBezTo>
                <a:cubicBezTo>
                  <a:pt x="3" y="70"/>
                  <a:pt x="4" y="71"/>
                  <a:pt x="5" y="71"/>
                </a:cubicBezTo>
                <a:lnTo>
                  <a:pt x="13" y="72"/>
                </a:lnTo>
                <a:lnTo>
                  <a:pt x="14" y="66"/>
                </a:lnTo>
                <a:lnTo>
                  <a:pt x="6" y="65"/>
                </a:lnTo>
                <a:cubicBezTo>
                  <a:pt x="5" y="65"/>
                  <a:pt x="4" y="65"/>
                  <a:pt x="4" y="65"/>
                </a:cubicBezTo>
                <a:cubicBezTo>
                  <a:pt x="3" y="65"/>
                  <a:pt x="3" y="65"/>
                  <a:pt x="3" y="65"/>
                </a:cubicBezTo>
                <a:cubicBezTo>
                  <a:pt x="2" y="65"/>
                  <a:pt x="2" y="65"/>
                  <a:pt x="2" y="66"/>
                </a:cubicBezTo>
                <a:lnTo>
                  <a:pt x="1" y="66"/>
                </a:lnTo>
                <a:lnTo>
                  <a:pt x="2" y="60"/>
                </a:lnTo>
                <a:lnTo>
                  <a:pt x="3" y="61"/>
                </a:lnTo>
                <a:cubicBezTo>
                  <a:pt x="3" y="62"/>
                  <a:pt x="3" y="62"/>
                  <a:pt x="3" y="62"/>
                </a:cubicBezTo>
                <a:cubicBezTo>
                  <a:pt x="4" y="63"/>
                  <a:pt x="5" y="63"/>
                  <a:pt x="6" y="63"/>
                </a:cubicBezTo>
                <a:lnTo>
                  <a:pt x="23" y="65"/>
                </a:lnTo>
                <a:cubicBezTo>
                  <a:pt x="25" y="65"/>
                  <a:pt x="25" y="65"/>
                  <a:pt x="26" y="65"/>
                </a:cubicBezTo>
                <a:cubicBezTo>
                  <a:pt x="26" y="65"/>
                  <a:pt x="27" y="65"/>
                  <a:pt x="27" y="65"/>
                </a:cubicBezTo>
                <a:cubicBezTo>
                  <a:pt x="27" y="65"/>
                  <a:pt x="27" y="65"/>
                  <a:pt x="27" y="64"/>
                </a:cubicBezTo>
                <a:lnTo>
                  <a:pt x="28" y="64"/>
                </a:lnTo>
                <a:lnTo>
                  <a:pt x="27" y="69"/>
                </a:lnTo>
                <a:cubicBezTo>
                  <a:pt x="27" y="69"/>
                  <a:pt x="27" y="68"/>
                  <a:pt x="26" y="68"/>
                </a:cubicBezTo>
                <a:cubicBezTo>
                  <a:pt x="26" y="68"/>
                  <a:pt x="26" y="67"/>
                  <a:pt x="26" y="67"/>
                </a:cubicBezTo>
                <a:cubicBezTo>
                  <a:pt x="25" y="67"/>
                  <a:pt x="24" y="67"/>
                  <a:pt x="23" y="67"/>
                </a:cubicBezTo>
                <a:lnTo>
                  <a:pt x="16" y="66"/>
                </a:lnTo>
                <a:close/>
              </a:path>
              <a:path w="336" h="189">
                <a:moveTo>
                  <a:pt x="29" y="84"/>
                </a:moveTo>
                <a:lnTo>
                  <a:pt x="30" y="88"/>
                </a:lnTo>
                <a:lnTo>
                  <a:pt x="14" y="101"/>
                </a:lnTo>
                <a:lnTo>
                  <a:pt x="28" y="97"/>
                </a:lnTo>
                <a:cubicBezTo>
                  <a:pt x="30" y="96"/>
                  <a:pt x="31" y="96"/>
                  <a:pt x="31" y="95"/>
                </a:cubicBezTo>
                <a:cubicBezTo>
                  <a:pt x="32" y="95"/>
                  <a:pt x="32" y="95"/>
                  <a:pt x="32" y="94"/>
                </a:cubicBezTo>
                <a:lnTo>
                  <a:pt x="31" y="94"/>
                </a:lnTo>
                <a:lnTo>
                  <a:pt x="32" y="93"/>
                </a:lnTo>
                <a:lnTo>
                  <a:pt x="33" y="98"/>
                </a:lnTo>
                <a:cubicBezTo>
                  <a:pt x="32" y="97"/>
                  <a:pt x="32" y="97"/>
                  <a:pt x="31" y="97"/>
                </a:cubicBezTo>
                <a:cubicBezTo>
                  <a:pt x="31" y="97"/>
                  <a:pt x="30" y="97"/>
                  <a:pt x="29" y="97"/>
                </a:cubicBezTo>
                <a:lnTo>
                  <a:pt x="7" y="104"/>
                </a:lnTo>
                <a:lnTo>
                  <a:pt x="25" y="89"/>
                </a:lnTo>
                <a:lnTo>
                  <a:pt x="9" y="94"/>
                </a:lnTo>
                <a:cubicBezTo>
                  <a:pt x="8" y="95"/>
                  <a:pt x="7" y="95"/>
                  <a:pt x="7" y="95"/>
                </a:cubicBezTo>
                <a:cubicBezTo>
                  <a:pt x="6" y="96"/>
                  <a:pt x="6" y="96"/>
                  <a:pt x="6" y="97"/>
                </a:cubicBezTo>
                <a:lnTo>
                  <a:pt x="4" y="93"/>
                </a:lnTo>
                <a:lnTo>
                  <a:pt x="5" y="93"/>
                </a:lnTo>
                <a:cubicBezTo>
                  <a:pt x="5" y="94"/>
                  <a:pt x="6" y="94"/>
                  <a:pt x="6" y="94"/>
                </a:cubicBezTo>
                <a:cubicBezTo>
                  <a:pt x="7" y="94"/>
                  <a:pt x="8" y="94"/>
                  <a:pt x="9" y="93"/>
                </a:cubicBezTo>
                <a:lnTo>
                  <a:pt x="27" y="88"/>
                </a:lnTo>
                <a:cubicBezTo>
                  <a:pt x="27" y="87"/>
                  <a:pt x="28" y="87"/>
                  <a:pt x="28" y="86"/>
                </a:cubicBezTo>
                <a:cubicBezTo>
                  <a:pt x="28" y="86"/>
                  <a:pt x="28" y="86"/>
                  <a:pt x="29" y="85"/>
                </a:cubicBezTo>
                <a:cubicBezTo>
                  <a:pt x="29" y="85"/>
                  <a:pt x="29" y="85"/>
                  <a:pt x="28" y="84"/>
                </a:cubicBezTo>
                <a:lnTo>
                  <a:pt x="29" y="84"/>
                </a:lnTo>
                <a:close/>
              </a:path>
              <a:path w="336" h="189">
                <a:moveTo>
                  <a:pt x="38" y="107"/>
                </a:moveTo>
                <a:lnTo>
                  <a:pt x="30" y="110"/>
                </a:lnTo>
                <a:cubicBezTo>
                  <a:pt x="32" y="109"/>
                  <a:pt x="33" y="108"/>
                  <a:pt x="34" y="107"/>
                </a:cubicBezTo>
                <a:cubicBezTo>
                  <a:pt x="35" y="106"/>
                  <a:pt x="36" y="105"/>
                  <a:pt x="35" y="104"/>
                </a:cubicBezTo>
                <a:cubicBezTo>
                  <a:pt x="35" y="102"/>
                  <a:pt x="33" y="101"/>
                  <a:pt x="30" y="101"/>
                </a:cubicBezTo>
                <a:cubicBezTo>
                  <a:pt x="28" y="102"/>
                  <a:pt x="25" y="102"/>
                  <a:pt x="22" y="103"/>
                </a:cubicBezTo>
                <a:cubicBezTo>
                  <a:pt x="20" y="104"/>
                  <a:pt x="18" y="105"/>
                  <a:pt x="16" y="106"/>
                </a:cubicBezTo>
                <a:cubicBezTo>
                  <a:pt x="14" y="107"/>
                  <a:pt x="13" y="108"/>
                  <a:pt x="12" y="109"/>
                </a:cubicBezTo>
                <a:cubicBezTo>
                  <a:pt x="12" y="110"/>
                  <a:pt x="11" y="111"/>
                  <a:pt x="12" y="112"/>
                </a:cubicBezTo>
                <a:cubicBezTo>
                  <a:pt x="12" y="112"/>
                  <a:pt x="12" y="113"/>
                  <a:pt x="12" y="113"/>
                </a:cubicBezTo>
                <a:cubicBezTo>
                  <a:pt x="13" y="113"/>
                  <a:pt x="13" y="114"/>
                  <a:pt x="14" y="114"/>
                </a:cubicBezTo>
                <a:lnTo>
                  <a:pt x="21" y="112"/>
                </a:lnTo>
                <a:cubicBezTo>
                  <a:pt x="22" y="111"/>
                  <a:pt x="23" y="111"/>
                  <a:pt x="24" y="111"/>
                </a:cubicBezTo>
                <a:cubicBezTo>
                  <a:pt x="24" y="110"/>
                  <a:pt x="24" y="110"/>
                  <a:pt x="24" y="110"/>
                </a:cubicBezTo>
                <a:cubicBezTo>
                  <a:pt x="24" y="110"/>
                  <a:pt x="24" y="109"/>
                  <a:pt x="24" y="109"/>
                </a:cubicBezTo>
                <a:lnTo>
                  <a:pt x="25" y="108"/>
                </a:lnTo>
                <a:lnTo>
                  <a:pt x="27" y="113"/>
                </a:lnTo>
                <a:lnTo>
                  <a:pt x="26" y="113"/>
                </a:lnTo>
                <a:cubicBezTo>
                  <a:pt x="26" y="113"/>
                  <a:pt x="25" y="113"/>
                  <a:pt x="24" y="113"/>
                </a:cubicBezTo>
                <a:cubicBezTo>
                  <a:pt x="24" y="113"/>
                  <a:pt x="23" y="113"/>
                  <a:pt x="22" y="113"/>
                </a:cubicBezTo>
                <a:lnTo>
                  <a:pt x="14" y="116"/>
                </a:lnTo>
                <a:cubicBezTo>
                  <a:pt x="13" y="115"/>
                  <a:pt x="12" y="115"/>
                  <a:pt x="12" y="114"/>
                </a:cubicBezTo>
                <a:cubicBezTo>
                  <a:pt x="11" y="114"/>
                  <a:pt x="11" y="113"/>
                  <a:pt x="10" y="112"/>
                </a:cubicBezTo>
                <a:cubicBezTo>
                  <a:pt x="10" y="110"/>
                  <a:pt x="11" y="108"/>
                  <a:pt x="13" y="105"/>
                </a:cubicBezTo>
                <a:cubicBezTo>
                  <a:pt x="15" y="104"/>
                  <a:pt x="18" y="102"/>
                  <a:pt x="21" y="101"/>
                </a:cubicBezTo>
                <a:cubicBezTo>
                  <a:pt x="23" y="100"/>
                  <a:pt x="25" y="100"/>
                  <a:pt x="27" y="100"/>
                </a:cubicBezTo>
                <a:cubicBezTo>
                  <a:pt x="30" y="100"/>
                  <a:pt x="32" y="100"/>
                  <a:pt x="34" y="101"/>
                </a:cubicBezTo>
                <a:cubicBezTo>
                  <a:pt x="35" y="101"/>
                  <a:pt x="36" y="102"/>
                  <a:pt x="36" y="103"/>
                </a:cubicBezTo>
                <a:cubicBezTo>
                  <a:pt x="37" y="104"/>
                  <a:pt x="37" y="104"/>
                  <a:pt x="37" y="104"/>
                </a:cubicBezTo>
                <a:cubicBezTo>
                  <a:pt x="37" y="105"/>
                  <a:pt x="36" y="106"/>
                  <a:pt x="36" y="106"/>
                </a:cubicBezTo>
                <a:cubicBezTo>
                  <a:pt x="36" y="107"/>
                  <a:pt x="36" y="107"/>
                  <a:pt x="36" y="107"/>
                </a:cubicBezTo>
                <a:cubicBezTo>
                  <a:pt x="36" y="107"/>
                  <a:pt x="36" y="107"/>
                  <a:pt x="36" y="107"/>
                </a:cubicBezTo>
                <a:cubicBezTo>
                  <a:pt x="37" y="107"/>
                  <a:pt x="37" y="107"/>
                  <a:pt x="38" y="107"/>
                </a:cubicBezTo>
                <a:close/>
              </a:path>
              <a:path w="336" h="189">
                <a:moveTo>
                  <a:pt x="47" y="119"/>
                </a:moveTo>
                <a:lnTo>
                  <a:pt x="48" y="118"/>
                </a:lnTo>
                <a:lnTo>
                  <a:pt x="51" y="122"/>
                </a:lnTo>
                <a:lnTo>
                  <a:pt x="50" y="122"/>
                </a:lnTo>
                <a:cubicBezTo>
                  <a:pt x="49" y="121"/>
                  <a:pt x="49" y="121"/>
                  <a:pt x="48" y="122"/>
                </a:cubicBezTo>
                <a:cubicBezTo>
                  <a:pt x="48" y="122"/>
                  <a:pt x="47" y="122"/>
                  <a:pt x="46" y="123"/>
                </a:cubicBezTo>
                <a:lnTo>
                  <a:pt x="38" y="130"/>
                </a:lnTo>
                <a:cubicBezTo>
                  <a:pt x="36" y="132"/>
                  <a:pt x="34" y="133"/>
                  <a:pt x="33" y="134"/>
                </a:cubicBezTo>
                <a:cubicBezTo>
                  <a:pt x="31" y="135"/>
                  <a:pt x="30" y="135"/>
                  <a:pt x="29" y="135"/>
                </a:cubicBezTo>
                <a:cubicBezTo>
                  <a:pt x="27" y="135"/>
                  <a:pt x="26" y="135"/>
                  <a:pt x="26" y="134"/>
                </a:cubicBezTo>
                <a:cubicBezTo>
                  <a:pt x="25" y="133"/>
                  <a:pt x="24" y="131"/>
                  <a:pt x="25" y="130"/>
                </a:cubicBezTo>
                <a:cubicBezTo>
                  <a:pt x="25" y="129"/>
                  <a:pt x="26" y="128"/>
                  <a:pt x="27" y="126"/>
                </a:cubicBezTo>
                <a:cubicBezTo>
                  <a:pt x="27" y="126"/>
                  <a:pt x="29" y="124"/>
                  <a:pt x="32" y="122"/>
                </a:cubicBezTo>
                <a:lnTo>
                  <a:pt x="39" y="115"/>
                </a:lnTo>
                <a:cubicBezTo>
                  <a:pt x="41" y="114"/>
                  <a:pt x="41" y="114"/>
                  <a:pt x="42" y="113"/>
                </a:cubicBezTo>
                <a:cubicBezTo>
                  <a:pt x="42" y="113"/>
                  <a:pt x="42" y="112"/>
                  <a:pt x="42" y="112"/>
                </a:cubicBezTo>
                <a:lnTo>
                  <a:pt x="41" y="111"/>
                </a:lnTo>
                <a:lnTo>
                  <a:pt x="42" y="111"/>
                </a:lnTo>
                <a:lnTo>
                  <a:pt x="45" y="115"/>
                </a:lnTo>
                <a:lnTo>
                  <a:pt x="45" y="116"/>
                </a:lnTo>
                <a:lnTo>
                  <a:pt x="45" y="115"/>
                </a:lnTo>
                <a:cubicBezTo>
                  <a:pt x="44" y="115"/>
                  <a:pt x="44" y="115"/>
                  <a:pt x="43" y="115"/>
                </a:cubicBezTo>
                <a:cubicBezTo>
                  <a:pt x="43" y="115"/>
                  <a:pt x="42" y="116"/>
                  <a:pt x="41" y="117"/>
                </a:cubicBezTo>
                <a:lnTo>
                  <a:pt x="32" y="124"/>
                </a:lnTo>
                <a:cubicBezTo>
                  <a:pt x="31" y="125"/>
                  <a:pt x="30" y="126"/>
                  <a:pt x="29" y="127"/>
                </a:cubicBezTo>
                <a:cubicBezTo>
                  <a:pt x="28" y="127"/>
                  <a:pt x="28" y="128"/>
                  <a:pt x="27" y="129"/>
                </a:cubicBezTo>
                <a:cubicBezTo>
                  <a:pt x="27" y="130"/>
                  <a:pt x="26" y="130"/>
                  <a:pt x="26" y="131"/>
                </a:cubicBezTo>
                <a:cubicBezTo>
                  <a:pt x="26" y="132"/>
                  <a:pt x="26" y="132"/>
                  <a:pt x="27" y="133"/>
                </a:cubicBezTo>
                <a:cubicBezTo>
                  <a:pt x="27" y="133"/>
                  <a:pt x="28" y="134"/>
                  <a:pt x="29" y="134"/>
                </a:cubicBezTo>
                <a:cubicBezTo>
                  <a:pt x="30" y="134"/>
                  <a:pt x="31" y="133"/>
                  <a:pt x="32" y="133"/>
                </a:cubicBezTo>
                <a:cubicBezTo>
                  <a:pt x="33" y="132"/>
                  <a:pt x="35" y="131"/>
                  <a:pt x="37" y="129"/>
                </a:cubicBezTo>
                <a:lnTo>
                  <a:pt x="45" y="123"/>
                </a:lnTo>
                <a:cubicBezTo>
                  <a:pt x="47" y="122"/>
                  <a:pt x="47" y="121"/>
                  <a:pt x="48" y="120"/>
                </a:cubicBezTo>
                <a:cubicBezTo>
                  <a:pt x="48" y="120"/>
                  <a:pt x="48" y="119"/>
                  <a:pt x="47" y="119"/>
                </a:cubicBezTo>
                <a:close/>
              </a:path>
              <a:path w="336" h="189">
                <a:moveTo>
                  <a:pt x="51" y="121"/>
                </a:moveTo>
                <a:lnTo>
                  <a:pt x="53" y="123"/>
                </a:lnTo>
                <a:lnTo>
                  <a:pt x="46" y="143"/>
                </a:lnTo>
                <a:lnTo>
                  <a:pt x="56" y="132"/>
                </a:lnTo>
                <a:cubicBezTo>
                  <a:pt x="57" y="131"/>
                  <a:pt x="58" y="130"/>
                  <a:pt x="58" y="130"/>
                </a:cubicBezTo>
                <a:cubicBezTo>
                  <a:pt x="58" y="129"/>
                  <a:pt x="58" y="128"/>
                  <a:pt x="58" y="128"/>
                </a:cubicBezTo>
                <a:lnTo>
                  <a:pt x="57" y="128"/>
                </a:lnTo>
                <a:lnTo>
                  <a:pt x="58" y="127"/>
                </a:lnTo>
                <a:lnTo>
                  <a:pt x="61" y="130"/>
                </a:lnTo>
                <a:lnTo>
                  <a:pt x="61" y="131"/>
                </a:lnTo>
                <a:lnTo>
                  <a:pt x="60" y="131"/>
                </a:lnTo>
                <a:cubicBezTo>
                  <a:pt x="60" y="130"/>
                  <a:pt x="60" y="130"/>
                  <a:pt x="59" y="131"/>
                </a:cubicBezTo>
                <a:cubicBezTo>
                  <a:pt x="59" y="131"/>
                  <a:pt x="58" y="131"/>
                  <a:pt x="57" y="133"/>
                </a:cubicBezTo>
                <a:lnTo>
                  <a:pt x="42" y="149"/>
                </a:lnTo>
                <a:lnTo>
                  <a:pt x="50" y="127"/>
                </a:lnTo>
                <a:lnTo>
                  <a:pt x="39" y="140"/>
                </a:lnTo>
                <a:cubicBezTo>
                  <a:pt x="38" y="141"/>
                  <a:pt x="37" y="142"/>
                  <a:pt x="37" y="142"/>
                </a:cubicBezTo>
                <a:cubicBezTo>
                  <a:pt x="37" y="143"/>
                  <a:pt x="37" y="143"/>
                  <a:pt x="37" y="143"/>
                </a:cubicBezTo>
                <a:lnTo>
                  <a:pt x="38" y="144"/>
                </a:lnTo>
                <a:lnTo>
                  <a:pt x="37" y="144"/>
                </a:lnTo>
                <a:lnTo>
                  <a:pt x="34" y="141"/>
                </a:lnTo>
                <a:lnTo>
                  <a:pt x="35" y="141"/>
                </a:lnTo>
                <a:cubicBezTo>
                  <a:pt x="35" y="141"/>
                  <a:pt x="36" y="141"/>
                  <a:pt x="36" y="141"/>
                </a:cubicBezTo>
                <a:cubicBezTo>
                  <a:pt x="37" y="141"/>
                  <a:pt x="37" y="140"/>
                  <a:pt x="38" y="139"/>
                </a:cubicBezTo>
                <a:lnTo>
                  <a:pt x="50" y="125"/>
                </a:lnTo>
                <a:cubicBezTo>
                  <a:pt x="51" y="124"/>
                  <a:pt x="51" y="124"/>
                  <a:pt x="51" y="123"/>
                </a:cubicBezTo>
                <a:cubicBezTo>
                  <a:pt x="51" y="123"/>
                  <a:pt x="51" y="123"/>
                  <a:pt x="51" y="122"/>
                </a:cubicBezTo>
                <a:cubicBezTo>
                  <a:pt x="51" y="122"/>
                  <a:pt x="50" y="122"/>
                  <a:pt x="50" y="121"/>
                </a:cubicBezTo>
                <a:lnTo>
                  <a:pt x="51" y="121"/>
                </a:lnTo>
                <a:close/>
              </a:path>
              <a:path w="336" h="189">
                <a:moveTo>
                  <a:pt x="51" y="155"/>
                </a:moveTo>
                <a:lnTo>
                  <a:pt x="50" y="156"/>
                </a:lnTo>
                <a:lnTo>
                  <a:pt x="46" y="152"/>
                </a:lnTo>
                <a:lnTo>
                  <a:pt x="47" y="151"/>
                </a:lnTo>
                <a:lnTo>
                  <a:pt x="47" y="152"/>
                </a:lnTo>
                <a:cubicBezTo>
                  <a:pt x="47" y="152"/>
                  <a:pt x="48" y="152"/>
                  <a:pt x="49" y="152"/>
                </a:cubicBezTo>
                <a:cubicBezTo>
                  <a:pt x="49" y="152"/>
                  <a:pt x="50" y="151"/>
                  <a:pt x="51" y="150"/>
                </a:cubicBezTo>
                <a:lnTo>
                  <a:pt x="62" y="137"/>
                </a:lnTo>
                <a:cubicBezTo>
                  <a:pt x="63" y="136"/>
                  <a:pt x="63" y="135"/>
                  <a:pt x="63" y="135"/>
                </a:cubicBezTo>
                <a:cubicBezTo>
                  <a:pt x="64" y="134"/>
                  <a:pt x="64" y="134"/>
                  <a:pt x="64" y="134"/>
                </a:cubicBezTo>
                <a:cubicBezTo>
                  <a:pt x="64" y="133"/>
                  <a:pt x="64" y="133"/>
                  <a:pt x="63" y="133"/>
                </a:cubicBezTo>
                <a:lnTo>
                  <a:pt x="63" y="132"/>
                </a:lnTo>
                <a:lnTo>
                  <a:pt x="68" y="136"/>
                </a:lnTo>
                <a:lnTo>
                  <a:pt x="67" y="136"/>
                </a:lnTo>
                <a:cubicBezTo>
                  <a:pt x="66" y="136"/>
                  <a:pt x="66" y="136"/>
                  <a:pt x="65" y="136"/>
                </a:cubicBezTo>
                <a:cubicBezTo>
                  <a:pt x="65" y="136"/>
                  <a:pt x="64" y="137"/>
                  <a:pt x="63" y="138"/>
                </a:cubicBezTo>
                <a:lnTo>
                  <a:pt x="52" y="151"/>
                </a:lnTo>
                <a:cubicBezTo>
                  <a:pt x="51" y="152"/>
                  <a:pt x="51" y="153"/>
                  <a:pt x="50" y="153"/>
                </a:cubicBezTo>
                <a:cubicBezTo>
                  <a:pt x="50" y="153"/>
                  <a:pt x="50" y="153"/>
                  <a:pt x="50" y="154"/>
                </a:cubicBezTo>
                <a:cubicBezTo>
                  <a:pt x="50" y="154"/>
                  <a:pt x="50" y="155"/>
                  <a:pt x="51" y="155"/>
                </a:cubicBezTo>
                <a:close/>
              </a:path>
              <a:path w="336" h="189">
                <a:moveTo>
                  <a:pt x="81" y="143"/>
                </a:moveTo>
                <a:lnTo>
                  <a:pt x="80" y="143"/>
                </a:lnTo>
                <a:cubicBezTo>
                  <a:pt x="80" y="143"/>
                  <a:pt x="79" y="143"/>
                  <a:pt x="79" y="144"/>
                </a:cubicBezTo>
                <a:cubicBezTo>
                  <a:pt x="78" y="144"/>
                  <a:pt x="78" y="145"/>
                  <a:pt x="77" y="146"/>
                </a:cubicBezTo>
                <a:lnTo>
                  <a:pt x="61" y="163"/>
                </a:lnTo>
                <a:lnTo>
                  <a:pt x="61" y="162"/>
                </a:lnTo>
                <a:lnTo>
                  <a:pt x="68" y="140"/>
                </a:lnTo>
                <a:cubicBezTo>
                  <a:pt x="69" y="139"/>
                  <a:pt x="69" y="139"/>
                  <a:pt x="69" y="138"/>
                </a:cubicBezTo>
                <a:cubicBezTo>
                  <a:pt x="69" y="138"/>
                  <a:pt x="69" y="137"/>
                  <a:pt x="69" y="137"/>
                </a:cubicBezTo>
                <a:cubicBezTo>
                  <a:pt x="69" y="137"/>
                  <a:pt x="69" y="137"/>
                  <a:pt x="68" y="136"/>
                </a:cubicBezTo>
                <a:lnTo>
                  <a:pt x="69" y="136"/>
                </a:lnTo>
                <a:lnTo>
                  <a:pt x="73" y="138"/>
                </a:lnTo>
                <a:lnTo>
                  <a:pt x="73" y="139"/>
                </a:lnTo>
                <a:cubicBezTo>
                  <a:pt x="72" y="139"/>
                  <a:pt x="72" y="139"/>
                  <a:pt x="72" y="139"/>
                </a:cubicBezTo>
                <a:cubicBezTo>
                  <a:pt x="71" y="139"/>
                  <a:pt x="71" y="139"/>
                  <a:pt x="71" y="140"/>
                </a:cubicBezTo>
                <a:cubicBezTo>
                  <a:pt x="71" y="140"/>
                  <a:pt x="70" y="141"/>
                  <a:pt x="70" y="143"/>
                </a:cubicBezTo>
                <a:lnTo>
                  <a:pt x="65" y="158"/>
                </a:lnTo>
                <a:lnTo>
                  <a:pt x="75" y="146"/>
                </a:lnTo>
                <a:cubicBezTo>
                  <a:pt x="76" y="145"/>
                  <a:pt x="77" y="144"/>
                  <a:pt x="77" y="144"/>
                </a:cubicBezTo>
                <a:cubicBezTo>
                  <a:pt x="77" y="143"/>
                  <a:pt x="77" y="143"/>
                  <a:pt x="77" y="143"/>
                </a:cubicBezTo>
                <a:cubicBezTo>
                  <a:pt x="77" y="142"/>
                  <a:pt x="77" y="142"/>
                  <a:pt x="77" y="141"/>
                </a:cubicBezTo>
                <a:cubicBezTo>
                  <a:pt x="77" y="141"/>
                  <a:pt x="77" y="141"/>
                  <a:pt x="77" y="141"/>
                </a:cubicBezTo>
                <a:lnTo>
                  <a:pt x="81" y="143"/>
                </a:lnTo>
                <a:close/>
              </a:path>
              <a:path w="336" h="189">
                <a:moveTo>
                  <a:pt x="153" y="160"/>
                </a:moveTo>
                <a:cubicBezTo>
                  <a:pt x="155" y="160"/>
                  <a:pt x="156" y="161"/>
                  <a:pt x="157" y="164"/>
                </a:cubicBezTo>
                <a:cubicBezTo>
                  <a:pt x="159" y="166"/>
                  <a:pt x="159" y="170"/>
                  <a:pt x="159" y="174"/>
                </a:cubicBezTo>
                <a:cubicBezTo>
                  <a:pt x="159" y="178"/>
                  <a:pt x="159" y="181"/>
                  <a:pt x="157" y="184"/>
                </a:cubicBezTo>
                <a:cubicBezTo>
                  <a:pt x="156" y="186"/>
                  <a:pt x="155" y="187"/>
                  <a:pt x="153" y="187"/>
                </a:cubicBezTo>
                <a:cubicBezTo>
                  <a:pt x="151" y="187"/>
                  <a:pt x="150" y="186"/>
                  <a:pt x="148" y="184"/>
                </a:cubicBezTo>
                <a:cubicBezTo>
                  <a:pt x="147" y="181"/>
                  <a:pt x="147" y="178"/>
                  <a:pt x="147" y="174"/>
                </a:cubicBezTo>
                <a:cubicBezTo>
                  <a:pt x="147" y="169"/>
                  <a:pt x="147" y="166"/>
                  <a:pt x="149" y="163"/>
                </a:cubicBezTo>
                <a:cubicBezTo>
                  <a:pt x="150" y="161"/>
                  <a:pt x="151" y="160"/>
                  <a:pt x="153" y="160"/>
                </a:cubicBezTo>
                <a:close/>
                <a:moveTo>
                  <a:pt x="153" y="161"/>
                </a:moveTo>
                <a:cubicBezTo>
                  <a:pt x="152" y="161"/>
                  <a:pt x="151" y="162"/>
                  <a:pt x="150" y="164"/>
                </a:cubicBezTo>
                <a:cubicBezTo>
                  <a:pt x="149" y="166"/>
                  <a:pt x="149" y="169"/>
                  <a:pt x="149" y="174"/>
                </a:cubicBezTo>
                <a:cubicBezTo>
                  <a:pt x="149" y="178"/>
                  <a:pt x="149" y="181"/>
                  <a:pt x="150" y="183"/>
                </a:cubicBezTo>
                <a:cubicBezTo>
                  <a:pt x="151" y="185"/>
                  <a:pt x="152" y="186"/>
                  <a:pt x="153" y="186"/>
                </a:cubicBezTo>
                <a:cubicBezTo>
                  <a:pt x="154" y="186"/>
                  <a:pt x="155" y="185"/>
                  <a:pt x="156" y="183"/>
                </a:cubicBezTo>
                <a:cubicBezTo>
                  <a:pt x="157" y="181"/>
                  <a:pt x="157" y="178"/>
                  <a:pt x="157" y="174"/>
                </a:cubicBezTo>
                <a:cubicBezTo>
                  <a:pt x="157" y="170"/>
                  <a:pt x="157" y="166"/>
                  <a:pt x="156" y="164"/>
                </a:cubicBezTo>
                <a:cubicBezTo>
                  <a:pt x="155" y="162"/>
                  <a:pt x="154" y="161"/>
                  <a:pt x="153" y="161"/>
                </a:cubicBezTo>
                <a:close/>
              </a:path>
              <a:path w="336" h="189">
                <a:moveTo>
                  <a:pt x="165" y="162"/>
                </a:moveTo>
                <a:lnTo>
                  <a:pt x="165" y="172"/>
                </a:lnTo>
                <a:lnTo>
                  <a:pt x="167" y="172"/>
                </a:lnTo>
                <a:cubicBezTo>
                  <a:pt x="168" y="172"/>
                  <a:pt x="168" y="172"/>
                  <a:pt x="168" y="172"/>
                </a:cubicBezTo>
                <a:cubicBezTo>
                  <a:pt x="168" y="171"/>
                  <a:pt x="169" y="170"/>
                  <a:pt x="169" y="169"/>
                </a:cubicBezTo>
                <a:lnTo>
                  <a:pt x="169" y="178"/>
                </a:lnTo>
                <a:cubicBezTo>
                  <a:pt x="169" y="177"/>
                  <a:pt x="169" y="176"/>
                  <a:pt x="169" y="175"/>
                </a:cubicBezTo>
                <a:cubicBezTo>
                  <a:pt x="168" y="175"/>
                  <a:pt x="168" y="175"/>
                  <a:pt x="168" y="174"/>
                </a:cubicBezTo>
                <a:cubicBezTo>
                  <a:pt x="168" y="174"/>
                  <a:pt x="167" y="174"/>
                  <a:pt x="167" y="174"/>
                </a:cubicBezTo>
                <a:lnTo>
                  <a:pt x="165" y="174"/>
                </a:lnTo>
                <a:lnTo>
                  <a:pt x="165" y="182"/>
                </a:lnTo>
                <a:cubicBezTo>
                  <a:pt x="165" y="184"/>
                  <a:pt x="165" y="184"/>
                  <a:pt x="165" y="185"/>
                </a:cubicBezTo>
                <a:cubicBezTo>
                  <a:pt x="165" y="185"/>
                  <a:pt x="165" y="185"/>
                  <a:pt x="165" y="186"/>
                </a:cubicBezTo>
                <a:cubicBezTo>
                  <a:pt x="165" y="186"/>
                  <a:pt x="166" y="186"/>
                  <a:pt x="166" y="186"/>
                </a:cubicBezTo>
                <a:lnTo>
                  <a:pt x="167" y="186"/>
                </a:lnTo>
                <a:lnTo>
                  <a:pt x="167" y="187"/>
                </a:lnTo>
                <a:lnTo>
                  <a:pt x="161" y="187"/>
                </a:lnTo>
                <a:lnTo>
                  <a:pt x="161" y="186"/>
                </a:lnTo>
                <a:cubicBezTo>
                  <a:pt x="162" y="186"/>
                  <a:pt x="162" y="186"/>
                  <a:pt x="163" y="185"/>
                </a:cubicBezTo>
                <a:cubicBezTo>
                  <a:pt x="163" y="185"/>
                  <a:pt x="163" y="184"/>
                  <a:pt x="163" y="182"/>
                </a:cubicBezTo>
                <a:lnTo>
                  <a:pt x="163" y="165"/>
                </a:lnTo>
                <a:cubicBezTo>
                  <a:pt x="163" y="164"/>
                  <a:pt x="163" y="163"/>
                  <a:pt x="163" y="163"/>
                </a:cubicBezTo>
                <a:cubicBezTo>
                  <a:pt x="163" y="162"/>
                  <a:pt x="162" y="162"/>
                  <a:pt x="162" y="162"/>
                </a:cubicBezTo>
                <a:cubicBezTo>
                  <a:pt x="162" y="161"/>
                  <a:pt x="162" y="161"/>
                  <a:pt x="161" y="161"/>
                </a:cubicBezTo>
                <a:lnTo>
                  <a:pt x="171" y="161"/>
                </a:lnTo>
                <a:lnTo>
                  <a:pt x="171" y="166"/>
                </a:lnTo>
                <a:lnTo>
                  <a:pt x="170" y="166"/>
                </a:lnTo>
                <a:cubicBezTo>
                  <a:pt x="170" y="165"/>
                  <a:pt x="170" y="164"/>
                  <a:pt x="170" y="164"/>
                </a:cubicBezTo>
                <a:cubicBezTo>
                  <a:pt x="170" y="163"/>
                  <a:pt x="169" y="163"/>
                  <a:pt x="169" y="162"/>
                </a:cubicBezTo>
                <a:cubicBezTo>
                  <a:pt x="169" y="162"/>
                  <a:pt x="168" y="162"/>
                  <a:pt x="168" y="162"/>
                </a:cubicBezTo>
                <a:lnTo>
                  <a:pt x="165" y="162"/>
                </a:lnTo>
                <a:close/>
              </a:path>
              <a:path w="336" h="189">
                <a:moveTo>
                  <a:pt x="92" y="176"/>
                </a:moveTo>
                <a:lnTo>
                  <a:pt x="89" y="175"/>
                </a:lnTo>
                <a:lnTo>
                  <a:pt x="91" y="162"/>
                </a:lnTo>
                <a:cubicBezTo>
                  <a:pt x="90" y="162"/>
                  <a:pt x="90" y="161"/>
                  <a:pt x="90" y="161"/>
                </a:cubicBezTo>
                <a:cubicBezTo>
                  <a:pt x="90" y="161"/>
                  <a:pt x="90" y="161"/>
                  <a:pt x="90" y="161"/>
                </a:cubicBezTo>
                <a:cubicBezTo>
                  <a:pt x="90" y="161"/>
                  <a:pt x="90" y="161"/>
                  <a:pt x="89" y="161"/>
                </a:cubicBezTo>
                <a:lnTo>
                  <a:pt x="86" y="168"/>
                </a:lnTo>
                <a:cubicBezTo>
                  <a:pt x="85" y="169"/>
                  <a:pt x="85" y="170"/>
                  <a:pt x="84" y="171"/>
                </a:cubicBezTo>
                <a:cubicBezTo>
                  <a:pt x="84" y="171"/>
                  <a:pt x="85" y="172"/>
                  <a:pt x="85" y="172"/>
                </a:cubicBezTo>
                <a:lnTo>
                  <a:pt x="85" y="173"/>
                </a:lnTo>
                <a:lnTo>
                  <a:pt x="80" y="170"/>
                </a:lnTo>
                <a:lnTo>
                  <a:pt x="81" y="169"/>
                </a:lnTo>
                <a:lnTo>
                  <a:pt x="81" y="170"/>
                </a:lnTo>
                <a:cubicBezTo>
                  <a:pt x="81" y="170"/>
                  <a:pt x="82" y="170"/>
                  <a:pt x="83" y="169"/>
                </a:cubicBezTo>
                <a:cubicBezTo>
                  <a:pt x="83" y="169"/>
                  <a:pt x="83" y="168"/>
                  <a:pt x="84" y="167"/>
                </a:cubicBezTo>
                <a:lnTo>
                  <a:pt x="92" y="152"/>
                </a:lnTo>
                <a:cubicBezTo>
                  <a:pt x="93" y="151"/>
                  <a:pt x="94" y="150"/>
                  <a:pt x="94" y="149"/>
                </a:cubicBezTo>
                <a:cubicBezTo>
                  <a:pt x="94" y="149"/>
                  <a:pt x="94" y="148"/>
                  <a:pt x="93" y="148"/>
                </a:cubicBezTo>
                <a:lnTo>
                  <a:pt x="93" y="147"/>
                </a:lnTo>
                <a:lnTo>
                  <a:pt x="97" y="149"/>
                </a:lnTo>
                <a:cubicBezTo>
                  <a:pt x="98" y="150"/>
                  <a:pt x="99" y="151"/>
                  <a:pt x="100" y="151"/>
                </a:cubicBezTo>
                <a:cubicBezTo>
                  <a:pt x="100" y="152"/>
                  <a:pt x="100" y="153"/>
                  <a:pt x="100" y="154"/>
                </a:cubicBezTo>
                <a:cubicBezTo>
                  <a:pt x="100" y="155"/>
                  <a:pt x="99" y="157"/>
                  <a:pt x="99" y="158"/>
                </a:cubicBezTo>
                <a:cubicBezTo>
                  <a:pt x="98" y="159"/>
                  <a:pt x="97" y="160"/>
                  <a:pt x="96" y="161"/>
                </a:cubicBezTo>
                <a:cubicBezTo>
                  <a:pt x="95" y="162"/>
                  <a:pt x="94" y="162"/>
                  <a:pt x="93" y="162"/>
                </a:cubicBezTo>
                <a:lnTo>
                  <a:pt x="91" y="170"/>
                </a:lnTo>
                <a:cubicBezTo>
                  <a:pt x="91" y="172"/>
                  <a:pt x="91" y="173"/>
                  <a:pt x="91" y="174"/>
                </a:cubicBezTo>
                <a:cubicBezTo>
                  <a:pt x="91" y="175"/>
                  <a:pt x="91" y="175"/>
                  <a:pt x="92" y="176"/>
                </a:cubicBezTo>
                <a:close/>
                <a:moveTo>
                  <a:pt x="90" y="160"/>
                </a:moveTo>
                <a:cubicBezTo>
                  <a:pt x="90" y="160"/>
                  <a:pt x="90" y="160"/>
                  <a:pt x="90" y="160"/>
                </a:cubicBezTo>
                <a:cubicBezTo>
                  <a:pt x="90" y="160"/>
                  <a:pt x="90" y="160"/>
                  <a:pt x="91" y="160"/>
                </a:cubicBezTo>
                <a:cubicBezTo>
                  <a:pt x="92" y="161"/>
                  <a:pt x="93" y="161"/>
                  <a:pt x="94" y="160"/>
                </a:cubicBezTo>
                <a:cubicBezTo>
                  <a:pt x="95" y="160"/>
                  <a:pt x="96" y="158"/>
                  <a:pt x="97" y="157"/>
                </a:cubicBezTo>
                <a:cubicBezTo>
                  <a:pt x="97" y="156"/>
                  <a:pt x="98" y="154"/>
                  <a:pt x="98" y="153"/>
                </a:cubicBezTo>
                <a:cubicBezTo>
                  <a:pt x="98" y="152"/>
                  <a:pt x="98" y="151"/>
                  <a:pt x="97" y="151"/>
                </a:cubicBezTo>
                <a:cubicBezTo>
                  <a:pt x="97" y="151"/>
                  <a:pt x="96" y="150"/>
                  <a:pt x="95" y="150"/>
                </a:cubicBezTo>
                <a:lnTo>
                  <a:pt x="90" y="160"/>
                </a:lnTo>
                <a:close/>
              </a:path>
              <a:path w="336" h="189">
                <a:moveTo>
                  <a:pt x="110" y="153"/>
                </a:moveTo>
                <a:lnTo>
                  <a:pt x="107" y="161"/>
                </a:lnTo>
                <a:cubicBezTo>
                  <a:pt x="107" y="160"/>
                  <a:pt x="108" y="158"/>
                  <a:pt x="108" y="157"/>
                </a:cubicBezTo>
                <a:cubicBezTo>
                  <a:pt x="108" y="156"/>
                  <a:pt x="108" y="155"/>
                  <a:pt x="107" y="154"/>
                </a:cubicBezTo>
                <a:cubicBezTo>
                  <a:pt x="107" y="154"/>
                  <a:pt x="107" y="153"/>
                  <a:pt x="106" y="153"/>
                </a:cubicBezTo>
                <a:cubicBezTo>
                  <a:pt x="105" y="153"/>
                  <a:pt x="105" y="153"/>
                  <a:pt x="104" y="154"/>
                </a:cubicBezTo>
                <a:cubicBezTo>
                  <a:pt x="103" y="154"/>
                  <a:pt x="103" y="155"/>
                  <a:pt x="103" y="156"/>
                </a:cubicBezTo>
                <a:cubicBezTo>
                  <a:pt x="102" y="157"/>
                  <a:pt x="102" y="157"/>
                  <a:pt x="102" y="158"/>
                </a:cubicBezTo>
                <a:cubicBezTo>
                  <a:pt x="102" y="159"/>
                  <a:pt x="103" y="161"/>
                  <a:pt x="104" y="163"/>
                </a:cubicBezTo>
                <a:cubicBezTo>
                  <a:pt x="104" y="164"/>
                  <a:pt x="105" y="166"/>
                  <a:pt x="105" y="166"/>
                </a:cubicBezTo>
                <a:cubicBezTo>
                  <a:pt x="105" y="167"/>
                  <a:pt x="105" y="168"/>
                  <a:pt x="105" y="169"/>
                </a:cubicBezTo>
                <a:cubicBezTo>
                  <a:pt x="105" y="170"/>
                  <a:pt x="105" y="171"/>
                  <a:pt x="104" y="172"/>
                </a:cubicBezTo>
                <a:cubicBezTo>
                  <a:pt x="104" y="174"/>
                  <a:pt x="103" y="175"/>
                  <a:pt x="101" y="177"/>
                </a:cubicBezTo>
                <a:cubicBezTo>
                  <a:pt x="100" y="178"/>
                  <a:pt x="99" y="178"/>
                  <a:pt x="98" y="178"/>
                </a:cubicBezTo>
                <a:cubicBezTo>
                  <a:pt x="97" y="177"/>
                  <a:pt x="97" y="177"/>
                  <a:pt x="97" y="177"/>
                </a:cubicBezTo>
                <a:cubicBezTo>
                  <a:pt x="97" y="177"/>
                  <a:pt x="96" y="177"/>
                  <a:pt x="96" y="176"/>
                </a:cubicBezTo>
                <a:cubicBezTo>
                  <a:pt x="96" y="175"/>
                  <a:pt x="95" y="175"/>
                  <a:pt x="95" y="175"/>
                </a:cubicBezTo>
                <a:cubicBezTo>
                  <a:pt x="95" y="175"/>
                  <a:pt x="95" y="175"/>
                  <a:pt x="95" y="175"/>
                </a:cubicBezTo>
                <a:cubicBezTo>
                  <a:pt x="94" y="175"/>
                  <a:pt x="94" y="176"/>
                  <a:pt x="94" y="176"/>
                </a:cubicBezTo>
                <a:lnTo>
                  <a:pt x="97" y="168"/>
                </a:lnTo>
                <a:cubicBezTo>
                  <a:pt x="97" y="170"/>
                  <a:pt x="96" y="171"/>
                  <a:pt x="96" y="172"/>
                </a:cubicBezTo>
                <a:cubicBezTo>
                  <a:pt x="96" y="173"/>
                  <a:pt x="96" y="174"/>
                  <a:pt x="97" y="175"/>
                </a:cubicBezTo>
                <a:cubicBezTo>
                  <a:pt x="97" y="175"/>
                  <a:pt x="98" y="176"/>
                  <a:pt x="98" y="176"/>
                </a:cubicBezTo>
                <a:cubicBezTo>
                  <a:pt x="99" y="176"/>
                  <a:pt x="100" y="176"/>
                  <a:pt x="100" y="176"/>
                </a:cubicBezTo>
                <a:cubicBezTo>
                  <a:pt x="101" y="175"/>
                  <a:pt x="102" y="174"/>
                  <a:pt x="102" y="173"/>
                </a:cubicBezTo>
                <a:cubicBezTo>
                  <a:pt x="102" y="172"/>
                  <a:pt x="102" y="172"/>
                  <a:pt x="103" y="171"/>
                </a:cubicBezTo>
                <a:cubicBezTo>
                  <a:pt x="103" y="170"/>
                  <a:pt x="103" y="170"/>
                  <a:pt x="102" y="169"/>
                </a:cubicBezTo>
                <a:cubicBezTo>
                  <a:pt x="102" y="169"/>
                  <a:pt x="102" y="168"/>
                  <a:pt x="101" y="166"/>
                </a:cubicBezTo>
                <a:cubicBezTo>
                  <a:pt x="101" y="164"/>
                  <a:pt x="100" y="163"/>
                  <a:pt x="100" y="162"/>
                </a:cubicBezTo>
                <a:cubicBezTo>
                  <a:pt x="100" y="161"/>
                  <a:pt x="100" y="161"/>
                  <a:pt x="100" y="160"/>
                </a:cubicBezTo>
                <a:cubicBezTo>
                  <a:pt x="100" y="159"/>
                  <a:pt x="100" y="158"/>
                  <a:pt x="101" y="157"/>
                </a:cubicBezTo>
                <a:cubicBezTo>
                  <a:pt x="101" y="155"/>
                  <a:pt x="102" y="153"/>
                  <a:pt x="103" y="152"/>
                </a:cubicBezTo>
                <a:cubicBezTo>
                  <a:pt x="105" y="151"/>
                  <a:pt x="106" y="151"/>
                  <a:pt x="107" y="151"/>
                </a:cubicBezTo>
                <a:cubicBezTo>
                  <a:pt x="107" y="152"/>
                  <a:pt x="108" y="152"/>
                  <a:pt x="108" y="153"/>
                </a:cubicBezTo>
                <a:cubicBezTo>
                  <a:pt x="109" y="154"/>
                  <a:pt x="109" y="154"/>
                  <a:pt x="109" y="154"/>
                </a:cubicBezTo>
                <a:cubicBezTo>
                  <a:pt x="109" y="154"/>
                  <a:pt x="109" y="154"/>
                  <a:pt x="109" y="154"/>
                </a:cubicBezTo>
                <a:cubicBezTo>
                  <a:pt x="110" y="154"/>
                  <a:pt x="110" y="153"/>
                  <a:pt x="110" y="153"/>
                </a:cubicBezTo>
                <a:close/>
              </a:path>
              <a:path w="336" h="189">
                <a:moveTo>
                  <a:pt x="138" y="160"/>
                </a:moveTo>
                <a:lnTo>
                  <a:pt x="143" y="160"/>
                </a:lnTo>
                <a:lnTo>
                  <a:pt x="143" y="161"/>
                </a:lnTo>
                <a:lnTo>
                  <a:pt x="142" y="161"/>
                </a:lnTo>
                <a:cubicBezTo>
                  <a:pt x="142" y="161"/>
                  <a:pt x="142" y="161"/>
                  <a:pt x="142" y="161"/>
                </a:cubicBezTo>
                <a:cubicBezTo>
                  <a:pt x="141" y="162"/>
                  <a:pt x="141" y="162"/>
                  <a:pt x="141" y="163"/>
                </a:cubicBezTo>
                <a:cubicBezTo>
                  <a:pt x="140" y="163"/>
                  <a:pt x="140" y="164"/>
                  <a:pt x="139" y="165"/>
                </a:cubicBezTo>
                <a:lnTo>
                  <a:pt x="135" y="175"/>
                </a:lnTo>
                <a:lnTo>
                  <a:pt x="134" y="181"/>
                </a:lnTo>
                <a:cubicBezTo>
                  <a:pt x="134" y="183"/>
                  <a:pt x="134" y="184"/>
                  <a:pt x="134" y="184"/>
                </a:cubicBezTo>
                <a:cubicBezTo>
                  <a:pt x="135" y="185"/>
                  <a:pt x="135" y="185"/>
                  <a:pt x="135" y="185"/>
                </a:cubicBezTo>
                <a:lnTo>
                  <a:pt x="136" y="185"/>
                </a:lnTo>
                <a:lnTo>
                  <a:pt x="136" y="186"/>
                </a:lnTo>
                <a:lnTo>
                  <a:pt x="130" y="185"/>
                </a:lnTo>
                <a:lnTo>
                  <a:pt x="131" y="185"/>
                </a:lnTo>
                <a:cubicBezTo>
                  <a:pt x="131" y="185"/>
                  <a:pt x="132" y="184"/>
                  <a:pt x="132" y="184"/>
                </a:cubicBezTo>
                <a:cubicBezTo>
                  <a:pt x="132" y="183"/>
                  <a:pt x="132" y="183"/>
                  <a:pt x="133" y="181"/>
                </a:cubicBezTo>
                <a:lnTo>
                  <a:pt x="133" y="175"/>
                </a:lnTo>
                <a:lnTo>
                  <a:pt x="131" y="164"/>
                </a:lnTo>
                <a:cubicBezTo>
                  <a:pt x="131" y="162"/>
                  <a:pt x="130" y="161"/>
                  <a:pt x="130" y="161"/>
                </a:cubicBezTo>
                <a:cubicBezTo>
                  <a:pt x="130" y="161"/>
                  <a:pt x="130" y="160"/>
                  <a:pt x="130" y="160"/>
                </a:cubicBezTo>
                <a:cubicBezTo>
                  <a:pt x="129" y="160"/>
                  <a:pt x="129" y="160"/>
                  <a:pt x="129" y="159"/>
                </a:cubicBezTo>
                <a:lnTo>
                  <a:pt x="135" y="159"/>
                </a:lnTo>
                <a:lnTo>
                  <a:pt x="135" y="160"/>
                </a:lnTo>
                <a:lnTo>
                  <a:pt x="134" y="160"/>
                </a:lnTo>
                <a:cubicBezTo>
                  <a:pt x="134" y="160"/>
                  <a:pt x="134" y="160"/>
                  <a:pt x="133" y="160"/>
                </a:cubicBezTo>
                <a:cubicBezTo>
                  <a:pt x="133" y="161"/>
                  <a:pt x="133" y="161"/>
                  <a:pt x="133" y="162"/>
                </a:cubicBezTo>
                <a:cubicBezTo>
                  <a:pt x="133" y="162"/>
                  <a:pt x="133" y="163"/>
                  <a:pt x="133" y="164"/>
                </a:cubicBezTo>
                <a:lnTo>
                  <a:pt x="135" y="173"/>
                </a:lnTo>
                <a:lnTo>
                  <a:pt x="138" y="165"/>
                </a:lnTo>
                <a:cubicBezTo>
                  <a:pt x="139" y="164"/>
                  <a:pt x="139" y="163"/>
                  <a:pt x="139" y="163"/>
                </a:cubicBezTo>
                <a:cubicBezTo>
                  <a:pt x="139" y="162"/>
                  <a:pt x="139" y="162"/>
                  <a:pt x="139" y="162"/>
                </a:cubicBezTo>
                <a:cubicBezTo>
                  <a:pt x="139" y="161"/>
                  <a:pt x="139" y="161"/>
                  <a:pt x="139" y="161"/>
                </a:cubicBezTo>
                <a:cubicBezTo>
                  <a:pt x="139" y="161"/>
                  <a:pt x="139" y="161"/>
                  <a:pt x="138" y="161"/>
                </a:cubicBezTo>
                <a:lnTo>
                  <a:pt x="138" y="160"/>
                </a:lnTo>
                <a:close/>
              </a:path>
              <a:path w="336" h="189">
                <a:moveTo>
                  <a:pt x="84" y="146"/>
                </a:moveTo>
                <a:lnTo>
                  <a:pt x="79" y="155"/>
                </a:lnTo>
                <a:lnTo>
                  <a:pt x="82" y="156"/>
                </a:lnTo>
                <a:cubicBezTo>
                  <a:pt x="83" y="157"/>
                  <a:pt x="83" y="157"/>
                  <a:pt x="84" y="156"/>
                </a:cubicBezTo>
                <a:cubicBezTo>
                  <a:pt x="84" y="156"/>
                  <a:pt x="85" y="155"/>
                  <a:pt x="86" y="154"/>
                </a:cubicBezTo>
                <a:lnTo>
                  <a:pt x="82" y="162"/>
                </a:lnTo>
                <a:lnTo>
                  <a:pt x="81" y="162"/>
                </a:lnTo>
                <a:cubicBezTo>
                  <a:pt x="82" y="161"/>
                  <a:pt x="82" y="160"/>
                  <a:pt x="82" y="160"/>
                </a:cubicBezTo>
                <a:cubicBezTo>
                  <a:pt x="82" y="159"/>
                  <a:pt x="82" y="159"/>
                  <a:pt x="82" y="158"/>
                </a:cubicBezTo>
                <a:cubicBezTo>
                  <a:pt x="82" y="158"/>
                  <a:pt x="82" y="158"/>
                  <a:pt x="81" y="157"/>
                </a:cubicBezTo>
                <a:lnTo>
                  <a:pt x="79" y="156"/>
                </a:lnTo>
                <a:lnTo>
                  <a:pt x="75" y="164"/>
                </a:lnTo>
                <a:cubicBezTo>
                  <a:pt x="74" y="165"/>
                  <a:pt x="74" y="165"/>
                  <a:pt x="74" y="166"/>
                </a:cubicBezTo>
                <a:cubicBezTo>
                  <a:pt x="74" y="166"/>
                  <a:pt x="74" y="166"/>
                  <a:pt x="74" y="166"/>
                </a:cubicBezTo>
                <a:cubicBezTo>
                  <a:pt x="74" y="166"/>
                  <a:pt x="74" y="167"/>
                  <a:pt x="74" y="167"/>
                </a:cubicBezTo>
                <a:lnTo>
                  <a:pt x="76" y="168"/>
                </a:lnTo>
                <a:cubicBezTo>
                  <a:pt x="77" y="168"/>
                  <a:pt x="77" y="168"/>
                  <a:pt x="78" y="168"/>
                </a:cubicBezTo>
                <a:cubicBezTo>
                  <a:pt x="78" y="168"/>
                  <a:pt x="79" y="168"/>
                  <a:pt x="79" y="168"/>
                </a:cubicBezTo>
                <a:cubicBezTo>
                  <a:pt x="80" y="167"/>
                  <a:pt x="81" y="166"/>
                  <a:pt x="82" y="165"/>
                </a:cubicBezTo>
                <a:lnTo>
                  <a:pt x="78" y="171"/>
                </a:lnTo>
                <a:lnTo>
                  <a:pt x="69" y="166"/>
                </a:lnTo>
                <a:lnTo>
                  <a:pt x="70" y="165"/>
                </a:lnTo>
                <a:cubicBezTo>
                  <a:pt x="70" y="166"/>
                  <a:pt x="71" y="166"/>
                  <a:pt x="71" y="165"/>
                </a:cubicBezTo>
                <a:cubicBezTo>
                  <a:pt x="71" y="165"/>
                  <a:pt x="72" y="165"/>
                  <a:pt x="72" y="165"/>
                </a:cubicBezTo>
                <a:cubicBezTo>
                  <a:pt x="72" y="164"/>
                  <a:pt x="73" y="164"/>
                  <a:pt x="73" y="163"/>
                </a:cubicBezTo>
                <a:lnTo>
                  <a:pt x="81" y="148"/>
                </a:lnTo>
                <a:cubicBezTo>
                  <a:pt x="82" y="146"/>
                  <a:pt x="82" y="145"/>
                  <a:pt x="82" y="145"/>
                </a:cubicBezTo>
                <a:cubicBezTo>
                  <a:pt x="82" y="144"/>
                  <a:pt x="82" y="144"/>
                  <a:pt x="82" y="144"/>
                </a:cubicBezTo>
                <a:lnTo>
                  <a:pt x="81" y="143"/>
                </a:lnTo>
                <a:lnTo>
                  <a:pt x="82" y="143"/>
                </a:lnTo>
                <a:lnTo>
                  <a:pt x="91" y="147"/>
                </a:lnTo>
                <a:lnTo>
                  <a:pt x="88" y="153"/>
                </a:lnTo>
                <a:lnTo>
                  <a:pt x="88" y="152"/>
                </a:lnTo>
                <a:cubicBezTo>
                  <a:pt x="88" y="151"/>
                  <a:pt x="89" y="150"/>
                  <a:pt x="89" y="150"/>
                </a:cubicBezTo>
                <a:cubicBezTo>
                  <a:pt x="89" y="149"/>
                  <a:pt x="89" y="149"/>
                  <a:pt x="89" y="148"/>
                </a:cubicBezTo>
                <a:cubicBezTo>
                  <a:pt x="88" y="148"/>
                  <a:pt x="88" y="148"/>
                  <a:pt x="87" y="147"/>
                </a:cubicBezTo>
                <a:lnTo>
                  <a:pt x="84" y="146"/>
                </a:lnTo>
                <a:close/>
              </a:path>
              <a:path w="336" h="189">
                <a:moveTo>
                  <a:pt x="108" y="180"/>
                </a:moveTo>
                <a:lnTo>
                  <a:pt x="108" y="180"/>
                </a:lnTo>
                <a:lnTo>
                  <a:pt x="103" y="178"/>
                </a:lnTo>
                <a:lnTo>
                  <a:pt x="103" y="177"/>
                </a:lnTo>
                <a:lnTo>
                  <a:pt x="104" y="178"/>
                </a:lnTo>
                <a:cubicBezTo>
                  <a:pt x="104" y="178"/>
                  <a:pt x="105" y="178"/>
                  <a:pt x="105" y="177"/>
                </a:cubicBezTo>
                <a:cubicBezTo>
                  <a:pt x="105" y="177"/>
                  <a:pt x="106" y="176"/>
                  <a:pt x="106" y="174"/>
                </a:cubicBezTo>
                <a:lnTo>
                  <a:pt x="113" y="159"/>
                </a:lnTo>
                <a:cubicBezTo>
                  <a:pt x="113" y="157"/>
                  <a:pt x="113" y="157"/>
                  <a:pt x="113" y="156"/>
                </a:cubicBezTo>
                <a:cubicBezTo>
                  <a:pt x="113" y="156"/>
                  <a:pt x="113" y="156"/>
                  <a:pt x="113" y="155"/>
                </a:cubicBezTo>
                <a:cubicBezTo>
                  <a:pt x="113" y="155"/>
                  <a:pt x="113" y="155"/>
                  <a:pt x="113" y="154"/>
                </a:cubicBezTo>
                <a:lnTo>
                  <a:pt x="112" y="154"/>
                </a:lnTo>
                <a:lnTo>
                  <a:pt x="113" y="154"/>
                </a:lnTo>
                <a:lnTo>
                  <a:pt x="118" y="156"/>
                </a:lnTo>
                <a:lnTo>
                  <a:pt x="117" y="156"/>
                </a:lnTo>
                <a:cubicBezTo>
                  <a:pt x="117" y="156"/>
                  <a:pt x="116" y="156"/>
                  <a:pt x="116" y="157"/>
                </a:cubicBezTo>
                <a:cubicBezTo>
                  <a:pt x="115" y="157"/>
                  <a:pt x="115" y="158"/>
                  <a:pt x="114" y="159"/>
                </a:cubicBezTo>
                <a:lnTo>
                  <a:pt x="108" y="175"/>
                </a:lnTo>
                <a:cubicBezTo>
                  <a:pt x="108" y="176"/>
                  <a:pt x="107" y="177"/>
                  <a:pt x="107" y="178"/>
                </a:cubicBezTo>
                <a:cubicBezTo>
                  <a:pt x="107" y="178"/>
                  <a:pt x="107" y="178"/>
                  <a:pt x="107" y="179"/>
                </a:cubicBezTo>
                <a:cubicBezTo>
                  <a:pt x="107" y="179"/>
                  <a:pt x="108" y="179"/>
                  <a:pt x="108" y="179"/>
                </a:cubicBezTo>
                <a:lnTo>
                  <a:pt x="108" y="180"/>
                </a:lnTo>
                <a:close/>
              </a:path>
              <a:path w="336" h="189">
                <a:moveTo>
                  <a:pt x="129" y="158"/>
                </a:moveTo>
                <a:lnTo>
                  <a:pt x="128" y="164"/>
                </a:lnTo>
                <a:cubicBezTo>
                  <a:pt x="128" y="163"/>
                  <a:pt x="128" y="162"/>
                  <a:pt x="128" y="162"/>
                </a:cubicBezTo>
                <a:cubicBezTo>
                  <a:pt x="128" y="161"/>
                  <a:pt x="128" y="161"/>
                  <a:pt x="128" y="160"/>
                </a:cubicBezTo>
                <a:cubicBezTo>
                  <a:pt x="127" y="160"/>
                  <a:pt x="127" y="159"/>
                  <a:pt x="126" y="159"/>
                </a:cubicBezTo>
                <a:lnTo>
                  <a:pt x="125" y="159"/>
                </a:lnTo>
                <a:lnTo>
                  <a:pt x="120" y="178"/>
                </a:lnTo>
                <a:cubicBezTo>
                  <a:pt x="119" y="180"/>
                  <a:pt x="119" y="181"/>
                  <a:pt x="119" y="181"/>
                </a:cubicBezTo>
                <a:cubicBezTo>
                  <a:pt x="119" y="182"/>
                  <a:pt x="119" y="182"/>
                  <a:pt x="120" y="182"/>
                </a:cubicBezTo>
                <a:lnTo>
                  <a:pt x="120" y="183"/>
                </a:lnTo>
                <a:lnTo>
                  <a:pt x="115" y="182"/>
                </a:lnTo>
                <a:lnTo>
                  <a:pt x="115" y="181"/>
                </a:lnTo>
                <a:cubicBezTo>
                  <a:pt x="116" y="181"/>
                  <a:pt x="116" y="181"/>
                  <a:pt x="117" y="180"/>
                </a:cubicBezTo>
                <a:cubicBezTo>
                  <a:pt x="117" y="180"/>
                  <a:pt x="117" y="179"/>
                  <a:pt x="118" y="178"/>
                </a:cubicBezTo>
                <a:lnTo>
                  <a:pt x="123" y="158"/>
                </a:lnTo>
                <a:lnTo>
                  <a:pt x="121" y="158"/>
                </a:lnTo>
                <a:cubicBezTo>
                  <a:pt x="121" y="158"/>
                  <a:pt x="120" y="158"/>
                  <a:pt x="120" y="158"/>
                </a:cubicBezTo>
                <a:cubicBezTo>
                  <a:pt x="120" y="158"/>
                  <a:pt x="119" y="158"/>
                  <a:pt x="119" y="159"/>
                </a:cubicBezTo>
                <a:cubicBezTo>
                  <a:pt x="119" y="160"/>
                  <a:pt x="118" y="160"/>
                  <a:pt x="118" y="162"/>
                </a:cubicBezTo>
                <a:lnTo>
                  <a:pt x="117" y="161"/>
                </a:lnTo>
                <a:lnTo>
                  <a:pt x="119" y="156"/>
                </a:lnTo>
                <a:lnTo>
                  <a:pt x="129" y="158"/>
                </a:lnTo>
                <a:close/>
              </a:path>
              <a:path w="336" h="189">
                <a:moveTo>
                  <a:pt x="209" y="181"/>
                </a:moveTo>
                <a:lnTo>
                  <a:pt x="210" y="181"/>
                </a:lnTo>
                <a:lnTo>
                  <a:pt x="204" y="183"/>
                </a:lnTo>
                <a:lnTo>
                  <a:pt x="204" y="182"/>
                </a:lnTo>
                <a:lnTo>
                  <a:pt x="205" y="182"/>
                </a:lnTo>
                <a:cubicBezTo>
                  <a:pt x="205" y="182"/>
                  <a:pt x="205" y="181"/>
                  <a:pt x="206" y="181"/>
                </a:cubicBezTo>
                <a:cubicBezTo>
                  <a:pt x="206" y="180"/>
                  <a:pt x="205" y="179"/>
                  <a:pt x="205" y="178"/>
                </a:cubicBezTo>
                <a:lnTo>
                  <a:pt x="202" y="161"/>
                </a:lnTo>
                <a:cubicBezTo>
                  <a:pt x="201" y="160"/>
                  <a:pt x="201" y="159"/>
                  <a:pt x="201" y="159"/>
                </a:cubicBezTo>
                <a:cubicBezTo>
                  <a:pt x="201" y="158"/>
                  <a:pt x="201" y="158"/>
                  <a:pt x="200" y="158"/>
                </a:cubicBezTo>
                <a:cubicBezTo>
                  <a:pt x="200" y="158"/>
                  <a:pt x="200" y="158"/>
                  <a:pt x="199" y="158"/>
                </a:cubicBezTo>
                <a:lnTo>
                  <a:pt x="199" y="157"/>
                </a:lnTo>
                <a:lnTo>
                  <a:pt x="204" y="156"/>
                </a:lnTo>
                <a:lnTo>
                  <a:pt x="204" y="157"/>
                </a:lnTo>
                <a:cubicBezTo>
                  <a:pt x="203" y="157"/>
                  <a:pt x="203" y="157"/>
                  <a:pt x="203" y="158"/>
                </a:cubicBezTo>
                <a:cubicBezTo>
                  <a:pt x="203" y="158"/>
                  <a:pt x="203" y="159"/>
                  <a:pt x="203" y="161"/>
                </a:cubicBezTo>
                <a:lnTo>
                  <a:pt x="207" y="177"/>
                </a:lnTo>
                <a:cubicBezTo>
                  <a:pt x="207" y="179"/>
                  <a:pt x="207" y="179"/>
                  <a:pt x="208" y="180"/>
                </a:cubicBezTo>
                <a:cubicBezTo>
                  <a:pt x="208" y="180"/>
                  <a:pt x="208" y="180"/>
                  <a:pt x="208" y="181"/>
                </a:cubicBezTo>
                <a:cubicBezTo>
                  <a:pt x="208" y="181"/>
                  <a:pt x="209" y="181"/>
                  <a:pt x="209" y="181"/>
                </a:cubicBezTo>
                <a:close/>
              </a:path>
              <a:path w="336" h="189">
                <a:moveTo>
                  <a:pt x="197" y="157"/>
                </a:moveTo>
                <a:lnTo>
                  <a:pt x="199" y="166"/>
                </a:lnTo>
                <a:cubicBezTo>
                  <a:pt x="198" y="163"/>
                  <a:pt x="197" y="162"/>
                  <a:pt x="196" y="161"/>
                </a:cubicBezTo>
                <a:cubicBezTo>
                  <a:pt x="195" y="160"/>
                  <a:pt x="194" y="159"/>
                  <a:pt x="193" y="160"/>
                </a:cubicBezTo>
                <a:cubicBezTo>
                  <a:pt x="193" y="160"/>
                  <a:pt x="192" y="160"/>
                  <a:pt x="192" y="161"/>
                </a:cubicBezTo>
                <a:cubicBezTo>
                  <a:pt x="191" y="162"/>
                  <a:pt x="191" y="164"/>
                  <a:pt x="191" y="166"/>
                </a:cubicBezTo>
                <a:cubicBezTo>
                  <a:pt x="191" y="168"/>
                  <a:pt x="191" y="170"/>
                  <a:pt x="192" y="173"/>
                </a:cubicBezTo>
                <a:cubicBezTo>
                  <a:pt x="192" y="175"/>
                  <a:pt x="193" y="177"/>
                  <a:pt x="194" y="179"/>
                </a:cubicBezTo>
                <a:cubicBezTo>
                  <a:pt x="194" y="181"/>
                  <a:pt x="195" y="182"/>
                  <a:pt x="196" y="183"/>
                </a:cubicBezTo>
                <a:cubicBezTo>
                  <a:pt x="197" y="183"/>
                  <a:pt x="198" y="184"/>
                  <a:pt x="199" y="183"/>
                </a:cubicBezTo>
                <a:cubicBezTo>
                  <a:pt x="200" y="183"/>
                  <a:pt x="200" y="183"/>
                  <a:pt x="201" y="182"/>
                </a:cubicBezTo>
                <a:cubicBezTo>
                  <a:pt x="201" y="181"/>
                  <a:pt x="202" y="179"/>
                  <a:pt x="202" y="177"/>
                </a:cubicBezTo>
                <a:cubicBezTo>
                  <a:pt x="202" y="180"/>
                  <a:pt x="202" y="182"/>
                  <a:pt x="201" y="183"/>
                </a:cubicBezTo>
                <a:cubicBezTo>
                  <a:pt x="201" y="184"/>
                  <a:pt x="200" y="185"/>
                  <a:pt x="199" y="185"/>
                </a:cubicBezTo>
                <a:cubicBezTo>
                  <a:pt x="197" y="186"/>
                  <a:pt x="195" y="184"/>
                  <a:pt x="193" y="182"/>
                </a:cubicBezTo>
                <a:cubicBezTo>
                  <a:pt x="191" y="179"/>
                  <a:pt x="190" y="177"/>
                  <a:pt x="190" y="174"/>
                </a:cubicBezTo>
                <a:cubicBezTo>
                  <a:pt x="189" y="171"/>
                  <a:pt x="189" y="169"/>
                  <a:pt x="189" y="166"/>
                </a:cubicBezTo>
                <a:cubicBezTo>
                  <a:pt x="189" y="164"/>
                  <a:pt x="190" y="162"/>
                  <a:pt x="190" y="161"/>
                </a:cubicBezTo>
                <a:cubicBezTo>
                  <a:pt x="191" y="159"/>
                  <a:pt x="192" y="159"/>
                  <a:pt x="193" y="158"/>
                </a:cubicBezTo>
                <a:cubicBezTo>
                  <a:pt x="194" y="158"/>
                  <a:pt x="195" y="158"/>
                  <a:pt x="196" y="159"/>
                </a:cubicBezTo>
                <a:cubicBezTo>
                  <a:pt x="196" y="159"/>
                  <a:pt x="196" y="159"/>
                  <a:pt x="197" y="159"/>
                </a:cubicBezTo>
                <a:cubicBezTo>
                  <a:pt x="197" y="159"/>
                  <a:pt x="197" y="159"/>
                  <a:pt x="197" y="159"/>
                </a:cubicBezTo>
                <a:cubicBezTo>
                  <a:pt x="197" y="158"/>
                  <a:pt x="197" y="158"/>
                  <a:pt x="197" y="157"/>
                </a:cubicBezTo>
                <a:close/>
              </a:path>
              <a:path w="336" h="189">
                <a:moveTo>
                  <a:pt x="183" y="160"/>
                </a:moveTo>
                <a:lnTo>
                  <a:pt x="185" y="169"/>
                </a:lnTo>
                <a:cubicBezTo>
                  <a:pt x="184" y="167"/>
                  <a:pt x="184" y="166"/>
                  <a:pt x="183" y="165"/>
                </a:cubicBezTo>
                <a:cubicBezTo>
                  <a:pt x="183" y="164"/>
                  <a:pt x="182" y="163"/>
                  <a:pt x="182" y="163"/>
                </a:cubicBezTo>
                <a:cubicBezTo>
                  <a:pt x="181" y="162"/>
                  <a:pt x="180" y="162"/>
                  <a:pt x="180" y="162"/>
                </a:cubicBezTo>
                <a:cubicBezTo>
                  <a:pt x="179" y="163"/>
                  <a:pt x="179" y="163"/>
                  <a:pt x="178" y="164"/>
                </a:cubicBezTo>
                <a:cubicBezTo>
                  <a:pt x="178" y="165"/>
                  <a:pt x="178" y="166"/>
                  <a:pt x="178" y="167"/>
                </a:cubicBezTo>
                <a:cubicBezTo>
                  <a:pt x="179" y="168"/>
                  <a:pt x="179" y="168"/>
                  <a:pt x="179" y="169"/>
                </a:cubicBezTo>
                <a:cubicBezTo>
                  <a:pt x="180" y="170"/>
                  <a:pt x="181" y="171"/>
                  <a:pt x="183" y="172"/>
                </a:cubicBezTo>
                <a:cubicBezTo>
                  <a:pt x="184" y="173"/>
                  <a:pt x="185" y="174"/>
                  <a:pt x="186" y="175"/>
                </a:cubicBezTo>
                <a:cubicBezTo>
                  <a:pt x="186" y="175"/>
                  <a:pt x="187" y="176"/>
                  <a:pt x="187" y="177"/>
                </a:cubicBezTo>
                <a:cubicBezTo>
                  <a:pt x="188" y="178"/>
                  <a:pt x="188" y="179"/>
                  <a:pt x="188" y="180"/>
                </a:cubicBezTo>
                <a:cubicBezTo>
                  <a:pt x="189" y="182"/>
                  <a:pt x="189" y="183"/>
                  <a:pt x="188" y="185"/>
                </a:cubicBezTo>
                <a:cubicBezTo>
                  <a:pt x="188" y="186"/>
                  <a:pt x="187" y="187"/>
                  <a:pt x="186" y="188"/>
                </a:cubicBezTo>
                <a:cubicBezTo>
                  <a:pt x="185" y="188"/>
                  <a:pt x="185" y="188"/>
                  <a:pt x="185" y="188"/>
                </a:cubicBezTo>
                <a:cubicBezTo>
                  <a:pt x="185" y="188"/>
                  <a:pt x="184" y="188"/>
                  <a:pt x="184" y="187"/>
                </a:cubicBezTo>
                <a:cubicBezTo>
                  <a:pt x="183" y="187"/>
                  <a:pt x="182" y="187"/>
                  <a:pt x="182" y="187"/>
                </a:cubicBezTo>
                <a:cubicBezTo>
                  <a:pt x="182" y="187"/>
                  <a:pt x="182" y="187"/>
                  <a:pt x="182" y="187"/>
                </a:cubicBezTo>
                <a:cubicBezTo>
                  <a:pt x="182" y="188"/>
                  <a:pt x="182" y="188"/>
                  <a:pt x="182" y="189"/>
                </a:cubicBezTo>
                <a:lnTo>
                  <a:pt x="180" y="180"/>
                </a:lnTo>
                <a:cubicBezTo>
                  <a:pt x="181" y="182"/>
                  <a:pt x="181" y="183"/>
                  <a:pt x="182" y="184"/>
                </a:cubicBezTo>
                <a:cubicBezTo>
                  <a:pt x="182" y="185"/>
                  <a:pt x="183" y="185"/>
                  <a:pt x="183" y="186"/>
                </a:cubicBezTo>
                <a:cubicBezTo>
                  <a:pt x="184" y="186"/>
                  <a:pt x="185" y="186"/>
                  <a:pt x="185" y="186"/>
                </a:cubicBezTo>
                <a:cubicBezTo>
                  <a:pt x="186" y="186"/>
                  <a:pt x="187" y="185"/>
                  <a:pt x="187" y="185"/>
                </a:cubicBezTo>
                <a:cubicBezTo>
                  <a:pt x="187" y="184"/>
                  <a:pt x="187" y="183"/>
                  <a:pt x="187" y="181"/>
                </a:cubicBezTo>
                <a:cubicBezTo>
                  <a:pt x="187" y="181"/>
                  <a:pt x="187" y="180"/>
                  <a:pt x="186" y="180"/>
                </a:cubicBezTo>
                <a:cubicBezTo>
                  <a:pt x="186" y="179"/>
                  <a:pt x="186" y="178"/>
                  <a:pt x="185" y="178"/>
                </a:cubicBezTo>
                <a:cubicBezTo>
                  <a:pt x="185" y="178"/>
                  <a:pt x="184" y="177"/>
                  <a:pt x="183" y="176"/>
                </a:cubicBezTo>
                <a:cubicBezTo>
                  <a:pt x="181" y="175"/>
                  <a:pt x="180" y="174"/>
                  <a:pt x="180" y="174"/>
                </a:cubicBezTo>
                <a:cubicBezTo>
                  <a:pt x="179" y="173"/>
                  <a:pt x="179" y="172"/>
                  <a:pt x="178" y="171"/>
                </a:cubicBezTo>
                <a:cubicBezTo>
                  <a:pt x="178" y="171"/>
                  <a:pt x="177" y="170"/>
                  <a:pt x="177" y="169"/>
                </a:cubicBezTo>
                <a:cubicBezTo>
                  <a:pt x="177" y="167"/>
                  <a:pt x="177" y="165"/>
                  <a:pt x="177" y="164"/>
                </a:cubicBezTo>
                <a:cubicBezTo>
                  <a:pt x="178" y="162"/>
                  <a:pt x="178" y="161"/>
                  <a:pt x="179" y="161"/>
                </a:cubicBezTo>
                <a:cubicBezTo>
                  <a:pt x="180" y="161"/>
                  <a:pt x="181" y="161"/>
                  <a:pt x="182" y="161"/>
                </a:cubicBezTo>
                <a:cubicBezTo>
                  <a:pt x="182" y="162"/>
                  <a:pt x="182" y="162"/>
                  <a:pt x="182" y="162"/>
                </a:cubicBezTo>
                <a:cubicBezTo>
                  <a:pt x="183" y="162"/>
                  <a:pt x="183" y="162"/>
                  <a:pt x="183" y="161"/>
                </a:cubicBezTo>
                <a:cubicBezTo>
                  <a:pt x="183" y="161"/>
                  <a:pt x="183" y="161"/>
                  <a:pt x="183" y="160"/>
                </a:cubicBezTo>
                <a:close/>
              </a:path>
              <a:path w="336" h="189">
                <a:moveTo>
                  <a:pt x="209" y="157"/>
                </a:moveTo>
                <a:lnTo>
                  <a:pt x="212" y="167"/>
                </a:lnTo>
                <a:lnTo>
                  <a:pt x="214" y="166"/>
                </a:lnTo>
                <a:cubicBezTo>
                  <a:pt x="215" y="166"/>
                  <a:pt x="215" y="166"/>
                  <a:pt x="216" y="165"/>
                </a:cubicBezTo>
                <a:cubicBezTo>
                  <a:pt x="216" y="165"/>
                  <a:pt x="216" y="164"/>
                  <a:pt x="215" y="162"/>
                </a:cubicBezTo>
                <a:lnTo>
                  <a:pt x="216" y="162"/>
                </a:lnTo>
                <a:lnTo>
                  <a:pt x="218" y="171"/>
                </a:lnTo>
                <a:lnTo>
                  <a:pt x="217" y="171"/>
                </a:lnTo>
                <a:cubicBezTo>
                  <a:pt x="217" y="170"/>
                  <a:pt x="217" y="169"/>
                  <a:pt x="217" y="169"/>
                </a:cubicBezTo>
                <a:cubicBezTo>
                  <a:pt x="216" y="168"/>
                  <a:pt x="216" y="168"/>
                  <a:pt x="216" y="168"/>
                </a:cubicBezTo>
                <a:cubicBezTo>
                  <a:pt x="216" y="168"/>
                  <a:pt x="215" y="167"/>
                  <a:pt x="215" y="168"/>
                </a:cubicBezTo>
                <a:lnTo>
                  <a:pt x="212" y="168"/>
                </a:lnTo>
                <a:lnTo>
                  <a:pt x="214" y="177"/>
                </a:lnTo>
                <a:cubicBezTo>
                  <a:pt x="214" y="178"/>
                  <a:pt x="214" y="179"/>
                  <a:pt x="214" y="179"/>
                </a:cubicBezTo>
                <a:cubicBezTo>
                  <a:pt x="215" y="179"/>
                  <a:pt x="215" y="179"/>
                  <a:pt x="215" y="179"/>
                </a:cubicBezTo>
                <a:cubicBezTo>
                  <a:pt x="215" y="179"/>
                  <a:pt x="215" y="179"/>
                  <a:pt x="216" y="179"/>
                </a:cubicBezTo>
                <a:lnTo>
                  <a:pt x="218" y="179"/>
                </a:lnTo>
                <a:cubicBezTo>
                  <a:pt x="218" y="179"/>
                  <a:pt x="219" y="178"/>
                  <a:pt x="219" y="178"/>
                </a:cubicBezTo>
                <a:cubicBezTo>
                  <a:pt x="219" y="178"/>
                  <a:pt x="219" y="177"/>
                  <a:pt x="220" y="177"/>
                </a:cubicBezTo>
                <a:cubicBezTo>
                  <a:pt x="220" y="176"/>
                  <a:pt x="220" y="175"/>
                  <a:pt x="220" y="173"/>
                </a:cubicBezTo>
                <a:lnTo>
                  <a:pt x="221" y="180"/>
                </a:lnTo>
                <a:lnTo>
                  <a:pt x="212" y="182"/>
                </a:lnTo>
                <a:lnTo>
                  <a:pt x="211" y="181"/>
                </a:lnTo>
                <a:lnTo>
                  <a:pt x="212" y="181"/>
                </a:lnTo>
                <a:cubicBezTo>
                  <a:pt x="212" y="181"/>
                  <a:pt x="212" y="181"/>
                  <a:pt x="213" y="180"/>
                </a:cubicBezTo>
                <a:cubicBezTo>
                  <a:pt x="213" y="180"/>
                  <a:pt x="213" y="180"/>
                  <a:pt x="213" y="179"/>
                </a:cubicBezTo>
                <a:cubicBezTo>
                  <a:pt x="213" y="179"/>
                  <a:pt x="213" y="178"/>
                  <a:pt x="212" y="177"/>
                </a:cubicBezTo>
                <a:lnTo>
                  <a:pt x="208" y="160"/>
                </a:lnTo>
                <a:cubicBezTo>
                  <a:pt x="208" y="159"/>
                  <a:pt x="208" y="158"/>
                  <a:pt x="208" y="157"/>
                </a:cubicBezTo>
                <a:cubicBezTo>
                  <a:pt x="207" y="157"/>
                  <a:pt x="207" y="157"/>
                  <a:pt x="206" y="157"/>
                </a:cubicBezTo>
                <a:lnTo>
                  <a:pt x="206" y="156"/>
                </a:lnTo>
                <a:lnTo>
                  <a:pt x="215" y="154"/>
                </a:lnTo>
                <a:lnTo>
                  <a:pt x="216" y="159"/>
                </a:lnTo>
                <a:lnTo>
                  <a:pt x="216" y="160"/>
                </a:lnTo>
                <a:cubicBezTo>
                  <a:pt x="215" y="158"/>
                  <a:pt x="215" y="157"/>
                  <a:pt x="215" y="157"/>
                </a:cubicBezTo>
                <a:cubicBezTo>
                  <a:pt x="215" y="156"/>
                  <a:pt x="214" y="156"/>
                  <a:pt x="214" y="156"/>
                </a:cubicBezTo>
                <a:cubicBezTo>
                  <a:pt x="214" y="156"/>
                  <a:pt x="213" y="156"/>
                  <a:pt x="213" y="156"/>
                </a:cubicBezTo>
                <a:lnTo>
                  <a:pt x="209" y="157"/>
                </a:lnTo>
                <a:close/>
              </a:path>
              <a:path w="336" h="189">
                <a:moveTo>
                  <a:pt x="217" y="153"/>
                </a:moveTo>
                <a:lnTo>
                  <a:pt x="220" y="153"/>
                </a:lnTo>
                <a:lnTo>
                  <a:pt x="231" y="170"/>
                </a:lnTo>
                <a:lnTo>
                  <a:pt x="228" y="155"/>
                </a:lnTo>
                <a:cubicBezTo>
                  <a:pt x="228" y="154"/>
                  <a:pt x="227" y="153"/>
                  <a:pt x="227" y="152"/>
                </a:cubicBezTo>
                <a:cubicBezTo>
                  <a:pt x="227" y="152"/>
                  <a:pt x="226" y="152"/>
                  <a:pt x="226" y="152"/>
                </a:cubicBezTo>
                <a:lnTo>
                  <a:pt x="225" y="152"/>
                </a:lnTo>
                <a:lnTo>
                  <a:pt x="225" y="151"/>
                </a:lnTo>
                <a:lnTo>
                  <a:pt x="229" y="150"/>
                </a:lnTo>
                <a:lnTo>
                  <a:pt x="230" y="151"/>
                </a:lnTo>
                <a:lnTo>
                  <a:pt x="229" y="151"/>
                </a:lnTo>
                <a:cubicBezTo>
                  <a:pt x="229" y="151"/>
                  <a:pt x="228" y="151"/>
                  <a:pt x="228" y="152"/>
                </a:cubicBezTo>
                <a:cubicBezTo>
                  <a:pt x="228" y="153"/>
                  <a:pt x="228" y="154"/>
                  <a:pt x="229" y="155"/>
                </a:cubicBezTo>
                <a:lnTo>
                  <a:pt x="234" y="177"/>
                </a:lnTo>
                <a:lnTo>
                  <a:pt x="233" y="177"/>
                </a:lnTo>
                <a:lnTo>
                  <a:pt x="221" y="158"/>
                </a:lnTo>
                <a:lnTo>
                  <a:pt x="224" y="174"/>
                </a:lnTo>
                <a:cubicBezTo>
                  <a:pt x="225" y="175"/>
                  <a:pt x="225" y="176"/>
                  <a:pt x="225" y="177"/>
                </a:cubicBezTo>
                <a:cubicBezTo>
                  <a:pt x="226" y="177"/>
                  <a:pt x="226" y="177"/>
                  <a:pt x="226" y="177"/>
                </a:cubicBezTo>
                <a:lnTo>
                  <a:pt x="227" y="177"/>
                </a:lnTo>
                <a:lnTo>
                  <a:pt x="227" y="178"/>
                </a:lnTo>
                <a:lnTo>
                  <a:pt x="223" y="179"/>
                </a:lnTo>
                <a:lnTo>
                  <a:pt x="223" y="178"/>
                </a:lnTo>
                <a:cubicBezTo>
                  <a:pt x="224" y="178"/>
                  <a:pt x="224" y="178"/>
                  <a:pt x="224" y="177"/>
                </a:cubicBezTo>
                <a:cubicBezTo>
                  <a:pt x="224" y="176"/>
                  <a:pt x="224" y="175"/>
                  <a:pt x="224" y="174"/>
                </a:cubicBezTo>
                <a:lnTo>
                  <a:pt x="220" y="156"/>
                </a:lnTo>
                <a:cubicBezTo>
                  <a:pt x="219" y="155"/>
                  <a:pt x="219" y="155"/>
                  <a:pt x="218" y="155"/>
                </a:cubicBezTo>
                <a:cubicBezTo>
                  <a:pt x="218" y="154"/>
                  <a:pt x="218" y="154"/>
                  <a:pt x="217" y="154"/>
                </a:cubicBezTo>
                <a:cubicBezTo>
                  <a:pt x="217" y="154"/>
                  <a:pt x="217" y="154"/>
                  <a:pt x="217" y="154"/>
                </a:cubicBezTo>
                <a:lnTo>
                  <a:pt x="217" y="153"/>
                </a:lnTo>
                <a:close/>
              </a:path>
              <a:path w="336" h="189">
                <a:moveTo>
                  <a:pt x="238" y="146"/>
                </a:moveTo>
                <a:lnTo>
                  <a:pt x="242" y="155"/>
                </a:lnTo>
                <a:cubicBezTo>
                  <a:pt x="240" y="152"/>
                  <a:pt x="239" y="151"/>
                  <a:pt x="238" y="150"/>
                </a:cubicBezTo>
                <a:cubicBezTo>
                  <a:pt x="237" y="149"/>
                  <a:pt x="236" y="149"/>
                  <a:pt x="235" y="149"/>
                </a:cubicBezTo>
                <a:cubicBezTo>
                  <a:pt x="234" y="149"/>
                  <a:pt x="233" y="150"/>
                  <a:pt x="233" y="151"/>
                </a:cubicBezTo>
                <a:cubicBezTo>
                  <a:pt x="233" y="152"/>
                  <a:pt x="233" y="154"/>
                  <a:pt x="233" y="156"/>
                </a:cubicBezTo>
                <a:cubicBezTo>
                  <a:pt x="233" y="158"/>
                  <a:pt x="234" y="160"/>
                  <a:pt x="235" y="163"/>
                </a:cubicBezTo>
                <a:cubicBezTo>
                  <a:pt x="236" y="165"/>
                  <a:pt x="237" y="167"/>
                  <a:pt x="237" y="168"/>
                </a:cubicBezTo>
                <a:cubicBezTo>
                  <a:pt x="238" y="170"/>
                  <a:pt x="239" y="171"/>
                  <a:pt x="240" y="172"/>
                </a:cubicBezTo>
                <a:cubicBezTo>
                  <a:pt x="241" y="172"/>
                  <a:pt x="242" y="172"/>
                  <a:pt x="243" y="172"/>
                </a:cubicBezTo>
                <a:cubicBezTo>
                  <a:pt x="244" y="172"/>
                  <a:pt x="245" y="171"/>
                  <a:pt x="245" y="170"/>
                </a:cubicBezTo>
                <a:cubicBezTo>
                  <a:pt x="245" y="169"/>
                  <a:pt x="246" y="168"/>
                  <a:pt x="246" y="165"/>
                </a:cubicBezTo>
                <a:lnTo>
                  <a:pt x="246" y="166"/>
                </a:lnTo>
                <a:cubicBezTo>
                  <a:pt x="246" y="168"/>
                  <a:pt x="246" y="170"/>
                  <a:pt x="246" y="171"/>
                </a:cubicBezTo>
                <a:cubicBezTo>
                  <a:pt x="245" y="173"/>
                  <a:pt x="244" y="174"/>
                  <a:pt x="243" y="174"/>
                </a:cubicBezTo>
                <a:cubicBezTo>
                  <a:pt x="241" y="175"/>
                  <a:pt x="239" y="174"/>
                  <a:pt x="237" y="171"/>
                </a:cubicBezTo>
                <a:cubicBezTo>
                  <a:pt x="235" y="169"/>
                  <a:pt x="234" y="167"/>
                  <a:pt x="233" y="164"/>
                </a:cubicBezTo>
                <a:cubicBezTo>
                  <a:pt x="232" y="161"/>
                  <a:pt x="231" y="159"/>
                  <a:pt x="231" y="156"/>
                </a:cubicBezTo>
                <a:cubicBezTo>
                  <a:pt x="231" y="154"/>
                  <a:pt x="231" y="152"/>
                  <a:pt x="232" y="151"/>
                </a:cubicBezTo>
                <a:cubicBezTo>
                  <a:pt x="232" y="149"/>
                  <a:pt x="233" y="148"/>
                  <a:pt x="234" y="148"/>
                </a:cubicBezTo>
                <a:cubicBezTo>
                  <a:pt x="235" y="148"/>
                  <a:pt x="236" y="148"/>
                  <a:pt x="237" y="148"/>
                </a:cubicBezTo>
                <a:cubicBezTo>
                  <a:pt x="238" y="148"/>
                  <a:pt x="238" y="149"/>
                  <a:pt x="238" y="149"/>
                </a:cubicBezTo>
                <a:cubicBezTo>
                  <a:pt x="238" y="148"/>
                  <a:pt x="238" y="148"/>
                  <a:pt x="238" y="148"/>
                </a:cubicBezTo>
                <a:cubicBezTo>
                  <a:pt x="238" y="148"/>
                  <a:pt x="238" y="147"/>
                  <a:pt x="238" y="147"/>
                </a:cubicBezTo>
                <a:lnTo>
                  <a:pt x="238" y="146"/>
                </a:lnTo>
                <a:close/>
              </a:path>
              <a:path w="336" h="189">
                <a:moveTo>
                  <a:pt x="245" y="146"/>
                </a:moveTo>
                <a:lnTo>
                  <a:pt x="248" y="156"/>
                </a:lnTo>
                <a:lnTo>
                  <a:pt x="251" y="155"/>
                </a:lnTo>
                <a:cubicBezTo>
                  <a:pt x="252" y="155"/>
                  <a:pt x="252" y="155"/>
                  <a:pt x="252" y="154"/>
                </a:cubicBezTo>
                <a:cubicBezTo>
                  <a:pt x="252" y="153"/>
                  <a:pt x="252" y="152"/>
                  <a:pt x="252" y="151"/>
                </a:cubicBezTo>
                <a:lnTo>
                  <a:pt x="255" y="159"/>
                </a:lnTo>
                <a:cubicBezTo>
                  <a:pt x="254" y="158"/>
                  <a:pt x="254" y="158"/>
                  <a:pt x="254" y="157"/>
                </a:cubicBezTo>
                <a:cubicBezTo>
                  <a:pt x="253" y="157"/>
                  <a:pt x="253" y="157"/>
                  <a:pt x="253" y="156"/>
                </a:cubicBezTo>
                <a:cubicBezTo>
                  <a:pt x="252" y="156"/>
                  <a:pt x="252" y="156"/>
                  <a:pt x="251" y="156"/>
                </a:cubicBezTo>
                <a:lnTo>
                  <a:pt x="249" y="157"/>
                </a:lnTo>
                <a:lnTo>
                  <a:pt x="252" y="166"/>
                </a:lnTo>
                <a:cubicBezTo>
                  <a:pt x="252" y="167"/>
                  <a:pt x="252" y="167"/>
                  <a:pt x="252" y="168"/>
                </a:cubicBezTo>
                <a:cubicBezTo>
                  <a:pt x="253" y="168"/>
                  <a:pt x="253" y="168"/>
                  <a:pt x="253" y="168"/>
                </a:cubicBezTo>
                <a:cubicBezTo>
                  <a:pt x="253" y="168"/>
                  <a:pt x="253" y="168"/>
                  <a:pt x="254" y="168"/>
                </a:cubicBezTo>
                <a:lnTo>
                  <a:pt x="256" y="167"/>
                </a:lnTo>
                <a:cubicBezTo>
                  <a:pt x="256" y="167"/>
                  <a:pt x="257" y="167"/>
                  <a:pt x="257" y="166"/>
                </a:cubicBezTo>
                <a:cubicBezTo>
                  <a:pt x="257" y="166"/>
                  <a:pt x="258" y="166"/>
                  <a:pt x="258" y="165"/>
                </a:cubicBezTo>
                <a:cubicBezTo>
                  <a:pt x="258" y="164"/>
                  <a:pt x="258" y="163"/>
                  <a:pt x="258" y="161"/>
                </a:cubicBezTo>
                <a:lnTo>
                  <a:pt x="259" y="168"/>
                </a:lnTo>
                <a:lnTo>
                  <a:pt x="250" y="171"/>
                </a:lnTo>
                <a:lnTo>
                  <a:pt x="249" y="170"/>
                </a:lnTo>
                <a:lnTo>
                  <a:pt x="250" y="170"/>
                </a:lnTo>
                <a:cubicBezTo>
                  <a:pt x="250" y="170"/>
                  <a:pt x="250" y="170"/>
                  <a:pt x="251" y="169"/>
                </a:cubicBezTo>
                <a:cubicBezTo>
                  <a:pt x="251" y="169"/>
                  <a:pt x="251" y="169"/>
                  <a:pt x="251" y="168"/>
                </a:cubicBezTo>
                <a:cubicBezTo>
                  <a:pt x="251" y="168"/>
                  <a:pt x="250" y="167"/>
                  <a:pt x="250" y="166"/>
                </a:cubicBezTo>
                <a:lnTo>
                  <a:pt x="244" y="150"/>
                </a:lnTo>
                <a:cubicBezTo>
                  <a:pt x="244" y="148"/>
                  <a:pt x="243" y="147"/>
                  <a:pt x="243" y="147"/>
                </a:cubicBezTo>
                <a:cubicBezTo>
                  <a:pt x="242" y="147"/>
                  <a:pt x="242" y="147"/>
                  <a:pt x="241" y="147"/>
                </a:cubicBezTo>
                <a:lnTo>
                  <a:pt x="241" y="146"/>
                </a:lnTo>
                <a:lnTo>
                  <a:pt x="250" y="143"/>
                </a:lnTo>
                <a:lnTo>
                  <a:pt x="252" y="148"/>
                </a:lnTo>
                <a:cubicBezTo>
                  <a:pt x="251" y="147"/>
                  <a:pt x="251" y="146"/>
                  <a:pt x="251" y="146"/>
                </a:cubicBezTo>
                <a:cubicBezTo>
                  <a:pt x="250" y="145"/>
                  <a:pt x="250" y="145"/>
                  <a:pt x="249" y="145"/>
                </a:cubicBezTo>
                <a:cubicBezTo>
                  <a:pt x="249" y="145"/>
                  <a:pt x="249" y="145"/>
                  <a:pt x="248" y="145"/>
                </a:cubicBezTo>
                <a:lnTo>
                  <a:pt x="245" y="146"/>
                </a:lnTo>
                <a:close/>
              </a:path>
            </a:pathLst>
          </a:custGeom>
          <a:solidFill>
            <a:srgbClr val="24211D"/>
          </a:solidFill>
          <a:ln>
            <a:noFill/>
          </a:ln>
        </p:spPr>
      </p:sp>
      <p:sp>
        <p:nvSpPr>
          <p:cNvPr id="15" name="Freeform 16"/>
          <p:cNvSpPr>
            <a:spLocks noGrp="1"/>
          </p:cNvSpPr>
          <p:nvPr/>
        </p:nvSpPr>
        <p:spPr>
          <a:xfrm>
            <a:off x="9943582" y="268135"/>
            <a:ext cx="220968" cy="125723"/>
          </a:xfrm>
          <a:custGeom>
            <a:avLst/>
            <a:gdLst/>
            <a:ahLst/>
            <a:cxnLst/>
            <a:rect l="l" t="t" r="r" b="b"/>
            <a:pathLst>
              <a:path w="143" h="81">
                <a:moveTo>
                  <a:pt x="102" y="38"/>
                </a:moveTo>
                <a:lnTo>
                  <a:pt x="129" y="38"/>
                </a:lnTo>
                <a:cubicBezTo>
                  <a:pt x="135" y="33"/>
                  <a:pt x="68" y="12"/>
                  <a:pt x="53" y="18"/>
                </a:cubicBezTo>
                <a:cubicBezTo>
                  <a:pt x="44" y="22"/>
                  <a:pt x="65" y="31"/>
                  <a:pt x="77" y="41"/>
                </a:cubicBezTo>
                <a:cubicBezTo>
                  <a:pt x="84" y="46"/>
                  <a:pt x="94" y="54"/>
                  <a:pt x="96" y="58"/>
                </a:cubicBezTo>
                <a:cubicBezTo>
                  <a:pt x="101" y="65"/>
                  <a:pt x="97" y="72"/>
                  <a:pt x="88" y="81"/>
                </a:cubicBezTo>
                <a:lnTo>
                  <a:pt x="0" y="81"/>
                </a:lnTo>
                <a:cubicBezTo>
                  <a:pt x="3" y="78"/>
                  <a:pt x="7" y="76"/>
                  <a:pt x="10" y="76"/>
                </a:cubicBezTo>
                <a:lnTo>
                  <a:pt x="57" y="76"/>
                </a:lnTo>
                <a:cubicBezTo>
                  <a:pt x="65" y="75"/>
                  <a:pt x="82" y="73"/>
                  <a:pt x="82" y="53"/>
                </a:cubicBezTo>
                <a:cubicBezTo>
                  <a:pt x="79" y="40"/>
                  <a:pt x="48" y="37"/>
                  <a:pt x="39" y="27"/>
                </a:cubicBezTo>
                <a:cubicBezTo>
                  <a:pt x="35" y="23"/>
                  <a:pt x="41" y="17"/>
                  <a:pt x="53" y="17"/>
                </a:cubicBezTo>
                <a:cubicBezTo>
                  <a:pt x="75" y="0"/>
                  <a:pt x="143" y="8"/>
                  <a:pt x="141" y="24"/>
                </a:cubicBezTo>
                <a:cubicBezTo>
                  <a:pt x="140" y="33"/>
                  <a:pt x="134" y="39"/>
                  <a:pt x="127" y="45"/>
                </a:cubicBezTo>
                <a:lnTo>
                  <a:pt x="118" y="45"/>
                </a:lnTo>
                <a:lnTo>
                  <a:pt x="108" y="81"/>
                </a:lnTo>
                <a:lnTo>
                  <a:pt x="96" y="81"/>
                </a:lnTo>
                <a:lnTo>
                  <a:pt x="106" y="45"/>
                </a:lnTo>
                <a:lnTo>
                  <a:pt x="95" y="45"/>
                </a:lnTo>
                <a:lnTo>
                  <a:pt x="102" y="38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6" name="Freeform 17"/>
          <p:cNvSpPr>
            <a:spLocks noGrp="1"/>
          </p:cNvSpPr>
          <p:nvPr/>
        </p:nvSpPr>
        <p:spPr>
          <a:xfrm>
            <a:off x="9962631" y="339251"/>
            <a:ext cx="50797" cy="41908"/>
          </a:xfrm>
          <a:custGeom>
            <a:avLst/>
            <a:gdLst/>
            <a:ahLst/>
            <a:cxnLst/>
            <a:rect l="l" t="t" r="r" b="b"/>
            <a:pathLst>
              <a:path w="33" h="27">
                <a:moveTo>
                  <a:pt x="7" y="0"/>
                </a:moveTo>
                <a:lnTo>
                  <a:pt x="18" y="0"/>
                </a:lnTo>
                <a:lnTo>
                  <a:pt x="13" y="17"/>
                </a:lnTo>
                <a:lnTo>
                  <a:pt x="18" y="17"/>
                </a:lnTo>
                <a:lnTo>
                  <a:pt x="22" y="0"/>
                </a:lnTo>
                <a:lnTo>
                  <a:pt x="33" y="0"/>
                </a:lnTo>
                <a:lnTo>
                  <a:pt x="25" y="27"/>
                </a:lnTo>
                <a:lnTo>
                  <a:pt x="15" y="27"/>
                </a:lnTo>
                <a:lnTo>
                  <a:pt x="17" y="20"/>
                </a:lnTo>
                <a:lnTo>
                  <a:pt x="13" y="20"/>
                </a:lnTo>
                <a:lnTo>
                  <a:pt x="11" y="27"/>
                </a:lnTo>
                <a:lnTo>
                  <a:pt x="0" y="27"/>
                </a:lnTo>
                <a:lnTo>
                  <a:pt x="7" y="0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7" name="Freeform 18"/>
          <p:cNvSpPr>
            <a:spLocks noGrp="1"/>
          </p:cNvSpPr>
          <p:nvPr/>
        </p:nvSpPr>
        <p:spPr>
          <a:xfrm>
            <a:off x="10007079" y="339251"/>
            <a:ext cx="50797" cy="41908"/>
          </a:xfrm>
          <a:custGeom>
            <a:avLst/>
            <a:gdLst/>
            <a:ahLst/>
            <a:cxnLst/>
            <a:rect l="l" t="t" r="r" b="b"/>
            <a:pathLst>
              <a:path w="33" h="27">
                <a:moveTo>
                  <a:pt x="8" y="0"/>
                </a:moveTo>
                <a:lnTo>
                  <a:pt x="0" y="27"/>
                </a:lnTo>
                <a:lnTo>
                  <a:pt x="25" y="27"/>
                </a:lnTo>
                <a:lnTo>
                  <a:pt x="33" y="0"/>
                </a:lnTo>
                <a:lnTo>
                  <a:pt x="22" y="0"/>
                </a:lnTo>
                <a:lnTo>
                  <a:pt x="15" y="24"/>
                </a:lnTo>
                <a:lnTo>
                  <a:pt x="11" y="24"/>
                </a:lnTo>
                <a:lnTo>
                  <a:pt x="18" y="0"/>
                </a:lnTo>
                <a:lnTo>
                  <a:pt x="8" y="0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8" name="Freeform 5"/>
          <p:cNvSpPr>
            <a:spLocks noGrp="1"/>
          </p:cNvSpPr>
          <p:nvPr/>
        </p:nvSpPr>
        <p:spPr>
          <a:xfrm>
            <a:off x="10436316" y="152571"/>
            <a:ext cx="1607736" cy="325103"/>
          </a:xfrm>
          <a:custGeom>
            <a:avLst/>
            <a:gdLst/>
            <a:ahLst/>
            <a:cxnLst/>
            <a:rect l="l" t="t" r="r" b="b"/>
            <a:pathLst>
              <a:path w="489" h="98">
                <a:moveTo>
                  <a:pt x="98" y="37"/>
                </a:moveTo>
                <a:cubicBezTo>
                  <a:pt x="98" y="37"/>
                  <a:pt x="101" y="31"/>
                  <a:pt x="102" y="39"/>
                </a:cubicBezTo>
                <a:lnTo>
                  <a:pt x="104" y="45"/>
                </a:lnTo>
                <a:cubicBezTo>
                  <a:pt x="104" y="45"/>
                  <a:pt x="106" y="49"/>
                  <a:pt x="109" y="43"/>
                </a:cubicBezTo>
                <a:lnTo>
                  <a:pt x="112" y="40"/>
                </a:lnTo>
                <a:cubicBezTo>
                  <a:pt x="112" y="40"/>
                  <a:pt x="114" y="40"/>
                  <a:pt x="114" y="37"/>
                </a:cubicBezTo>
                <a:lnTo>
                  <a:pt x="113" y="28"/>
                </a:lnTo>
                <a:cubicBezTo>
                  <a:pt x="113" y="28"/>
                  <a:pt x="113" y="22"/>
                  <a:pt x="111" y="22"/>
                </a:cubicBezTo>
                <a:cubicBezTo>
                  <a:pt x="111" y="22"/>
                  <a:pt x="108" y="16"/>
                  <a:pt x="112" y="15"/>
                </a:cubicBezTo>
                <a:cubicBezTo>
                  <a:pt x="112" y="15"/>
                  <a:pt x="113" y="11"/>
                  <a:pt x="119" y="14"/>
                </a:cubicBezTo>
                <a:cubicBezTo>
                  <a:pt x="119" y="14"/>
                  <a:pt x="125" y="16"/>
                  <a:pt x="123" y="21"/>
                </a:cubicBezTo>
                <a:lnTo>
                  <a:pt x="122" y="29"/>
                </a:lnTo>
                <a:cubicBezTo>
                  <a:pt x="122" y="29"/>
                  <a:pt x="121" y="33"/>
                  <a:pt x="127" y="28"/>
                </a:cubicBezTo>
                <a:lnTo>
                  <a:pt x="135" y="23"/>
                </a:lnTo>
                <a:cubicBezTo>
                  <a:pt x="135" y="23"/>
                  <a:pt x="143" y="20"/>
                  <a:pt x="145" y="24"/>
                </a:cubicBezTo>
                <a:cubicBezTo>
                  <a:pt x="145" y="24"/>
                  <a:pt x="147" y="27"/>
                  <a:pt x="143" y="30"/>
                </a:cubicBezTo>
                <a:cubicBezTo>
                  <a:pt x="143" y="30"/>
                  <a:pt x="131" y="33"/>
                  <a:pt x="133" y="42"/>
                </a:cubicBezTo>
                <a:cubicBezTo>
                  <a:pt x="133" y="42"/>
                  <a:pt x="139" y="43"/>
                  <a:pt x="134" y="48"/>
                </a:cubicBezTo>
                <a:cubicBezTo>
                  <a:pt x="134" y="48"/>
                  <a:pt x="128" y="49"/>
                  <a:pt x="125" y="52"/>
                </a:cubicBezTo>
                <a:lnTo>
                  <a:pt x="121" y="53"/>
                </a:lnTo>
                <a:lnTo>
                  <a:pt x="121" y="86"/>
                </a:lnTo>
                <a:cubicBezTo>
                  <a:pt x="121" y="86"/>
                  <a:pt x="121" y="96"/>
                  <a:pt x="115" y="92"/>
                </a:cubicBezTo>
                <a:cubicBezTo>
                  <a:pt x="115" y="92"/>
                  <a:pt x="109" y="84"/>
                  <a:pt x="113" y="74"/>
                </a:cubicBezTo>
                <a:lnTo>
                  <a:pt x="114" y="49"/>
                </a:lnTo>
                <a:cubicBezTo>
                  <a:pt x="114" y="49"/>
                  <a:pt x="115" y="41"/>
                  <a:pt x="109" y="50"/>
                </a:cubicBezTo>
                <a:lnTo>
                  <a:pt x="104" y="57"/>
                </a:lnTo>
                <a:cubicBezTo>
                  <a:pt x="104" y="57"/>
                  <a:pt x="102" y="60"/>
                  <a:pt x="98" y="58"/>
                </a:cubicBezTo>
                <a:cubicBezTo>
                  <a:pt x="98" y="58"/>
                  <a:pt x="90" y="54"/>
                  <a:pt x="94" y="47"/>
                </a:cubicBezTo>
                <a:cubicBezTo>
                  <a:pt x="96" y="45"/>
                  <a:pt x="97" y="40"/>
                  <a:pt x="98" y="37"/>
                </a:cubicBezTo>
                <a:close/>
                <a:moveTo>
                  <a:pt x="121" y="39"/>
                </a:moveTo>
                <a:lnTo>
                  <a:pt x="121" y="45"/>
                </a:lnTo>
                <a:cubicBezTo>
                  <a:pt x="121" y="45"/>
                  <a:pt x="120" y="48"/>
                  <a:pt x="125" y="45"/>
                </a:cubicBezTo>
                <a:cubicBezTo>
                  <a:pt x="125" y="45"/>
                  <a:pt x="128" y="42"/>
                  <a:pt x="128" y="40"/>
                </a:cubicBezTo>
                <a:cubicBezTo>
                  <a:pt x="128" y="40"/>
                  <a:pt x="128" y="35"/>
                  <a:pt x="130" y="35"/>
                </a:cubicBezTo>
                <a:cubicBezTo>
                  <a:pt x="130" y="35"/>
                  <a:pt x="131" y="31"/>
                  <a:pt x="126" y="33"/>
                </a:cubicBezTo>
                <a:lnTo>
                  <a:pt x="123" y="37"/>
                </a:lnTo>
                <a:lnTo>
                  <a:pt x="122" y="37"/>
                </a:lnTo>
                <a:cubicBezTo>
                  <a:pt x="122" y="37"/>
                  <a:pt x="121" y="38"/>
                  <a:pt x="121" y="39"/>
                </a:cubicBezTo>
                <a:close/>
              </a:path>
              <a:path w="489" h="98">
                <a:moveTo>
                  <a:pt x="29" y="76"/>
                </a:moveTo>
                <a:cubicBezTo>
                  <a:pt x="34" y="73"/>
                  <a:pt x="37" y="72"/>
                  <a:pt x="38" y="73"/>
                </a:cubicBezTo>
                <a:cubicBezTo>
                  <a:pt x="39" y="73"/>
                  <a:pt x="39" y="80"/>
                  <a:pt x="39" y="92"/>
                </a:cubicBezTo>
                <a:cubicBezTo>
                  <a:pt x="39" y="98"/>
                  <a:pt x="43" y="98"/>
                  <a:pt x="45" y="95"/>
                </a:cubicBezTo>
                <a:cubicBezTo>
                  <a:pt x="47" y="92"/>
                  <a:pt x="48" y="86"/>
                  <a:pt x="48" y="78"/>
                </a:cubicBezTo>
                <a:lnTo>
                  <a:pt x="48" y="71"/>
                </a:lnTo>
                <a:lnTo>
                  <a:pt x="50" y="68"/>
                </a:lnTo>
                <a:lnTo>
                  <a:pt x="59" y="64"/>
                </a:lnTo>
                <a:cubicBezTo>
                  <a:pt x="62" y="63"/>
                  <a:pt x="62" y="61"/>
                  <a:pt x="59" y="60"/>
                </a:cubicBezTo>
                <a:lnTo>
                  <a:pt x="54" y="56"/>
                </a:lnTo>
                <a:cubicBezTo>
                  <a:pt x="53" y="54"/>
                  <a:pt x="53" y="53"/>
                  <a:pt x="56" y="52"/>
                </a:cubicBezTo>
                <a:lnTo>
                  <a:pt x="71" y="44"/>
                </a:lnTo>
                <a:cubicBezTo>
                  <a:pt x="73" y="44"/>
                  <a:pt x="74" y="42"/>
                  <a:pt x="71" y="39"/>
                </a:cubicBezTo>
                <a:cubicBezTo>
                  <a:pt x="69" y="37"/>
                  <a:pt x="67" y="37"/>
                  <a:pt x="64" y="39"/>
                </a:cubicBezTo>
                <a:lnTo>
                  <a:pt x="59" y="41"/>
                </a:lnTo>
                <a:cubicBezTo>
                  <a:pt x="56" y="44"/>
                  <a:pt x="55" y="42"/>
                  <a:pt x="59" y="37"/>
                </a:cubicBezTo>
                <a:lnTo>
                  <a:pt x="64" y="34"/>
                </a:lnTo>
                <a:cubicBezTo>
                  <a:pt x="68" y="32"/>
                  <a:pt x="66" y="30"/>
                  <a:pt x="63" y="29"/>
                </a:cubicBezTo>
                <a:lnTo>
                  <a:pt x="59" y="26"/>
                </a:lnTo>
                <a:cubicBezTo>
                  <a:pt x="57" y="25"/>
                  <a:pt x="56" y="25"/>
                  <a:pt x="55" y="28"/>
                </a:cubicBezTo>
                <a:cubicBezTo>
                  <a:pt x="55" y="32"/>
                  <a:pt x="54" y="34"/>
                  <a:pt x="52" y="35"/>
                </a:cubicBezTo>
                <a:cubicBezTo>
                  <a:pt x="50" y="36"/>
                  <a:pt x="48" y="36"/>
                  <a:pt x="47" y="35"/>
                </a:cubicBezTo>
                <a:cubicBezTo>
                  <a:pt x="45" y="33"/>
                  <a:pt x="45" y="32"/>
                  <a:pt x="47" y="30"/>
                </a:cubicBezTo>
                <a:cubicBezTo>
                  <a:pt x="49" y="27"/>
                  <a:pt x="52" y="25"/>
                  <a:pt x="56" y="25"/>
                </a:cubicBezTo>
                <a:cubicBezTo>
                  <a:pt x="60" y="23"/>
                  <a:pt x="64" y="21"/>
                  <a:pt x="65" y="18"/>
                </a:cubicBezTo>
                <a:cubicBezTo>
                  <a:pt x="66" y="17"/>
                  <a:pt x="65" y="14"/>
                  <a:pt x="62" y="11"/>
                </a:cubicBezTo>
                <a:cubicBezTo>
                  <a:pt x="59" y="6"/>
                  <a:pt x="55" y="5"/>
                  <a:pt x="52" y="10"/>
                </a:cubicBezTo>
                <a:lnTo>
                  <a:pt x="47" y="22"/>
                </a:lnTo>
                <a:lnTo>
                  <a:pt x="43" y="22"/>
                </a:lnTo>
                <a:lnTo>
                  <a:pt x="44" y="14"/>
                </a:lnTo>
                <a:cubicBezTo>
                  <a:pt x="45" y="12"/>
                  <a:pt x="43" y="10"/>
                  <a:pt x="40" y="7"/>
                </a:cubicBezTo>
                <a:cubicBezTo>
                  <a:pt x="36" y="5"/>
                  <a:pt x="34" y="4"/>
                  <a:pt x="33" y="7"/>
                </a:cubicBezTo>
                <a:cubicBezTo>
                  <a:pt x="32" y="7"/>
                  <a:pt x="33" y="9"/>
                  <a:pt x="36" y="13"/>
                </a:cubicBezTo>
                <a:cubicBezTo>
                  <a:pt x="38" y="15"/>
                  <a:pt x="39" y="18"/>
                  <a:pt x="41" y="23"/>
                </a:cubicBezTo>
                <a:cubicBezTo>
                  <a:pt x="36" y="23"/>
                  <a:pt x="31" y="24"/>
                  <a:pt x="26" y="23"/>
                </a:cubicBezTo>
                <a:cubicBezTo>
                  <a:pt x="20" y="23"/>
                  <a:pt x="17" y="24"/>
                  <a:pt x="20" y="27"/>
                </a:cubicBezTo>
                <a:cubicBezTo>
                  <a:pt x="21" y="29"/>
                  <a:pt x="23" y="30"/>
                  <a:pt x="24" y="32"/>
                </a:cubicBezTo>
                <a:lnTo>
                  <a:pt x="38" y="28"/>
                </a:lnTo>
                <a:cubicBezTo>
                  <a:pt x="45" y="27"/>
                  <a:pt x="45" y="27"/>
                  <a:pt x="43" y="30"/>
                </a:cubicBezTo>
                <a:cubicBezTo>
                  <a:pt x="43" y="31"/>
                  <a:pt x="41" y="31"/>
                  <a:pt x="39" y="30"/>
                </a:cubicBezTo>
                <a:cubicBezTo>
                  <a:pt x="36" y="31"/>
                  <a:pt x="36" y="33"/>
                  <a:pt x="37" y="35"/>
                </a:cubicBezTo>
                <a:cubicBezTo>
                  <a:pt x="38" y="39"/>
                  <a:pt x="38" y="40"/>
                  <a:pt x="35" y="38"/>
                </a:cubicBezTo>
                <a:cubicBezTo>
                  <a:pt x="34" y="38"/>
                  <a:pt x="33" y="38"/>
                  <a:pt x="33" y="39"/>
                </a:cubicBezTo>
                <a:cubicBezTo>
                  <a:pt x="32" y="40"/>
                  <a:pt x="30" y="40"/>
                  <a:pt x="28" y="37"/>
                </a:cubicBezTo>
                <a:cubicBezTo>
                  <a:pt x="24" y="33"/>
                  <a:pt x="21" y="32"/>
                  <a:pt x="20" y="35"/>
                </a:cubicBezTo>
                <a:lnTo>
                  <a:pt x="21" y="38"/>
                </a:lnTo>
                <a:cubicBezTo>
                  <a:pt x="23" y="42"/>
                  <a:pt x="23" y="44"/>
                  <a:pt x="20" y="44"/>
                </a:cubicBezTo>
                <a:cubicBezTo>
                  <a:pt x="19" y="45"/>
                  <a:pt x="20" y="46"/>
                  <a:pt x="21" y="47"/>
                </a:cubicBezTo>
                <a:lnTo>
                  <a:pt x="24" y="50"/>
                </a:lnTo>
                <a:cubicBezTo>
                  <a:pt x="26" y="53"/>
                  <a:pt x="28" y="53"/>
                  <a:pt x="32" y="49"/>
                </a:cubicBezTo>
                <a:cubicBezTo>
                  <a:pt x="36" y="44"/>
                  <a:pt x="38" y="43"/>
                  <a:pt x="38" y="47"/>
                </a:cubicBezTo>
                <a:cubicBezTo>
                  <a:pt x="38" y="50"/>
                  <a:pt x="37" y="51"/>
                  <a:pt x="34" y="51"/>
                </a:cubicBezTo>
                <a:lnTo>
                  <a:pt x="1" y="61"/>
                </a:lnTo>
                <a:cubicBezTo>
                  <a:pt x="0" y="61"/>
                  <a:pt x="0" y="61"/>
                  <a:pt x="0" y="61"/>
                </a:cubicBezTo>
                <a:lnTo>
                  <a:pt x="7" y="66"/>
                </a:lnTo>
                <a:cubicBezTo>
                  <a:pt x="8" y="66"/>
                  <a:pt x="10" y="66"/>
                  <a:pt x="11" y="66"/>
                </a:cubicBezTo>
                <a:lnTo>
                  <a:pt x="20" y="63"/>
                </a:lnTo>
                <a:lnTo>
                  <a:pt x="33" y="56"/>
                </a:lnTo>
                <a:cubicBezTo>
                  <a:pt x="37" y="55"/>
                  <a:pt x="39" y="55"/>
                  <a:pt x="38" y="58"/>
                </a:cubicBezTo>
                <a:cubicBezTo>
                  <a:pt x="38" y="59"/>
                  <a:pt x="37" y="60"/>
                  <a:pt x="35" y="61"/>
                </a:cubicBezTo>
                <a:cubicBezTo>
                  <a:pt x="29" y="64"/>
                  <a:pt x="23" y="69"/>
                  <a:pt x="17" y="74"/>
                </a:cubicBezTo>
                <a:cubicBezTo>
                  <a:pt x="14" y="77"/>
                  <a:pt x="13" y="78"/>
                  <a:pt x="17" y="78"/>
                </a:cubicBezTo>
                <a:cubicBezTo>
                  <a:pt x="19" y="79"/>
                  <a:pt x="21" y="79"/>
                  <a:pt x="25" y="77"/>
                </a:cubicBezTo>
                <a:lnTo>
                  <a:pt x="29" y="76"/>
                </a:lnTo>
                <a:close/>
                <a:moveTo>
                  <a:pt x="38" y="65"/>
                </a:moveTo>
                <a:cubicBezTo>
                  <a:pt x="38" y="67"/>
                  <a:pt x="37" y="68"/>
                  <a:pt x="34" y="69"/>
                </a:cubicBezTo>
                <a:lnTo>
                  <a:pt x="30" y="70"/>
                </a:lnTo>
                <a:cubicBezTo>
                  <a:pt x="26" y="71"/>
                  <a:pt x="25" y="71"/>
                  <a:pt x="28" y="69"/>
                </a:cubicBezTo>
                <a:lnTo>
                  <a:pt x="35" y="64"/>
                </a:lnTo>
                <a:cubicBezTo>
                  <a:pt x="37" y="63"/>
                  <a:pt x="38" y="63"/>
                  <a:pt x="38" y="65"/>
                </a:cubicBezTo>
                <a:close/>
                <a:moveTo>
                  <a:pt x="48" y="57"/>
                </a:moveTo>
                <a:lnTo>
                  <a:pt x="48" y="61"/>
                </a:lnTo>
                <a:cubicBezTo>
                  <a:pt x="48" y="63"/>
                  <a:pt x="50" y="63"/>
                  <a:pt x="51" y="62"/>
                </a:cubicBezTo>
                <a:cubicBezTo>
                  <a:pt x="51" y="62"/>
                  <a:pt x="51" y="61"/>
                  <a:pt x="51" y="59"/>
                </a:cubicBezTo>
                <a:cubicBezTo>
                  <a:pt x="50" y="58"/>
                  <a:pt x="49" y="57"/>
                  <a:pt x="48" y="57"/>
                </a:cubicBezTo>
                <a:close/>
                <a:moveTo>
                  <a:pt x="50" y="50"/>
                </a:moveTo>
                <a:cubicBezTo>
                  <a:pt x="48" y="50"/>
                  <a:pt x="48" y="51"/>
                  <a:pt x="48" y="52"/>
                </a:cubicBezTo>
                <a:cubicBezTo>
                  <a:pt x="49" y="53"/>
                  <a:pt x="51" y="53"/>
                  <a:pt x="53" y="51"/>
                </a:cubicBezTo>
                <a:lnTo>
                  <a:pt x="58" y="48"/>
                </a:lnTo>
                <a:cubicBezTo>
                  <a:pt x="59" y="47"/>
                  <a:pt x="59" y="47"/>
                  <a:pt x="56" y="47"/>
                </a:cubicBezTo>
                <a:lnTo>
                  <a:pt x="51" y="49"/>
                </a:lnTo>
                <a:lnTo>
                  <a:pt x="50" y="50"/>
                </a:lnTo>
                <a:close/>
                <a:moveTo>
                  <a:pt x="48" y="39"/>
                </a:moveTo>
                <a:lnTo>
                  <a:pt x="47" y="44"/>
                </a:lnTo>
                <a:cubicBezTo>
                  <a:pt x="48" y="47"/>
                  <a:pt x="49" y="47"/>
                  <a:pt x="51" y="45"/>
                </a:cubicBezTo>
                <a:cubicBezTo>
                  <a:pt x="51" y="44"/>
                  <a:pt x="52" y="43"/>
                  <a:pt x="53" y="41"/>
                </a:cubicBezTo>
                <a:cubicBezTo>
                  <a:pt x="53" y="39"/>
                  <a:pt x="52" y="39"/>
                  <a:pt x="51" y="38"/>
                </a:cubicBezTo>
                <a:cubicBezTo>
                  <a:pt x="50" y="38"/>
                  <a:pt x="49" y="38"/>
                  <a:pt x="48" y="39"/>
                </a:cubicBezTo>
                <a:close/>
                <a:moveTo>
                  <a:pt x="60" y="14"/>
                </a:moveTo>
                <a:cubicBezTo>
                  <a:pt x="60" y="15"/>
                  <a:pt x="59" y="16"/>
                  <a:pt x="58" y="17"/>
                </a:cubicBezTo>
                <a:lnTo>
                  <a:pt x="57" y="17"/>
                </a:lnTo>
                <a:cubicBezTo>
                  <a:pt x="56" y="17"/>
                  <a:pt x="55" y="18"/>
                  <a:pt x="54" y="17"/>
                </a:cubicBezTo>
                <a:lnTo>
                  <a:pt x="57" y="14"/>
                </a:lnTo>
                <a:cubicBezTo>
                  <a:pt x="58" y="14"/>
                  <a:pt x="60" y="13"/>
                  <a:pt x="60" y="14"/>
                </a:cubicBezTo>
                <a:close/>
              </a:path>
              <a:path w="489" h="98">
                <a:moveTo>
                  <a:pt x="186" y="22"/>
                </a:moveTo>
                <a:lnTo>
                  <a:pt x="193" y="17"/>
                </a:lnTo>
                <a:cubicBezTo>
                  <a:pt x="193" y="17"/>
                  <a:pt x="195" y="13"/>
                  <a:pt x="198" y="18"/>
                </a:cubicBezTo>
                <a:cubicBezTo>
                  <a:pt x="198" y="18"/>
                  <a:pt x="202" y="23"/>
                  <a:pt x="196" y="24"/>
                </a:cubicBezTo>
                <a:cubicBezTo>
                  <a:pt x="196" y="24"/>
                  <a:pt x="193" y="26"/>
                  <a:pt x="191" y="25"/>
                </a:cubicBezTo>
                <a:cubicBezTo>
                  <a:pt x="191" y="25"/>
                  <a:pt x="180" y="30"/>
                  <a:pt x="177" y="31"/>
                </a:cubicBezTo>
                <a:cubicBezTo>
                  <a:pt x="177" y="31"/>
                  <a:pt x="171" y="33"/>
                  <a:pt x="172" y="30"/>
                </a:cubicBezTo>
                <a:lnTo>
                  <a:pt x="183" y="24"/>
                </a:lnTo>
                <a:lnTo>
                  <a:pt x="186" y="22"/>
                </a:lnTo>
                <a:close/>
              </a:path>
              <a:path w="489" h="98">
                <a:moveTo>
                  <a:pt x="217" y="29"/>
                </a:moveTo>
                <a:lnTo>
                  <a:pt x="216" y="50"/>
                </a:lnTo>
                <a:lnTo>
                  <a:pt x="220" y="47"/>
                </a:lnTo>
                <a:lnTo>
                  <a:pt x="221" y="42"/>
                </a:lnTo>
                <a:cubicBezTo>
                  <a:pt x="221" y="42"/>
                  <a:pt x="221" y="39"/>
                  <a:pt x="225" y="43"/>
                </a:cubicBezTo>
                <a:cubicBezTo>
                  <a:pt x="225" y="43"/>
                  <a:pt x="229" y="46"/>
                  <a:pt x="228" y="50"/>
                </a:cubicBezTo>
                <a:cubicBezTo>
                  <a:pt x="228" y="50"/>
                  <a:pt x="220" y="52"/>
                  <a:pt x="216" y="59"/>
                </a:cubicBezTo>
                <a:lnTo>
                  <a:pt x="216" y="83"/>
                </a:lnTo>
                <a:cubicBezTo>
                  <a:pt x="216" y="83"/>
                  <a:pt x="216" y="87"/>
                  <a:pt x="215" y="89"/>
                </a:cubicBezTo>
                <a:cubicBezTo>
                  <a:pt x="215" y="89"/>
                  <a:pt x="212" y="95"/>
                  <a:pt x="211" y="94"/>
                </a:cubicBezTo>
                <a:cubicBezTo>
                  <a:pt x="211" y="94"/>
                  <a:pt x="207" y="92"/>
                  <a:pt x="209" y="86"/>
                </a:cubicBezTo>
                <a:lnTo>
                  <a:pt x="209" y="69"/>
                </a:lnTo>
                <a:cubicBezTo>
                  <a:pt x="209" y="69"/>
                  <a:pt x="210" y="63"/>
                  <a:pt x="206" y="68"/>
                </a:cubicBezTo>
                <a:cubicBezTo>
                  <a:pt x="206" y="68"/>
                  <a:pt x="202" y="74"/>
                  <a:pt x="197" y="69"/>
                </a:cubicBezTo>
                <a:cubicBezTo>
                  <a:pt x="197" y="69"/>
                  <a:pt x="192" y="67"/>
                  <a:pt x="197" y="64"/>
                </a:cubicBezTo>
                <a:cubicBezTo>
                  <a:pt x="197" y="64"/>
                  <a:pt x="198" y="64"/>
                  <a:pt x="199" y="59"/>
                </a:cubicBezTo>
                <a:lnTo>
                  <a:pt x="200" y="55"/>
                </a:lnTo>
                <a:cubicBezTo>
                  <a:pt x="200" y="55"/>
                  <a:pt x="201" y="50"/>
                  <a:pt x="198" y="50"/>
                </a:cubicBezTo>
                <a:cubicBezTo>
                  <a:pt x="198" y="50"/>
                  <a:pt x="195" y="47"/>
                  <a:pt x="197" y="45"/>
                </a:cubicBezTo>
                <a:cubicBezTo>
                  <a:pt x="197" y="45"/>
                  <a:pt x="203" y="38"/>
                  <a:pt x="196" y="32"/>
                </a:cubicBezTo>
                <a:cubicBezTo>
                  <a:pt x="196" y="32"/>
                  <a:pt x="190" y="29"/>
                  <a:pt x="195" y="28"/>
                </a:cubicBezTo>
                <a:cubicBezTo>
                  <a:pt x="195" y="28"/>
                  <a:pt x="199" y="28"/>
                  <a:pt x="199" y="29"/>
                </a:cubicBezTo>
                <a:cubicBezTo>
                  <a:pt x="199" y="29"/>
                  <a:pt x="207" y="28"/>
                  <a:pt x="207" y="34"/>
                </a:cubicBezTo>
                <a:cubicBezTo>
                  <a:pt x="207" y="34"/>
                  <a:pt x="207" y="37"/>
                  <a:pt x="205" y="37"/>
                </a:cubicBezTo>
                <a:cubicBezTo>
                  <a:pt x="205" y="37"/>
                  <a:pt x="197" y="44"/>
                  <a:pt x="203" y="44"/>
                </a:cubicBezTo>
                <a:cubicBezTo>
                  <a:pt x="203" y="44"/>
                  <a:pt x="211" y="46"/>
                  <a:pt x="205" y="52"/>
                </a:cubicBezTo>
                <a:cubicBezTo>
                  <a:pt x="205" y="52"/>
                  <a:pt x="203" y="51"/>
                  <a:pt x="202" y="57"/>
                </a:cubicBezTo>
                <a:cubicBezTo>
                  <a:pt x="202" y="57"/>
                  <a:pt x="199" y="64"/>
                  <a:pt x="204" y="61"/>
                </a:cubicBezTo>
                <a:cubicBezTo>
                  <a:pt x="204" y="61"/>
                  <a:pt x="206" y="60"/>
                  <a:pt x="209" y="57"/>
                </a:cubicBezTo>
                <a:cubicBezTo>
                  <a:pt x="209" y="57"/>
                  <a:pt x="210" y="54"/>
                  <a:pt x="210" y="51"/>
                </a:cubicBezTo>
                <a:cubicBezTo>
                  <a:pt x="210" y="51"/>
                  <a:pt x="210" y="26"/>
                  <a:pt x="209" y="20"/>
                </a:cubicBezTo>
                <a:cubicBezTo>
                  <a:pt x="209" y="20"/>
                  <a:pt x="207" y="16"/>
                  <a:pt x="211" y="14"/>
                </a:cubicBezTo>
                <a:cubicBezTo>
                  <a:pt x="211" y="14"/>
                  <a:pt x="214" y="12"/>
                  <a:pt x="218" y="16"/>
                </a:cubicBezTo>
                <a:cubicBezTo>
                  <a:pt x="218" y="16"/>
                  <a:pt x="221" y="17"/>
                  <a:pt x="218" y="21"/>
                </a:cubicBezTo>
                <a:lnTo>
                  <a:pt x="217" y="26"/>
                </a:lnTo>
                <a:lnTo>
                  <a:pt x="217" y="29"/>
                </a:lnTo>
                <a:close/>
              </a:path>
              <a:path w="489" h="98">
                <a:moveTo>
                  <a:pt x="170" y="48"/>
                </a:moveTo>
                <a:cubicBezTo>
                  <a:pt x="170" y="48"/>
                  <a:pt x="165" y="51"/>
                  <a:pt x="163" y="49"/>
                </a:cubicBezTo>
                <a:cubicBezTo>
                  <a:pt x="163" y="49"/>
                  <a:pt x="160" y="49"/>
                  <a:pt x="162" y="52"/>
                </a:cubicBezTo>
                <a:cubicBezTo>
                  <a:pt x="162" y="52"/>
                  <a:pt x="165" y="59"/>
                  <a:pt x="171" y="55"/>
                </a:cubicBezTo>
                <a:lnTo>
                  <a:pt x="179" y="49"/>
                </a:lnTo>
                <a:cubicBezTo>
                  <a:pt x="179" y="49"/>
                  <a:pt x="182" y="45"/>
                  <a:pt x="181" y="51"/>
                </a:cubicBezTo>
                <a:cubicBezTo>
                  <a:pt x="181" y="51"/>
                  <a:pt x="181" y="55"/>
                  <a:pt x="179" y="55"/>
                </a:cubicBezTo>
                <a:lnTo>
                  <a:pt x="167" y="68"/>
                </a:lnTo>
                <a:cubicBezTo>
                  <a:pt x="167" y="68"/>
                  <a:pt x="162" y="73"/>
                  <a:pt x="168" y="74"/>
                </a:cubicBezTo>
                <a:cubicBezTo>
                  <a:pt x="168" y="74"/>
                  <a:pt x="172" y="75"/>
                  <a:pt x="175" y="72"/>
                </a:cubicBezTo>
                <a:cubicBezTo>
                  <a:pt x="175" y="72"/>
                  <a:pt x="180" y="66"/>
                  <a:pt x="179" y="70"/>
                </a:cubicBezTo>
                <a:lnTo>
                  <a:pt x="179" y="79"/>
                </a:lnTo>
                <a:cubicBezTo>
                  <a:pt x="179" y="79"/>
                  <a:pt x="178" y="82"/>
                  <a:pt x="181" y="83"/>
                </a:cubicBezTo>
                <a:cubicBezTo>
                  <a:pt x="181" y="83"/>
                  <a:pt x="183" y="85"/>
                  <a:pt x="185" y="82"/>
                </a:cubicBezTo>
                <a:cubicBezTo>
                  <a:pt x="185" y="82"/>
                  <a:pt x="187" y="80"/>
                  <a:pt x="186" y="75"/>
                </a:cubicBezTo>
                <a:lnTo>
                  <a:pt x="186" y="63"/>
                </a:lnTo>
                <a:cubicBezTo>
                  <a:pt x="186" y="63"/>
                  <a:pt x="192" y="59"/>
                  <a:pt x="193" y="57"/>
                </a:cubicBezTo>
                <a:cubicBezTo>
                  <a:pt x="193" y="57"/>
                  <a:pt x="194" y="53"/>
                  <a:pt x="190" y="57"/>
                </a:cubicBezTo>
                <a:cubicBezTo>
                  <a:pt x="190" y="57"/>
                  <a:pt x="185" y="62"/>
                  <a:pt x="186" y="58"/>
                </a:cubicBezTo>
                <a:lnTo>
                  <a:pt x="186" y="52"/>
                </a:lnTo>
                <a:cubicBezTo>
                  <a:pt x="186" y="52"/>
                  <a:pt x="197" y="43"/>
                  <a:pt x="196" y="42"/>
                </a:cubicBezTo>
                <a:cubicBezTo>
                  <a:pt x="196" y="41"/>
                  <a:pt x="198" y="40"/>
                  <a:pt x="194" y="36"/>
                </a:cubicBezTo>
                <a:cubicBezTo>
                  <a:pt x="194" y="36"/>
                  <a:pt x="191" y="34"/>
                  <a:pt x="190" y="37"/>
                </a:cubicBezTo>
                <a:cubicBezTo>
                  <a:pt x="190" y="37"/>
                  <a:pt x="186" y="41"/>
                  <a:pt x="186" y="37"/>
                </a:cubicBezTo>
                <a:cubicBezTo>
                  <a:pt x="186" y="37"/>
                  <a:pt x="189" y="34"/>
                  <a:pt x="186" y="32"/>
                </a:cubicBezTo>
                <a:cubicBezTo>
                  <a:pt x="186" y="32"/>
                  <a:pt x="182" y="28"/>
                  <a:pt x="180" y="33"/>
                </a:cubicBezTo>
                <a:cubicBezTo>
                  <a:pt x="180" y="33"/>
                  <a:pt x="178" y="33"/>
                  <a:pt x="181" y="42"/>
                </a:cubicBezTo>
                <a:lnTo>
                  <a:pt x="176" y="44"/>
                </a:lnTo>
                <a:lnTo>
                  <a:pt x="173" y="46"/>
                </a:lnTo>
                <a:lnTo>
                  <a:pt x="170" y="48"/>
                </a:lnTo>
                <a:close/>
                <a:moveTo>
                  <a:pt x="186" y="43"/>
                </a:moveTo>
                <a:cubicBezTo>
                  <a:pt x="186" y="43"/>
                  <a:pt x="187" y="41"/>
                  <a:pt x="189" y="42"/>
                </a:cubicBezTo>
                <a:cubicBezTo>
                  <a:pt x="189" y="42"/>
                  <a:pt x="189" y="44"/>
                  <a:pt x="188" y="45"/>
                </a:cubicBezTo>
                <a:cubicBezTo>
                  <a:pt x="188" y="45"/>
                  <a:pt x="186" y="46"/>
                  <a:pt x="187" y="44"/>
                </a:cubicBezTo>
                <a:cubicBezTo>
                  <a:pt x="186" y="46"/>
                  <a:pt x="186" y="43"/>
                  <a:pt x="186" y="43"/>
                </a:cubicBezTo>
                <a:close/>
                <a:moveTo>
                  <a:pt x="175" y="64"/>
                </a:moveTo>
                <a:lnTo>
                  <a:pt x="178" y="61"/>
                </a:lnTo>
                <a:cubicBezTo>
                  <a:pt x="178" y="61"/>
                  <a:pt x="180" y="57"/>
                  <a:pt x="180" y="60"/>
                </a:cubicBezTo>
                <a:cubicBezTo>
                  <a:pt x="180" y="60"/>
                  <a:pt x="180" y="65"/>
                  <a:pt x="177" y="65"/>
                </a:cubicBezTo>
                <a:cubicBezTo>
                  <a:pt x="177" y="65"/>
                  <a:pt x="174" y="67"/>
                  <a:pt x="174" y="65"/>
                </a:cubicBezTo>
                <a:lnTo>
                  <a:pt x="175" y="65"/>
                </a:lnTo>
                <a:lnTo>
                  <a:pt x="175" y="64"/>
                </a:lnTo>
                <a:close/>
              </a:path>
              <a:path w="489" h="98">
                <a:moveTo>
                  <a:pt x="255" y="43"/>
                </a:moveTo>
                <a:cubicBezTo>
                  <a:pt x="255" y="43"/>
                  <a:pt x="252" y="46"/>
                  <a:pt x="249" y="46"/>
                </a:cubicBezTo>
                <a:cubicBezTo>
                  <a:pt x="249" y="46"/>
                  <a:pt x="247" y="45"/>
                  <a:pt x="248" y="48"/>
                </a:cubicBezTo>
                <a:cubicBezTo>
                  <a:pt x="248" y="48"/>
                  <a:pt x="248" y="51"/>
                  <a:pt x="253" y="52"/>
                </a:cubicBezTo>
                <a:cubicBezTo>
                  <a:pt x="253" y="52"/>
                  <a:pt x="257" y="52"/>
                  <a:pt x="257" y="51"/>
                </a:cubicBezTo>
                <a:cubicBezTo>
                  <a:pt x="257" y="51"/>
                  <a:pt x="257" y="49"/>
                  <a:pt x="260" y="48"/>
                </a:cubicBezTo>
                <a:cubicBezTo>
                  <a:pt x="260" y="48"/>
                  <a:pt x="263" y="46"/>
                  <a:pt x="264" y="45"/>
                </a:cubicBezTo>
                <a:cubicBezTo>
                  <a:pt x="264" y="45"/>
                  <a:pt x="267" y="42"/>
                  <a:pt x="266" y="46"/>
                </a:cubicBezTo>
                <a:lnTo>
                  <a:pt x="265" y="55"/>
                </a:lnTo>
                <a:cubicBezTo>
                  <a:pt x="265" y="59"/>
                  <a:pt x="258" y="64"/>
                  <a:pt x="256" y="66"/>
                </a:cubicBezTo>
                <a:cubicBezTo>
                  <a:pt x="256" y="66"/>
                  <a:pt x="253" y="69"/>
                  <a:pt x="251" y="69"/>
                </a:cubicBezTo>
                <a:cubicBezTo>
                  <a:pt x="251" y="69"/>
                  <a:pt x="249" y="68"/>
                  <a:pt x="251" y="72"/>
                </a:cubicBezTo>
                <a:cubicBezTo>
                  <a:pt x="251" y="72"/>
                  <a:pt x="255" y="76"/>
                  <a:pt x="257" y="75"/>
                </a:cubicBezTo>
                <a:lnTo>
                  <a:pt x="261" y="71"/>
                </a:lnTo>
                <a:lnTo>
                  <a:pt x="263" y="67"/>
                </a:lnTo>
                <a:cubicBezTo>
                  <a:pt x="263" y="67"/>
                  <a:pt x="266" y="63"/>
                  <a:pt x="265" y="69"/>
                </a:cubicBezTo>
                <a:cubicBezTo>
                  <a:pt x="265" y="69"/>
                  <a:pt x="265" y="77"/>
                  <a:pt x="263" y="79"/>
                </a:cubicBezTo>
                <a:cubicBezTo>
                  <a:pt x="263" y="79"/>
                  <a:pt x="262" y="79"/>
                  <a:pt x="264" y="82"/>
                </a:cubicBezTo>
                <a:cubicBezTo>
                  <a:pt x="264" y="82"/>
                  <a:pt x="266" y="87"/>
                  <a:pt x="268" y="85"/>
                </a:cubicBezTo>
                <a:lnTo>
                  <a:pt x="270" y="81"/>
                </a:lnTo>
                <a:cubicBezTo>
                  <a:pt x="270" y="81"/>
                  <a:pt x="272" y="78"/>
                  <a:pt x="271" y="76"/>
                </a:cubicBezTo>
                <a:cubicBezTo>
                  <a:pt x="270" y="75"/>
                  <a:pt x="271" y="57"/>
                  <a:pt x="271" y="57"/>
                </a:cubicBezTo>
                <a:lnTo>
                  <a:pt x="277" y="48"/>
                </a:lnTo>
                <a:cubicBezTo>
                  <a:pt x="277" y="48"/>
                  <a:pt x="281" y="44"/>
                  <a:pt x="277" y="44"/>
                </a:cubicBezTo>
                <a:cubicBezTo>
                  <a:pt x="277" y="44"/>
                  <a:pt x="275" y="46"/>
                  <a:pt x="273" y="49"/>
                </a:cubicBezTo>
                <a:cubicBezTo>
                  <a:pt x="273" y="49"/>
                  <a:pt x="271" y="51"/>
                  <a:pt x="272" y="46"/>
                </a:cubicBezTo>
                <a:lnTo>
                  <a:pt x="272" y="40"/>
                </a:lnTo>
                <a:cubicBezTo>
                  <a:pt x="272" y="40"/>
                  <a:pt x="271" y="37"/>
                  <a:pt x="275" y="36"/>
                </a:cubicBezTo>
                <a:lnTo>
                  <a:pt x="279" y="33"/>
                </a:lnTo>
                <a:cubicBezTo>
                  <a:pt x="279" y="33"/>
                  <a:pt x="282" y="31"/>
                  <a:pt x="280" y="30"/>
                </a:cubicBezTo>
                <a:cubicBezTo>
                  <a:pt x="280" y="30"/>
                  <a:pt x="276" y="26"/>
                  <a:pt x="276" y="30"/>
                </a:cubicBezTo>
                <a:lnTo>
                  <a:pt x="274" y="32"/>
                </a:lnTo>
                <a:cubicBezTo>
                  <a:pt x="274" y="32"/>
                  <a:pt x="272" y="34"/>
                  <a:pt x="273" y="30"/>
                </a:cubicBezTo>
                <a:lnTo>
                  <a:pt x="274" y="23"/>
                </a:lnTo>
                <a:cubicBezTo>
                  <a:pt x="274" y="23"/>
                  <a:pt x="274" y="18"/>
                  <a:pt x="276" y="17"/>
                </a:cubicBezTo>
                <a:cubicBezTo>
                  <a:pt x="276" y="17"/>
                  <a:pt x="273" y="11"/>
                  <a:pt x="269" y="14"/>
                </a:cubicBezTo>
                <a:cubicBezTo>
                  <a:pt x="269" y="14"/>
                  <a:pt x="263" y="17"/>
                  <a:pt x="267" y="21"/>
                </a:cubicBezTo>
                <a:lnTo>
                  <a:pt x="266" y="35"/>
                </a:lnTo>
                <a:cubicBezTo>
                  <a:pt x="266" y="35"/>
                  <a:pt x="266" y="38"/>
                  <a:pt x="264" y="38"/>
                </a:cubicBezTo>
                <a:lnTo>
                  <a:pt x="258" y="42"/>
                </a:lnTo>
                <a:lnTo>
                  <a:pt x="256" y="43"/>
                </a:lnTo>
                <a:lnTo>
                  <a:pt x="255" y="43"/>
                </a:lnTo>
                <a:close/>
              </a:path>
              <a:path w="489" h="98">
                <a:moveTo>
                  <a:pt x="303" y="56"/>
                </a:moveTo>
                <a:cubicBezTo>
                  <a:pt x="303" y="56"/>
                  <a:pt x="300" y="63"/>
                  <a:pt x="298" y="65"/>
                </a:cubicBezTo>
                <a:lnTo>
                  <a:pt x="304" y="70"/>
                </a:lnTo>
                <a:cubicBezTo>
                  <a:pt x="304" y="70"/>
                  <a:pt x="306" y="73"/>
                  <a:pt x="317" y="73"/>
                </a:cubicBezTo>
                <a:cubicBezTo>
                  <a:pt x="317" y="73"/>
                  <a:pt x="323" y="73"/>
                  <a:pt x="316" y="76"/>
                </a:cubicBezTo>
                <a:lnTo>
                  <a:pt x="307" y="81"/>
                </a:lnTo>
                <a:cubicBezTo>
                  <a:pt x="307" y="81"/>
                  <a:pt x="300" y="84"/>
                  <a:pt x="299" y="80"/>
                </a:cubicBezTo>
                <a:lnTo>
                  <a:pt x="295" y="73"/>
                </a:lnTo>
                <a:cubicBezTo>
                  <a:pt x="295" y="73"/>
                  <a:pt x="294" y="68"/>
                  <a:pt x="293" y="72"/>
                </a:cubicBezTo>
                <a:cubicBezTo>
                  <a:pt x="293" y="72"/>
                  <a:pt x="288" y="78"/>
                  <a:pt x="285" y="78"/>
                </a:cubicBezTo>
                <a:cubicBezTo>
                  <a:pt x="285" y="78"/>
                  <a:pt x="280" y="79"/>
                  <a:pt x="276" y="77"/>
                </a:cubicBezTo>
                <a:cubicBezTo>
                  <a:pt x="276" y="77"/>
                  <a:pt x="269" y="77"/>
                  <a:pt x="279" y="75"/>
                </a:cubicBezTo>
                <a:cubicBezTo>
                  <a:pt x="279" y="75"/>
                  <a:pt x="286" y="73"/>
                  <a:pt x="290" y="66"/>
                </a:cubicBezTo>
                <a:lnTo>
                  <a:pt x="283" y="58"/>
                </a:lnTo>
                <a:cubicBezTo>
                  <a:pt x="283" y="58"/>
                  <a:pt x="280" y="55"/>
                  <a:pt x="284" y="55"/>
                </a:cubicBezTo>
                <a:cubicBezTo>
                  <a:pt x="284" y="55"/>
                  <a:pt x="285" y="54"/>
                  <a:pt x="289" y="57"/>
                </a:cubicBezTo>
                <a:cubicBezTo>
                  <a:pt x="289" y="57"/>
                  <a:pt x="291" y="59"/>
                  <a:pt x="292" y="60"/>
                </a:cubicBezTo>
                <a:cubicBezTo>
                  <a:pt x="293" y="60"/>
                  <a:pt x="293" y="61"/>
                  <a:pt x="295" y="59"/>
                </a:cubicBezTo>
                <a:cubicBezTo>
                  <a:pt x="295" y="58"/>
                  <a:pt x="296" y="56"/>
                  <a:pt x="298" y="52"/>
                </a:cubicBezTo>
                <a:cubicBezTo>
                  <a:pt x="298" y="52"/>
                  <a:pt x="300" y="49"/>
                  <a:pt x="296" y="50"/>
                </a:cubicBezTo>
                <a:cubicBezTo>
                  <a:pt x="296" y="50"/>
                  <a:pt x="293" y="52"/>
                  <a:pt x="292" y="54"/>
                </a:cubicBezTo>
                <a:cubicBezTo>
                  <a:pt x="292" y="54"/>
                  <a:pt x="290" y="56"/>
                  <a:pt x="287" y="54"/>
                </a:cubicBezTo>
                <a:cubicBezTo>
                  <a:pt x="287" y="54"/>
                  <a:pt x="282" y="51"/>
                  <a:pt x="285" y="49"/>
                </a:cubicBezTo>
                <a:lnTo>
                  <a:pt x="286" y="45"/>
                </a:lnTo>
                <a:cubicBezTo>
                  <a:pt x="286" y="45"/>
                  <a:pt x="288" y="40"/>
                  <a:pt x="284" y="44"/>
                </a:cubicBezTo>
                <a:cubicBezTo>
                  <a:pt x="284" y="44"/>
                  <a:pt x="282" y="47"/>
                  <a:pt x="281" y="45"/>
                </a:cubicBezTo>
                <a:lnTo>
                  <a:pt x="276" y="41"/>
                </a:lnTo>
                <a:cubicBezTo>
                  <a:pt x="276" y="41"/>
                  <a:pt x="273" y="38"/>
                  <a:pt x="278" y="39"/>
                </a:cubicBezTo>
                <a:lnTo>
                  <a:pt x="290" y="34"/>
                </a:lnTo>
                <a:cubicBezTo>
                  <a:pt x="290" y="34"/>
                  <a:pt x="291" y="25"/>
                  <a:pt x="292" y="23"/>
                </a:cubicBezTo>
                <a:cubicBezTo>
                  <a:pt x="292" y="23"/>
                  <a:pt x="293" y="14"/>
                  <a:pt x="298" y="15"/>
                </a:cubicBezTo>
                <a:cubicBezTo>
                  <a:pt x="298" y="15"/>
                  <a:pt x="302" y="15"/>
                  <a:pt x="305" y="23"/>
                </a:cubicBezTo>
                <a:cubicBezTo>
                  <a:pt x="305" y="23"/>
                  <a:pt x="308" y="26"/>
                  <a:pt x="304" y="29"/>
                </a:cubicBezTo>
                <a:cubicBezTo>
                  <a:pt x="304" y="29"/>
                  <a:pt x="296" y="34"/>
                  <a:pt x="295" y="35"/>
                </a:cubicBezTo>
                <a:cubicBezTo>
                  <a:pt x="295" y="35"/>
                  <a:pt x="292" y="37"/>
                  <a:pt x="291" y="41"/>
                </a:cubicBezTo>
                <a:cubicBezTo>
                  <a:pt x="291" y="41"/>
                  <a:pt x="287" y="50"/>
                  <a:pt x="291" y="47"/>
                </a:cubicBezTo>
                <a:lnTo>
                  <a:pt x="301" y="40"/>
                </a:lnTo>
                <a:cubicBezTo>
                  <a:pt x="301" y="40"/>
                  <a:pt x="302" y="37"/>
                  <a:pt x="307" y="41"/>
                </a:cubicBezTo>
                <a:cubicBezTo>
                  <a:pt x="307" y="41"/>
                  <a:pt x="312" y="44"/>
                  <a:pt x="309" y="47"/>
                </a:cubicBezTo>
                <a:lnTo>
                  <a:pt x="305" y="52"/>
                </a:lnTo>
                <a:lnTo>
                  <a:pt x="303" y="54"/>
                </a:lnTo>
                <a:lnTo>
                  <a:pt x="303" y="56"/>
                </a:lnTo>
                <a:close/>
                <a:moveTo>
                  <a:pt x="295" y="27"/>
                </a:moveTo>
                <a:cubicBezTo>
                  <a:pt x="295" y="27"/>
                  <a:pt x="297" y="22"/>
                  <a:pt x="299" y="24"/>
                </a:cubicBezTo>
                <a:cubicBezTo>
                  <a:pt x="299" y="24"/>
                  <a:pt x="302" y="24"/>
                  <a:pt x="299" y="27"/>
                </a:cubicBezTo>
                <a:lnTo>
                  <a:pt x="297" y="30"/>
                </a:lnTo>
                <a:cubicBezTo>
                  <a:pt x="297" y="30"/>
                  <a:pt x="294" y="33"/>
                  <a:pt x="295" y="28"/>
                </a:cubicBezTo>
                <a:cubicBezTo>
                  <a:pt x="294" y="33"/>
                  <a:pt x="295" y="27"/>
                  <a:pt x="295" y="27"/>
                </a:cubicBezTo>
                <a:close/>
              </a:path>
              <a:path w="489" h="98">
                <a:moveTo>
                  <a:pt x="354" y="54"/>
                </a:moveTo>
                <a:cubicBezTo>
                  <a:pt x="354" y="54"/>
                  <a:pt x="348" y="58"/>
                  <a:pt x="341" y="59"/>
                </a:cubicBezTo>
                <a:cubicBezTo>
                  <a:pt x="341" y="59"/>
                  <a:pt x="336" y="59"/>
                  <a:pt x="342" y="62"/>
                </a:cubicBezTo>
                <a:lnTo>
                  <a:pt x="347" y="66"/>
                </a:lnTo>
                <a:cubicBezTo>
                  <a:pt x="347" y="66"/>
                  <a:pt x="352" y="67"/>
                  <a:pt x="354" y="64"/>
                </a:cubicBezTo>
                <a:lnTo>
                  <a:pt x="358" y="61"/>
                </a:lnTo>
                <a:cubicBezTo>
                  <a:pt x="358" y="61"/>
                  <a:pt x="364" y="56"/>
                  <a:pt x="361" y="63"/>
                </a:cubicBezTo>
                <a:cubicBezTo>
                  <a:pt x="361" y="63"/>
                  <a:pt x="357" y="73"/>
                  <a:pt x="342" y="79"/>
                </a:cubicBezTo>
                <a:cubicBezTo>
                  <a:pt x="342" y="79"/>
                  <a:pt x="335" y="81"/>
                  <a:pt x="346" y="80"/>
                </a:cubicBezTo>
                <a:cubicBezTo>
                  <a:pt x="346" y="80"/>
                  <a:pt x="365" y="83"/>
                  <a:pt x="372" y="50"/>
                </a:cubicBezTo>
                <a:cubicBezTo>
                  <a:pt x="372" y="50"/>
                  <a:pt x="385" y="41"/>
                  <a:pt x="388" y="40"/>
                </a:cubicBezTo>
                <a:cubicBezTo>
                  <a:pt x="388" y="40"/>
                  <a:pt x="393" y="37"/>
                  <a:pt x="387" y="36"/>
                </a:cubicBezTo>
                <a:cubicBezTo>
                  <a:pt x="387" y="36"/>
                  <a:pt x="383" y="33"/>
                  <a:pt x="380" y="38"/>
                </a:cubicBezTo>
                <a:lnTo>
                  <a:pt x="377" y="40"/>
                </a:lnTo>
                <a:cubicBezTo>
                  <a:pt x="377" y="40"/>
                  <a:pt x="373" y="43"/>
                  <a:pt x="374" y="37"/>
                </a:cubicBezTo>
                <a:lnTo>
                  <a:pt x="376" y="26"/>
                </a:lnTo>
                <a:cubicBezTo>
                  <a:pt x="376" y="26"/>
                  <a:pt x="377" y="22"/>
                  <a:pt x="374" y="21"/>
                </a:cubicBezTo>
                <a:cubicBezTo>
                  <a:pt x="371" y="19"/>
                  <a:pt x="368" y="15"/>
                  <a:pt x="368" y="15"/>
                </a:cubicBezTo>
                <a:cubicBezTo>
                  <a:pt x="368" y="15"/>
                  <a:pt x="365" y="12"/>
                  <a:pt x="365" y="18"/>
                </a:cubicBezTo>
                <a:cubicBezTo>
                  <a:pt x="365" y="18"/>
                  <a:pt x="368" y="35"/>
                  <a:pt x="365" y="47"/>
                </a:cubicBezTo>
                <a:lnTo>
                  <a:pt x="359" y="51"/>
                </a:lnTo>
                <a:lnTo>
                  <a:pt x="357" y="53"/>
                </a:lnTo>
                <a:lnTo>
                  <a:pt x="354" y="54"/>
                </a:lnTo>
                <a:close/>
              </a:path>
              <a:path w="489" h="98">
                <a:moveTo>
                  <a:pt x="378" y="66"/>
                </a:moveTo>
                <a:lnTo>
                  <a:pt x="383" y="76"/>
                </a:lnTo>
                <a:cubicBezTo>
                  <a:pt x="383" y="76"/>
                  <a:pt x="386" y="79"/>
                  <a:pt x="391" y="76"/>
                </a:cubicBezTo>
                <a:lnTo>
                  <a:pt x="401" y="72"/>
                </a:lnTo>
                <a:cubicBezTo>
                  <a:pt x="401" y="72"/>
                  <a:pt x="405" y="70"/>
                  <a:pt x="400" y="70"/>
                </a:cubicBezTo>
                <a:cubicBezTo>
                  <a:pt x="400" y="70"/>
                  <a:pt x="384" y="70"/>
                  <a:pt x="377" y="55"/>
                </a:cubicBezTo>
                <a:cubicBezTo>
                  <a:pt x="377" y="55"/>
                  <a:pt x="374" y="51"/>
                  <a:pt x="374" y="55"/>
                </a:cubicBezTo>
                <a:cubicBezTo>
                  <a:pt x="374" y="55"/>
                  <a:pt x="373" y="56"/>
                  <a:pt x="376" y="60"/>
                </a:cubicBezTo>
                <a:lnTo>
                  <a:pt x="377" y="63"/>
                </a:lnTo>
                <a:lnTo>
                  <a:pt x="378" y="66"/>
                </a:lnTo>
                <a:close/>
              </a:path>
              <a:path w="489" h="98">
                <a:moveTo>
                  <a:pt x="437" y="62"/>
                </a:moveTo>
                <a:cubicBezTo>
                  <a:pt x="437" y="62"/>
                  <a:pt x="428" y="68"/>
                  <a:pt x="424" y="68"/>
                </a:cubicBezTo>
                <a:cubicBezTo>
                  <a:pt x="424" y="68"/>
                  <a:pt x="420" y="68"/>
                  <a:pt x="424" y="71"/>
                </a:cubicBezTo>
                <a:lnTo>
                  <a:pt x="432" y="74"/>
                </a:lnTo>
                <a:cubicBezTo>
                  <a:pt x="432" y="74"/>
                  <a:pt x="436" y="78"/>
                  <a:pt x="438" y="73"/>
                </a:cubicBezTo>
                <a:cubicBezTo>
                  <a:pt x="438" y="73"/>
                  <a:pt x="449" y="59"/>
                  <a:pt x="452" y="59"/>
                </a:cubicBezTo>
                <a:cubicBezTo>
                  <a:pt x="452" y="59"/>
                  <a:pt x="456" y="55"/>
                  <a:pt x="456" y="60"/>
                </a:cubicBezTo>
                <a:cubicBezTo>
                  <a:pt x="456" y="60"/>
                  <a:pt x="456" y="68"/>
                  <a:pt x="456" y="77"/>
                </a:cubicBezTo>
                <a:cubicBezTo>
                  <a:pt x="456" y="77"/>
                  <a:pt x="458" y="86"/>
                  <a:pt x="450" y="85"/>
                </a:cubicBezTo>
                <a:lnTo>
                  <a:pt x="444" y="86"/>
                </a:lnTo>
                <a:lnTo>
                  <a:pt x="451" y="89"/>
                </a:lnTo>
                <a:lnTo>
                  <a:pt x="457" y="91"/>
                </a:lnTo>
                <a:cubicBezTo>
                  <a:pt x="457" y="91"/>
                  <a:pt x="462" y="94"/>
                  <a:pt x="464" y="88"/>
                </a:cubicBezTo>
                <a:cubicBezTo>
                  <a:pt x="464" y="88"/>
                  <a:pt x="465" y="86"/>
                  <a:pt x="463" y="75"/>
                </a:cubicBezTo>
                <a:lnTo>
                  <a:pt x="461" y="54"/>
                </a:lnTo>
                <a:cubicBezTo>
                  <a:pt x="461" y="54"/>
                  <a:pt x="463" y="49"/>
                  <a:pt x="467" y="53"/>
                </a:cubicBezTo>
                <a:lnTo>
                  <a:pt x="467" y="56"/>
                </a:lnTo>
                <a:cubicBezTo>
                  <a:pt x="467" y="56"/>
                  <a:pt x="466" y="60"/>
                  <a:pt x="471" y="56"/>
                </a:cubicBezTo>
                <a:cubicBezTo>
                  <a:pt x="471" y="56"/>
                  <a:pt x="474" y="53"/>
                  <a:pt x="477" y="53"/>
                </a:cubicBezTo>
                <a:cubicBezTo>
                  <a:pt x="477" y="53"/>
                  <a:pt x="480" y="50"/>
                  <a:pt x="476" y="49"/>
                </a:cubicBezTo>
                <a:cubicBezTo>
                  <a:pt x="476" y="49"/>
                  <a:pt x="473" y="45"/>
                  <a:pt x="468" y="46"/>
                </a:cubicBezTo>
                <a:cubicBezTo>
                  <a:pt x="468" y="46"/>
                  <a:pt x="463" y="46"/>
                  <a:pt x="469" y="41"/>
                </a:cubicBezTo>
                <a:lnTo>
                  <a:pt x="473" y="38"/>
                </a:lnTo>
                <a:cubicBezTo>
                  <a:pt x="473" y="38"/>
                  <a:pt x="477" y="35"/>
                  <a:pt x="472" y="33"/>
                </a:cubicBezTo>
                <a:lnTo>
                  <a:pt x="470" y="31"/>
                </a:lnTo>
                <a:cubicBezTo>
                  <a:pt x="470" y="31"/>
                  <a:pt x="467" y="30"/>
                  <a:pt x="473" y="25"/>
                </a:cubicBezTo>
                <a:cubicBezTo>
                  <a:pt x="473" y="25"/>
                  <a:pt x="478" y="20"/>
                  <a:pt x="483" y="19"/>
                </a:cubicBezTo>
                <a:cubicBezTo>
                  <a:pt x="483" y="19"/>
                  <a:pt x="489" y="15"/>
                  <a:pt x="483" y="9"/>
                </a:cubicBezTo>
                <a:cubicBezTo>
                  <a:pt x="483" y="9"/>
                  <a:pt x="478" y="2"/>
                  <a:pt x="472" y="6"/>
                </a:cubicBezTo>
                <a:lnTo>
                  <a:pt x="462" y="11"/>
                </a:lnTo>
                <a:cubicBezTo>
                  <a:pt x="462" y="11"/>
                  <a:pt x="458" y="14"/>
                  <a:pt x="461" y="10"/>
                </a:cubicBezTo>
                <a:cubicBezTo>
                  <a:pt x="461" y="10"/>
                  <a:pt x="463" y="6"/>
                  <a:pt x="460" y="5"/>
                </a:cubicBezTo>
                <a:lnTo>
                  <a:pt x="457" y="3"/>
                </a:lnTo>
                <a:cubicBezTo>
                  <a:pt x="457" y="3"/>
                  <a:pt x="453" y="0"/>
                  <a:pt x="453" y="4"/>
                </a:cubicBezTo>
                <a:cubicBezTo>
                  <a:pt x="453" y="4"/>
                  <a:pt x="451" y="12"/>
                  <a:pt x="447" y="10"/>
                </a:cubicBezTo>
                <a:cubicBezTo>
                  <a:pt x="447" y="10"/>
                  <a:pt x="442" y="8"/>
                  <a:pt x="442" y="11"/>
                </a:cubicBezTo>
                <a:cubicBezTo>
                  <a:pt x="442" y="11"/>
                  <a:pt x="449" y="15"/>
                  <a:pt x="446" y="18"/>
                </a:cubicBezTo>
                <a:cubicBezTo>
                  <a:pt x="446" y="18"/>
                  <a:pt x="441" y="24"/>
                  <a:pt x="439" y="18"/>
                </a:cubicBezTo>
                <a:cubicBezTo>
                  <a:pt x="439" y="18"/>
                  <a:pt x="436" y="11"/>
                  <a:pt x="430" y="9"/>
                </a:cubicBezTo>
                <a:cubicBezTo>
                  <a:pt x="430" y="9"/>
                  <a:pt x="425" y="7"/>
                  <a:pt x="428" y="11"/>
                </a:cubicBezTo>
                <a:cubicBezTo>
                  <a:pt x="428" y="11"/>
                  <a:pt x="434" y="16"/>
                  <a:pt x="435" y="21"/>
                </a:cubicBezTo>
                <a:cubicBezTo>
                  <a:pt x="435" y="21"/>
                  <a:pt x="438" y="27"/>
                  <a:pt x="433" y="23"/>
                </a:cubicBezTo>
                <a:cubicBezTo>
                  <a:pt x="433" y="23"/>
                  <a:pt x="426" y="17"/>
                  <a:pt x="427" y="21"/>
                </a:cubicBezTo>
                <a:cubicBezTo>
                  <a:pt x="427" y="21"/>
                  <a:pt x="433" y="32"/>
                  <a:pt x="436" y="37"/>
                </a:cubicBezTo>
                <a:cubicBezTo>
                  <a:pt x="436" y="37"/>
                  <a:pt x="439" y="42"/>
                  <a:pt x="439" y="36"/>
                </a:cubicBezTo>
                <a:cubicBezTo>
                  <a:pt x="439" y="36"/>
                  <a:pt x="438" y="30"/>
                  <a:pt x="442" y="34"/>
                </a:cubicBezTo>
                <a:cubicBezTo>
                  <a:pt x="442" y="34"/>
                  <a:pt x="445" y="37"/>
                  <a:pt x="447" y="35"/>
                </a:cubicBezTo>
                <a:cubicBezTo>
                  <a:pt x="447" y="35"/>
                  <a:pt x="449" y="31"/>
                  <a:pt x="447" y="31"/>
                </a:cubicBezTo>
                <a:cubicBezTo>
                  <a:pt x="444" y="30"/>
                  <a:pt x="445" y="26"/>
                  <a:pt x="445" y="26"/>
                </a:cubicBezTo>
                <a:cubicBezTo>
                  <a:pt x="445" y="26"/>
                  <a:pt x="443" y="22"/>
                  <a:pt x="445" y="22"/>
                </a:cubicBezTo>
                <a:cubicBezTo>
                  <a:pt x="445" y="22"/>
                  <a:pt x="453" y="17"/>
                  <a:pt x="450" y="22"/>
                </a:cubicBezTo>
                <a:cubicBezTo>
                  <a:pt x="450" y="22"/>
                  <a:pt x="444" y="27"/>
                  <a:pt x="452" y="32"/>
                </a:cubicBezTo>
                <a:cubicBezTo>
                  <a:pt x="452" y="32"/>
                  <a:pt x="460" y="35"/>
                  <a:pt x="463" y="28"/>
                </a:cubicBezTo>
                <a:cubicBezTo>
                  <a:pt x="463" y="28"/>
                  <a:pt x="464" y="23"/>
                  <a:pt x="462" y="21"/>
                </a:cubicBezTo>
                <a:cubicBezTo>
                  <a:pt x="462" y="21"/>
                  <a:pt x="458" y="16"/>
                  <a:pt x="463" y="16"/>
                </a:cubicBezTo>
                <a:lnTo>
                  <a:pt x="468" y="14"/>
                </a:lnTo>
                <a:cubicBezTo>
                  <a:pt x="468" y="14"/>
                  <a:pt x="473" y="12"/>
                  <a:pt x="472" y="16"/>
                </a:cubicBezTo>
                <a:lnTo>
                  <a:pt x="466" y="28"/>
                </a:lnTo>
                <a:cubicBezTo>
                  <a:pt x="466" y="28"/>
                  <a:pt x="463" y="34"/>
                  <a:pt x="460" y="34"/>
                </a:cubicBezTo>
                <a:lnTo>
                  <a:pt x="444" y="43"/>
                </a:lnTo>
                <a:cubicBezTo>
                  <a:pt x="444" y="43"/>
                  <a:pt x="437" y="45"/>
                  <a:pt x="442" y="46"/>
                </a:cubicBezTo>
                <a:cubicBezTo>
                  <a:pt x="442" y="46"/>
                  <a:pt x="447" y="48"/>
                  <a:pt x="450" y="44"/>
                </a:cubicBezTo>
                <a:lnTo>
                  <a:pt x="458" y="40"/>
                </a:lnTo>
                <a:cubicBezTo>
                  <a:pt x="458" y="40"/>
                  <a:pt x="463" y="36"/>
                  <a:pt x="460" y="42"/>
                </a:cubicBezTo>
                <a:cubicBezTo>
                  <a:pt x="460" y="42"/>
                  <a:pt x="460" y="47"/>
                  <a:pt x="453" y="52"/>
                </a:cubicBezTo>
                <a:lnTo>
                  <a:pt x="443" y="59"/>
                </a:lnTo>
                <a:lnTo>
                  <a:pt x="440" y="60"/>
                </a:lnTo>
                <a:lnTo>
                  <a:pt x="437" y="62"/>
                </a:lnTo>
                <a:close/>
                <a:moveTo>
                  <a:pt x="456" y="23"/>
                </a:moveTo>
                <a:cubicBezTo>
                  <a:pt x="457" y="23"/>
                  <a:pt x="458" y="24"/>
                  <a:pt x="458" y="25"/>
                </a:cubicBezTo>
                <a:cubicBezTo>
                  <a:pt x="458" y="27"/>
                  <a:pt x="457" y="28"/>
                  <a:pt x="456" y="28"/>
                </a:cubicBezTo>
                <a:cubicBezTo>
                  <a:pt x="455" y="28"/>
                  <a:pt x="454" y="27"/>
                  <a:pt x="454" y="25"/>
                </a:cubicBezTo>
                <a:cubicBezTo>
                  <a:pt x="454" y="24"/>
                  <a:pt x="455" y="23"/>
                  <a:pt x="456" y="23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19" name="Freeform 6"/>
          <p:cNvSpPr>
            <a:spLocks noGrp="1"/>
          </p:cNvSpPr>
          <p:nvPr/>
        </p:nvSpPr>
        <p:spPr>
          <a:xfrm>
            <a:off x="10465525" y="520851"/>
            <a:ext cx="1549319" cy="49527"/>
          </a:xfrm>
          <a:custGeom>
            <a:avLst/>
            <a:gdLst/>
            <a:ahLst/>
            <a:cxnLst/>
            <a:rect l="l" t="t" r="r" b="b"/>
            <a:pathLst>
              <a:path w="471" h="15">
                <a:moveTo>
                  <a:pt x="0" y="15"/>
                </a:moveTo>
                <a:lnTo>
                  <a:pt x="0" y="0"/>
                </a:lnTo>
                <a:lnTo>
                  <a:pt x="2" y="0"/>
                </a:lnTo>
                <a:lnTo>
                  <a:pt x="2" y="6"/>
                </a:lnTo>
                <a:lnTo>
                  <a:pt x="9" y="6"/>
                </a:lnTo>
                <a:lnTo>
                  <a:pt x="9" y="0"/>
                </a:lnTo>
                <a:lnTo>
                  <a:pt x="10" y="0"/>
                </a:lnTo>
                <a:lnTo>
                  <a:pt x="10" y="15"/>
                </a:lnTo>
                <a:lnTo>
                  <a:pt x="9" y="15"/>
                </a:lnTo>
                <a:lnTo>
                  <a:pt x="9" y="8"/>
                </a:lnTo>
                <a:lnTo>
                  <a:pt x="2" y="8"/>
                </a:lnTo>
                <a:lnTo>
                  <a:pt x="2" y="15"/>
                </a:lnTo>
                <a:lnTo>
                  <a:pt x="0" y="15"/>
                </a:lnTo>
                <a:close/>
              </a:path>
              <a:path w="471" h="15">
                <a:moveTo>
                  <a:pt x="21" y="0"/>
                </a:moveTo>
                <a:lnTo>
                  <a:pt x="22" y="0"/>
                </a:lnTo>
                <a:lnTo>
                  <a:pt x="22" y="9"/>
                </a:lnTo>
                <a:cubicBezTo>
                  <a:pt x="22" y="10"/>
                  <a:pt x="22" y="11"/>
                  <a:pt x="22" y="12"/>
                </a:cubicBezTo>
                <a:cubicBezTo>
                  <a:pt x="22" y="13"/>
                  <a:pt x="21" y="14"/>
                  <a:pt x="20" y="14"/>
                </a:cubicBezTo>
                <a:cubicBezTo>
                  <a:pt x="20" y="15"/>
                  <a:pt x="19" y="15"/>
                  <a:pt x="17" y="15"/>
                </a:cubicBezTo>
                <a:cubicBezTo>
                  <a:pt x="16" y="15"/>
                  <a:pt x="15" y="15"/>
                  <a:pt x="15" y="14"/>
                </a:cubicBezTo>
                <a:cubicBezTo>
                  <a:pt x="14" y="14"/>
                  <a:pt x="13" y="13"/>
                  <a:pt x="13" y="12"/>
                </a:cubicBezTo>
                <a:cubicBezTo>
                  <a:pt x="13" y="11"/>
                  <a:pt x="12" y="10"/>
                  <a:pt x="12" y="9"/>
                </a:cubicBezTo>
                <a:lnTo>
                  <a:pt x="12" y="0"/>
                </a:lnTo>
                <a:lnTo>
                  <a:pt x="14" y="0"/>
                </a:lnTo>
                <a:lnTo>
                  <a:pt x="14" y="9"/>
                </a:lnTo>
                <a:cubicBezTo>
                  <a:pt x="14" y="10"/>
                  <a:pt x="14" y="11"/>
                  <a:pt x="14" y="11"/>
                </a:cubicBezTo>
                <a:cubicBezTo>
                  <a:pt x="15" y="12"/>
                  <a:pt x="15" y="12"/>
                  <a:pt x="15" y="13"/>
                </a:cubicBezTo>
                <a:cubicBezTo>
                  <a:pt x="16" y="13"/>
                  <a:pt x="17" y="13"/>
                  <a:pt x="17" y="13"/>
                </a:cubicBezTo>
                <a:cubicBezTo>
                  <a:pt x="18" y="13"/>
                  <a:pt x="19" y="13"/>
                  <a:pt x="20" y="12"/>
                </a:cubicBezTo>
                <a:cubicBezTo>
                  <a:pt x="20" y="12"/>
                  <a:pt x="21" y="10"/>
                  <a:pt x="21" y="9"/>
                </a:cubicBezTo>
                <a:lnTo>
                  <a:pt x="21" y="0"/>
                </a:lnTo>
                <a:close/>
              </a:path>
              <a:path w="471" h="15">
                <a:moveTo>
                  <a:pt x="23" y="15"/>
                </a:moveTo>
                <a:lnTo>
                  <a:pt x="28" y="0"/>
                </a:lnTo>
                <a:lnTo>
                  <a:pt x="30" y="0"/>
                </a:lnTo>
                <a:lnTo>
                  <a:pt x="35" y="15"/>
                </a:lnTo>
                <a:lnTo>
                  <a:pt x="33" y="15"/>
                </a:lnTo>
                <a:lnTo>
                  <a:pt x="32" y="10"/>
                </a:lnTo>
                <a:lnTo>
                  <a:pt x="26" y="10"/>
                </a:lnTo>
                <a:lnTo>
                  <a:pt x="25" y="15"/>
                </a:lnTo>
                <a:lnTo>
                  <a:pt x="23" y="15"/>
                </a:lnTo>
                <a:close/>
                <a:moveTo>
                  <a:pt x="27" y="9"/>
                </a:moveTo>
                <a:lnTo>
                  <a:pt x="31" y="9"/>
                </a:lnTo>
                <a:lnTo>
                  <a:pt x="30" y="5"/>
                </a:lnTo>
                <a:cubicBezTo>
                  <a:pt x="29" y="4"/>
                  <a:pt x="29" y="3"/>
                  <a:pt x="29" y="2"/>
                </a:cubicBezTo>
                <a:cubicBezTo>
                  <a:pt x="29" y="3"/>
                  <a:pt x="28" y="4"/>
                  <a:pt x="28" y="5"/>
                </a:cubicBezTo>
                <a:lnTo>
                  <a:pt x="27" y="9"/>
                </a:lnTo>
                <a:close/>
              </a:path>
              <a:path w="471" h="15">
                <a:moveTo>
                  <a:pt x="35" y="15"/>
                </a:moveTo>
                <a:lnTo>
                  <a:pt x="35" y="13"/>
                </a:lnTo>
                <a:lnTo>
                  <a:pt x="41" y="4"/>
                </a:lnTo>
                <a:cubicBezTo>
                  <a:pt x="42" y="3"/>
                  <a:pt x="42" y="2"/>
                  <a:pt x="42" y="2"/>
                </a:cubicBezTo>
                <a:lnTo>
                  <a:pt x="35" y="2"/>
                </a:lnTo>
                <a:lnTo>
                  <a:pt x="35" y="0"/>
                </a:lnTo>
                <a:lnTo>
                  <a:pt x="44" y="0"/>
                </a:lnTo>
                <a:lnTo>
                  <a:pt x="44" y="2"/>
                </a:lnTo>
                <a:lnTo>
                  <a:pt x="37" y="12"/>
                </a:lnTo>
                <a:lnTo>
                  <a:pt x="37" y="13"/>
                </a:lnTo>
                <a:lnTo>
                  <a:pt x="45" y="13"/>
                </a:lnTo>
                <a:lnTo>
                  <a:pt x="45" y="15"/>
                </a:lnTo>
                <a:lnTo>
                  <a:pt x="35" y="15"/>
                </a:lnTo>
                <a:close/>
              </a:path>
              <a:path w="471" h="15">
                <a:moveTo>
                  <a:pt x="46" y="15"/>
                </a:moveTo>
                <a:lnTo>
                  <a:pt x="46" y="0"/>
                </a:lnTo>
                <a:lnTo>
                  <a:pt x="48" y="0"/>
                </a:lnTo>
                <a:lnTo>
                  <a:pt x="48" y="6"/>
                </a:lnTo>
                <a:lnTo>
                  <a:pt x="54" y="6"/>
                </a:lnTo>
                <a:lnTo>
                  <a:pt x="54" y="0"/>
                </a:lnTo>
                <a:lnTo>
                  <a:pt x="56" y="0"/>
                </a:lnTo>
                <a:lnTo>
                  <a:pt x="56" y="15"/>
                </a:lnTo>
                <a:lnTo>
                  <a:pt x="54" y="15"/>
                </a:lnTo>
                <a:lnTo>
                  <a:pt x="54" y="8"/>
                </a:lnTo>
                <a:lnTo>
                  <a:pt x="48" y="8"/>
                </a:lnTo>
                <a:lnTo>
                  <a:pt x="48" y="15"/>
                </a:lnTo>
                <a:lnTo>
                  <a:pt x="46" y="15"/>
                </a:lnTo>
                <a:close/>
              </a:path>
              <a:path w="471" h="15">
                <a:moveTo>
                  <a:pt x="58" y="8"/>
                </a:moveTo>
                <a:cubicBezTo>
                  <a:pt x="58" y="5"/>
                  <a:pt x="58" y="3"/>
                  <a:pt x="59" y="2"/>
                </a:cubicBezTo>
                <a:cubicBezTo>
                  <a:pt x="60" y="1"/>
                  <a:pt x="62" y="0"/>
                  <a:pt x="64" y="0"/>
                </a:cubicBezTo>
                <a:cubicBezTo>
                  <a:pt x="65" y="0"/>
                  <a:pt x="66" y="0"/>
                  <a:pt x="67" y="1"/>
                </a:cubicBezTo>
                <a:cubicBezTo>
                  <a:pt x="68" y="2"/>
                  <a:pt x="68" y="3"/>
                  <a:pt x="69" y="4"/>
                </a:cubicBezTo>
                <a:cubicBezTo>
                  <a:pt x="69" y="5"/>
                  <a:pt x="70" y="6"/>
                  <a:pt x="70" y="8"/>
                </a:cubicBezTo>
                <a:cubicBezTo>
                  <a:pt x="70" y="9"/>
                  <a:pt x="69" y="10"/>
                  <a:pt x="69" y="11"/>
                </a:cubicBezTo>
                <a:cubicBezTo>
                  <a:pt x="68" y="13"/>
                  <a:pt x="68" y="13"/>
                  <a:pt x="67" y="14"/>
                </a:cubicBezTo>
                <a:cubicBezTo>
                  <a:pt x="66" y="15"/>
                  <a:pt x="65" y="15"/>
                  <a:pt x="64" y="15"/>
                </a:cubicBezTo>
                <a:cubicBezTo>
                  <a:pt x="62" y="15"/>
                  <a:pt x="61" y="15"/>
                  <a:pt x="60" y="14"/>
                </a:cubicBezTo>
                <a:cubicBezTo>
                  <a:pt x="59" y="13"/>
                  <a:pt x="59" y="12"/>
                  <a:pt x="58" y="11"/>
                </a:cubicBezTo>
                <a:cubicBezTo>
                  <a:pt x="58" y="10"/>
                  <a:pt x="58" y="9"/>
                  <a:pt x="58" y="8"/>
                </a:cubicBezTo>
                <a:close/>
                <a:moveTo>
                  <a:pt x="59" y="8"/>
                </a:moveTo>
                <a:cubicBezTo>
                  <a:pt x="59" y="9"/>
                  <a:pt x="60" y="11"/>
                  <a:pt x="60" y="12"/>
                </a:cubicBezTo>
                <a:cubicBezTo>
                  <a:pt x="61" y="13"/>
                  <a:pt x="62" y="13"/>
                  <a:pt x="64" y="13"/>
                </a:cubicBezTo>
                <a:cubicBezTo>
                  <a:pt x="65" y="13"/>
                  <a:pt x="66" y="13"/>
                  <a:pt x="67" y="12"/>
                </a:cubicBezTo>
                <a:cubicBezTo>
                  <a:pt x="67" y="11"/>
                  <a:pt x="68" y="9"/>
                  <a:pt x="68" y="7"/>
                </a:cubicBezTo>
                <a:cubicBezTo>
                  <a:pt x="68" y="6"/>
                  <a:pt x="68" y="5"/>
                  <a:pt x="67" y="4"/>
                </a:cubicBezTo>
                <a:cubicBezTo>
                  <a:pt x="67" y="4"/>
                  <a:pt x="66" y="3"/>
                  <a:pt x="66" y="2"/>
                </a:cubicBezTo>
                <a:cubicBezTo>
                  <a:pt x="65" y="2"/>
                  <a:pt x="64" y="2"/>
                  <a:pt x="64" y="2"/>
                </a:cubicBezTo>
                <a:cubicBezTo>
                  <a:pt x="62" y="2"/>
                  <a:pt x="61" y="2"/>
                  <a:pt x="61" y="3"/>
                </a:cubicBezTo>
                <a:cubicBezTo>
                  <a:pt x="60" y="4"/>
                  <a:pt x="59" y="6"/>
                  <a:pt x="59" y="8"/>
                </a:cubicBezTo>
                <a:close/>
              </a:path>
              <a:path w="471" h="15">
                <a:moveTo>
                  <a:pt x="71" y="15"/>
                </a:moveTo>
                <a:lnTo>
                  <a:pt x="71" y="0"/>
                </a:lnTo>
                <a:lnTo>
                  <a:pt x="73" y="0"/>
                </a:lnTo>
                <a:lnTo>
                  <a:pt x="79" y="12"/>
                </a:lnTo>
                <a:lnTo>
                  <a:pt x="79" y="0"/>
                </a:lnTo>
                <a:lnTo>
                  <a:pt x="81" y="0"/>
                </a:lnTo>
                <a:lnTo>
                  <a:pt x="81" y="15"/>
                </a:lnTo>
                <a:lnTo>
                  <a:pt x="79" y="15"/>
                </a:lnTo>
                <a:lnTo>
                  <a:pt x="73" y="3"/>
                </a:lnTo>
                <a:lnTo>
                  <a:pt x="73" y="15"/>
                </a:lnTo>
                <a:lnTo>
                  <a:pt x="71" y="15"/>
                </a:lnTo>
                <a:close/>
              </a:path>
              <a:path w="471" h="15">
                <a:moveTo>
                  <a:pt x="89" y="9"/>
                </a:moveTo>
                <a:lnTo>
                  <a:pt x="89" y="7"/>
                </a:lnTo>
                <a:lnTo>
                  <a:pt x="94" y="7"/>
                </a:lnTo>
                <a:lnTo>
                  <a:pt x="94" y="13"/>
                </a:lnTo>
                <a:cubicBezTo>
                  <a:pt x="94" y="13"/>
                  <a:pt x="93" y="14"/>
                  <a:pt x="92" y="14"/>
                </a:cubicBezTo>
                <a:cubicBezTo>
                  <a:pt x="91" y="15"/>
                  <a:pt x="90" y="15"/>
                  <a:pt x="89" y="15"/>
                </a:cubicBezTo>
                <a:cubicBezTo>
                  <a:pt x="88" y="15"/>
                  <a:pt x="87" y="15"/>
                  <a:pt x="86" y="14"/>
                </a:cubicBezTo>
                <a:cubicBezTo>
                  <a:pt x="85" y="13"/>
                  <a:pt x="84" y="13"/>
                  <a:pt x="84" y="11"/>
                </a:cubicBezTo>
                <a:cubicBezTo>
                  <a:pt x="83" y="10"/>
                  <a:pt x="83" y="9"/>
                  <a:pt x="83" y="8"/>
                </a:cubicBezTo>
                <a:cubicBezTo>
                  <a:pt x="83" y="6"/>
                  <a:pt x="83" y="5"/>
                  <a:pt x="84" y="4"/>
                </a:cubicBezTo>
                <a:cubicBezTo>
                  <a:pt x="84" y="2"/>
                  <a:pt x="85" y="2"/>
                  <a:pt x="86" y="1"/>
                </a:cubicBezTo>
                <a:cubicBezTo>
                  <a:pt x="87" y="0"/>
                  <a:pt x="88" y="0"/>
                  <a:pt x="89" y="0"/>
                </a:cubicBezTo>
                <a:cubicBezTo>
                  <a:pt x="90" y="0"/>
                  <a:pt x="91" y="0"/>
                  <a:pt x="92" y="1"/>
                </a:cubicBezTo>
                <a:cubicBezTo>
                  <a:pt x="92" y="1"/>
                  <a:pt x="93" y="1"/>
                  <a:pt x="93" y="2"/>
                </a:cubicBezTo>
                <a:cubicBezTo>
                  <a:pt x="94" y="3"/>
                  <a:pt x="94" y="3"/>
                  <a:pt x="94" y="4"/>
                </a:cubicBezTo>
                <a:lnTo>
                  <a:pt x="93" y="5"/>
                </a:lnTo>
                <a:cubicBezTo>
                  <a:pt x="93" y="4"/>
                  <a:pt x="92" y="3"/>
                  <a:pt x="92" y="3"/>
                </a:cubicBezTo>
                <a:cubicBezTo>
                  <a:pt x="92" y="3"/>
                  <a:pt x="91" y="2"/>
                  <a:pt x="91" y="2"/>
                </a:cubicBezTo>
                <a:cubicBezTo>
                  <a:pt x="90" y="2"/>
                  <a:pt x="90" y="2"/>
                  <a:pt x="89" y="2"/>
                </a:cubicBezTo>
                <a:cubicBezTo>
                  <a:pt x="88" y="2"/>
                  <a:pt x="88" y="2"/>
                  <a:pt x="87" y="2"/>
                </a:cubicBezTo>
                <a:cubicBezTo>
                  <a:pt x="87" y="2"/>
                  <a:pt x="86" y="3"/>
                  <a:pt x="86" y="3"/>
                </a:cubicBezTo>
                <a:cubicBezTo>
                  <a:pt x="86" y="4"/>
                  <a:pt x="85" y="4"/>
                  <a:pt x="85" y="5"/>
                </a:cubicBezTo>
                <a:cubicBezTo>
                  <a:pt x="85" y="5"/>
                  <a:pt x="85" y="6"/>
                  <a:pt x="85" y="7"/>
                </a:cubicBezTo>
                <a:cubicBezTo>
                  <a:pt x="85" y="9"/>
                  <a:pt x="85" y="10"/>
                  <a:pt x="85" y="11"/>
                </a:cubicBezTo>
                <a:cubicBezTo>
                  <a:pt x="86" y="12"/>
                  <a:pt x="86" y="12"/>
                  <a:pt x="87" y="13"/>
                </a:cubicBezTo>
                <a:cubicBezTo>
                  <a:pt x="88" y="13"/>
                  <a:pt x="88" y="13"/>
                  <a:pt x="89" y="13"/>
                </a:cubicBezTo>
                <a:cubicBezTo>
                  <a:pt x="90" y="13"/>
                  <a:pt x="91" y="13"/>
                  <a:pt x="91" y="13"/>
                </a:cubicBezTo>
                <a:cubicBezTo>
                  <a:pt x="92" y="12"/>
                  <a:pt x="92" y="12"/>
                  <a:pt x="93" y="12"/>
                </a:cubicBezTo>
                <a:lnTo>
                  <a:pt x="93" y="9"/>
                </a:lnTo>
                <a:lnTo>
                  <a:pt x="89" y="9"/>
                </a:lnTo>
                <a:close/>
              </a:path>
              <a:path w="471" h="15">
                <a:moveTo>
                  <a:pt x="110" y="0"/>
                </a:moveTo>
                <a:lnTo>
                  <a:pt x="112" y="0"/>
                </a:lnTo>
                <a:lnTo>
                  <a:pt x="112" y="9"/>
                </a:lnTo>
                <a:cubicBezTo>
                  <a:pt x="112" y="10"/>
                  <a:pt x="111" y="11"/>
                  <a:pt x="111" y="12"/>
                </a:cubicBezTo>
                <a:cubicBezTo>
                  <a:pt x="111" y="13"/>
                  <a:pt x="110" y="14"/>
                  <a:pt x="110" y="14"/>
                </a:cubicBezTo>
                <a:cubicBezTo>
                  <a:pt x="109" y="15"/>
                  <a:pt x="108" y="15"/>
                  <a:pt x="107" y="15"/>
                </a:cubicBezTo>
                <a:cubicBezTo>
                  <a:pt x="106" y="15"/>
                  <a:pt x="105" y="15"/>
                  <a:pt x="104" y="14"/>
                </a:cubicBezTo>
                <a:cubicBezTo>
                  <a:pt x="103" y="14"/>
                  <a:pt x="103" y="13"/>
                  <a:pt x="102" y="12"/>
                </a:cubicBezTo>
                <a:cubicBezTo>
                  <a:pt x="102" y="11"/>
                  <a:pt x="102" y="10"/>
                  <a:pt x="102" y="9"/>
                </a:cubicBezTo>
                <a:lnTo>
                  <a:pt x="102" y="0"/>
                </a:lnTo>
                <a:lnTo>
                  <a:pt x="103" y="0"/>
                </a:lnTo>
                <a:lnTo>
                  <a:pt x="103" y="9"/>
                </a:lnTo>
                <a:cubicBezTo>
                  <a:pt x="103" y="10"/>
                  <a:pt x="104" y="11"/>
                  <a:pt x="104" y="11"/>
                </a:cubicBezTo>
                <a:cubicBezTo>
                  <a:pt x="104" y="12"/>
                  <a:pt x="104" y="12"/>
                  <a:pt x="105" y="13"/>
                </a:cubicBezTo>
                <a:cubicBezTo>
                  <a:pt x="105" y="13"/>
                  <a:pt x="106" y="13"/>
                  <a:pt x="107" y="13"/>
                </a:cubicBezTo>
                <a:cubicBezTo>
                  <a:pt x="108" y="13"/>
                  <a:pt x="109" y="13"/>
                  <a:pt x="109" y="12"/>
                </a:cubicBezTo>
                <a:cubicBezTo>
                  <a:pt x="110" y="12"/>
                  <a:pt x="110" y="10"/>
                  <a:pt x="110" y="9"/>
                </a:cubicBezTo>
                <a:lnTo>
                  <a:pt x="110" y="0"/>
                </a:lnTo>
                <a:close/>
              </a:path>
              <a:path w="471" h="15">
                <a:moveTo>
                  <a:pt x="114" y="15"/>
                </a:moveTo>
                <a:lnTo>
                  <a:pt x="114" y="0"/>
                </a:lnTo>
                <a:lnTo>
                  <a:pt x="116" y="0"/>
                </a:lnTo>
                <a:lnTo>
                  <a:pt x="122" y="12"/>
                </a:lnTo>
                <a:lnTo>
                  <a:pt x="122" y="0"/>
                </a:lnTo>
                <a:lnTo>
                  <a:pt x="124" y="0"/>
                </a:lnTo>
                <a:lnTo>
                  <a:pt x="124" y="15"/>
                </a:lnTo>
                <a:lnTo>
                  <a:pt x="122" y="15"/>
                </a:lnTo>
                <a:lnTo>
                  <a:pt x="115" y="3"/>
                </a:lnTo>
                <a:lnTo>
                  <a:pt x="115" y="15"/>
                </a:lnTo>
                <a:lnTo>
                  <a:pt x="114" y="15"/>
                </a:lnTo>
                <a:close/>
              </a:path>
              <a:path w="471" h="15">
                <a:moveTo>
                  <a:pt x="126" y="15"/>
                </a:moveTo>
                <a:lnTo>
                  <a:pt x="126" y="0"/>
                </a:lnTo>
                <a:lnTo>
                  <a:pt x="128" y="0"/>
                </a:lnTo>
                <a:lnTo>
                  <a:pt x="128" y="15"/>
                </a:lnTo>
                <a:lnTo>
                  <a:pt x="126" y="15"/>
                </a:lnTo>
                <a:close/>
              </a:path>
              <a:path w="471" h="15">
                <a:moveTo>
                  <a:pt x="134" y="15"/>
                </a:moveTo>
                <a:lnTo>
                  <a:pt x="129" y="0"/>
                </a:lnTo>
                <a:lnTo>
                  <a:pt x="131" y="0"/>
                </a:lnTo>
                <a:lnTo>
                  <a:pt x="134" y="11"/>
                </a:lnTo>
                <a:cubicBezTo>
                  <a:pt x="134" y="12"/>
                  <a:pt x="135" y="12"/>
                  <a:pt x="135" y="13"/>
                </a:cubicBezTo>
                <a:cubicBezTo>
                  <a:pt x="135" y="12"/>
                  <a:pt x="135" y="12"/>
                  <a:pt x="135" y="11"/>
                </a:cubicBezTo>
                <a:lnTo>
                  <a:pt x="139" y="0"/>
                </a:lnTo>
                <a:lnTo>
                  <a:pt x="141" y="0"/>
                </a:lnTo>
                <a:lnTo>
                  <a:pt x="136" y="15"/>
                </a:lnTo>
                <a:lnTo>
                  <a:pt x="134" y="15"/>
                </a:lnTo>
                <a:close/>
              </a:path>
              <a:path w="471" h="15">
                <a:moveTo>
                  <a:pt x="142" y="15"/>
                </a:moveTo>
                <a:lnTo>
                  <a:pt x="142" y="0"/>
                </a:lnTo>
                <a:lnTo>
                  <a:pt x="151" y="0"/>
                </a:lnTo>
                <a:lnTo>
                  <a:pt x="151" y="2"/>
                </a:lnTo>
                <a:lnTo>
                  <a:pt x="143" y="2"/>
                </a:lnTo>
                <a:lnTo>
                  <a:pt x="143" y="6"/>
                </a:lnTo>
                <a:lnTo>
                  <a:pt x="150" y="6"/>
                </a:lnTo>
                <a:lnTo>
                  <a:pt x="150" y="8"/>
                </a:lnTo>
                <a:lnTo>
                  <a:pt x="143" y="8"/>
                </a:lnTo>
                <a:lnTo>
                  <a:pt x="143" y="13"/>
                </a:lnTo>
                <a:lnTo>
                  <a:pt x="151" y="13"/>
                </a:lnTo>
                <a:lnTo>
                  <a:pt x="151" y="15"/>
                </a:lnTo>
                <a:lnTo>
                  <a:pt x="142" y="15"/>
                </a:lnTo>
                <a:close/>
              </a:path>
              <a:path w="471" h="15">
                <a:moveTo>
                  <a:pt x="153" y="15"/>
                </a:moveTo>
                <a:lnTo>
                  <a:pt x="153" y="0"/>
                </a:lnTo>
                <a:lnTo>
                  <a:pt x="158" y="0"/>
                </a:lnTo>
                <a:cubicBezTo>
                  <a:pt x="159" y="0"/>
                  <a:pt x="160" y="0"/>
                  <a:pt x="161" y="1"/>
                </a:cubicBezTo>
                <a:cubicBezTo>
                  <a:pt x="161" y="1"/>
                  <a:pt x="162" y="1"/>
                  <a:pt x="162" y="2"/>
                </a:cubicBezTo>
                <a:cubicBezTo>
                  <a:pt x="163" y="3"/>
                  <a:pt x="163" y="3"/>
                  <a:pt x="163" y="4"/>
                </a:cubicBezTo>
                <a:cubicBezTo>
                  <a:pt x="163" y="5"/>
                  <a:pt x="162" y="6"/>
                  <a:pt x="162" y="7"/>
                </a:cubicBezTo>
                <a:cubicBezTo>
                  <a:pt x="161" y="7"/>
                  <a:pt x="160" y="8"/>
                  <a:pt x="159" y="8"/>
                </a:cubicBezTo>
                <a:cubicBezTo>
                  <a:pt x="160" y="8"/>
                  <a:pt x="160" y="9"/>
                  <a:pt x="160" y="9"/>
                </a:cubicBezTo>
                <a:cubicBezTo>
                  <a:pt x="161" y="9"/>
                  <a:pt x="161" y="10"/>
                  <a:pt x="162" y="11"/>
                </a:cubicBezTo>
                <a:lnTo>
                  <a:pt x="164" y="15"/>
                </a:lnTo>
                <a:lnTo>
                  <a:pt x="162" y="15"/>
                </a:lnTo>
                <a:lnTo>
                  <a:pt x="160" y="12"/>
                </a:lnTo>
                <a:cubicBezTo>
                  <a:pt x="160" y="11"/>
                  <a:pt x="159" y="10"/>
                  <a:pt x="159" y="10"/>
                </a:cubicBezTo>
                <a:cubicBezTo>
                  <a:pt x="159" y="9"/>
                  <a:pt x="158" y="9"/>
                  <a:pt x="158" y="9"/>
                </a:cubicBezTo>
                <a:cubicBezTo>
                  <a:pt x="158" y="9"/>
                  <a:pt x="158" y="8"/>
                  <a:pt x="157" y="8"/>
                </a:cubicBezTo>
                <a:cubicBezTo>
                  <a:pt x="157" y="8"/>
                  <a:pt x="157" y="8"/>
                  <a:pt x="156" y="8"/>
                </a:cubicBezTo>
                <a:lnTo>
                  <a:pt x="154" y="8"/>
                </a:lnTo>
                <a:lnTo>
                  <a:pt x="154" y="15"/>
                </a:lnTo>
                <a:lnTo>
                  <a:pt x="153" y="15"/>
                </a:lnTo>
                <a:close/>
                <a:moveTo>
                  <a:pt x="154" y="7"/>
                </a:moveTo>
                <a:lnTo>
                  <a:pt x="158" y="7"/>
                </a:lnTo>
                <a:cubicBezTo>
                  <a:pt x="159" y="7"/>
                  <a:pt x="159" y="7"/>
                  <a:pt x="160" y="6"/>
                </a:cubicBezTo>
                <a:cubicBezTo>
                  <a:pt x="160" y="6"/>
                  <a:pt x="160" y="6"/>
                  <a:pt x="161" y="6"/>
                </a:cubicBezTo>
                <a:cubicBezTo>
                  <a:pt x="161" y="5"/>
                  <a:pt x="161" y="5"/>
                  <a:pt x="161" y="4"/>
                </a:cubicBezTo>
                <a:cubicBezTo>
                  <a:pt x="161" y="4"/>
                  <a:pt x="161" y="3"/>
                  <a:pt x="160" y="3"/>
                </a:cubicBezTo>
                <a:cubicBezTo>
                  <a:pt x="160" y="2"/>
                  <a:pt x="159" y="2"/>
                  <a:pt x="158" y="2"/>
                </a:cubicBezTo>
                <a:lnTo>
                  <a:pt x="154" y="2"/>
                </a:lnTo>
                <a:lnTo>
                  <a:pt x="154" y="7"/>
                </a:lnTo>
                <a:close/>
              </a:path>
              <a:path w="471" h="15">
                <a:moveTo>
                  <a:pt x="164" y="10"/>
                </a:moveTo>
                <a:lnTo>
                  <a:pt x="166" y="10"/>
                </a:lnTo>
                <a:cubicBezTo>
                  <a:pt x="166" y="11"/>
                  <a:pt x="166" y="11"/>
                  <a:pt x="166" y="12"/>
                </a:cubicBezTo>
                <a:cubicBezTo>
                  <a:pt x="167" y="12"/>
                  <a:pt x="167" y="13"/>
                  <a:pt x="168" y="13"/>
                </a:cubicBezTo>
                <a:cubicBezTo>
                  <a:pt x="168" y="13"/>
                  <a:pt x="169" y="13"/>
                  <a:pt x="170" y="13"/>
                </a:cubicBezTo>
                <a:cubicBezTo>
                  <a:pt x="170" y="13"/>
                  <a:pt x="171" y="13"/>
                  <a:pt x="171" y="13"/>
                </a:cubicBezTo>
                <a:cubicBezTo>
                  <a:pt x="172" y="13"/>
                  <a:pt x="172" y="12"/>
                  <a:pt x="172" y="12"/>
                </a:cubicBezTo>
                <a:cubicBezTo>
                  <a:pt x="173" y="12"/>
                  <a:pt x="173" y="11"/>
                  <a:pt x="173" y="11"/>
                </a:cubicBezTo>
                <a:cubicBezTo>
                  <a:pt x="173" y="10"/>
                  <a:pt x="173" y="10"/>
                  <a:pt x="172" y="10"/>
                </a:cubicBezTo>
                <a:cubicBezTo>
                  <a:pt x="172" y="9"/>
                  <a:pt x="172" y="9"/>
                  <a:pt x="171" y="9"/>
                </a:cubicBezTo>
                <a:cubicBezTo>
                  <a:pt x="171" y="9"/>
                  <a:pt x="170" y="8"/>
                  <a:pt x="169" y="8"/>
                </a:cubicBezTo>
                <a:cubicBezTo>
                  <a:pt x="168" y="8"/>
                  <a:pt x="167" y="7"/>
                  <a:pt x="167" y="7"/>
                </a:cubicBezTo>
                <a:cubicBezTo>
                  <a:pt x="166" y="7"/>
                  <a:pt x="166" y="6"/>
                  <a:pt x="165" y="6"/>
                </a:cubicBezTo>
                <a:cubicBezTo>
                  <a:pt x="165" y="5"/>
                  <a:pt x="165" y="5"/>
                  <a:pt x="165" y="4"/>
                </a:cubicBezTo>
                <a:cubicBezTo>
                  <a:pt x="165" y="3"/>
                  <a:pt x="165" y="3"/>
                  <a:pt x="165" y="2"/>
                </a:cubicBezTo>
                <a:cubicBezTo>
                  <a:pt x="166" y="1"/>
                  <a:pt x="166" y="1"/>
                  <a:pt x="167" y="1"/>
                </a:cubicBezTo>
                <a:cubicBezTo>
                  <a:pt x="168" y="0"/>
                  <a:pt x="168" y="0"/>
                  <a:pt x="169" y="0"/>
                </a:cubicBezTo>
                <a:cubicBezTo>
                  <a:pt x="170" y="0"/>
                  <a:pt x="171" y="0"/>
                  <a:pt x="172" y="1"/>
                </a:cubicBezTo>
                <a:cubicBezTo>
                  <a:pt x="172" y="1"/>
                  <a:pt x="173" y="1"/>
                  <a:pt x="173" y="2"/>
                </a:cubicBezTo>
                <a:cubicBezTo>
                  <a:pt x="174" y="3"/>
                  <a:pt x="174" y="3"/>
                  <a:pt x="174" y="4"/>
                </a:cubicBezTo>
                <a:lnTo>
                  <a:pt x="172" y="4"/>
                </a:lnTo>
                <a:cubicBezTo>
                  <a:pt x="172" y="4"/>
                  <a:pt x="172" y="3"/>
                  <a:pt x="171" y="2"/>
                </a:cubicBezTo>
                <a:cubicBezTo>
                  <a:pt x="171" y="2"/>
                  <a:pt x="170" y="2"/>
                  <a:pt x="169" y="2"/>
                </a:cubicBezTo>
                <a:cubicBezTo>
                  <a:pt x="168" y="2"/>
                  <a:pt x="168" y="2"/>
                  <a:pt x="167" y="2"/>
                </a:cubicBezTo>
                <a:cubicBezTo>
                  <a:pt x="167" y="3"/>
                  <a:pt x="166" y="3"/>
                  <a:pt x="166" y="4"/>
                </a:cubicBezTo>
                <a:cubicBezTo>
                  <a:pt x="166" y="4"/>
                  <a:pt x="167" y="5"/>
                  <a:pt x="167" y="5"/>
                </a:cubicBezTo>
                <a:cubicBezTo>
                  <a:pt x="167" y="5"/>
                  <a:pt x="168" y="6"/>
                  <a:pt x="169" y="6"/>
                </a:cubicBezTo>
                <a:cubicBezTo>
                  <a:pt x="171" y="7"/>
                  <a:pt x="172" y="7"/>
                  <a:pt x="172" y="7"/>
                </a:cubicBezTo>
                <a:cubicBezTo>
                  <a:pt x="173" y="7"/>
                  <a:pt x="173" y="8"/>
                  <a:pt x="174" y="9"/>
                </a:cubicBezTo>
                <a:cubicBezTo>
                  <a:pt x="174" y="9"/>
                  <a:pt x="174" y="10"/>
                  <a:pt x="174" y="11"/>
                </a:cubicBezTo>
                <a:cubicBezTo>
                  <a:pt x="174" y="11"/>
                  <a:pt x="174" y="12"/>
                  <a:pt x="174" y="13"/>
                </a:cubicBezTo>
                <a:cubicBezTo>
                  <a:pt x="173" y="13"/>
                  <a:pt x="173" y="14"/>
                  <a:pt x="172" y="14"/>
                </a:cubicBezTo>
                <a:cubicBezTo>
                  <a:pt x="171" y="15"/>
                  <a:pt x="171" y="15"/>
                  <a:pt x="170" y="15"/>
                </a:cubicBezTo>
                <a:cubicBezTo>
                  <a:pt x="169" y="15"/>
                  <a:pt x="168" y="15"/>
                  <a:pt x="167" y="14"/>
                </a:cubicBezTo>
                <a:cubicBezTo>
                  <a:pt x="166" y="14"/>
                  <a:pt x="165" y="13"/>
                  <a:pt x="165" y="13"/>
                </a:cubicBezTo>
                <a:cubicBezTo>
                  <a:pt x="165" y="12"/>
                  <a:pt x="164" y="11"/>
                  <a:pt x="164" y="10"/>
                </a:cubicBezTo>
                <a:close/>
              </a:path>
              <a:path w="471" h="15">
                <a:moveTo>
                  <a:pt x="176" y="15"/>
                </a:moveTo>
                <a:lnTo>
                  <a:pt x="176" y="0"/>
                </a:lnTo>
                <a:lnTo>
                  <a:pt x="178" y="0"/>
                </a:lnTo>
                <a:lnTo>
                  <a:pt x="178" y="15"/>
                </a:lnTo>
                <a:lnTo>
                  <a:pt x="176" y="15"/>
                </a:lnTo>
                <a:close/>
              </a:path>
              <a:path w="471" h="15">
                <a:moveTo>
                  <a:pt x="184" y="15"/>
                </a:moveTo>
                <a:lnTo>
                  <a:pt x="184" y="2"/>
                </a:lnTo>
                <a:lnTo>
                  <a:pt x="179" y="2"/>
                </a:lnTo>
                <a:lnTo>
                  <a:pt x="179" y="0"/>
                </a:lnTo>
                <a:lnTo>
                  <a:pt x="189" y="0"/>
                </a:lnTo>
                <a:lnTo>
                  <a:pt x="189" y="2"/>
                </a:lnTo>
                <a:lnTo>
                  <a:pt x="185" y="2"/>
                </a:lnTo>
                <a:lnTo>
                  <a:pt x="185" y="15"/>
                </a:lnTo>
                <a:lnTo>
                  <a:pt x="184" y="15"/>
                </a:lnTo>
                <a:close/>
              </a:path>
              <a:path w="471" h="15">
                <a:moveTo>
                  <a:pt x="194" y="15"/>
                </a:moveTo>
                <a:lnTo>
                  <a:pt x="194" y="9"/>
                </a:lnTo>
                <a:lnTo>
                  <a:pt x="189" y="0"/>
                </a:lnTo>
                <a:lnTo>
                  <a:pt x="191" y="0"/>
                </a:lnTo>
                <a:lnTo>
                  <a:pt x="194" y="5"/>
                </a:lnTo>
                <a:cubicBezTo>
                  <a:pt x="194" y="5"/>
                  <a:pt x="195" y="6"/>
                  <a:pt x="195" y="7"/>
                </a:cubicBezTo>
                <a:cubicBezTo>
                  <a:pt x="195" y="6"/>
                  <a:pt x="196" y="5"/>
                  <a:pt x="196" y="5"/>
                </a:cubicBezTo>
                <a:lnTo>
                  <a:pt x="199" y="0"/>
                </a:lnTo>
                <a:lnTo>
                  <a:pt x="201" y="0"/>
                </a:lnTo>
                <a:lnTo>
                  <a:pt x="196" y="9"/>
                </a:lnTo>
                <a:lnTo>
                  <a:pt x="196" y="15"/>
                </a:lnTo>
                <a:lnTo>
                  <a:pt x="194" y="15"/>
                </a:lnTo>
                <a:close/>
              </a:path>
              <a:path w="471" h="15">
                <a:moveTo>
                  <a:pt x="206" y="8"/>
                </a:moveTo>
                <a:cubicBezTo>
                  <a:pt x="206" y="5"/>
                  <a:pt x="207" y="3"/>
                  <a:pt x="208" y="2"/>
                </a:cubicBezTo>
                <a:cubicBezTo>
                  <a:pt x="209" y="1"/>
                  <a:pt x="211" y="0"/>
                  <a:pt x="212" y="0"/>
                </a:cubicBezTo>
                <a:cubicBezTo>
                  <a:pt x="213" y="0"/>
                  <a:pt x="214" y="0"/>
                  <a:pt x="215" y="1"/>
                </a:cubicBezTo>
                <a:cubicBezTo>
                  <a:pt x="216" y="2"/>
                  <a:pt x="217" y="3"/>
                  <a:pt x="218" y="4"/>
                </a:cubicBezTo>
                <a:cubicBezTo>
                  <a:pt x="218" y="5"/>
                  <a:pt x="218" y="6"/>
                  <a:pt x="218" y="8"/>
                </a:cubicBezTo>
                <a:cubicBezTo>
                  <a:pt x="218" y="9"/>
                  <a:pt x="218" y="10"/>
                  <a:pt x="217" y="11"/>
                </a:cubicBezTo>
                <a:cubicBezTo>
                  <a:pt x="217" y="13"/>
                  <a:pt x="216" y="13"/>
                  <a:pt x="215" y="14"/>
                </a:cubicBezTo>
                <a:cubicBezTo>
                  <a:pt x="214" y="15"/>
                  <a:pt x="213" y="15"/>
                  <a:pt x="212" y="15"/>
                </a:cubicBezTo>
                <a:cubicBezTo>
                  <a:pt x="211" y="15"/>
                  <a:pt x="210" y="15"/>
                  <a:pt x="209" y="14"/>
                </a:cubicBezTo>
                <a:cubicBezTo>
                  <a:pt x="208" y="13"/>
                  <a:pt x="207" y="12"/>
                  <a:pt x="207" y="11"/>
                </a:cubicBezTo>
                <a:cubicBezTo>
                  <a:pt x="207" y="10"/>
                  <a:pt x="206" y="9"/>
                  <a:pt x="206" y="8"/>
                </a:cubicBezTo>
                <a:close/>
                <a:moveTo>
                  <a:pt x="208" y="8"/>
                </a:moveTo>
                <a:cubicBezTo>
                  <a:pt x="208" y="9"/>
                  <a:pt x="208" y="11"/>
                  <a:pt x="209" y="12"/>
                </a:cubicBezTo>
                <a:cubicBezTo>
                  <a:pt x="210" y="13"/>
                  <a:pt x="211" y="13"/>
                  <a:pt x="212" y="13"/>
                </a:cubicBezTo>
                <a:cubicBezTo>
                  <a:pt x="214" y="13"/>
                  <a:pt x="215" y="13"/>
                  <a:pt x="215" y="12"/>
                </a:cubicBezTo>
                <a:cubicBezTo>
                  <a:pt x="216" y="11"/>
                  <a:pt x="217" y="9"/>
                  <a:pt x="217" y="7"/>
                </a:cubicBezTo>
                <a:cubicBezTo>
                  <a:pt x="217" y="6"/>
                  <a:pt x="216" y="5"/>
                  <a:pt x="216" y="4"/>
                </a:cubicBezTo>
                <a:cubicBezTo>
                  <a:pt x="216" y="4"/>
                  <a:pt x="215" y="3"/>
                  <a:pt x="215" y="2"/>
                </a:cubicBezTo>
                <a:cubicBezTo>
                  <a:pt x="214" y="2"/>
                  <a:pt x="213" y="2"/>
                  <a:pt x="212" y="2"/>
                </a:cubicBezTo>
                <a:cubicBezTo>
                  <a:pt x="211" y="2"/>
                  <a:pt x="210" y="2"/>
                  <a:pt x="209" y="3"/>
                </a:cubicBezTo>
                <a:cubicBezTo>
                  <a:pt x="208" y="4"/>
                  <a:pt x="208" y="6"/>
                  <a:pt x="208" y="8"/>
                </a:cubicBezTo>
                <a:close/>
              </a:path>
              <a:path w="471" h="15">
                <a:moveTo>
                  <a:pt x="220" y="15"/>
                </a:moveTo>
                <a:lnTo>
                  <a:pt x="220" y="0"/>
                </a:lnTo>
                <a:lnTo>
                  <a:pt x="228" y="0"/>
                </a:lnTo>
                <a:lnTo>
                  <a:pt x="228" y="2"/>
                </a:lnTo>
                <a:lnTo>
                  <a:pt x="222" y="2"/>
                </a:lnTo>
                <a:lnTo>
                  <a:pt x="222" y="6"/>
                </a:lnTo>
                <a:lnTo>
                  <a:pt x="228" y="6"/>
                </a:lnTo>
                <a:lnTo>
                  <a:pt x="228" y="8"/>
                </a:lnTo>
                <a:lnTo>
                  <a:pt x="222" y="8"/>
                </a:lnTo>
                <a:lnTo>
                  <a:pt x="222" y="15"/>
                </a:lnTo>
                <a:lnTo>
                  <a:pt x="220" y="15"/>
                </a:lnTo>
                <a:close/>
              </a:path>
              <a:path w="471" h="15">
                <a:moveTo>
                  <a:pt x="235" y="10"/>
                </a:moveTo>
                <a:lnTo>
                  <a:pt x="236" y="10"/>
                </a:lnTo>
                <a:cubicBezTo>
                  <a:pt x="237" y="11"/>
                  <a:pt x="237" y="11"/>
                  <a:pt x="237" y="12"/>
                </a:cubicBezTo>
                <a:cubicBezTo>
                  <a:pt x="237" y="12"/>
                  <a:pt x="238" y="13"/>
                  <a:pt x="238" y="13"/>
                </a:cubicBezTo>
                <a:cubicBezTo>
                  <a:pt x="239" y="13"/>
                  <a:pt x="239" y="13"/>
                  <a:pt x="240" y="13"/>
                </a:cubicBezTo>
                <a:cubicBezTo>
                  <a:pt x="241" y="13"/>
                  <a:pt x="241" y="13"/>
                  <a:pt x="242" y="13"/>
                </a:cubicBezTo>
                <a:cubicBezTo>
                  <a:pt x="242" y="13"/>
                  <a:pt x="243" y="12"/>
                  <a:pt x="243" y="12"/>
                </a:cubicBezTo>
                <a:cubicBezTo>
                  <a:pt x="243" y="12"/>
                  <a:pt x="243" y="11"/>
                  <a:pt x="243" y="11"/>
                </a:cubicBezTo>
                <a:cubicBezTo>
                  <a:pt x="243" y="10"/>
                  <a:pt x="243" y="10"/>
                  <a:pt x="243" y="10"/>
                </a:cubicBezTo>
                <a:cubicBezTo>
                  <a:pt x="243" y="9"/>
                  <a:pt x="242" y="9"/>
                  <a:pt x="242" y="9"/>
                </a:cubicBezTo>
                <a:cubicBezTo>
                  <a:pt x="241" y="9"/>
                  <a:pt x="241" y="8"/>
                  <a:pt x="240" y="8"/>
                </a:cubicBezTo>
                <a:cubicBezTo>
                  <a:pt x="238" y="8"/>
                  <a:pt x="238" y="7"/>
                  <a:pt x="237" y="7"/>
                </a:cubicBezTo>
                <a:cubicBezTo>
                  <a:pt x="237" y="7"/>
                  <a:pt x="236" y="6"/>
                  <a:pt x="236" y="6"/>
                </a:cubicBezTo>
                <a:cubicBezTo>
                  <a:pt x="235" y="5"/>
                  <a:pt x="235" y="5"/>
                  <a:pt x="235" y="4"/>
                </a:cubicBezTo>
                <a:cubicBezTo>
                  <a:pt x="235" y="3"/>
                  <a:pt x="236" y="3"/>
                  <a:pt x="236" y="2"/>
                </a:cubicBezTo>
                <a:cubicBezTo>
                  <a:pt x="236" y="1"/>
                  <a:pt x="237" y="1"/>
                  <a:pt x="237" y="1"/>
                </a:cubicBezTo>
                <a:cubicBezTo>
                  <a:pt x="238" y="0"/>
                  <a:pt x="239" y="0"/>
                  <a:pt x="240" y="0"/>
                </a:cubicBezTo>
                <a:cubicBezTo>
                  <a:pt x="241" y="0"/>
                  <a:pt x="241" y="0"/>
                  <a:pt x="242" y="1"/>
                </a:cubicBezTo>
                <a:cubicBezTo>
                  <a:pt x="243" y="1"/>
                  <a:pt x="243" y="1"/>
                  <a:pt x="244" y="2"/>
                </a:cubicBezTo>
                <a:cubicBezTo>
                  <a:pt x="244" y="3"/>
                  <a:pt x="244" y="3"/>
                  <a:pt x="244" y="4"/>
                </a:cubicBezTo>
                <a:lnTo>
                  <a:pt x="243" y="4"/>
                </a:lnTo>
                <a:cubicBezTo>
                  <a:pt x="243" y="4"/>
                  <a:pt x="242" y="3"/>
                  <a:pt x="242" y="2"/>
                </a:cubicBezTo>
                <a:cubicBezTo>
                  <a:pt x="242" y="2"/>
                  <a:pt x="241" y="2"/>
                  <a:pt x="240" y="2"/>
                </a:cubicBezTo>
                <a:cubicBezTo>
                  <a:pt x="239" y="2"/>
                  <a:pt x="238" y="2"/>
                  <a:pt x="238" y="2"/>
                </a:cubicBezTo>
                <a:cubicBezTo>
                  <a:pt x="237" y="3"/>
                  <a:pt x="237" y="3"/>
                  <a:pt x="237" y="4"/>
                </a:cubicBezTo>
                <a:cubicBezTo>
                  <a:pt x="237" y="4"/>
                  <a:pt x="237" y="5"/>
                  <a:pt x="237" y="5"/>
                </a:cubicBezTo>
                <a:cubicBezTo>
                  <a:pt x="238" y="5"/>
                  <a:pt x="239" y="6"/>
                  <a:pt x="240" y="6"/>
                </a:cubicBezTo>
                <a:cubicBezTo>
                  <a:pt x="241" y="7"/>
                  <a:pt x="242" y="7"/>
                  <a:pt x="243" y="7"/>
                </a:cubicBezTo>
                <a:cubicBezTo>
                  <a:pt x="243" y="7"/>
                  <a:pt x="244" y="8"/>
                  <a:pt x="244" y="9"/>
                </a:cubicBezTo>
                <a:cubicBezTo>
                  <a:pt x="245" y="9"/>
                  <a:pt x="245" y="10"/>
                  <a:pt x="245" y="11"/>
                </a:cubicBezTo>
                <a:cubicBezTo>
                  <a:pt x="245" y="11"/>
                  <a:pt x="245" y="12"/>
                  <a:pt x="244" y="13"/>
                </a:cubicBezTo>
                <a:cubicBezTo>
                  <a:pt x="244" y="13"/>
                  <a:pt x="243" y="14"/>
                  <a:pt x="243" y="14"/>
                </a:cubicBezTo>
                <a:cubicBezTo>
                  <a:pt x="242" y="15"/>
                  <a:pt x="241" y="15"/>
                  <a:pt x="240" y="15"/>
                </a:cubicBezTo>
                <a:cubicBezTo>
                  <a:pt x="239" y="15"/>
                  <a:pt x="238" y="15"/>
                  <a:pt x="237" y="14"/>
                </a:cubicBezTo>
                <a:cubicBezTo>
                  <a:pt x="237" y="14"/>
                  <a:pt x="236" y="13"/>
                  <a:pt x="236" y="13"/>
                </a:cubicBezTo>
                <a:cubicBezTo>
                  <a:pt x="235" y="12"/>
                  <a:pt x="235" y="11"/>
                  <a:pt x="235" y="10"/>
                </a:cubicBezTo>
                <a:close/>
              </a:path>
              <a:path w="471" h="15">
                <a:moveTo>
                  <a:pt x="256" y="10"/>
                </a:moveTo>
                <a:lnTo>
                  <a:pt x="257" y="10"/>
                </a:lnTo>
                <a:cubicBezTo>
                  <a:pt x="257" y="12"/>
                  <a:pt x="256" y="13"/>
                  <a:pt x="255" y="14"/>
                </a:cubicBezTo>
                <a:cubicBezTo>
                  <a:pt x="254" y="15"/>
                  <a:pt x="253" y="15"/>
                  <a:pt x="252" y="15"/>
                </a:cubicBezTo>
                <a:cubicBezTo>
                  <a:pt x="251" y="15"/>
                  <a:pt x="250" y="15"/>
                  <a:pt x="249" y="14"/>
                </a:cubicBezTo>
                <a:cubicBezTo>
                  <a:pt x="248" y="13"/>
                  <a:pt x="247" y="12"/>
                  <a:pt x="247" y="11"/>
                </a:cubicBezTo>
                <a:cubicBezTo>
                  <a:pt x="246" y="10"/>
                  <a:pt x="246" y="9"/>
                  <a:pt x="246" y="7"/>
                </a:cubicBezTo>
                <a:cubicBezTo>
                  <a:pt x="246" y="6"/>
                  <a:pt x="246" y="5"/>
                  <a:pt x="247" y="3"/>
                </a:cubicBezTo>
                <a:cubicBezTo>
                  <a:pt x="247" y="2"/>
                  <a:pt x="248" y="1"/>
                  <a:pt x="249" y="1"/>
                </a:cubicBezTo>
                <a:cubicBezTo>
                  <a:pt x="250" y="0"/>
                  <a:pt x="251" y="0"/>
                  <a:pt x="252" y="0"/>
                </a:cubicBezTo>
                <a:cubicBezTo>
                  <a:pt x="253" y="0"/>
                  <a:pt x="254" y="0"/>
                  <a:pt x="255" y="1"/>
                </a:cubicBezTo>
                <a:cubicBezTo>
                  <a:pt x="256" y="2"/>
                  <a:pt x="257" y="3"/>
                  <a:pt x="257" y="4"/>
                </a:cubicBezTo>
                <a:lnTo>
                  <a:pt x="255" y="5"/>
                </a:lnTo>
                <a:cubicBezTo>
                  <a:pt x="255" y="4"/>
                  <a:pt x="255" y="3"/>
                  <a:pt x="254" y="2"/>
                </a:cubicBezTo>
                <a:cubicBezTo>
                  <a:pt x="254" y="2"/>
                  <a:pt x="253" y="2"/>
                  <a:pt x="252" y="2"/>
                </a:cubicBezTo>
                <a:cubicBezTo>
                  <a:pt x="251" y="2"/>
                  <a:pt x="250" y="2"/>
                  <a:pt x="250" y="2"/>
                </a:cubicBezTo>
                <a:cubicBezTo>
                  <a:pt x="249" y="3"/>
                  <a:pt x="248" y="4"/>
                  <a:pt x="248" y="5"/>
                </a:cubicBezTo>
                <a:cubicBezTo>
                  <a:pt x="248" y="5"/>
                  <a:pt x="248" y="6"/>
                  <a:pt x="248" y="7"/>
                </a:cubicBezTo>
                <a:cubicBezTo>
                  <a:pt x="248" y="9"/>
                  <a:pt x="248" y="10"/>
                  <a:pt x="248" y="11"/>
                </a:cubicBezTo>
                <a:cubicBezTo>
                  <a:pt x="249" y="11"/>
                  <a:pt x="249" y="12"/>
                  <a:pt x="250" y="13"/>
                </a:cubicBezTo>
                <a:cubicBezTo>
                  <a:pt x="250" y="13"/>
                  <a:pt x="251" y="13"/>
                  <a:pt x="252" y="13"/>
                </a:cubicBezTo>
                <a:cubicBezTo>
                  <a:pt x="253" y="13"/>
                  <a:pt x="254" y="13"/>
                  <a:pt x="254" y="12"/>
                </a:cubicBezTo>
                <a:cubicBezTo>
                  <a:pt x="255" y="12"/>
                  <a:pt x="255" y="11"/>
                  <a:pt x="256" y="10"/>
                </a:cubicBezTo>
                <a:close/>
              </a:path>
              <a:path w="471" h="15">
                <a:moveTo>
                  <a:pt x="259" y="15"/>
                </a:moveTo>
                <a:lnTo>
                  <a:pt x="259" y="0"/>
                </a:lnTo>
                <a:lnTo>
                  <a:pt x="261" y="0"/>
                </a:lnTo>
                <a:lnTo>
                  <a:pt x="261" y="15"/>
                </a:lnTo>
                <a:lnTo>
                  <a:pt x="259" y="15"/>
                </a:lnTo>
                <a:close/>
              </a:path>
              <a:path w="471" h="15">
                <a:moveTo>
                  <a:pt x="263" y="15"/>
                </a:moveTo>
                <a:lnTo>
                  <a:pt x="263" y="0"/>
                </a:lnTo>
                <a:lnTo>
                  <a:pt x="272" y="0"/>
                </a:lnTo>
                <a:lnTo>
                  <a:pt x="272" y="2"/>
                </a:lnTo>
                <a:lnTo>
                  <a:pt x="265" y="2"/>
                </a:lnTo>
                <a:lnTo>
                  <a:pt x="265" y="6"/>
                </a:lnTo>
                <a:lnTo>
                  <a:pt x="272" y="6"/>
                </a:lnTo>
                <a:lnTo>
                  <a:pt x="272" y="8"/>
                </a:lnTo>
                <a:lnTo>
                  <a:pt x="265" y="8"/>
                </a:lnTo>
                <a:lnTo>
                  <a:pt x="265" y="13"/>
                </a:lnTo>
                <a:lnTo>
                  <a:pt x="272" y="13"/>
                </a:lnTo>
                <a:lnTo>
                  <a:pt x="272" y="15"/>
                </a:lnTo>
                <a:lnTo>
                  <a:pt x="263" y="15"/>
                </a:lnTo>
                <a:close/>
              </a:path>
              <a:path w="471" h="15">
                <a:moveTo>
                  <a:pt x="274" y="15"/>
                </a:moveTo>
                <a:lnTo>
                  <a:pt x="274" y="0"/>
                </a:lnTo>
                <a:lnTo>
                  <a:pt x="276" y="0"/>
                </a:lnTo>
                <a:lnTo>
                  <a:pt x="283" y="12"/>
                </a:lnTo>
                <a:lnTo>
                  <a:pt x="283" y="0"/>
                </a:lnTo>
                <a:lnTo>
                  <a:pt x="284" y="0"/>
                </a:lnTo>
                <a:lnTo>
                  <a:pt x="284" y="15"/>
                </a:lnTo>
                <a:lnTo>
                  <a:pt x="282" y="15"/>
                </a:lnTo>
                <a:lnTo>
                  <a:pt x="276" y="3"/>
                </a:lnTo>
                <a:lnTo>
                  <a:pt x="276" y="15"/>
                </a:lnTo>
                <a:lnTo>
                  <a:pt x="274" y="15"/>
                </a:lnTo>
                <a:close/>
              </a:path>
              <a:path w="471" h="15">
                <a:moveTo>
                  <a:pt x="295" y="10"/>
                </a:moveTo>
                <a:lnTo>
                  <a:pt x="297" y="10"/>
                </a:lnTo>
                <a:cubicBezTo>
                  <a:pt x="297" y="12"/>
                  <a:pt x="296" y="13"/>
                  <a:pt x="295" y="14"/>
                </a:cubicBezTo>
                <a:cubicBezTo>
                  <a:pt x="294" y="15"/>
                  <a:pt x="293" y="15"/>
                  <a:pt x="292" y="15"/>
                </a:cubicBezTo>
                <a:cubicBezTo>
                  <a:pt x="290" y="15"/>
                  <a:pt x="289" y="15"/>
                  <a:pt x="289" y="14"/>
                </a:cubicBezTo>
                <a:cubicBezTo>
                  <a:pt x="288" y="13"/>
                  <a:pt x="287" y="12"/>
                  <a:pt x="287" y="11"/>
                </a:cubicBezTo>
                <a:cubicBezTo>
                  <a:pt x="286" y="10"/>
                  <a:pt x="286" y="9"/>
                  <a:pt x="286" y="7"/>
                </a:cubicBezTo>
                <a:cubicBezTo>
                  <a:pt x="286" y="6"/>
                  <a:pt x="286" y="5"/>
                  <a:pt x="287" y="3"/>
                </a:cubicBezTo>
                <a:cubicBezTo>
                  <a:pt x="287" y="2"/>
                  <a:pt x="288" y="1"/>
                  <a:pt x="289" y="1"/>
                </a:cubicBezTo>
                <a:cubicBezTo>
                  <a:pt x="290" y="0"/>
                  <a:pt x="291" y="0"/>
                  <a:pt x="292" y="0"/>
                </a:cubicBezTo>
                <a:cubicBezTo>
                  <a:pt x="293" y="0"/>
                  <a:pt x="294" y="0"/>
                  <a:pt x="295" y="1"/>
                </a:cubicBezTo>
                <a:cubicBezTo>
                  <a:pt x="296" y="2"/>
                  <a:pt x="296" y="3"/>
                  <a:pt x="297" y="4"/>
                </a:cubicBezTo>
                <a:lnTo>
                  <a:pt x="295" y="5"/>
                </a:lnTo>
                <a:cubicBezTo>
                  <a:pt x="295" y="4"/>
                  <a:pt x="294" y="3"/>
                  <a:pt x="294" y="2"/>
                </a:cubicBezTo>
                <a:cubicBezTo>
                  <a:pt x="293" y="2"/>
                  <a:pt x="293" y="2"/>
                  <a:pt x="292" y="2"/>
                </a:cubicBezTo>
                <a:cubicBezTo>
                  <a:pt x="291" y="2"/>
                  <a:pt x="290" y="2"/>
                  <a:pt x="289" y="2"/>
                </a:cubicBezTo>
                <a:cubicBezTo>
                  <a:pt x="289" y="3"/>
                  <a:pt x="288" y="4"/>
                  <a:pt x="288" y="5"/>
                </a:cubicBezTo>
                <a:cubicBezTo>
                  <a:pt x="288" y="5"/>
                  <a:pt x="288" y="6"/>
                  <a:pt x="288" y="7"/>
                </a:cubicBezTo>
                <a:cubicBezTo>
                  <a:pt x="288" y="9"/>
                  <a:pt x="288" y="10"/>
                  <a:pt x="288" y="11"/>
                </a:cubicBezTo>
                <a:cubicBezTo>
                  <a:pt x="288" y="11"/>
                  <a:pt x="289" y="12"/>
                  <a:pt x="290" y="13"/>
                </a:cubicBezTo>
                <a:cubicBezTo>
                  <a:pt x="290" y="13"/>
                  <a:pt x="291" y="13"/>
                  <a:pt x="292" y="13"/>
                </a:cubicBezTo>
                <a:cubicBezTo>
                  <a:pt x="293" y="13"/>
                  <a:pt x="293" y="13"/>
                  <a:pt x="294" y="12"/>
                </a:cubicBezTo>
                <a:cubicBezTo>
                  <a:pt x="295" y="12"/>
                  <a:pt x="295" y="11"/>
                  <a:pt x="295" y="10"/>
                </a:cubicBezTo>
                <a:close/>
              </a:path>
              <a:path w="471" h="15">
                <a:moveTo>
                  <a:pt x="299" y="15"/>
                </a:moveTo>
                <a:lnTo>
                  <a:pt x="299" y="0"/>
                </a:lnTo>
                <a:lnTo>
                  <a:pt x="308" y="0"/>
                </a:lnTo>
                <a:lnTo>
                  <a:pt x="308" y="2"/>
                </a:lnTo>
                <a:lnTo>
                  <a:pt x="300" y="2"/>
                </a:lnTo>
                <a:lnTo>
                  <a:pt x="300" y="6"/>
                </a:lnTo>
                <a:lnTo>
                  <a:pt x="307" y="6"/>
                </a:lnTo>
                <a:lnTo>
                  <a:pt x="307" y="8"/>
                </a:lnTo>
                <a:lnTo>
                  <a:pt x="300" y="8"/>
                </a:lnTo>
                <a:lnTo>
                  <a:pt x="300" y="13"/>
                </a:lnTo>
                <a:lnTo>
                  <a:pt x="308" y="13"/>
                </a:lnTo>
                <a:lnTo>
                  <a:pt x="308" y="15"/>
                </a:lnTo>
                <a:lnTo>
                  <a:pt x="299" y="15"/>
                </a:lnTo>
                <a:close/>
              </a:path>
              <a:path w="471" h="15">
                <a:moveTo>
                  <a:pt x="313" y="15"/>
                </a:moveTo>
                <a:lnTo>
                  <a:pt x="318" y="0"/>
                </a:lnTo>
                <a:lnTo>
                  <a:pt x="319" y="0"/>
                </a:lnTo>
                <a:lnTo>
                  <a:pt x="324" y="15"/>
                </a:lnTo>
                <a:lnTo>
                  <a:pt x="323" y="15"/>
                </a:lnTo>
                <a:lnTo>
                  <a:pt x="321" y="10"/>
                </a:lnTo>
                <a:lnTo>
                  <a:pt x="316" y="10"/>
                </a:lnTo>
                <a:lnTo>
                  <a:pt x="314" y="15"/>
                </a:lnTo>
                <a:lnTo>
                  <a:pt x="313" y="15"/>
                </a:lnTo>
                <a:close/>
                <a:moveTo>
                  <a:pt x="316" y="9"/>
                </a:moveTo>
                <a:lnTo>
                  <a:pt x="321" y="9"/>
                </a:lnTo>
                <a:lnTo>
                  <a:pt x="319" y="5"/>
                </a:lnTo>
                <a:cubicBezTo>
                  <a:pt x="319" y="4"/>
                  <a:pt x="319" y="3"/>
                  <a:pt x="318" y="2"/>
                </a:cubicBezTo>
                <a:cubicBezTo>
                  <a:pt x="318" y="3"/>
                  <a:pt x="318" y="4"/>
                  <a:pt x="318" y="5"/>
                </a:cubicBezTo>
                <a:lnTo>
                  <a:pt x="316" y="9"/>
                </a:lnTo>
                <a:close/>
              </a:path>
              <a:path w="471" h="15">
                <a:moveTo>
                  <a:pt x="325" y="15"/>
                </a:moveTo>
                <a:lnTo>
                  <a:pt x="325" y="0"/>
                </a:lnTo>
                <a:lnTo>
                  <a:pt x="327" y="0"/>
                </a:lnTo>
                <a:lnTo>
                  <a:pt x="334" y="12"/>
                </a:lnTo>
                <a:lnTo>
                  <a:pt x="334" y="0"/>
                </a:lnTo>
                <a:lnTo>
                  <a:pt x="335" y="0"/>
                </a:lnTo>
                <a:lnTo>
                  <a:pt x="335" y="15"/>
                </a:lnTo>
                <a:lnTo>
                  <a:pt x="333" y="15"/>
                </a:lnTo>
                <a:lnTo>
                  <a:pt x="327" y="3"/>
                </a:lnTo>
                <a:lnTo>
                  <a:pt x="327" y="15"/>
                </a:lnTo>
                <a:lnTo>
                  <a:pt x="325" y="15"/>
                </a:lnTo>
                <a:close/>
              </a:path>
              <a:path w="471" h="15">
                <a:moveTo>
                  <a:pt x="337" y="15"/>
                </a:moveTo>
                <a:lnTo>
                  <a:pt x="337" y="0"/>
                </a:lnTo>
                <a:lnTo>
                  <a:pt x="342" y="0"/>
                </a:lnTo>
                <a:cubicBezTo>
                  <a:pt x="343" y="0"/>
                  <a:pt x="343" y="0"/>
                  <a:pt x="344" y="0"/>
                </a:cubicBezTo>
                <a:cubicBezTo>
                  <a:pt x="345" y="1"/>
                  <a:pt x="345" y="1"/>
                  <a:pt x="346" y="2"/>
                </a:cubicBezTo>
                <a:cubicBezTo>
                  <a:pt x="346" y="2"/>
                  <a:pt x="347" y="3"/>
                  <a:pt x="347" y="4"/>
                </a:cubicBezTo>
                <a:cubicBezTo>
                  <a:pt x="348" y="5"/>
                  <a:pt x="348" y="6"/>
                  <a:pt x="348" y="7"/>
                </a:cubicBezTo>
                <a:cubicBezTo>
                  <a:pt x="348" y="8"/>
                  <a:pt x="348" y="9"/>
                  <a:pt x="347" y="10"/>
                </a:cubicBezTo>
                <a:cubicBezTo>
                  <a:pt x="347" y="11"/>
                  <a:pt x="347" y="12"/>
                  <a:pt x="347" y="12"/>
                </a:cubicBezTo>
                <a:cubicBezTo>
                  <a:pt x="346" y="13"/>
                  <a:pt x="346" y="13"/>
                  <a:pt x="345" y="14"/>
                </a:cubicBezTo>
                <a:cubicBezTo>
                  <a:pt x="345" y="14"/>
                  <a:pt x="344" y="14"/>
                  <a:pt x="344" y="14"/>
                </a:cubicBezTo>
                <a:cubicBezTo>
                  <a:pt x="343" y="15"/>
                  <a:pt x="343" y="15"/>
                  <a:pt x="342" y="15"/>
                </a:cubicBezTo>
                <a:lnTo>
                  <a:pt x="337" y="15"/>
                </a:lnTo>
                <a:close/>
                <a:moveTo>
                  <a:pt x="339" y="13"/>
                </a:moveTo>
                <a:lnTo>
                  <a:pt x="342" y="13"/>
                </a:lnTo>
                <a:cubicBezTo>
                  <a:pt x="343" y="13"/>
                  <a:pt x="343" y="13"/>
                  <a:pt x="344" y="13"/>
                </a:cubicBezTo>
                <a:cubicBezTo>
                  <a:pt x="344" y="13"/>
                  <a:pt x="345" y="12"/>
                  <a:pt x="345" y="12"/>
                </a:cubicBezTo>
                <a:cubicBezTo>
                  <a:pt x="345" y="12"/>
                  <a:pt x="345" y="11"/>
                  <a:pt x="346" y="10"/>
                </a:cubicBezTo>
                <a:cubicBezTo>
                  <a:pt x="346" y="9"/>
                  <a:pt x="346" y="8"/>
                  <a:pt x="346" y="7"/>
                </a:cubicBezTo>
                <a:cubicBezTo>
                  <a:pt x="346" y="6"/>
                  <a:pt x="346" y="5"/>
                  <a:pt x="345" y="4"/>
                </a:cubicBezTo>
                <a:cubicBezTo>
                  <a:pt x="345" y="3"/>
                  <a:pt x="344" y="3"/>
                  <a:pt x="344" y="2"/>
                </a:cubicBezTo>
                <a:cubicBezTo>
                  <a:pt x="343" y="2"/>
                  <a:pt x="343" y="2"/>
                  <a:pt x="342" y="2"/>
                </a:cubicBezTo>
                <a:lnTo>
                  <a:pt x="339" y="2"/>
                </a:lnTo>
                <a:lnTo>
                  <a:pt x="339" y="13"/>
                </a:lnTo>
                <a:close/>
              </a:path>
              <a:path w="471" h="15">
                <a:moveTo>
                  <a:pt x="358" y="15"/>
                </a:moveTo>
                <a:lnTo>
                  <a:pt x="358" y="2"/>
                </a:lnTo>
                <a:lnTo>
                  <a:pt x="354" y="2"/>
                </a:lnTo>
                <a:lnTo>
                  <a:pt x="354" y="0"/>
                </a:lnTo>
                <a:lnTo>
                  <a:pt x="364" y="0"/>
                </a:lnTo>
                <a:lnTo>
                  <a:pt x="364" y="2"/>
                </a:lnTo>
                <a:lnTo>
                  <a:pt x="359" y="2"/>
                </a:lnTo>
                <a:lnTo>
                  <a:pt x="359" y="15"/>
                </a:lnTo>
                <a:lnTo>
                  <a:pt x="358" y="15"/>
                </a:lnTo>
                <a:close/>
              </a:path>
              <a:path w="471" h="15">
                <a:moveTo>
                  <a:pt x="365" y="15"/>
                </a:moveTo>
                <a:lnTo>
                  <a:pt x="365" y="0"/>
                </a:lnTo>
                <a:lnTo>
                  <a:pt x="374" y="0"/>
                </a:lnTo>
                <a:lnTo>
                  <a:pt x="374" y="2"/>
                </a:lnTo>
                <a:lnTo>
                  <a:pt x="366" y="2"/>
                </a:lnTo>
                <a:lnTo>
                  <a:pt x="366" y="6"/>
                </a:lnTo>
                <a:lnTo>
                  <a:pt x="373" y="6"/>
                </a:lnTo>
                <a:lnTo>
                  <a:pt x="373" y="8"/>
                </a:lnTo>
                <a:lnTo>
                  <a:pt x="366" y="8"/>
                </a:lnTo>
                <a:lnTo>
                  <a:pt x="366" y="13"/>
                </a:lnTo>
                <a:lnTo>
                  <a:pt x="374" y="13"/>
                </a:lnTo>
                <a:lnTo>
                  <a:pt x="374" y="15"/>
                </a:lnTo>
                <a:lnTo>
                  <a:pt x="365" y="15"/>
                </a:lnTo>
                <a:close/>
              </a:path>
              <a:path w="471" h="15">
                <a:moveTo>
                  <a:pt x="385" y="10"/>
                </a:moveTo>
                <a:lnTo>
                  <a:pt x="386" y="10"/>
                </a:lnTo>
                <a:cubicBezTo>
                  <a:pt x="386" y="12"/>
                  <a:pt x="386" y="13"/>
                  <a:pt x="385" y="14"/>
                </a:cubicBezTo>
                <a:cubicBezTo>
                  <a:pt x="384" y="15"/>
                  <a:pt x="383" y="15"/>
                  <a:pt x="381" y="15"/>
                </a:cubicBezTo>
                <a:cubicBezTo>
                  <a:pt x="380" y="15"/>
                  <a:pt x="379" y="15"/>
                  <a:pt x="378" y="14"/>
                </a:cubicBezTo>
                <a:cubicBezTo>
                  <a:pt x="377" y="13"/>
                  <a:pt x="377" y="12"/>
                  <a:pt x="376" y="11"/>
                </a:cubicBezTo>
                <a:cubicBezTo>
                  <a:pt x="376" y="10"/>
                  <a:pt x="375" y="9"/>
                  <a:pt x="375" y="7"/>
                </a:cubicBezTo>
                <a:cubicBezTo>
                  <a:pt x="375" y="6"/>
                  <a:pt x="376" y="5"/>
                  <a:pt x="376" y="3"/>
                </a:cubicBezTo>
                <a:cubicBezTo>
                  <a:pt x="377" y="2"/>
                  <a:pt x="377" y="1"/>
                  <a:pt x="378" y="1"/>
                </a:cubicBezTo>
                <a:cubicBezTo>
                  <a:pt x="379" y="0"/>
                  <a:pt x="380" y="0"/>
                  <a:pt x="381" y="0"/>
                </a:cubicBezTo>
                <a:cubicBezTo>
                  <a:pt x="383" y="0"/>
                  <a:pt x="384" y="0"/>
                  <a:pt x="384" y="1"/>
                </a:cubicBezTo>
                <a:cubicBezTo>
                  <a:pt x="385" y="2"/>
                  <a:pt x="386" y="3"/>
                  <a:pt x="386" y="4"/>
                </a:cubicBezTo>
                <a:lnTo>
                  <a:pt x="385" y="5"/>
                </a:lnTo>
                <a:cubicBezTo>
                  <a:pt x="384" y="4"/>
                  <a:pt x="384" y="3"/>
                  <a:pt x="383" y="2"/>
                </a:cubicBezTo>
                <a:cubicBezTo>
                  <a:pt x="383" y="2"/>
                  <a:pt x="382" y="2"/>
                  <a:pt x="381" y="2"/>
                </a:cubicBezTo>
                <a:cubicBezTo>
                  <a:pt x="380" y="2"/>
                  <a:pt x="380" y="2"/>
                  <a:pt x="379" y="2"/>
                </a:cubicBezTo>
                <a:cubicBezTo>
                  <a:pt x="378" y="3"/>
                  <a:pt x="378" y="4"/>
                  <a:pt x="378" y="5"/>
                </a:cubicBezTo>
                <a:cubicBezTo>
                  <a:pt x="377" y="5"/>
                  <a:pt x="377" y="6"/>
                  <a:pt x="377" y="7"/>
                </a:cubicBezTo>
                <a:cubicBezTo>
                  <a:pt x="377" y="9"/>
                  <a:pt x="377" y="10"/>
                  <a:pt x="378" y="11"/>
                </a:cubicBezTo>
                <a:cubicBezTo>
                  <a:pt x="378" y="11"/>
                  <a:pt x="378" y="12"/>
                  <a:pt x="379" y="13"/>
                </a:cubicBezTo>
                <a:cubicBezTo>
                  <a:pt x="380" y="13"/>
                  <a:pt x="380" y="13"/>
                  <a:pt x="381" y="13"/>
                </a:cubicBezTo>
                <a:cubicBezTo>
                  <a:pt x="382" y="13"/>
                  <a:pt x="383" y="13"/>
                  <a:pt x="384" y="12"/>
                </a:cubicBezTo>
                <a:cubicBezTo>
                  <a:pt x="384" y="12"/>
                  <a:pt x="385" y="11"/>
                  <a:pt x="385" y="10"/>
                </a:cubicBezTo>
                <a:close/>
              </a:path>
              <a:path w="471" h="15">
                <a:moveTo>
                  <a:pt x="388" y="15"/>
                </a:moveTo>
                <a:lnTo>
                  <a:pt x="388" y="0"/>
                </a:lnTo>
                <a:lnTo>
                  <a:pt x="390" y="0"/>
                </a:lnTo>
                <a:lnTo>
                  <a:pt x="390" y="6"/>
                </a:lnTo>
                <a:lnTo>
                  <a:pt x="396" y="6"/>
                </a:lnTo>
                <a:lnTo>
                  <a:pt x="396" y="0"/>
                </a:lnTo>
                <a:lnTo>
                  <a:pt x="398" y="0"/>
                </a:lnTo>
                <a:lnTo>
                  <a:pt x="398" y="15"/>
                </a:lnTo>
                <a:lnTo>
                  <a:pt x="396" y="15"/>
                </a:lnTo>
                <a:lnTo>
                  <a:pt x="396" y="8"/>
                </a:lnTo>
                <a:lnTo>
                  <a:pt x="390" y="8"/>
                </a:lnTo>
                <a:lnTo>
                  <a:pt x="390" y="15"/>
                </a:lnTo>
                <a:lnTo>
                  <a:pt x="388" y="15"/>
                </a:lnTo>
                <a:close/>
              </a:path>
              <a:path w="471" h="15">
                <a:moveTo>
                  <a:pt x="400" y="15"/>
                </a:moveTo>
                <a:lnTo>
                  <a:pt x="400" y="0"/>
                </a:lnTo>
                <a:lnTo>
                  <a:pt x="402" y="0"/>
                </a:lnTo>
                <a:lnTo>
                  <a:pt x="408" y="12"/>
                </a:lnTo>
                <a:lnTo>
                  <a:pt x="408" y="0"/>
                </a:lnTo>
                <a:lnTo>
                  <a:pt x="410" y="0"/>
                </a:lnTo>
                <a:lnTo>
                  <a:pt x="410" y="15"/>
                </a:lnTo>
                <a:lnTo>
                  <a:pt x="408" y="15"/>
                </a:lnTo>
                <a:lnTo>
                  <a:pt x="402" y="3"/>
                </a:lnTo>
                <a:lnTo>
                  <a:pt x="402" y="15"/>
                </a:lnTo>
                <a:lnTo>
                  <a:pt x="400" y="15"/>
                </a:lnTo>
                <a:close/>
              </a:path>
              <a:path w="471" h="15">
                <a:moveTo>
                  <a:pt x="412" y="8"/>
                </a:moveTo>
                <a:cubicBezTo>
                  <a:pt x="412" y="5"/>
                  <a:pt x="412" y="3"/>
                  <a:pt x="413" y="2"/>
                </a:cubicBezTo>
                <a:cubicBezTo>
                  <a:pt x="415" y="1"/>
                  <a:pt x="416" y="0"/>
                  <a:pt x="418" y="0"/>
                </a:cubicBezTo>
                <a:cubicBezTo>
                  <a:pt x="419" y="0"/>
                  <a:pt x="420" y="0"/>
                  <a:pt x="421" y="1"/>
                </a:cubicBezTo>
                <a:cubicBezTo>
                  <a:pt x="422" y="2"/>
                  <a:pt x="423" y="3"/>
                  <a:pt x="423" y="4"/>
                </a:cubicBezTo>
                <a:cubicBezTo>
                  <a:pt x="424" y="5"/>
                  <a:pt x="424" y="6"/>
                  <a:pt x="424" y="8"/>
                </a:cubicBezTo>
                <a:cubicBezTo>
                  <a:pt x="424" y="9"/>
                  <a:pt x="424" y="10"/>
                  <a:pt x="423" y="11"/>
                </a:cubicBezTo>
                <a:cubicBezTo>
                  <a:pt x="422" y="13"/>
                  <a:pt x="422" y="13"/>
                  <a:pt x="421" y="14"/>
                </a:cubicBezTo>
                <a:cubicBezTo>
                  <a:pt x="420" y="15"/>
                  <a:pt x="419" y="15"/>
                  <a:pt x="418" y="15"/>
                </a:cubicBezTo>
                <a:cubicBezTo>
                  <a:pt x="417" y="15"/>
                  <a:pt x="416" y="15"/>
                  <a:pt x="415" y="14"/>
                </a:cubicBezTo>
                <a:cubicBezTo>
                  <a:pt x="414" y="13"/>
                  <a:pt x="413" y="12"/>
                  <a:pt x="413" y="11"/>
                </a:cubicBezTo>
                <a:cubicBezTo>
                  <a:pt x="412" y="10"/>
                  <a:pt x="412" y="9"/>
                  <a:pt x="412" y="8"/>
                </a:cubicBezTo>
                <a:close/>
                <a:moveTo>
                  <a:pt x="414" y="8"/>
                </a:moveTo>
                <a:cubicBezTo>
                  <a:pt x="414" y="9"/>
                  <a:pt x="414" y="11"/>
                  <a:pt x="415" y="12"/>
                </a:cubicBezTo>
                <a:cubicBezTo>
                  <a:pt x="416" y="13"/>
                  <a:pt x="417" y="13"/>
                  <a:pt x="418" y="13"/>
                </a:cubicBezTo>
                <a:cubicBezTo>
                  <a:pt x="419" y="13"/>
                  <a:pt x="420" y="13"/>
                  <a:pt x="421" y="12"/>
                </a:cubicBezTo>
                <a:cubicBezTo>
                  <a:pt x="422" y="11"/>
                  <a:pt x="422" y="9"/>
                  <a:pt x="422" y="7"/>
                </a:cubicBezTo>
                <a:cubicBezTo>
                  <a:pt x="422" y="6"/>
                  <a:pt x="422" y="5"/>
                  <a:pt x="422" y="4"/>
                </a:cubicBezTo>
                <a:cubicBezTo>
                  <a:pt x="421" y="4"/>
                  <a:pt x="421" y="3"/>
                  <a:pt x="420" y="2"/>
                </a:cubicBezTo>
                <a:cubicBezTo>
                  <a:pt x="419" y="2"/>
                  <a:pt x="419" y="2"/>
                  <a:pt x="418" y="2"/>
                </a:cubicBezTo>
                <a:cubicBezTo>
                  <a:pt x="417" y="2"/>
                  <a:pt x="416" y="2"/>
                  <a:pt x="415" y="3"/>
                </a:cubicBezTo>
                <a:cubicBezTo>
                  <a:pt x="414" y="4"/>
                  <a:pt x="414" y="6"/>
                  <a:pt x="414" y="8"/>
                </a:cubicBezTo>
                <a:close/>
              </a:path>
              <a:path w="471" h="15">
                <a:moveTo>
                  <a:pt x="425" y="15"/>
                </a:moveTo>
                <a:lnTo>
                  <a:pt x="425" y="0"/>
                </a:lnTo>
                <a:lnTo>
                  <a:pt x="427" y="0"/>
                </a:lnTo>
                <a:lnTo>
                  <a:pt x="427" y="13"/>
                </a:lnTo>
                <a:lnTo>
                  <a:pt x="433" y="13"/>
                </a:lnTo>
                <a:lnTo>
                  <a:pt x="433" y="15"/>
                </a:lnTo>
                <a:lnTo>
                  <a:pt x="425" y="15"/>
                </a:lnTo>
                <a:close/>
              </a:path>
              <a:path w="471" h="15">
                <a:moveTo>
                  <a:pt x="434" y="8"/>
                </a:moveTo>
                <a:cubicBezTo>
                  <a:pt x="434" y="5"/>
                  <a:pt x="435" y="3"/>
                  <a:pt x="436" y="2"/>
                </a:cubicBezTo>
                <a:cubicBezTo>
                  <a:pt x="437" y="1"/>
                  <a:pt x="438" y="0"/>
                  <a:pt x="440" y="0"/>
                </a:cubicBezTo>
                <a:cubicBezTo>
                  <a:pt x="441" y="0"/>
                  <a:pt x="442" y="0"/>
                  <a:pt x="443" y="1"/>
                </a:cubicBezTo>
                <a:cubicBezTo>
                  <a:pt x="444" y="2"/>
                  <a:pt x="445" y="3"/>
                  <a:pt x="445" y="4"/>
                </a:cubicBezTo>
                <a:cubicBezTo>
                  <a:pt x="446" y="5"/>
                  <a:pt x="446" y="6"/>
                  <a:pt x="446" y="8"/>
                </a:cubicBezTo>
                <a:cubicBezTo>
                  <a:pt x="446" y="9"/>
                  <a:pt x="446" y="10"/>
                  <a:pt x="445" y="11"/>
                </a:cubicBezTo>
                <a:cubicBezTo>
                  <a:pt x="445" y="13"/>
                  <a:pt x="444" y="13"/>
                  <a:pt x="443" y="14"/>
                </a:cubicBezTo>
                <a:cubicBezTo>
                  <a:pt x="442" y="15"/>
                  <a:pt x="441" y="15"/>
                  <a:pt x="440" y="15"/>
                </a:cubicBezTo>
                <a:cubicBezTo>
                  <a:pt x="439" y="15"/>
                  <a:pt x="438" y="15"/>
                  <a:pt x="437" y="14"/>
                </a:cubicBezTo>
                <a:cubicBezTo>
                  <a:pt x="436" y="13"/>
                  <a:pt x="435" y="12"/>
                  <a:pt x="435" y="11"/>
                </a:cubicBezTo>
                <a:cubicBezTo>
                  <a:pt x="434" y="10"/>
                  <a:pt x="434" y="9"/>
                  <a:pt x="434" y="8"/>
                </a:cubicBezTo>
                <a:close/>
                <a:moveTo>
                  <a:pt x="436" y="8"/>
                </a:moveTo>
                <a:cubicBezTo>
                  <a:pt x="436" y="9"/>
                  <a:pt x="436" y="11"/>
                  <a:pt x="437" y="12"/>
                </a:cubicBezTo>
                <a:cubicBezTo>
                  <a:pt x="438" y="13"/>
                  <a:pt x="439" y="13"/>
                  <a:pt x="440" y="13"/>
                </a:cubicBezTo>
                <a:cubicBezTo>
                  <a:pt x="441" y="13"/>
                  <a:pt x="442" y="13"/>
                  <a:pt x="443" y="12"/>
                </a:cubicBezTo>
                <a:cubicBezTo>
                  <a:pt x="444" y="11"/>
                  <a:pt x="444" y="9"/>
                  <a:pt x="444" y="7"/>
                </a:cubicBezTo>
                <a:cubicBezTo>
                  <a:pt x="444" y="6"/>
                  <a:pt x="444" y="5"/>
                  <a:pt x="444" y="4"/>
                </a:cubicBezTo>
                <a:cubicBezTo>
                  <a:pt x="444" y="4"/>
                  <a:pt x="443" y="3"/>
                  <a:pt x="442" y="2"/>
                </a:cubicBezTo>
                <a:cubicBezTo>
                  <a:pt x="442" y="2"/>
                  <a:pt x="441" y="2"/>
                  <a:pt x="440" y="2"/>
                </a:cubicBezTo>
                <a:cubicBezTo>
                  <a:pt x="439" y="2"/>
                  <a:pt x="438" y="2"/>
                  <a:pt x="437" y="3"/>
                </a:cubicBezTo>
                <a:cubicBezTo>
                  <a:pt x="436" y="4"/>
                  <a:pt x="436" y="6"/>
                  <a:pt x="436" y="8"/>
                </a:cubicBezTo>
                <a:close/>
              </a:path>
              <a:path w="471" h="15">
                <a:moveTo>
                  <a:pt x="454" y="9"/>
                </a:moveTo>
                <a:lnTo>
                  <a:pt x="454" y="7"/>
                </a:lnTo>
                <a:lnTo>
                  <a:pt x="459" y="7"/>
                </a:lnTo>
                <a:lnTo>
                  <a:pt x="459" y="13"/>
                </a:lnTo>
                <a:cubicBezTo>
                  <a:pt x="458" y="13"/>
                  <a:pt x="457" y="14"/>
                  <a:pt x="456" y="14"/>
                </a:cubicBezTo>
                <a:cubicBezTo>
                  <a:pt x="456" y="15"/>
                  <a:pt x="455" y="15"/>
                  <a:pt x="454" y="15"/>
                </a:cubicBezTo>
                <a:cubicBezTo>
                  <a:pt x="453" y="15"/>
                  <a:pt x="451" y="15"/>
                  <a:pt x="450" y="14"/>
                </a:cubicBezTo>
                <a:cubicBezTo>
                  <a:pt x="449" y="13"/>
                  <a:pt x="449" y="13"/>
                  <a:pt x="448" y="11"/>
                </a:cubicBezTo>
                <a:cubicBezTo>
                  <a:pt x="448" y="10"/>
                  <a:pt x="447" y="9"/>
                  <a:pt x="447" y="8"/>
                </a:cubicBezTo>
                <a:cubicBezTo>
                  <a:pt x="447" y="6"/>
                  <a:pt x="448" y="5"/>
                  <a:pt x="448" y="4"/>
                </a:cubicBezTo>
                <a:cubicBezTo>
                  <a:pt x="449" y="2"/>
                  <a:pt x="449" y="2"/>
                  <a:pt x="450" y="1"/>
                </a:cubicBezTo>
                <a:cubicBezTo>
                  <a:pt x="451" y="0"/>
                  <a:pt x="452" y="0"/>
                  <a:pt x="454" y="0"/>
                </a:cubicBezTo>
                <a:cubicBezTo>
                  <a:pt x="455" y="0"/>
                  <a:pt x="455" y="0"/>
                  <a:pt x="456" y="1"/>
                </a:cubicBezTo>
                <a:cubicBezTo>
                  <a:pt x="457" y="1"/>
                  <a:pt x="457" y="1"/>
                  <a:pt x="458" y="2"/>
                </a:cubicBezTo>
                <a:cubicBezTo>
                  <a:pt x="458" y="3"/>
                  <a:pt x="459" y="3"/>
                  <a:pt x="459" y="4"/>
                </a:cubicBezTo>
                <a:lnTo>
                  <a:pt x="457" y="5"/>
                </a:lnTo>
                <a:cubicBezTo>
                  <a:pt x="457" y="4"/>
                  <a:pt x="457" y="3"/>
                  <a:pt x="457" y="3"/>
                </a:cubicBezTo>
                <a:cubicBezTo>
                  <a:pt x="456" y="3"/>
                  <a:pt x="456" y="2"/>
                  <a:pt x="455" y="2"/>
                </a:cubicBezTo>
                <a:cubicBezTo>
                  <a:pt x="455" y="2"/>
                  <a:pt x="454" y="2"/>
                  <a:pt x="454" y="2"/>
                </a:cubicBezTo>
                <a:cubicBezTo>
                  <a:pt x="453" y="2"/>
                  <a:pt x="452" y="2"/>
                  <a:pt x="452" y="2"/>
                </a:cubicBezTo>
                <a:cubicBezTo>
                  <a:pt x="451" y="2"/>
                  <a:pt x="451" y="3"/>
                  <a:pt x="450" y="3"/>
                </a:cubicBezTo>
                <a:cubicBezTo>
                  <a:pt x="450" y="4"/>
                  <a:pt x="450" y="4"/>
                  <a:pt x="450" y="5"/>
                </a:cubicBezTo>
                <a:cubicBezTo>
                  <a:pt x="449" y="5"/>
                  <a:pt x="449" y="6"/>
                  <a:pt x="449" y="7"/>
                </a:cubicBezTo>
                <a:cubicBezTo>
                  <a:pt x="449" y="9"/>
                  <a:pt x="449" y="10"/>
                  <a:pt x="450" y="11"/>
                </a:cubicBezTo>
                <a:cubicBezTo>
                  <a:pt x="450" y="12"/>
                  <a:pt x="451" y="12"/>
                  <a:pt x="451" y="13"/>
                </a:cubicBezTo>
                <a:cubicBezTo>
                  <a:pt x="452" y="13"/>
                  <a:pt x="453" y="13"/>
                  <a:pt x="454" y="13"/>
                </a:cubicBezTo>
                <a:cubicBezTo>
                  <a:pt x="454" y="13"/>
                  <a:pt x="455" y="13"/>
                  <a:pt x="456" y="13"/>
                </a:cubicBezTo>
                <a:cubicBezTo>
                  <a:pt x="456" y="12"/>
                  <a:pt x="457" y="12"/>
                  <a:pt x="457" y="12"/>
                </a:cubicBezTo>
                <a:lnTo>
                  <a:pt x="457" y="9"/>
                </a:lnTo>
                <a:lnTo>
                  <a:pt x="454" y="9"/>
                </a:lnTo>
                <a:close/>
              </a:path>
              <a:path w="471" h="15">
                <a:moveTo>
                  <a:pt x="464" y="15"/>
                </a:moveTo>
                <a:lnTo>
                  <a:pt x="464" y="9"/>
                </a:lnTo>
                <a:lnTo>
                  <a:pt x="460" y="0"/>
                </a:lnTo>
                <a:lnTo>
                  <a:pt x="462" y="0"/>
                </a:lnTo>
                <a:lnTo>
                  <a:pt x="464" y="5"/>
                </a:lnTo>
                <a:cubicBezTo>
                  <a:pt x="465" y="5"/>
                  <a:pt x="465" y="6"/>
                  <a:pt x="465" y="7"/>
                </a:cubicBezTo>
                <a:cubicBezTo>
                  <a:pt x="466" y="6"/>
                  <a:pt x="466" y="5"/>
                  <a:pt x="467" y="5"/>
                </a:cubicBezTo>
                <a:lnTo>
                  <a:pt x="469" y="0"/>
                </a:lnTo>
                <a:lnTo>
                  <a:pt x="471" y="0"/>
                </a:lnTo>
                <a:lnTo>
                  <a:pt x="466" y="9"/>
                </a:lnTo>
                <a:lnTo>
                  <a:pt x="466" y="15"/>
                </a:lnTo>
                <a:lnTo>
                  <a:pt x="464" y="1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pic>
        <p:nvPicPr>
          <p:cNvPr id="20" name="图片 2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3251" y="124632"/>
            <a:ext cx="627347" cy="471145"/>
          </a:xfrm>
          <a:prstGeom prst="rect">
            <a:avLst/>
          </a:prstGeom>
          <a:ln>
            <a:noFill/>
          </a:ln>
        </p:spPr>
      </p:pic>
      <p:sp>
        <p:nvSpPr>
          <p:cNvPr id="21" name="分隔线"/>
          <p:cNvSpPr/>
          <p:nvPr/>
        </p:nvSpPr>
        <p:spPr>
          <a:xfrm>
            <a:off x="457200" y="896112"/>
            <a:ext cx="11228832" cy="36576"/>
          </a:xfrm>
          <a:prstGeom prst="rect">
            <a:avLst/>
          </a:prstGeom>
          <a:solidFill>
            <a:srgbClr val="00A4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关键信息条"/>
          <p:cNvSpPr/>
          <p:nvPr/>
        </p:nvSpPr>
        <p:spPr>
          <a:xfrm>
            <a:off x="502920" y="1024128"/>
            <a:ext cx="11183112" cy="45720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关键信息"/>
          <p:cNvSpPr txBox="1"/>
          <p:nvPr/>
        </p:nvSpPr>
        <p:spPr>
          <a:xfrm>
            <a:off x="685800" y="1024128"/>
            <a:ext cx="10817352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600" b="1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两院采集方式不同、患者不重叠，只能在“变量与定义”层面对齐。</a:t>
            </a:r>
            <a:endParaRPr lang="zh-CN" altLang="en-US" sz="1600" b="1" i="0">
              <a:solidFill>
                <a:srgbClr val="1137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结论框"/>
          <p:cNvSpPr/>
          <p:nvPr/>
        </p:nvSpPr>
        <p:spPr>
          <a:xfrm>
            <a:off x="502920" y="5870448"/>
            <a:ext cx="11183112" cy="420624"/>
          </a:xfrm>
          <a:prstGeom prst="rect">
            <a:avLst/>
          </a:prstGeom>
          <a:solidFill>
            <a:srgbClr val="FCEF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结论"/>
          <p:cNvSpPr txBox="1"/>
          <p:nvPr/>
        </p:nvSpPr>
        <p:spPr>
          <a:xfrm>
            <a:off x="685800" y="5870448"/>
            <a:ext cx="10817352" cy="420624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500" b="1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互补价值：</a:t>
            </a:r>
            <a:r>
              <a:rPr lang="zh-CN" altLang="en-US" sz="1500" b="0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GAM留较丰富的诊疗过程，GD 提供专病结构化字段；需统一变量含义与纳排标准。</a:t>
            </a:r>
            <a:endParaRPr lang="zh-CN" altLang="en-US" sz="1500" b="0" i="0">
              <a:solidFill>
                <a:srgbClr val="1137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页脚"/>
          <p:cNvSpPr txBox="1"/>
          <p:nvPr/>
        </p:nvSpPr>
        <p:spPr>
          <a:xfrm>
            <a:off x="502920" y="6455664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050" b="0" i="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老年流感多中心数据对齐与研究协作汇报</a:t>
            </a:r>
            <a:endParaRPr lang="zh-CN" altLang="en-US" sz="1050" b="0" i="0">
              <a:solidFill>
                <a:srgbClr val="646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页码"/>
          <p:cNvSpPr txBox="1"/>
          <p:nvPr/>
        </p:nvSpPr>
        <p:spPr>
          <a:xfrm>
            <a:off x="10680192" y="6455664"/>
            <a:ext cx="100584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fld id="{D9D243AE-35B6-4B58-9613-51C5E4636BAF}" type="slidenum">
              <a:rPr lang="zh-CN" sz="105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fld>
            <a:endParaRPr lang="zh-CN" sz="1050">
              <a:solidFill>
                <a:srgbClr val="646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502920" y="1645920"/>
            <a:ext cx="5486400" cy="3703320"/>
          </a:xfrm>
          <a:prstGeom prst="rect">
            <a:avLst/>
          </a:prstGeom>
          <a:solidFill>
            <a:srgbClr val="FFFFFF"/>
          </a:solidFill>
          <a:ln w="9525">
            <a:solidFill>
              <a:srgbClr val="CDDAE8"/>
            </a:solidFill>
          </a:ln>
          <a:effectLst>
            <a:outerShdw blurRad="63500" dist="19050" dir="5400000" algn="t" rotWithShape="0">
              <a:srgbClr val="1F3B66">
                <a:alpha val="16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1645920"/>
            <a:ext cx="5486400" cy="420624"/>
          </a:xfrm>
          <a:prstGeom prst="rect">
            <a:avLst/>
          </a:prstGeom>
          <a:solidFill>
            <a:srgbClr val="1F4E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1645920"/>
            <a:ext cx="521208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7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GAM · 广安门医院</a:t>
            </a:r>
            <a:endParaRPr lang="zh-CN" altLang="en-US" sz="17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731520" y="2157984"/>
            <a:ext cx="2468880" cy="475488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2800" b="1" i="0">
                <a:solidFill>
                  <a:srgbClr val="1F4E9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173</a:t>
            </a:r>
            <a:endParaRPr lang="zh-CN" altLang="en-US" sz="2800" b="1" i="0">
              <a:solidFill>
                <a:srgbClr val="1F4E9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731520" y="2633472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250" b="0" i="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次住院（168 人）</a:t>
            </a:r>
            <a:endParaRPr lang="zh-CN" altLang="en-US" sz="1250" b="0" i="0">
              <a:solidFill>
                <a:srgbClr val="646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337560" y="2157984"/>
            <a:ext cx="2468880" cy="475488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2800" b="1" i="0">
                <a:solidFill>
                  <a:srgbClr val="1F4E9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1,166</a:t>
            </a:r>
            <a:endParaRPr lang="zh-CN" altLang="en-US" sz="2800" b="1" i="0">
              <a:solidFill>
                <a:srgbClr val="1F4E9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3337560" y="2633472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250" b="0" i="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次门诊（1,136 人）</a:t>
            </a:r>
            <a:endParaRPr lang="zh-CN" altLang="en-US" sz="1250" b="0" i="0">
              <a:solidFill>
                <a:srgbClr val="646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731520" y="292608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250" b="0" i="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时间跨度：2024-11 至 2026-03</a:t>
            </a:r>
            <a:endParaRPr lang="zh-CN" altLang="en-US" sz="1250" b="0" i="0">
              <a:solidFill>
                <a:srgbClr val="646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36" name="Connector 35"/>
          <p:cNvCxnSpPr/>
          <p:nvPr/>
        </p:nvCxnSpPr>
        <p:spPr>
          <a:xfrm>
            <a:off x="731520" y="3273552"/>
            <a:ext cx="5029200" cy="0"/>
          </a:xfrm>
          <a:prstGeom prst="line">
            <a:avLst/>
          </a:prstGeom>
          <a:ln w="12700">
            <a:solidFill>
              <a:srgbClr val="CDDAE8"/>
            </a:solidFill>
          </a:ln>
        </p:spPr>
      </p:cxnSp>
      <p:sp>
        <p:nvSpPr>
          <p:cNvPr id="37" name="TextBox 36"/>
          <p:cNvSpPr txBox="1"/>
          <p:nvPr/>
        </p:nvSpPr>
        <p:spPr>
          <a:xfrm>
            <a:off x="731520" y="3346704"/>
            <a:ext cx="96012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数据形态</a:t>
            </a:r>
            <a:endParaRPr lang="zh-CN" altLang="en-US" sz="1300" b="1" i="0">
              <a:solidFill>
                <a:srgbClr val="1137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737360" y="3346704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35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多科室临床 EHR 导出：住院 6 张原始表 + 门诊记录</a:t>
            </a:r>
            <a:endParaRPr lang="zh-CN" altLang="en-US" sz="1350" b="0" i="0">
              <a:solidFill>
                <a:srgbClr val="2731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731520" y="3803904"/>
            <a:ext cx="96012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信息组织</a:t>
            </a:r>
            <a:endParaRPr lang="zh-CN" altLang="en-US" sz="1300" b="1" i="0">
              <a:solidFill>
                <a:srgbClr val="1137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1737360" y="3803904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35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病历、检验、影像、医嘱分散于不同记录</a:t>
            </a:r>
            <a:endParaRPr lang="zh-CN" altLang="en-US" sz="1350" b="0" i="0">
              <a:solidFill>
                <a:srgbClr val="2731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731520" y="4261104"/>
            <a:ext cx="96012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人群特点</a:t>
            </a:r>
            <a:endParaRPr lang="zh-CN" altLang="en-US" sz="1300" b="1" i="0">
              <a:solidFill>
                <a:srgbClr val="1137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737360" y="4261104"/>
            <a:ext cx="402336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35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全院提取，含 &lt;60 岁 44 次</a:t>
            </a:r>
            <a:br>
              <a:rPr lang="zh-CN" sz="135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35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63% 的住院在入院 48 小时后才首次流感阳性</a:t>
            </a:r>
            <a:endParaRPr lang="zh-CN" altLang="en-US" sz="1350" b="0" i="0">
              <a:solidFill>
                <a:srgbClr val="2731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731520" y="4828032"/>
            <a:ext cx="96012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研究用途</a:t>
            </a:r>
            <a:endParaRPr lang="zh-CN" altLang="en-US" sz="1300" b="1" i="0">
              <a:solidFill>
                <a:srgbClr val="1137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1737360" y="4828032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35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先筛选老年流感病例，再提取临床变量</a:t>
            </a:r>
            <a:endParaRPr lang="zh-CN" altLang="en-US" sz="1350" b="0" i="0">
              <a:solidFill>
                <a:srgbClr val="2731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6199632" y="1645920"/>
            <a:ext cx="5486400" cy="3703320"/>
          </a:xfrm>
          <a:prstGeom prst="rect">
            <a:avLst/>
          </a:prstGeom>
          <a:solidFill>
            <a:srgbClr val="FFFFFF"/>
          </a:solidFill>
          <a:ln w="9525">
            <a:solidFill>
              <a:srgbClr val="CDDAE8"/>
            </a:solidFill>
          </a:ln>
          <a:effectLst>
            <a:outerShdw blurRad="63500" dist="19050" dir="5400000" algn="t" rotWithShape="0">
              <a:srgbClr val="1F3B66">
                <a:alpha val="16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199632" y="1645920"/>
            <a:ext cx="5486400" cy="420624"/>
          </a:xfrm>
          <a:prstGeom prst="rect">
            <a:avLst/>
          </a:prstGeom>
          <a:solidFill>
            <a:srgbClr val="1F4E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36792" y="1645920"/>
            <a:ext cx="521208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7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GD · 广东省中医院</a:t>
            </a:r>
            <a:endParaRPr lang="zh-CN" altLang="en-US" sz="17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6428232" y="2157984"/>
            <a:ext cx="2468880" cy="475488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2800" b="1" i="0">
                <a:solidFill>
                  <a:srgbClr val="1F4E9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297</a:t>
            </a:r>
            <a:endParaRPr lang="zh-CN" altLang="en-US" sz="2800" b="1" i="0">
              <a:solidFill>
                <a:srgbClr val="1F4E9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6428232" y="2633472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250" b="0" i="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次住院（295 人）</a:t>
            </a:r>
            <a:endParaRPr lang="zh-CN" altLang="en-US" sz="1250" b="0" i="0">
              <a:solidFill>
                <a:srgbClr val="646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9034272" y="2157984"/>
            <a:ext cx="2468880" cy="475488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2800" b="1" i="0">
                <a:solidFill>
                  <a:srgbClr val="1F4E9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≥60 岁</a:t>
            </a:r>
            <a:endParaRPr lang="zh-CN" altLang="en-US" sz="2800" b="1" i="0">
              <a:solidFill>
                <a:srgbClr val="1F4E9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9034272" y="2633472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250" b="0" i="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全部为老年流感住院</a:t>
            </a:r>
            <a:endParaRPr lang="zh-CN" altLang="en-US" sz="1250" b="0" i="0">
              <a:solidFill>
                <a:srgbClr val="646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6428232" y="292608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250" b="0" i="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时间跨度：2021-11 至 2026-06</a:t>
            </a:r>
            <a:endParaRPr lang="zh-CN" altLang="en-US" sz="1250" b="0" i="0">
              <a:solidFill>
                <a:srgbClr val="646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53" name="Connector 52"/>
          <p:cNvCxnSpPr/>
          <p:nvPr/>
        </p:nvCxnSpPr>
        <p:spPr>
          <a:xfrm>
            <a:off x="6428232" y="3273552"/>
            <a:ext cx="5029200" cy="0"/>
          </a:xfrm>
          <a:prstGeom prst="line">
            <a:avLst/>
          </a:prstGeom>
          <a:ln w="12700">
            <a:solidFill>
              <a:srgbClr val="CDDAE8"/>
            </a:solidFill>
          </a:ln>
        </p:spPr>
      </p:cxnSp>
      <p:sp>
        <p:nvSpPr>
          <p:cNvPr id="54" name="TextBox 53"/>
          <p:cNvSpPr txBox="1"/>
          <p:nvPr/>
        </p:nvSpPr>
        <p:spPr>
          <a:xfrm>
            <a:off x="6428232" y="3346704"/>
            <a:ext cx="96012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数据形态</a:t>
            </a:r>
            <a:endParaRPr lang="zh-CN" altLang="en-US" sz="1300" b="1" i="0">
              <a:solidFill>
                <a:srgbClr val="1137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7434072" y="3346704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35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已整理的老年流感研究队列 CRF（人工整理宽表）</a:t>
            </a:r>
            <a:endParaRPr lang="zh-CN" altLang="en-US" sz="1350" b="0" i="0">
              <a:solidFill>
                <a:srgbClr val="2731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6428232" y="3803904"/>
            <a:ext cx="96012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信息组织</a:t>
            </a:r>
            <a:endParaRPr lang="zh-CN" altLang="en-US" sz="1300" b="1" i="0">
              <a:solidFill>
                <a:srgbClr val="1137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7434072" y="3803904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35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症状、基础病、治疗及结局字段较集中</a:t>
            </a:r>
            <a:endParaRPr lang="zh-CN" altLang="en-US" sz="1350" b="0" i="0">
              <a:solidFill>
                <a:srgbClr val="2731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6428232" y="4261104"/>
            <a:ext cx="96012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人群特点</a:t>
            </a:r>
            <a:endParaRPr lang="zh-CN" altLang="en-US" sz="1300" b="1" i="0">
              <a:solidFill>
                <a:srgbClr val="1137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7434072" y="4261104"/>
            <a:ext cx="402336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35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年龄 60–97 岁，中位数 68 岁</a:t>
            </a:r>
            <a:endParaRPr lang="zh-CN" altLang="en-US" sz="1350" b="0" i="0">
              <a:solidFill>
                <a:srgbClr val="2731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6428232" y="4828032"/>
            <a:ext cx="96012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研究用途</a:t>
            </a:r>
            <a:endParaRPr lang="zh-CN" altLang="en-US" sz="1300" b="1" i="0">
              <a:solidFill>
                <a:srgbClr val="1137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7434072" y="4828032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35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适合按统一字段开展队列分析与验证</a:t>
            </a:r>
            <a:endParaRPr lang="zh-CN" altLang="en-US" sz="1350" b="0" i="0">
              <a:solidFill>
                <a:srgbClr val="2731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顶部色条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F4E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标题栏"/>
          <p:cNvSpPr/>
          <p:nvPr/>
        </p:nvSpPr>
        <p:spPr>
          <a:xfrm>
            <a:off x="0" y="219456"/>
            <a:ext cx="9418320" cy="530352"/>
          </a:xfrm>
          <a:prstGeom prst="rect">
            <a:avLst/>
          </a:prstGeom>
          <a:solidFill>
            <a:srgbClr val="4075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章节标签"/>
          <p:cNvSpPr/>
          <p:nvPr/>
        </p:nvSpPr>
        <p:spPr>
          <a:xfrm>
            <a:off x="320040" y="301752"/>
            <a:ext cx="844296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 i="0">
                <a:solidFill>
                  <a:srgbClr val="1F4E9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问题二</a:t>
            </a:r>
            <a:endParaRPr lang="zh-CN" altLang="en-US" sz="1400" b="1" i="0">
              <a:solidFill>
                <a:srgbClr val="1F4E9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标题"/>
          <p:cNvSpPr txBox="1"/>
          <p:nvPr/>
        </p:nvSpPr>
        <p:spPr>
          <a:xfrm>
            <a:off x="1310640" y="219456"/>
            <a:ext cx="7970520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2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理想的记录与两院现状</a:t>
            </a:r>
            <a:endParaRPr lang="zh-CN" altLang="en-US" sz="22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Rectangle 7"/>
          <p:cNvSpPr>
            <a:spLocks noGrp="1"/>
          </p:cNvSpPr>
          <p:nvPr/>
        </p:nvSpPr>
        <p:spPr>
          <a:xfrm>
            <a:off x="9971521" y="467514"/>
            <a:ext cx="180331" cy="6350"/>
          </a:xfrm>
          <a:prstGeom prst="rect">
            <a:avLst/>
          </a:prstGeom>
          <a:solidFill>
            <a:srgbClr val="005A9F"/>
          </a:solidFill>
          <a:ln>
            <a:noFill/>
          </a:ln>
        </p:spPr>
      </p:sp>
      <p:sp>
        <p:nvSpPr>
          <p:cNvPr id="7" name="Freeform 8"/>
          <p:cNvSpPr>
            <a:spLocks noGrp="1"/>
          </p:cNvSpPr>
          <p:nvPr/>
        </p:nvSpPr>
        <p:spPr>
          <a:xfrm>
            <a:off x="9862306" y="238926"/>
            <a:ext cx="400029" cy="256527"/>
          </a:xfrm>
          <a:custGeom>
            <a:avLst/>
            <a:gdLst/>
            <a:ahLst/>
            <a:cxnLst/>
            <a:rect l="l" t="t" r="r" b="b"/>
            <a:pathLst>
              <a:path w="259" h="165">
                <a:moveTo>
                  <a:pt x="129" y="4"/>
                </a:moveTo>
                <a:cubicBezTo>
                  <a:pt x="198" y="4"/>
                  <a:pt x="255" y="39"/>
                  <a:pt x="255" y="83"/>
                </a:cubicBezTo>
                <a:cubicBezTo>
                  <a:pt x="255" y="126"/>
                  <a:pt x="198" y="161"/>
                  <a:pt x="129" y="161"/>
                </a:cubicBezTo>
                <a:cubicBezTo>
                  <a:pt x="61" y="161"/>
                  <a:pt x="4" y="126"/>
                  <a:pt x="4" y="83"/>
                </a:cubicBezTo>
                <a:cubicBezTo>
                  <a:pt x="4" y="39"/>
                  <a:pt x="61" y="4"/>
                  <a:pt x="129" y="4"/>
                </a:cubicBezTo>
                <a:close/>
                <a:moveTo>
                  <a:pt x="129" y="0"/>
                </a:moveTo>
                <a:cubicBezTo>
                  <a:pt x="201" y="0"/>
                  <a:pt x="259" y="37"/>
                  <a:pt x="259" y="83"/>
                </a:cubicBezTo>
                <a:cubicBezTo>
                  <a:pt x="259" y="128"/>
                  <a:pt x="201" y="165"/>
                  <a:pt x="129" y="165"/>
                </a:cubicBezTo>
                <a:cubicBezTo>
                  <a:pt x="58" y="165"/>
                  <a:pt x="0" y="128"/>
                  <a:pt x="0" y="83"/>
                </a:cubicBezTo>
                <a:cubicBezTo>
                  <a:pt x="0" y="37"/>
                  <a:pt x="58" y="0"/>
                  <a:pt x="129" y="0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8" name="Freeform 9"/>
          <p:cNvSpPr>
            <a:spLocks noGrp="1"/>
          </p:cNvSpPr>
          <p:nvPr/>
        </p:nvSpPr>
        <p:spPr>
          <a:xfrm>
            <a:off x="9899134" y="238926"/>
            <a:ext cx="326373" cy="256527"/>
          </a:xfrm>
          <a:custGeom>
            <a:avLst/>
            <a:gdLst/>
            <a:ahLst/>
            <a:cxnLst/>
            <a:rect l="l" t="t" r="r" b="b"/>
            <a:pathLst>
              <a:path w="211" h="165">
                <a:moveTo>
                  <a:pt x="105" y="4"/>
                </a:moveTo>
                <a:cubicBezTo>
                  <a:pt x="161" y="4"/>
                  <a:pt x="207" y="39"/>
                  <a:pt x="207" y="83"/>
                </a:cubicBezTo>
                <a:cubicBezTo>
                  <a:pt x="207" y="126"/>
                  <a:pt x="161" y="161"/>
                  <a:pt x="105" y="161"/>
                </a:cubicBezTo>
                <a:cubicBezTo>
                  <a:pt x="50" y="161"/>
                  <a:pt x="4" y="126"/>
                  <a:pt x="4" y="83"/>
                </a:cubicBezTo>
                <a:cubicBezTo>
                  <a:pt x="4" y="39"/>
                  <a:pt x="50" y="4"/>
                  <a:pt x="105" y="4"/>
                </a:cubicBezTo>
                <a:close/>
                <a:moveTo>
                  <a:pt x="105" y="0"/>
                </a:moveTo>
                <a:cubicBezTo>
                  <a:pt x="163" y="0"/>
                  <a:pt x="211" y="37"/>
                  <a:pt x="211" y="83"/>
                </a:cubicBezTo>
                <a:cubicBezTo>
                  <a:pt x="211" y="128"/>
                  <a:pt x="163" y="165"/>
                  <a:pt x="105" y="165"/>
                </a:cubicBezTo>
                <a:cubicBezTo>
                  <a:pt x="48" y="165"/>
                  <a:pt x="0" y="128"/>
                  <a:pt x="0" y="83"/>
                </a:cubicBezTo>
                <a:cubicBezTo>
                  <a:pt x="0" y="37"/>
                  <a:pt x="48" y="0"/>
                  <a:pt x="105" y="0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9" name="Freeform 10"/>
          <p:cNvSpPr>
            <a:spLocks noGrp="1"/>
          </p:cNvSpPr>
          <p:nvPr/>
        </p:nvSpPr>
        <p:spPr>
          <a:xfrm>
            <a:off x="9777221" y="157650"/>
            <a:ext cx="568930" cy="412729"/>
          </a:xfrm>
          <a:custGeom>
            <a:avLst/>
            <a:gdLst/>
            <a:ahLst/>
            <a:cxnLst/>
            <a:rect l="l" t="t" r="r" b="b"/>
            <a:pathLst>
              <a:path w="368" h="265">
                <a:moveTo>
                  <a:pt x="184" y="0"/>
                </a:moveTo>
                <a:cubicBezTo>
                  <a:pt x="286" y="0"/>
                  <a:pt x="368" y="60"/>
                  <a:pt x="368" y="133"/>
                </a:cubicBezTo>
                <a:cubicBezTo>
                  <a:pt x="368" y="206"/>
                  <a:pt x="286" y="265"/>
                  <a:pt x="184" y="265"/>
                </a:cubicBezTo>
                <a:cubicBezTo>
                  <a:pt x="83" y="265"/>
                  <a:pt x="0" y="206"/>
                  <a:pt x="0" y="133"/>
                </a:cubicBezTo>
                <a:cubicBezTo>
                  <a:pt x="0" y="60"/>
                  <a:pt x="83" y="0"/>
                  <a:pt x="184" y="0"/>
                </a:cubicBezTo>
                <a:close/>
                <a:moveTo>
                  <a:pt x="184" y="7"/>
                </a:moveTo>
                <a:cubicBezTo>
                  <a:pt x="280" y="7"/>
                  <a:pt x="359" y="64"/>
                  <a:pt x="359" y="133"/>
                </a:cubicBezTo>
                <a:cubicBezTo>
                  <a:pt x="359" y="202"/>
                  <a:pt x="280" y="258"/>
                  <a:pt x="184" y="258"/>
                </a:cubicBezTo>
                <a:cubicBezTo>
                  <a:pt x="88" y="258"/>
                  <a:pt x="9" y="202"/>
                  <a:pt x="9" y="133"/>
                </a:cubicBezTo>
                <a:cubicBezTo>
                  <a:pt x="9" y="64"/>
                  <a:pt x="88" y="7"/>
                  <a:pt x="184" y="7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0" name="Freeform 11"/>
          <p:cNvSpPr>
            <a:spLocks noGrp="1"/>
          </p:cNvSpPr>
          <p:nvPr/>
        </p:nvSpPr>
        <p:spPr>
          <a:xfrm>
            <a:off x="10007079" y="447195"/>
            <a:ext cx="107944" cy="17779"/>
          </a:xfrm>
          <a:custGeom>
            <a:avLst/>
            <a:gdLst/>
            <a:ahLst/>
            <a:cxnLst/>
            <a:rect l="l" t="t" r="r" b="b"/>
            <a:pathLst>
              <a:path w="70" h="11">
                <a:moveTo>
                  <a:pt x="0" y="0"/>
                </a:moveTo>
                <a:lnTo>
                  <a:pt x="1" y="0"/>
                </a:lnTo>
                <a:lnTo>
                  <a:pt x="2" y="6"/>
                </a:lnTo>
                <a:cubicBezTo>
                  <a:pt x="3" y="6"/>
                  <a:pt x="3" y="7"/>
                  <a:pt x="3" y="7"/>
                </a:cubicBezTo>
                <a:cubicBezTo>
                  <a:pt x="3" y="7"/>
                  <a:pt x="3" y="8"/>
                  <a:pt x="3" y="8"/>
                </a:cubicBezTo>
                <a:cubicBezTo>
                  <a:pt x="3" y="8"/>
                  <a:pt x="3" y="7"/>
                  <a:pt x="3" y="6"/>
                </a:cubicBezTo>
                <a:cubicBezTo>
                  <a:pt x="3" y="6"/>
                  <a:pt x="3" y="6"/>
                  <a:pt x="3" y="6"/>
                </a:cubicBezTo>
                <a:lnTo>
                  <a:pt x="4" y="0"/>
                </a:lnTo>
                <a:lnTo>
                  <a:pt x="5" y="0"/>
                </a:lnTo>
                <a:lnTo>
                  <a:pt x="7" y="6"/>
                </a:lnTo>
                <a:cubicBezTo>
                  <a:pt x="7" y="6"/>
                  <a:pt x="7" y="7"/>
                  <a:pt x="7" y="7"/>
                </a:cubicBezTo>
                <a:cubicBezTo>
                  <a:pt x="7" y="7"/>
                  <a:pt x="7" y="8"/>
                  <a:pt x="7" y="8"/>
                </a:cubicBezTo>
                <a:cubicBezTo>
                  <a:pt x="7" y="8"/>
                  <a:pt x="7" y="7"/>
                  <a:pt x="7" y="7"/>
                </a:cubicBezTo>
                <a:cubicBezTo>
                  <a:pt x="7" y="7"/>
                  <a:pt x="7" y="6"/>
                  <a:pt x="7" y="6"/>
                </a:cubicBezTo>
                <a:lnTo>
                  <a:pt x="8" y="0"/>
                </a:lnTo>
                <a:lnTo>
                  <a:pt x="10" y="0"/>
                </a:lnTo>
                <a:lnTo>
                  <a:pt x="7" y="10"/>
                </a:lnTo>
                <a:lnTo>
                  <a:pt x="6" y="10"/>
                </a:lnTo>
                <a:lnTo>
                  <a:pt x="5" y="5"/>
                </a:lnTo>
                <a:cubicBezTo>
                  <a:pt x="5" y="4"/>
                  <a:pt x="5" y="4"/>
                  <a:pt x="5" y="4"/>
                </a:cubicBezTo>
                <a:cubicBezTo>
                  <a:pt x="5" y="3"/>
                  <a:pt x="5" y="3"/>
                  <a:pt x="5" y="2"/>
                </a:cubicBezTo>
                <a:cubicBezTo>
                  <a:pt x="5" y="3"/>
                  <a:pt x="5" y="3"/>
                  <a:pt x="5" y="4"/>
                </a:cubicBezTo>
                <a:cubicBezTo>
                  <a:pt x="5" y="4"/>
                  <a:pt x="5" y="4"/>
                  <a:pt x="4" y="5"/>
                </a:cubicBezTo>
                <a:lnTo>
                  <a:pt x="3" y="10"/>
                </a:lnTo>
                <a:lnTo>
                  <a:pt x="2" y="10"/>
                </a:lnTo>
                <a:lnTo>
                  <a:pt x="0" y="0"/>
                </a:lnTo>
                <a:close/>
              </a:path>
              <a:path w="70" h="11">
                <a:moveTo>
                  <a:pt x="10" y="0"/>
                </a:moveTo>
                <a:lnTo>
                  <a:pt x="12" y="0"/>
                </a:lnTo>
                <a:lnTo>
                  <a:pt x="12" y="7"/>
                </a:lnTo>
                <a:cubicBezTo>
                  <a:pt x="12" y="8"/>
                  <a:pt x="12" y="8"/>
                  <a:pt x="12" y="9"/>
                </a:cubicBezTo>
                <a:cubicBezTo>
                  <a:pt x="12" y="9"/>
                  <a:pt x="13" y="9"/>
                  <a:pt x="13" y="9"/>
                </a:cubicBezTo>
                <a:cubicBezTo>
                  <a:pt x="14" y="9"/>
                  <a:pt x="14" y="9"/>
                  <a:pt x="15" y="9"/>
                </a:cubicBezTo>
                <a:cubicBezTo>
                  <a:pt x="15" y="8"/>
                  <a:pt x="15" y="8"/>
                  <a:pt x="15" y="7"/>
                </a:cubicBezTo>
                <a:lnTo>
                  <a:pt x="15" y="0"/>
                </a:lnTo>
                <a:lnTo>
                  <a:pt x="16" y="0"/>
                </a:lnTo>
                <a:lnTo>
                  <a:pt x="16" y="7"/>
                </a:lnTo>
                <a:cubicBezTo>
                  <a:pt x="16" y="8"/>
                  <a:pt x="16" y="9"/>
                  <a:pt x="15" y="10"/>
                </a:cubicBezTo>
                <a:cubicBezTo>
                  <a:pt x="15" y="10"/>
                  <a:pt x="14" y="11"/>
                  <a:pt x="13" y="11"/>
                </a:cubicBezTo>
                <a:cubicBezTo>
                  <a:pt x="12" y="11"/>
                  <a:pt x="12" y="10"/>
                  <a:pt x="11" y="10"/>
                </a:cubicBezTo>
                <a:cubicBezTo>
                  <a:pt x="11" y="9"/>
                  <a:pt x="10" y="8"/>
                  <a:pt x="10" y="7"/>
                </a:cubicBezTo>
                <a:lnTo>
                  <a:pt x="10" y="0"/>
                </a:lnTo>
                <a:close/>
              </a:path>
              <a:path w="70" h="11">
                <a:moveTo>
                  <a:pt x="18" y="0"/>
                </a:moveTo>
                <a:lnTo>
                  <a:pt x="19" y="0"/>
                </a:lnTo>
                <a:lnTo>
                  <a:pt x="19" y="4"/>
                </a:lnTo>
                <a:lnTo>
                  <a:pt x="22" y="4"/>
                </a:lnTo>
                <a:lnTo>
                  <a:pt x="22" y="0"/>
                </a:lnTo>
                <a:lnTo>
                  <a:pt x="23" y="0"/>
                </a:lnTo>
                <a:lnTo>
                  <a:pt x="23" y="10"/>
                </a:lnTo>
                <a:lnTo>
                  <a:pt x="22" y="10"/>
                </a:lnTo>
                <a:lnTo>
                  <a:pt x="22" y="6"/>
                </a:lnTo>
                <a:lnTo>
                  <a:pt x="19" y="6"/>
                </a:lnTo>
                <a:lnTo>
                  <a:pt x="19" y="10"/>
                </a:lnTo>
                <a:lnTo>
                  <a:pt x="18" y="10"/>
                </a:lnTo>
                <a:lnTo>
                  <a:pt x="18" y="0"/>
                </a:lnTo>
                <a:close/>
              </a:path>
              <a:path w="70" h="11">
                <a:moveTo>
                  <a:pt x="26" y="0"/>
                </a:moveTo>
                <a:lnTo>
                  <a:pt x="28" y="0"/>
                </a:lnTo>
                <a:lnTo>
                  <a:pt x="30" y="10"/>
                </a:lnTo>
                <a:lnTo>
                  <a:pt x="29" y="10"/>
                </a:lnTo>
                <a:lnTo>
                  <a:pt x="29" y="8"/>
                </a:lnTo>
                <a:lnTo>
                  <a:pt x="26" y="8"/>
                </a:lnTo>
                <a:lnTo>
                  <a:pt x="25" y="10"/>
                </a:lnTo>
                <a:lnTo>
                  <a:pt x="24" y="10"/>
                </a:lnTo>
                <a:lnTo>
                  <a:pt x="26" y="0"/>
                </a:lnTo>
                <a:close/>
                <a:moveTo>
                  <a:pt x="27" y="1"/>
                </a:moveTo>
                <a:lnTo>
                  <a:pt x="26" y="6"/>
                </a:lnTo>
                <a:lnTo>
                  <a:pt x="28" y="6"/>
                </a:lnTo>
                <a:lnTo>
                  <a:pt x="27" y="1"/>
                </a:lnTo>
                <a:close/>
              </a:path>
              <a:path w="70" h="11">
                <a:moveTo>
                  <a:pt x="31" y="0"/>
                </a:moveTo>
                <a:lnTo>
                  <a:pt x="32" y="0"/>
                </a:lnTo>
                <a:lnTo>
                  <a:pt x="35" y="6"/>
                </a:lnTo>
                <a:cubicBezTo>
                  <a:pt x="35" y="6"/>
                  <a:pt x="35" y="7"/>
                  <a:pt x="35" y="7"/>
                </a:cubicBezTo>
                <a:cubicBezTo>
                  <a:pt x="36" y="7"/>
                  <a:pt x="36" y="8"/>
                  <a:pt x="36" y="8"/>
                </a:cubicBezTo>
                <a:cubicBezTo>
                  <a:pt x="36" y="8"/>
                  <a:pt x="36" y="7"/>
                  <a:pt x="36" y="7"/>
                </a:cubicBezTo>
                <a:cubicBezTo>
                  <a:pt x="36" y="7"/>
                  <a:pt x="36" y="6"/>
                  <a:pt x="36" y="6"/>
                </a:cubicBezTo>
                <a:lnTo>
                  <a:pt x="36" y="0"/>
                </a:lnTo>
                <a:lnTo>
                  <a:pt x="37" y="0"/>
                </a:lnTo>
                <a:lnTo>
                  <a:pt x="37" y="10"/>
                </a:lnTo>
                <a:lnTo>
                  <a:pt x="36" y="10"/>
                </a:lnTo>
                <a:lnTo>
                  <a:pt x="33" y="4"/>
                </a:lnTo>
                <a:cubicBezTo>
                  <a:pt x="33" y="4"/>
                  <a:pt x="33" y="4"/>
                  <a:pt x="33" y="3"/>
                </a:cubicBezTo>
                <a:cubicBezTo>
                  <a:pt x="32" y="3"/>
                  <a:pt x="32" y="2"/>
                  <a:pt x="32" y="2"/>
                </a:cubicBezTo>
                <a:cubicBezTo>
                  <a:pt x="32" y="2"/>
                  <a:pt x="32" y="2"/>
                  <a:pt x="32" y="3"/>
                </a:cubicBezTo>
                <a:cubicBezTo>
                  <a:pt x="32" y="3"/>
                  <a:pt x="32" y="4"/>
                  <a:pt x="32" y="4"/>
                </a:cubicBezTo>
                <a:lnTo>
                  <a:pt x="32" y="10"/>
                </a:lnTo>
                <a:lnTo>
                  <a:pt x="31" y="10"/>
                </a:lnTo>
                <a:lnTo>
                  <a:pt x="31" y="0"/>
                </a:lnTo>
                <a:close/>
              </a:path>
              <a:path w="70" h="11">
                <a:moveTo>
                  <a:pt x="46" y="3"/>
                </a:moveTo>
                <a:lnTo>
                  <a:pt x="45" y="3"/>
                </a:lnTo>
                <a:cubicBezTo>
                  <a:pt x="45" y="3"/>
                  <a:pt x="45" y="2"/>
                  <a:pt x="44" y="2"/>
                </a:cubicBezTo>
                <a:cubicBezTo>
                  <a:pt x="44" y="1"/>
                  <a:pt x="44" y="1"/>
                  <a:pt x="43" y="1"/>
                </a:cubicBezTo>
                <a:cubicBezTo>
                  <a:pt x="43" y="1"/>
                  <a:pt x="42" y="2"/>
                  <a:pt x="42" y="2"/>
                </a:cubicBezTo>
                <a:cubicBezTo>
                  <a:pt x="42" y="3"/>
                  <a:pt x="42" y="4"/>
                  <a:pt x="42" y="5"/>
                </a:cubicBezTo>
                <a:cubicBezTo>
                  <a:pt x="42" y="7"/>
                  <a:pt x="42" y="8"/>
                  <a:pt x="42" y="8"/>
                </a:cubicBezTo>
                <a:cubicBezTo>
                  <a:pt x="42" y="9"/>
                  <a:pt x="43" y="9"/>
                  <a:pt x="43" y="9"/>
                </a:cubicBezTo>
                <a:cubicBezTo>
                  <a:pt x="44" y="9"/>
                  <a:pt x="44" y="9"/>
                  <a:pt x="45" y="9"/>
                </a:cubicBezTo>
                <a:cubicBezTo>
                  <a:pt x="45" y="8"/>
                  <a:pt x="45" y="8"/>
                  <a:pt x="45" y="7"/>
                </a:cubicBezTo>
                <a:lnTo>
                  <a:pt x="46" y="8"/>
                </a:lnTo>
                <a:cubicBezTo>
                  <a:pt x="46" y="9"/>
                  <a:pt x="46" y="9"/>
                  <a:pt x="45" y="10"/>
                </a:cubicBezTo>
                <a:cubicBezTo>
                  <a:pt x="45" y="10"/>
                  <a:pt x="44" y="11"/>
                  <a:pt x="43" y="11"/>
                </a:cubicBezTo>
                <a:cubicBezTo>
                  <a:pt x="42" y="11"/>
                  <a:pt x="42" y="10"/>
                  <a:pt x="41" y="9"/>
                </a:cubicBezTo>
                <a:cubicBezTo>
                  <a:pt x="41" y="8"/>
                  <a:pt x="40" y="7"/>
                  <a:pt x="40" y="5"/>
                </a:cubicBezTo>
                <a:cubicBezTo>
                  <a:pt x="40" y="4"/>
                  <a:pt x="41" y="2"/>
                  <a:pt x="41" y="1"/>
                </a:cubicBezTo>
                <a:cubicBezTo>
                  <a:pt x="42" y="0"/>
                  <a:pt x="43" y="0"/>
                  <a:pt x="43" y="0"/>
                </a:cubicBezTo>
                <a:cubicBezTo>
                  <a:pt x="44" y="0"/>
                  <a:pt x="45" y="0"/>
                  <a:pt x="45" y="1"/>
                </a:cubicBezTo>
                <a:cubicBezTo>
                  <a:pt x="46" y="1"/>
                  <a:pt x="46" y="2"/>
                  <a:pt x="46" y="3"/>
                </a:cubicBezTo>
                <a:close/>
              </a:path>
              <a:path w="70" h="11">
                <a:moveTo>
                  <a:pt x="47" y="0"/>
                </a:moveTo>
                <a:lnTo>
                  <a:pt x="48" y="0"/>
                </a:lnTo>
                <a:lnTo>
                  <a:pt x="48" y="4"/>
                </a:lnTo>
                <a:lnTo>
                  <a:pt x="52" y="4"/>
                </a:lnTo>
                <a:lnTo>
                  <a:pt x="52" y="0"/>
                </a:lnTo>
                <a:lnTo>
                  <a:pt x="53" y="0"/>
                </a:lnTo>
                <a:lnTo>
                  <a:pt x="53" y="10"/>
                </a:lnTo>
                <a:lnTo>
                  <a:pt x="52" y="10"/>
                </a:lnTo>
                <a:lnTo>
                  <a:pt x="52" y="6"/>
                </a:lnTo>
                <a:lnTo>
                  <a:pt x="48" y="6"/>
                </a:lnTo>
                <a:lnTo>
                  <a:pt x="48" y="10"/>
                </a:lnTo>
                <a:lnTo>
                  <a:pt x="47" y="10"/>
                </a:lnTo>
                <a:lnTo>
                  <a:pt x="47" y="0"/>
                </a:lnTo>
                <a:close/>
              </a:path>
              <a:path w="70" h="11">
                <a:moveTo>
                  <a:pt x="55" y="0"/>
                </a:moveTo>
                <a:lnTo>
                  <a:pt x="56" y="0"/>
                </a:lnTo>
                <a:lnTo>
                  <a:pt x="56" y="10"/>
                </a:lnTo>
                <a:lnTo>
                  <a:pt x="55" y="10"/>
                </a:lnTo>
                <a:lnTo>
                  <a:pt x="55" y="0"/>
                </a:lnTo>
                <a:close/>
              </a:path>
              <a:path w="70" h="11">
                <a:moveTo>
                  <a:pt x="57" y="0"/>
                </a:moveTo>
                <a:lnTo>
                  <a:pt x="59" y="0"/>
                </a:lnTo>
                <a:lnTo>
                  <a:pt x="61" y="6"/>
                </a:lnTo>
                <a:cubicBezTo>
                  <a:pt x="61" y="6"/>
                  <a:pt x="61" y="7"/>
                  <a:pt x="62" y="7"/>
                </a:cubicBezTo>
                <a:cubicBezTo>
                  <a:pt x="62" y="7"/>
                  <a:pt x="62" y="8"/>
                  <a:pt x="62" y="8"/>
                </a:cubicBezTo>
                <a:cubicBezTo>
                  <a:pt x="62" y="8"/>
                  <a:pt x="62" y="7"/>
                  <a:pt x="62" y="7"/>
                </a:cubicBezTo>
                <a:cubicBezTo>
                  <a:pt x="62" y="7"/>
                  <a:pt x="62" y="6"/>
                  <a:pt x="62" y="6"/>
                </a:cubicBezTo>
                <a:lnTo>
                  <a:pt x="62" y="0"/>
                </a:lnTo>
                <a:lnTo>
                  <a:pt x="63" y="0"/>
                </a:lnTo>
                <a:lnTo>
                  <a:pt x="63" y="10"/>
                </a:lnTo>
                <a:lnTo>
                  <a:pt x="62" y="10"/>
                </a:lnTo>
                <a:lnTo>
                  <a:pt x="59" y="4"/>
                </a:lnTo>
                <a:cubicBezTo>
                  <a:pt x="59" y="4"/>
                  <a:pt x="59" y="4"/>
                  <a:pt x="59" y="3"/>
                </a:cubicBezTo>
                <a:cubicBezTo>
                  <a:pt x="59" y="3"/>
                  <a:pt x="59" y="2"/>
                  <a:pt x="58" y="2"/>
                </a:cubicBezTo>
                <a:cubicBezTo>
                  <a:pt x="58" y="2"/>
                  <a:pt x="58" y="2"/>
                  <a:pt x="58" y="3"/>
                </a:cubicBezTo>
                <a:cubicBezTo>
                  <a:pt x="58" y="3"/>
                  <a:pt x="58" y="4"/>
                  <a:pt x="58" y="4"/>
                </a:cubicBezTo>
                <a:lnTo>
                  <a:pt x="58" y="10"/>
                </a:lnTo>
                <a:lnTo>
                  <a:pt x="57" y="10"/>
                </a:lnTo>
                <a:lnTo>
                  <a:pt x="57" y="0"/>
                </a:lnTo>
                <a:close/>
              </a:path>
              <a:path w="70" h="11">
                <a:moveTo>
                  <a:pt x="66" y="0"/>
                </a:moveTo>
                <a:lnTo>
                  <a:pt x="68" y="0"/>
                </a:lnTo>
                <a:lnTo>
                  <a:pt x="70" y="10"/>
                </a:lnTo>
                <a:lnTo>
                  <a:pt x="69" y="10"/>
                </a:lnTo>
                <a:lnTo>
                  <a:pt x="68" y="8"/>
                </a:lnTo>
                <a:lnTo>
                  <a:pt x="66" y="8"/>
                </a:lnTo>
                <a:lnTo>
                  <a:pt x="65" y="10"/>
                </a:lnTo>
                <a:lnTo>
                  <a:pt x="64" y="10"/>
                </a:lnTo>
                <a:lnTo>
                  <a:pt x="66" y="0"/>
                </a:lnTo>
                <a:close/>
                <a:moveTo>
                  <a:pt x="67" y="1"/>
                </a:moveTo>
                <a:lnTo>
                  <a:pt x="66" y="6"/>
                </a:lnTo>
                <a:lnTo>
                  <a:pt x="68" y="6"/>
                </a:lnTo>
                <a:lnTo>
                  <a:pt x="67" y="1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1" name="Freeform 12"/>
          <p:cNvSpPr>
            <a:spLocks noGrp="1"/>
          </p:cNvSpPr>
          <p:nvPr/>
        </p:nvSpPr>
        <p:spPr>
          <a:xfrm>
            <a:off x="9914374" y="411637"/>
            <a:ext cx="297165" cy="30478"/>
          </a:xfrm>
          <a:custGeom>
            <a:avLst/>
            <a:gdLst/>
            <a:ahLst/>
            <a:cxnLst/>
            <a:rect l="l" t="t" r="r" b="b"/>
            <a:pathLst>
              <a:path w="192" h="20">
                <a:moveTo>
                  <a:pt x="0" y="0"/>
                </a:moveTo>
                <a:lnTo>
                  <a:pt x="192" y="0"/>
                </a:lnTo>
                <a:cubicBezTo>
                  <a:pt x="189" y="7"/>
                  <a:pt x="184" y="13"/>
                  <a:pt x="177" y="20"/>
                </a:cubicBezTo>
                <a:lnTo>
                  <a:pt x="14" y="19"/>
                </a:lnTo>
                <a:cubicBezTo>
                  <a:pt x="7" y="15"/>
                  <a:pt x="3" y="8"/>
                  <a:pt x="0" y="0"/>
                </a:cubicBezTo>
                <a:close/>
                <a:moveTo>
                  <a:pt x="39" y="4"/>
                </a:moveTo>
                <a:cubicBezTo>
                  <a:pt x="39" y="4"/>
                  <a:pt x="39" y="5"/>
                  <a:pt x="38" y="5"/>
                </a:cubicBezTo>
                <a:cubicBezTo>
                  <a:pt x="38" y="5"/>
                  <a:pt x="38" y="5"/>
                  <a:pt x="38" y="6"/>
                </a:cubicBezTo>
                <a:cubicBezTo>
                  <a:pt x="38" y="7"/>
                  <a:pt x="38" y="7"/>
                  <a:pt x="38" y="8"/>
                </a:cubicBezTo>
                <a:cubicBezTo>
                  <a:pt x="38" y="8"/>
                  <a:pt x="38" y="9"/>
                  <a:pt x="38" y="9"/>
                </a:cubicBezTo>
                <a:cubicBezTo>
                  <a:pt x="38" y="10"/>
                  <a:pt x="38" y="11"/>
                  <a:pt x="38" y="12"/>
                </a:cubicBezTo>
                <a:lnTo>
                  <a:pt x="38" y="14"/>
                </a:lnTo>
                <a:cubicBezTo>
                  <a:pt x="38" y="15"/>
                  <a:pt x="38" y="16"/>
                  <a:pt x="38" y="17"/>
                </a:cubicBezTo>
                <a:cubicBezTo>
                  <a:pt x="38" y="17"/>
                  <a:pt x="38" y="17"/>
                  <a:pt x="38" y="17"/>
                </a:cubicBezTo>
                <a:cubicBezTo>
                  <a:pt x="38" y="17"/>
                  <a:pt x="38" y="17"/>
                  <a:pt x="38" y="17"/>
                </a:cubicBezTo>
                <a:cubicBezTo>
                  <a:pt x="38" y="17"/>
                  <a:pt x="38" y="17"/>
                  <a:pt x="37" y="17"/>
                </a:cubicBezTo>
                <a:cubicBezTo>
                  <a:pt x="37" y="17"/>
                  <a:pt x="36" y="17"/>
                  <a:pt x="36" y="17"/>
                </a:cubicBezTo>
                <a:cubicBezTo>
                  <a:pt x="35" y="16"/>
                  <a:pt x="35" y="16"/>
                  <a:pt x="35" y="16"/>
                </a:cubicBezTo>
                <a:cubicBezTo>
                  <a:pt x="34" y="16"/>
                  <a:pt x="34" y="16"/>
                  <a:pt x="34" y="16"/>
                </a:cubicBezTo>
                <a:cubicBezTo>
                  <a:pt x="34" y="16"/>
                  <a:pt x="34" y="15"/>
                  <a:pt x="34" y="15"/>
                </a:cubicBezTo>
                <a:cubicBezTo>
                  <a:pt x="34" y="15"/>
                  <a:pt x="34" y="15"/>
                  <a:pt x="34" y="15"/>
                </a:cubicBezTo>
                <a:cubicBezTo>
                  <a:pt x="35" y="15"/>
                  <a:pt x="35" y="15"/>
                  <a:pt x="36" y="15"/>
                </a:cubicBezTo>
                <a:cubicBezTo>
                  <a:pt x="36" y="15"/>
                  <a:pt x="36" y="15"/>
                  <a:pt x="36" y="15"/>
                </a:cubicBezTo>
                <a:cubicBezTo>
                  <a:pt x="37" y="15"/>
                  <a:pt x="37" y="15"/>
                  <a:pt x="37" y="15"/>
                </a:cubicBezTo>
                <a:cubicBezTo>
                  <a:pt x="37" y="15"/>
                  <a:pt x="37" y="15"/>
                  <a:pt x="37" y="14"/>
                </a:cubicBezTo>
                <a:cubicBezTo>
                  <a:pt x="37" y="14"/>
                  <a:pt x="37" y="13"/>
                  <a:pt x="37" y="12"/>
                </a:cubicBezTo>
                <a:cubicBezTo>
                  <a:pt x="36" y="11"/>
                  <a:pt x="36" y="10"/>
                  <a:pt x="36" y="8"/>
                </a:cubicBezTo>
                <a:lnTo>
                  <a:pt x="36" y="6"/>
                </a:lnTo>
                <a:cubicBezTo>
                  <a:pt x="36" y="5"/>
                  <a:pt x="36" y="5"/>
                  <a:pt x="36" y="5"/>
                </a:cubicBezTo>
                <a:cubicBezTo>
                  <a:pt x="35" y="5"/>
                  <a:pt x="35" y="5"/>
                  <a:pt x="35" y="5"/>
                </a:cubicBezTo>
                <a:cubicBezTo>
                  <a:pt x="34" y="5"/>
                  <a:pt x="34" y="5"/>
                  <a:pt x="34" y="6"/>
                </a:cubicBezTo>
                <a:cubicBezTo>
                  <a:pt x="34" y="6"/>
                  <a:pt x="34" y="6"/>
                  <a:pt x="34" y="6"/>
                </a:cubicBezTo>
                <a:cubicBezTo>
                  <a:pt x="34" y="7"/>
                  <a:pt x="34" y="7"/>
                  <a:pt x="34" y="7"/>
                </a:cubicBezTo>
                <a:cubicBezTo>
                  <a:pt x="35" y="7"/>
                  <a:pt x="35" y="7"/>
                  <a:pt x="35" y="7"/>
                </a:cubicBezTo>
                <a:cubicBezTo>
                  <a:pt x="35" y="7"/>
                  <a:pt x="35" y="7"/>
                  <a:pt x="35" y="7"/>
                </a:cubicBezTo>
                <a:cubicBezTo>
                  <a:pt x="36" y="7"/>
                  <a:pt x="36" y="7"/>
                  <a:pt x="36" y="7"/>
                </a:cubicBezTo>
                <a:cubicBezTo>
                  <a:pt x="36" y="7"/>
                  <a:pt x="36" y="7"/>
                  <a:pt x="35" y="7"/>
                </a:cubicBezTo>
                <a:cubicBezTo>
                  <a:pt x="35" y="7"/>
                  <a:pt x="35" y="8"/>
                  <a:pt x="35" y="8"/>
                </a:cubicBezTo>
                <a:cubicBezTo>
                  <a:pt x="34" y="8"/>
                  <a:pt x="34" y="8"/>
                  <a:pt x="34" y="8"/>
                </a:cubicBezTo>
                <a:cubicBezTo>
                  <a:pt x="34" y="8"/>
                  <a:pt x="34" y="9"/>
                  <a:pt x="34" y="9"/>
                </a:cubicBezTo>
                <a:cubicBezTo>
                  <a:pt x="34" y="9"/>
                  <a:pt x="34" y="9"/>
                  <a:pt x="34" y="9"/>
                </a:cubicBezTo>
                <a:cubicBezTo>
                  <a:pt x="34" y="9"/>
                  <a:pt x="34" y="9"/>
                  <a:pt x="34" y="9"/>
                </a:cubicBezTo>
                <a:cubicBezTo>
                  <a:pt x="34" y="9"/>
                  <a:pt x="35" y="9"/>
                  <a:pt x="35" y="9"/>
                </a:cubicBezTo>
                <a:cubicBezTo>
                  <a:pt x="35" y="9"/>
                  <a:pt x="35" y="9"/>
                  <a:pt x="35" y="9"/>
                </a:cubicBezTo>
                <a:cubicBezTo>
                  <a:pt x="36" y="9"/>
                  <a:pt x="36" y="9"/>
                  <a:pt x="36" y="9"/>
                </a:cubicBezTo>
                <a:cubicBezTo>
                  <a:pt x="36" y="9"/>
                  <a:pt x="36" y="10"/>
                  <a:pt x="36" y="10"/>
                </a:cubicBezTo>
                <a:cubicBezTo>
                  <a:pt x="36" y="10"/>
                  <a:pt x="36" y="10"/>
                  <a:pt x="36" y="10"/>
                </a:cubicBezTo>
                <a:cubicBezTo>
                  <a:pt x="36" y="10"/>
                  <a:pt x="35" y="10"/>
                  <a:pt x="35" y="11"/>
                </a:cubicBezTo>
                <a:cubicBezTo>
                  <a:pt x="35" y="11"/>
                  <a:pt x="35" y="11"/>
                  <a:pt x="34" y="11"/>
                </a:cubicBezTo>
                <a:cubicBezTo>
                  <a:pt x="34" y="11"/>
                  <a:pt x="33" y="12"/>
                  <a:pt x="33" y="12"/>
                </a:cubicBezTo>
                <a:cubicBezTo>
                  <a:pt x="33" y="12"/>
                  <a:pt x="33" y="12"/>
                  <a:pt x="33" y="12"/>
                </a:cubicBezTo>
                <a:cubicBezTo>
                  <a:pt x="32" y="13"/>
                  <a:pt x="32" y="14"/>
                  <a:pt x="32" y="14"/>
                </a:cubicBezTo>
                <a:cubicBezTo>
                  <a:pt x="32" y="14"/>
                  <a:pt x="32" y="15"/>
                  <a:pt x="32" y="15"/>
                </a:cubicBezTo>
                <a:cubicBezTo>
                  <a:pt x="32" y="15"/>
                  <a:pt x="32" y="15"/>
                  <a:pt x="32" y="15"/>
                </a:cubicBezTo>
                <a:cubicBezTo>
                  <a:pt x="32" y="15"/>
                  <a:pt x="32" y="16"/>
                  <a:pt x="31" y="16"/>
                </a:cubicBezTo>
                <a:cubicBezTo>
                  <a:pt x="31" y="16"/>
                  <a:pt x="31" y="16"/>
                  <a:pt x="30" y="16"/>
                </a:cubicBezTo>
                <a:cubicBezTo>
                  <a:pt x="30" y="16"/>
                  <a:pt x="30" y="16"/>
                  <a:pt x="29" y="16"/>
                </a:cubicBezTo>
                <a:cubicBezTo>
                  <a:pt x="29" y="16"/>
                  <a:pt x="29" y="16"/>
                  <a:pt x="29" y="16"/>
                </a:cubicBezTo>
                <a:cubicBezTo>
                  <a:pt x="29" y="16"/>
                  <a:pt x="29" y="16"/>
                  <a:pt x="29" y="16"/>
                </a:cubicBezTo>
                <a:cubicBezTo>
                  <a:pt x="30" y="15"/>
                  <a:pt x="30" y="15"/>
                  <a:pt x="31" y="15"/>
                </a:cubicBezTo>
                <a:cubicBezTo>
                  <a:pt x="31" y="15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0" y="14"/>
                  <a:pt x="29" y="13"/>
                  <a:pt x="29" y="13"/>
                </a:cubicBezTo>
                <a:cubicBezTo>
                  <a:pt x="28" y="13"/>
                  <a:pt x="28" y="12"/>
                  <a:pt x="28" y="12"/>
                </a:cubicBezTo>
                <a:cubicBezTo>
                  <a:pt x="28" y="12"/>
                  <a:pt x="28" y="12"/>
                  <a:pt x="28" y="12"/>
                </a:cubicBezTo>
                <a:cubicBezTo>
                  <a:pt x="28" y="12"/>
                  <a:pt x="28" y="12"/>
                  <a:pt x="28" y="12"/>
                </a:cubicBezTo>
                <a:cubicBezTo>
                  <a:pt x="29" y="13"/>
                  <a:pt x="29" y="13"/>
                  <a:pt x="30" y="13"/>
                </a:cubicBezTo>
                <a:cubicBezTo>
                  <a:pt x="30" y="13"/>
                  <a:pt x="30" y="13"/>
                  <a:pt x="30" y="12"/>
                </a:cubicBezTo>
                <a:lnTo>
                  <a:pt x="30" y="11"/>
                </a:lnTo>
                <a:cubicBezTo>
                  <a:pt x="30" y="11"/>
                  <a:pt x="30" y="11"/>
                  <a:pt x="30" y="11"/>
                </a:cubicBezTo>
                <a:cubicBezTo>
                  <a:pt x="30" y="11"/>
                  <a:pt x="30" y="11"/>
                  <a:pt x="29" y="11"/>
                </a:cubicBezTo>
                <a:cubicBezTo>
                  <a:pt x="29" y="11"/>
                  <a:pt x="29" y="12"/>
                  <a:pt x="28" y="12"/>
                </a:cubicBezTo>
                <a:cubicBezTo>
                  <a:pt x="28" y="12"/>
                  <a:pt x="28" y="13"/>
                  <a:pt x="27" y="13"/>
                </a:cubicBezTo>
                <a:cubicBezTo>
                  <a:pt x="27" y="14"/>
                  <a:pt x="26" y="14"/>
                  <a:pt x="26" y="14"/>
                </a:cubicBezTo>
                <a:cubicBezTo>
                  <a:pt x="26" y="14"/>
                  <a:pt x="26" y="14"/>
                  <a:pt x="26" y="14"/>
                </a:cubicBezTo>
                <a:cubicBezTo>
                  <a:pt x="26" y="14"/>
                  <a:pt x="25" y="14"/>
                  <a:pt x="25" y="14"/>
                </a:cubicBezTo>
                <a:cubicBezTo>
                  <a:pt x="25" y="14"/>
                  <a:pt x="25" y="13"/>
                  <a:pt x="25" y="13"/>
                </a:cubicBezTo>
                <a:cubicBezTo>
                  <a:pt x="25" y="13"/>
                  <a:pt x="25" y="13"/>
                  <a:pt x="25" y="13"/>
                </a:cubicBezTo>
                <a:cubicBezTo>
                  <a:pt x="25" y="13"/>
                  <a:pt x="26" y="13"/>
                  <a:pt x="26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12"/>
                  <a:pt x="27" y="12"/>
                  <a:pt x="27" y="11"/>
                </a:cubicBezTo>
                <a:cubicBezTo>
                  <a:pt x="26" y="10"/>
                  <a:pt x="26" y="9"/>
                  <a:pt x="26" y="9"/>
                </a:cubicBezTo>
                <a:lnTo>
                  <a:pt x="26" y="7"/>
                </a:lnTo>
                <a:lnTo>
                  <a:pt x="26" y="6"/>
                </a:lnTo>
                <a:cubicBezTo>
                  <a:pt x="26" y="6"/>
                  <a:pt x="27" y="6"/>
                  <a:pt x="27" y="6"/>
                </a:cubicBezTo>
                <a:cubicBezTo>
                  <a:pt x="27" y="6"/>
                  <a:pt x="27" y="5"/>
                  <a:pt x="28" y="5"/>
                </a:cubicBezTo>
                <a:cubicBezTo>
                  <a:pt x="28" y="5"/>
                  <a:pt x="28" y="5"/>
                  <a:pt x="29" y="5"/>
                </a:cubicBezTo>
                <a:cubicBezTo>
                  <a:pt x="30" y="5"/>
                  <a:pt x="30" y="5"/>
                  <a:pt x="30" y="5"/>
                </a:cubicBezTo>
                <a:cubicBezTo>
                  <a:pt x="31" y="5"/>
                  <a:pt x="31" y="5"/>
                  <a:pt x="31" y="5"/>
                </a:cubicBezTo>
                <a:cubicBezTo>
                  <a:pt x="32" y="5"/>
                  <a:pt x="32" y="5"/>
                  <a:pt x="32" y="5"/>
                </a:cubicBezTo>
                <a:cubicBezTo>
                  <a:pt x="32" y="5"/>
                  <a:pt x="32" y="5"/>
                  <a:pt x="32" y="5"/>
                </a:cubicBezTo>
                <a:cubicBezTo>
                  <a:pt x="32" y="6"/>
                  <a:pt x="32" y="6"/>
                  <a:pt x="31" y="6"/>
                </a:cubicBezTo>
                <a:cubicBezTo>
                  <a:pt x="31" y="6"/>
                  <a:pt x="31" y="7"/>
                  <a:pt x="31" y="7"/>
                </a:cubicBezTo>
                <a:cubicBezTo>
                  <a:pt x="31" y="7"/>
                  <a:pt x="31" y="8"/>
                  <a:pt x="31" y="8"/>
                </a:cubicBezTo>
                <a:cubicBezTo>
                  <a:pt x="31" y="8"/>
                  <a:pt x="31" y="9"/>
                  <a:pt x="31" y="10"/>
                </a:cubicBezTo>
                <a:cubicBezTo>
                  <a:pt x="31" y="11"/>
                  <a:pt x="31" y="11"/>
                  <a:pt x="31" y="11"/>
                </a:cubicBezTo>
                <a:cubicBezTo>
                  <a:pt x="31" y="12"/>
                  <a:pt x="31" y="12"/>
                  <a:pt x="31" y="12"/>
                </a:cubicBezTo>
                <a:cubicBezTo>
                  <a:pt x="31" y="13"/>
                  <a:pt x="31" y="13"/>
                  <a:pt x="31" y="13"/>
                </a:cubicBezTo>
                <a:cubicBezTo>
                  <a:pt x="31" y="13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1" y="14"/>
                  <a:pt x="32" y="13"/>
                  <a:pt x="32" y="12"/>
                </a:cubicBezTo>
                <a:cubicBezTo>
                  <a:pt x="32" y="12"/>
                  <a:pt x="32" y="11"/>
                  <a:pt x="33" y="10"/>
                </a:cubicBezTo>
                <a:cubicBezTo>
                  <a:pt x="33" y="8"/>
                  <a:pt x="33" y="6"/>
                  <a:pt x="33" y="6"/>
                </a:cubicBezTo>
                <a:cubicBezTo>
                  <a:pt x="33" y="5"/>
                  <a:pt x="33" y="5"/>
                  <a:pt x="33" y="5"/>
                </a:cubicBezTo>
                <a:cubicBezTo>
                  <a:pt x="33" y="5"/>
                  <a:pt x="33" y="4"/>
                  <a:pt x="34" y="4"/>
                </a:cubicBezTo>
                <a:cubicBezTo>
                  <a:pt x="34" y="4"/>
                  <a:pt x="34" y="4"/>
                  <a:pt x="34" y="4"/>
                </a:cubicBezTo>
                <a:cubicBezTo>
                  <a:pt x="35" y="4"/>
                  <a:pt x="35" y="4"/>
                  <a:pt x="35" y="4"/>
                </a:cubicBezTo>
                <a:cubicBezTo>
                  <a:pt x="35" y="4"/>
                  <a:pt x="36" y="4"/>
                  <a:pt x="36" y="4"/>
                </a:cubicBezTo>
                <a:cubicBezTo>
                  <a:pt x="36" y="4"/>
                  <a:pt x="37" y="4"/>
                  <a:pt x="37" y="4"/>
                </a:cubicBezTo>
                <a:cubicBezTo>
                  <a:pt x="37" y="4"/>
                  <a:pt x="37" y="4"/>
                  <a:pt x="38" y="4"/>
                </a:cubicBezTo>
                <a:cubicBezTo>
                  <a:pt x="38" y="4"/>
                  <a:pt x="38" y="4"/>
                  <a:pt x="38" y="4"/>
                </a:cubicBezTo>
                <a:cubicBezTo>
                  <a:pt x="39" y="4"/>
                  <a:pt x="39" y="4"/>
                  <a:pt x="39" y="4"/>
                </a:cubicBezTo>
                <a:close/>
                <a:moveTo>
                  <a:pt x="52" y="6"/>
                </a:moveTo>
                <a:cubicBezTo>
                  <a:pt x="52" y="6"/>
                  <a:pt x="53" y="6"/>
                  <a:pt x="53" y="6"/>
                </a:cubicBezTo>
                <a:cubicBezTo>
                  <a:pt x="53" y="6"/>
                  <a:pt x="54" y="6"/>
                  <a:pt x="54" y="6"/>
                </a:cubicBezTo>
                <a:cubicBezTo>
                  <a:pt x="54" y="7"/>
                  <a:pt x="55" y="7"/>
                  <a:pt x="55" y="7"/>
                </a:cubicBezTo>
                <a:cubicBezTo>
                  <a:pt x="55" y="7"/>
                  <a:pt x="55" y="7"/>
                  <a:pt x="55" y="7"/>
                </a:cubicBezTo>
                <a:cubicBezTo>
                  <a:pt x="55" y="7"/>
                  <a:pt x="55" y="7"/>
                  <a:pt x="54" y="7"/>
                </a:cubicBezTo>
                <a:cubicBezTo>
                  <a:pt x="54" y="8"/>
                  <a:pt x="54" y="8"/>
                  <a:pt x="54" y="8"/>
                </a:cubicBezTo>
                <a:cubicBezTo>
                  <a:pt x="54" y="9"/>
                  <a:pt x="54" y="9"/>
                  <a:pt x="53" y="10"/>
                </a:cubicBezTo>
                <a:cubicBezTo>
                  <a:pt x="53" y="10"/>
                  <a:pt x="53" y="10"/>
                  <a:pt x="53" y="10"/>
                </a:cubicBezTo>
                <a:cubicBezTo>
                  <a:pt x="53" y="10"/>
                  <a:pt x="53" y="10"/>
                  <a:pt x="53" y="10"/>
                </a:cubicBezTo>
                <a:cubicBezTo>
                  <a:pt x="52" y="10"/>
                  <a:pt x="52" y="10"/>
                  <a:pt x="52" y="10"/>
                </a:cubicBezTo>
                <a:cubicBezTo>
                  <a:pt x="52" y="10"/>
                  <a:pt x="51" y="10"/>
                  <a:pt x="51" y="10"/>
                </a:cubicBezTo>
                <a:cubicBezTo>
                  <a:pt x="51" y="10"/>
                  <a:pt x="51" y="10"/>
                  <a:pt x="50" y="10"/>
                </a:cubicBezTo>
                <a:cubicBezTo>
                  <a:pt x="50" y="10"/>
                  <a:pt x="49" y="10"/>
                  <a:pt x="49" y="10"/>
                </a:cubicBezTo>
                <a:cubicBezTo>
                  <a:pt x="49" y="11"/>
                  <a:pt x="48" y="11"/>
                  <a:pt x="48" y="11"/>
                </a:cubicBezTo>
                <a:cubicBezTo>
                  <a:pt x="48" y="11"/>
                  <a:pt x="48" y="10"/>
                  <a:pt x="48" y="10"/>
                </a:cubicBezTo>
                <a:cubicBezTo>
                  <a:pt x="47" y="10"/>
                  <a:pt x="47" y="9"/>
                  <a:pt x="47" y="9"/>
                </a:cubicBezTo>
                <a:cubicBezTo>
                  <a:pt x="46" y="8"/>
                  <a:pt x="46" y="8"/>
                  <a:pt x="46" y="8"/>
                </a:cubicBezTo>
                <a:cubicBezTo>
                  <a:pt x="46" y="8"/>
                  <a:pt x="46" y="7"/>
                  <a:pt x="47" y="7"/>
                </a:cubicBezTo>
                <a:cubicBezTo>
                  <a:pt x="47" y="7"/>
                  <a:pt x="47" y="7"/>
                  <a:pt x="48" y="7"/>
                </a:cubicBezTo>
                <a:cubicBezTo>
                  <a:pt x="49" y="7"/>
                  <a:pt x="49" y="7"/>
                  <a:pt x="49" y="6"/>
                </a:cubicBezTo>
                <a:cubicBezTo>
                  <a:pt x="49" y="6"/>
                  <a:pt x="49" y="6"/>
                  <a:pt x="49" y="6"/>
                </a:cubicBezTo>
                <a:cubicBezTo>
                  <a:pt x="48" y="6"/>
                  <a:pt x="48" y="6"/>
                  <a:pt x="47" y="6"/>
                </a:cubicBezTo>
                <a:cubicBezTo>
                  <a:pt x="47" y="6"/>
                  <a:pt x="47" y="6"/>
                  <a:pt x="47" y="6"/>
                </a:cubicBezTo>
                <a:cubicBezTo>
                  <a:pt x="47" y="6"/>
                  <a:pt x="47" y="6"/>
                  <a:pt x="47" y="6"/>
                </a:cubicBezTo>
                <a:cubicBezTo>
                  <a:pt x="46" y="6"/>
                  <a:pt x="46" y="5"/>
                  <a:pt x="46" y="5"/>
                </a:cubicBezTo>
                <a:cubicBezTo>
                  <a:pt x="46" y="5"/>
                  <a:pt x="46" y="5"/>
                  <a:pt x="47" y="5"/>
                </a:cubicBezTo>
                <a:cubicBezTo>
                  <a:pt x="47" y="5"/>
                  <a:pt x="47" y="5"/>
                  <a:pt x="47" y="5"/>
                </a:cubicBezTo>
                <a:cubicBezTo>
                  <a:pt x="48" y="5"/>
                  <a:pt x="49" y="5"/>
                  <a:pt x="49" y="4"/>
                </a:cubicBezTo>
                <a:cubicBezTo>
                  <a:pt x="49" y="4"/>
                  <a:pt x="49" y="4"/>
                  <a:pt x="49" y="3"/>
                </a:cubicBezTo>
                <a:cubicBezTo>
                  <a:pt x="50" y="2"/>
                  <a:pt x="50" y="2"/>
                  <a:pt x="50" y="2"/>
                </a:cubicBezTo>
                <a:cubicBezTo>
                  <a:pt x="50" y="2"/>
                  <a:pt x="50" y="2"/>
                  <a:pt x="50" y="2"/>
                </a:cubicBezTo>
                <a:cubicBezTo>
                  <a:pt x="50" y="2"/>
                  <a:pt x="50" y="2"/>
                  <a:pt x="50" y="2"/>
                </a:cubicBezTo>
                <a:cubicBezTo>
                  <a:pt x="51" y="2"/>
                  <a:pt x="51" y="2"/>
                  <a:pt x="51" y="2"/>
                </a:cubicBezTo>
                <a:cubicBezTo>
                  <a:pt x="51" y="2"/>
                  <a:pt x="51" y="2"/>
                  <a:pt x="51" y="3"/>
                </a:cubicBezTo>
                <a:cubicBezTo>
                  <a:pt x="50" y="3"/>
                  <a:pt x="50" y="3"/>
                  <a:pt x="50" y="4"/>
                </a:cubicBezTo>
                <a:cubicBezTo>
                  <a:pt x="50" y="4"/>
                  <a:pt x="51" y="4"/>
                  <a:pt x="51" y="4"/>
                </a:cubicBezTo>
                <a:cubicBezTo>
                  <a:pt x="51" y="4"/>
                  <a:pt x="51" y="4"/>
                  <a:pt x="52" y="4"/>
                </a:cubicBezTo>
                <a:cubicBezTo>
                  <a:pt x="52" y="4"/>
                  <a:pt x="53" y="4"/>
                  <a:pt x="53" y="4"/>
                </a:cubicBezTo>
                <a:cubicBezTo>
                  <a:pt x="53" y="4"/>
                  <a:pt x="53" y="4"/>
                  <a:pt x="53" y="4"/>
                </a:cubicBezTo>
                <a:cubicBezTo>
                  <a:pt x="53" y="4"/>
                  <a:pt x="53" y="4"/>
                  <a:pt x="53" y="4"/>
                </a:cubicBezTo>
                <a:cubicBezTo>
                  <a:pt x="54" y="4"/>
                  <a:pt x="54" y="5"/>
                  <a:pt x="54" y="5"/>
                </a:cubicBezTo>
                <a:cubicBezTo>
                  <a:pt x="54" y="5"/>
                  <a:pt x="54" y="5"/>
                  <a:pt x="54" y="5"/>
                </a:cubicBezTo>
                <a:cubicBezTo>
                  <a:pt x="53" y="5"/>
                  <a:pt x="53" y="5"/>
                  <a:pt x="53" y="5"/>
                </a:cubicBezTo>
                <a:cubicBezTo>
                  <a:pt x="53" y="5"/>
                  <a:pt x="53" y="5"/>
                  <a:pt x="52" y="5"/>
                </a:cubicBezTo>
                <a:cubicBezTo>
                  <a:pt x="52" y="5"/>
                  <a:pt x="51" y="5"/>
                  <a:pt x="51" y="5"/>
                </a:cubicBezTo>
                <a:lnTo>
                  <a:pt x="50" y="6"/>
                </a:lnTo>
                <a:cubicBezTo>
                  <a:pt x="50" y="6"/>
                  <a:pt x="50" y="6"/>
                  <a:pt x="50" y="6"/>
                </a:cubicBezTo>
                <a:cubicBezTo>
                  <a:pt x="50" y="6"/>
                  <a:pt x="50" y="6"/>
                  <a:pt x="51" y="6"/>
                </a:cubicBezTo>
                <a:cubicBezTo>
                  <a:pt x="51" y="6"/>
                  <a:pt x="51" y="6"/>
                  <a:pt x="52" y="6"/>
                </a:cubicBezTo>
                <a:close/>
                <a:moveTo>
                  <a:pt x="45" y="3"/>
                </a:moveTo>
                <a:cubicBezTo>
                  <a:pt x="45" y="3"/>
                  <a:pt x="45" y="3"/>
                  <a:pt x="46" y="4"/>
                </a:cubicBezTo>
                <a:cubicBezTo>
                  <a:pt x="46" y="4"/>
                  <a:pt x="46" y="4"/>
                  <a:pt x="46" y="4"/>
                </a:cubicBezTo>
                <a:cubicBezTo>
                  <a:pt x="46" y="4"/>
                  <a:pt x="46" y="5"/>
                  <a:pt x="45" y="5"/>
                </a:cubicBezTo>
                <a:cubicBezTo>
                  <a:pt x="45" y="6"/>
                  <a:pt x="44" y="6"/>
                  <a:pt x="44" y="6"/>
                </a:cubicBezTo>
                <a:cubicBezTo>
                  <a:pt x="44" y="7"/>
                  <a:pt x="44" y="7"/>
                  <a:pt x="43" y="7"/>
                </a:cubicBezTo>
                <a:cubicBezTo>
                  <a:pt x="43" y="7"/>
                  <a:pt x="43" y="7"/>
                  <a:pt x="43" y="7"/>
                </a:cubicBezTo>
                <a:cubicBezTo>
                  <a:pt x="43" y="7"/>
                  <a:pt x="43" y="7"/>
                  <a:pt x="43" y="7"/>
                </a:cubicBezTo>
                <a:cubicBezTo>
                  <a:pt x="43" y="7"/>
                  <a:pt x="43" y="6"/>
                  <a:pt x="43" y="6"/>
                </a:cubicBezTo>
                <a:cubicBezTo>
                  <a:pt x="43" y="6"/>
                  <a:pt x="44" y="5"/>
                  <a:pt x="44" y="4"/>
                </a:cubicBezTo>
                <a:cubicBezTo>
                  <a:pt x="44" y="4"/>
                  <a:pt x="45" y="3"/>
                  <a:pt x="45" y="3"/>
                </a:cubicBezTo>
                <a:cubicBezTo>
                  <a:pt x="45" y="3"/>
                  <a:pt x="45" y="3"/>
                  <a:pt x="45" y="3"/>
                </a:cubicBezTo>
                <a:close/>
                <a:moveTo>
                  <a:pt x="45" y="6"/>
                </a:moveTo>
                <a:cubicBezTo>
                  <a:pt x="45" y="6"/>
                  <a:pt x="45" y="6"/>
                  <a:pt x="46" y="7"/>
                </a:cubicBezTo>
                <a:cubicBezTo>
                  <a:pt x="46" y="7"/>
                  <a:pt x="46" y="7"/>
                  <a:pt x="46" y="7"/>
                </a:cubicBezTo>
                <a:cubicBezTo>
                  <a:pt x="46" y="7"/>
                  <a:pt x="46" y="8"/>
                  <a:pt x="45" y="8"/>
                </a:cubicBezTo>
                <a:cubicBezTo>
                  <a:pt x="45" y="9"/>
                  <a:pt x="44" y="9"/>
                  <a:pt x="44" y="9"/>
                </a:cubicBezTo>
                <a:cubicBezTo>
                  <a:pt x="44" y="9"/>
                  <a:pt x="44" y="10"/>
                  <a:pt x="44" y="10"/>
                </a:cubicBezTo>
                <a:cubicBezTo>
                  <a:pt x="44" y="10"/>
                  <a:pt x="44" y="10"/>
                  <a:pt x="44" y="10"/>
                </a:cubicBezTo>
                <a:cubicBezTo>
                  <a:pt x="44" y="10"/>
                  <a:pt x="44" y="10"/>
                  <a:pt x="44" y="10"/>
                </a:cubicBezTo>
                <a:cubicBezTo>
                  <a:pt x="45" y="10"/>
                  <a:pt x="45" y="11"/>
                  <a:pt x="45" y="11"/>
                </a:cubicBezTo>
                <a:cubicBezTo>
                  <a:pt x="45" y="11"/>
                  <a:pt x="45" y="11"/>
                  <a:pt x="45" y="11"/>
                </a:cubicBezTo>
                <a:cubicBezTo>
                  <a:pt x="45" y="11"/>
                  <a:pt x="45" y="11"/>
                  <a:pt x="45" y="12"/>
                </a:cubicBezTo>
                <a:cubicBezTo>
                  <a:pt x="45" y="12"/>
                  <a:pt x="45" y="12"/>
                  <a:pt x="45" y="13"/>
                </a:cubicBezTo>
                <a:cubicBezTo>
                  <a:pt x="45" y="14"/>
                  <a:pt x="45" y="14"/>
                  <a:pt x="45" y="14"/>
                </a:cubicBezTo>
                <a:cubicBezTo>
                  <a:pt x="45" y="15"/>
                  <a:pt x="45" y="15"/>
                  <a:pt x="45" y="15"/>
                </a:cubicBezTo>
                <a:cubicBezTo>
                  <a:pt x="45" y="15"/>
                  <a:pt x="45" y="16"/>
                  <a:pt x="45" y="16"/>
                </a:cubicBezTo>
                <a:cubicBezTo>
                  <a:pt x="45" y="16"/>
                  <a:pt x="45" y="16"/>
                  <a:pt x="44" y="16"/>
                </a:cubicBezTo>
                <a:cubicBezTo>
                  <a:pt x="44" y="16"/>
                  <a:pt x="44" y="16"/>
                  <a:pt x="44" y="16"/>
                </a:cubicBezTo>
                <a:cubicBezTo>
                  <a:pt x="44" y="16"/>
                  <a:pt x="44" y="15"/>
                  <a:pt x="44" y="14"/>
                </a:cubicBezTo>
                <a:cubicBezTo>
                  <a:pt x="44" y="14"/>
                  <a:pt x="44" y="13"/>
                  <a:pt x="44" y="13"/>
                </a:cubicBezTo>
                <a:cubicBezTo>
                  <a:pt x="44" y="13"/>
                  <a:pt x="44" y="13"/>
                  <a:pt x="44" y="12"/>
                </a:cubicBezTo>
                <a:cubicBezTo>
                  <a:pt x="44" y="12"/>
                  <a:pt x="44" y="12"/>
                  <a:pt x="44" y="12"/>
                </a:cubicBezTo>
                <a:cubicBezTo>
                  <a:pt x="44" y="12"/>
                  <a:pt x="44" y="12"/>
                  <a:pt x="43" y="12"/>
                </a:cubicBezTo>
                <a:cubicBezTo>
                  <a:pt x="43" y="12"/>
                  <a:pt x="43" y="12"/>
                  <a:pt x="43" y="12"/>
                </a:cubicBezTo>
                <a:cubicBezTo>
                  <a:pt x="43" y="12"/>
                  <a:pt x="42" y="12"/>
                  <a:pt x="42" y="13"/>
                </a:cubicBezTo>
                <a:cubicBezTo>
                  <a:pt x="41" y="13"/>
                  <a:pt x="41" y="13"/>
                  <a:pt x="41" y="13"/>
                </a:cubicBezTo>
                <a:cubicBezTo>
                  <a:pt x="41" y="13"/>
                  <a:pt x="41" y="13"/>
                  <a:pt x="41" y="13"/>
                </a:cubicBezTo>
                <a:cubicBezTo>
                  <a:pt x="41" y="13"/>
                  <a:pt x="41" y="12"/>
                  <a:pt x="41" y="12"/>
                </a:cubicBezTo>
                <a:cubicBezTo>
                  <a:pt x="41" y="12"/>
                  <a:pt x="41" y="11"/>
                  <a:pt x="42" y="11"/>
                </a:cubicBezTo>
                <a:cubicBezTo>
                  <a:pt x="43" y="10"/>
                  <a:pt x="43" y="10"/>
                  <a:pt x="43" y="9"/>
                </a:cubicBezTo>
                <a:cubicBezTo>
                  <a:pt x="43" y="9"/>
                  <a:pt x="44" y="8"/>
                  <a:pt x="44" y="8"/>
                </a:cubicBezTo>
                <a:cubicBezTo>
                  <a:pt x="44" y="7"/>
                  <a:pt x="45" y="7"/>
                  <a:pt x="45" y="7"/>
                </a:cubicBezTo>
                <a:cubicBezTo>
                  <a:pt x="45" y="6"/>
                  <a:pt x="45" y="6"/>
                  <a:pt x="45" y="6"/>
                </a:cubicBezTo>
                <a:close/>
                <a:moveTo>
                  <a:pt x="52" y="12"/>
                </a:moveTo>
                <a:cubicBezTo>
                  <a:pt x="52" y="12"/>
                  <a:pt x="52" y="12"/>
                  <a:pt x="52" y="12"/>
                </a:cubicBezTo>
                <a:cubicBezTo>
                  <a:pt x="53" y="13"/>
                  <a:pt x="54" y="14"/>
                  <a:pt x="54" y="14"/>
                </a:cubicBezTo>
                <a:cubicBezTo>
                  <a:pt x="55" y="15"/>
                  <a:pt x="55" y="16"/>
                  <a:pt x="55" y="16"/>
                </a:cubicBezTo>
                <a:cubicBezTo>
                  <a:pt x="55" y="16"/>
                  <a:pt x="55" y="16"/>
                  <a:pt x="55" y="16"/>
                </a:cubicBezTo>
                <a:cubicBezTo>
                  <a:pt x="55" y="16"/>
                  <a:pt x="55" y="16"/>
                  <a:pt x="54" y="16"/>
                </a:cubicBezTo>
                <a:cubicBezTo>
                  <a:pt x="54" y="16"/>
                  <a:pt x="54" y="16"/>
                  <a:pt x="53" y="16"/>
                </a:cubicBezTo>
                <a:cubicBezTo>
                  <a:pt x="53" y="16"/>
                  <a:pt x="52" y="16"/>
                  <a:pt x="52" y="16"/>
                </a:cubicBezTo>
                <a:cubicBezTo>
                  <a:pt x="52" y="16"/>
                  <a:pt x="51" y="16"/>
                  <a:pt x="51" y="16"/>
                </a:cubicBezTo>
                <a:lnTo>
                  <a:pt x="50" y="16"/>
                </a:lnTo>
                <a:cubicBezTo>
                  <a:pt x="50" y="16"/>
                  <a:pt x="50" y="16"/>
                  <a:pt x="50" y="16"/>
                </a:cubicBezTo>
                <a:cubicBezTo>
                  <a:pt x="49" y="16"/>
                  <a:pt x="49" y="16"/>
                  <a:pt x="49" y="16"/>
                </a:cubicBezTo>
                <a:cubicBezTo>
                  <a:pt x="49" y="16"/>
                  <a:pt x="49" y="16"/>
                  <a:pt x="49" y="16"/>
                </a:cubicBezTo>
                <a:cubicBezTo>
                  <a:pt x="49" y="15"/>
                  <a:pt x="48" y="15"/>
                  <a:pt x="48" y="15"/>
                </a:cubicBezTo>
                <a:cubicBezTo>
                  <a:pt x="48" y="15"/>
                  <a:pt x="48" y="14"/>
                  <a:pt x="48" y="14"/>
                </a:cubicBezTo>
                <a:cubicBezTo>
                  <a:pt x="48" y="14"/>
                  <a:pt x="48" y="13"/>
                  <a:pt x="48" y="13"/>
                </a:cubicBezTo>
                <a:cubicBezTo>
                  <a:pt x="48" y="13"/>
                  <a:pt x="48" y="13"/>
                  <a:pt x="48" y="13"/>
                </a:cubicBezTo>
                <a:cubicBezTo>
                  <a:pt x="48" y="13"/>
                  <a:pt x="47" y="13"/>
                  <a:pt x="47" y="14"/>
                </a:cubicBezTo>
                <a:cubicBezTo>
                  <a:pt x="47" y="14"/>
                  <a:pt x="47" y="15"/>
                  <a:pt x="47" y="15"/>
                </a:cubicBezTo>
                <a:cubicBezTo>
                  <a:pt x="47" y="15"/>
                  <a:pt x="47" y="15"/>
                  <a:pt x="47" y="15"/>
                </a:cubicBezTo>
                <a:cubicBezTo>
                  <a:pt x="46" y="15"/>
                  <a:pt x="46" y="15"/>
                  <a:pt x="46" y="15"/>
                </a:cubicBezTo>
                <a:cubicBezTo>
                  <a:pt x="45" y="15"/>
                  <a:pt x="45" y="15"/>
                  <a:pt x="45" y="15"/>
                </a:cubicBezTo>
                <a:cubicBezTo>
                  <a:pt x="45" y="15"/>
                  <a:pt x="45" y="14"/>
                  <a:pt x="46" y="14"/>
                </a:cubicBezTo>
                <a:cubicBezTo>
                  <a:pt x="46" y="13"/>
                  <a:pt x="46" y="13"/>
                  <a:pt x="47" y="13"/>
                </a:cubicBezTo>
                <a:cubicBezTo>
                  <a:pt x="47" y="13"/>
                  <a:pt x="47" y="12"/>
                  <a:pt x="47" y="12"/>
                </a:cubicBezTo>
                <a:cubicBezTo>
                  <a:pt x="47" y="12"/>
                  <a:pt x="47" y="12"/>
                  <a:pt x="47" y="12"/>
                </a:cubicBezTo>
                <a:cubicBezTo>
                  <a:pt x="47" y="12"/>
                  <a:pt x="47" y="12"/>
                  <a:pt x="47" y="12"/>
                </a:cubicBezTo>
                <a:cubicBezTo>
                  <a:pt x="47" y="11"/>
                  <a:pt x="47" y="11"/>
                  <a:pt x="47" y="11"/>
                </a:cubicBezTo>
                <a:cubicBezTo>
                  <a:pt x="48" y="11"/>
                  <a:pt x="48" y="11"/>
                  <a:pt x="48" y="11"/>
                </a:cubicBezTo>
                <a:cubicBezTo>
                  <a:pt x="48" y="11"/>
                  <a:pt x="49" y="11"/>
                  <a:pt x="49" y="11"/>
                </a:cubicBezTo>
                <a:cubicBezTo>
                  <a:pt x="49" y="11"/>
                  <a:pt x="50" y="11"/>
                  <a:pt x="50" y="11"/>
                </a:cubicBezTo>
                <a:cubicBezTo>
                  <a:pt x="50" y="11"/>
                  <a:pt x="50" y="11"/>
                  <a:pt x="50" y="11"/>
                </a:cubicBezTo>
                <a:cubicBezTo>
                  <a:pt x="51" y="11"/>
                  <a:pt x="51" y="11"/>
                  <a:pt x="51" y="11"/>
                </a:cubicBezTo>
                <a:cubicBezTo>
                  <a:pt x="51" y="11"/>
                  <a:pt x="52" y="11"/>
                  <a:pt x="52" y="11"/>
                </a:cubicBezTo>
                <a:cubicBezTo>
                  <a:pt x="52" y="11"/>
                  <a:pt x="52" y="11"/>
                  <a:pt x="52" y="11"/>
                </a:cubicBezTo>
                <a:cubicBezTo>
                  <a:pt x="52" y="11"/>
                  <a:pt x="52" y="11"/>
                  <a:pt x="52" y="11"/>
                </a:cubicBezTo>
                <a:cubicBezTo>
                  <a:pt x="52" y="11"/>
                  <a:pt x="52" y="12"/>
                  <a:pt x="52" y="12"/>
                </a:cubicBezTo>
                <a:cubicBezTo>
                  <a:pt x="52" y="12"/>
                  <a:pt x="52" y="12"/>
                  <a:pt x="52" y="12"/>
                </a:cubicBezTo>
                <a:close/>
                <a:moveTo>
                  <a:pt x="57" y="13"/>
                </a:moveTo>
                <a:cubicBezTo>
                  <a:pt x="57" y="13"/>
                  <a:pt x="57" y="13"/>
                  <a:pt x="57" y="14"/>
                </a:cubicBezTo>
                <a:cubicBezTo>
                  <a:pt x="57" y="14"/>
                  <a:pt x="57" y="14"/>
                  <a:pt x="57" y="14"/>
                </a:cubicBezTo>
                <a:cubicBezTo>
                  <a:pt x="56" y="14"/>
                  <a:pt x="56" y="14"/>
                  <a:pt x="55" y="13"/>
                </a:cubicBezTo>
                <a:cubicBezTo>
                  <a:pt x="54" y="12"/>
                  <a:pt x="54" y="12"/>
                  <a:pt x="54" y="12"/>
                </a:cubicBezTo>
                <a:cubicBezTo>
                  <a:pt x="54" y="12"/>
                  <a:pt x="54" y="12"/>
                  <a:pt x="54" y="12"/>
                </a:cubicBezTo>
                <a:cubicBezTo>
                  <a:pt x="54" y="12"/>
                  <a:pt x="54" y="12"/>
                  <a:pt x="54" y="12"/>
                </a:cubicBezTo>
                <a:cubicBezTo>
                  <a:pt x="55" y="12"/>
                  <a:pt x="55" y="12"/>
                  <a:pt x="56" y="12"/>
                </a:cubicBezTo>
                <a:cubicBezTo>
                  <a:pt x="56" y="12"/>
                  <a:pt x="56" y="12"/>
                  <a:pt x="56" y="12"/>
                </a:cubicBezTo>
                <a:cubicBezTo>
                  <a:pt x="56" y="12"/>
                  <a:pt x="57" y="12"/>
                  <a:pt x="57" y="12"/>
                </a:cubicBezTo>
                <a:cubicBezTo>
                  <a:pt x="57" y="12"/>
                  <a:pt x="57" y="12"/>
                  <a:pt x="57" y="13"/>
                </a:cubicBezTo>
                <a:cubicBezTo>
                  <a:pt x="57" y="13"/>
                  <a:pt x="57" y="13"/>
                  <a:pt x="57" y="13"/>
                </a:cubicBezTo>
                <a:close/>
                <a:moveTo>
                  <a:pt x="71" y="5"/>
                </a:moveTo>
                <a:cubicBezTo>
                  <a:pt x="71" y="5"/>
                  <a:pt x="71" y="5"/>
                  <a:pt x="71" y="5"/>
                </a:cubicBezTo>
                <a:cubicBezTo>
                  <a:pt x="71" y="5"/>
                  <a:pt x="71" y="6"/>
                  <a:pt x="71" y="6"/>
                </a:cubicBezTo>
                <a:cubicBezTo>
                  <a:pt x="70" y="6"/>
                  <a:pt x="70" y="6"/>
                  <a:pt x="70" y="7"/>
                </a:cubicBezTo>
                <a:cubicBezTo>
                  <a:pt x="70" y="7"/>
                  <a:pt x="70" y="7"/>
                  <a:pt x="70" y="8"/>
                </a:cubicBezTo>
                <a:cubicBezTo>
                  <a:pt x="70" y="8"/>
                  <a:pt x="70" y="9"/>
                  <a:pt x="69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69" y="9"/>
                  <a:pt x="69" y="8"/>
                  <a:pt x="68" y="8"/>
                </a:cubicBezTo>
                <a:cubicBezTo>
                  <a:pt x="68" y="8"/>
                  <a:pt x="68" y="8"/>
                  <a:pt x="68" y="8"/>
                </a:cubicBezTo>
                <a:cubicBezTo>
                  <a:pt x="68" y="8"/>
                  <a:pt x="67" y="8"/>
                  <a:pt x="66" y="9"/>
                </a:cubicBezTo>
                <a:cubicBezTo>
                  <a:pt x="66" y="9"/>
                  <a:pt x="65" y="9"/>
                  <a:pt x="65" y="9"/>
                </a:cubicBezTo>
                <a:cubicBezTo>
                  <a:pt x="65" y="9"/>
                  <a:pt x="65" y="9"/>
                  <a:pt x="65" y="9"/>
                </a:cubicBezTo>
                <a:cubicBezTo>
                  <a:pt x="65" y="9"/>
                  <a:pt x="65" y="9"/>
                  <a:pt x="64" y="9"/>
                </a:cubicBezTo>
                <a:cubicBezTo>
                  <a:pt x="64" y="8"/>
                  <a:pt x="64" y="8"/>
                  <a:pt x="63" y="7"/>
                </a:cubicBezTo>
                <a:cubicBezTo>
                  <a:pt x="63" y="7"/>
                  <a:pt x="63" y="6"/>
                  <a:pt x="63" y="6"/>
                </a:cubicBezTo>
                <a:cubicBezTo>
                  <a:pt x="63" y="6"/>
                  <a:pt x="63" y="7"/>
                  <a:pt x="63" y="7"/>
                </a:cubicBezTo>
                <a:cubicBezTo>
                  <a:pt x="63" y="8"/>
                  <a:pt x="62" y="10"/>
                  <a:pt x="61" y="11"/>
                </a:cubicBezTo>
                <a:cubicBezTo>
                  <a:pt x="61" y="12"/>
                  <a:pt x="61" y="12"/>
                  <a:pt x="61" y="13"/>
                </a:cubicBezTo>
                <a:cubicBezTo>
                  <a:pt x="61" y="13"/>
                  <a:pt x="61" y="14"/>
                  <a:pt x="61" y="14"/>
                </a:cubicBezTo>
                <a:cubicBezTo>
                  <a:pt x="60" y="14"/>
                  <a:pt x="60" y="14"/>
                  <a:pt x="60" y="14"/>
                </a:cubicBezTo>
                <a:cubicBezTo>
                  <a:pt x="59" y="15"/>
                  <a:pt x="59" y="15"/>
                  <a:pt x="58" y="15"/>
                </a:cubicBezTo>
                <a:cubicBezTo>
                  <a:pt x="58" y="15"/>
                  <a:pt x="58" y="16"/>
                  <a:pt x="58" y="16"/>
                </a:cubicBezTo>
                <a:cubicBezTo>
                  <a:pt x="57" y="16"/>
                  <a:pt x="57" y="16"/>
                  <a:pt x="57" y="15"/>
                </a:cubicBezTo>
                <a:cubicBezTo>
                  <a:pt x="57" y="15"/>
                  <a:pt x="58" y="15"/>
                  <a:pt x="58" y="15"/>
                </a:cubicBezTo>
                <a:cubicBezTo>
                  <a:pt x="58" y="14"/>
                  <a:pt x="59" y="14"/>
                  <a:pt x="59" y="13"/>
                </a:cubicBezTo>
                <a:cubicBezTo>
                  <a:pt x="59" y="13"/>
                  <a:pt x="60" y="13"/>
                  <a:pt x="60" y="12"/>
                </a:cubicBezTo>
                <a:cubicBezTo>
                  <a:pt x="60" y="11"/>
                  <a:pt x="61" y="10"/>
                  <a:pt x="61" y="9"/>
                </a:cubicBezTo>
                <a:cubicBezTo>
                  <a:pt x="62" y="8"/>
                  <a:pt x="62" y="7"/>
                  <a:pt x="62" y="6"/>
                </a:cubicBezTo>
                <a:cubicBezTo>
                  <a:pt x="63" y="5"/>
                  <a:pt x="63" y="4"/>
                  <a:pt x="63" y="3"/>
                </a:cubicBezTo>
                <a:cubicBezTo>
                  <a:pt x="63" y="3"/>
                  <a:pt x="63" y="3"/>
                  <a:pt x="63" y="3"/>
                </a:cubicBezTo>
                <a:cubicBezTo>
                  <a:pt x="63" y="2"/>
                  <a:pt x="63" y="2"/>
                  <a:pt x="63" y="2"/>
                </a:cubicBezTo>
                <a:cubicBezTo>
                  <a:pt x="63" y="2"/>
                  <a:pt x="64" y="2"/>
                  <a:pt x="64" y="3"/>
                </a:cubicBezTo>
                <a:cubicBezTo>
                  <a:pt x="64" y="3"/>
                  <a:pt x="64" y="3"/>
                  <a:pt x="64" y="3"/>
                </a:cubicBezTo>
                <a:cubicBezTo>
                  <a:pt x="64" y="3"/>
                  <a:pt x="65" y="3"/>
                  <a:pt x="65" y="3"/>
                </a:cubicBezTo>
                <a:cubicBezTo>
                  <a:pt x="66" y="2"/>
                  <a:pt x="66" y="2"/>
                  <a:pt x="66" y="2"/>
                </a:cubicBezTo>
                <a:cubicBezTo>
                  <a:pt x="67" y="2"/>
                  <a:pt x="67" y="2"/>
                  <a:pt x="68" y="2"/>
                </a:cubicBezTo>
                <a:cubicBezTo>
                  <a:pt x="68" y="2"/>
                  <a:pt x="68" y="2"/>
                  <a:pt x="68" y="2"/>
                </a:cubicBezTo>
                <a:cubicBezTo>
                  <a:pt x="69" y="2"/>
                  <a:pt x="69" y="2"/>
                  <a:pt x="69" y="2"/>
                </a:cubicBezTo>
                <a:cubicBezTo>
                  <a:pt x="69" y="2"/>
                  <a:pt x="69" y="2"/>
                  <a:pt x="69" y="2"/>
                </a:cubicBezTo>
                <a:cubicBezTo>
                  <a:pt x="69" y="2"/>
                  <a:pt x="69" y="2"/>
                  <a:pt x="69" y="3"/>
                </a:cubicBezTo>
                <a:cubicBezTo>
                  <a:pt x="70" y="3"/>
                  <a:pt x="70" y="3"/>
                  <a:pt x="70" y="3"/>
                </a:cubicBezTo>
                <a:cubicBezTo>
                  <a:pt x="70" y="3"/>
                  <a:pt x="70" y="3"/>
                  <a:pt x="69" y="3"/>
                </a:cubicBezTo>
                <a:cubicBezTo>
                  <a:pt x="68" y="3"/>
                  <a:pt x="68" y="3"/>
                  <a:pt x="67" y="4"/>
                </a:cubicBezTo>
                <a:cubicBezTo>
                  <a:pt x="67" y="4"/>
                  <a:pt x="67" y="4"/>
                  <a:pt x="67" y="4"/>
                </a:cubicBezTo>
                <a:cubicBezTo>
                  <a:pt x="66" y="4"/>
                  <a:pt x="66" y="4"/>
                  <a:pt x="66" y="4"/>
                </a:cubicBezTo>
                <a:cubicBezTo>
                  <a:pt x="66" y="4"/>
                  <a:pt x="66" y="4"/>
                  <a:pt x="66" y="4"/>
                </a:cubicBezTo>
                <a:cubicBezTo>
                  <a:pt x="66" y="4"/>
                  <a:pt x="65" y="4"/>
                  <a:pt x="65" y="4"/>
                </a:cubicBezTo>
                <a:cubicBezTo>
                  <a:pt x="65" y="4"/>
                  <a:pt x="65" y="4"/>
                  <a:pt x="64" y="4"/>
                </a:cubicBezTo>
                <a:cubicBezTo>
                  <a:pt x="64" y="4"/>
                  <a:pt x="64" y="4"/>
                  <a:pt x="64" y="4"/>
                </a:cubicBezTo>
                <a:cubicBezTo>
                  <a:pt x="64" y="5"/>
                  <a:pt x="64" y="5"/>
                  <a:pt x="64" y="5"/>
                </a:cubicBezTo>
                <a:cubicBezTo>
                  <a:pt x="64" y="5"/>
                  <a:pt x="64" y="5"/>
                  <a:pt x="64" y="5"/>
                </a:cubicBezTo>
                <a:cubicBezTo>
                  <a:pt x="64" y="5"/>
                  <a:pt x="64" y="5"/>
                  <a:pt x="64" y="5"/>
                </a:cubicBezTo>
                <a:cubicBezTo>
                  <a:pt x="65" y="5"/>
                  <a:pt x="66" y="5"/>
                  <a:pt x="67" y="4"/>
                </a:cubicBezTo>
                <a:cubicBezTo>
                  <a:pt x="68" y="4"/>
                  <a:pt x="68" y="4"/>
                  <a:pt x="69" y="4"/>
                </a:cubicBezTo>
                <a:cubicBezTo>
                  <a:pt x="70" y="4"/>
                  <a:pt x="70" y="4"/>
                  <a:pt x="70" y="5"/>
                </a:cubicBezTo>
                <a:cubicBezTo>
                  <a:pt x="71" y="5"/>
                  <a:pt x="71" y="5"/>
                  <a:pt x="71" y="5"/>
                </a:cubicBezTo>
                <a:cubicBezTo>
                  <a:pt x="71" y="5"/>
                  <a:pt x="71" y="5"/>
                  <a:pt x="71" y="5"/>
                </a:cubicBezTo>
                <a:close/>
                <a:moveTo>
                  <a:pt x="72" y="12"/>
                </a:moveTo>
                <a:cubicBezTo>
                  <a:pt x="72" y="12"/>
                  <a:pt x="72" y="12"/>
                  <a:pt x="72" y="12"/>
                </a:cubicBezTo>
                <a:cubicBezTo>
                  <a:pt x="72" y="12"/>
                  <a:pt x="73" y="12"/>
                  <a:pt x="73" y="13"/>
                </a:cubicBezTo>
                <a:cubicBezTo>
                  <a:pt x="73" y="13"/>
                  <a:pt x="73" y="13"/>
                  <a:pt x="73" y="13"/>
                </a:cubicBezTo>
                <a:cubicBezTo>
                  <a:pt x="73" y="13"/>
                  <a:pt x="73" y="13"/>
                  <a:pt x="73" y="13"/>
                </a:cubicBezTo>
                <a:cubicBezTo>
                  <a:pt x="73" y="13"/>
                  <a:pt x="72" y="13"/>
                  <a:pt x="72" y="13"/>
                </a:cubicBezTo>
                <a:cubicBezTo>
                  <a:pt x="72" y="13"/>
                  <a:pt x="71" y="13"/>
                  <a:pt x="70" y="13"/>
                </a:cubicBezTo>
                <a:cubicBezTo>
                  <a:pt x="69" y="13"/>
                  <a:pt x="69" y="13"/>
                  <a:pt x="69" y="13"/>
                </a:cubicBezTo>
                <a:cubicBezTo>
                  <a:pt x="68" y="13"/>
                  <a:pt x="68" y="13"/>
                  <a:pt x="68" y="13"/>
                </a:cubicBezTo>
                <a:lnTo>
                  <a:pt x="68" y="14"/>
                </a:lnTo>
                <a:cubicBezTo>
                  <a:pt x="68" y="15"/>
                  <a:pt x="68" y="16"/>
                  <a:pt x="68" y="16"/>
                </a:cubicBezTo>
                <a:cubicBezTo>
                  <a:pt x="68" y="17"/>
                  <a:pt x="68" y="17"/>
                  <a:pt x="68" y="17"/>
                </a:cubicBezTo>
                <a:cubicBezTo>
                  <a:pt x="68" y="18"/>
                  <a:pt x="68" y="18"/>
                  <a:pt x="68" y="18"/>
                </a:cubicBezTo>
                <a:cubicBezTo>
                  <a:pt x="67" y="18"/>
                  <a:pt x="67" y="18"/>
                  <a:pt x="66" y="17"/>
                </a:cubicBezTo>
                <a:cubicBezTo>
                  <a:pt x="65" y="17"/>
                  <a:pt x="65" y="17"/>
                  <a:pt x="64" y="17"/>
                </a:cubicBezTo>
                <a:cubicBezTo>
                  <a:pt x="64" y="16"/>
                  <a:pt x="63" y="16"/>
                  <a:pt x="63" y="16"/>
                </a:cubicBezTo>
                <a:cubicBezTo>
                  <a:pt x="63" y="16"/>
                  <a:pt x="63" y="16"/>
                  <a:pt x="64" y="16"/>
                </a:cubicBezTo>
                <a:cubicBezTo>
                  <a:pt x="64" y="16"/>
                  <a:pt x="64" y="16"/>
                  <a:pt x="64" y="16"/>
                </a:cubicBezTo>
                <a:cubicBezTo>
                  <a:pt x="64" y="16"/>
                  <a:pt x="65" y="16"/>
                  <a:pt x="65" y="16"/>
                </a:cubicBezTo>
                <a:cubicBezTo>
                  <a:pt x="66" y="16"/>
                  <a:pt x="66" y="16"/>
                  <a:pt x="66" y="16"/>
                </a:cubicBezTo>
                <a:cubicBezTo>
                  <a:pt x="66" y="16"/>
                  <a:pt x="67" y="16"/>
                  <a:pt x="67" y="16"/>
                </a:cubicBezTo>
                <a:cubicBezTo>
                  <a:pt x="67" y="16"/>
                  <a:pt x="67" y="16"/>
                  <a:pt x="67" y="16"/>
                </a:cubicBezTo>
                <a:cubicBezTo>
                  <a:pt x="67" y="16"/>
                  <a:pt x="67" y="15"/>
                  <a:pt x="67" y="15"/>
                </a:cubicBezTo>
                <a:cubicBezTo>
                  <a:pt x="67" y="15"/>
                  <a:pt x="67" y="14"/>
                  <a:pt x="67" y="14"/>
                </a:cubicBezTo>
                <a:cubicBezTo>
                  <a:pt x="67" y="14"/>
                  <a:pt x="67" y="13"/>
                  <a:pt x="67" y="13"/>
                </a:cubicBezTo>
                <a:cubicBezTo>
                  <a:pt x="67" y="13"/>
                  <a:pt x="67" y="13"/>
                  <a:pt x="67" y="13"/>
                </a:cubicBezTo>
                <a:cubicBezTo>
                  <a:pt x="67" y="13"/>
                  <a:pt x="67" y="13"/>
                  <a:pt x="67" y="13"/>
                </a:cubicBezTo>
                <a:cubicBezTo>
                  <a:pt x="66" y="13"/>
                  <a:pt x="65" y="13"/>
                  <a:pt x="64" y="13"/>
                </a:cubicBezTo>
                <a:cubicBezTo>
                  <a:pt x="64" y="14"/>
                  <a:pt x="64" y="14"/>
                  <a:pt x="63" y="14"/>
                </a:cubicBezTo>
                <a:cubicBezTo>
                  <a:pt x="63" y="14"/>
                  <a:pt x="63" y="14"/>
                  <a:pt x="62" y="14"/>
                </a:cubicBezTo>
                <a:cubicBezTo>
                  <a:pt x="62" y="14"/>
                  <a:pt x="62" y="14"/>
                  <a:pt x="62" y="14"/>
                </a:cubicBezTo>
                <a:cubicBezTo>
                  <a:pt x="62" y="14"/>
                  <a:pt x="62" y="14"/>
                  <a:pt x="62" y="14"/>
                </a:cubicBezTo>
                <a:cubicBezTo>
                  <a:pt x="62" y="14"/>
                  <a:pt x="62" y="13"/>
                  <a:pt x="62" y="13"/>
                </a:cubicBezTo>
                <a:cubicBezTo>
                  <a:pt x="62" y="13"/>
                  <a:pt x="62" y="13"/>
                  <a:pt x="62" y="13"/>
                </a:cubicBezTo>
                <a:cubicBezTo>
                  <a:pt x="62" y="13"/>
                  <a:pt x="62" y="13"/>
                  <a:pt x="63" y="13"/>
                </a:cubicBezTo>
                <a:cubicBezTo>
                  <a:pt x="63" y="13"/>
                  <a:pt x="63" y="13"/>
                  <a:pt x="63" y="13"/>
                </a:cubicBezTo>
                <a:cubicBezTo>
                  <a:pt x="64" y="13"/>
                  <a:pt x="65" y="12"/>
                  <a:pt x="66" y="12"/>
                </a:cubicBezTo>
                <a:cubicBezTo>
                  <a:pt x="67" y="12"/>
                  <a:pt x="67" y="12"/>
                  <a:pt x="67" y="12"/>
                </a:cubicBezTo>
                <a:cubicBezTo>
                  <a:pt x="67" y="12"/>
                  <a:pt x="67" y="11"/>
                  <a:pt x="66" y="11"/>
                </a:cubicBezTo>
                <a:cubicBezTo>
                  <a:pt x="66" y="11"/>
                  <a:pt x="66" y="11"/>
                  <a:pt x="66" y="11"/>
                </a:cubicBezTo>
                <a:cubicBezTo>
                  <a:pt x="66" y="11"/>
                  <a:pt x="66" y="11"/>
                  <a:pt x="66" y="11"/>
                </a:cubicBezTo>
                <a:cubicBezTo>
                  <a:pt x="67" y="11"/>
                  <a:pt x="67" y="11"/>
                  <a:pt x="67" y="11"/>
                </a:cubicBezTo>
                <a:cubicBezTo>
                  <a:pt x="67" y="11"/>
                  <a:pt x="68" y="11"/>
                  <a:pt x="68" y="10"/>
                </a:cubicBezTo>
                <a:cubicBezTo>
                  <a:pt x="68" y="10"/>
                  <a:pt x="68" y="10"/>
                  <a:pt x="68" y="10"/>
                </a:cubicBezTo>
                <a:cubicBezTo>
                  <a:pt x="68" y="10"/>
                  <a:pt x="68" y="9"/>
                  <a:pt x="68" y="9"/>
                </a:cubicBezTo>
                <a:cubicBezTo>
                  <a:pt x="68" y="9"/>
                  <a:pt x="67" y="10"/>
                  <a:pt x="66" y="10"/>
                </a:cubicBezTo>
                <a:cubicBezTo>
                  <a:pt x="65" y="11"/>
                  <a:pt x="65" y="11"/>
                  <a:pt x="64" y="11"/>
                </a:cubicBezTo>
                <a:cubicBezTo>
                  <a:pt x="64" y="11"/>
                  <a:pt x="64" y="11"/>
                  <a:pt x="64" y="11"/>
                </a:cubicBezTo>
                <a:cubicBezTo>
                  <a:pt x="64" y="11"/>
                  <a:pt x="63" y="11"/>
                  <a:pt x="63" y="11"/>
                </a:cubicBezTo>
                <a:cubicBezTo>
                  <a:pt x="63" y="11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4" y="10"/>
                  <a:pt x="64" y="10"/>
                </a:cubicBezTo>
                <a:cubicBezTo>
                  <a:pt x="64" y="10"/>
                  <a:pt x="65" y="10"/>
                  <a:pt x="66" y="9"/>
                </a:cubicBezTo>
                <a:cubicBezTo>
                  <a:pt x="67" y="9"/>
                  <a:pt x="67" y="9"/>
                  <a:pt x="68" y="9"/>
                </a:cubicBezTo>
                <a:cubicBezTo>
                  <a:pt x="68" y="9"/>
                  <a:pt x="68" y="9"/>
                  <a:pt x="68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70" y="9"/>
                  <a:pt x="70" y="10"/>
                  <a:pt x="70" y="10"/>
                </a:cubicBezTo>
                <a:cubicBezTo>
                  <a:pt x="70" y="10"/>
                  <a:pt x="70" y="10"/>
                  <a:pt x="69" y="10"/>
                </a:cubicBezTo>
                <a:cubicBezTo>
                  <a:pt x="69" y="11"/>
                  <a:pt x="69" y="11"/>
                  <a:pt x="68" y="11"/>
                </a:cubicBezTo>
                <a:cubicBezTo>
                  <a:pt x="68" y="11"/>
                  <a:pt x="68" y="11"/>
                  <a:pt x="68" y="11"/>
                </a:cubicBezTo>
                <a:cubicBezTo>
                  <a:pt x="68" y="11"/>
                  <a:pt x="68" y="12"/>
                  <a:pt x="68" y="12"/>
                </a:cubicBezTo>
                <a:cubicBezTo>
                  <a:pt x="68" y="12"/>
                  <a:pt x="68" y="12"/>
                  <a:pt x="69" y="12"/>
                </a:cubicBezTo>
                <a:lnTo>
                  <a:pt x="70" y="12"/>
                </a:lnTo>
                <a:cubicBezTo>
                  <a:pt x="70" y="12"/>
                  <a:pt x="71" y="12"/>
                  <a:pt x="71" y="12"/>
                </a:cubicBezTo>
                <a:cubicBezTo>
                  <a:pt x="71" y="12"/>
                  <a:pt x="71" y="12"/>
                  <a:pt x="72" y="12"/>
                </a:cubicBezTo>
                <a:close/>
                <a:moveTo>
                  <a:pt x="84" y="6"/>
                </a:moveTo>
                <a:cubicBezTo>
                  <a:pt x="84" y="6"/>
                  <a:pt x="84" y="6"/>
                  <a:pt x="85" y="6"/>
                </a:cubicBezTo>
                <a:cubicBezTo>
                  <a:pt x="85" y="6"/>
                  <a:pt x="85" y="6"/>
                  <a:pt x="86" y="6"/>
                </a:cubicBezTo>
                <a:cubicBezTo>
                  <a:pt x="86" y="6"/>
                  <a:pt x="86" y="6"/>
                  <a:pt x="87" y="6"/>
                </a:cubicBezTo>
                <a:cubicBezTo>
                  <a:pt x="87" y="6"/>
                  <a:pt x="87" y="6"/>
                  <a:pt x="88" y="7"/>
                </a:cubicBezTo>
                <a:cubicBezTo>
                  <a:pt x="88" y="7"/>
                  <a:pt x="89" y="8"/>
                  <a:pt x="89" y="8"/>
                </a:cubicBezTo>
                <a:cubicBezTo>
                  <a:pt x="89" y="8"/>
                  <a:pt x="89" y="8"/>
                  <a:pt x="89" y="8"/>
                </a:cubicBezTo>
                <a:cubicBezTo>
                  <a:pt x="89" y="8"/>
                  <a:pt x="89" y="9"/>
                  <a:pt x="89" y="9"/>
                </a:cubicBezTo>
                <a:cubicBezTo>
                  <a:pt x="89" y="9"/>
                  <a:pt x="89" y="9"/>
                  <a:pt x="89" y="9"/>
                </a:cubicBezTo>
                <a:cubicBezTo>
                  <a:pt x="89" y="9"/>
                  <a:pt x="89" y="9"/>
                  <a:pt x="88" y="9"/>
                </a:cubicBezTo>
                <a:cubicBezTo>
                  <a:pt x="88" y="9"/>
                  <a:pt x="88" y="9"/>
                  <a:pt x="87" y="9"/>
                </a:cubicBezTo>
                <a:lnTo>
                  <a:pt x="86" y="9"/>
                </a:lnTo>
                <a:cubicBezTo>
                  <a:pt x="86" y="9"/>
                  <a:pt x="86" y="9"/>
                  <a:pt x="86" y="9"/>
                </a:cubicBezTo>
                <a:cubicBezTo>
                  <a:pt x="85" y="9"/>
                  <a:pt x="85" y="10"/>
                  <a:pt x="84" y="10"/>
                </a:cubicBezTo>
                <a:cubicBezTo>
                  <a:pt x="84" y="10"/>
                  <a:pt x="84" y="10"/>
                  <a:pt x="84" y="10"/>
                </a:cubicBezTo>
                <a:cubicBezTo>
                  <a:pt x="84" y="10"/>
                  <a:pt x="84" y="10"/>
                  <a:pt x="84" y="10"/>
                </a:cubicBezTo>
                <a:cubicBezTo>
                  <a:pt x="84" y="11"/>
                  <a:pt x="84" y="11"/>
                  <a:pt x="84" y="11"/>
                </a:cubicBezTo>
                <a:cubicBezTo>
                  <a:pt x="84" y="11"/>
                  <a:pt x="84" y="11"/>
                  <a:pt x="84" y="11"/>
                </a:cubicBezTo>
                <a:cubicBezTo>
                  <a:pt x="84" y="11"/>
                  <a:pt x="84" y="11"/>
                  <a:pt x="84" y="11"/>
                </a:cubicBezTo>
                <a:cubicBezTo>
                  <a:pt x="85" y="11"/>
                  <a:pt x="86" y="11"/>
                  <a:pt x="87" y="11"/>
                </a:cubicBezTo>
                <a:cubicBezTo>
                  <a:pt x="87" y="11"/>
                  <a:pt x="88" y="11"/>
                  <a:pt x="88" y="11"/>
                </a:cubicBezTo>
                <a:cubicBezTo>
                  <a:pt x="88" y="11"/>
                  <a:pt x="88" y="11"/>
                  <a:pt x="88" y="11"/>
                </a:cubicBezTo>
                <a:cubicBezTo>
                  <a:pt x="88" y="12"/>
                  <a:pt x="88" y="12"/>
                  <a:pt x="88" y="12"/>
                </a:cubicBezTo>
                <a:cubicBezTo>
                  <a:pt x="88" y="12"/>
                  <a:pt x="88" y="12"/>
                  <a:pt x="88" y="13"/>
                </a:cubicBezTo>
                <a:cubicBezTo>
                  <a:pt x="88" y="13"/>
                  <a:pt x="88" y="13"/>
                  <a:pt x="88" y="13"/>
                </a:cubicBezTo>
                <a:cubicBezTo>
                  <a:pt x="88" y="13"/>
                  <a:pt x="88" y="13"/>
                  <a:pt x="88" y="13"/>
                </a:cubicBezTo>
                <a:cubicBezTo>
                  <a:pt x="87" y="13"/>
                  <a:pt x="87" y="12"/>
                  <a:pt x="86" y="12"/>
                </a:cubicBezTo>
                <a:cubicBezTo>
                  <a:pt x="85" y="12"/>
                  <a:pt x="84" y="12"/>
                  <a:pt x="84" y="13"/>
                </a:cubicBezTo>
                <a:cubicBezTo>
                  <a:pt x="84" y="13"/>
                  <a:pt x="84" y="13"/>
                  <a:pt x="84" y="13"/>
                </a:cubicBezTo>
                <a:cubicBezTo>
                  <a:pt x="84" y="13"/>
                  <a:pt x="84" y="14"/>
                  <a:pt x="84" y="15"/>
                </a:cubicBezTo>
                <a:cubicBezTo>
                  <a:pt x="84" y="15"/>
                  <a:pt x="84" y="16"/>
                  <a:pt x="84" y="16"/>
                </a:cubicBezTo>
                <a:cubicBezTo>
                  <a:pt x="83" y="17"/>
                  <a:pt x="83" y="17"/>
                  <a:pt x="83" y="18"/>
                </a:cubicBezTo>
                <a:cubicBezTo>
                  <a:pt x="83" y="18"/>
                  <a:pt x="83" y="18"/>
                  <a:pt x="83" y="18"/>
                </a:cubicBezTo>
                <a:cubicBezTo>
                  <a:pt x="83" y="18"/>
                  <a:pt x="83" y="18"/>
                  <a:pt x="83" y="18"/>
                </a:cubicBezTo>
                <a:cubicBezTo>
                  <a:pt x="82" y="18"/>
                  <a:pt x="82" y="18"/>
                  <a:pt x="82" y="18"/>
                </a:cubicBezTo>
                <a:cubicBezTo>
                  <a:pt x="81" y="17"/>
                  <a:pt x="80" y="17"/>
                  <a:pt x="80" y="17"/>
                </a:cubicBezTo>
                <a:cubicBezTo>
                  <a:pt x="80" y="17"/>
                  <a:pt x="79" y="16"/>
                  <a:pt x="79" y="16"/>
                </a:cubicBezTo>
                <a:cubicBezTo>
                  <a:pt x="79" y="16"/>
                  <a:pt x="79" y="16"/>
                  <a:pt x="80" y="16"/>
                </a:cubicBezTo>
                <a:cubicBezTo>
                  <a:pt x="80" y="16"/>
                  <a:pt x="80" y="16"/>
                  <a:pt x="81" y="16"/>
                </a:cubicBezTo>
                <a:cubicBezTo>
                  <a:pt x="81" y="16"/>
                  <a:pt x="81" y="16"/>
                  <a:pt x="81" y="16"/>
                </a:cubicBezTo>
                <a:cubicBezTo>
                  <a:pt x="82" y="16"/>
                  <a:pt x="82" y="16"/>
                  <a:pt x="82" y="16"/>
                </a:cubicBezTo>
                <a:cubicBezTo>
                  <a:pt x="82" y="16"/>
                  <a:pt x="82" y="15"/>
                  <a:pt x="82" y="15"/>
                </a:cubicBezTo>
                <a:cubicBezTo>
                  <a:pt x="82" y="15"/>
                  <a:pt x="82" y="14"/>
                  <a:pt x="82" y="14"/>
                </a:cubicBezTo>
                <a:cubicBezTo>
                  <a:pt x="82" y="13"/>
                  <a:pt x="82" y="13"/>
                  <a:pt x="82" y="13"/>
                </a:cubicBezTo>
                <a:cubicBezTo>
                  <a:pt x="82" y="13"/>
                  <a:pt x="82" y="13"/>
                  <a:pt x="82" y="13"/>
                </a:cubicBezTo>
                <a:cubicBezTo>
                  <a:pt x="82" y="13"/>
                  <a:pt x="82" y="13"/>
                  <a:pt x="81" y="13"/>
                </a:cubicBezTo>
                <a:cubicBezTo>
                  <a:pt x="80" y="13"/>
                  <a:pt x="79" y="13"/>
                  <a:pt x="78" y="13"/>
                </a:cubicBezTo>
                <a:cubicBezTo>
                  <a:pt x="78" y="14"/>
                  <a:pt x="78" y="14"/>
                  <a:pt x="77" y="14"/>
                </a:cubicBezTo>
                <a:cubicBezTo>
                  <a:pt x="77" y="14"/>
                  <a:pt x="77" y="14"/>
                  <a:pt x="77" y="14"/>
                </a:cubicBezTo>
                <a:cubicBezTo>
                  <a:pt x="77" y="14"/>
                  <a:pt x="77" y="14"/>
                  <a:pt x="77" y="14"/>
                </a:cubicBezTo>
                <a:cubicBezTo>
                  <a:pt x="77" y="13"/>
                  <a:pt x="77" y="13"/>
                  <a:pt x="77" y="13"/>
                </a:cubicBezTo>
                <a:cubicBezTo>
                  <a:pt x="77" y="13"/>
                  <a:pt x="77" y="13"/>
                  <a:pt x="77" y="13"/>
                </a:cubicBezTo>
                <a:cubicBezTo>
                  <a:pt x="77" y="13"/>
                  <a:pt x="77" y="13"/>
                  <a:pt x="77" y="13"/>
                </a:cubicBezTo>
                <a:cubicBezTo>
                  <a:pt x="78" y="13"/>
                  <a:pt x="78" y="13"/>
                  <a:pt x="79" y="12"/>
                </a:cubicBezTo>
                <a:cubicBezTo>
                  <a:pt x="80" y="12"/>
                  <a:pt x="81" y="12"/>
                  <a:pt x="82" y="12"/>
                </a:cubicBezTo>
                <a:cubicBezTo>
                  <a:pt x="82" y="11"/>
                  <a:pt x="82" y="11"/>
                  <a:pt x="82" y="11"/>
                </a:cubicBezTo>
                <a:cubicBezTo>
                  <a:pt x="82" y="11"/>
                  <a:pt x="82" y="11"/>
                  <a:pt x="82" y="11"/>
                </a:cubicBezTo>
                <a:cubicBezTo>
                  <a:pt x="82" y="11"/>
                  <a:pt x="82" y="10"/>
                  <a:pt x="82" y="10"/>
                </a:cubicBezTo>
                <a:cubicBezTo>
                  <a:pt x="82" y="10"/>
                  <a:pt x="82" y="10"/>
                  <a:pt x="83" y="10"/>
                </a:cubicBezTo>
                <a:cubicBezTo>
                  <a:pt x="83" y="10"/>
                  <a:pt x="83" y="10"/>
                  <a:pt x="83" y="10"/>
                </a:cubicBezTo>
                <a:cubicBezTo>
                  <a:pt x="83" y="10"/>
                  <a:pt x="83" y="10"/>
                  <a:pt x="83" y="10"/>
                </a:cubicBezTo>
                <a:cubicBezTo>
                  <a:pt x="84" y="10"/>
                  <a:pt x="84" y="9"/>
                  <a:pt x="84" y="9"/>
                </a:cubicBezTo>
                <a:cubicBezTo>
                  <a:pt x="84" y="9"/>
                  <a:pt x="84" y="9"/>
                  <a:pt x="84" y="9"/>
                </a:cubicBezTo>
                <a:cubicBezTo>
                  <a:pt x="84" y="9"/>
                  <a:pt x="84" y="9"/>
                  <a:pt x="83" y="9"/>
                </a:cubicBezTo>
                <a:cubicBezTo>
                  <a:pt x="83" y="9"/>
                  <a:pt x="83" y="9"/>
                  <a:pt x="82" y="9"/>
                </a:cubicBezTo>
                <a:cubicBezTo>
                  <a:pt x="82" y="9"/>
                  <a:pt x="82" y="9"/>
                  <a:pt x="82" y="9"/>
                </a:cubicBezTo>
                <a:cubicBezTo>
                  <a:pt x="82" y="9"/>
                  <a:pt x="82" y="10"/>
                  <a:pt x="81" y="10"/>
                </a:cubicBezTo>
                <a:cubicBezTo>
                  <a:pt x="81" y="10"/>
                  <a:pt x="81" y="10"/>
                  <a:pt x="81" y="10"/>
                </a:cubicBezTo>
                <a:cubicBezTo>
                  <a:pt x="80" y="10"/>
                  <a:pt x="80" y="10"/>
                  <a:pt x="80" y="10"/>
                </a:cubicBezTo>
                <a:cubicBezTo>
                  <a:pt x="80" y="10"/>
                  <a:pt x="80" y="11"/>
                  <a:pt x="80" y="11"/>
                </a:cubicBezTo>
                <a:cubicBezTo>
                  <a:pt x="80" y="11"/>
                  <a:pt x="79" y="10"/>
                  <a:pt x="79" y="10"/>
                </a:cubicBezTo>
                <a:cubicBezTo>
                  <a:pt x="79" y="10"/>
                  <a:pt x="79" y="10"/>
                  <a:pt x="79" y="9"/>
                </a:cubicBezTo>
                <a:cubicBezTo>
                  <a:pt x="79" y="9"/>
                  <a:pt x="79" y="9"/>
                  <a:pt x="79" y="9"/>
                </a:cubicBezTo>
                <a:cubicBezTo>
                  <a:pt x="80" y="9"/>
                  <a:pt x="81" y="9"/>
                  <a:pt x="81" y="9"/>
                </a:cubicBezTo>
                <a:cubicBezTo>
                  <a:pt x="82" y="8"/>
                  <a:pt x="83" y="8"/>
                  <a:pt x="84" y="8"/>
                </a:cubicBezTo>
                <a:cubicBezTo>
                  <a:pt x="84" y="8"/>
                  <a:pt x="84" y="8"/>
                  <a:pt x="85" y="8"/>
                </a:cubicBezTo>
                <a:cubicBezTo>
                  <a:pt x="85" y="8"/>
                  <a:pt x="85" y="8"/>
                  <a:pt x="85" y="9"/>
                </a:cubicBezTo>
                <a:cubicBezTo>
                  <a:pt x="86" y="9"/>
                  <a:pt x="86" y="9"/>
                  <a:pt x="86" y="9"/>
                </a:cubicBezTo>
                <a:cubicBezTo>
                  <a:pt x="86" y="9"/>
                  <a:pt x="86" y="9"/>
                  <a:pt x="87" y="8"/>
                </a:cubicBezTo>
                <a:cubicBezTo>
                  <a:pt x="87" y="8"/>
                  <a:pt x="87" y="8"/>
                  <a:pt x="87" y="7"/>
                </a:cubicBezTo>
                <a:cubicBezTo>
                  <a:pt x="87" y="7"/>
                  <a:pt x="87" y="7"/>
                  <a:pt x="87" y="7"/>
                </a:cubicBezTo>
                <a:cubicBezTo>
                  <a:pt x="86" y="6"/>
                  <a:pt x="86" y="6"/>
                  <a:pt x="86" y="6"/>
                </a:cubicBezTo>
                <a:cubicBezTo>
                  <a:pt x="86" y="6"/>
                  <a:pt x="85" y="6"/>
                  <a:pt x="84" y="7"/>
                </a:cubicBezTo>
                <a:cubicBezTo>
                  <a:pt x="84" y="7"/>
                  <a:pt x="83" y="7"/>
                  <a:pt x="83" y="7"/>
                </a:cubicBezTo>
                <a:cubicBezTo>
                  <a:pt x="83" y="7"/>
                  <a:pt x="82" y="7"/>
                  <a:pt x="82" y="7"/>
                </a:cubicBezTo>
                <a:cubicBezTo>
                  <a:pt x="81" y="7"/>
                  <a:pt x="81" y="7"/>
                  <a:pt x="80" y="8"/>
                </a:cubicBezTo>
                <a:cubicBezTo>
                  <a:pt x="80" y="8"/>
                  <a:pt x="80" y="8"/>
                  <a:pt x="79" y="8"/>
                </a:cubicBezTo>
                <a:cubicBezTo>
                  <a:pt x="79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9" y="7"/>
                </a:cubicBezTo>
                <a:cubicBezTo>
                  <a:pt x="80" y="7"/>
                  <a:pt x="81" y="6"/>
                  <a:pt x="82" y="6"/>
                </a:cubicBezTo>
                <a:cubicBezTo>
                  <a:pt x="82" y="6"/>
                  <a:pt x="83" y="6"/>
                  <a:pt x="83" y="5"/>
                </a:cubicBezTo>
                <a:cubicBezTo>
                  <a:pt x="84" y="4"/>
                  <a:pt x="84" y="3"/>
                  <a:pt x="85" y="2"/>
                </a:cubicBezTo>
                <a:cubicBezTo>
                  <a:pt x="85" y="2"/>
                  <a:pt x="85" y="2"/>
                  <a:pt x="85" y="2"/>
                </a:cubicBezTo>
                <a:cubicBezTo>
                  <a:pt x="86" y="2"/>
                  <a:pt x="86" y="2"/>
                  <a:pt x="86" y="2"/>
                </a:cubicBezTo>
                <a:cubicBezTo>
                  <a:pt x="86" y="3"/>
                  <a:pt x="87" y="3"/>
                  <a:pt x="87" y="3"/>
                </a:cubicBezTo>
                <a:cubicBezTo>
                  <a:pt x="87" y="3"/>
                  <a:pt x="87" y="3"/>
                  <a:pt x="86" y="3"/>
                </a:cubicBezTo>
                <a:cubicBezTo>
                  <a:pt x="86" y="3"/>
                  <a:pt x="86" y="4"/>
                  <a:pt x="86" y="4"/>
                </a:cubicBezTo>
                <a:cubicBezTo>
                  <a:pt x="86" y="4"/>
                  <a:pt x="85" y="4"/>
                  <a:pt x="85" y="5"/>
                </a:cubicBezTo>
                <a:cubicBezTo>
                  <a:pt x="85" y="5"/>
                  <a:pt x="84" y="5"/>
                  <a:pt x="84" y="5"/>
                </a:cubicBezTo>
                <a:cubicBezTo>
                  <a:pt x="84" y="5"/>
                  <a:pt x="84" y="5"/>
                  <a:pt x="84" y="6"/>
                </a:cubicBezTo>
                <a:close/>
                <a:moveTo>
                  <a:pt x="83" y="2"/>
                </a:moveTo>
                <a:cubicBezTo>
                  <a:pt x="83" y="2"/>
                  <a:pt x="83" y="2"/>
                  <a:pt x="83" y="3"/>
                </a:cubicBezTo>
                <a:cubicBezTo>
                  <a:pt x="83" y="3"/>
                  <a:pt x="83" y="3"/>
                  <a:pt x="83" y="3"/>
                </a:cubicBezTo>
                <a:cubicBezTo>
                  <a:pt x="82" y="3"/>
                  <a:pt x="82" y="4"/>
                  <a:pt x="82" y="4"/>
                </a:cubicBezTo>
                <a:cubicBezTo>
                  <a:pt x="82" y="4"/>
                  <a:pt x="82" y="4"/>
                  <a:pt x="82" y="4"/>
                </a:cubicBezTo>
                <a:cubicBezTo>
                  <a:pt x="82" y="4"/>
                  <a:pt x="81" y="4"/>
                  <a:pt x="81" y="4"/>
                </a:cubicBezTo>
                <a:cubicBezTo>
                  <a:pt x="81" y="4"/>
                  <a:pt x="81" y="3"/>
                  <a:pt x="81" y="3"/>
                </a:cubicBezTo>
                <a:cubicBezTo>
                  <a:pt x="81" y="3"/>
                  <a:pt x="81" y="3"/>
                  <a:pt x="81" y="3"/>
                </a:cubicBezTo>
                <a:cubicBezTo>
                  <a:pt x="81" y="3"/>
                  <a:pt x="81" y="3"/>
                  <a:pt x="82" y="3"/>
                </a:cubicBezTo>
                <a:cubicBezTo>
                  <a:pt x="82" y="3"/>
                  <a:pt x="82" y="3"/>
                  <a:pt x="82" y="3"/>
                </a:cubicBezTo>
                <a:cubicBezTo>
                  <a:pt x="82" y="3"/>
                  <a:pt x="82" y="3"/>
                  <a:pt x="82" y="3"/>
                </a:cubicBezTo>
                <a:cubicBezTo>
                  <a:pt x="82" y="3"/>
                  <a:pt x="82" y="3"/>
                  <a:pt x="83" y="3"/>
                </a:cubicBezTo>
                <a:cubicBezTo>
                  <a:pt x="83" y="2"/>
                  <a:pt x="83" y="2"/>
                  <a:pt x="83" y="2"/>
                </a:cubicBezTo>
                <a:close/>
                <a:moveTo>
                  <a:pt x="80" y="5"/>
                </a:moveTo>
                <a:cubicBezTo>
                  <a:pt x="80" y="6"/>
                  <a:pt x="80" y="6"/>
                  <a:pt x="80" y="6"/>
                </a:cubicBezTo>
                <a:cubicBezTo>
                  <a:pt x="80" y="6"/>
                  <a:pt x="80" y="6"/>
                  <a:pt x="80" y="6"/>
                </a:cubicBezTo>
                <a:cubicBezTo>
                  <a:pt x="79" y="6"/>
                  <a:pt x="79" y="6"/>
                  <a:pt x="79" y="6"/>
                </a:cubicBezTo>
                <a:cubicBezTo>
                  <a:pt x="79" y="6"/>
                  <a:pt x="78" y="6"/>
                  <a:pt x="78" y="6"/>
                </a:cubicBezTo>
                <a:cubicBezTo>
                  <a:pt x="78" y="6"/>
                  <a:pt x="78" y="5"/>
                  <a:pt x="78" y="5"/>
                </a:cubicBezTo>
                <a:cubicBezTo>
                  <a:pt x="78" y="5"/>
                  <a:pt x="78" y="5"/>
                  <a:pt x="78" y="4"/>
                </a:cubicBezTo>
                <a:cubicBezTo>
                  <a:pt x="78" y="4"/>
                  <a:pt x="78" y="4"/>
                  <a:pt x="78" y="4"/>
                </a:cubicBezTo>
                <a:cubicBezTo>
                  <a:pt x="78" y="4"/>
                  <a:pt x="78" y="4"/>
                  <a:pt x="79" y="4"/>
                </a:cubicBezTo>
                <a:cubicBezTo>
                  <a:pt x="79" y="4"/>
                  <a:pt x="79" y="4"/>
                  <a:pt x="79" y="4"/>
                </a:cubicBezTo>
                <a:cubicBezTo>
                  <a:pt x="79" y="4"/>
                  <a:pt x="79" y="4"/>
                  <a:pt x="80" y="4"/>
                </a:cubicBezTo>
                <a:cubicBezTo>
                  <a:pt x="80" y="5"/>
                  <a:pt x="80" y="5"/>
                  <a:pt x="80" y="5"/>
                </a:cubicBezTo>
                <a:close/>
                <a:moveTo>
                  <a:pt x="77" y="9"/>
                </a:moveTo>
                <a:cubicBezTo>
                  <a:pt x="77" y="10"/>
                  <a:pt x="77" y="10"/>
                  <a:pt x="77" y="10"/>
                </a:cubicBezTo>
                <a:cubicBezTo>
                  <a:pt x="77" y="10"/>
                  <a:pt x="77" y="10"/>
                  <a:pt x="77" y="10"/>
                </a:cubicBezTo>
                <a:cubicBezTo>
                  <a:pt x="77" y="10"/>
                  <a:pt x="77" y="11"/>
                  <a:pt x="77" y="11"/>
                </a:cubicBezTo>
                <a:cubicBezTo>
                  <a:pt x="76" y="11"/>
                  <a:pt x="76" y="10"/>
                  <a:pt x="76" y="10"/>
                </a:cubicBezTo>
                <a:cubicBezTo>
                  <a:pt x="75" y="10"/>
                  <a:pt x="75" y="10"/>
                  <a:pt x="75" y="10"/>
                </a:cubicBezTo>
                <a:cubicBezTo>
                  <a:pt x="75" y="10"/>
                  <a:pt x="75" y="9"/>
                  <a:pt x="75" y="9"/>
                </a:cubicBezTo>
                <a:cubicBezTo>
                  <a:pt x="75" y="9"/>
                  <a:pt x="76" y="9"/>
                  <a:pt x="76" y="9"/>
                </a:cubicBezTo>
                <a:cubicBezTo>
                  <a:pt x="76" y="8"/>
                  <a:pt x="77" y="8"/>
                  <a:pt x="77" y="8"/>
                </a:cubicBezTo>
                <a:cubicBezTo>
                  <a:pt x="77" y="8"/>
                  <a:pt x="77" y="8"/>
                  <a:pt x="77" y="8"/>
                </a:cubicBezTo>
                <a:cubicBezTo>
                  <a:pt x="77" y="9"/>
                  <a:pt x="77" y="9"/>
                  <a:pt x="77" y="9"/>
                </a:cubicBezTo>
                <a:cubicBezTo>
                  <a:pt x="77" y="9"/>
                  <a:pt x="77" y="9"/>
                  <a:pt x="77" y="9"/>
                </a:cubicBezTo>
                <a:close/>
                <a:moveTo>
                  <a:pt x="118" y="15"/>
                </a:moveTo>
                <a:cubicBezTo>
                  <a:pt x="118" y="15"/>
                  <a:pt x="118" y="15"/>
                  <a:pt x="117" y="15"/>
                </a:cubicBezTo>
                <a:cubicBezTo>
                  <a:pt x="117" y="15"/>
                  <a:pt x="117" y="15"/>
                  <a:pt x="116" y="15"/>
                </a:cubicBezTo>
                <a:cubicBezTo>
                  <a:pt x="115" y="15"/>
                  <a:pt x="114" y="15"/>
                  <a:pt x="114" y="15"/>
                </a:cubicBezTo>
                <a:cubicBezTo>
                  <a:pt x="113" y="15"/>
                  <a:pt x="113" y="15"/>
                  <a:pt x="113" y="14"/>
                </a:cubicBezTo>
                <a:cubicBezTo>
                  <a:pt x="113" y="14"/>
                  <a:pt x="113" y="14"/>
                  <a:pt x="113" y="14"/>
                </a:cubicBezTo>
                <a:cubicBezTo>
                  <a:pt x="113" y="13"/>
                  <a:pt x="112" y="13"/>
                  <a:pt x="112" y="13"/>
                </a:cubicBezTo>
                <a:cubicBezTo>
                  <a:pt x="111" y="12"/>
                  <a:pt x="111" y="12"/>
                  <a:pt x="110" y="12"/>
                </a:cubicBezTo>
                <a:cubicBezTo>
                  <a:pt x="110" y="12"/>
                  <a:pt x="110" y="11"/>
                  <a:pt x="110" y="11"/>
                </a:cubicBezTo>
                <a:cubicBezTo>
                  <a:pt x="110" y="11"/>
                  <a:pt x="110" y="12"/>
                  <a:pt x="110" y="12"/>
                </a:cubicBezTo>
                <a:cubicBezTo>
                  <a:pt x="110" y="12"/>
                  <a:pt x="110" y="12"/>
                  <a:pt x="110" y="13"/>
                </a:cubicBezTo>
                <a:cubicBezTo>
                  <a:pt x="110" y="14"/>
                  <a:pt x="110" y="14"/>
                  <a:pt x="110" y="15"/>
                </a:cubicBezTo>
                <a:cubicBezTo>
                  <a:pt x="110" y="16"/>
                  <a:pt x="110" y="16"/>
                  <a:pt x="110" y="17"/>
                </a:cubicBezTo>
                <a:cubicBezTo>
                  <a:pt x="110" y="17"/>
                  <a:pt x="110" y="17"/>
                  <a:pt x="110" y="17"/>
                </a:cubicBezTo>
                <a:cubicBezTo>
                  <a:pt x="110" y="17"/>
                  <a:pt x="110" y="17"/>
                  <a:pt x="110" y="17"/>
                </a:cubicBezTo>
                <a:cubicBezTo>
                  <a:pt x="109" y="17"/>
                  <a:pt x="109" y="17"/>
                  <a:pt x="109" y="17"/>
                </a:cubicBezTo>
                <a:cubicBezTo>
                  <a:pt x="109" y="17"/>
                  <a:pt x="108" y="17"/>
                  <a:pt x="108" y="17"/>
                </a:cubicBezTo>
                <a:cubicBezTo>
                  <a:pt x="107" y="16"/>
                  <a:pt x="107" y="16"/>
                  <a:pt x="106" y="16"/>
                </a:cubicBezTo>
                <a:cubicBezTo>
                  <a:pt x="106" y="15"/>
                  <a:pt x="105" y="15"/>
                  <a:pt x="105" y="15"/>
                </a:cubicBezTo>
                <a:cubicBezTo>
                  <a:pt x="105" y="15"/>
                  <a:pt x="105" y="15"/>
                  <a:pt x="105" y="15"/>
                </a:cubicBezTo>
                <a:cubicBezTo>
                  <a:pt x="105" y="15"/>
                  <a:pt x="105" y="15"/>
                  <a:pt x="106" y="15"/>
                </a:cubicBezTo>
                <a:cubicBezTo>
                  <a:pt x="106" y="15"/>
                  <a:pt x="107" y="15"/>
                  <a:pt x="107" y="15"/>
                </a:cubicBezTo>
                <a:cubicBezTo>
                  <a:pt x="108" y="15"/>
                  <a:pt x="108" y="15"/>
                  <a:pt x="108" y="15"/>
                </a:cubicBezTo>
                <a:cubicBezTo>
                  <a:pt x="108" y="15"/>
                  <a:pt x="108" y="15"/>
                  <a:pt x="108" y="15"/>
                </a:cubicBezTo>
                <a:cubicBezTo>
                  <a:pt x="108" y="14"/>
                  <a:pt x="108" y="14"/>
                  <a:pt x="108" y="13"/>
                </a:cubicBezTo>
                <a:cubicBezTo>
                  <a:pt x="108" y="12"/>
                  <a:pt x="108" y="12"/>
                  <a:pt x="108" y="11"/>
                </a:cubicBezTo>
                <a:cubicBezTo>
                  <a:pt x="108" y="10"/>
                  <a:pt x="108" y="9"/>
                  <a:pt x="108" y="8"/>
                </a:cubicBezTo>
                <a:cubicBezTo>
                  <a:pt x="108" y="8"/>
                  <a:pt x="108" y="8"/>
                  <a:pt x="108" y="8"/>
                </a:cubicBezTo>
                <a:cubicBezTo>
                  <a:pt x="108" y="8"/>
                  <a:pt x="108" y="8"/>
                  <a:pt x="108" y="8"/>
                </a:cubicBezTo>
                <a:cubicBezTo>
                  <a:pt x="108" y="8"/>
                  <a:pt x="107" y="8"/>
                  <a:pt x="106" y="8"/>
                </a:cubicBezTo>
                <a:cubicBezTo>
                  <a:pt x="106" y="8"/>
                  <a:pt x="105" y="8"/>
                  <a:pt x="105" y="8"/>
                </a:cubicBezTo>
                <a:cubicBezTo>
                  <a:pt x="105" y="8"/>
                  <a:pt x="105" y="8"/>
                  <a:pt x="105" y="8"/>
                </a:cubicBezTo>
                <a:cubicBezTo>
                  <a:pt x="104" y="8"/>
                  <a:pt x="104" y="8"/>
                  <a:pt x="104" y="8"/>
                </a:cubicBezTo>
                <a:cubicBezTo>
                  <a:pt x="104" y="8"/>
                  <a:pt x="104" y="8"/>
                  <a:pt x="104" y="7"/>
                </a:cubicBezTo>
                <a:cubicBezTo>
                  <a:pt x="104" y="7"/>
                  <a:pt x="104" y="7"/>
                  <a:pt x="104" y="7"/>
                </a:cubicBezTo>
                <a:cubicBezTo>
                  <a:pt x="104" y="7"/>
                  <a:pt x="104" y="7"/>
                  <a:pt x="104" y="7"/>
                </a:cubicBezTo>
                <a:cubicBezTo>
                  <a:pt x="104" y="7"/>
                  <a:pt x="105" y="6"/>
                  <a:pt x="105" y="6"/>
                </a:cubicBezTo>
                <a:cubicBezTo>
                  <a:pt x="106" y="6"/>
                  <a:pt x="107" y="6"/>
                  <a:pt x="107" y="6"/>
                </a:cubicBezTo>
                <a:cubicBezTo>
                  <a:pt x="107" y="6"/>
                  <a:pt x="108" y="6"/>
                  <a:pt x="108" y="6"/>
                </a:cubicBezTo>
                <a:cubicBezTo>
                  <a:pt x="108" y="6"/>
                  <a:pt x="108" y="6"/>
                  <a:pt x="108" y="6"/>
                </a:cubicBezTo>
                <a:lnTo>
                  <a:pt x="108" y="5"/>
                </a:lnTo>
                <a:cubicBezTo>
                  <a:pt x="108" y="4"/>
                  <a:pt x="108" y="4"/>
                  <a:pt x="108" y="3"/>
                </a:cubicBezTo>
                <a:cubicBezTo>
                  <a:pt x="108" y="3"/>
                  <a:pt x="108" y="3"/>
                  <a:pt x="109" y="2"/>
                </a:cubicBezTo>
                <a:cubicBezTo>
                  <a:pt x="109" y="2"/>
                  <a:pt x="109" y="1"/>
                  <a:pt x="109" y="1"/>
                </a:cubicBezTo>
                <a:cubicBezTo>
                  <a:pt x="109" y="1"/>
                  <a:pt x="109" y="1"/>
                  <a:pt x="109" y="1"/>
                </a:cubicBezTo>
                <a:cubicBezTo>
                  <a:pt x="109" y="1"/>
                  <a:pt x="109" y="1"/>
                  <a:pt x="110" y="1"/>
                </a:cubicBezTo>
                <a:cubicBezTo>
                  <a:pt x="110" y="1"/>
                  <a:pt x="110" y="1"/>
                  <a:pt x="110" y="1"/>
                </a:cubicBezTo>
                <a:cubicBezTo>
                  <a:pt x="110" y="2"/>
                  <a:pt x="110" y="2"/>
                  <a:pt x="110" y="2"/>
                </a:cubicBezTo>
                <a:cubicBezTo>
                  <a:pt x="110" y="2"/>
                  <a:pt x="110" y="3"/>
                  <a:pt x="110" y="3"/>
                </a:cubicBezTo>
                <a:lnTo>
                  <a:pt x="110" y="4"/>
                </a:lnTo>
                <a:lnTo>
                  <a:pt x="110" y="5"/>
                </a:lnTo>
                <a:cubicBezTo>
                  <a:pt x="110" y="5"/>
                  <a:pt x="110" y="5"/>
                  <a:pt x="110" y="5"/>
                </a:cubicBezTo>
                <a:cubicBezTo>
                  <a:pt x="110" y="5"/>
                  <a:pt x="110" y="5"/>
                  <a:pt x="110" y="5"/>
                </a:cubicBezTo>
                <a:cubicBezTo>
                  <a:pt x="111" y="5"/>
                  <a:pt x="111" y="5"/>
                  <a:pt x="111" y="5"/>
                </a:cubicBezTo>
                <a:cubicBezTo>
                  <a:pt x="111" y="5"/>
                  <a:pt x="112" y="5"/>
                  <a:pt x="112" y="5"/>
                </a:cubicBezTo>
                <a:cubicBezTo>
                  <a:pt x="112" y="6"/>
                  <a:pt x="112" y="6"/>
                  <a:pt x="112" y="6"/>
                </a:cubicBezTo>
                <a:cubicBezTo>
                  <a:pt x="112" y="6"/>
                  <a:pt x="112" y="6"/>
                  <a:pt x="112" y="6"/>
                </a:cubicBezTo>
                <a:cubicBezTo>
                  <a:pt x="112" y="7"/>
                  <a:pt x="112" y="7"/>
                  <a:pt x="112" y="7"/>
                </a:cubicBezTo>
                <a:cubicBezTo>
                  <a:pt x="112" y="7"/>
                  <a:pt x="111" y="7"/>
                  <a:pt x="111" y="7"/>
                </a:cubicBezTo>
                <a:cubicBezTo>
                  <a:pt x="111" y="7"/>
                  <a:pt x="110" y="7"/>
                  <a:pt x="110" y="7"/>
                </a:cubicBezTo>
                <a:cubicBezTo>
                  <a:pt x="110" y="7"/>
                  <a:pt x="110" y="7"/>
                  <a:pt x="110" y="7"/>
                </a:cubicBezTo>
                <a:cubicBezTo>
                  <a:pt x="109" y="7"/>
                  <a:pt x="109" y="8"/>
                  <a:pt x="109" y="8"/>
                </a:cubicBezTo>
                <a:cubicBezTo>
                  <a:pt x="109" y="8"/>
                  <a:pt x="109" y="8"/>
                  <a:pt x="109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1" y="9"/>
                  <a:pt x="111" y="9"/>
                </a:cubicBezTo>
                <a:cubicBezTo>
                  <a:pt x="112" y="8"/>
                  <a:pt x="112" y="8"/>
                  <a:pt x="113" y="7"/>
                </a:cubicBezTo>
                <a:cubicBezTo>
                  <a:pt x="113" y="7"/>
                  <a:pt x="113" y="7"/>
                  <a:pt x="113" y="7"/>
                </a:cubicBezTo>
                <a:cubicBezTo>
                  <a:pt x="113" y="7"/>
                  <a:pt x="113" y="7"/>
                  <a:pt x="114" y="8"/>
                </a:cubicBezTo>
                <a:cubicBezTo>
                  <a:pt x="114" y="8"/>
                  <a:pt x="114" y="8"/>
                  <a:pt x="114" y="8"/>
                </a:cubicBezTo>
                <a:cubicBezTo>
                  <a:pt x="114" y="8"/>
                  <a:pt x="114" y="8"/>
                  <a:pt x="113" y="8"/>
                </a:cubicBezTo>
                <a:cubicBezTo>
                  <a:pt x="113" y="8"/>
                  <a:pt x="113" y="9"/>
                  <a:pt x="113" y="9"/>
                </a:cubicBezTo>
                <a:cubicBezTo>
                  <a:pt x="112" y="9"/>
                  <a:pt x="112" y="9"/>
                  <a:pt x="111" y="10"/>
                </a:cubicBezTo>
                <a:cubicBezTo>
                  <a:pt x="111" y="10"/>
                  <a:pt x="111" y="10"/>
                  <a:pt x="111" y="10"/>
                </a:cubicBezTo>
                <a:cubicBezTo>
                  <a:pt x="111" y="10"/>
                  <a:pt x="111" y="10"/>
                  <a:pt x="111" y="10"/>
                </a:cubicBezTo>
                <a:cubicBezTo>
                  <a:pt x="111" y="11"/>
                  <a:pt x="111" y="11"/>
                  <a:pt x="112" y="11"/>
                </a:cubicBezTo>
                <a:cubicBezTo>
                  <a:pt x="112" y="12"/>
                  <a:pt x="113" y="12"/>
                  <a:pt x="113" y="12"/>
                </a:cubicBezTo>
                <a:cubicBezTo>
                  <a:pt x="114" y="13"/>
                  <a:pt x="114" y="13"/>
                  <a:pt x="115" y="13"/>
                </a:cubicBezTo>
                <a:cubicBezTo>
                  <a:pt x="117" y="14"/>
                  <a:pt x="118" y="14"/>
                  <a:pt x="118" y="15"/>
                </a:cubicBezTo>
                <a:close/>
                <a:moveTo>
                  <a:pt x="113" y="3"/>
                </a:moveTo>
                <a:cubicBezTo>
                  <a:pt x="113" y="3"/>
                  <a:pt x="113" y="3"/>
                  <a:pt x="113" y="3"/>
                </a:cubicBezTo>
                <a:cubicBezTo>
                  <a:pt x="113" y="3"/>
                  <a:pt x="113" y="3"/>
                  <a:pt x="114" y="3"/>
                </a:cubicBezTo>
                <a:cubicBezTo>
                  <a:pt x="114" y="4"/>
                  <a:pt x="114" y="4"/>
                  <a:pt x="114" y="4"/>
                </a:cubicBezTo>
                <a:cubicBezTo>
                  <a:pt x="115" y="4"/>
                  <a:pt x="115" y="5"/>
                  <a:pt x="115" y="5"/>
                </a:cubicBezTo>
                <a:cubicBezTo>
                  <a:pt x="115" y="5"/>
                  <a:pt x="115" y="5"/>
                  <a:pt x="114" y="5"/>
                </a:cubicBezTo>
                <a:cubicBezTo>
                  <a:pt x="114" y="5"/>
                  <a:pt x="114" y="5"/>
                  <a:pt x="113" y="5"/>
                </a:cubicBezTo>
                <a:cubicBezTo>
                  <a:pt x="113" y="5"/>
                  <a:pt x="113" y="5"/>
                  <a:pt x="113" y="5"/>
                </a:cubicBezTo>
                <a:cubicBezTo>
                  <a:pt x="112" y="5"/>
                  <a:pt x="112" y="5"/>
                  <a:pt x="112" y="4"/>
                </a:cubicBezTo>
                <a:cubicBezTo>
                  <a:pt x="112" y="4"/>
                  <a:pt x="112" y="4"/>
                  <a:pt x="112" y="4"/>
                </a:cubicBezTo>
                <a:cubicBezTo>
                  <a:pt x="112" y="4"/>
                  <a:pt x="112" y="3"/>
                  <a:pt x="112" y="3"/>
                </a:cubicBezTo>
                <a:cubicBezTo>
                  <a:pt x="112" y="3"/>
                  <a:pt x="113" y="3"/>
                  <a:pt x="113" y="3"/>
                </a:cubicBezTo>
                <a:close/>
                <a:moveTo>
                  <a:pt x="105" y="9"/>
                </a:moveTo>
                <a:cubicBezTo>
                  <a:pt x="105" y="9"/>
                  <a:pt x="105" y="9"/>
                  <a:pt x="105" y="9"/>
                </a:cubicBezTo>
                <a:cubicBezTo>
                  <a:pt x="105" y="9"/>
                  <a:pt x="105" y="9"/>
                  <a:pt x="106" y="9"/>
                </a:cubicBezTo>
                <a:cubicBezTo>
                  <a:pt x="106" y="10"/>
                  <a:pt x="107" y="10"/>
                  <a:pt x="107" y="10"/>
                </a:cubicBezTo>
                <a:cubicBezTo>
                  <a:pt x="107" y="11"/>
                  <a:pt x="106" y="11"/>
                  <a:pt x="106" y="11"/>
                </a:cubicBezTo>
                <a:cubicBezTo>
                  <a:pt x="105" y="11"/>
                  <a:pt x="105" y="11"/>
                  <a:pt x="105" y="11"/>
                </a:cubicBezTo>
                <a:cubicBezTo>
                  <a:pt x="105" y="11"/>
                  <a:pt x="104" y="11"/>
                  <a:pt x="104" y="10"/>
                </a:cubicBezTo>
                <a:cubicBezTo>
                  <a:pt x="104" y="10"/>
                  <a:pt x="104" y="10"/>
                  <a:pt x="104" y="10"/>
                </a:cubicBezTo>
                <a:cubicBezTo>
                  <a:pt x="104" y="9"/>
                  <a:pt x="104" y="9"/>
                  <a:pt x="104" y="9"/>
                </a:cubicBezTo>
                <a:cubicBezTo>
                  <a:pt x="104" y="9"/>
                  <a:pt x="105" y="9"/>
                  <a:pt x="105" y="9"/>
                </a:cubicBezTo>
                <a:close/>
                <a:moveTo>
                  <a:pt x="108" y="11"/>
                </a:moveTo>
                <a:cubicBezTo>
                  <a:pt x="108" y="11"/>
                  <a:pt x="107" y="11"/>
                  <a:pt x="107" y="11"/>
                </a:cubicBezTo>
                <a:cubicBezTo>
                  <a:pt x="107" y="12"/>
                  <a:pt x="107" y="12"/>
                  <a:pt x="107" y="12"/>
                </a:cubicBezTo>
                <a:cubicBezTo>
                  <a:pt x="106" y="12"/>
                  <a:pt x="106" y="12"/>
                  <a:pt x="106" y="13"/>
                </a:cubicBezTo>
                <a:cubicBezTo>
                  <a:pt x="106" y="13"/>
                  <a:pt x="105" y="14"/>
                  <a:pt x="104" y="14"/>
                </a:cubicBezTo>
                <a:cubicBezTo>
                  <a:pt x="104" y="14"/>
                  <a:pt x="104" y="14"/>
                  <a:pt x="104" y="15"/>
                </a:cubicBezTo>
                <a:cubicBezTo>
                  <a:pt x="104" y="15"/>
                  <a:pt x="104" y="15"/>
                  <a:pt x="104" y="15"/>
                </a:cubicBezTo>
                <a:cubicBezTo>
                  <a:pt x="103" y="15"/>
                  <a:pt x="103" y="15"/>
                  <a:pt x="103" y="15"/>
                </a:cubicBezTo>
                <a:cubicBezTo>
                  <a:pt x="103" y="15"/>
                  <a:pt x="103" y="15"/>
                  <a:pt x="103" y="15"/>
                </a:cubicBezTo>
                <a:cubicBezTo>
                  <a:pt x="102" y="14"/>
                  <a:pt x="102" y="14"/>
                  <a:pt x="102" y="14"/>
                </a:cubicBezTo>
                <a:cubicBezTo>
                  <a:pt x="102" y="14"/>
                  <a:pt x="102" y="14"/>
                  <a:pt x="103" y="14"/>
                </a:cubicBezTo>
                <a:cubicBezTo>
                  <a:pt x="103" y="13"/>
                  <a:pt x="104" y="13"/>
                  <a:pt x="104" y="13"/>
                </a:cubicBezTo>
                <a:cubicBezTo>
                  <a:pt x="105" y="12"/>
                  <a:pt x="106" y="11"/>
                  <a:pt x="107" y="11"/>
                </a:cubicBezTo>
                <a:cubicBezTo>
                  <a:pt x="107" y="11"/>
                  <a:pt x="107" y="11"/>
                  <a:pt x="107" y="11"/>
                </a:cubicBezTo>
                <a:cubicBezTo>
                  <a:pt x="107" y="11"/>
                  <a:pt x="108" y="11"/>
                  <a:pt x="108" y="11"/>
                </a:cubicBezTo>
                <a:close/>
                <a:moveTo>
                  <a:pt x="127" y="13"/>
                </a:moveTo>
                <a:cubicBezTo>
                  <a:pt x="127" y="13"/>
                  <a:pt x="127" y="13"/>
                  <a:pt x="127" y="14"/>
                </a:cubicBezTo>
                <a:cubicBezTo>
                  <a:pt x="127" y="14"/>
                  <a:pt x="127" y="14"/>
                  <a:pt x="128" y="14"/>
                </a:cubicBezTo>
                <a:cubicBezTo>
                  <a:pt x="128" y="14"/>
                  <a:pt x="129" y="15"/>
                  <a:pt x="129" y="15"/>
                </a:cubicBezTo>
                <a:cubicBezTo>
                  <a:pt x="130" y="15"/>
                  <a:pt x="130" y="15"/>
                  <a:pt x="131" y="15"/>
                </a:cubicBezTo>
                <a:cubicBezTo>
                  <a:pt x="131" y="16"/>
                  <a:pt x="132" y="16"/>
                  <a:pt x="134" y="16"/>
                </a:cubicBezTo>
                <a:cubicBezTo>
                  <a:pt x="135" y="17"/>
                  <a:pt x="135" y="17"/>
                  <a:pt x="135" y="17"/>
                </a:cubicBezTo>
                <a:cubicBezTo>
                  <a:pt x="135" y="17"/>
                  <a:pt x="135" y="17"/>
                  <a:pt x="135" y="17"/>
                </a:cubicBezTo>
                <a:cubicBezTo>
                  <a:pt x="134" y="18"/>
                  <a:pt x="134" y="18"/>
                  <a:pt x="133" y="18"/>
                </a:cubicBezTo>
                <a:cubicBezTo>
                  <a:pt x="133" y="18"/>
                  <a:pt x="132" y="18"/>
                  <a:pt x="131" y="18"/>
                </a:cubicBezTo>
                <a:cubicBezTo>
                  <a:pt x="131" y="18"/>
                  <a:pt x="130" y="17"/>
                  <a:pt x="130" y="17"/>
                </a:cubicBezTo>
                <a:cubicBezTo>
                  <a:pt x="130" y="17"/>
                  <a:pt x="129" y="17"/>
                  <a:pt x="129" y="17"/>
                </a:cubicBezTo>
                <a:cubicBezTo>
                  <a:pt x="129" y="17"/>
                  <a:pt x="129" y="17"/>
                  <a:pt x="129" y="17"/>
                </a:cubicBezTo>
                <a:cubicBezTo>
                  <a:pt x="129" y="16"/>
                  <a:pt x="129" y="16"/>
                  <a:pt x="129" y="16"/>
                </a:cubicBezTo>
                <a:cubicBezTo>
                  <a:pt x="128" y="15"/>
                  <a:pt x="128" y="15"/>
                  <a:pt x="127" y="15"/>
                </a:cubicBezTo>
                <a:cubicBezTo>
                  <a:pt x="126" y="15"/>
                  <a:pt x="126" y="14"/>
                  <a:pt x="126" y="14"/>
                </a:cubicBezTo>
                <a:cubicBezTo>
                  <a:pt x="125" y="14"/>
                  <a:pt x="125" y="14"/>
                  <a:pt x="124" y="14"/>
                </a:cubicBezTo>
                <a:cubicBezTo>
                  <a:pt x="124" y="13"/>
                  <a:pt x="123" y="13"/>
                  <a:pt x="123" y="13"/>
                </a:cubicBezTo>
                <a:cubicBezTo>
                  <a:pt x="123" y="13"/>
                  <a:pt x="123" y="13"/>
                  <a:pt x="123" y="14"/>
                </a:cubicBezTo>
                <a:cubicBezTo>
                  <a:pt x="123" y="14"/>
                  <a:pt x="122" y="14"/>
                  <a:pt x="122" y="14"/>
                </a:cubicBezTo>
                <a:cubicBezTo>
                  <a:pt x="122" y="14"/>
                  <a:pt x="122" y="15"/>
                  <a:pt x="122" y="15"/>
                </a:cubicBezTo>
                <a:cubicBezTo>
                  <a:pt x="122" y="15"/>
                  <a:pt x="122" y="15"/>
                  <a:pt x="122" y="15"/>
                </a:cubicBezTo>
                <a:cubicBezTo>
                  <a:pt x="121" y="15"/>
                  <a:pt x="121" y="15"/>
                  <a:pt x="120" y="15"/>
                </a:cubicBezTo>
                <a:cubicBezTo>
                  <a:pt x="120" y="16"/>
                  <a:pt x="119" y="16"/>
                  <a:pt x="119" y="16"/>
                </a:cubicBezTo>
                <a:cubicBezTo>
                  <a:pt x="119" y="16"/>
                  <a:pt x="119" y="16"/>
                  <a:pt x="118" y="16"/>
                </a:cubicBezTo>
                <a:cubicBezTo>
                  <a:pt x="118" y="15"/>
                  <a:pt x="118" y="15"/>
                  <a:pt x="118" y="15"/>
                </a:cubicBezTo>
                <a:cubicBezTo>
                  <a:pt x="118" y="15"/>
                  <a:pt x="119" y="15"/>
                  <a:pt x="119" y="15"/>
                </a:cubicBezTo>
                <a:cubicBezTo>
                  <a:pt x="120" y="15"/>
                  <a:pt x="120" y="15"/>
                  <a:pt x="121" y="14"/>
                </a:cubicBezTo>
                <a:cubicBezTo>
                  <a:pt x="121" y="14"/>
                  <a:pt x="122" y="13"/>
                  <a:pt x="122" y="12"/>
                </a:cubicBezTo>
                <a:cubicBezTo>
                  <a:pt x="123" y="11"/>
                  <a:pt x="123" y="11"/>
                  <a:pt x="123" y="11"/>
                </a:cubicBezTo>
                <a:cubicBezTo>
                  <a:pt x="123" y="11"/>
                  <a:pt x="123" y="11"/>
                  <a:pt x="123" y="11"/>
                </a:cubicBezTo>
                <a:cubicBezTo>
                  <a:pt x="123" y="10"/>
                  <a:pt x="123" y="10"/>
                  <a:pt x="123" y="10"/>
                </a:cubicBezTo>
                <a:cubicBezTo>
                  <a:pt x="122" y="10"/>
                  <a:pt x="122" y="11"/>
                  <a:pt x="122" y="11"/>
                </a:cubicBezTo>
                <a:cubicBezTo>
                  <a:pt x="122" y="11"/>
                  <a:pt x="121" y="11"/>
                  <a:pt x="121" y="11"/>
                </a:cubicBezTo>
                <a:cubicBezTo>
                  <a:pt x="120" y="11"/>
                  <a:pt x="120" y="11"/>
                  <a:pt x="120" y="11"/>
                </a:cubicBezTo>
                <a:cubicBezTo>
                  <a:pt x="120" y="11"/>
                  <a:pt x="119" y="11"/>
                  <a:pt x="119" y="11"/>
                </a:cubicBezTo>
                <a:cubicBezTo>
                  <a:pt x="119" y="11"/>
                  <a:pt x="119" y="11"/>
                  <a:pt x="119" y="11"/>
                </a:cubicBezTo>
                <a:cubicBezTo>
                  <a:pt x="119" y="11"/>
                  <a:pt x="119" y="11"/>
                  <a:pt x="119" y="10"/>
                </a:cubicBezTo>
                <a:cubicBezTo>
                  <a:pt x="119" y="10"/>
                  <a:pt x="119" y="10"/>
                  <a:pt x="119" y="10"/>
                </a:cubicBezTo>
                <a:cubicBezTo>
                  <a:pt x="120" y="10"/>
                  <a:pt x="121" y="10"/>
                  <a:pt x="123" y="9"/>
                </a:cubicBezTo>
                <a:cubicBezTo>
                  <a:pt x="124" y="9"/>
                  <a:pt x="126" y="8"/>
                  <a:pt x="127" y="8"/>
                </a:cubicBezTo>
                <a:cubicBezTo>
                  <a:pt x="127" y="8"/>
                  <a:pt x="127" y="8"/>
                  <a:pt x="127" y="8"/>
                </a:cubicBezTo>
                <a:cubicBezTo>
                  <a:pt x="127" y="8"/>
                  <a:pt x="127" y="8"/>
                  <a:pt x="127" y="8"/>
                </a:cubicBezTo>
                <a:cubicBezTo>
                  <a:pt x="126" y="7"/>
                  <a:pt x="126" y="7"/>
                  <a:pt x="126" y="7"/>
                </a:cubicBezTo>
                <a:cubicBezTo>
                  <a:pt x="126" y="7"/>
                  <a:pt x="126" y="7"/>
                  <a:pt x="125" y="7"/>
                </a:cubicBezTo>
                <a:cubicBezTo>
                  <a:pt x="125" y="8"/>
                  <a:pt x="125" y="8"/>
                  <a:pt x="125" y="8"/>
                </a:cubicBezTo>
                <a:cubicBezTo>
                  <a:pt x="125" y="8"/>
                  <a:pt x="124" y="8"/>
                  <a:pt x="124" y="8"/>
                </a:cubicBezTo>
                <a:cubicBezTo>
                  <a:pt x="124" y="8"/>
                  <a:pt x="124" y="8"/>
                  <a:pt x="123" y="7"/>
                </a:cubicBezTo>
                <a:cubicBezTo>
                  <a:pt x="123" y="7"/>
                  <a:pt x="123" y="7"/>
                  <a:pt x="123" y="6"/>
                </a:cubicBezTo>
                <a:cubicBezTo>
                  <a:pt x="123" y="5"/>
                  <a:pt x="123" y="4"/>
                  <a:pt x="123" y="3"/>
                </a:cubicBezTo>
                <a:cubicBezTo>
                  <a:pt x="123" y="3"/>
                  <a:pt x="123" y="2"/>
                  <a:pt x="124" y="2"/>
                </a:cubicBezTo>
                <a:cubicBezTo>
                  <a:pt x="124" y="2"/>
                  <a:pt x="124" y="2"/>
                  <a:pt x="125" y="2"/>
                </a:cubicBezTo>
                <a:cubicBezTo>
                  <a:pt x="126" y="2"/>
                  <a:pt x="127" y="2"/>
                  <a:pt x="128" y="2"/>
                </a:cubicBezTo>
                <a:cubicBezTo>
                  <a:pt x="128" y="2"/>
                  <a:pt x="129" y="2"/>
                  <a:pt x="129" y="2"/>
                </a:cubicBezTo>
                <a:cubicBezTo>
                  <a:pt x="129" y="2"/>
                  <a:pt x="130" y="2"/>
                  <a:pt x="130" y="2"/>
                </a:cubicBezTo>
                <a:cubicBezTo>
                  <a:pt x="130" y="2"/>
                  <a:pt x="130" y="2"/>
                  <a:pt x="129" y="3"/>
                </a:cubicBezTo>
                <a:cubicBezTo>
                  <a:pt x="129" y="3"/>
                  <a:pt x="129" y="3"/>
                  <a:pt x="129" y="3"/>
                </a:cubicBezTo>
                <a:cubicBezTo>
                  <a:pt x="129" y="4"/>
                  <a:pt x="129" y="4"/>
                  <a:pt x="129" y="4"/>
                </a:cubicBezTo>
                <a:lnTo>
                  <a:pt x="129" y="6"/>
                </a:lnTo>
                <a:cubicBezTo>
                  <a:pt x="129" y="7"/>
                  <a:pt x="129" y="7"/>
                  <a:pt x="129" y="7"/>
                </a:cubicBezTo>
                <a:cubicBezTo>
                  <a:pt x="129" y="8"/>
                  <a:pt x="129" y="8"/>
                  <a:pt x="129" y="8"/>
                </a:cubicBezTo>
                <a:cubicBezTo>
                  <a:pt x="129" y="8"/>
                  <a:pt x="129" y="8"/>
                  <a:pt x="129" y="8"/>
                </a:cubicBezTo>
                <a:cubicBezTo>
                  <a:pt x="129" y="8"/>
                  <a:pt x="130" y="8"/>
                  <a:pt x="130" y="8"/>
                </a:cubicBezTo>
                <a:cubicBezTo>
                  <a:pt x="130" y="8"/>
                  <a:pt x="130" y="8"/>
                  <a:pt x="131" y="8"/>
                </a:cubicBezTo>
                <a:cubicBezTo>
                  <a:pt x="131" y="8"/>
                  <a:pt x="131" y="8"/>
                  <a:pt x="131" y="8"/>
                </a:cubicBezTo>
                <a:cubicBezTo>
                  <a:pt x="131" y="8"/>
                  <a:pt x="131" y="8"/>
                  <a:pt x="131" y="9"/>
                </a:cubicBezTo>
                <a:cubicBezTo>
                  <a:pt x="131" y="9"/>
                  <a:pt x="131" y="9"/>
                  <a:pt x="131" y="9"/>
                </a:cubicBezTo>
                <a:cubicBezTo>
                  <a:pt x="131" y="9"/>
                  <a:pt x="131" y="10"/>
                  <a:pt x="131" y="10"/>
                </a:cubicBezTo>
                <a:cubicBezTo>
                  <a:pt x="130" y="10"/>
                  <a:pt x="130" y="10"/>
                  <a:pt x="129" y="10"/>
                </a:cubicBezTo>
                <a:cubicBezTo>
                  <a:pt x="128" y="10"/>
                  <a:pt x="128" y="10"/>
                  <a:pt x="127" y="10"/>
                </a:cubicBezTo>
                <a:cubicBezTo>
                  <a:pt x="127" y="10"/>
                  <a:pt x="127" y="10"/>
                  <a:pt x="127" y="10"/>
                </a:cubicBezTo>
                <a:cubicBezTo>
                  <a:pt x="127" y="10"/>
                  <a:pt x="127" y="10"/>
                  <a:pt x="127" y="10"/>
                </a:cubicBezTo>
                <a:cubicBezTo>
                  <a:pt x="127" y="10"/>
                  <a:pt x="127" y="11"/>
                  <a:pt x="127" y="11"/>
                </a:cubicBezTo>
                <a:cubicBezTo>
                  <a:pt x="127" y="11"/>
                  <a:pt x="127" y="11"/>
                  <a:pt x="128" y="11"/>
                </a:cubicBezTo>
                <a:cubicBezTo>
                  <a:pt x="128" y="11"/>
                  <a:pt x="128" y="11"/>
                  <a:pt x="128" y="11"/>
                </a:cubicBezTo>
                <a:cubicBezTo>
                  <a:pt x="128" y="10"/>
                  <a:pt x="129" y="10"/>
                  <a:pt x="129" y="10"/>
                </a:cubicBezTo>
                <a:cubicBezTo>
                  <a:pt x="129" y="10"/>
                  <a:pt x="129" y="11"/>
                  <a:pt x="129" y="11"/>
                </a:cubicBezTo>
                <a:cubicBezTo>
                  <a:pt x="129" y="11"/>
                  <a:pt x="129" y="11"/>
                  <a:pt x="129" y="11"/>
                </a:cubicBezTo>
                <a:cubicBezTo>
                  <a:pt x="129" y="11"/>
                  <a:pt x="129" y="12"/>
                  <a:pt x="129" y="12"/>
                </a:cubicBezTo>
                <a:cubicBezTo>
                  <a:pt x="129" y="12"/>
                  <a:pt x="129" y="12"/>
                  <a:pt x="128" y="12"/>
                </a:cubicBezTo>
                <a:cubicBezTo>
                  <a:pt x="128" y="12"/>
                  <a:pt x="128" y="12"/>
                  <a:pt x="127" y="12"/>
                </a:cubicBezTo>
                <a:cubicBezTo>
                  <a:pt x="127" y="12"/>
                  <a:pt x="127" y="12"/>
                  <a:pt x="127" y="12"/>
                </a:cubicBezTo>
                <a:cubicBezTo>
                  <a:pt x="127" y="12"/>
                  <a:pt x="127" y="13"/>
                  <a:pt x="127" y="13"/>
                </a:cubicBezTo>
                <a:cubicBezTo>
                  <a:pt x="127" y="13"/>
                  <a:pt x="127" y="13"/>
                  <a:pt x="127" y="13"/>
                </a:cubicBezTo>
                <a:close/>
                <a:moveTo>
                  <a:pt x="148" y="11"/>
                </a:moveTo>
                <a:cubicBezTo>
                  <a:pt x="148" y="12"/>
                  <a:pt x="148" y="13"/>
                  <a:pt x="148" y="14"/>
                </a:cubicBezTo>
                <a:cubicBezTo>
                  <a:pt x="148" y="15"/>
                  <a:pt x="148" y="15"/>
                  <a:pt x="148" y="16"/>
                </a:cubicBezTo>
                <a:cubicBezTo>
                  <a:pt x="148" y="16"/>
                  <a:pt x="148" y="16"/>
                  <a:pt x="148" y="17"/>
                </a:cubicBezTo>
                <a:cubicBezTo>
                  <a:pt x="148" y="17"/>
                  <a:pt x="148" y="17"/>
                  <a:pt x="148" y="17"/>
                </a:cubicBezTo>
                <a:cubicBezTo>
                  <a:pt x="148" y="18"/>
                  <a:pt x="148" y="18"/>
                  <a:pt x="148" y="18"/>
                </a:cubicBezTo>
                <a:cubicBezTo>
                  <a:pt x="148" y="18"/>
                  <a:pt x="147" y="18"/>
                  <a:pt x="146" y="17"/>
                </a:cubicBezTo>
                <a:cubicBezTo>
                  <a:pt x="145" y="17"/>
                  <a:pt x="144" y="16"/>
                  <a:pt x="144" y="16"/>
                </a:cubicBezTo>
                <a:cubicBezTo>
                  <a:pt x="143" y="16"/>
                  <a:pt x="143" y="15"/>
                  <a:pt x="143" y="15"/>
                </a:cubicBezTo>
                <a:cubicBezTo>
                  <a:pt x="143" y="15"/>
                  <a:pt x="143" y="15"/>
                  <a:pt x="143" y="15"/>
                </a:cubicBezTo>
                <a:cubicBezTo>
                  <a:pt x="143" y="15"/>
                  <a:pt x="143" y="15"/>
                  <a:pt x="143" y="15"/>
                </a:cubicBezTo>
                <a:cubicBezTo>
                  <a:pt x="144" y="16"/>
                  <a:pt x="145" y="16"/>
                  <a:pt x="146" y="16"/>
                </a:cubicBezTo>
                <a:cubicBezTo>
                  <a:pt x="146" y="16"/>
                  <a:pt x="147" y="16"/>
                  <a:pt x="147" y="16"/>
                </a:cubicBezTo>
                <a:cubicBezTo>
                  <a:pt x="147" y="16"/>
                  <a:pt x="147" y="15"/>
                  <a:pt x="147" y="15"/>
                </a:cubicBezTo>
                <a:cubicBezTo>
                  <a:pt x="147" y="14"/>
                  <a:pt x="147" y="14"/>
                  <a:pt x="147" y="12"/>
                </a:cubicBezTo>
                <a:cubicBezTo>
                  <a:pt x="147" y="11"/>
                  <a:pt x="146" y="9"/>
                  <a:pt x="146" y="8"/>
                </a:cubicBezTo>
                <a:lnTo>
                  <a:pt x="146" y="5"/>
                </a:lnTo>
                <a:lnTo>
                  <a:pt x="146" y="3"/>
                </a:lnTo>
                <a:cubicBezTo>
                  <a:pt x="146" y="3"/>
                  <a:pt x="147" y="3"/>
                  <a:pt x="147" y="3"/>
                </a:cubicBezTo>
                <a:cubicBezTo>
                  <a:pt x="147" y="3"/>
                  <a:pt x="147" y="3"/>
                  <a:pt x="148" y="3"/>
                </a:cubicBezTo>
                <a:cubicBezTo>
                  <a:pt x="148" y="3"/>
                  <a:pt x="148" y="3"/>
                  <a:pt x="148" y="3"/>
                </a:cubicBezTo>
                <a:cubicBezTo>
                  <a:pt x="148" y="4"/>
                  <a:pt x="148" y="4"/>
                  <a:pt x="148" y="4"/>
                </a:cubicBezTo>
                <a:cubicBezTo>
                  <a:pt x="148" y="4"/>
                  <a:pt x="148" y="5"/>
                  <a:pt x="148" y="6"/>
                </a:cubicBezTo>
                <a:cubicBezTo>
                  <a:pt x="148" y="6"/>
                  <a:pt x="148" y="6"/>
                  <a:pt x="148" y="7"/>
                </a:cubicBezTo>
                <a:cubicBezTo>
                  <a:pt x="148" y="9"/>
                  <a:pt x="148" y="9"/>
                  <a:pt x="148" y="10"/>
                </a:cubicBezTo>
                <a:lnTo>
                  <a:pt x="148" y="11"/>
                </a:lnTo>
                <a:close/>
                <a:moveTo>
                  <a:pt x="143" y="7"/>
                </a:moveTo>
                <a:cubicBezTo>
                  <a:pt x="143" y="7"/>
                  <a:pt x="143" y="7"/>
                  <a:pt x="142" y="7"/>
                </a:cubicBezTo>
                <a:cubicBezTo>
                  <a:pt x="142" y="7"/>
                  <a:pt x="142" y="7"/>
                  <a:pt x="141" y="7"/>
                </a:cubicBezTo>
                <a:cubicBezTo>
                  <a:pt x="141" y="7"/>
                  <a:pt x="141" y="7"/>
                  <a:pt x="141" y="7"/>
                </a:cubicBezTo>
                <a:cubicBezTo>
                  <a:pt x="141" y="7"/>
                  <a:pt x="141" y="7"/>
                  <a:pt x="140" y="7"/>
                </a:cubicBezTo>
                <a:cubicBezTo>
                  <a:pt x="140" y="7"/>
                  <a:pt x="140" y="6"/>
                  <a:pt x="140" y="6"/>
                </a:cubicBezTo>
                <a:cubicBezTo>
                  <a:pt x="140" y="6"/>
                  <a:pt x="140" y="7"/>
                  <a:pt x="140" y="7"/>
                </a:cubicBezTo>
                <a:cubicBezTo>
                  <a:pt x="139" y="7"/>
                  <a:pt x="139" y="7"/>
                  <a:pt x="139" y="7"/>
                </a:cubicBezTo>
                <a:cubicBezTo>
                  <a:pt x="138" y="8"/>
                  <a:pt x="138" y="8"/>
                  <a:pt x="138" y="9"/>
                </a:cubicBezTo>
                <a:cubicBezTo>
                  <a:pt x="138" y="9"/>
                  <a:pt x="137" y="9"/>
                  <a:pt x="137" y="10"/>
                </a:cubicBezTo>
                <a:cubicBezTo>
                  <a:pt x="137" y="10"/>
                  <a:pt x="138" y="10"/>
                  <a:pt x="138" y="10"/>
                </a:cubicBezTo>
                <a:cubicBezTo>
                  <a:pt x="138" y="10"/>
                  <a:pt x="138" y="10"/>
                  <a:pt x="138" y="10"/>
                </a:cubicBezTo>
                <a:cubicBezTo>
                  <a:pt x="139" y="9"/>
                  <a:pt x="140" y="9"/>
                  <a:pt x="141" y="9"/>
                </a:cubicBezTo>
                <a:cubicBezTo>
                  <a:pt x="141" y="9"/>
                  <a:pt x="141" y="9"/>
                  <a:pt x="141" y="9"/>
                </a:cubicBezTo>
                <a:cubicBezTo>
                  <a:pt x="142" y="9"/>
                  <a:pt x="142" y="9"/>
                  <a:pt x="142" y="9"/>
                </a:cubicBezTo>
                <a:cubicBezTo>
                  <a:pt x="142" y="9"/>
                  <a:pt x="142" y="9"/>
                  <a:pt x="142" y="9"/>
                </a:cubicBezTo>
                <a:cubicBezTo>
                  <a:pt x="142" y="10"/>
                  <a:pt x="142" y="10"/>
                  <a:pt x="142" y="10"/>
                </a:cubicBezTo>
                <a:cubicBezTo>
                  <a:pt x="142" y="11"/>
                  <a:pt x="141" y="11"/>
                  <a:pt x="141" y="12"/>
                </a:cubicBezTo>
                <a:cubicBezTo>
                  <a:pt x="141" y="12"/>
                  <a:pt x="141" y="13"/>
                  <a:pt x="141" y="13"/>
                </a:cubicBezTo>
                <a:cubicBezTo>
                  <a:pt x="141" y="13"/>
                  <a:pt x="140" y="13"/>
                  <a:pt x="140" y="13"/>
                </a:cubicBezTo>
                <a:cubicBezTo>
                  <a:pt x="140" y="13"/>
                  <a:pt x="139" y="13"/>
                  <a:pt x="139" y="13"/>
                </a:cubicBezTo>
                <a:cubicBezTo>
                  <a:pt x="139" y="13"/>
                  <a:pt x="139" y="13"/>
                  <a:pt x="139" y="13"/>
                </a:cubicBezTo>
                <a:cubicBezTo>
                  <a:pt x="139" y="13"/>
                  <a:pt x="139" y="13"/>
                  <a:pt x="139" y="13"/>
                </a:cubicBezTo>
                <a:cubicBezTo>
                  <a:pt x="139" y="13"/>
                  <a:pt x="139" y="13"/>
                  <a:pt x="139" y="14"/>
                </a:cubicBezTo>
                <a:cubicBezTo>
                  <a:pt x="138" y="14"/>
                  <a:pt x="138" y="14"/>
                  <a:pt x="138" y="15"/>
                </a:cubicBezTo>
                <a:cubicBezTo>
                  <a:pt x="138" y="15"/>
                  <a:pt x="138" y="15"/>
                  <a:pt x="139" y="15"/>
                </a:cubicBezTo>
                <a:cubicBezTo>
                  <a:pt x="139" y="15"/>
                  <a:pt x="139" y="15"/>
                  <a:pt x="139" y="15"/>
                </a:cubicBezTo>
                <a:cubicBezTo>
                  <a:pt x="139" y="15"/>
                  <a:pt x="140" y="15"/>
                  <a:pt x="140" y="15"/>
                </a:cubicBezTo>
                <a:cubicBezTo>
                  <a:pt x="140" y="15"/>
                  <a:pt x="140" y="15"/>
                  <a:pt x="141" y="15"/>
                </a:cubicBezTo>
                <a:cubicBezTo>
                  <a:pt x="141" y="15"/>
                  <a:pt x="141" y="14"/>
                  <a:pt x="141" y="14"/>
                </a:cubicBezTo>
                <a:cubicBezTo>
                  <a:pt x="141" y="14"/>
                  <a:pt x="141" y="13"/>
                  <a:pt x="141" y="13"/>
                </a:cubicBezTo>
                <a:cubicBezTo>
                  <a:pt x="141" y="13"/>
                  <a:pt x="141" y="14"/>
                  <a:pt x="142" y="14"/>
                </a:cubicBezTo>
                <a:cubicBezTo>
                  <a:pt x="142" y="15"/>
                  <a:pt x="142" y="15"/>
                  <a:pt x="142" y="16"/>
                </a:cubicBezTo>
                <a:cubicBezTo>
                  <a:pt x="142" y="16"/>
                  <a:pt x="142" y="16"/>
                  <a:pt x="141" y="16"/>
                </a:cubicBezTo>
                <a:cubicBezTo>
                  <a:pt x="141" y="16"/>
                  <a:pt x="141" y="16"/>
                  <a:pt x="141" y="16"/>
                </a:cubicBezTo>
                <a:cubicBezTo>
                  <a:pt x="140" y="16"/>
                  <a:pt x="140" y="16"/>
                  <a:pt x="139" y="16"/>
                </a:cubicBezTo>
                <a:cubicBezTo>
                  <a:pt x="139" y="16"/>
                  <a:pt x="138" y="16"/>
                  <a:pt x="138" y="16"/>
                </a:cubicBezTo>
                <a:cubicBezTo>
                  <a:pt x="138" y="16"/>
                  <a:pt x="137" y="15"/>
                  <a:pt x="137" y="14"/>
                </a:cubicBezTo>
                <a:cubicBezTo>
                  <a:pt x="137" y="14"/>
                  <a:pt x="138" y="13"/>
                  <a:pt x="138" y="13"/>
                </a:cubicBezTo>
                <a:cubicBezTo>
                  <a:pt x="138" y="12"/>
                  <a:pt x="138" y="12"/>
                  <a:pt x="138" y="11"/>
                </a:cubicBezTo>
                <a:cubicBezTo>
                  <a:pt x="138" y="11"/>
                  <a:pt x="138" y="11"/>
                  <a:pt x="138" y="11"/>
                </a:cubicBezTo>
                <a:cubicBezTo>
                  <a:pt x="138" y="11"/>
                  <a:pt x="139" y="11"/>
                  <a:pt x="139" y="11"/>
                </a:cubicBezTo>
                <a:cubicBezTo>
                  <a:pt x="139" y="11"/>
                  <a:pt x="139" y="11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40" y="12"/>
                  <a:pt x="140" y="12"/>
                  <a:pt x="140" y="11"/>
                </a:cubicBezTo>
                <a:cubicBezTo>
                  <a:pt x="140" y="11"/>
                  <a:pt x="140" y="11"/>
                  <a:pt x="140" y="10"/>
                </a:cubicBezTo>
                <a:cubicBezTo>
                  <a:pt x="140" y="10"/>
                  <a:pt x="140" y="10"/>
                  <a:pt x="140" y="10"/>
                </a:cubicBezTo>
                <a:cubicBezTo>
                  <a:pt x="139" y="10"/>
                  <a:pt x="139" y="10"/>
                  <a:pt x="138" y="11"/>
                </a:cubicBezTo>
                <a:cubicBezTo>
                  <a:pt x="138" y="11"/>
                  <a:pt x="138" y="11"/>
                  <a:pt x="138" y="11"/>
                </a:cubicBezTo>
                <a:cubicBezTo>
                  <a:pt x="138" y="11"/>
                  <a:pt x="138" y="11"/>
                  <a:pt x="137" y="11"/>
                </a:cubicBezTo>
                <a:cubicBezTo>
                  <a:pt x="137" y="11"/>
                  <a:pt x="137" y="11"/>
                  <a:pt x="137" y="11"/>
                </a:cubicBezTo>
                <a:cubicBezTo>
                  <a:pt x="137" y="11"/>
                  <a:pt x="137" y="11"/>
                  <a:pt x="137" y="11"/>
                </a:cubicBezTo>
                <a:cubicBezTo>
                  <a:pt x="137" y="11"/>
                  <a:pt x="137" y="11"/>
                  <a:pt x="136" y="12"/>
                </a:cubicBezTo>
                <a:cubicBezTo>
                  <a:pt x="135" y="12"/>
                  <a:pt x="135" y="12"/>
                  <a:pt x="135" y="12"/>
                </a:cubicBezTo>
                <a:cubicBezTo>
                  <a:pt x="134" y="12"/>
                  <a:pt x="134" y="12"/>
                  <a:pt x="134" y="12"/>
                </a:cubicBezTo>
                <a:cubicBezTo>
                  <a:pt x="134" y="12"/>
                  <a:pt x="133" y="12"/>
                  <a:pt x="133" y="12"/>
                </a:cubicBezTo>
                <a:cubicBezTo>
                  <a:pt x="133" y="12"/>
                  <a:pt x="134" y="12"/>
                  <a:pt x="134" y="12"/>
                </a:cubicBezTo>
                <a:cubicBezTo>
                  <a:pt x="134" y="11"/>
                  <a:pt x="135" y="11"/>
                  <a:pt x="135" y="10"/>
                </a:cubicBezTo>
                <a:cubicBezTo>
                  <a:pt x="136" y="10"/>
                  <a:pt x="136" y="9"/>
                  <a:pt x="137" y="8"/>
                </a:cubicBezTo>
                <a:cubicBezTo>
                  <a:pt x="137" y="8"/>
                  <a:pt x="138" y="7"/>
                  <a:pt x="138" y="7"/>
                </a:cubicBezTo>
                <a:cubicBezTo>
                  <a:pt x="138" y="7"/>
                  <a:pt x="138" y="6"/>
                  <a:pt x="139" y="6"/>
                </a:cubicBezTo>
                <a:cubicBezTo>
                  <a:pt x="139" y="5"/>
                  <a:pt x="140" y="4"/>
                  <a:pt x="140" y="4"/>
                </a:cubicBezTo>
                <a:cubicBezTo>
                  <a:pt x="140" y="4"/>
                  <a:pt x="140" y="4"/>
                  <a:pt x="140" y="4"/>
                </a:cubicBezTo>
                <a:cubicBezTo>
                  <a:pt x="140" y="4"/>
                  <a:pt x="141" y="3"/>
                  <a:pt x="141" y="3"/>
                </a:cubicBezTo>
                <a:cubicBezTo>
                  <a:pt x="141" y="3"/>
                  <a:pt x="141" y="4"/>
                  <a:pt x="141" y="4"/>
                </a:cubicBezTo>
                <a:cubicBezTo>
                  <a:pt x="141" y="4"/>
                  <a:pt x="141" y="4"/>
                  <a:pt x="141" y="4"/>
                </a:cubicBezTo>
                <a:cubicBezTo>
                  <a:pt x="141" y="5"/>
                  <a:pt x="141" y="5"/>
                  <a:pt x="141" y="5"/>
                </a:cubicBezTo>
                <a:cubicBezTo>
                  <a:pt x="141" y="5"/>
                  <a:pt x="141" y="5"/>
                  <a:pt x="141" y="6"/>
                </a:cubicBezTo>
                <a:cubicBezTo>
                  <a:pt x="141" y="6"/>
                  <a:pt x="141" y="6"/>
                  <a:pt x="141" y="6"/>
                </a:cubicBezTo>
                <a:cubicBezTo>
                  <a:pt x="141" y="6"/>
                  <a:pt x="141" y="6"/>
                  <a:pt x="142" y="6"/>
                </a:cubicBezTo>
                <a:cubicBezTo>
                  <a:pt x="142" y="6"/>
                  <a:pt x="143" y="6"/>
                  <a:pt x="143" y="7"/>
                </a:cubicBezTo>
                <a:close/>
                <a:moveTo>
                  <a:pt x="145" y="8"/>
                </a:moveTo>
                <a:cubicBezTo>
                  <a:pt x="145" y="8"/>
                  <a:pt x="145" y="8"/>
                  <a:pt x="145" y="8"/>
                </a:cubicBezTo>
                <a:cubicBezTo>
                  <a:pt x="145" y="8"/>
                  <a:pt x="145" y="9"/>
                  <a:pt x="145" y="9"/>
                </a:cubicBezTo>
                <a:cubicBezTo>
                  <a:pt x="145" y="9"/>
                  <a:pt x="145" y="10"/>
                  <a:pt x="145" y="10"/>
                </a:cubicBezTo>
                <a:cubicBezTo>
                  <a:pt x="145" y="11"/>
                  <a:pt x="145" y="11"/>
                  <a:pt x="144" y="11"/>
                </a:cubicBezTo>
                <a:cubicBezTo>
                  <a:pt x="144" y="11"/>
                  <a:pt x="144" y="11"/>
                  <a:pt x="144" y="11"/>
                </a:cubicBezTo>
                <a:cubicBezTo>
                  <a:pt x="144" y="11"/>
                  <a:pt x="143" y="11"/>
                  <a:pt x="143" y="10"/>
                </a:cubicBezTo>
                <a:cubicBezTo>
                  <a:pt x="143" y="9"/>
                  <a:pt x="143" y="9"/>
                  <a:pt x="143" y="9"/>
                </a:cubicBezTo>
                <a:lnTo>
                  <a:pt x="143" y="8"/>
                </a:lnTo>
                <a:cubicBezTo>
                  <a:pt x="143" y="8"/>
                  <a:pt x="143" y="8"/>
                  <a:pt x="144" y="8"/>
                </a:cubicBezTo>
                <a:cubicBezTo>
                  <a:pt x="144" y="8"/>
                  <a:pt x="144" y="8"/>
                  <a:pt x="144" y="8"/>
                </a:cubicBezTo>
                <a:cubicBezTo>
                  <a:pt x="145" y="8"/>
                  <a:pt x="145" y="8"/>
                  <a:pt x="145" y="8"/>
                </a:cubicBezTo>
                <a:cubicBezTo>
                  <a:pt x="145" y="8"/>
                  <a:pt x="145" y="8"/>
                  <a:pt x="145" y="8"/>
                </a:cubicBezTo>
                <a:close/>
                <a:moveTo>
                  <a:pt x="157" y="2"/>
                </a:moveTo>
                <a:cubicBezTo>
                  <a:pt x="157" y="2"/>
                  <a:pt x="158" y="2"/>
                  <a:pt x="158" y="2"/>
                </a:cubicBezTo>
                <a:cubicBezTo>
                  <a:pt x="158" y="2"/>
                  <a:pt x="158" y="2"/>
                  <a:pt x="158" y="3"/>
                </a:cubicBezTo>
                <a:cubicBezTo>
                  <a:pt x="158" y="3"/>
                  <a:pt x="158" y="3"/>
                  <a:pt x="158" y="3"/>
                </a:cubicBezTo>
                <a:cubicBezTo>
                  <a:pt x="158" y="3"/>
                  <a:pt x="158" y="4"/>
                  <a:pt x="158" y="4"/>
                </a:cubicBezTo>
                <a:cubicBezTo>
                  <a:pt x="158" y="4"/>
                  <a:pt x="158" y="4"/>
                  <a:pt x="158" y="4"/>
                </a:cubicBezTo>
                <a:cubicBezTo>
                  <a:pt x="158" y="4"/>
                  <a:pt x="158" y="4"/>
                  <a:pt x="158" y="4"/>
                </a:cubicBezTo>
                <a:cubicBezTo>
                  <a:pt x="158" y="4"/>
                  <a:pt x="157" y="4"/>
                  <a:pt x="157" y="4"/>
                </a:cubicBezTo>
                <a:cubicBezTo>
                  <a:pt x="157" y="4"/>
                  <a:pt x="156" y="4"/>
                  <a:pt x="156" y="3"/>
                </a:cubicBezTo>
                <a:cubicBezTo>
                  <a:pt x="156" y="3"/>
                  <a:pt x="157" y="3"/>
                  <a:pt x="157" y="2"/>
                </a:cubicBezTo>
                <a:cubicBezTo>
                  <a:pt x="157" y="2"/>
                  <a:pt x="157" y="2"/>
                  <a:pt x="157" y="2"/>
                </a:cubicBezTo>
                <a:close/>
                <a:moveTo>
                  <a:pt x="159" y="5"/>
                </a:moveTo>
                <a:cubicBezTo>
                  <a:pt x="159" y="5"/>
                  <a:pt x="159" y="6"/>
                  <a:pt x="159" y="6"/>
                </a:cubicBezTo>
                <a:cubicBezTo>
                  <a:pt x="159" y="6"/>
                  <a:pt x="159" y="6"/>
                  <a:pt x="159" y="6"/>
                </a:cubicBezTo>
                <a:cubicBezTo>
                  <a:pt x="159" y="6"/>
                  <a:pt x="158" y="6"/>
                  <a:pt x="158" y="6"/>
                </a:cubicBezTo>
                <a:cubicBezTo>
                  <a:pt x="158" y="6"/>
                  <a:pt x="158" y="6"/>
                  <a:pt x="159" y="6"/>
                </a:cubicBezTo>
                <a:cubicBezTo>
                  <a:pt x="159" y="6"/>
                  <a:pt x="159" y="7"/>
                  <a:pt x="159" y="7"/>
                </a:cubicBezTo>
                <a:cubicBezTo>
                  <a:pt x="159" y="7"/>
                  <a:pt x="159" y="7"/>
                  <a:pt x="159" y="7"/>
                </a:cubicBezTo>
                <a:cubicBezTo>
                  <a:pt x="159" y="7"/>
                  <a:pt x="159" y="7"/>
                  <a:pt x="159" y="7"/>
                </a:cubicBezTo>
                <a:cubicBezTo>
                  <a:pt x="159" y="8"/>
                  <a:pt x="159" y="8"/>
                  <a:pt x="158" y="8"/>
                </a:cubicBezTo>
                <a:cubicBezTo>
                  <a:pt x="158" y="8"/>
                  <a:pt x="158" y="8"/>
                  <a:pt x="158" y="8"/>
                </a:cubicBezTo>
                <a:cubicBezTo>
                  <a:pt x="158" y="8"/>
                  <a:pt x="158" y="8"/>
                  <a:pt x="159" y="8"/>
                </a:cubicBezTo>
                <a:cubicBezTo>
                  <a:pt x="159" y="8"/>
                  <a:pt x="159" y="8"/>
                  <a:pt x="159" y="8"/>
                </a:cubicBezTo>
                <a:cubicBezTo>
                  <a:pt x="159" y="8"/>
                  <a:pt x="159" y="8"/>
                  <a:pt x="159" y="9"/>
                </a:cubicBezTo>
                <a:cubicBezTo>
                  <a:pt x="159" y="9"/>
                  <a:pt x="159" y="9"/>
                  <a:pt x="159" y="9"/>
                </a:cubicBezTo>
                <a:cubicBezTo>
                  <a:pt x="159" y="9"/>
                  <a:pt x="158" y="9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9" y="10"/>
                  <a:pt x="159" y="10"/>
                </a:cubicBezTo>
                <a:cubicBezTo>
                  <a:pt x="159" y="10"/>
                  <a:pt x="159" y="10"/>
                  <a:pt x="159" y="10"/>
                </a:cubicBezTo>
                <a:cubicBezTo>
                  <a:pt x="159" y="11"/>
                  <a:pt x="159" y="11"/>
                  <a:pt x="159" y="11"/>
                </a:cubicBezTo>
                <a:cubicBezTo>
                  <a:pt x="159" y="11"/>
                  <a:pt x="159" y="11"/>
                  <a:pt x="159" y="11"/>
                </a:cubicBezTo>
                <a:cubicBezTo>
                  <a:pt x="159" y="11"/>
                  <a:pt x="159" y="11"/>
                  <a:pt x="158" y="11"/>
                </a:cubicBezTo>
                <a:cubicBezTo>
                  <a:pt x="158" y="11"/>
                  <a:pt x="157" y="12"/>
                  <a:pt x="157" y="12"/>
                </a:cubicBezTo>
                <a:cubicBezTo>
                  <a:pt x="157" y="12"/>
                  <a:pt x="157" y="12"/>
                  <a:pt x="157" y="12"/>
                </a:cubicBezTo>
                <a:cubicBezTo>
                  <a:pt x="157" y="12"/>
                  <a:pt x="157" y="12"/>
                  <a:pt x="158" y="12"/>
                </a:cubicBezTo>
                <a:cubicBezTo>
                  <a:pt x="158" y="12"/>
                  <a:pt x="159" y="13"/>
                  <a:pt x="159" y="13"/>
                </a:cubicBezTo>
                <a:cubicBezTo>
                  <a:pt x="159" y="13"/>
                  <a:pt x="159" y="13"/>
                  <a:pt x="158" y="13"/>
                </a:cubicBezTo>
                <a:cubicBezTo>
                  <a:pt x="158" y="13"/>
                  <a:pt x="158" y="13"/>
                  <a:pt x="158" y="13"/>
                </a:cubicBezTo>
                <a:cubicBezTo>
                  <a:pt x="158" y="13"/>
                  <a:pt x="158" y="13"/>
                  <a:pt x="158" y="13"/>
                </a:cubicBezTo>
                <a:cubicBezTo>
                  <a:pt x="158" y="13"/>
                  <a:pt x="157" y="13"/>
                  <a:pt x="157" y="13"/>
                </a:cubicBezTo>
                <a:cubicBezTo>
                  <a:pt x="157" y="13"/>
                  <a:pt x="157" y="13"/>
                  <a:pt x="157" y="13"/>
                </a:cubicBezTo>
                <a:cubicBezTo>
                  <a:pt x="157" y="14"/>
                  <a:pt x="157" y="14"/>
                  <a:pt x="157" y="14"/>
                </a:cubicBezTo>
                <a:cubicBezTo>
                  <a:pt x="157" y="14"/>
                  <a:pt x="157" y="15"/>
                  <a:pt x="157" y="15"/>
                </a:cubicBezTo>
                <a:cubicBezTo>
                  <a:pt x="157" y="16"/>
                  <a:pt x="157" y="16"/>
                  <a:pt x="157" y="16"/>
                </a:cubicBezTo>
                <a:cubicBezTo>
                  <a:pt x="157" y="16"/>
                  <a:pt x="156" y="16"/>
                  <a:pt x="156" y="16"/>
                </a:cubicBezTo>
                <a:cubicBezTo>
                  <a:pt x="156" y="15"/>
                  <a:pt x="155" y="15"/>
                  <a:pt x="155" y="15"/>
                </a:cubicBezTo>
                <a:cubicBezTo>
                  <a:pt x="155" y="15"/>
                  <a:pt x="154" y="15"/>
                  <a:pt x="154" y="15"/>
                </a:cubicBezTo>
                <a:cubicBezTo>
                  <a:pt x="154" y="15"/>
                  <a:pt x="154" y="15"/>
                  <a:pt x="154" y="15"/>
                </a:cubicBezTo>
                <a:cubicBezTo>
                  <a:pt x="154" y="15"/>
                  <a:pt x="154" y="15"/>
                  <a:pt x="154" y="15"/>
                </a:cubicBezTo>
                <a:cubicBezTo>
                  <a:pt x="154" y="15"/>
                  <a:pt x="154" y="16"/>
                  <a:pt x="154" y="16"/>
                </a:cubicBezTo>
                <a:cubicBezTo>
                  <a:pt x="154" y="16"/>
                  <a:pt x="153" y="15"/>
                  <a:pt x="153" y="15"/>
                </a:cubicBezTo>
                <a:cubicBezTo>
                  <a:pt x="153" y="15"/>
                  <a:pt x="153" y="15"/>
                  <a:pt x="153" y="15"/>
                </a:cubicBezTo>
                <a:cubicBezTo>
                  <a:pt x="153" y="15"/>
                  <a:pt x="153" y="15"/>
                  <a:pt x="153" y="15"/>
                </a:cubicBezTo>
                <a:cubicBezTo>
                  <a:pt x="153" y="14"/>
                  <a:pt x="153" y="14"/>
                  <a:pt x="153" y="14"/>
                </a:cubicBezTo>
                <a:cubicBezTo>
                  <a:pt x="154" y="13"/>
                  <a:pt x="154" y="13"/>
                  <a:pt x="154" y="13"/>
                </a:cubicBezTo>
                <a:cubicBezTo>
                  <a:pt x="154" y="13"/>
                  <a:pt x="154" y="13"/>
                  <a:pt x="154" y="13"/>
                </a:cubicBezTo>
                <a:cubicBezTo>
                  <a:pt x="154" y="12"/>
                  <a:pt x="154" y="12"/>
                  <a:pt x="154" y="12"/>
                </a:cubicBezTo>
                <a:cubicBezTo>
                  <a:pt x="154" y="12"/>
                  <a:pt x="154" y="12"/>
                  <a:pt x="153" y="13"/>
                </a:cubicBezTo>
                <a:cubicBezTo>
                  <a:pt x="153" y="13"/>
                  <a:pt x="153" y="13"/>
                  <a:pt x="153" y="13"/>
                </a:cubicBezTo>
                <a:cubicBezTo>
                  <a:pt x="152" y="13"/>
                  <a:pt x="152" y="13"/>
                  <a:pt x="152" y="13"/>
                </a:cubicBezTo>
                <a:cubicBezTo>
                  <a:pt x="152" y="13"/>
                  <a:pt x="152" y="13"/>
                  <a:pt x="152" y="13"/>
                </a:cubicBezTo>
                <a:cubicBezTo>
                  <a:pt x="152" y="12"/>
                  <a:pt x="152" y="12"/>
                  <a:pt x="152" y="12"/>
                </a:cubicBezTo>
                <a:cubicBezTo>
                  <a:pt x="152" y="12"/>
                  <a:pt x="152" y="12"/>
                  <a:pt x="152" y="12"/>
                </a:cubicBezTo>
                <a:cubicBezTo>
                  <a:pt x="153" y="12"/>
                  <a:pt x="154" y="11"/>
                  <a:pt x="155" y="11"/>
                </a:cubicBezTo>
                <a:cubicBezTo>
                  <a:pt x="155" y="11"/>
                  <a:pt x="155" y="11"/>
                  <a:pt x="156" y="11"/>
                </a:cubicBezTo>
                <a:cubicBezTo>
                  <a:pt x="156" y="11"/>
                  <a:pt x="156" y="11"/>
                  <a:pt x="156" y="11"/>
                </a:cubicBezTo>
                <a:cubicBezTo>
                  <a:pt x="156" y="10"/>
                  <a:pt x="156" y="10"/>
                  <a:pt x="156" y="10"/>
                </a:cubicBezTo>
                <a:cubicBezTo>
                  <a:pt x="156" y="10"/>
                  <a:pt x="155" y="10"/>
                  <a:pt x="155" y="10"/>
                </a:cubicBezTo>
                <a:cubicBezTo>
                  <a:pt x="155" y="10"/>
                  <a:pt x="154" y="10"/>
                  <a:pt x="154" y="10"/>
                </a:cubicBezTo>
                <a:cubicBezTo>
                  <a:pt x="154" y="11"/>
                  <a:pt x="154" y="11"/>
                  <a:pt x="154" y="11"/>
                </a:cubicBezTo>
                <a:cubicBezTo>
                  <a:pt x="154" y="11"/>
                  <a:pt x="154" y="10"/>
                  <a:pt x="154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154" y="10"/>
                  <a:pt x="154" y="10"/>
                  <a:pt x="154" y="9"/>
                </a:cubicBezTo>
                <a:cubicBezTo>
                  <a:pt x="154" y="9"/>
                  <a:pt x="154" y="9"/>
                  <a:pt x="154" y="9"/>
                </a:cubicBezTo>
                <a:cubicBezTo>
                  <a:pt x="155" y="9"/>
                  <a:pt x="155" y="9"/>
                  <a:pt x="156" y="9"/>
                </a:cubicBezTo>
                <a:cubicBezTo>
                  <a:pt x="156" y="9"/>
                  <a:pt x="157" y="8"/>
                  <a:pt x="157" y="8"/>
                </a:cubicBezTo>
                <a:cubicBezTo>
                  <a:pt x="157" y="8"/>
                  <a:pt x="157" y="8"/>
                  <a:pt x="157" y="8"/>
                </a:cubicBezTo>
                <a:cubicBezTo>
                  <a:pt x="157" y="8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6" y="7"/>
                  <a:pt x="156" y="7"/>
                  <a:pt x="156" y="7"/>
                </a:cubicBezTo>
                <a:cubicBezTo>
                  <a:pt x="156" y="7"/>
                  <a:pt x="156" y="8"/>
                  <a:pt x="156" y="8"/>
                </a:cubicBezTo>
                <a:cubicBezTo>
                  <a:pt x="156" y="8"/>
                  <a:pt x="156" y="8"/>
                  <a:pt x="155" y="9"/>
                </a:cubicBezTo>
                <a:cubicBezTo>
                  <a:pt x="155" y="9"/>
                  <a:pt x="155" y="9"/>
                  <a:pt x="155" y="9"/>
                </a:cubicBezTo>
                <a:cubicBezTo>
                  <a:pt x="155" y="9"/>
                  <a:pt x="155" y="9"/>
                  <a:pt x="155" y="9"/>
                </a:cubicBezTo>
                <a:cubicBezTo>
                  <a:pt x="155" y="8"/>
                  <a:pt x="155" y="8"/>
                  <a:pt x="155" y="8"/>
                </a:cubicBezTo>
                <a:cubicBezTo>
                  <a:pt x="155" y="8"/>
                  <a:pt x="155" y="8"/>
                  <a:pt x="155" y="8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4" y="7"/>
                </a:cubicBezTo>
                <a:cubicBezTo>
                  <a:pt x="154" y="7"/>
                  <a:pt x="154" y="7"/>
                  <a:pt x="154" y="7"/>
                </a:cubicBezTo>
                <a:cubicBezTo>
                  <a:pt x="154" y="7"/>
                  <a:pt x="154" y="7"/>
                  <a:pt x="154" y="7"/>
                </a:cubicBezTo>
                <a:cubicBezTo>
                  <a:pt x="154" y="6"/>
                  <a:pt x="154" y="6"/>
                  <a:pt x="154" y="6"/>
                </a:cubicBezTo>
                <a:cubicBezTo>
                  <a:pt x="154" y="6"/>
                  <a:pt x="154" y="6"/>
                  <a:pt x="154" y="6"/>
                </a:cubicBezTo>
                <a:cubicBezTo>
                  <a:pt x="154" y="6"/>
                  <a:pt x="155" y="6"/>
                  <a:pt x="156" y="6"/>
                </a:cubicBezTo>
                <a:cubicBezTo>
                  <a:pt x="157" y="5"/>
                  <a:pt x="158" y="5"/>
                  <a:pt x="159" y="5"/>
                </a:cubicBezTo>
                <a:cubicBezTo>
                  <a:pt x="159" y="5"/>
                  <a:pt x="159" y="5"/>
                  <a:pt x="159" y="5"/>
                </a:cubicBezTo>
                <a:cubicBezTo>
                  <a:pt x="159" y="5"/>
                  <a:pt x="159" y="5"/>
                  <a:pt x="159" y="5"/>
                </a:cubicBezTo>
                <a:close/>
                <a:moveTo>
                  <a:pt x="166" y="8"/>
                </a:moveTo>
                <a:cubicBezTo>
                  <a:pt x="166" y="8"/>
                  <a:pt x="166" y="8"/>
                  <a:pt x="166" y="8"/>
                </a:cubicBezTo>
                <a:cubicBezTo>
                  <a:pt x="166" y="8"/>
                  <a:pt x="166" y="8"/>
                  <a:pt x="166" y="9"/>
                </a:cubicBezTo>
                <a:cubicBezTo>
                  <a:pt x="167" y="9"/>
                  <a:pt x="167" y="9"/>
                  <a:pt x="167" y="9"/>
                </a:cubicBezTo>
                <a:cubicBezTo>
                  <a:pt x="167" y="9"/>
                  <a:pt x="167" y="9"/>
                  <a:pt x="167" y="10"/>
                </a:cubicBezTo>
                <a:cubicBezTo>
                  <a:pt x="167" y="10"/>
                  <a:pt x="167" y="10"/>
                  <a:pt x="167" y="10"/>
                </a:cubicBezTo>
                <a:cubicBezTo>
                  <a:pt x="167" y="10"/>
                  <a:pt x="166" y="10"/>
                  <a:pt x="166" y="10"/>
                </a:cubicBezTo>
                <a:cubicBezTo>
                  <a:pt x="166" y="10"/>
                  <a:pt x="166" y="10"/>
                  <a:pt x="165" y="10"/>
                </a:cubicBezTo>
                <a:cubicBezTo>
                  <a:pt x="165" y="10"/>
                  <a:pt x="164" y="10"/>
                  <a:pt x="164" y="10"/>
                </a:cubicBezTo>
                <a:cubicBezTo>
                  <a:pt x="164" y="10"/>
                  <a:pt x="164" y="10"/>
                  <a:pt x="164" y="11"/>
                </a:cubicBezTo>
                <a:cubicBezTo>
                  <a:pt x="164" y="12"/>
                  <a:pt x="164" y="12"/>
                  <a:pt x="164" y="13"/>
                </a:cubicBezTo>
                <a:cubicBezTo>
                  <a:pt x="164" y="13"/>
                  <a:pt x="164" y="13"/>
                  <a:pt x="164" y="14"/>
                </a:cubicBezTo>
                <a:cubicBezTo>
                  <a:pt x="164" y="14"/>
                  <a:pt x="164" y="14"/>
                  <a:pt x="164" y="15"/>
                </a:cubicBezTo>
                <a:cubicBezTo>
                  <a:pt x="164" y="15"/>
                  <a:pt x="164" y="15"/>
                  <a:pt x="164" y="16"/>
                </a:cubicBezTo>
                <a:cubicBezTo>
                  <a:pt x="164" y="16"/>
                  <a:pt x="164" y="16"/>
                  <a:pt x="164" y="16"/>
                </a:cubicBezTo>
                <a:cubicBezTo>
                  <a:pt x="164" y="17"/>
                  <a:pt x="164" y="17"/>
                  <a:pt x="164" y="17"/>
                </a:cubicBezTo>
                <a:cubicBezTo>
                  <a:pt x="164" y="17"/>
                  <a:pt x="164" y="18"/>
                  <a:pt x="164" y="18"/>
                </a:cubicBezTo>
                <a:cubicBezTo>
                  <a:pt x="164" y="18"/>
                  <a:pt x="164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lnTo>
                  <a:pt x="163" y="17"/>
                </a:lnTo>
                <a:cubicBezTo>
                  <a:pt x="163" y="17"/>
                  <a:pt x="163" y="15"/>
                  <a:pt x="163" y="14"/>
                </a:cubicBezTo>
                <a:cubicBezTo>
                  <a:pt x="163" y="12"/>
                  <a:pt x="163" y="11"/>
                  <a:pt x="163" y="11"/>
                </a:cubicBezTo>
                <a:cubicBezTo>
                  <a:pt x="163" y="11"/>
                  <a:pt x="162" y="10"/>
                  <a:pt x="162" y="10"/>
                </a:cubicBezTo>
                <a:cubicBezTo>
                  <a:pt x="162" y="10"/>
                  <a:pt x="162" y="10"/>
                  <a:pt x="162" y="10"/>
                </a:cubicBezTo>
                <a:cubicBezTo>
                  <a:pt x="162" y="10"/>
                  <a:pt x="162" y="10"/>
                  <a:pt x="162" y="10"/>
                </a:cubicBezTo>
                <a:cubicBezTo>
                  <a:pt x="161" y="10"/>
                  <a:pt x="161" y="10"/>
                  <a:pt x="161" y="11"/>
                </a:cubicBezTo>
                <a:cubicBezTo>
                  <a:pt x="161" y="11"/>
                  <a:pt x="161" y="11"/>
                  <a:pt x="161" y="11"/>
                </a:cubicBezTo>
                <a:cubicBezTo>
                  <a:pt x="161" y="11"/>
                  <a:pt x="161" y="11"/>
                  <a:pt x="161" y="11"/>
                </a:cubicBezTo>
                <a:cubicBezTo>
                  <a:pt x="160" y="12"/>
                  <a:pt x="160" y="12"/>
                  <a:pt x="160" y="12"/>
                </a:cubicBezTo>
                <a:lnTo>
                  <a:pt x="160" y="13"/>
                </a:lnTo>
                <a:cubicBezTo>
                  <a:pt x="160" y="13"/>
                  <a:pt x="160" y="13"/>
                  <a:pt x="160" y="14"/>
                </a:cubicBezTo>
                <a:cubicBezTo>
                  <a:pt x="160" y="14"/>
                  <a:pt x="159" y="14"/>
                  <a:pt x="159" y="15"/>
                </a:cubicBezTo>
                <a:cubicBezTo>
                  <a:pt x="159" y="15"/>
                  <a:pt x="158" y="15"/>
                  <a:pt x="158" y="15"/>
                </a:cubicBezTo>
                <a:cubicBezTo>
                  <a:pt x="158" y="15"/>
                  <a:pt x="158" y="15"/>
                  <a:pt x="158" y="15"/>
                </a:cubicBezTo>
                <a:cubicBezTo>
                  <a:pt x="158" y="15"/>
                  <a:pt x="158" y="14"/>
                  <a:pt x="159" y="14"/>
                </a:cubicBezTo>
                <a:cubicBezTo>
                  <a:pt x="159" y="13"/>
                  <a:pt x="159" y="12"/>
                  <a:pt x="160" y="12"/>
                </a:cubicBezTo>
                <a:cubicBezTo>
                  <a:pt x="160" y="11"/>
                  <a:pt x="160" y="11"/>
                  <a:pt x="160" y="10"/>
                </a:cubicBezTo>
                <a:cubicBezTo>
                  <a:pt x="160" y="9"/>
                  <a:pt x="160" y="8"/>
                  <a:pt x="160" y="8"/>
                </a:cubicBezTo>
                <a:lnTo>
                  <a:pt x="160" y="7"/>
                </a:lnTo>
                <a:cubicBezTo>
                  <a:pt x="160" y="7"/>
                  <a:pt x="160" y="6"/>
                  <a:pt x="160" y="6"/>
                </a:cubicBezTo>
                <a:cubicBezTo>
                  <a:pt x="160" y="6"/>
                  <a:pt x="160" y="6"/>
                  <a:pt x="161" y="6"/>
                </a:cubicBezTo>
                <a:cubicBezTo>
                  <a:pt x="161" y="6"/>
                  <a:pt x="162" y="6"/>
                  <a:pt x="162" y="6"/>
                </a:cubicBezTo>
                <a:cubicBezTo>
                  <a:pt x="163" y="5"/>
                  <a:pt x="164" y="5"/>
                  <a:pt x="164" y="5"/>
                </a:cubicBezTo>
                <a:cubicBezTo>
                  <a:pt x="164" y="5"/>
                  <a:pt x="165" y="5"/>
                  <a:pt x="165" y="5"/>
                </a:cubicBezTo>
                <a:cubicBezTo>
                  <a:pt x="165" y="6"/>
                  <a:pt x="165" y="6"/>
                  <a:pt x="165" y="6"/>
                </a:cubicBezTo>
                <a:cubicBezTo>
                  <a:pt x="165" y="6"/>
                  <a:pt x="165" y="6"/>
                  <a:pt x="165" y="6"/>
                </a:cubicBezTo>
                <a:cubicBezTo>
                  <a:pt x="165" y="7"/>
                  <a:pt x="164" y="7"/>
                  <a:pt x="164" y="7"/>
                </a:cubicBezTo>
                <a:cubicBezTo>
                  <a:pt x="164" y="7"/>
                  <a:pt x="164" y="7"/>
                  <a:pt x="164" y="7"/>
                </a:cubicBezTo>
                <a:cubicBezTo>
                  <a:pt x="163" y="7"/>
                  <a:pt x="163" y="7"/>
                  <a:pt x="163" y="7"/>
                </a:cubicBezTo>
                <a:cubicBezTo>
                  <a:pt x="162" y="7"/>
                  <a:pt x="162" y="7"/>
                  <a:pt x="161" y="8"/>
                </a:cubicBezTo>
                <a:cubicBezTo>
                  <a:pt x="161" y="8"/>
                  <a:pt x="161" y="9"/>
                  <a:pt x="161" y="9"/>
                </a:cubicBezTo>
                <a:cubicBezTo>
                  <a:pt x="161" y="9"/>
                  <a:pt x="161" y="9"/>
                  <a:pt x="161" y="9"/>
                </a:cubicBezTo>
                <a:cubicBezTo>
                  <a:pt x="161" y="9"/>
                  <a:pt x="162" y="9"/>
                  <a:pt x="163" y="9"/>
                </a:cubicBezTo>
                <a:cubicBezTo>
                  <a:pt x="163" y="8"/>
                  <a:pt x="164" y="8"/>
                  <a:pt x="165" y="8"/>
                </a:cubicBezTo>
                <a:cubicBezTo>
                  <a:pt x="165" y="8"/>
                  <a:pt x="165" y="8"/>
                  <a:pt x="166" y="8"/>
                </a:cubicBezTo>
                <a:close/>
              </a:path>
              <a:path w="192" h="20">
                <a:moveTo>
                  <a:pt x="28" y="11"/>
                </a:moveTo>
                <a:cubicBezTo>
                  <a:pt x="28" y="11"/>
                  <a:pt x="28" y="11"/>
                  <a:pt x="28" y="11"/>
                </a:cubicBezTo>
                <a:cubicBezTo>
                  <a:pt x="28" y="11"/>
                  <a:pt x="29" y="10"/>
                  <a:pt x="30" y="10"/>
                </a:cubicBezTo>
                <a:cubicBezTo>
                  <a:pt x="30" y="10"/>
                  <a:pt x="30" y="10"/>
                  <a:pt x="30" y="10"/>
                </a:cubicBezTo>
                <a:cubicBezTo>
                  <a:pt x="30" y="10"/>
                  <a:pt x="30" y="9"/>
                  <a:pt x="30" y="9"/>
                </a:cubicBezTo>
                <a:lnTo>
                  <a:pt x="30" y="7"/>
                </a:lnTo>
                <a:cubicBezTo>
                  <a:pt x="30" y="6"/>
                  <a:pt x="30" y="6"/>
                  <a:pt x="30" y="6"/>
                </a:cubicBezTo>
                <a:cubicBezTo>
                  <a:pt x="29" y="6"/>
                  <a:pt x="29" y="6"/>
                  <a:pt x="29" y="6"/>
                </a:cubicBezTo>
                <a:cubicBezTo>
                  <a:pt x="29" y="6"/>
                  <a:pt x="29" y="6"/>
                  <a:pt x="29" y="6"/>
                </a:cubicBezTo>
                <a:cubicBezTo>
                  <a:pt x="28" y="6"/>
                  <a:pt x="28" y="6"/>
                  <a:pt x="28" y="6"/>
                </a:cubicBezTo>
                <a:cubicBezTo>
                  <a:pt x="28" y="7"/>
                  <a:pt x="28" y="7"/>
                  <a:pt x="28" y="7"/>
                </a:cubicBezTo>
                <a:cubicBezTo>
                  <a:pt x="28" y="7"/>
                  <a:pt x="28" y="7"/>
                  <a:pt x="28" y="7"/>
                </a:cubicBezTo>
                <a:cubicBezTo>
                  <a:pt x="28" y="8"/>
                  <a:pt x="29" y="8"/>
                  <a:pt x="29" y="8"/>
                </a:cubicBezTo>
                <a:cubicBezTo>
                  <a:pt x="29" y="8"/>
                  <a:pt x="29" y="8"/>
                  <a:pt x="29" y="9"/>
                </a:cubicBezTo>
                <a:cubicBezTo>
                  <a:pt x="29" y="9"/>
                  <a:pt x="29" y="9"/>
                  <a:pt x="29" y="9"/>
                </a:cubicBezTo>
                <a:cubicBezTo>
                  <a:pt x="29" y="9"/>
                  <a:pt x="28" y="9"/>
                  <a:pt x="28" y="9"/>
                </a:cubicBezTo>
                <a:cubicBezTo>
                  <a:pt x="28" y="9"/>
                  <a:pt x="28" y="9"/>
                  <a:pt x="28" y="10"/>
                </a:cubicBezTo>
                <a:cubicBezTo>
                  <a:pt x="28" y="10"/>
                  <a:pt x="28" y="10"/>
                  <a:pt x="28" y="10"/>
                </a:cubicBezTo>
                <a:cubicBezTo>
                  <a:pt x="28" y="10"/>
                  <a:pt x="28" y="11"/>
                  <a:pt x="28" y="11"/>
                </a:cubicBezTo>
                <a:cubicBezTo>
                  <a:pt x="28" y="11"/>
                  <a:pt x="28" y="11"/>
                  <a:pt x="28" y="11"/>
                </a:cubicBezTo>
                <a:close/>
              </a:path>
              <a:path w="192" h="20">
                <a:moveTo>
                  <a:pt x="53" y="8"/>
                </a:moveTo>
                <a:cubicBezTo>
                  <a:pt x="53" y="7"/>
                  <a:pt x="53" y="7"/>
                  <a:pt x="52" y="7"/>
                </a:cubicBezTo>
                <a:cubicBezTo>
                  <a:pt x="52" y="7"/>
                  <a:pt x="52" y="7"/>
                  <a:pt x="52" y="7"/>
                </a:cubicBezTo>
                <a:cubicBezTo>
                  <a:pt x="52" y="7"/>
                  <a:pt x="52" y="7"/>
                  <a:pt x="52" y="7"/>
                </a:cubicBezTo>
                <a:cubicBezTo>
                  <a:pt x="52" y="7"/>
                  <a:pt x="52" y="7"/>
                  <a:pt x="52" y="8"/>
                </a:cubicBezTo>
                <a:cubicBezTo>
                  <a:pt x="51" y="8"/>
                  <a:pt x="51" y="9"/>
                  <a:pt x="51" y="9"/>
                </a:cubicBezTo>
                <a:cubicBezTo>
                  <a:pt x="51" y="9"/>
                  <a:pt x="52" y="9"/>
                  <a:pt x="52" y="9"/>
                </a:cubicBezTo>
                <a:cubicBezTo>
                  <a:pt x="52" y="9"/>
                  <a:pt x="52" y="9"/>
                  <a:pt x="52" y="9"/>
                </a:cubicBezTo>
                <a:cubicBezTo>
                  <a:pt x="53" y="8"/>
                  <a:pt x="53" y="8"/>
                  <a:pt x="53" y="8"/>
                </a:cubicBezTo>
                <a:close/>
              </a:path>
              <a:path w="192" h="20">
                <a:moveTo>
                  <a:pt x="50" y="8"/>
                </a:moveTo>
                <a:cubicBezTo>
                  <a:pt x="50" y="8"/>
                  <a:pt x="50" y="8"/>
                  <a:pt x="50" y="7"/>
                </a:cubicBezTo>
                <a:cubicBezTo>
                  <a:pt x="50" y="7"/>
                  <a:pt x="50" y="7"/>
                  <a:pt x="50" y="7"/>
                </a:cubicBezTo>
                <a:cubicBezTo>
                  <a:pt x="50" y="7"/>
                  <a:pt x="50" y="7"/>
                  <a:pt x="50" y="7"/>
                </a:cubicBezTo>
                <a:cubicBezTo>
                  <a:pt x="50" y="7"/>
                  <a:pt x="50" y="8"/>
                  <a:pt x="50" y="8"/>
                </a:cubicBezTo>
                <a:cubicBezTo>
                  <a:pt x="50" y="8"/>
                  <a:pt x="50" y="8"/>
                  <a:pt x="50" y="9"/>
                </a:cubicBezTo>
                <a:cubicBezTo>
                  <a:pt x="50" y="9"/>
                  <a:pt x="50" y="9"/>
                  <a:pt x="50" y="9"/>
                </a:cubicBezTo>
                <a:cubicBezTo>
                  <a:pt x="50" y="9"/>
                  <a:pt x="50" y="9"/>
                  <a:pt x="50" y="9"/>
                </a:cubicBezTo>
                <a:cubicBezTo>
                  <a:pt x="50" y="8"/>
                  <a:pt x="50" y="8"/>
                  <a:pt x="50" y="8"/>
                </a:cubicBezTo>
                <a:close/>
              </a:path>
              <a:path w="192" h="20">
                <a:moveTo>
                  <a:pt x="49" y="9"/>
                </a:moveTo>
                <a:cubicBezTo>
                  <a:pt x="49" y="9"/>
                  <a:pt x="49" y="9"/>
                  <a:pt x="49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9"/>
                  <a:pt x="48" y="9"/>
                  <a:pt x="48" y="9"/>
                </a:cubicBezTo>
                <a:cubicBezTo>
                  <a:pt x="48" y="9"/>
                  <a:pt x="48" y="9"/>
                  <a:pt x="48" y="9"/>
                </a:cubicBezTo>
                <a:cubicBezTo>
                  <a:pt x="49" y="9"/>
                  <a:pt x="49" y="9"/>
                  <a:pt x="49" y="9"/>
                </a:cubicBezTo>
                <a:close/>
              </a:path>
              <a:path w="192" h="20">
                <a:moveTo>
                  <a:pt x="51" y="13"/>
                </a:moveTo>
                <a:cubicBezTo>
                  <a:pt x="51" y="13"/>
                  <a:pt x="51" y="13"/>
                  <a:pt x="51" y="13"/>
                </a:cubicBezTo>
                <a:cubicBezTo>
                  <a:pt x="51" y="13"/>
                  <a:pt x="52" y="13"/>
                  <a:pt x="52" y="13"/>
                </a:cubicBezTo>
                <a:cubicBezTo>
                  <a:pt x="52" y="13"/>
                  <a:pt x="52" y="12"/>
                  <a:pt x="52" y="12"/>
                </a:cubicBezTo>
                <a:cubicBezTo>
                  <a:pt x="52" y="12"/>
                  <a:pt x="52" y="12"/>
                  <a:pt x="51" y="12"/>
                </a:cubicBezTo>
                <a:cubicBezTo>
                  <a:pt x="51" y="12"/>
                  <a:pt x="51" y="12"/>
                  <a:pt x="51" y="12"/>
                </a:cubicBezTo>
                <a:cubicBezTo>
                  <a:pt x="51" y="12"/>
                  <a:pt x="51" y="12"/>
                  <a:pt x="50" y="12"/>
                </a:cubicBezTo>
                <a:cubicBezTo>
                  <a:pt x="50" y="12"/>
                  <a:pt x="50" y="12"/>
                  <a:pt x="50" y="12"/>
                </a:cubicBezTo>
                <a:cubicBezTo>
                  <a:pt x="50" y="12"/>
                  <a:pt x="50" y="12"/>
                  <a:pt x="50" y="13"/>
                </a:cubicBezTo>
                <a:cubicBezTo>
                  <a:pt x="50" y="13"/>
                  <a:pt x="50" y="13"/>
                  <a:pt x="51" y="13"/>
                </a:cubicBezTo>
                <a:close/>
              </a:path>
              <a:path w="192" h="20">
                <a:moveTo>
                  <a:pt x="51" y="15"/>
                </a:moveTo>
                <a:cubicBezTo>
                  <a:pt x="52" y="15"/>
                  <a:pt x="52" y="15"/>
                  <a:pt x="52" y="15"/>
                </a:cubicBezTo>
                <a:cubicBezTo>
                  <a:pt x="53" y="15"/>
                  <a:pt x="53" y="15"/>
                  <a:pt x="53" y="14"/>
                </a:cubicBezTo>
                <a:cubicBezTo>
                  <a:pt x="53" y="14"/>
                  <a:pt x="53" y="14"/>
                  <a:pt x="53" y="13"/>
                </a:cubicBezTo>
                <a:cubicBezTo>
                  <a:pt x="52" y="13"/>
                  <a:pt x="52" y="13"/>
                  <a:pt x="52" y="13"/>
                </a:cubicBezTo>
                <a:cubicBezTo>
                  <a:pt x="52" y="13"/>
                  <a:pt x="52" y="13"/>
                  <a:pt x="52" y="13"/>
                </a:cubicBezTo>
                <a:cubicBezTo>
                  <a:pt x="52" y="13"/>
                  <a:pt x="51" y="14"/>
                  <a:pt x="51" y="14"/>
                </a:cubicBezTo>
                <a:cubicBezTo>
                  <a:pt x="51" y="14"/>
                  <a:pt x="51" y="14"/>
                  <a:pt x="51" y="14"/>
                </a:cubicBezTo>
                <a:lnTo>
                  <a:pt x="50" y="14"/>
                </a:lnTo>
                <a:cubicBezTo>
                  <a:pt x="50" y="14"/>
                  <a:pt x="50" y="14"/>
                  <a:pt x="49" y="12"/>
                </a:cubicBezTo>
                <a:cubicBezTo>
                  <a:pt x="49" y="12"/>
                  <a:pt x="49" y="12"/>
                  <a:pt x="49" y="12"/>
                </a:cubicBezTo>
                <a:cubicBezTo>
                  <a:pt x="49" y="12"/>
                  <a:pt x="49" y="12"/>
                  <a:pt x="49" y="12"/>
                </a:cubicBezTo>
                <a:cubicBezTo>
                  <a:pt x="49" y="12"/>
                  <a:pt x="49" y="12"/>
                  <a:pt x="49" y="13"/>
                </a:cubicBezTo>
                <a:cubicBezTo>
                  <a:pt x="49" y="13"/>
                  <a:pt x="49" y="13"/>
                  <a:pt x="49" y="13"/>
                </a:cubicBezTo>
                <a:cubicBezTo>
                  <a:pt x="49" y="14"/>
                  <a:pt x="49" y="14"/>
                  <a:pt x="49" y="15"/>
                </a:cubicBezTo>
                <a:cubicBezTo>
                  <a:pt x="50" y="15"/>
                  <a:pt x="50" y="15"/>
                  <a:pt x="51" y="15"/>
                </a:cubicBezTo>
                <a:close/>
              </a:path>
              <a:path w="192" h="20">
                <a:moveTo>
                  <a:pt x="68" y="8"/>
                </a:moveTo>
                <a:cubicBezTo>
                  <a:pt x="68" y="8"/>
                  <a:pt x="69" y="8"/>
                  <a:pt x="69" y="8"/>
                </a:cubicBezTo>
                <a:cubicBezTo>
                  <a:pt x="69" y="8"/>
                  <a:pt x="69" y="7"/>
                  <a:pt x="69" y="7"/>
                </a:cubicBezTo>
                <a:cubicBezTo>
                  <a:pt x="69" y="7"/>
                  <a:pt x="69" y="6"/>
                  <a:pt x="69" y="6"/>
                </a:cubicBezTo>
                <a:cubicBezTo>
                  <a:pt x="69" y="6"/>
                  <a:pt x="69" y="5"/>
                  <a:pt x="69" y="5"/>
                </a:cubicBezTo>
                <a:cubicBezTo>
                  <a:pt x="68" y="5"/>
                  <a:pt x="68" y="5"/>
                  <a:pt x="68" y="5"/>
                </a:cubicBezTo>
                <a:cubicBezTo>
                  <a:pt x="68" y="5"/>
                  <a:pt x="67" y="5"/>
                  <a:pt x="67" y="5"/>
                </a:cubicBezTo>
                <a:cubicBezTo>
                  <a:pt x="67" y="5"/>
                  <a:pt x="67" y="5"/>
                  <a:pt x="66" y="5"/>
                </a:cubicBezTo>
                <a:cubicBezTo>
                  <a:pt x="66" y="6"/>
                  <a:pt x="66" y="6"/>
                  <a:pt x="65" y="6"/>
                </a:cubicBezTo>
                <a:cubicBezTo>
                  <a:pt x="65" y="6"/>
                  <a:pt x="65" y="6"/>
                  <a:pt x="65" y="6"/>
                </a:cubicBezTo>
                <a:cubicBezTo>
                  <a:pt x="65" y="6"/>
                  <a:pt x="65" y="6"/>
                  <a:pt x="65" y="6"/>
                </a:cubicBezTo>
                <a:cubicBezTo>
                  <a:pt x="65" y="7"/>
                  <a:pt x="65" y="7"/>
                  <a:pt x="65" y="8"/>
                </a:cubicBezTo>
                <a:cubicBezTo>
                  <a:pt x="65" y="8"/>
                  <a:pt x="65" y="8"/>
                  <a:pt x="65" y="8"/>
                </a:cubicBezTo>
                <a:cubicBezTo>
                  <a:pt x="66" y="8"/>
                  <a:pt x="66" y="8"/>
                  <a:pt x="66" y="8"/>
                </a:cubicBezTo>
                <a:cubicBezTo>
                  <a:pt x="67" y="7"/>
                  <a:pt x="68" y="7"/>
                  <a:pt x="68" y="7"/>
                </a:cubicBezTo>
                <a:cubicBezTo>
                  <a:pt x="68" y="7"/>
                  <a:pt x="68" y="7"/>
                  <a:pt x="68" y="8"/>
                </a:cubicBezTo>
                <a:cubicBezTo>
                  <a:pt x="68" y="8"/>
                  <a:pt x="68" y="8"/>
                  <a:pt x="68" y="8"/>
                </a:cubicBezTo>
                <a:close/>
                <a:moveTo>
                  <a:pt x="68" y="6"/>
                </a:moveTo>
                <a:cubicBezTo>
                  <a:pt x="68" y="6"/>
                  <a:pt x="68" y="6"/>
                  <a:pt x="68" y="6"/>
                </a:cubicBezTo>
                <a:cubicBezTo>
                  <a:pt x="68" y="7"/>
                  <a:pt x="68" y="7"/>
                  <a:pt x="67" y="7"/>
                </a:cubicBezTo>
                <a:cubicBezTo>
                  <a:pt x="67" y="7"/>
                  <a:pt x="66" y="7"/>
                  <a:pt x="66" y="7"/>
                </a:cubicBezTo>
                <a:cubicBezTo>
                  <a:pt x="66" y="7"/>
                  <a:pt x="66" y="7"/>
                  <a:pt x="66" y="7"/>
                </a:cubicBezTo>
                <a:cubicBezTo>
                  <a:pt x="65" y="7"/>
                  <a:pt x="65" y="7"/>
                  <a:pt x="65" y="6"/>
                </a:cubicBezTo>
                <a:cubicBezTo>
                  <a:pt x="65" y="6"/>
                  <a:pt x="66" y="6"/>
                  <a:pt x="66" y="6"/>
                </a:cubicBezTo>
                <a:cubicBezTo>
                  <a:pt x="66" y="6"/>
                  <a:pt x="67" y="6"/>
                  <a:pt x="67" y="6"/>
                </a:cubicBezTo>
                <a:cubicBezTo>
                  <a:pt x="67" y="6"/>
                  <a:pt x="67" y="6"/>
                  <a:pt x="68" y="6"/>
                </a:cubicBezTo>
                <a:close/>
              </a:path>
              <a:path w="192" h="20">
                <a:moveTo>
                  <a:pt x="127" y="7"/>
                </a:moveTo>
                <a:cubicBezTo>
                  <a:pt x="127" y="7"/>
                  <a:pt x="127" y="7"/>
                  <a:pt x="127" y="7"/>
                </a:cubicBezTo>
                <a:cubicBezTo>
                  <a:pt x="127" y="7"/>
                  <a:pt x="127" y="7"/>
                  <a:pt x="127" y="6"/>
                </a:cubicBezTo>
                <a:cubicBezTo>
                  <a:pt x="127" y="6"/>
                  <a:pt x="127" y="5"/>
                  <a:pt x="127" y="5"/>
                </a:cubicBezTo>
                <a:cubicBezTo>
                  <a:pt x="127" y="4"/>
                  <a:pt x="127" y="4"/>
                  <a:pt x="127" y="3"/>
                </a:cubicBezTo>
                <a:cubicBezTo>
                  <a:pt x="127" y="3"/>
                  <a:pt x="127" y="3"/>
                  <a:pt x="127" y="3"/>
                </a:cubicBezTo>
                <a:cubicBezTo>
                  <a:pt x="127" y="3"/>
                  <a:pt x="127" y="3"/>
                  <a:pt x="127" y="3"/>
                </a:cubicBezTo>
                <a:cubicBezTo>
                  <a:pt x="127" y="3"/>
                  <a:pt x="126" y="3"/>
                  <a:pt x="126" y="3"/>
                </a:cubicBezTo>
                <a:cubicBezTo>
                  <a:pt x="125" y="3"/>
                  <a:pt x="125" y="3"/>
                  <a:pt x="125" y="4"/>
                </a:cubicBezTo>
                <a:cubicBezTo>
                  <a:pt x="125" y="4"/>
                  <a:pt x="125" y="4"/>
                  <a:pt x="125" y="4"/>
                </a:cubicBezTo>
                <a:cubicBezTo>
                  <a:pt x="125" y="4"/>
                  <a:pt x="125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5"/>
                  <a:pt x="126" y="5"/>
                  <a:pt x="126" y="5"/>
                </a:cubicBezTo>
                <a:cubicBezTo>
                  <a:pt x="125" y="5"/>
                  <a:pt x="125" y="5"/>
                  <a:pt x="125" y="5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6" y="6"/>
                </a:cubicBezTo>
                <a:cubicBezTo>
                  <a:pt x="126" y="6"/>
                  <a:pt x="126" y="6"/>
                  <a:pt x="126" y="6"/>
                </a:cubicBezTo>
                <a:cubicBezTo>
                  <a:pt x="126" y="6"/>
                  <a:pt x="126" y="6"/>
                  <a:pt x="126" y="6"/>
                </a:cubicBezTo>
                <a:cubicBezTo>
                  <a:pt x="126" y="6"/>
                  <a:pt x="126" y="6"/>
                  <a:pt x="127" y="7"/>
                </a:cubicBezTo>
                <a:cubicBezTo>
                  <a:pt x="127" y="7"/>
                  <a:pt x="127" y="7"/>
                  <a:pt x="127" y="7"/>
                </a:cubicBezTo>
                <a:close/>
              </a:path>
              <a:path w="192" h="20">
                <a:moveTo>
                  <a:pt x="125" y="13"/>
                </a:moveTo>
                <a:cubicBezTo>
                  <a:pt x="125" y="13"/>
                  <a:pt x="125" y="13"/>
                  <a:pt x="125" y="13"/>
                </a:cubicBezTo>
                <a:cubicBezTo>
                  <a:pt x="125" y="13"/>
                  <a:pt x="125" y="12"/>
                  <a:pt x="125" y="12"/>
                </a:cubicBezTo>
                <a:cubicBezTo>
                  <a:pt x="126" y="12"/>
                  <a:pt x="126" y="11"/>
                  <a:pt x="126" y="11"/>
                </a:cubicBezTo>
                <a:cubicBezTo>
                  <a:pt x="126" y="11"/>
                  <a:pt x="125" y="11"/>
                  <a:pt x="125" y="10"/>
                </a:cubicBezTo>
                <a:cubicBezTo>
                  <a:pt x="125" y="10"/>
                  <a:pt x="125" y="10"/>
                  <a:pt x="125" y="10"/>
                </a:cubicBezTo>
                <a:cubicBezTo>
                  <a:pt x="125" y="10"/>
                  <a:pt x="125" y="10"/>
                  <a:pt x="125" y="10"/>
                </a:cubicBezTo>
                <a:cubicBezTo>
                  <a:pt x="124" y="10"/>
                  <a:pt x="124" y="10"/>
                  <a:pt x="124" y="11"/>
                </a:cubicBezTo>
                <a:cubicBezTo>
                  <a:pt x="124" y="11"/>
                  <a:pt x="124" y="11"/>
                  <a:pt x="124" y="11"/>
                </a:cubicBezTo>
                <a:cubicBezTo>
                  <a:pt x="124" y="12"/>
                  <a:pt x="124" y="12"/>
                  <a:pt x="124" y="12"/>
                </a:cubicBezTo>
                <a:cubicBezTo>
                  <a:pt x="125" y="12"/>
                  <a:pt x="125" y="12"/>
                  <a:pt x="125" y="12"/>
                </a:cubicBezTo>
                <a:cubicBezTo>
                  <a:pt x="125" y="13"/>
                  <a:pt x="125" y="13"/>
                  <a:pt x="125" y="13"/>
                </a:cubicBezTo>
                <a:close/>
              </a:path>
              <a:path w="192" h="20">
                <a:moveTo>
                  <a:pt x="156" y="13"/>
                </a:moveTo>
                <a:cubicBezTo>
                  <a:pt x="156" y="13"/>
                  <a:pt x="156" y="12"/>
                  <a:pt x="156" y="12"/>
                </a:cubicBezTo>
                <a:cubicBezTo>
                  <a:pt x="156" y="12"/>
                  <a:pt x="156" y="12"/>
                  <a:pt x="156" y="12"/>
                </a:cubicBezTo>
                <a:cubicBezTo>
                  <a:pt x="156" y="12"/>
                  <a:pt x="156" y="12"/>
                  <a:pt x="156" y="12"/>
                </a:cubicBezTo>
                <a:cubicBezTo>
                  <a:pt x="156" y="12"/>
                  <a:pt x="156" y="12"/>
                  <a:pt x="155" y="12"/>
                </a:cubicBezTo>
                <a:cubicBezTo>
                  <a:pt x="155" y="12"/>
                  <a:pt x="155" y="12"/>
                  <a:pt x="155" y="12"/>
                </a:cubicBezTo>
                <a:cubicBezTo>
                  <a:pt x="155" y="12"/>
                  <a:pt x="155" y="12"/>
                  <a:pt x="155" y="13"/>
                </a:cubicBezTo>
                <a:cubicBezTo>
                  <a:pt x="155" y="13"/>
                  <a:pt x="155" y="13"/>
                  <a:pt x="155" y="13"/>
                </a:cubicBezTo>
                <a:cubicBezTo>
                  <a:pt x="155" y="14"/>
                  <a:pt x="155" y="14"/>
                  <a:pt x="155" y="14"/>
                </a:cubicBezTo>
                <a:cubicBezTo>
                  <a:pt x="155" y="14"/>
                  <a:pt x="155" y="14"/>
                  <a:pt x="155" y="14"/>
                </a:cubicBezTo>
                <a:cubicBezTo>
                  <a:pt x="155" y="14"/>
                  <a:pt x="155" y="14"/>
                  <a:pt x="156" y="14"/>
                </a:cubicBezTo>
                <a:cubicBezTo>
                  <a:pt x="156" y="14"/>
                  <a:pt x="156" y="14"/>
                  <a:pt x="156" y="14"/>
                </a:cubicBezTo>
                <a:cubicBezTo>
                  <a:pt x="156" y="14"/>
                  <a:pt x="156" y="14"/>
                  <a:pt x="156" y="14"/>
                </a:cubicBezTo>
                <a:cubicBezTo>
                  <a:pt x="156" y="13"/>
                  <a:pt x="156" y="13"/>
                  <a:pt x="156" y="13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2" name="Rectangle 13"/>
          <p:cNvSpPr>
            <a:spLocks noGrp="1"/>
          </p:cNvSpPr>
          <p:nvPr/>
        </p:nvSpPr>
        <p:spPr>
          <a:xfrm>
            <a:off x="9971521" y="260515"/>
            <a:ext cx="182870" cy="6350"/>
          </a:xfrm>
          <a:prstGeom prst="rect">
            <a:avLst/>
          </a:prstGeom>
          <a:solidFill>
            <a:srgbClr val="005A9F"/>
          </a:solidFill>
          <a:ln>
            <a:noFill/>
          </a:ln>
        </p:spPr>
      </p:sp>
      <p:sp>
        <p:nvSpPr>
          <p:cNvPr id="13" name="Freeform 14"/>
          <p:cNvSpPr>
            <a:spLocks noGrp="1"/>
          </p:cNvSpPr>
          <p:nvPr/>
        </p:nvSpPr>
        <p:spPr>
          <a:xfrm>
            <a:off x="9881355" y="177969"/>
            <a:ext cx="358121" cy="91435"/>
          </a:xfrm>
          <a:custGeom>
            <a:avLst/>
            <a:gdLst/>
            <a:ahLst/>
            <a:cxnLst/>
            <a:rect l="l" t="t" r="r" b="b"/>
            <a:pathLst>
              <a:path w="232" h="59">
                <a:moveTo>
                  <a:pt x="7" y="34"/>
                </a:moveTo>
                <a:lnTo>
                  <a:pt x="2" y="31"/>
                </a:lnTo>
                <a:lnTo>
                  <a:pt x="1" y="31"/>
                </a:lnTo>
                <a:lnTo>
                  <a:pt x="1" y="30"/>
                </a:lnTo>
                <a:lnTo>
                  <a:pt x="2" y="30"/>
                </a:lnTo>
                <a:lnTo>
                  <a:pt x="3" y="30"/>
                </a:lnTo>
                <a:lnTo>
                  <a:pt x="3" y="29"/>
                </a:lnTo>
                <a:lnTo>
                  <a:pt x="4" y="29"/>
                </a:lnTo>
                <a:lnTo>
                  <a:pt x="5" y="30"/>
                </a:lnTo>
                <a:lnTo>
                  <a:pt x="6" y="30"/>
                </a:lnTo>
                <a:lnTo>
                  <a:pt x="7" y="31"/>
                </a:lnTo>
                <a:lnTo>
                  <a:pt x="7" y="32"/>
                </a:lnTo>
                <a:lnTo>
                  <a:pt x="8" y="34"/>
                </a:lnTo>
                <a:lnTo>
                  <a:pt x="9" y="33"/>
                </a:lnTo>
                <a:lnTo>
                  <a:pt x="9" y="28"/>
                </a:lnTo>
                <a:lnTo>
                  <a:pt x="9" y="27"/>
                </a:lnTo>
                <a:lnTo>
                  <a:pt x="9" y="26"/>
                </a:lnTo>
                <a:lnTo>
                  <a:pt x="10" y="26"/>
                </a:lnTo>
                <a:lnTo>
                  <a:pt x="11" y="26"/>
                </a:lnTo>
                <a:lnTo>
                  <a:pt x="12" y="26"/>
                </a:lnTo>
                <a:lnTo>
                  <a:pt x="13" y="26"/>
                </a:lnTo>
                <a:lnTo>
                  <a:pt x="14" y="27"/>
                </a:lnTo>
                <a:lnTo>
                  <a:pt x="14" y="28"/>
                </a:lnTo>
                <a:lnTo>
                  <a:pt x="15" y="28"/>
                </a:lnTo>
                <a:lnTo>
                  <a:pt x="15" y="29"/>
                </a:lnTo>
                <a:lnTo>
                  <a:pt x="14" y="29"/>
                </a:lnTo>
                <a:lnTo>
                  <a:pt x="12" y="32"/>
                </a:lnTo>
                <a:lnTo>
                  <a:pt x="12" y="33"/>
                </a:lnTo>
                <a:lnTo>
                  <a:pt x="11" y="33"/>
                </a:lnTo>
                <a:lnTo>
                  <a:pt x="11" y="34"/>
                </a:lnTo>
                <a:lnTo>
                  <a:pt x="11" y="35"/>
                </a:lnTo>
                <a:lnTo>
                  <a:pt x="11" y="37"/>
                </a:lnTo>
                <a:lnTo>
                  <a:pt x="13" y="37"/>
                </a:lnTo>
                <a:lnTo>
                  <a:pt x="14" y="36"/>
                </a:lnTo>
                <a:lnTo>
                  <a:pt x="14" y="35"/>
                </a:lnTo>
                <a:lnTo>
                  <a:pt x="14" y="34"/>
                </a:lnTo>
                <a:lnTo>
                  <a:pt x="14" y="33"/>
                </a:lnTo>
                <a:lnTo>
                  <a:pt x="13" y="33"/>
                </a:lnTo>
                <a:lnTo>
                  <a:pt x="13" y="32"/>
                </a:lnTo>
                <a:lnTo>
                  <a:pt x="14" y="32"/>
                </a:lnTo>
                <a:lnTo>
                  <a:pt x="16" y="32"/>
                </a:lnTo>
                <a:lnTo>
                  <a:pt x="17" y="32"/>
                </a:lnTo>
                <a:lnTo>
                  <a:pt x="18" y="32"/>
                </a:lnTo>
                <a:lnTo>
                  <a:pt x="18" y="33"/>
                </a:lnTo>
                <a:lnTo>
                  <a:pt x="18" y="34"/>
                </a:lnTo>
                <a:lnTo>
                  <a:pt x="17" y="34"/>
                </a:lnTo>
                <a:lnTo>
                  <a:pt x="17" y="35"/>
                </a:lnTo>
                <a:lnTo>
                  <a:pt x="17" y="36"/>
                </a:lnTo>
                <a:lnTo>
                  <a:pt x="16" y="36"/>
                </a:lnTo>
                <a:lnTo>
                  <a:pt x="16" y="38"/>
                </a:lnTo>
                <a:lnTo>
                  <a:pt x="17" y="38"/>
                </a:lnTo>
                <a:lnTo>
                  <a:pt x="19" y="35"/>
                </a:lnTo>
                <a:lnTo>
                  <a:pt x="19" y="34"/>
                </a:lnTo>
                <a:lnTo>
                  <a:pt x="20" y="34"/>
                </a:lnTo>
                <a:lnTo>
                  <a:pt x="21" y="34"/>
                </a:lnTo>
                <a:lnTo>
                  <a:pt x="22" y="34"/>
                </a:lnTo>
                <a:lnTo>
                  <a:pt x="22" y="35"/>
                </a:lnTo>
                <a:lnTo>
                  <a:pt x="23" y="35"/>
                </a:lnTo>
                <a:lnTo>
                  <a:pt x="23" y="36"/>
                </a:lnTo>
                <a:lnTo>
                  <a:pt x="22" y="36"/>
                </a:lnTo>
                <a:lnTo>
                  <a:pt x="19" y="42"/>
                </a:lnTo>
                <a:lnTo>
                  <a:pt x="18" y="42"/>
                </a:lnTo>
                <a:lnTo>
                  <a:pt x="18" y="43"/>
                </a:lnTo>
                <a:lnTo>
                  <a:pt x="19" y="43"/>
                </a:lnTo>
                <a:lnTo>
                  <a:pt x="20" y="43"/>
                </a:lnTo>
                <a:lnTo>
                  <a:pt x="22" y="43"/>
                </a:lnTo>
                <a:lnTo>
                  <a:pt x="23" y="43"/>
                </a:lnTo>
                <a:lnTo>
                  <a:pt x="23" y="44"/>
                </a:lnTo>
                <a:lnTo>
                  <a:pt x="20" y="48"/>
                </a:lnTo>
                <a:lnTo>
                  <a:pt x="24" y="54"/>
                </a:lnTo>
                <a:lnTo>
                  <a:pt x="24" y="56"/>
                </a:lnTo>
                <a:lnTo>
                  <a:pt x="25" y="57"/>
                </a:lnTo>
                <a:lnTo>
                  <a:pt x="25" y="58"/>
                </a:lnTo>
                <a:lnTo>
                  <a:pt x="25" y="59"/>
                </a:lnTo>
                <a:lnTo>
                  <a:pt x="24" y="59"/>
                </a:lnTo>
                <a:lnTo>
                  <a:pt x="23" y="59"/>
                </a:lnTo>
                <a:lnTo>
                  <a:pt x="22" y="59"/>
                </a:lnTo>
                <a:lnTo>
                  <a:pt x="22" y="58"/>
                </a:lnTo>
                <a:lnTo>
                  <a:pt x="17" y="51"/>
                </a:lnTo>
                <a:lnTo>
                  <a:pt x="13" y="57"/>
                </a:lnTo>
                <a:lnTo>
                  <a:pt x="12" y="58"/>
                </a:lnTo>
                <a:lnTo>
                  <a:pt x="11" y="58"/>
                </a:lnTo>
                <a:lnTo>
                  <a:pt x="10" y="58"/>
                </a:lnTo>
                <a:lnTo>
                  <a:pt x="10" y="57"/>
                </a:lnTo>
                <a:lnTo>
                  <a:pt x="12" y="52"/>
                </a:lnTo>
                <a:lnTo>
                  <a:pt x="14" y="47"/>
                </a:lnTo>
                <a:lnTo>
                  <a:pt x="14" y="46"/>
                </a:lnTo>
                <a:lnTo>
                  <a:pt x="13" y="46"/>
                </a:lnTo>
                <a:lnTo>
                  <a:pt x="8" y="53"/>
                </a:lnTo>
                <a:lnTo>
                  <a:pt x="7" y="54"/>
                </a:lnTo>
                <a:lnTo>
                  <a:pt x="7" y="55"/>
                </a:lnTo>
                <a:lnTo>
                  <a:pt x="6" y="55"/>
                </a:lnTo>
                <a:lnTo>
                  <a:pt x="5" y="56"/>
                </a:lnTo>
                <a:lnTo>
                  <a:pt x="3" y="56"/>
                </a:lnTo>
                <a:lnTo>
                  <a:pt x="2" y="55"/>
                </a:lnTo>
                <a:lnTo>
                  <a:pt x="12" y="44"/>
                </a:lnTo>
                <a:lnTo>
                  <a:pt x="11" y="42"/>
                </a:lnTo>
                <a:lnTo>
                  <a:pt x="11" y="43"/>
                </a:lnTo>
                <a:lnTo>
                  <a:pt x="10" y="43"/>
                </a:lnTo>
                <a:lnTo>
                  <a:pt x="10" y="44"/>
                </a:lnTo>
                <a:lnTo>
                  <a:pt x="10" y="45"/>
                </a:lnTo>
                <a:lnTo>
                  <a:pt x="10" y="46"/>
                </a:lnTo>
                <a:lnTo>
                  <a:pt x="9" y="47"/>
                </a:lnTo>
                <a:lnTo>
                  <a:pt x="5" y="46"/>
                </a:lnTo>
                <a:lnTo>
                  <a:pt x="5" y="45"/>
                </a:lnTo>
                <a:lnTo>
                  <a:pt x="5" y="44"/>
                </a:lnTo>
                <a:lnTo>
                  <a:pt x="3" y="43"/>
                </a:lnTo>
                <a:lnTo>
                  <a:pt x="3" y="42"/>
                </a:lnTo>
                <a:lnTo>
                  <a:pt x="4" y="42"/>
                </a:lnTo>
                <a:lnTo>
                  <a:pt x="7" y="42"/>
                </a:lnTo>
                <a:lnTo>
                  <a:pt x="8" y="42"/>
                </a:lnTo>
                <a:lnTo>
                  <a:pt x="8" y="41"/>
                </a:lnTo>
                <a:lnTo>
                  <a:pt x="9" y="41"/>
                </a:lnTo>
                <a:lnTo>
                  <a:pt x="10" y="41"/>
                </a:lnTo>
                <a:lnTo>
                  <a:pt x="10" y="40"/>
                </a:lnTo>
                <a:lnTo>
                  <a:pt x="8" y="39"/>
                </a:lnTo>
                <a:lnTo>
                  <a:pt x="8" y="38"/>
                </a:lnTo>
                <a:lnTo>
                  <a:pt x="8" y="37"/>
                </a:lnTo>
                <a:lnTo>
                  <a:pt x="9" y="37"/>
                </a:lnTo>
                <a:lnTo>
                  <a:pt x="10" y="37"/>
                </a:lnTo>
                <a:lnTo>
                  <a:pt x="10" y="36"/>
                </a:lnTo>
                <a:lnTo>
                  <a:pt x="10" y="35"/>
                </a:lnTo>
                <a:lnTo>
                  <a:pt x="9" y="35"/>
                </a:lnTo>
                <a:lnTo>
                  <a:pt x="5" y="39"/>
                </a:lnTo>
                <a:lnTo>
                  <a:pt x="4" y="40"/>
                </a:lnTo>
                <a:lnTo>
                  <a:pt x="3" y="40"/>
                </a:lnTo>
                <a:lnTo>
                  <a:pt x="2" y="40"/>
                </a:lnTo>
                <a:lnTo>
                  <a:pt x="1" y="40"/>
                </a:lnTo>
                <a:lnTo>
                  <a:pt x="0" y="40"/>
                </a:lnTo>
                <a:lnTo>
                  <a:pt x="0" y="39"/>
                </a:lnTo>
                <a:lnTo>
                  <a:pt x="1" y="38"/>
                </a:lnTo>
                <a:lnTo>
                  <a:pt x="7" y="34"/>
                </a:lnTo>
                <a:close/>
                <a:moveTo>
                  <a:pt x="17" y="45"/>
                </a:moveTo>
                <a:lnTo>
                  <a:pt x="17" y="45"/>
                </a:lnTo>
                <a:lnTo>
                  <a:pt x="18" y="45"/>
                </a:lnTo>
                <a:lnTo>
                  <a:pt x="18" y="46"/>
                </a:lnTo>
                <a:lnTo>
                  <a:pt x="19" y="46"/>
                </a:lnTo>
                <a:lnTo>
                  <a:pt x="19" y="45"/>
                </a:lnTo>
                <a:lnTo>
                  <a:pt x="18" y="44"/>
                </a:lnTo>
                <a:lnTo>
                  <a:pt x="17" y="44"/>
                </a:lnTo>
                <a:lnTo>
                  <a:pt x="17" y="45"/>
                </a:lnTo>
                <a:close/>
                <a:moveTo>
                  <a:pt x="16" y="42"/>
                </a:moveTo>
                <a:lnTo>
                  <a:pt x="18" y="39"/>
                </a:lnTo>
                <a:lnTo>
                  <a:pt x="19" y="39"/>
                </a:lnTo>
                <a:lnTo>
                  <a:pt x="17" y="42"/>
                </a:lnTo>
                <a:lnTo>
                  <a:pt x="17" y="43"/>
                </a:lnTo>
                <a:lnTo>
                  <a:pt x="16" y="43"/>
                </a:lnTo>
                <a:lnTo>
                  <a:pt x="16" y="42"/>
                </a:lnTo>
                <a:close/>
                <a:moveTo>
                  <a:pt x="13" y="38"/>
                </a:moveTo>
                <a:lnTo>
                  <a:pt x="15" y="41"/>
                </a:lnTo>
                <a:lnTo>
                  <a:pt x="15" y="40"/>
                </a:lnTo>
                <a:lnTo>
                  <a:pt x="16" y="40"/>
                </a:lnTo>
                <a:lnTo>
                  <a:pt x="16" y="39"/>
                </a:lnTo>
                <a:lnTo>
                  <a:pt x="15" y="39"/>
                </a:lnTo>
                <a:lnTo>
                  <a:pt x="15" y="38"/>
                </a:lnTo>
                <a:lnTo>
                  <a:pt x="15" y="37"/>
                </a:lnTo>
                <a:lnTo>
                  <a:pt x="14" y="37"/>
                </a:lnTo>
                <a:lnTo>
                  <a:pt x="13" y="38"/>
                </a:lnTo>
                <a:close/>
                <a:moveTo>
                  <a:pt x="11" y="29"/>
                </a:moveTo>
                <a:lnTo>
                  <a:pt x="11" y="29"/>
                </a:lnTo>
                <a:lnTo>
                  <a:pt x="11" y="28"/>
                </a:lnTo>
                <a:lnTo>
                  <a:pt x="12" y="28"/>
                </a:lnTo>
                <a:lnTo>
                  <a:pt x="12" y="29"/>
                </a:lnTo>
                <a:lnTo>
                  <a:pt x="12" y="30"/>
                </a:lnTo>
                <a:lnTo>
                  <a:pt x="12" y="31"/>
                </a:lnTo>
                <a:lnTo>
                  <a:pt x="11" y="31"/>
                </a:lnTo>
                <a:lnTo>
                  <a:pt x="11" y="30"/>
                </a:lnTo>
                <a:lnTo>
                  <a:pt x="11" y="29"/>
                </a:lnTo>
                <a:close/>
                <a:moveTo>
                  <a:pt x="15" y="48"/>
                </a:moveTo>
                <a:lnTo>
                  <a:pt x="16" y="49"/>
                </a:lnTo>
                <a:lnTo>
                  <a:pt x="13" y="53"/>
                </a:lnTo>
                <a:lnTo>
                  <a:pt x="12" y="53"/>
                </a:lnTo>
                <a:lnTo>
                  <a:pt x="15" y="48"/>
                </a:lnTo>
                <a:close/>
              </a:path>
              <a:path w="232" h="59">
                <a:moveTo>
                  <a:pt x="204" y="57"/>
                </a:moveTo>
                <a:cubicBezTo>
                  <a:pt x="202" y="54"/>
                  <a:pt x="202" y="53"/>
                  <a:pt x="201" y="52"/>
                </a:cubicBezTo>
                <a:cubicBezTo>
                  <a:pt x="201" y="52"/>
                  <a:pt x="201" y="52"/>
                  <a:pt x="201" y="52"/>
                </a:cubicBezTo>
                <a:cubicBezTo>
                  <a:pt x="203" y="53"/>
                  <a:pt x="204" y="54"/>
                  <a:pt x="206" y="52"/>
                </a:cubicBezTo>
                <a:cubicBezTo>
                  <a:pt x="208" y="50"/>
                  <a:pt x="209" y="48"/>
                  <a:pt x="210" y="46"/>
                </a:cubicBezTo>
                <a:cubicBezTo>
                  <a:pt x="210" y="45"/>
                  <a:pt x="210" y="45"/>
                  <a:pt x="210" y="45"/>
                </a:cubicBezTo>
                <a:cubicBezTo>
                  <a:pt x="207" y="45"/>
                  <a:pt x="204" y="46"/>
                  <a:pt x="200" y="46"/>
                </a:cubicBezTo>
                <a:cubicBezTo>
                  <a:pt x="199" y="45"/>
                  <a:pt x="198" y="43"/>
                  <a:pt x="198" y="42"/>
                </a:cubicBezTo>
                <a:cubicBezTo>
                  <a:pt x="198" y="42"/>
                  <a:pt x="198" y="42"/>
                  <a:pt x="198" y="42"/>
                </a:cubicBezTo>
                <a:cubicBezTo>
                  <a:pt x="203" y="42"/>
                  <a:pt x="208" y="44"/>
                  <a:pt x="213" y="43"/>
                </a:cubicBezTo>
                <a:cubicBezTo>
                  <a:pt x="214" y="43"/>
                  <a:pt x="217" y="41"/>
                  <a:pt x="216" y="41"/>
                </a:cubicBezTo>
                <a:cubicBezTo>
                  <a:pt x="215" y="39"/>
                  <a:pt x="210" y="41"/>
                  <a:pt x="209" y="38"/>
                </a:cubicBezTo>
                <a:cubicBezTo>
                  <a:pt x="209" y="38"/>
                  <a:pt x="209" y="38"/>
                  <a:pt x="209" y="38"/>
                </a:cubicBezTo>
                <a:cubicBezTo>
                  <a:pt x="213" y="38"/>
                  <a:pt x="216" y="39"/>
                  <a:pt x="219" y="39"/>
                </a:cubicBezTo>
                <a:cubicBezTo>
                  <a:pt x="221" y="38"/>
                  <a:pt x="223" y="37"/>
                  <a:pt x="224" y="37"/>
                </a:cubicBezTo>
                <a:cubicBezTo>
                  <a:pt x="225" y="36"/>
                  <a:pt x="225" y="36"/>
                  <a:pt x="226" y="35"/>
                </a:cubicBezTo>
                <a:cubicBezTo>
                  <a:pt x="225" y="34"/>
                  <a:pt x="222" y="33"/>
                  <a:pt x="222" y="34"/>
                </a:cubicBezTo>
                <a:cubicBezTo>
                  <a:pt x="221" y="36"/>
                  <a:pt x="221" y="38"/>
                  <a:pt x="218" y="38"/>
                </a:cubicBezTo>
                <a:cubicBezTo>
                  <a:pt x="216" y="38"/>
                  <a:pt x="216" y="37"/>
                  <a:pt x="215" y="36"/>
                </a:cubicBezTo>
                <a:cubicBezTo>
                  <a:pt x="215" y="33"/>
                  <a:pt x="217" y="33"/>
                  <a:pt x="218" y="32"/>
                </a:cubicBezTo>
                <a:cubicBezTo>
                  <a:pt x="217" y="31"/>
                  <a:pt x="216" y="32"/>
                  <a:pt x="215" y="32"/>
                </a:cubicBezTo>
                <a:cubicBezTo>
                  <a:pt x="215" y="33"/>
                  <a:pt x="215" y="33"/>
                  <a:pt x="214" y="34"/>
                </a:cubicBezTo>
                <a:cubicBezTo>
                  <a:pt x="214" y="35"/>
                  <a:pt x="214" y="36"/>
                  <a:pt x="213" y="36"/>
                </a:cubicBezTo>
                <a:cubicBezTo>
                  <a:pt x="212" y="36"/>
                  <a:pt x="212" y="34"/>
                  <a:pt x="212" y="34"/>
                </a:cubicBezTo>
                <a:cubicBezTo>
                  <a:pt x="211" y="34"/>
                  <a:pt x="211" y="35"/>
                  <a:pt x="210" y="36"/>
                </a:cubicBezTo>
                <a:cubicBezTo>
                  <a:pt x="209" y="36"/>
                  <a:pt x="209" y="36"/>
                  <a:pt x="209" y="35"/>
                </a:cubicBezTo>
                <a:cubicBezTo>
                  <a:pt x="210" y="33"/>
                  <a:pt x="210" y="29"/>
                  <a:pt x="211" y="27"/>
                </a:cubicBezTo>
                <a:cubicBezTo>
                  <a:pt x="212" y="27"/>
                  <a:pt x="211" y="29"/>
                  <a:pt x="212" y="30"/>
                </a:cubicBezTo>
                <a:cubicBezTo>
                  <a:pt x="212" y="30"/>
                  <a:pt x="213" y="30"/>
                  <a:pt x="213" y="30"/>
                </a:cubicBezTo>
                <a:cubicBezTo>
                  <a:pt x="213" y="28"/>
                  <a:pt x="213" y="26"/>
                  <a:pt x="213" y="24"/>
                </a:cubicBezTo>
                <a:cubicBezTo>
                  <a:pt x="213" y="24"/>
                  <a:pt x="213" y="24"/>
                  <a:pt x="213" y="24"/>
                </a:cubicBezTo>
                <a:cubicBezTo>
                  <a:pt x="214" y="23"/>
                  <a:pt x="215" y="26"/>
                  <a:pt x="215" y="27"/>
                </a:cubicBezTo>
                <a:cubicBezTo>
                  <a:pt x="215" y="28"/>
                  <a:pt x="215" y="29"/>
                  <a:pt x="215" y="30"/>
                </a:cubicBezTo>
                <a:cubicBezTo>
                  <a:pt x="216" y="31"/>
                  <a:pt x="217" y="31"/>
                  <a:pt x="218" y="30"/>
                </a:cubicBezTo>
                <a:cubicBezTo>
                  <a:pt x="218" y="29"/>
                  <a:pt x="217" y="28"/>
                  <a:pt x="218" y="27"/>
                </a:cubicBezTo>
                <a:cubicBezTo>
                  <a:pt x="219" y="27"/>
                  <a:pt x="219" y="29"/>
                  <a:pt x="221" y="29"/>
                </a:cubicBezTo>
                <a:cubicBezTo>
                  <a:pt x="221" y="28"/>
                  <a:pt x="222" y="28"/>
                  <a:pt x="223" y="27"/>
                </a:cubicBezTo>
                <a:cubicBezTo>
                  <a:pt x="224" y="28"/>
                  <a:pt x="225" y="30"/>
                  <a:pt x="224" y="31"/>
                </a:cubicBezTo>
                <a:cubicBezTo>
                  <a:pt x="224" y="31"/>
                  <a:pt x="223" y="31"/>
                  <a:pt x="223" y="32"/>
                </a:cubicBezTo>
                <a:cubicBezTo>
                  <a:pt x="224" y="32"/>
                  <a:pt x="228" y="33"/>
                  <a:pt x="229" y="33"/>
                </a:cubicBezTo>
                <a:cubicBezTo>
                  <a:pt x="230" y="33"/>
                  <a:pt x="232" y="37"/>
                  <a:pt x="230" y="39"/>
                </a:cubicBezTo>
                <a:cubicBezTo>
                  <a:pt x="229" y="39"/>
                  <a:pt x="226" y="39"/>
                  <a:pt x="225" y="39"/>
                </a:cubicBezTo>
                <a:cubicBezTo>
                  <a:pt x="223" y="39"/>
                  <a:pt x="223" y="39"/>
                  <a:pt x="222" y="39"/>
                </a:cubicBezTo>
                <a:cubicBezTo>
                  <a:pt x="221" y="40"/>
                  <a:pt x="221" y="40"/>
                  <a:pt x="222" y="42"/>
                </a:cubicBezTo>
                <a:cubicBezTo>
                  <a:pt x="221" y="44"/>
                  <a:pt x="218" y="42"/>
                  <a:pt x="217" y="44"/>
                </a:cubicBezTo>
                <a:cubicBezTo>
                  <a:pt x="218" y="45"/>
                  <a:pt x="220" y="46"/>
                  <a:pt x="219" y="48"/>
                </a:cubicBezTo>
                <a:cubicBezTo>
                  <a:pt x="218" y="49"/>
                  <a:pt x="215" y="49"/>
                  <a:pt x="214" y="48"/>
                </a:cubicBezTo>
                <a:cubicBezTo>
                  <a:pt x="215" y="46"/>
                  <a:pt x="215" y="46"/>
                  <a:pt x="215" y="46"/>
                </a:cubicBezTo>
                <a:cubicBezTo>
                  <a:pt x="215" y="46"/>
                  <a:pt x="215" y="46"/>
                  <a:pt x="214" y="46"/>
                </a:cubicBezTo>
                <a:cubicBezTo>
                  <a:pt x="212" y="46"/>
                  <a:pt x="210" y="51"/>
                  <a:pt x="209" y="53"/>
                </a:cubicBezTo>
                <a:cubicBezTo>
                  <a:pt x="208" y="54"/>
                  <a:pt x="207" y="58"/>
                  <a:pt x="204" y="57"/>
                </a:cubicBezTo>
                <a:close/>
                <a:moveTo>
                  <a:pt x="218" y="36"/>
                </a:moveTo>
                <a:cubicBezTo>
                  <a:pt x="218" y="35"/>
                  <a:pt x="218" y="35"/>
                  <a:pt x="218" y="35"/>
                </a:cubicBezTo>
                <a:cubicBezTo>
                  <a:pt x="218" y="35"/>
                  <a:pt x="219" y="34"/>
                  <a:pt x="219" y="34"/>
                </a:cubicBezTo>
                <a:cubicBezTo>
                  <a:pt x="219" y="35"/>
                  <a:pt x="219" y="35"/>
                  <a:pt x="218" y="36"/>
                </a:cubicBezTo>
                <a:cubicBezTo>
                  <a:pt x="218" y="36"/>
                  <a:pt x="218" y="36"/>
                  <a:pt x="218" y="36"/>
                </a:cubicBezTo>
                <a:close/>
              </a:path>
              <a:path w="232" h="59">
                <a:moveTo>
                  <a:pt x="177" y="37"/>
                </a:moveTo>
                <a:cubicBezTo>
                  <a:pt x="176" y="36"/>
                  <a:pt x="176" y="36"/>
                  <a:pt x="176" y="35"/>
                </a:cubicBezTo>
                <a:cubicBezTo>
                  <a:pt x="177" y="33"/>
                  <a:pt x="177" y="28"/>
                  <a:pt x="178" y="27"/>
                </a:cubicBezTo>
                <a:cubicBezTo>
                  <a:pt x="179" y="27"/>
                  <a:pt x="179" y="27"/>
                  <a:pt x="179" y="27"/>
                </a:cubicBezTo>
                <a:cubicBezTo>
                  <a:pt x="179" y="27"/>
                  <a:pt x="179" y="27"/>
                  <a:pt x="179" y="28"/>
                </a:cubicBezTo>
                <a:cubicBezTo>
                  <a:pt x="179" y="32"/>
                  <a:pt x="180" y="35"/>
                  <a:pt x="183" y="38"/>
                </a:cubicBezTo>
                <a:cubicBezTo>
                  <a:pt x="183" y="38"/>
                  <a:pt x="183" y="38"/>
                  <a:pt x="183" y="38"/>
                </a:cubicBezTo>
                <a:cubicBezTo>
                  <a:pt x="183" y="39"/>
                  <a:pt x="178" y="37"/>
                  <a:pt x="177" y="37"/>
                </a:cubicBezTo>
                <a:close/>
              </a:path>
              <a:path w="232" h="59">
                <a:moveTo>
                  <a:pt x="163" y="29"/>
                </a:moveTo>
                <a:cubicBezTo>
                  <a:pt x="163" y="28"/>
                  <a:pt x="163" y="28"/>
                  <a:pt x="162" y="28"/>
                </a:cubicBezTo>
                <a:cubicBezTo>
                  <a:pt x="162" y="27"/>
                  <a:pt x="162" y="27"/>
                  <a:pt x="162" y="27"/>
                </a:cubicBezTo>
                <a:cubicBezTo>
                  <a:pt x="164" y="28"/>
                  <a:pt x="165" y="28"/>
                  <a:pt x="166" y="28"/>
                </a:cubicBezTo>
                <a:cubicBezTo>
                  <a:pt x="169" y="28"/>
                  <a:pt x="171" y="27"/>
                  <a:pt x="173" y="26"/>
                </a:cubicBezTo>
                <a:cubicBezTo>
                  <a:pt x="172" y="25"/>
                  <a:pt x="170" y="25"/>
                  <a:pt x="169" y="26"/>
                </a:cubicBezTo>
                <a:cubicBezTo>
                  <a:pt x="167" y="25"/>
                  <a:pt x="166" y="21"/>
                  <a:pt x="166" y="21"/>
                </a:cubicBezTo>
                <a:cubicBezTo>
                  <a:pt x="168" y="21"/>
                  <a:pt x="172" y="23"/>
                  <a:pt x="173" y="22"/>
                </a:cubicBezTo>
                <a:cubicBezTo>
                  <a:pt x="178" y="23"/>
                  <a:pt x="178" y="21"/>
                  <a:pt x="181" y="17"/>
                </a:cubicBezTo>
                <a:cubicBezTo>
                  <a:pt x="182" y="16"/>
                  <a:pt x="184" y="12"/>
                  <a:pt x="185" y="12"/>
                </a:cubicBezTo>
                <a:cubicBezTo>
                  <a:pt x="186" y="13"/>
                  <a:pt x="186" y="15"/>
                  <a:pt x="186" y="17"/>
                </a:cubicBezTo>
                <a:cubicBezTo>
                  <a:pt x="185" y="19"/>
                  <a:pt x="183" y="20"/>
                  <a:pt x="182" y="23"/>
                </a:cubicBezTo>
                <a:cubicBezTo>
                  <a:pt x="184" y="24"/>
                  <a:pt x="185" y="22"/>
                  <a:pt x="187" y="24"/>
                </a:cubicBezTo>
                <a:cubicBezTo>
                  <a:pt x="187" y="25"/>
                  <a:pt x="187" y="25"/>
                  <a:pt x="187" y="25"/>
                </a:cubicBezTo>
                <a:cubicBezTo>
                  <a:pt x="186" y="26"/>
                  <a:pt x="184" y="25"/>
                  <a:pt x="183" y="25"/>
                </a:cubicBezTo>
                <a:cubicBezTo>
                  <a:pt x="180" y="25"/>
                  <a:pt x="180" y="25"/>
                  <a:pt x="179" y="25"/>
                </a:cubicBezTo>
                <a:cubicBezTo>
                  <a:pt x="175" y="28"/>
                  <a:pt x="169" y="33"/>
                  <a:pt x="163" y="29"/>
                </a:cubicBezTo>
                <a:close/>
              </a:path>
              <a:path w="232" h="59">
                <a:moveTo>
                  <a:pt x="134" y="18"/>
                </a:moveTo>
                <a:cubicBezTo>
                  <a:pt x="133" y="16"/>
                  <a:pt x="134" y="15"/>
                  <a:pt x="134" y="14"/>
                </a:cubicBezTo>
                <a:cubicBezTo>
                  <a:pt x="134" y="14"/>
                  <a:pt x="134" y="14"/>
                  <a:pt x="134" y="14"/>
                </a:cubicBezTo>
                <a:cubicBezTo>
                  <a:pt x="133" y="15"/>
                  <a:pt x="132" y="15"/>
                  <a:pt x="132" y="15"/>
                </a:cubicBezTo>
                <a:cubicBezTo>
                  <a:pt x="131" y="16"/>
                  <a:pt x="130" y="17"/>
                  <a:pt x="129" y="19"/>
                </a:cubicBezTo>
                <a:cubicBezTo>
                  <a:pt x="129" y="20"/>
                  <a:pt x="129" y="30"/>
                  <a:pt x="126" y="30"/>
                </a:cubicBezTo>
                <a:cubicBezTo>
                  <a:pt x="124" y="28"/>
                  <a:pt x="125" y="27"/>
                  <a:pt x="125" y="25"/>
                </a:cubicBezTo>
                <a:cubicBezTo>
                  <a:pt x="125" y="24"/>
                  <a:pt x="125" y="24"/>
                  <a:pt x="126" y="23"/>
                </a:cubicBezTo>
                <a:cubicBezTo>
                  <a:pt x="125" y="23"/>
                  <a:pt x="123" y="25"/>
                  <a:pt x="123" y="25"/>
                </a:cubicBezTo>
                <a:cubicBezTo>
                  <a:pt x="121" y="26"/>
                  <a:pt x="120" y="25"/>
                  <a:pt x="120" y="23"/>
                </a:cubicBezTo>
                <a:cubicBezTo>
                  <a:pt x="122" y="23"/>
                  <a:pt x="124" y="21"/>
                  <a:pt x="126" y="19"/>
                </a:cubicBezTo>
                <a:cubicBezTo>
                  <a:pt x="126" y="17"/>
                  <a:pt x="126" y="17"/>
                  <a:pt x="126" y="14"/>
                </a:cubicBezTo>
                <a:cubicBezTo>
                  <a:pt x="126" y="14"/>
                  <a:pt x="126" y="14"/>
                  <a:pt x="126" y="14"/>
                </a:cubicBezTo>
                <a:cubicBezTo>
                  <a:pt x="125" y="15"/>
                  <a:pt x="125" y="15"/>
                  <a:pt x="124" y="16"/>
                </a:cubicBezTo>
                <a:cubicBezTo>
                  <a:pt x="122" y="18"/>
                  <a:pt x="119" y="16"/>
                  <a:pt x="120" y="14"/>
                </a:cubicBezTo>
                <a:cubicBezTo>
                  <a:pt x="122" y="14"/>
                  <a:pt x="124" y="12"/>
                  <a:pt x="126" y="11"/>
                </a:cubicBezTo>
                <a:cubicBezTo>
                  <a:pt x="127" y="9"/>
                  <a:pt x="127" y="6"/>
                  <a:pt x="127" y="4"/>
                </a:cubicBezTo>
                <a:cubicBezTo>
                  <a:pt x="126" y="3"/>
                  <a:pt x="128" y="2"/>
                  <a:pt x="129" y="1"/>
                </a:cubicBezTo>
                <a:cubicBezTo>
                  <a:pt x="132" y="2"/>
                  <a:pt x="130" y="5"/>
                  <a:pt x="130" y="7"/>
                </a:cubicBezTo>
                <a:cubicBezTo>
                  <a:pt x="130" y="8"/>
                  <a:pt x="130" y="8"/>
                  <a:pt x="130" y="9"/>
                </a:cubicBezTo>
                <a:cubicBezTo>
                  <a:pt x="130" y="9"/>
                  <a:pt x="131" y="8"/>
                  <a:pt x="132" y="8"/>
                </a:cubicBezTo>
                <a:cubicBezTo>
                  <a:pt x="132" y="8"/>
                  <a:pt x="132" y="8"/>
                  <a:pt x="132" y="9"/>
                </a:cubicBezTo>
                <a:cubicBezTo>
                  <a:pt x="129" y="12"/>
                  <a:pt x="129" y="11"/>
                  <a:pt x="129" y="15"/>
                </a:cubicBezTo>
                <a:cubicBezTo>
                  <a:pt x="130" y="15"/>
                  <a:pt x="131" y="14"/>
                  <a:pt x="131" y="13"/>
                </a:cubicBezTo>
                <a:cubicBezTo>
                  <a:pt x="130" y="12"/>
                  <a:pt x="130" y="12"/>
                  <a:pt x="130" y="12"/>
                </a:cubicBezTo>
                <a:cubicBezTo>
                  <a:pt x="132" y="12"/>
                  <a:pt x="134" y="11"/>
                  <a:pt x="136" y="10"/>
                </a:cubicBezTo>
                <a:cubicBezTo>
                  <a:pt x="136" y="8"/>
                  <a:pt x="137" y="7"/>
                  <a:pt x="138" y="4"/>
                </a:cubicBezTo>
                <a:cubicBezTo>
                  <a:pt x="140" y="2"/>
                  <a:pt x="143" y="5"/>
                  <a:pt x="142" y="8"/>
                </a:cubicBezTo>
                <a:cubicBezTo>
                  <a:pt x="142" y="9"/>
                  <a:pt x="138" y="11"/>
                  <a:pt x="137" y="12"/>
                </a:cubicBezTo>
                <a:cubicBezTo>
                  <a:pt x="137" y="12"/>
                  <a:pt x="136" y="15"/>
                  <a:pt x="136" y="15"/>
                </a:cubicBezTo>
                <a:cubicBezTo>
                  <a:pt x="138" y="16"/>
                  <a:pt x="139" y="11"/>
                  <a:pt x="142" y="13"/>
                </a:cubicBezTo>
                <a:cubicBezTo>
                  <a:pt x="143" y="14"/>
                  <a:pt x="143" y="14"/>
                  <a:pt x="143" y="15"/>
                </a:cubicBezTo>
                <a:cubicBezTo>
                  <a:pt x="142" y="17"/>
                  <a:pt x="140" y="20"/>
                  <a:pt x="139" y="23"/>
                </a:cubicBezTo>
                <a:cubicBezTo>
                  <a:pt x="141" y="25"/>
                  <a:pt x="143" y="26"/>
                  <a:pt x="146" y="27"/>
                </a:cubicBezTo>
                <a:cubicBezTo>
                  <a:pt x="146" y="27"/>
                  <a:pt x="142" y="29"/>
                  <a:pt x="141" y="29"/>
                </a:cubicBezTo>
                <a:cubicBezTo>
                  <a:pt x="138" y="30"/>
                  <a:pt x="138" y="27"/>
                  <a:pt x="137" y="25"/>
                </a:cubicBezTo>
                <a:cubicBezTo>
                  <a:pt x="135" y="27"/>
                  <a:pt x="132" y="28"/>
                  <a:pt x="129" y="27"/>
                </a:cubicBezTo>
                <a:cubicBezTo>
                  <a:pt x="129" y="27"/>
                  <a:pt x="129" y="27"/>
                  <a:pt x="129" y="27"/>
                </a:cubicBezTo>
                <a:cubicBezTo>
                  <a:pt x="131" y="26"/>
                  <a:pt x="133" y="26"/>
                  <a:pt x="134" y="24"/>
                </a:cubicBezTo>
                <a:cubicBezTo>
                  <a:pt x="137" y="22"/>
                  <a:pt x="132" y="20"/>
                  <a:pt x="133" y="18"/>
                </a:cubicBezTo>
                <a:cubicBezTo>
                  <a:pt x="133" y="18"/>
                  <a:pt x="133" y="18"/>
                  <a:pt x="134" y="18"/>
                </a:cubicBezTo>
                <a:cubicBezTo>
                  <a:pt x="134" y="19"/>
                  <a:pt x="136" y="20"/>
                  <a:pt x="137" y="20"/>
                </a:cubicBezTo>
                <a:cubicBezTo>
                  <a:pt x="137" y="19"/>
                  <a:pt x="138" y="18"/>
                  <a:pt x="139" y="17"/>
                </a:cubicBezTo>
                <a:cubicBezTo>
                  <a:pt x="138" y="17"/>
                  <a:pt x="137" y="18"/>
                  <a:pt x="136" y="19"/>
                </a:cubicBezTo>
                <a:cubicBezTo>
                  <a:pt x="136" y="18"/>
                  <a:pt x="135" y="18"/>
                  <a:pt x="134" y="18"/>
                </a:cubicBezTo>
                <a:close/>
              </a:path>
              <a:path w="232" h="59">
                <a:moveTo>
                  <a:pt x="84" y="9"/>
                </a:moveTo>
                <a:cubicBezTo>
                  <a:pt x="86" y="9"/>
                  <a:pt x="87" y="10"/>
                  <a:pt x="87" y="12"/>
                </a:cubicBezTo>
                <a:cubicBezTo>
                  <a:pt x="88" y="11"/>
                  <a:pt x="87" y="10"/>
                  <a:pt x="90" y="11"/>
                </a:cubicBezTo>
                <a:cubicBezTo>
                  <a:pt x="90" y="12"/>
                  <a:pt x="90" y="12"/>
                  <a:pt x="90" y="14"/>
                </a:cubicBezTo>
                <a:cubicBezTo>
                  <a:pt x="89" y="15"/>
                  <a:pt x="88" y="16"/>
                  <a:pt x="87" y="17"/>
                </a:cubicBezTo>
                <a:cubicBezTo>
                  <a:pt x="88" y="19"/>
                  <a:pt x="87" y="19"/>
                  <a:pt x="88" y="20"/>
                </a:cubicBezTo>
                <a:cubicBezTo>
                  <a:pt x="88" y="20"/>
                  <a:pt x="89" y="19"/>
                  <a:pt x="90" y="18"/>
                </a:cubicBezTo>
                <a:cubicBezTo>
                  <a:pt x="90" y="20"/>
                  <a:pt x="89" y="20"/>
                  <a:pt x="88" y="21"/>
                </a:cubicBezTo>
                <a:cubicBezTo>
                  <a:pt x="88" y="24"/>
                  <a:pt x="90" y="28"/>
                  <a:pt x="88" y="30"/>
                </a:cubicBezTo>
                <a:cubicBezTo>
                  <a:pt x="85" y="31"/>
                  <a:pt x="86" y="26"/>
                  <a:pt x="85" y="25"/>
                </a:cubicBezTo>
                <a:cubicBezTo>
                  <a:pt x="85" y="25"/>
                  <a:pt x="85" y="25"/>
                  <a:pt x="85" y="25"/>
                </a:cubicBezTo>
                <a:cubicBezTo>
                  <a:pt x="84" y="26"/>
                  <a:pt x="82" y="28"/>
                  <a:pt x="81" y="27"/>
                </a:cubicBezTo>
                <a:cubicBezTo>
                  <a:pt x="80" y="26"/>
                  <a:pt x="81" y="24"/>
                  <a:pt x="82" y="22"/>
                </a:cubicBezTo>
                <a:cubicBezTo>
                  <a:pt x="83" y="21"/>
                  <a:pt x="85" y="18"/>
                  <a:pt x="85" y="18"/>
                </a:cubicBezTo>
                <a:cubicBezTo>
                  <a:pt x="85" y="17"/>
                  <a:pt x="85" y="17"/>
                  <a:pt x="85" y="17"/>
                </a:cubicBezTo>
                <a:cubicBezTo>
                  <a:pt x="85" y="17"/>
                  <a:pt x="84" y="16"/>
                  <a:pt x="84" y="16"/>
                </a:cubicBezTo>
                <a:cubicBezTo>
                  <a:pt x="83" y="18"/>
                  <a:pt x="81" y="20"/>
                  <a:pt x="79" y="20"/>
                </a:cubicBezTo>
                <a:cubicBezTo>
                  <a:pt x="78" y="19"/>
                  <a:pt x="78" y="19"/>
                  <a:pt x="78" y="18"/>
                </a:cubicBezTo>
                <a:cubicBezTo>
                  <a:pt x="80" y="17"/>
                  <a:pt x="82" y="15"/>
                  <a:pt x="84" y="14"/>
                </a:cubicBezTo>
                <a:cubicBezTo>
                  <a:pt x="84" y="12"/>
                  <a:pt x="83" y="11"/>
                  <a:pt x="84" y="9"/>
                </a:cubicBezTo>
                <a:cubicBezTo>
                  <a:pt x="82" y="9"/>
                  <a:pt x="81" y="10"/>
                  <a:pt x="80" y="10"/>
                </a:cubicBezTo>
                <a:cubicBezTo>
                  <a:pt x="80" y="10"/>
                  <a:pt x="80" y="10"/>
                  <a:pt x="81" y="9"/>
                </a:cubicBezTo>
                <a:cubicBezTo>
                  <a:pt x="85" y="6"/>
                  <a:pt x="86" y="5"/>
                  <a:pt x="86" y="4"/>
                </a:cubicBezTo>
                <a:cubicBezTo>
                  <a:pt x="87" y="3"/>
                  <a:pt x="87" y="2"/>
                  <a:pt x="89" y="3"/>
                </a:cubicBezTo>
                <a:cubicBezTo>
                  <a:pt x="90" y="3"/>
                  <a:pt x="90" y="5"/>
                  <a:pt x="90" y="5"/>
                </a:cubicBezTo>
                <a:cubicBezTo>
                  <a:pt x="88" y="7"/>
                  <a:pt x="86" y="8"/>
                  <a:pt x="84" y="9"/>
                </a:cubicBezTo>
                <a:cubicBezTo>
                  <a:pt x="84" y="9"/>
                  <a:pt x="84" y="9"/>
                  <a:pt x="84" y="9"/>
                </a:cubicBezTo>
                <a:close/>
                <a:moveTo>
                  <a:pt x="84" y="23"/>
                </a:moveTo>
                <a:cubicBezTo>
                  <a:pt x="84" y="22"/>
                  <a:pt x="84" y="22"/>
                  <a:pt x="85" y="21"/>
                </a:cubicBezTo>
                <a:cubicBezTo>
                  <a:pt x="85" y="21"/>
                  <a:pt x="85" y="21"/>
                  <a:pt x="85" y="22"/>
                </a:cubicBezTo>
                <a:cubicBezTo>
                  <a:pt x="85" y="22"/>
                  <a:pt x="85" y="23"/>
                  <a:pt x="84" y="23"/>
                </a:cubicBezTo>
                <a:close/>
              </a:path>
              <a:path w="232" h="59">
                <a:moveTo>
                  <a:pt x="99" y="32"/>
                </a:moveTo>
                <a:cubicBezTo>
                  <a:pt x="99" y="32"/>
                  <a:pt x="98" y="32"/>
                  <a:pt x="98" y="31"/>
                </a:cubicBezTo>
                <a:cubicBezTo>
                  <a:pt x="98" y="28"/>
                  <a:pt x="97" y="25"/>
                  <a:pt x="97" y="22"/>
                </a:cubicBezTo>
                <a:cubicBezTo>
                  <a:pt x="96" y="22"/>
                  <a:pt x="95" y="23"/>
                  <a:pt x="94" y="24"/>
                </a:cubicBezTo>
                <a:cubicBezTo>
                  <a:pt x="93" y="24"/>
                  <a:pt x="92" y="24"/>
                  <a:pt x="92" y="23"/>
                </a:cubicBezTo>
                <a:cubicBezTo>
                  <a:pt x="92" y="23"/>
                  <a:pt x="92" y="22"/>
                  <a:pt x="92" y="22"/>
                </a:cubicBezTo>
                <a:cubicBezTo>
                  <a:pt x="92" y="20"/>
                  <a:pt x="93" y="16"/>
                  <a:pt x="91" y="16"/>
                </a:cubicBezTo>
                <a:cubicBezTo>
                  <a:pt x="90" y="15"/>
                  <a:pt x="90" y="15"/>
                  <a:pt x="90" y="14"/>
                </a:cubicBezTo>
                <a:cubicBezTo>
                  <a:pt x="92" y="14"/>
                  <a:pt x="91" y="11"/>
                  <a:pt x="91" y="10"/>
                </a:cubicBezTo>
                <a:cubicBezTo>
                  <a:pt x="89" y="9"/>
                  <a:pt x="87" y="8"/>
                  <a:pt x="89" y="7"/>
                </a:cubicBezTo>
                <a:cubicBezTo>
                  <a:pt x="91" y="7"/>
                  <a:pt x="93" y="7"/>
                  <a:pt x="94" y="9"/>
                </a:cubicBezTo>
                <a:cubicBezTo>
                  <a:pt x="94" y="10"/>
                  <a:pt x="92" y="12"/>
                  <a:pt x="92" y="13"/>
                </a:cubicBezTo>
                <a:cubicBezTo>
                  <a:pt x="94" y="13"/>
                  <a:pt x="95" y="14"/>
                  <a:pt x="95" y="16"/>
                </a:cubicBezTo>
                <a:cubicBezTo>
                  <a:pt x="93" y="17"/>
                  <a:pt x="93" y="18"/>
                  <a:pt x="94" y="20"/>
                </a:cubicBezTo>
                <a:cubicBezTo>
                  <a:pt x="95" y="19"/>
                  <a:pt x="95" y="18"/>
                  <a:pt x="96" y="17"/>
                </a:cubicBezTo>
                <a:cubicBezTo>
                  <a:pt x="96" y="11"/>
                  <a:pt x="93" y="7"/>
                  <a:pt x="93" y="2"/>
                </a:cubicBezTo>
                <a:cubicBezTo>
                  <a:pt x="94" y="0"/>
                  <a:pt x="96" y="0"/>
                  <a:pt x="97" y="2"/>
                </a:cubicBezTo>
                <a:cubicBezTo>
                  <a:pt x="97" y="5"/>
                  <a:pt x="97" y="11"/>
                  <a:pt x="99" y="14"/>
                </a:cubicBezTo>
                <a:cubicBezTo>
                  <a:pt x="99" y="13"/>
                  <a:pt x="100" y="12"/>
                  <a:pt x="100" y="11"/>
                </a:cubicBezTo>
                <a:cubicBezTo>
                  <a:pt x="101" y="11"/>
                  <a:pt x="102" y="12"/>
                  <a:pt x="103" y="14"/>
                </a:cubicBezTo>
                <a:cubicBezTo>
                  <a:pt x="101" y="15"/>
                  <a:pt x="100" y="16"/>
                  <a:pt x="99" y="18"/>
                </a:cubicBezTo>
                <a:cubicBezTo>
                  <a:pt x="100" y="23"/>
                  <a:pt x="100" y="26"/>
                  <a:pt x="101" y="29"/>
                </a:cubicBezTo>
                <a:cubicBezTo>
                  <a:pt x="100" y="30"/>
                  <a:pt x="100" y="32"/>
                  <a:pt x="99" y="32"/>
                </a:cubicBezTo>
                <a:close/>
              </a:path>
              <a:path w="232" h="59">
                <a:moveTo>
                  <a:pt x="58" y="41"/>
                </a:moveTo>
                <a:cubicBezTo>
                  <a:pt x="58" y="42"/>
                  <a:pt x="57" y="41"/>
                  <a:pt x="57" y="41"/>
                </a:cubicBezTo>
                <a:cubicBezTo>
                  <a:pt x="52" y="36"/>
                  <a:pt x="53" y="29"/>
                  <a:pt x="50" y="25"/>
                </a:cubicBezTo>
                <a:cubicBezTo>
                  <a:pt x="48" y="26"/>
                  <a:pt x="48" y="30"/>
                  <a:pt x="47" y="31"/>
                </a:cubicBezTo>
                <a:cubicBezTo>
                  <a:pt x="44" y="33"/>
                  <a:pt x="43" y="28"/>
                  <a:pt x="43" y="26"/>
                </a:cubicBezTo>
                <a:cubicBezTo>
                  <a:pt x="43" y="25"/>
                  <a:pt x="43" y="24"/>
                  <a:pt x="43" y="23"/>
                </a:cubicBezTo>
                <a:cubicBezTo>
                  <a:pt x="44" y="23"/>
                  <a:pt x="45" y="25"/>
                  <a:pt x="46" y="26"/>
                </a:cubicBezTo>
                <a:cubicBezTo>
                  <a:pt x="47" y="26"/>
                  <a:pt x="47" y="26"/>
                  <a:pt x="47" y="26"/>
                </a:cubicBezTo>
                <a:cubicBezTo>
                  <a:pt x="50" y="21"/>
                  <a:pt x="47" y="18"/>
                  <a:pt x="44" y="15"/>
                </a:cubicBezTo>
                <a:cubicBezTo>
                  <a:pt x="44" y="14"/>
                  <a:pt x="44" y="13"/>
                  <a:pt x="45" y="12"/>
                </a:cubicBezTo>
                <a:cubicBezTo>
                  <a:pt x="45" y="12"/>
                  <a:pt x="47" y="12"/>
                  <a:pt x="48" y="12"/>
                </a:cubicBezTo>
                <a:cubicBezTo>
                  <a:pt x="48" y="12"/>
                  <a:pt x="48" y="12"/>
                  <a:pt x="48" y="12"/>
                </a:cubicBezTo>
                <a:cubicBezTo>
                  <a:pt x="49" y="14"/>
                  <a:pt x="50" y="16"/>
                  <a:pt x="50" y="17"/>
                </a:cubicBezTo>
                <a:cubicBezTo>
                  <a:pt x="50" y="17"/>
                  <a:pt x="51" y="17"/>
                  <a:pt x="51" y="17"/>
                </a:cubicBezTo>
                <a:cubicBezTo>
                  <a:pt x="52" y="16"/>
                  <a:pt x="53" y="14"/>
                  <a:pt x="54" y="12"/>
                </a:cubicBezTo>
                <a:cubicBezTo>
                  <a:pt x="55" y="12"/>
                  <a:pt x="57" y="10"/>
                  <a:pt x="58" y="13"/>
                </a:cubicBezTo>
                <a:cubicBezTo>
                  <a:pt x="58" y="15"/>
                  <a:pt x="53" y="19"/>
                  <a:pt x="57" y="20"/>
                </a:cubicBezTo>
                <a:cubicBezTo>
                  <a:pt x="57" y="20"/>
                  <a:pt x="57" y="21"/>
                  <a:pt x="57" y="21"/>
                </a:cubicBezTo>
                <a:cubicBezTo>
                  <a:pt x="57" y="23"/>
                  <a:pt x="55" y="25"/>
                  <a:pt x="53" y="26"/>
                </a:cubicBezTo>
                <a:cubicBezTo>
                  <a:pt x="54" y="30"/>
                  <a:pt x="57" y="34"/>
                  <a:pt x="58" y="37"/>
                </a:cubicBezTo>
                <a:cubicBezTo>
                  <a:pt x="59" y="39"/>
                  <a:pt x="59" y="40"/>
                  <a:pt x="58" y="41"/>
                </a:cubicBezTo>
                <a:close/>
                <a:moveTo>
                  <a:pt x="53" y="23"/>
                </a:moveTo>
                <a:cubicBezTo>
                  <a:pt x="52" y="23"/>
                  <a:pt x="51" y="21"/>
                  <a:pt x="51" y="21"/>
                </a:cubicBezTo>
                <a:cubicBezTo>
                  <a:pt x="51" y="20"/>
                  <a:pt x="52" y="18"/>
                  <a:pt x="53" y="18"/>
                </a:cubicBezTo>
                <a:cubicBezTo>
                  <a:pt x="54" y="20"/>
                  <a:pt x="54" y="21"/>
                  <a:pt x="53" y="23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14" name="Freeform 15"/>
          <p:cNvSpPr>
            <a:spLocks noGrp="1"/>
          </p:cNvSpPr>
          <p:nvPr/>
        </p:nvSpPr>
        <p:spPr>
          <a:xfrm>
            <a:off x="9802619" y="257975"/>
            <a:ext cx="519403" cy="294625"/>
          </a:xfrm>
          <a:custGeom>
            <a:avLst/>
            <a:gdLst/>
            <a:ahLst/>
            <a:cxnLst/>
            <a:rect l="l" t="t" r="r" b="b"/>
            <a:pathLst>
              <a:path w="336" h="189">
                <a:moveTo>
                  <a:pt x="293" y="24"/>
                </a:moveTo>
                <a:lnTo>
                  <a:pt x="299" y="19"/>
                </a:lnTo>
                <a:lnTo>
                  <a:pt x="300" y="19"/>
                </a:lnTo>
                <a:cubicBezTo>
                  <a:pt x="298" y="20"/>
                  <a:pt x="297" y="22"/>
                  <a:pt x="297" y="23"/>
                </a:cubicBezTo>
                <a:cubicBezTo>
                  <a:pt x="296" y="24"/>
                  <a:pt x="296" y="26"/>
                  <a:pt x="297" y="27"/>
                </a:cubicBezTo>
                <a:cubicBezTo>
                  <a:pt x="298" y="28"/>
                  <a:pt x="299" y="28"/>
                  <a:pt x="302" y="27"/>
                </a:cubicBezTo>
                <a:cubicBezTo>
                  <a:pt x="304" y="27"/>
                  <a:pt x="307" y="25"/>
                  <a:pt x="309" y="23"/>
                </a:cubicBezTo>
                <a:cubicBezTo>
                  <a:pt x="311" y="22"/>
                  <a:pt x="313" y="20"/>
                  <a:pt x="314" y="19"/>
                </a:cubicBezTo>
                <a:cubicBezTo>
                  <a:pt x="316" y="17"/>
                  <a:pt x="316" y="16"/>
                  <a:pt x="317" y="14"/>
                </a:cubicBezTo>
                <a:cubicBezTo>
                  <a:pt x="317" y="13"/>
                  <a:pt x="317" y="12"/>
                  <a:pt x="317" y="12"/>
                </a:cubicBezTo>
                <a:cubicBezTo>
                  <a:pt x="316" y="11"/>
                  <a:pt x="316" y="11"/>
                  <a:pt x="315" y="11"/>
                </a:cubicBezTo>
                <a:cubicBezTo>
                  <a:pt x="315" y="11"/>
                  <a:pt x="314" y="10"/>
                  <a:pt x="314" y="10"/>
                </a:cubicBezTo>
                <a:lnTo>
                  <a:pt x="308" y="15"/>
                </a:lnTo>
                <a:cubicBezTo>
                  <a:pt x="307" y="16"/>
                  <a:pt x="306" y="16"/>
                  <a:pt x="306" y="17"/>
                </a:cubicBezTo>
                <a:cubicBezTo>
                  <a:pt x="305" y="17"/>
                  <a:pt x="305" y="17"/>
                  <a:pt x="305" y="18"/>
                </a:cubicBezTo>
                <a:cubicBezTo>
                  <a:pt x="305" y="18"/>
                  <a:pt x="305" y="18"/>
                  <a:pt x="306" y="19"/>
                </a:cubicBezTo>
                <a:lnTo>
                  <a:pt x="305" y="19"/>
                </a:lnTo>
                <a:lnTo>
                  <a:pt x="302" y="15"/>
                </a:lnTo>
                <a:lnTo>
                  <a:pt x="303" y="15"/>
                </a:lnTo>
                <a:cubicBezTo>
                  <a:pt x="303" y="15"/>
                  <a:pt x="304" y="15"/>
                  <a:pt x="304" y="15"/>
                </a:cubicBezTo>
                <a:cubicBezTo>
                  <a:pt x="305" y="15"/>
                  <a:pt x="305" y="14"/>
                  <a:pt x="307" y="13"/>
                </a:cubicBezTo>
                <a:lnTo>
                  <a:pt x="313" y="9"/>
                </a:lnTo>
                <a:cubicBezTo>
                  <a:pt x="314" y="9"/>
                  <a:pt x="315" y="9"/>
                  <a:pt x="316" y="9"/>
                </a:cubicBezTo>
                <a:cubicBezTo>
                  <a:pt x="316" y="10"/>
                  <a:pt x="317" y="10"/>
                  <a:pt x="318" y="11"/>
                </a:cubicBezTo>
                <a:cubicBezTo>
                  <a:pt x="319" y="13"/>
                  <a:pt x="319" y="15"/>
                  <a:pt x="317" y="18"/>
                </a:cubicBezTo>
                <a:cubicBezTo>
                  <a:pt x="316" y="21"/>
                  <a:pt x="314" y="23"/>
                  <a:pt x="311" y="25"/>
                </a:cubicBezTo>
                <a:cubicBezTo>
                  <a:pt x="309" y="26"/>
                  <a:pt x="307" y="27"/>
                  <a:pt x="305" y="28"/>
                </a:cubicBezTo>
                <a:cubicBezTo>
                  <a:pt x="303" y="29"/>
                  <a:pt x="301" y="29"/>
                  <a:pt x="299" y="29"/>
                </a:cubicBezTo>
                <a:cubicBezTo>
                  <a:pt x="298" y="29"/>
                  <a:pt x="296" y="29"/>
                  <a:pt x="296" y="28"/>
                </a:cubicBezTo>
                <a:cubicBezTo>
                  <a:pt x="295" y="27"/>
                  <a:pt x="295" y="27"/>
                  <a:pt x="295" y="26"/>
                </a:cubicBezTo>
                <a:cubicBezTo>
                  <a:pt x="295" y="26"/>
                  <a:pt x="295" y="25"/>
                  <a:pt x="295" y="24"/>
                </a:cubicBezTo>
                <a:cubicBezTo>
                  <a:pt x="295" y="24"/>
                  <a:pt x="295" y="24"/>
                  <a:pt x="295" y="24"/>
                </a:cubicBezTo>
                <a:cubicBezTo>
                  <a:pt x="295" y="23"/>
                  <a:pt x="295" y="23"/>
                  <a:pt x="294" y="24"/>
                </a:cubicBezTo>
                <a:cubicBezTo>
                  <a:pt x="294" y="24"/>
                  <a:pt x="294" y="24"/>
                  <a:pt x="293" y="24"/>
                </a:cubicBezTo>
                <a:close/>
              </a:path>
              <a:path w="336" h="189">
                <a:moveTo>
                  <a:pt x="293" y="145"/>
                </a:moveTo>
                <a:lnTo>
                  <a:pt x="292" y="145"/>
                </a:lnTo>
                <a:lnTo>
                  <a:pt x="293" y="144"/>
                </a:lnTo>
                <a:cubicBezTo>
                  <a:pt x="293" y="144"/>
                  <a:pt x="293" y="144"/>
                  <a:pt x="293" y="143"/>
                </a:cubicBezTo>
                <a:cubicBezTo>
                  <a:pt x="293" y="143"/>
                  <a:pt x="292" y="142"/>
                  <a:pt x="292" y="141"/>
                </a:cubicBezTo>
                <a:lnTo>
                  <a:pt x="282" y="128"/>
                </a:lnTo>
                <a:cubicBezTo>
                  <a:pt x="281" y="126"/>
                  <a:pt x="280" y="126"/>
                  <a:pt x="280" y="126"/>
                </a:cubicBezTo>
                <a:cubicBezTo>
                  <a:pt x="279" y="125"/>
                  <a:pt x="279" y="125"/>
                  <a:pt x="278" y="126"/>
                </a:cubicBezTo>
                <a:lnTo>
                  <a:pt x="277" y="125"/>
                </a:lnTo>
                <a:lnTo>
                  <a:pt x="282" y="122"/>
                </a:lnTo>
                <a:cubicBezTo>
                  <a:pt x="283" y="121"/>
                  <a:pt x="284" y="120"/>
                  <a:pt x="286" y="121"/>
                </a:cubicBezTo>
                <a:cubicBezTo>
                  <a:pt x="287" y="121"/>
                  <a:pt x="288" y="121"/>
                  <a:pt x="290" y="123"/>
                </a:cubicBezTo>
                <a:cubicBezTo>
                  <a:pt x="292" y="124"/>
                  <a:pt x="293" y="125"/>
                  <a:pt x="295" y="128"/>
                </a:cubicBezTo>
                <a:cubicBezTo>
                  <a:pt x="297" y="130"/>
                  <a:pt x="299" y="133"/>
                  <a:pt x="299" y="135"/>
                </a:cubicBezTo>
                <a:cubicBezTo>
                  <a:pt x="300" y="138"/>
                  <a:pt x="299" y="140"/>
                  <a:pt x="297" y="142"/>
                </a:cubicBezTo>
                <a:lnTo>
                  <a:pt x="293" y="145"/>
                </a:lnTo>
                <a:close/>
                <a:moveTo>
                  <a:pt x="295" y="142"/>
                </a:moveTo>
                <a:cubicBezTo>
                  <a:pt x="295" y="141"/>
                  <a:pt x="296" y="141"/>
                  <a:pt x="296" y="141"/>
                </a:cubicBezTo>
                <a:cubicBezTo>
                  <a:pt x="298" y="140"/>
                  <a:pt x="298" y="139"/>
                  <a:pt x="297" y="136"/>
                </a:cubicBezTo>
                <a:cubicBezTo>
                  <a:pt x="297" y="134"/>
                  <a:pt x="296" y="132"/>
                  <a:pt x="293" y="129"/>
                </a:cubicBezTo>
                <a:cubicBezTo>
                  <a:pt x="291" y="126"/>
                  <a:pt x="289" y="124"/>
                  <a:pt x="287" y="123"/>
                </a:cubicBezTo>
                <a:cubicBezTo>
                  <a:pt x="285" y="122"/>
                  <a:pt x="284" y="122"/>
                  <a:pt x="283" y="123"/>
                </a:cubicBezTo>
                <a:cubicBezTo>
                  <a:pt x="282" y="123"/>
                  <a:pt x="282" y="124"/>
                  <a:pt x="281" y="125"/>
                </a:cubicBezTo>
                <a:lnTo>
                  <a:pt x="295" y="142"/>
                </a:lnTo>
                <a:close/>
              </a:path>
              <a:path w="336" h="189">
                <a:moveTo>
                  <a:pt x="266" y="134"/>
                </a:moveTo>
                <a:lnTo>
                  <a:pt x="268" y="132"/>
                </a:lnTo>
                <a:lnTo>
                  <a:pt x="286" y="143"/>
                </a:lnTo>
                <a:lnTo>
                  <a:pt x="277" y="131"/>
                </a:lnTo>
                <a:cubicBezTo>
                  <a:pt x="276" y="130"/>
                  <a:pt x="276" y="129"/>
                  <a:pt x="275" y="129"/>
                </a:cubicBezTo>
                <a:cubicBezTo>
                  <a:pt x="275" y="129"/>
                  <a:pt x="274" y="129"/>
                  <a:pt x="274" y="129"/>
                </a:cubicBezTo>
                <a:lnTo>
                  <a:pt x="273" y="129"/>
                </a:lnTo>
                <a:lnTo>
                  <a:pt x="277" y="126"/>
                </a:lnTo>
                <a:lnTo>
                  <a:pt x="277" y="127"/>
                </a:lnTo>
                <a:cubicBezTo>
                  <a:pt x="276" y="127"/>
                  <a:pt x="276" y="128"/>
                  <a:pt x="276" y="128"/>
                </a:cubicBezTo>
                <a:cubicBezTo>
                  <a:pt x="277" y="129"/>
                  <a:pt x="277" y="129"/>
                  <a:pt x="278" y="130"/>
                </a:cubicBezTo>
                <a:lnTo>
                  <a:pt x="291" y="147"/>
                </a:lnTo>
                <a:lnTo>
                  <a:pt x="290" y="148"/>
                </a:lnTo>
                <a:lnTo>
                  <a:pt x="272" y="136"/>
                </a:lnTo>
                <a:lnTo>
                  <a:pt x="281" y="149"/>
                </a:lnTo>
                <a:cubicBezTo>
                  <a:pt x="282" y="150"/>
                  <a:pt x="283" y="151"/>
                  <a:pt x="283" y="151"/>
                </a:cubicBezTo>
                <a:cubicBezTo>
                  <a:pt x="284" y="151"/>
                  <a:pt x="284" y="151"/>
                  <a:pt x="284" y="151"/>
                </a:cubicBezTo>
                <a:lnTo>
                  <a:pt x="285" y="151"/>
                </a:lnTo>
                <a:lnTo>
                  <a:pt x="282" y="154"/>
                </a:lnTo>
                <a:lnTo>
                  <a:pt x="281" y="153"/>
                </a:lnTo>
                <a:lnTo>
                  <a:pt x="282" y="153"/>
                </a:lnTo>
                <a:cubicBezTo>
                  <a:pt x="282" y="153"/>
                  <a:pt x="282" y="152"/>
                  <a:pt x="282" y="152"/>
                </a:cubicBezTo>
                <a:cubicBezTo>
                  <a:pt x="282" y="151"/>
                  <a:pt x="281" y="150"/>
                  <a:pt x="280" y="149"/>
                </a:cubicBezTo>
                <a:lnTo>
                  <a:pt x="270" y="135"/>
                </a:lnTo>
                <a:cubicBezTo>
                  <a:pt x="269" y="135"/>
                  <a:pt x="268" y="135"/>
                  <a:pt x="268" y="134"/>
                </a:cubicBezTo>
                <a:cubicBezTo>
                  <a:pt x="268" y="134"/>
                  <a:pt x="267" y="134"/>
                  <a:pt x="267" y="134"/>
                </a:cubicBezTo>
                <a:cubicBezTo>
                  <a:pt x="267" y="134"/>
                  <a:pt x="267" y="135"/>
                  <a:pt x="266" y="135"/>
                </a:cubicBezTo>
                <a:lnTo>
                  <a:pt x="266" y="134"/>
                </a:lnTo>
                <a:close/>
              </a:path>
              <a:path w="336" h="189">
                <a:moveTo>
                  <a:pt x="272" y="151"/>
                </a:moveTo>
                <a:lnTo>
                  <a:pt x="268" y="154"/>
                </a:lnTo>
                <a:lnTo>
                  <a:pt x="270" y="157"/>
                </a:lnTo>
                <a:cubicBezTo>
                  <a:pt x="270" y="158"/>
                  <a:pt x="270" y="159"/>
                  <a:pt x="271" y="159"/>
                </a:cubicBezTo>
                <a:cubicBezTo>
                  <a:pt x="271" y="160"/>
                  <a:pt x="271" y="160"/>
                  <a:pt x="272" y="160"/>
                </a:cubicBezTo>
                <a:cubicBezTo>
                  <a:pt x="272" y="160"/>
                  <a:pt x="272" y="160"/>
                  <a:pt x="273" y="160"/>
                </a:cubicBezTo>
                <a:lnTo>
                  <a:pt x="270" y="163"/>
                </a:lnTo>
                <a:lnTo>
                  <a:pt x="270" y="162"/>
                </a:lnTo>
                <a:cubicBezTo>
                  <a:pt x="270" y="162"/>
                  <a:pt x="270" y="161"/>
                  <a:pt x="270" y="161"/>
                </a:cubicBezTo>
                <a:cubicBezTo>
                  <a:pt x="270" y="160"/>
                  <a:pt x="270" y="159"/>
                  <a:pt x="269" y="157"/>
                </a:cubicBezTo>
                <a:lnTo>
                  <a:pt x="260" y="138"/>
                </a:lnTo>
                <a:lnTo>
                  <a:pt x="276" y="152"/>
                </a:lnTo>
                <a:cubicBezTo>
                  <a:pt x="277" y="153"/>
                  <a:pt x="278" y="154"/>
                  <a:pt x="279" y="154"/>
                </a:cubicBezTo>
                <a:cubicBezTo>
                  <a:pt x="279" y="154"/>
                  <a:pt x="280" y="154"/>
                  <a:pt x="280" y="154"/>
                </a:cubicBezTo>
                <a:lnTo>
                  <a:pt x="281" y="155"/>
                </a:lnTo>
                <a:lnTo>
                  <a:pt x="277" y="158"/>
                </a:lnTo>
                <a:lnTo>
                  <a:pt x="276" y="157"/>
                </a:lnTo>
                <a:cubicBezTo>
                  <a:pt x="277" y="157"/>
                  <a:pt x="277" y="156"/>
                  <a:pt x="277" y="156"/>
                </a:cubicBezTo>
                <a:cubicBezTo>
                  <a:pt x="277" y="156"/>
                  <a:pt x="277" y="155"/>
                  <a:pt x="276" y="155"/>
                </a:cubicBezTo>
                <a:cubicBezTo>
                  <a:pt x="276" y="155"/>
                  <a:pt x="276" y="154"/>
                  <a:pt x="275" y="153"/>
                </a:cubicBezTo>
                <a:lnTo>
                  <a:pt x="272" y="151"/>
                </a:lnTo>
                <a:close/>
                <a:moveTo>
                  <a:pt x="271" y="150"/>
                </a:moveTo>
                <a:lnTo>
                  <a:pt x="263" y="143"/>
                </a:lnTo>
                <a:lnTo>
                  <a:pt x="267" y="152"/>
                </a:lnTo>
                <a:lnTo>
                  <a:pt x="271" y="150"/>
                </a:lnTo>
                <a:close/>
              </a:path>
              <a:path w="336" h="189">
                <a:moveTo>
                  <a:pt x="319" y="86"/>
                </a:moveTo>
                <a:lnTo>
                  <a:pt x="320" y="81"/>
                </a:lnTo>
                <a:lnTo>
                  <a:pt x="313" y="79"/>
                </a:lnTo>
                <a:cubicBezTo>
                  <a:pt x="311" y="79"/>
                  <a:pt x="311" y="79"/>
                  <a:pt x="310" y="79"/>
                </a:cubicBezTo>
                <a:cubicBezTo>
                  <a:pt x="310" y="79"/>
                  <a:pt x="310" y="79"/>
                  <a:pt x="309" y="79"/>
                </a:cubicBezTo>
                <a:cubicBezTo>
                  <a:pt x="309" y="79"/>
                  <a:pt x="309" y="80"/>
                  <a:pt x="309" y="80"/>
                </a:cubicBezTo>
                <a:lnTo>
                  <a:pt x="308" y="80"/>
                </a:lnTo>
                <a:lnTo>
                  <a:pt x="309" y="75"/>
                </a:lnTo>
                <a:lnTo>
                  <a:pt x="310" y="75"/>
                </a:lnTo>
                <a:cubicBezTo>
                  <a:pt x="309" y="76"/>
                  <a:pt x="310" y="76"/>
                  <a:pt x="310" y="76"/>
                </a:cubicBezTo>
                <a:cubicBezTo>
                  <a:pt x="310" y="77"/>
                  <a:pt x="310" y="77"/>
                  <a:pt x="311" y="77"/>
                </a:cubicBezTo>
                <a:cubicBezTo>
                  <a:pt x="311" y="77"/>
                  <a:pt x="312" y="77"/>
                  <a:pt x="313" y="77"/>
                </a:cubicBezTo>
                <a:lnTo>
                  <a:pt x="330" y="80"/>
                </a:lnTo>
                <a:cubicBezTo>
                  <a:pt x="331" y="81"/>
                  <a:pt x="332" y="81"/>
                  <a:pt x="332" y="81"/>
                </a:cubicBezTo>
                <a:cubicBezTo>
                  <a:pt x="333" y="81"/>
                  <a:pt x="333" y="81"/>
                  <a:pt x="333" y="81"/>
                </a:cubicBezTo>
                <a:cubicBezTo>
                  <a:pt x="334" y="80"/>
                  <a:pt x="334" y="80"/>
                  <a:pt x="334" y="80"/>
                </a:cubicBezTo>
                <a:lnTo>
                  <a:pt x="334" y="79"/>
                </a:lnTo>
                <a:lnTo>
                  <a:pt x="335" y="80"/>
                </a:lnTo>
                <a:lnTo>
                  <a:pt x="334" y="85"/>
                </a:lnTo>
                <a:lnTo>
                  <a:pt x="333" y="85"/>
                </a:lnTo>
                <a:lnTo>
                  <a:pt x="333" y="84"/>
                </a:lnTo>
                <a:cubicBezTo>
                  <a:pt x="333" y="84"/>
                  <a:pt x="333" y="83"/>
                  <a:pt x="332" y="83"/>
                </a:cubicBezTo>
                <a:cubicBezTo>
                  <a:pt x="332" y="83"/>
                  <a:pt x="331" y="83"/>
                  <a:pt x="329" y="82"/>
                </a:cubicBezTo>
                <a:lnTo>
                  <a:pt x="322" y="81"/>
                </a:lnTo>
                <a:lnTo>
                  <a:pt x="320" y="87"/>
                </a:lnTo>
                <a:lnTo>
                  <a:pt x="328" y="88"/>
                </a:lnTo>
                <a:cubicBezTo>
                  <a:pt x="330" y="88"/>
                  <a:pt x="331" y="88"/>
                  <a:pt x="331" y="88"/>
                </a:cubicBezTo>
                <a:cubicBezTo>
                  <a:pt x="331" y="88"/>
                  <a:pt x="332" y="88"/>
                  <a:pt x="332" y="88"/>
                </a:cubicBezTo>
                <a:cubicBezTo>
                  <a:pt x="332" y="88"/>
                  <a:pt x="332" y="88"/>
                  <a:pt x="333" y="87"/>
                </a:cubicBezTo>
                <a:lnTo>
                  <a:pt x="332" y="92"/>
                </a:lnTo>
                <a:cubicBezTo>
                  <a:pt x="332" y="91"/>
                  <a:pt x="331" y="91"/>
                  <a:pt x="331" y="90"/>
                </a:cubicBezTo>
                <a:cubicBezTo>
                  <a:pt x="331" y="90"/>
                  <a:pt x="330" y="90"/>
                  <a:pt x="328" y="90"/>
                </a:cubicBezTo>
                <a:lnTo>
                  <a:pt x="311" y="87"/>
                </a:lnTo>
                <a:cubicBezTo>
                  <a:pt x="310" y="86"/>
                  <a:pt x="309" y="86"/>
                  <a:pt x="309" y="86"/>
                </a:cubicBezTo>
                <a:cubicBezTo>
                  <a:pt x="308" y="86"/>
                  <a:pt x="308" y="86"/>
                  <a:pt x="308" y="87"/>
                </a:cubicBezTo>
                <a:cubicBezTo>
                  <a:pt x="307" y="87"/>
                  <a:pt x="307" y="87"/>
                  <a:pt x="307" y="87"/>
                </a:cubicBezTo>
                <a:lnTo>
                  <a:pt x="307" y="88"/>
                </a:lnTo>
                <a:lnTo>
                  <a:pt x="306" y="88"/>
                </a:lnTo>
                <a:lnTo>
                  <a:pt x="307" y="82"/>
                </a:lnTo>
                <a:lnTo>
                  <a:pt x="308" y="82"/>
                </a:lnTo>
                <a:lnTo>
                  <a:pt x="308" y="83"/>
                </a:lnTo>
                <a:cubicBezTo>
                  <a:pt x="308" y="83"/>
                  <a:pt x="308" y="84"/>
                  <a:pt x="308" y="84"/>
                </a:cubicBezTo>
                <a:cubicBezTo>
                  <a:pt x="309" y="84"/>
                  <a:pt x="309" y="84"/>
                  <a:pt x="309" y="84"/>
                </a:cubicBezTo>
                <a:cubicBezTo>
                  <a:pt x="310" y="85"/>
                  <a:pt x="310" y="85"/>
                  <a:pt x="312" y="85"/>
                </a:cubicBezTo>
                <a:lnTo>
                  <a:pt x="319" y="86"/>
                </a:lnTo>
                <a:close/>
              </a:path>
              <a:path w="336" h="189">
                <a:moveTo>
                  <a:pt x="305" y="89"/>
                </a:moveTo>
                <a:lnTo>
                  <a:pt x="314" y="91"/>
                </a:lnTo>
                <a:cubicBezTo>
                  <a:pt x="311" y="91"/>
                  <a:pt x="309" y="91"/>
                  <a:pt x="308" y="92"/>
                </a:cubicBezTo>
                <a:cubicBezTo>
                  <a:pt x="307" y="92"/>
                  <a:pt x="306" y="93"/>
                  <a:pt x="306" y="94"/>
                </a:cubicBezTo>
                <a:cubicBezTo>
                  <a:pt x="305" y="95"/>
                  <a:pt x="306" y="95"/>
                  <a:pt x="306" y="96"/>
                </a:cubicBezTo>
                <a:cubicBezTo>
                  <a:pt x="307" y="97"/>
                  <a:pt x="308" y="98"/>
                  <a:pt x="310" y="99"/>
                </a:cubicBezTo>
                <a:cubicBezTo>
                  <a:pt x="312" y="99"/>
                  <a:pt x="314" y="100"/>
                  <a:pt x="317" y="101"/>
                </a:cubicBezTo>
                <a:cubicBezTo>
                  <a:pt x="320" y="101"/>
                  <a:pt x="322" y="101"/>
                  <a:pt x="323" y="101"/>
                </a:cubicBezTo>
                <a:cubicBezTo>
                  <a:pt x="325" y="101"/>
                  <a:pt x="327" y="101"/>
                  <a:pt x="328" y="100"/>
                </a:cubicBezTo>
                <a:cubicBezTo>
                  <a:pt x="329" y="100"/>
                  <a:pt x="329" y="99"/>
                  <a:pt x="330" y="98"/>
                </a:cubicBezTo>
                <a:cubicBezTo>
                  <a:pt x="330" y="97"/>
                  <a:pt x="330" y="97"/>
                  <a:pt x="329" y="96"/>
                </a:cubicBezTo>
                <a:cubicBezTo>
                  <a:pt x="328" y="95"/>
                  <a:pt x="327" y="94"/>
                  <a:pt x="325" y="93"/>
                </a:cubicBezTo>
                <a:lnTo>
                  <a:pt x="326" y="93"/>
                </a:lnTo>
                <a:cubicBezTo>
                  <a:pt x="328" y="94"/>
                  <a:pt x="329" y="95"/>
                  <a:pt x="330" y="96"/>
                </a:cubicBezTo>
                <a:cubicBezTo>
                  <a:pt x="331" y="97"/>
                  <a:pt x="331" y="98"/>
                  <a:pt x="331" y="99"/>
                </a:cubicBezTo>
                <a:cubicBezTo>
                  <a:pt x="331" y="101"/>
                  <a:pt x="329" y="102"/>
                  <a:pt x="325" y="103"/>
                </a:cubicBezTo>
                <a:cubicBezTo>
                  <a:pt x="323" y="103"/>
                  <a:pt x="320" y="103"/>
                  <a:pt x="317" y="103"/>
                </a:cubicBezTo>
                <a:cubicBezTo>
                  <a:pt x="314" y="102"/>
                  <a:pt x="312" y="101"/>
                  <a:pt x="310" y="100"/>
                </a:cubicBezTo>
                <a:cubicBezTo>
                  <a:pt x="308" y="99"/>
                  <a:pt x="306" y="98"/>
                  <a:pt x="305" y="97"/>
                </a:cubicBezTo>
                <a:cubicBezTo>
                  <a:pt x="304" y="96"/>
                  <a:pt x="304" y="95"/>
                  <a:pt x="304" y="94"/>
                </a:cubicBezTo>
                <a:cubicBezTo>
                  <a:pt x="304" y="93"/>
                  <a:pt x="305" y="92"/>
                  <a:pt x="306" y="91"/>
                </a:cubicBezTo>
                <a:cubicBezTo>
                  <a:pt x="306" y="91"/>
                  <a:pt x="307" y="91"/>
                  <a:pt x="307" y="91"/>
                </a:cubicBezTo>
                <a:cubicBezTo>
                  <a:pt x="307" y="91"/>
                  <a:pt x="307" y="90"/>
                  <a:pt x="306" y="90"/>
                </a:cubicBezTo>
                <a:cubicBezTo>
                  <a:pt x="306" y="90"/>
                  <a:pt x="306" y="90"/>
                  <a:pt x="305" y="90"/>
                </a:cubicBezTo>
                <a:lnTo>
                  <a:pt x="305" y="89"/>
                </a:lnTo>
                <a:close/>
              </a:path>
              <a:path w="336" h="189">
                <a:moveTo>
                  <a:pt x="300" y="104"/>
                </a:moveTo>
                <a:lnTo>
                  <a:pt x="309" y="109"/>
                </a:lnTo>
                <a:lnTo>
                  <a:pt x="311" y="106"/>
                </a:lnTo>
                <a:cubicBezTo>
                  <a:pt x="311" y="105"/>
                  <a:pt x="311" y="105"/>
                  <a:pt x="311" y="104"/>
                </a:cubicBezTo>
                <a:cubicBezTo>
                  <a:pt x="310" y="104"/>
                  <a:pt x="309" y="103"/>
                  <a:pt x="308" y="102"/>
                </a:cubicBezTo>
                <a:lnTo>
                  <a:pt x="317" y="106"/>
                </a:lnTo>
                <a:lnTo>
                  <a:pt x="316" y="106"/>
                </a:lnTo>
                <a:cubicBezTo>
                  <a:pt x="315" y="106"/>
                  <a:pt x="314" y="106"/>
                  <a:pt x="314" y="106"/>
                </a:cubicBezTo>
                <a:cubicBezTo>
                  <a:pt x="314" y="106"/>
                  <a:pt x="313" y="106"/>
                  <a:pt x="313" y="106"/>
                </a:cubicBezTo>
                <a:cubicBezTo>
                  <a:pt x="312" y="106"/>
                  <a:pt x="312" y="106"/>
                  <a:pt x="312" y="107"/>
                </a:cubicBezTo>
                <a:lnTo>
                  <a:pt x="311" y="109"/>
                </a:lnTo>
                <a:lnTo>
                  <a:pt x="319" y="113"/>
                </a:lnTo>
                <a:cubicBezTo>
                  <a:pt x="320" y="113"/>
                  <a:pt x="320" y="114"/>
                  <a:pt x="321" y="114"/>
                </a:cubicBezTo>
                <a:cubicBezTo>
                  <a:pt x="321" y="114"/>
                  <a:pt x="321" y="114"/>
                  <a:pt x="321" y="114"/>
                </a:cubicBezTo>
                <a:cubicBezTo>
                  <a:pt x="321" y="114"/>
                  <a:pt x="322" y="114"/>
                  <a:pt x="322" y="113"/>
                </a:cubicBezTo>
                <a:lnTo>
                  <a:pt x="323" y="111"/>
                </a:lnTo>
                <a:cubicBezTo>
                  <a:pt x="323" y="111"/>
                  <a:pt x="323" y="110"/>
                  <a:pt x="323" y="110"/>
                </a:cubicBezTo>
                <a:cubicBezTo>
                  <a:pt x="323" y="109"/>
                  <a:pt x="323" y="109"/>
                  <a:pt x="322" y="108"/>
                </a:cubicBezTo>
                <a:cubicBezTo>
                  <a:pt x="322" y="108"/>
                  <a:pt x="321" y="107"/>
                  <a:pt x="320" y="106"/>
                </a:cubicBezTo>
                <a:lnTo>
                  <a:pt x="320" y="105"/>
                </a:lnTo>
                <a:lnTo>
                  <a:pt x="325" y="109"/>
                </a:lnTo>
                <a:lnTo>
                  <a:pt x="321" y="118"/>
                </a:lnTo>
                <a:lnTo>
                  <a:pt x="320" y="118"/>
                </a:lnTo>
                <a:lnTo>
                  <a:pt x="321" y="118"/>
                </a:lnTo>
                <a:cubicBezTo>
                  <a:pt x="321" y="117"/>
                  <a:pt x="321" y="117"/>
                  <a:pt x="320" y="117"/>
                </a:cubicBezTo>
                <a:cubicBezTo>
                  <a:pt x="320" y="116"/>
                  <a:pt x="320" y="116"/>
                  <a:pt x="320" y="116"/>
                </a:cubicBezTo>
                <a:cubicBezTo>
                  <a:pt x="319" y="115"/>
                  <a:pt x="319" y="115"/>
                  <a:pt x="318" y="115"/>
                </a:cubicBezTo>
                <a:lnTo>
                  <a:pt x="302" y="107"/>
                </a:lnTo>
                <a:cubicBezTo>
                  <a:pt x="301" y="106"/>
                  <a:pt x="300" y="106"/>
                  <a:pt x="299" y="106"/>
                </a:cubicBezTo>
                <a:cubicBezTo>
                  <a:pt x="299" y="106"/>
                  <a:pt x="298" y="106"/>
                  <a:pt x="298" y="107"/>
                </a:cubicBezTo>
                <a:lnTo>
                  <a:pt x="297" y="107"/>
                </a:lnTo>
                <a:lnTo>
                  <a:pt x="301" y="98"/>
                </a:lnTo>
                <a:lnTo>
                  <a:pt x="307" y="100"/>
                </a:lnTo>
                <a:cubicBezTo>
                  <a:pt x="305" y="100"/>
                  <a:pt x="304" y="100"/>
                  <a:pt x="304" y="100"/>
                </a:cubicBezTo>
                <a:cubicBezTo>
                  <a:pt x="303" y="99"/>
                  <a:pt x="303" y="100"/>
                  <a:pt x="302" y="100"/>
                </a:cubicBezTo>
                <a:cubicBezTo>
                  <a:pt x="302" y="100"/>
                  <a:pt x="302" y="100"/>
                  <a:pt x="302" y="101"/>
                </a:cubicBezTo>
                <a:lnTo>
                  <a:pt x="300" y="104"/>
                </a:lnTo>
                <a:close/>
              </a:path>
              <a:path w="336" h="189">
                <a:moveTo>
                  <a:pt x="298" y="108"/>
                </a:moveTo>
                <a:lnTo>
                  <a:pt x="303" y="111"/>
                </a:lnTo>
                <a:cubicBezTo>
                  <a:pt x="302" y="111"/>
                  <a:pt x="301" y="110"/>
                  <a:pt x="301" y="110"/>
                </a:cubicBezTo>
                <a:cubicBezTo>
                  <a:pt x="300" y="110"/>
                  <a:pt x="299" y="110"/>
                  <a:pt x="299" y="110"/>
                </a:cubicBezTo>
                <a:cubicBezTo>
                  <a:pt x="299" y="110"/>
                  <a:pt x="298" y="111"/>
                  <a:pt x="298" y="111"/>
                </a:cubicBezTo>
                <a:lnTo>
                  <a:pt x="297" y="113"/>
                </a:lnTo>
                <a:lnTo>
                  <a:pt x="315" y="122"/>
                </a:lnTo>
                <a:cubicBezTo>
                  <a:pt x="316" y="123"/>
                  <a:pt x="317" y="123"/>
                  <a:pt x="318" y="123"/>
                </a:cubicBezTo>
                <a:cubicBezTo>
                  <a:pt x="318" y="123"/>
                  <a:pt x="319" y="123"/>
                  <a:pt x="319" y="123"/>
                </a:cubicBezTo>
                <a:lnTo>
                  <a:pt x="319" y="122"/>
                </a:lnTo>
                <a:lnTo>
                  <a:pt x="320" y="123"/>
                </a:lnTo>
                <a:lnTo>
                  <a:pt x="317" y="128"/>
                </a:lnTo>
                <a:lnTo>
                  <a:pt x="317" y="127"/>
                </a:lnTo>
                <a:cubicBezTo>
                  <a:pt x="317" y="126"/>
                  <a:pt x="317" y="126"/>
                  <a:pt x="317" y="125"/>
                </a:cubicBezTo>
                <a:cubicBezTo>
                  <a:pt x="316" y="125"/>
                  <a:pt x="315" y="124"/>
                  <a:pt x="314" y="124"/>
                </a:cubicBezTo>
                <a:lnTo>
                  <a:pt x="296" y="114"/>
                </a:lnTo>
                <a:lnTo>
                  <a:pt x="296" y="116"/>
                </a:lnTo>
                <a:cubicBezTo>
                  <a:pt x="295" y="116"/>
                  <a:pt x="295" y="117"/>
                  <a:pt x="295" y="117"/>
                </a:cubicBezTo>
                <a:cubicBezTo>
                  <a:pt x="295" y="117"/>
                  <a:pt x="296" y="118"/>
                  <a:pt x="296" y="118"/>
                </a:cubicBezTo>
                <a:cubicBezTo>
                  <a:pt x="297" y="119"/>
                  <a:pt x="297" y="120"/>
                  <a:pt x="298" y="120"/>
                </a:cubicBezTo>
                <a:lnTo>
                  <a:pt x="293" y="117"/>
                </a:lnTo>
                <a:lnTo>
                  <a:pt x="298" y="108"/>
                </a:lnTo>
                <a:close/>
              </a:path>
              <a:path w="336" h="189">
                <a:moveTo>
                  <a:pt x="307" y="54"/>
                </a:moveTo>
                <a:cubicBezTo>
                  <a:pt x="307" y="53"/>
                  <a:pt x="308" y="51"/>
                  <a:pt x="310" y="50"/>
                </a:cubicBezTo>
                <a:cubicBezTo>
                  <a:pt x="313" y="49"/>
                  <a:pt x="316" y="48"/>
                  <a:pt x="320" y="48"/>
                </a:cubicBezTo>
                <a:cubicBezTo>
                  <a:pt x="324" y="48"/>
                  <a:pt x="327" y="48"/>
                  <a:pt x="330" y="50"/>
                </a:cubicBezTo>
                <a:cubicBezTo>
                  <a:pt x="333" y="51"/>
                  <a:pt x="334" y="52"/>
                  <a:pt x="334" y="54"/>
                </a:cubicBezTo>
                <a:cubicBezTo>
                  <a:pt x="334" y="56"/>
                  <a:pt x="333" y="57"/>
                  <a:pt x="330" y="59"/>
                </a:cubicBezTo>
                <a:cubicBezTo>
                  <a:pt x="328" y="60"/>
                  <a:pt x="325" y="61"/>
                  <a:pt x="320" y="61"/>
                </a:cubicBezTo>
                <a:cubicBezTo>
                  <a:pt x="316" y="61"/>
                  <a:pt x="313" y="60"/>
                  <a:pt x="310" y="59"/>
                </a:cubicBezTo>
                <a:cubicBezTo>
                  <a:pt x="308" y="57"/>
                  <a:pt x="307" y="56"/>
                  <a:pt x="307" y="54"/>
                </a:cubicBezTo>
                <a:close/>
                <a:moveTo>
                  <a:pt x="308" y="55"/>
                </a:moveTo>
                <a:cubicBezTo>
                  <a:pt x="308" y="56"/>
                  <a:pt x="309" y="57"/>
                  <a:pt x="311" y="57"/>
                </a:cubicBezTo>
                <a:cubicBezTo>
                  <a:pt x="313" y="58"/>
                  <a:pt x="316" y="58"/>
                  <a:pt x="320" y="58"/>
                </a:cubicBezTo>
                <a:cubicBezTo>
                  <a:pt x="325" y="58"/>
                  <a:pt x="328" y="58"/>
                  <a:pt x="330" y="57"/>
                </a:cubicBezTo>
                <a:cubicBezTo>
                  <a:pt x="332" y="56"/>
                  <a:pt x="333" y="55"/>
                  <a:pt x="333" y="54"/>
                </a:cubicBezTo>
                <a:cubicBezTo>
                  <a:pt x="333" y="53"/>
                  <a:pt x="332" y="52"/>
                  <a:pt x="330" y="51"/>
                </a:cubicBezTo>
                <a:cubicBezTo>
                  <a:pt x="328" y="50"/>
                  <a:pt x="325" y="50"/>
                  <a:pt x="321" y="50"/>
                </a:cubicBezTo>
                <a:cubicBezTo>
                  <a:pt x="316" y="50"/>
                  <a:pt x="313" y="51"/>
                  <a:pt x="311" y="52"/>
                </a:cubicBezTo>
                <a:cubicBezTo>
                  <a:pt x="309" y="52"/>
                  <a:pt x="308" y="53"/>
                  <a:pt x="308" y="55"/>
                </a:cubicBezTo>
                <a:close/>
              </a:path>
              <a:path w="336" h="189">
                <a:moveTo>
                  <a:pt x="310" y="75"/>
                </a:moveTo>
                <a:lnTo>
                  <a:pt x="310" y="71"/>
                </a:lnTo>
                <a:lnTo>
                  <a:pt x="329" y="63"/>
                </a:lnTo>
                <a:lnTo>
                  <a:pt x="314" y="63"/>
                </a:lnTo>
                <a:cubicBezTo>
                  <a:pt x="313" y="63"/>
                  <a:pt x="312" y="63"/>
                  <a:pt x="311" y="63"/>
                </a:cubicBezTo>
                <a:cubicBezTo>
                  <a:pt x="311" y="63"/>
                  <a:pt x="310" y="64"/>
                  <a:pt x="310" y="64"/>
                </a:cubicBezTo>
                <a:lnTo>
                  <a:pt x="310" y="65"/>
                </a:lnTo>
                <a:lnTo>
                  <a:pt x="310" y="60"/>
                </a:lnTo>
                <a:lnTo>
                  <a:pt x="310" y="61"/>
                </a:lnTo>
                <a:cubicBezTo>
                  <a:pt x="310" y="61"/>
                  <a:pt x="311" y="62"/>
                  <a:pt x="311" y="62"/>
                </a:cubicBezTo>
                <a:cubicBezTo>
                  <a:pt x="312" y="62"/>
                  <a:pt x="313" y="62"/>
                  <a:pt x="314" y="62"/>
                </a:cubicBezTo>
                <a:lnTo>
                  <a:pt x="336" y="62"/>
                </a:lnTo>
                <a:lnTo>
                  <a:pt x="315" y="71"/>
                </a:lnTo>
                <a:lnTo>
                  <a:pt x="332" y="71"/>
                </a:lnTo>
                <a:cubicBezTo>
                  <a:pt x="333" y="71"/>
                  <a:pt x="334" y="71"/>
                  <a:pt x="335" y="70"/>
                </a:cubicBezTo>
                <a:cubicBezTo>
                  <a:pt x="335" y="70"/>
                  <a:pt x="335" y="70"/>
                  <a:pt x="335" y="69"/>
                </a:cubicBezTo>
                <a:lnTo>
                  <a:pt x="336" y="69"/>
                </a:lnTo>
                <a:lnTo>
                  <a:pt x="336" y="73"/>
                </a:lnTo>
                <a:lnTo>
                  <a:pt x="335" y="73"/>
                </a:lnTo>
                <a:cubicBezTo>
                  <a:pt x="335" y="72"/>
                  <a:pt x="335" y="72"/>
                  <a:pt x="334" y="72"/>
                </a:cubicBezTo>
                <a:cubicBezTo>
                  <a:pt x="334" y="72"/>
                  <a:pt x="333" y="72"/>
                  <a:pt x="332" y="72"/>
                </a:cubicBezTo>
                <a:lnTo>
                  <a:pt x="313" y="72"/>
                </a:lnTo>
                <a:cubicBezTo>
                  <a:pt x="312" y="72"/>
                  <a:pt x="312" y="73"/>
                  <a:pt x="311" y="73"/>
                </a:cubicBezTo>
                <a:cubicBezTo>
                  <a:pt x="311" y="73"/>
                  <a:pt x="311" y="73"/>
                  <a:pt x="311" y="74"/>
                </a:cubicBezTo>
                <a:cubicBezTo>
                  <a:pt x="311" y="74"/>
                  <a:pt x="311" y="74"/>
                  <a:pt x="311" y="75"/>
                </a:cubicBezTo>
                <a:lnTo>
                  <a:pt x="310" y="75"/>
                </a:lnTo>
                <a:close/>
              </a:path>
              <a:path w="336" h="189">
                <a:moveTo>
                  <a:pt x="301" y="38"/>
                </a:moveTo>
                <a:cubicBezTo>
                  <a:pt x="300" y="36"/>
                  <a:pt x="301" y="34"/>
                  <a:pt x="303" y="32"/>
                </a:cubicBezTo>
                <a:cubicBezTo>
                  <a:pt x="305" y="30"/>
                  <a:pt x="307" y="28"/>
                  <a:pt x="311" y="27"/>
                </a:cubicBezTo>
                <a:cubicBezTo>
                  <a:pt x="315" y="25"/>
                  <a:pt x="318" y="25"/>
                  <a:pt x="321" y="25"/>
                </a:cubicBezTo>
                <a:cubicBezTo>
                  <a:pt x="324" y="25"/>
                  <a:pt x="326" y="26"/>
                  <a:pt x="326" y="27"/>
                </a:cubicBezTo>
                <a:cubicBezTo>
                  <a:pt x="327" y="29"/>
                  <a:pt x="326" y="31"/>
                  <a:pt x="325" y="33"/>
                </a:cubicBezTo>
                <a:cubicBezTo>
                  <a:pt x="323" y="35"/>
                  <a:pt x="320" y="37"/>
                  <a:pt x="316" y="39"/>
                </a:cubicBezTo>
                <a:cubicBezTo>
                  <a:pt x="312" y="40"/>
                  <a:pt x="309" y="41"/>
                  <a:pt x="306" y="41"/>
                </a:cubicBezTo>
                <a:cubicBezTo>
                  <a:pt x="303" y="40"/>
                  <a:pt x="302" y="39"/>
                  <a:pt x="301" y="38"/>
                </a:cubicBezTo>
                <a:close/>
                <a:moveTo>
                  <a:pt x="302" y="38"/>
                </a:moveTo>
                <a:cubicBezTo>
                  <a:pt x="303" y="39"/>
                  <a:pt x="304" y="39"/>
                  <a:pt x="306" y="39"/>
                </a:cubicBezTo>
                <a:cubicBezTo>
                  <a:pt x="308" y="39"/>
                  <a:pt x="311" y="38"/>
                  <a:pt x="315" y="37"/>
                </a:cubicBezTo>
                <a:cubicBezTo>
                  <a:pt x="319" y="35"/>
                  <a:pt x="322" y="33"/>
                  <a:pt x="324" y="31"/>
                </a:cubicBezTo>
                <a:cubicBezTo>
                  <a:pt x="325" y="30"/>
                  <a:pt x="326" y="29"/>
                  <a:pt x="325" y="28"/>
                </a:cubicBezTo>
                <a:cubicBezTo>
                  <a:pt x="325" y="27"/>
                  <a:pt x="323" y="26"/>
                  <a:pt x="321" y="26"/>
                </a:cubicBezTo>
                <a:cubicBezTo>
                  <a:pt x="319" y="26"/>
                  <a:pt x="316" y="27"/>
                  <a:pt x="312" y="29"/>
                </a:cubicBezTo>
                <a:cubicBezTo>
                  <a:pt x="308" y="30"/>
                  <a:pt x="305" y="32"/>
                  <a:pt x="304" y="34"/>
                </a:cubicBezTo>
                <a:cubicBezTo>
                  <a:pt x="302" y="35"/>
                  <a:pt x="302" y="36"/>
                  <a:pt x="302" y="38"/>
                </a:cubicBezTo>
                <a:close/>
              </a:path>
              <a:path w="336" h="189">
                <a:moveTo>
                  <a:pt x="323" y="35"/>
                </a:moveTo>
                <a:lnTo>
                  <a:pt x="324" y="35"/>
                </a:lnTo>
                <a:lnTo>
                  <a:pt x="331" y="35"/>
                </a:lnTo>
                <a:lnTo>
                  <a:pt x="332" y="45"/>
                </a:lnTo>
                <a:cubicBezTo>
                  <a:pt x="331" y="44"/>
                  <a:pt x="331" y="44"/>
                  <a:pt x="330" y="44"/>
                </a:cubicBezTo>
                <a:cubicBezTo>
                  <a:pt x="330" y="44"/>
                  <a:pt x="329" y="44"/>
                  <a:pt x="327" y="44"/>
                </a:cubicBezTo>
                <a:lnTo>
                  <a:pt x="311" y="47"/>
                </a:lnTo>
                <a:cubicBezTo>
                  <a:pt x="309" y="47"/>
                  <a:pt x="308" y="47"/>
                  <a:pt x="308" y="47"/>
                </a:cubicBezTo>
                <a:cubicBezTo>
                  <a:pt x="307" y="48"/>
                  <a:pt x="307" y="48"/>
                  <a:pt x="307" y="49"/>
                </a:cubicBezTo>
                <a:lnTo>
                  <a:pt x="306" y="49"/>
                </a:lnTo>
                <a:lnTo>
                  <a:pt x="305" y="43"/>
                </a:lnTo>
                <a:lnTo>
                  <a:pt x="306" y="43"/>
                </a:lnTo>
                <a:cubicBezTo>
                  <a:pt x="306" y="44"/>
                  <a:pt x="306" y="44"/>
                  <a:pt x="307" y="45"/>
                </a:cubicBezTo>
                <a:cubicBezTo>
                  <a:pt x="307" y="45"/>
                  <a:pt x="307" y="45"/>
                  <a:pt x="308" y="45"/>
                </a:cubicBezTo>
                <a:cubicBezTo>
                  <a:pt x="308" y="45"/>
                  <a:pt x="309" y="45"/>
                  <a:pt x="311" y="45"/>
                </a:cubicBezTo>
                <a:lnTo>
                  <a:pt x="327" y="42"/>
                </a:lnTo>
                <a:cubicBezTo>
                  <a:pt x="328" y="42"/>
                  <a:pt x="329" y="42"/>
                  <a:pt x="329" y="42"/>
                </a:cubicBezTo>
                <a:cubicBezTo>
                  <a:pt x="330" y="41"/>
                  <a:pt x="330" y="41"/>
                  <a:pt x="330" y="41"/>
                </a:cubicBezTo>
                <a:cubicBezTo>
                  <a:pt x="330" y="41"/>
                  <a:pt x="330" y="40"/>
                  <a:pt x="330" y="40"/>
                </a:cubicBezTo>
                <a:lnTo>
                  <a:pt x="330" y="39"/>
                </a:lnTo>
                <a:cubicBezTo>
                  <a:pt x="330" y="38"/>
                  <a:pt x="329" y="37"/>
                  <a:pt x="329" y="37"/>
                </a:cubicBezTo>
                <a:cubicBezTo>
                  <a:pt x="329" y="36"/>
                  <a:pt x="328" y="36"/>
                  <a:pt x="327" y="36"/>
                </a:cubicBezTo>
                <a:cubicBezTo>
                  <a:pt x="326" y="36"/>
                  <a:pt x="325" y="35"/>
                  <a:pt x="323" y="35"/>
                </a:cubicBezTo>
                <a:close/>
              </a:path>
              <a:path w="336" h="189">
                <a:moveTo>
                  <a:pt x="286" y="18"/>
                </a:moveTo>
                <a:lnTo>
                  <a:pt x="283" y="14"/>
                </a:lnTo>
                <a:lnTo>
                  <a:pt x="284" y="14"/>
                </a:lnTo>
                <a:cubicBezTo>
                  <a:pt x="284" y="14"/>
                  <a:pt x="284" y="14"/>
                  <a:pt x="285" y="14"/>
                </a:cubicBezTo>
                <a:cubicBezTo>
                  <a:pt x="285" y="14"/>
                  <a:pt x="285" y="14"/>
                  <a:pt x="286" y="14"/>
                </a:cubicBezTo>
                <a:cubicBezTo>
                  <a:pt x="287" y="14"/>
                  <a:pt x="288" y="14"/>
                  <a:pt x="289" y="13"/>
                </a:cubicBezTo>
                <a:lnTo>
                  <a:pt x="298" y="9"/>
                </a:lnTo>
                <a:lnTo>
                  <a:pt x="303" y="4"/>
                </a:lnTo>
                <a:cubicBezTo>
                  <a:pt x="304" y="3"/>
                  <a:pt x="305" y="3"/>
                  <a:pt x="305" y="2"/>
                </a:cubicBezTo>
                <a:cubicBezTo>
                  <a:pt x="306" y="2"/>
                  <a:pt x="306" y="1"/>
                  <a:pt x="305" y="1"/>
                </a:cubicBezTo>
                <a:lnTo>
                  <a:pt x="305" y="0"/>
                </a:lnTo>
                <a:lnTo>
                  <a:pt x="309" y="4"/>
                </a:lnTo>
                <a:lnTo>
                  <a:pt x="309" y="5"/>
                </a:lnTo>
                <a:lnTo>
                  <a:pt x="308" y="4"/>
                </a:lnTo>
                <a:cubicBezTo>
                  <a:pt x="308" y="4"/>
                  <a:pt x="307" y="4"/>
                  <a:pt x="307" y="4"/>
                </a:cubicBezTo>
                <a:cubicBezTo>
                  <a:pt x="306" y="4"/>
                  <a:pt x="306" y="5"/>
                  <a:pt x="304" y="6"/>
                </a:cubicBezTo>
                <a:lnTo>
                  <a:pt x="300" y="10"/>
                </a:lnTo>
                <a:lnTo>
                  <a:pt x="294" y="20"/>
                </a:lnTo>
                <a:cubicBezTo>
                  <a:pt x="293" y="21"/>
                  <a:pt x="293" y="22"/>
                  <a:pt x="293" y="22"/>
                </a:cubicBezTo>
                <a:cubicBezTo>
                  <a:pt x="293" y="23"/>
                  <a:pt x="293" y="23"/>
                  <a:pt x="292" y="24"/>
                </a:cubicBezTo>
                <a:cubicBezTo>
                  <a:pt x="292" y="24"/>
                  <a:pt x="293" y="24"/>
                  <a:pt x="293" y="24"/>
                </a:cubicBezTo>
                <a:lnTo>
                  <a:pt x="292" y="25"/>
                </a:lnTo>
                <a:lnTo>
                  <a:pt x="288" y="21"/>
                </a:lnTo>
                <a:lnTo>
                  <a:pt x="289" y="20"/>
                </a:lnTo>
                <a:cubicBezTo>
                  <a:pt x="289" y="21"/>
                  <a:pt x="290" y="21"/>
                  <a:pt x="290" y="21"/>
                </a:cubicBezTo>
                <a:cubicBezTo>
                  <a:pt x="290" y="21"/>
                  <a:pt x="291" y="20"/>
                  <a:pt x="291" y="20"/>
                </a:cubicBezTo>
                <a:cubicBezTo>
                  <a:pt x="292" y="20"/>
                  <a:pt x="292" y="19"/>
                  <a:pt x="293" y="18"/>
                </a:cubicBezTo>
                <a:lnTo>
                  <a:pt x="297" y="10"/>
                </a:lnTo>
                <a:lnTo>
                  <a:pt x="290" y="14"/>
                </a:lnTo>
                <a:cubicBezTo>
                  <a:pt x="288" y="14"/>
                  <a:pt x="288" y="15"/>
                  <a:pt x="287" y="15"/>
                </a:cubicBezTo>
                <a:cubicBezTo>
                  <a:pt x="287" y="15"/>
                  <a:pt x="287" y="16"/>
                  <a:pt x="286" y="16"/>
                </a:cubicBezTo>
                <a:cubicBezTo>
                  <a:pt x="286" y="16"/>
                  <a:pt x="286" y="16"/>
                  <a:pt x="286" y="17"/>
                </a:cubicBezTo>
                <a:cubicBezTo>
                  <a:pt x="286" y="17"/>
                  <a:pt x="286" y="17"/>
                  <a:pt x="287" y="17"/>
                </a:cubicBezTo>
                <a:lnTo>
                  <a:pt x="286" y="18"/>
                </a:lnTo>
                <a:close/>
              </a:path>
              <a:path w="336" h="189">
                <a:moveTo>
                  <a:pt x="35" y="20"/>
                </a:moveTo>
                <a:lnTo>
                  <a:pt x="32" y="25"/>
                </a:lnTo>
                <a:lnTo>
                  <a:pt x="39" y="29"/>
                </a:lnTo>
                <a:cubicBezTo>
                  <a:pt x="40" y="29"/>
                  <a:pt x="41" y="30"/>
                  <a:pt x="41" y="30"/>
                </a:cubicBezTo>
                <a:cubicBezTo>
                  <a:pt x="42" y="30"/>
                  <a:pt x="42" y="30"/>
                  <a:pt x="42" y="30"/>
                </a:cubicBezTo>
                <a:cubicBezTo>
                  <a:pt x="43" y="30"/>
                  <a:pt x="43" y="30"/>
                  <a:pt x="43" y="29"/>
                </a:cubicBezTo>
                <a:lnTo>
                  <a:pt x="44" y="29"/>
                </a:lnTo>
                <a:lnTo>
                  <a:pt x="41" y="34"/>
                </a:lnTo>
                <a:lnTo>
                  <a:pt x="41" y="33"/>
                </a:lnTo>
                <a:cubicBezTo>
                  <a:pt x="41" y="33"/>
                  <a:pt x="41" y="33"/>
                  <a:pt x="41" y="33"/>
                </a:cubicBezTo>
                <a:cubicBezTo>
                  <a:pt x="41" y="32"/>
                  <a:pt x="41" y="32"/>
                  <a:pt x="40" y="32"/>
                </a:cubicBezTo>
                <a:cubicBezTo>
                  <a:pt x="40" y="31"/>
                  <a:pt x="39" y="31"/>
                  <a:pt x="38" y="30"/>
                </a:cubicBezTo>
                <a:lnTo>
                  <a:pt x="23" y="22"/>
                </a:lnTo>
                <a:cubicBezTo>
                  <a:pt x="22" y="21"/>
                  <a:pt x="21" y="21"/>
                  <a:pt x="21" y="21"/>
                </a:cubicBezTo>
                <a:cubicBezTo>
                  <a:pt x="21" y="21"/>
                  <a:pt x="20" y="21"/>
                  <a:pt x="20" y="21"/>
                </a:cubicBezTo>
                <a:cubicBezTo>
                  <a:pt x="19" y="21"/>
                  <a:pt x="19" y="21"/>
                  <a:pt x="19" y="21"/>
                </a:cubicBezTo>
                <a:lnTo>
                  <a:pt x="19" y="22"/>
                </a:lnTo>
                <a:lnTo>
                  <a:pt x="18" y="21"/>
                </a:lnTo>
                <a:lnTo>
                  <a:pt x="21" y="17"/>
                </a:lnTo>
                <a:lnTo>
                  <a:pt x="22" y="17"/>
                </a:lnTo>
                <a:lnTo>
                  <a:pt x="21" y="17"/>
                </a:lnTo>
                <a:cubicBezTo>
                  <a:pt x="21" y="18"/>
                  <a:pt x="21" y="18"/>
                  <a:pt x="22" y="19"/>
                </a:cubicBezTo>
                <a:cubicBezTo>
                  <a:pt x="22" y="19"/>
                  <a:pt x="23" y="20"/>
                  <a:pt x="24" y="20"/>
                </a:cubicBezTo>
                <a:lnTo>
                  <a:pt x="31" y="24"/>
                </a:lnTo>
                <a:lnTo>
                  <a:pt x="34" y="19"/>
                </a:lnTo>
                <a:lnTo>
                  <a:pt x="27" y="15"/>
                </a:lnTo>
                <a:cubicBezTo>
                  <a:pt x="26" y="15"/>
                  <a:pt x="25" y="14"/>
                  <a:pt x="25" y="14"/>
                </a:cubicBezTo>
                <a:cubicBezTo>
                  <a:pt x="24" y="14"/>
                  <a:pt x="24" y="14"/>
                  <a:pt x="24" y="14"/>
                </a:cubicBezTo>
                <a:cubicBezTo>
                  <a:pt x="23" y="14"/>
                  <a:pt x="23" y="14"/>
                  <a:pt x="23" y="14"/>
                </a:cubicBezTo>
                <a:lnTo>
                  <a:pt x="23" y="15"/>
                </a:lnTo>
                <a:lnTo>
                  <a:pt x="22" y="15"/>
                </a:lnTo>
                <a:lnTo>
                  <a:pt x="25" y="10"/>
                </a:lnTo>
                <a:cubicBezTo>
                  <a:pt x="25" y="11"/>
                  <a:pt x="25" y="11"/>
                  <a:pt x="25" y="12"/>
                </a:cubicBezTo>
                <a:cubicBezTo>
                  <a:pt x="26" y="12"/>
                  <a:pt x="27" y="13"/>
                  <a:pt x="28" y="14"/>
                </a:cubicBezTo>
                <a:lnTo>
                  <a:pt x="43" y="22"/>
                </a:lnTo>
                <a:cubicBezTo>
                  <a:pt x="44" y="22"/>
                  <a:pt x="45" y="23"/>
                  <a:pt x="45" y="23"/>
                </a:cubicBezTo>
                <a:cubicBezTo>
                  <a:pt x="45" y="23"/>
                  <a:pt x="46" y="23"/>
                  <a:pt x="46" y="23"/>
                </a:cubicBezTo>
                <a:cubicBezTo>
                  <a:pt x="46" y="23"/>
                  <a:pt x="47" y="23"/>
                  <a:pt x="47" y="23"/>
                </a:cubicBezTo>
                <a:lnTo>
                  <a:pt x="47" y="22"/>
                </a:lnTo>
                <a:lnTo>
                  <a:pt x="48" y="22"/>
                </a:lnTo>
                <a:lnTo>
                  <a:pt x="45" y="27"/>
                </a:lnTo>
                <a:lnTo>
                  <a:pt x="44" y="27"/>
                </a:lnTo>
                <a:lnTo>
                  <a:pt x="45" y="27"/>
                </a:lnTo>
                <a:cubicBezTo>
                  <a:pt x="45" y="26"/>
                  <a:pt x="45" y="26"/>
                  <a:pt x="45" y="26"/>
                </a:cubicBezTo>
                <a:cubicBezTo>
                  <a:pt x="45" y="25"/>
                  <a:pt x="44" y="25"/>
                  <a:pt x="44" y="25"/>
                </a:cubicBezTo>
                <a:cubicBezTo>
                  <a:pt x="44" y="25"/>
                  <a:pt x="43" y="24"/>
                  <a:pt x="42" y="23"/>
                </a:cubicBezTo>
                <a:lnTo>
                  <a:pt x="35" y="20"/>
                </a:lnTo>
                <a:close/>
              </a:path>
              <a:path w="336" h="189">
                <a:moveTo>
                  <a:pt x="36" y="43"/>
                </a:moveTo>
                <a:lnTo>
                  <a:pt x="36" y="43"/>
                </a:lnTo>
                <a:lnTo>
                  <a:pt x="34" y="47"/>
                </a:lnTo>
                <a:lnTo>
                  <a:pt x="33" y="47"/>
                </a:lnTo>
                <a:lnTo>
                  <a:pt x="34" y="47"/>
                </a:lnTo>
                <a:cubicBezTo>
                  <a:pt x="34" y="46"/>
                  <a:pt x="34" y="46"/>
                  <a:pt x="33" y="45"/>
                </a:cubicBezTo>
                <a:cubicBezTo>
                  <a:pt x="33" y="45"/>
                  <a:pt x="32" y="44"/>
                  <a:pt x="31" y="43"/>
                </a:cubicBezTo>
                <a:lnTo>
                  <a:pt x="21" y="38"/>
                </a:lnTo>
                <a:cubicBezTo>
                  <a:pt x="19" y="37"/>
                  <a:pt x="17" y="36"/>
                  <a:pt x="16" y="35"/>
                </a:cubicBezTo>
                <a:cubicBezTo>
                  <a:pt x="15" y="34"/>
                  <a:pt x="14" y="33"/>
                  <a:pt x="14" y="32"/>
                </a:cubicBezTo>
                <a:cubicBezTo>
                  <a:pt x="13" y="30"/>
                  <a:pt x="13" y="29"/>
                  <a:pt x="14" y="28"/>
                </a:cubicBezTo>
                <a:cubicBezTo>
                  <a:pt x="14" y="27"/>
                  <a:pt x="15" y="26"/>
                  <a:pt x="17" y="26"/>
                </a:cubicBezTo>
                <a:cubicBezTo>
                  <a:pt x="18" y="26"/>
                  <a:pt x="19" y="26"/>
                  <a:pt x="21" y="27"/>
                </a:cubicBezTo>
                <a:cubicBezTo>
                  <a:pt x="22" y="27"/>
                  <a:pt x="24" y="28"/>
                  <a:pt x="27" y="30"/>
                </a:cubicBezTo>
                <a:lnTo>
                  <a:pt x="36" y="35"/>
                </a:lnTo>
                <a:cubicBezTo>
                  <a:pt x="37" y="35"/>
                  <a:pt x="38" y="36"/>
                  <a:pt x="39" y="36"/>
                </a:cubicBezTo>
                <a:cubicBezTo>
                  <a:pt x="39" y="36"/>
                  <a:pt x="40" y="36"/>
                  <a:pt x="40" y="35"/>
                </a:cubicBezTo>
                <a:lnTo>
                  <a:pt x="41" y="35"/>
                </a:lnTo>
                <a:lnTo>
                  <a:pt x="38" y="40"/>
                </a:lnTo>
                <a:lnTo>
                  <a:pt x="37" y="40"/>
                </a:lnTo>
                <a:lnTo>
                  <a:pt x="38" y="39"/>
                </a:lnTo>
                <a:cubicBezTo>
                  <a:pt x="38" y="39"/>
                  <a:pt x="38" y="38"/>
                  <a:pt x="37" y="38"/>
                </a:cubicBezTo>
                <a:cubicBezTo>
                  <a:pt x="37" y="37"/>
                  <a:pt x="36" y="37"/>
                  <a:pt x="35" y="36"/>
                </a:cubicBezTo>
                <a:lnTo>
                  <a:pt x="25" y="31"/>
                </a:lnTo>
                <a:cubicBezTo>
                  <a:pt x="24" y="30"/>
                  <a:pt x="23" y="30"/>
                  <a:pt x="22" y="29"/>
                </a:cubicBezTo>
                <a:cubicBezTo>
                  <a:pt x="20" y="28"/>
                  <a:pt x="19" y="28"/>
                  <a:pt x="19" y="28"/>
                </a:cubicBezTo>
                <a:cubicBezTo>
                  <a:pt x="18" y="28"/>
                  <a:pt x="17" y="28"/>
                  <a:pt x="17" y="28"/>
                </a:cubicBezTo>
                <a:cubicBezTo>
                  <a:pt x="16" y="28"/>
                  <a:pt x="15" y="29"/>
                  <a:pt x="15" y="29"/>
                </a:cubicBezTo>
                <a:cubicBezTo>
                  <a:pt x="15" y="30"/>
                  <a:pt x="15" y="31"/>
                  <a:pt x="15" y="32"/>
                </a:cubicBezTo>
                <a:cubicBezTo>
                  <a:pt x="15" y="33"/>
                  <a:pt x="16" y="33"/>
                  <a:pt x="17" y="34"/>
                </a:cubicBezTo>
                <a:cubicBezTo>
                  <a:pt x="18" y="35"/>
                  <a:pt x="19" y="36"/>
                  <a:pt x="22" y="37"/>
                </a:cubicBezTo>
                <a:lnTo>
                  <a:pt x="31" y="43"/>
                </a:lnTo>
                <a:cubicBezTo>
                  <a:pt x="33" y="43"/>
                  <a:pt x="34" y="44"/>
                  <a:pt x="34" y="44"/>
                </a:cubicBezTo>
                <a:cubicBezTo>
                  <a:pt x="35" y="44"/>
                  <a:pt x="35" y="44"/>
                  <a:pt x="35" y="43"/>
                </a:cubicBezTo>
                <a:lnTo>
                  <a:pt x="36" y="43"/>
                </a:lnTo>
                <a:close/>
              </a:path>
              <a:path w="336" h="189">
                <a:moveTo>
                  <a:pt x="15" y="45"/>
                </a:moveTo>
                <a:lnTo>
                  <a:pt x="16" y="40"/>
                </a:lnTo>
                <a:lnTo>
                  <a:pt x="13" y="38"/>
                </a:lnTo>
                <a:cubicBezTo>
                  <a:pt x="12" y="37"/>
                  <a:pt x="11" y="37"/>
                  <a:pt x="11" y="37"/>
                </a:cubicBezTo>
                <a:cubicBezTo>
                  <a:pt x="11" y="37"/>
                  <a:pt x="10" y="37"/>
                  <a:pt x="10" y="37"/>
                </a:cubicBezTo>
                <a:cubicBezTo>
                  <a:pt x="9" y="37"/>
                  <a:pt x="9" y="37"/>
                  <a:pt x="9" y="38"/>
                </a:cubicBezTo>
                <a:lnTo>
                  <a:pt x="8" y="37"/>
                </a:lnTo>
                <a:lnTo>
                  <a:pt x="10" y="33"/>
                </a:lnTo>
                <a:lnTo>
                  <a:pt x="10" y="34"/>
                </a:lnTo>
                <a:cubicBezTo>
                  <a:pt x="10" y="34"/>
                  <a:pt x="10" y="35"/>
                  <a:pt x="11" y="35"/>
                </a:cubicBezTo>
                <a:cubicBezTo>
                  <a:pt x="11" y="36"/>
                  <a:pt x="12" y="36"/>
                  <a:pt x="14" y="37"/>
                </a:cubicBezTo>
                <a:lnTo>
                  <a:pt x="32" y="50"/>
                </a:lnTo>
                <a:lnTo>
                  <a:pt x="10" y="46"/>
                </a:lnTo>
                <a:cubicBezTo>
                  <a:pt x="8" y="46"/>
                  <a:pt x="7" y="46"/>
                  <a:pt x="7" y="46"/>
                </a:cubicBezTo>
                <a:cubicBezTo>
                  <a:pt x="6" y="46"/>
                  <a:pt x="6" y="46"/>
                  <a:pt x="5" y="47"/>
                </a:cubicBezTo>
                <a:lnTo>
                  <a:pt x="5" y="46"/>
                </a:lnTo>
                <a:lnTo>
                  <a:pt x="6" y="42"/>
                </a:lnTo>
                <a:lnTo>
                  <a:pt x="7" y="42"/>
                </a:lnTo>
                <a:cubicBezTo>
                  <a:pt x="7" y="42"/>
                  <a:pt x="7" y="43"/>
                  <a:pt x="7" y="43"/>
                </a:cubicBezTo>
                <a:cubicBezTo>
                  <a:pt x="7" y="43"/>
                  <a:pt x="8" y="44"/>
                  <a:pt x="8" y="44"/>
                </a:cubicBezTo>
                <a:cubicBezTo>
                  <a:pt x="9" y="44"/>
                  <a:pt x="10" y="44"/>
                  <a:pt x="11" y="44"/>
                </a:cubicBezTo>
                <a:lnTo>
                  <a:pt x="15" y="45"/>
                </a:lnTo>
                <a:close/>
                <a:moveTo>
                  <a:pt x="16" y="45"/>
                </a:moveTo>
                <a:lnTo>
                  <a:pt x="27" y="47"/>
                </a:lnTo>
                <a:lnTo>
                  <a:pt x="18" y="41"/>
                </a:lnTo>
                <a:lnTo>
                  <a:pt x="16" y="45"/>
                </a:lnTo>
                <a:close/>
              </a:path>
              <a:path w="336" h="189">
                <a:moveTo>
                  <a:pt x="29" y="62"/>
                </a:moveTo>
                <a:lnTo>
                  <a:pt x="5" y="52"/>
                </a:lnTo>
                <a:lnTo>
                  <a:pt x="5" y="57"/>
                </a:lnTo>
                <a:cubicBezTo>
                  <a:pt x="5" y="58"/>
                  <a:pt x="5" y="59"/>
                  <a:pt x="6" y="59"/>
                </a:cubicBezTo>
                <a:cubicBezTo>
                  <a:pt x="6" y="60"/>
                  <a:pt x="8" y="60"/>
                  <a:pt x="10" y="61"/>
                </a:cubicBezTo>
                <a:lnTo>
                  <a:pt x="3" y="60"/>
                </a:lnTo>
                <a:lnTo>
                  <a:pt x="4" y="49"/>
                </a:lnTo>
                <a:lnTo>
                  <a:pt x="28" y="59"/>
                </a:lnTo>
                <a:lnTo>
                  <a:pt x="28" y="55"/>
                </a:lnTo>
                <a:cubicBezTo>
                  <a:pt x="28" y="54"/>
                  <a:pt x="28" y="53"/>
                  <a:pt x="28" y="53"/>
                </a:cubicBezTo>
                <a:cubicBezTo>
                  <a:pt x="27" y="53"/>
                  <a:pt x="27" y="53"/>
                  <a:pt x="26" y="52"/>
                </a:cubicBezTo>
                <a:cubicBezTo>
                  <a:pt x="26" y="52"/>
                  <a:pt x="25" y="52"/>
                  <a:pt x="23" y="52"/>
                </a:cubicBezTo>
                <a:lnTo>
                  <a:pt x="23" y="51"/>
                </a:lnTo>
                <a:lnTo>
                  <a:pt x="30" y="52"/>
                </a:lnTo>
                <a:lnTo>
                  <a:pt x="29" y="62"/>
                </a:lnTo>
                <a:close/>
              </a:path>
              <a:path w="336" h="189">
                <a:moveTo>
                  <a:pt x="29" y="82"/>
                </a:moveTo>
                <a:cubicBezTo>
                  <a:pt x="29" y="84"/>
                  <a:pt x="28" y="85"/>
                  <a:pt x="25" y="87"/>
                </a:cubicBezTo>
                <a:cubicBezTo>
                  <a:pt x="22" y="88"/>
                  <a:pt x="19" y="89"/>
                  <a:pt x="15" y="89"/>
                </a:cubicBezTo>
                <a:cubicBezTo>
                  <a:pt x="11" y="89"/>
                  <a:pt x="8" y="89"/>
                  <a:pt x="5" y="87"/>
                </a:cubicBezTo>
                <a:cubicBezTo>
                  <a:pt x="3" y="86"/>
                  <a:pt x="1" y="85"/>
                  <a:pt x="1" y="83"/>
                </a:cubicBezTo>
                <a:cubicBezTo>
                  <a:pt x="1" y="81"/>
                  <a:pt x="2" y="80"/>
                  <a:pt x="5" y="78"/>
                </a:cubicBezTo>
                <a:cubicBezTo>
                  <a:pt x="7" y="77"/>
                  <a:pt x="11" y="76"/>
                  <a:pt x="15" y="76"/>
                </a:cubicBezTo>
                <a:cubicBezTo>
                  <a:pt x="19" y="76"/>
                  <a:pt x="22" y="77"/>
                  <a:pt x="25" y="78"/>
                </a:cubicBezTo>
                <a:cubicBezTo>
                  <a:pt x="27" y="79"/>
                  <a:pt x="29" y="80"/>
                  <a:pt x="29" y="82"/>
                </a:cubicBezTo>
                <a:close/>
                <a:moveTo>
                  <a:pt x="27" y="82"/>
                </a:moveTo>
                <a:cubicBezTo>
                  <a:pt x="27" y="81"/>
                  <a:pt x="26" y="80"/>
                  <a:pt x="25" y="79"/>
                </a:cubicBezTo>
                <a:cubicBezTo>
                  <a:pt x="22" y="78"/>
                  <a:pt x="19" y="78"/>
                  <a:pt x="15" y="78"/>
                </a:cubicBezTo>
                <a:cubicBezTo>
                  <a:pt x="11" y="79"/>
                  <a:pt x="7" y="79"/>
                  <a:pt x="5" y="80"/>
                </a:cubicBezTo>
                <a:cubicBezTo>
                  <a:pt x="3" y="81"/>
                  <a:pt x="2" y="82"/>
                  <a:pt x="3" y="83"/>
                </a:cubicBezTo>
                <a:cubicBezTo>
                  <a:pt x="3" y="84"/>
                  <a:pt x="4" y="85"/>
                  <a:pt x="6" y="86"/>
                </a:cubicBezTo>
                <a:cubicBezTo>
                  <a:pt x="8" y="87"/>
                  <a:pt x="11" y="87"/>
                  <a:pt x="15" y="87"/>
                </a:cubicBezTo>
                <a:cubicBezTo>
                  <a:pt x="19" y="87"/>
                  <a:pt x="23" y="86"/>
                  <a:pt x="25" y="85"/>
                </a:cubicBezTo>
                <a:cubicBezTo>
                  <a:pt x="26" y="84"/>
                  <a:pt x="27" y="83"/>
                  <a:pt x="27" y="82"/>
                </a:cubicBezTo>
                <a:close/>
              </a:path>
              <a:path w="336" h="189">
                <a:moveTo>
                  <a:pt x="16" y="66"/>
                </a:moveTo>
                <a:lnTo>
                  <a:pt x="15" y="72"/>
                </a:lnTo>
                <a:lnTo>
                  <a:pt x="22" y="73"/>
                </a:lnTo>
                <a:cubicBezTo>
                  <a:pt x="24" y="73"/>
                  <a:pt x="24" y="73"/>
                  <a:pt x="25" y="73"/>
                </a:cubicBezTo>
                <a:cubicBezTo>
                  <a:pt x="25" y="73"/>
                  <a:pt x="26" y="73"/>
                  <a:pt x="26" y="73"/>
                </a:cubicBezTo>
                <a:cubicBezTo>
                  <a:pt x="26" y="73"/>
                  <a:pt x="26" y="72"/>
                  <a:pt x="26" y="72"/>
                </a:cubicBezTo>
                <a:lnTo>
                  <a:pt x="27" y="72"/>
                </a:lnTo>
                <a:lnTo>
                  <a:pt x="26" y="77"/>
                </a:lnTo>
                <a:cubicBezTo>
                  <a:pt x="26" y="76"/>
                  <a:pt x="26" y="76"/>
                  <a:pt x="25" y="76"/>
                </a:cubicBezTo>
                <a:cubicBezTo>
                  <a:pt x="25" y="76"/>
                  <a:pt x="25" y="75"/>
                  <a:pt x="25" y="75"/>
                </a:cubicBezTo>
                <a:cubicBezTo>
                  <a:pt x="24" y="75"/>
                  <a:pt x="23" y="75"/>
                  <a:pt x="22" y="75"/>
                </a:cubicBezTo>
                <a:lnTo>
                  <a:pt x="5" y="73"/>
                </a:lnTo>
                <a:cubicBezTo>
                  <a:pt x="4" y="72"/>
                  <a:pt x="3" y="72"/>
                  <a:pt x="3" y="72"/>
                </a:cubicBezTo>
                <a:cubicBezTo>
                  <a:pt x="2" y="72"/>
                  <a:pt x="2" y="72"/>
                  <a:pt x="2" y="73"/>
                </a:cubicBezTo>
                <a:cubicBezTo>
                  <a:pt x="1" y="73"/>
                  <a:pt x="1" y="73"/>
                  <a:pt x="1" y="73"/>
                </a:cubicBezTo>
                <a:lnTo>
                  <a:pt x="1" y="74"/>
                </a:lnTo>
                <a:lnTo>
                  <a:pt x="0" y="74"/>
                </a:lnTo>
                <a:lnTo>
                  <a:pt x="1" y="68"/>
                </a:lnTo>
                <a:lnTo>
                  <a:pt x="2" y="68"/>
                </a:lnTo>
                <a:lnTo>
                  <a:pt x="2" y="69"/>
                </a:lnTo>
                <a:cubicBezTo>
                  <a:pt x="2" y="69"/>
                  <a:pt x="2" y="70"/>
                  <a:pt x="2" y="70"/>
                </a:cubicBezTo>
                <a:cubicBezTo>
                  <a:pt x="3" y="70"/>
                  <a:pt x="4" y="71"/>
                  <a:pt x="5" y="71"/>
                </a:cubicBezTo>
                <a:lnTo>
                  <a:pt x="13" y="72"/>
                </a:lnTo>
                <a:lnTo>
                  <a:pt x="14" y="66"/>
                </a:lnTo>
                <a:lnTo>
                  <a:pt x="6" y="65"/>
                </a:lnTo>
                <a:cubicBezTo>
                  <a:pt x="5" y="65"/>
                  <a:pt x="4" y="65"/>
                  <a:pt x="4" y="65"/>
                </a:cubicBezTo>
                <a:cubicBezTo>
                  <a:pt x="3" y="65"/>
                  <a:pt x="3" y="65"/>
                  <a:pt x="3" y="65"/>
                </a:cubicBezTo>
                <a:cubicBezTo>
                  <a:pt x="2" y="65"/>
                  <a:pt x="2" y="65"/>
                  <a:pt x="2" y="66"/>
                </a:cubicBezTo>
                <a:lnTo>
                  <a:pt x="1" y="66"/>
                </a:lnTo>
                <a:lnTo>
                  <a:pt x="2" y="60"/>
                </a:lnTo>
                <a:lnTo>
                  <a:pt x="3" y="61"/>
                </a:lnTo>
                <a:cubicBezTo>
                  <a:pt x="3" y="62"/>
                  <a:pt x="3" y="62"/>
                  <a:pt x="3" y="62"/>
                </a:cubicBezTo>
                <a:cubicBezTo>
                  <a:pt x="4" y="63"/>
                  <a:pt x="5" y="63"/>
                  <a:pt x="6" y="63"/>
                </a:cubicBezTo>
                <a:lnTo>
                  <a:pt x="23" y="65"/>
                </a:lnTo>
                <a:cubicBezTo>
                  <a:pt x="25" y="65"/>
                  <a:pt x="25" y="65"/>
                  <a:pt x="26" y="65"/>
                </a:cubicBezTo>
                <a:cubicBezTo>
                  <a:pt x="26" y="65"/>
                  <a:pt x="27" y="65"/>
                  <a:pt x="27" y="65"/>
                </a:cubicBezTo>
                <a:cubicBezTo>
                  <a:pt x="27" y="65"/>
                  <a:pt x="27" y="65"/>
                  <a:pt x="27" y="64"/>
                </a:cubicBezTo>
                <a:lnTo>
                  <a:pt x="28" y="64"/>
                </a:lnTo>
                <a:lnTo>
                  <a:pt x="27" y="69"/>
                </a:lnTo>
                <a:cubicBezTo>
                  <a:pt x="27" y="69"/>
                  <a:pt x="27" y="68"/>
                  <a:pt x="26" y="68"/>
                </a:cubicBezTo>
                <a:cubicBezTo>
                  <a:pt x="26" y="68"/>
                  <a:pt x="26" y="67"/>
                  <a:pt x="26" y="67"/>
                </a:cubicBezTo>
                <a:cubicBezTo>
                  <a:pt x="25" y="67"/>
                  <a:pt x="24" y="67"/>
                  <a:pt x="23" y="67"/>
                </a:cubicBezTo>
                <a:lnTo>
                  <a:pt x="16" y="66"/>
                </a:lnTo>
                <a:close/>
              </a:path>
              <a:path w="336" h="189">
                <a:moveTo>
                  <a:pt x="29" y="84"/>
                </a:moveTo>
                <a:lnTo>
                  <a:pt x="30" y="88"/>
                </a:lnTo>
                <a:lnTo>
                  <a:pt x="14" y="101"/>
                </a:lnTo>
                <a:lnTo>
                  <a:pt x="28" y="97"/>
                </a:lnTo>
                <a:cubicBezTo>
                  <a:pt x="30" y="96"/>
                  <a:pt x="31" y="96"/>
                  <a:pt x="31" y="95"/>
                </a:cubicBezTo>
                <a:cubicBezTo>
                  <a:pt x="32" y="95"/>
                  <a:pt x="32" y="95"/>
                  <a:pt x="32" y="94"/>
                </a:cubicBezTo>
                <a:lnTo>
                  <a:pt x="31" y="94"/>
                </a:lnTo>
                <a:lnTo>
                  <a:pt x="32" y="93"/>
                </a:lnTo>
                <a:lnTo>
                  <a:pt x="33" y="98"/>
                </a:lnTo>
                <a:cubicBezTo>
                  <a:pt x="32" y="97"/>
                  <a:pt x="32" y="97"/>
                  <a:pt x="31" y="97"/>
                </a:cubicBezTo>
                <a:cubicBezTo>
                  <a:pt x="31" y="97"/>
                  <a:pt x="30" y="97"/>
                  <a:pt x="29" y="97"/>
                </a:cubicBezTo>
                <a:lnTo>
                  <a:pt x="7" y="104"/>
                </a:lnTo>
                <a:lnTo>
                  <a:pt x="25" y="89"/>
                </a:lnTo>
                <a:lnTo>
                  <a:pt x="9" y="94"/>
                </a:lnTo>
                <a:cubicBezTo>
                  <a:pt x="8" y="95"/>
                  <a:pt x="7" y="95"/>
                  <a:pt x="7" y="95"/>
                </a:cubicBezTo>
                <a:cubicBezTo>
                  <a:pt x="6" y="96"/>
                  <a:pt x="6" y="96"/>
                  <a:pt x="6" y="97"/>
                </a:cubicBezTo>
                <a:lnTo>
                  <a:pt x="4" y="93"/>
                </a:lnTo>
                <a:lnTo>
                  <a:pt x="5" y="93"/>
                </a:lnTo>
                <a:cubicBezTo>
                  <a:pt x="5" y="94"/>
                  <a:pt x="6" y="94"/>
                  <a:pt x="6" y="94"/>
                </a:cubicBezTo>
                <a:cubicBezTo>
                  <a:pt x="7" y="94"/>
                  <a:pt x="8" y="94"/>
                  <a:pt x="9" y="93"/>
                </a:cubicBezTo>
                <a:lnTo>
                  <a:pt x="27" y="88"/>
                </a:lnTo>
                <a:cubicBezTo>
                  <a:pt x="27" y="87"/>
                  <a:pt x="28" y="87"/>
                  <a:pt x="28" y="86"/>
                </a:cubicBezTo>
                <a:cubicBezTo>
                  <a:pt x="28" y="86"/>
                  <a:pt x="28" y="86"/>
                  <a:pt x="29" y="85"/>
                </a:cubicBezTo>
                <a:cubicBezTo>
                  <a:pt x="29" y="85"/>
                  <a:pt x="29" y="85"/>
                  <a:pt x="28" y="84"/>
                </a:cubicBezTo>
                <a:lnTo>
                  <a:pt x="29" y="84"/>
                </a:lnTo>
                <a:close/>
              </a:path>
              <a:path w="336" h="189">
                <a:moveTo>
                  <a:pt x="38" y="107"/>
                </a:moveTo>
                <a:lnTo>
                  <a:pt x="30" y="110"/>
                </a:lnTo>
                <a:cubicBezTo>
                  <a:pt x="32" y="109"/>
                  <a:pt x="33" y="108"/>
                  <a:pt x="34" y="107"/>
                </a:cubicBezTo>
                <a:cubicBezTo>
                  <a:pt x="35" y="106"/>
                  <a:pt x="36" y="105"/>
                  <a:pt x="35" y="104"/>
                </a:cubicBezTo>
                <a:cubicBezTo>
                  <a:pt x="35" y="102"/>
                  <a:pt x="33" y="101"/>
                  <a:pt x="30" y="101"/>
                </a:cubicBezTo>
                <a:cubicBezTo>
                  <a:pt x="28" y="102"/>
                  <a:pt x="25" y="102"/>
                  <a:pt x="22" y="103"/>
                </a:cubicBezTo>
                <a:cubicBezTo>
                  <a:pt x="20" y="104"/>
                  <a:pt x="18" y="105"/>
                  <a:pt x="16" y="106"/>
                </a:cubicBezTo>
                <a:cubicBezTo>
                  <a:pt x="14" y="107"/>
                  <a:pt x="13" y="108"/>
                  <a:pt x="12" y="109"/>
                </a:cubicBezTo>
                <a:cubicBezTo>
                  <a:pt x="12" y="110"/>
                  <a:pt x="11" y="111"/>
                  <a:pt x="12" y="112"/>
                </a:cubicBezTo>
                <a:cubicBezTo>
                  <a:pt x="12" y="112"/>
                  <a:pt x="12" y="113"/>
                  <a:pt x="12" y="113"/>
                </a:cubicBezTo>
                <a:cubicBezTo>
                  <a:pt x="13" y="113"/>
                  <a:pt x="13" y="114"/>
                  <a:pt x="14" y="114"/>
                </a:cubicBezTo>
                <a:lnTo>
                  <a:pt x="21" y="112"/>
                </a:lnTo>
                <a:cubicBezTo>
                  <a:pt x="22" y="111"/>
                  <a:pt x="23" y="111"/>
                  <a:pt x="24" y="111"/>
                </a:cubicBezTo>
                <a:cubicBezTo>
                  <a:pt x="24" y="110"/>
                  <a:pt x="24" y="110"/>
                  <a:pt x="24" y="110"/>
                </a:cubicBezTo>
                <a:cubicBezTo>
                  <a:pt x="24" y="110"/>
                  <a:pt x="24" y="109"/>
                  <a:pt x="24" y="109"/>
                </a:cubicBezTo>
                <a:lnTo>
                  <a:pt x="25" y="108"/>
                </a:lnTo>
                <a:lnTo>
                  <a:pt x="27" y="113"/>
                </a:lnTo>
                <a:lnTo>
                  <a:pt x="26" y="113"/>
                </a:lnTo>
                <a:cubicBezTo>
                  <a:pt x="26" y="113"/>
                  <a:pt x="25" y="113"/>
                  <a:pt x="24" y="113"/>
                </a:cubicBezTo>
                <a:cubicBezTo>
                  <a:pt x="24" y="113"/>
                  <a:pt x="23" y="113"/>
                  <a:pt x="22" y="113"/>
                </a:cubicBezTo>
                <a:lnTo>
                  <a:pt x="14" y="116"/>
                </a:lnTo>
                <a:cubicBezTo>
                  <a:pt x="13" y="115"/>
                  <a:pt x="12" y="115"/>
                  <a:pt x="12" y="114"/>
                </a:cubicBezTo>
                <a:cubicBezTo>
                  <a:pt x="11" y="114"/>
                  <a:pt x="11" y="113"/>
                  <a:pt x="10" y="112"/>
                </a:cubicBezTo>
                <a:cubicBezTo>
                  <a:pt x="10" y="110"/>
                  <a:pt x="11" y="108"/>
                  <a:pt x="13" y="105"/>
                </a:cubicBezTo>
                <a:cubicBezTo>
                  <a:pt x="15" y="104"/>
                  <a:pt x="18" y="102"/>
                  <a:pt x="21" y="101"/>
                </a:cubicBezTo>
                <a:cubicBezTo>
                  <a:pt x="23" y="100"/>
                  <a:pt x="25" y="100"/>
                  <a:pt x="27" y="100"/>
                </a:cubicBezTo>
                <a:cubicBezTo>
                  <a:pt x="30" y="100"/>
                  <a:pt x="32" y="100"/>
                  <a:pt x="34" y="101"/>
                </a:cubicBezTo>
                <a:cubicBezTo>
                  <a:pt x="35" y="101"/>
                  <a:pt x="36" y="102"/>
                  <a:pt x="36" y="103"/>
                </a:cubicBezTo>
                <a:cubicBezTo>
                  <a:pt x="37" y="104"/>
                  <a:pt x="37" y="104"/>
                  <a:pt x="37" y="104"/>
                </a:cubicBezTo>
                <a:cubicBezTo>
                  <a:pt x="37" y="105"/>
                  <a:pt x="36" y="106"/>
                  <a:pt x="36" y="106"/>
                </a:cubicBezTo>
                <a:cubicBezTo>
                  <a:pt x="36" y="107"/>
                  <a:pt x="36" y="107"/>
                  <a:pt x="36" y="107"/>
                </a:cubicBezTo>
                <a:cubicBezTo>
                  <a:pt x="36" y="107"/>
                  <a:pt x="36" y="107"/>
                  <a:pt x="36" y="107"/>
                </a:cubicBezTo>
                <a:cubicBezTo>
                  <a:pt x="37" y="107"/>
                  <a:pt x="37" y="107"/>
                  <a:pt x="38" y="107"/>
                </a:cubicBezTo>
                <a:close/>
              </a:path>
              <a:path w="336" h="189">
                <a:moveTo>
                  <a:pt x="47" y="119"/>
                </a:moveTo>
                <a:lnTo>
                  <a:pt x="48" y="118"/>
                </a:lnTo>
                <a:lnTo>
                  <a:pt x="51" y="122"/>
                </a:lnTo>
                <a:lnTo>
                  <a:pt x="50" y="122"/>
                </a:lnTo>
                <a:cubicBezTo>
                  <a:pt x="49" y="121"/>
                  <a:pt x="49" y="121"/>
                  <a:pt x="48" y="122"/>
                </a:cubicBezTo>
                <a:cubicBezTo>
                  <a:pt x="48" y="122"/>
                  <a:pt x="47" y="122"/>
                  <a:pt x="46" y="123"/>
                </a:cubicBezTo>
                <a:lnTo>
                  <a:pt x="38" y="130"/>
                </a:lnTo>
                <a:cubicBezTo>
                  <a:pt x="36" y="132"/>
                  <a:pt x="34" y="133"/>
                  <a:pt x="33" y="134"/>
                </a:cubicBezTo>
                <a:cubicBezTo>
                  <a:pt x="31" y="135"/>
                  <a:pt x="30" y="135"/>
                  <a:pt x="29" y="135"/>
                </a:cubicBezTo>
                <a:cubicBezTo>
                  <a:pt x="27" y="135"/>
                  <a:pt x="26" y="135"/>
                  <a:pt x="26" y="134"/>
                </a:cubicBezTo>
                <a:cubicBezTo>
                  <a:pt x="25" y="133"/>
                  <a:pt x="24" y="131"/>
                  <a:pt x="25" y="130"/>
                </a:cubicBezTo>
                <a:cubicBezTo>
                  <a:pt x="25" y="129"/>
                  <a:pt x="26" y="128"/>
                  <a:pt x="27" y="126"/>
                </a:cubicBezTo>
                <a:cubicBezTo>
                  <a:pt x="27" y="126"/>
                  <a:pt x="29" y="124"/>
                  <a:pt x="32" y="122"/>
                </a:cubicBezTo>
                <a:lnTo>
                  <a:pt x="39" y="115"/>
                </a:lnTo>
                <a:cubicBezTo>
                  <a:pt x="41" y="114"/>
                  <a:pt x="41" y="114"/>
                  <a:pt x="42" y="113"/>
                </a:cubicBezTo>
                <a:cubicBezTo>
                  <a:pt x="42" y="113"/>
                  <a:pt x="42" y="112"/>
                  <a:pt x="42" y="112"/>
                </a:cubicBezTo>
                <a:lnTo>
                  <a:pt x="41" y="111"/>
                </a:lnTo>
                <a:lnTo>
                  <a:pt x="42" y="111"/>
                </a:lnTo>
                <a:lnTo>
                  <a:pt x="45" y="115"/>
                </a:lnTo>
                <a:lnTo>
                  <a:pt x="45" y="116"/>
                </a:lnTo>
                <a:lnTo>
                  <a:pt x="45" y="115"/>
                </a:lnTo>
                <a:cubicBezTo>
                  <a:pt x="44" y="115"/>
                  <a:pt x="44" y="115"/>
                  <a:pt x="43" y="115"/>
                </a:cubicBezTo>
                <a:cubicBezTo>
                  <a:pt x="43" y="115"/>
                  <a:pt x="42" y="116"/>
                  <a:pt x="41" y="117"/>
                </a:cubicBezTo>
                <a:lnTo>
                  <a:pt x="32" y="124"/>
                </a:lnTo>
                <a:cubicBezTo>
                  <a:pt x="31" y="125"/>
                  <a:pt x="30" y="126"/>
                  <a:pt x="29" y="127"/>
                </a:cubicBezTo>
                <a:cubicBezTo>
                  <a:pt x="28" y="127"/>
                  <a:pt x="28" y="128"/>
                  <a:pt x="27" y="129"/>
                </a:cubicBezTo>
                <a:cubicBezTo>
                  <a:pt x="27" y="130"/>
                  <a:pt x="26" y="130"/>
                  <a:pt x="26" y="131"/>
                </a:cubicBezTo>
                <a:cubicBezTo>
                  <a:pt x="26" y="132"/>
                  <a:pt x="26" y="132"/>
                  <a:pt x="27" y="133"/>
                </a:cubicBezTo>
                <a:cubicBezTo>
                  <a:pt x="27" y="133"/>
                  <a:pt x="28" y="134"/>
                  <a:pt x="29" y="134"/>
                </a:cubicBezTo>
                <a:cubicBezTo>
                  <a:pt x="30" y="134"/>
                  <a:pt x="31" y="133"/>
                  <a:pt x="32" y="133"/>
                </a:cubicBezTo>
                <a:cubicBezTo>
                  <a:pt x="33" y="132"/>
                  <a:pt x="35" y="131"/>
                  <a:pt x="37" y="129"/>
                </a:cubicBezTo>
                <a:lnTo>
                  <a:pt x="45" y="123"/>
                </a:lnTo>
                <a:cubicBezTo>
                  <a:pt x="47" y="122"/>
                  <a:pt x="47" y="121"/>
                  <a:pt x="48" y="120"/>
                </a:cubicBezTo>
                <a:cubicBezTo>
                  <a:pt x="48" y="120"/>
                  <a:pt x="48" y="119"/>
                  <a:pt x="47" y="119"/>
                </a:cubicBezTo>
                <a:close/>
              </a:path>
              <a:path w="336" h="189">
                <a:moveTo>
                  <a:pt x="51" y="121"/>
                </a:moveTo>
                <a:lnTo>
                  <a:pt x="53" y="123"/>
                </a:lnTo>
                <a:lnTo>
                  <a:pt x="46" y="143"/>
                </a:lnTo>
                <a:lnTo>
                  <a:pt x="56" y="132"/>
                </a:lnTo>
                <a:cubicBezTo>
                  <a:pt x="57" y="131"/>
                  <a:pt x="58" y="130"/>
                  <a:pt x="58" y="130"/>
                </a:cubicBezTo>
                <a:cubicBezTo>
                  <a:pt x="58" y="129"/>
                  <a:pt x="58" y="128"/>
                  <a:pt x="58" y="128"/>
                </a:cubicBezTo>
                <a:lnTo>
                  <a:pt x="57" y="128"/>
                </a:lnTo>
                <a:lnTo>
                  <a:pt x="58" y="127"/>
                </a:lnTo>
                <a:lnTo>
                  <a:pt x="61" y="130"/>
                </a:lnTo>
                <a:lnTo>
                  <a:pt x="61" y="131"/>
                </a:lnTo>
                <a:lnTo>
                  <a:pt x="60" y="131"/>
                </a:lnTo>
                <a:cubicBezTo>
                  <a:pt x="60" y="130"/>
                  <a:pt x="60" y="130"/>
                  <a:pt x="59" y="131"/>
                </a:cubicBezTo>
                <a:cubicBezTo>
                  <a:pt x="59" y="131"/>
                  <a:pt x="58" y="131"/>
                  <a:pt x="57" y="133"/>
                </a:cubicBezTo>
                <a:lnTo>
                  <a:pt x="42" y="149"/>
                </a:lnTo>
                <a:lnTo>
                  <a:pt x="50" y="127"/>
                </a:lnTo>
                <a:lnTo>
                  <a:pt x="39" y="140"/>
                </a:lnTo>
                <a:cubicBezTo>
                  <a:pt x="38" y="141"/>
                  <a:pt x="37" y="142"/>
                  <a:pt x="37" y="142"/>
                </a:cubicBezTo>
                <a:cubicBezTo>
                  <a:pt x="37" y="143"/>
                  <a:pt x="37" y="143"/>
                  <a:pt x="37" y="143"/>
                </a:cubicBezTo>
                <a:lnTo>
                  <a:pt x="38" y="144"/>
                </a:lnTo>
                <a:lnTo>
                  <a:pt x="37" y="144"/>
                </a:lnTo>
                <a:lnTo>
                  <a:pt x="34" y="141"/>
                </a:lnTo>
                <a:lnTo>
                  <a:pt x="35" y="141"/>
                </a:lnTo>
                <a:cubicBezTo>
                  <a:pt x="35" y="141"/>
                  <a:pt x="36" y="141"/>
                  <a:pt x="36" y="141"/>
                </a:cubicBezTo>
                <a:cubicBezTo>
                  <a:pt x="37" y="141"/>
                  <a:pt x="37" y="140"/>
                  <a:pt x="38" y="139"/>
                </a:cubicBezTo>
                <a:lnTo>
                  <a:pt x="50" y="125"/>
                </a:lnTo>
                <a:cubicBezTo>
                  <a:pt x="51" y="124"/>
                  <a:pt x="51" y="124"/>
                  <a:pt x="51" y="123"/>
                </a:cubicBezTo>
                <a:cubicBezTo>
                  <a:pt x="51" y="123"/>
                  <a:pt x="51" y="123"/>
                  <a:pt x="51" y="122"/>
                </a:cubicBezTo>
                <a:cubicBezTo>
                  <a:pt x="51" y="122"/>
                  <a:pt x="50" y="122"/>
                  <a:pt x="50" y="121"/>
                </a:cubicBezTo>
                <a:lnTo>
                  <a:pt x="51" y="121"/>
                </a:lnTo>
                <a:close/>
              </a:path>
              <a:path w="336" h="189">
                <a:moveTo>
                  <a:pt x="51" y="155"/>
                </a:moveTo>
                <a:lnTo>
                  <a:pt x="50" y="156"/>
                </a:lnTo>
                <a:lnTo>
                  <a:pt x="46" y="152"/>
                </a:lnTo>
                <a:lnTo>
                  <a:pt x="47" y="151"/>
                </a:lnTo>
                <a:lnTo>
                  <a:pt x="47" y="152"/>
                </a:lnTo>
                <a:cubicBezTo>
                  <a:pt x="47" y="152"/>
                  <a:pt x="48" y="152"/>
                  <a:pt x="49" y="152"/>
                </a:cubicBezTo>
                <a:cubicBezTo>
                  <a:pt x="49" y="152"/>
                  <a:pt x="50" y="151"/>
                  <a:pt x="51" y="150"/>
                </a:cubicBezTo>
                <a:lnTo>
                  <a:pt x="62" y="137"/>
                </a:lnTo>
                <a:cubicBezTo>
                  <a:pt x="63" y="136"/>
                  <a:pt x="63" y="135"/>
                  <a:pt x="63" y="135"/>
                </a:cubicBezTo>
                <a:cubicBezTo>
                  <a:pt x="64" y="134"/>
                  <a:pt x="64" y="134"/>
                  <a:pt x="64" y="134"/>
                </a:cubicBezTo>
                <a:cubicBezTo>
                  <a:pt x="64" y="133"/>
                  <a:pt x="64" y="133"/>
                  <a:pt x="63" y="133"/>
                </a:cubicBezTo>
                <a:lnTo>
                  <a:pt x="63" y="132"/>
                </a:lnTo>
                <a:lnTo>
                  <a:pt x="68" y="136"/>
                </a:lnTo>
                <a:lnTo>
                  <a:pt x="67" y="136"/>
                </a:lnTo>
                <a:cubicBezTo>
                  <a:pt x="66" y="136"/>
                  <a:pt x="66" y="136"/>
                  <a:pt x="65" y="136"/>
                </a:cubicBezTo>
                <a:cubicBezTo>
                  <a:pt x="65" y="136"/>
                  <a:pt x="64" y="137"/>
                  <a:pt x="63" y="138"/>
                </a:cubicBezTo>
                <a:lnTo>
                  <a:pt x="52" y="151"/>
                </a:lnTo>
                <a:cubicBezTo>
                  <a:pt x="51" y="152"/>
                  <a:pt x="51" y="153"/>
                  <a:pt x="50" y="153"/>
                </a:cubicBezTo>
                <a:cubicBezTo>
                  <a:pt x="50" y="153"/>
                  <a:pt x="50" y="153"/>
                  <a:pt x="50" y="154"/>
                </a:cubicBezTo>
                <a:cubicBezTo>
                  <a:pt x="50" y="154"/>
                  <a:pt x="50" y="155"/>
                  <a:pt x="51" y="155"/>
                </a:cubicBezTo>
                <a:close/>
              </a:path>
              <a:path w="336" h="189">
                <a:moveTo>
                  <a:pt x="81" y="143"/>
                </a:moveTo>
                <a:lnTo>
                  <a:pt x="80" y="143"/>
                </a:lnTo>
                <a:cubicBezTo>
                  <a:pt x="80" y="143"/>
                  <a:pt x="79" y="143"/>
                  <a:pt x="79" y="144"/>
                </a:cubicBezTo>
                <a:cubicBezTo>
                  <a:pt x="78" y="144"/>
                  <a:pt x="78" y="145"/>
                  <a:pt x="77" y="146"/>
                </a:cubicBezTo>
                <a:lnTo>
                  <a:pt x="61" y="163"/>
                </a:lnTo>
                <a:lnTo>
                  <a:pt x="61" y="162"/>
                </a:lnTo>
                <a:lnTo>
                  <a:pt x="68" y="140"/>
                </a:lnTo>
                <a:cubicBezTo>
                  <a:pt x="69" y="139"/>
                  <a:pt x="69" y="139"/>
                  <a:pt x="69" y="138"/>
                </a:cubicBezTo>
                <a:cubicBezTo>
                  <a:pt x="69" y="138"/>
                  <a:pt x="69" y="137"/>
                  <a:pt x="69" y="137"/>
                </a:cubicBezTo>
                <a:cubicBezTo>
                  <a:pt x="69" y="137"/>
                  <a:pt x="69" y="137"/>
                  <a:pt x="68" y="136"/>
                </a:cubicBezTo>
                <a:lnTo>
                  <a:pt x="69" y="136"/>
                </a:lnTo>
                <a:lnTo>
                  <a:pt x="73" y="138"/>
                </a:lnTo>
                <a:lnTo>
                  <a:pt x="73" y="139"/>
                </a:lnTo>
                <a:cubicBezTo>
                  <a:pt x="72" y="139"/>
                  <a:pt x="72" y="139"/>
                  <a:pt x="72" y="139"/>
                </a:cubicBezTo>
                <a:cubicBezTo>
                  <a:pt x="71" y="139"/>
                  <a:pt x="71" y="139"/>
                  <a:pt x="71" y="140"/>
                </a:cubicBezTo>
                <a:cubicBezTo>
                  <a:pt x="71" y="140"/>
                  <a:pt x="70" y="141"/>
                  <a:pt x="70" y="143"/>
                </a:cubicBezTo>
                <a:lnTo>
                  <a:pt x="65" y="158"/>
                </a:lnTo>
                <a:lnTo>
                  <a:pt x="75" y="146"/>
                </a:lnTo>
                <a:cubicBezTo>
                  <a:pt x="76" y="145"/>
                  <a:pt x="77" y="144"/>
                  <a:pt x="77" y="144"/>
                </a:cubicBezTo>
                <a:cubicBezTo>
                  <a:pt x="77" y="143"/>
                  <a:pt x="77" y="143"/>
                  <a:pt x="77" y="143"/>
                </a:cubicBezTo>
                <a:cubicBezTo>
                  <a:pt x="77" y="142"/>
                  <a:pt x="77" y="142"/>
                  <a:pt x="77" y="141"/>
                </a:cubicBezTo>
                <a:cubicBezTo>
                  <a:pt x="77" y="141"/>
                  <a:pt x="77" y="141"/>
                  <a:pt x="77" y="141"/>
                </a:cubicBezTo>
                <a:lnTo>
                  <a:pt x="81" y="143"/>
                </a:lnTo>
                <a:close/>
              </a:path>
              <a:path w="336" h="189">
                <a:moveTo>
                  <a:pt x="153" y="160"/>
                </a:moveTo>
                <a:cubicBezTo>
                  <a:pt x="155" y="160"/>
                  <a:pt x="156" y="161"/>
                  <a:pt x="157" y="164"/>
                </a:cubicBezTo>
                <a:cubicBezTo>
                  <a:pt x="159" y="166"/>
                  <a:pt x="159" y="170"/>
                  <a:pt x="159" y="174"/>
                </a:cubicBezTo>
                <a:cubicBezTo>
                  <a:pt x="159" y="178"/>
                  <a:pt x="159" y="181"/>
                  <a:pt x="157" y="184"/>
                </a:cubicBezTo>
                <a:cubicBezTo>
                  <a:pt x="156" y="186"/>
                  <a:pt x="155" y="187"/>
                  <a:pt x="153" y="187"/>
                </a:cubicBezTo>
                <a:cubicBezTo>
                  <a:pt x="151" y="187"/>
                  <a:pt x="150" y="186"/>
                  <a:pt x="148" y="184"/>
                </a:cubicBezTo>
                <a:cubicBezTo>
                  <a:pt x="147" y="181"/>
                  <a:pt x="147" y="178"/>
                  <a:pt x="147" y="174"/>
                </a:cubicBezTo>
                <a:cubicBezTo>
                  <a:pt x="147" y="169"/>
                  <a:pt x="147" y="166"/>
                  <a:pt x="149" y="163"/>
                </a:cubicBezTo>
                <a:cubicBezTo>
                  <a:pt x="150" y="161"/>
                  <a:pt x="151" y="160"/>
                  <a:pt x="153" y="160"/>
                </a:cubicBezTo>
                <a:close/>
                <a:moveTo>
                  <a:pt x="153" y="161"/>
                </a:moveTo>
                <a:cubicBezTo>
                  <a:pt x="152" y="161"/>
                  <a:pt x="151" y="162"/>
                  <a:pt x="150" y="164"/>
                </a:cubicBezTo>
                <a:cubicBezTo>
                  <a:pt x="149" y="166"/>
                  <a:pt x="149" y="169"/>
                  <a:pt x="149" y="174"/>
                </a:cubicBezTo>
                <a:cubicBezTo>
                  <a:pt x="149" y="178"/>
                  <a:pt x="149" y="181"/>
                  <a:pt x="150" y="183"/>
                </a:cubicBezTo>
                <a:cubicBezTo>
                  <a:pt x="151" y="185"/>
                  <a:pt x="152" y="186"/>
                  <a:pt x="153" y="186"/>
                </a:cubicBezTo>
                <a:cubicBezTo>
                  <a:pt x="154" y="186"/>
                  <a:pt x="155" y="185"/>
                  <a:pt x="156" y="183"/>
                </a:cubicBezTo>
                <a:cubicBezTo>
                  <a:pt x="157" y="181"/>
                  <a:pt x="157" y="178"/>
                  <a:pt x="157" y="174"/>
                </a:cubicBezTo>
                <a:cubicBezTo>
                  <a:pt x="157" y="170"/>
                  <a:pt x="157" y="166"/>
                  <a:pt x="156" y="164"/>
                </a:cubicBezTo>
                <a:cubicBezTo>
                  <a:pt x="155" y="162"/>
                  <a:pt x="154" y="161"/>
                  <a:pt x="153" y="161"/>
                </a:cubicBezTo>
                <a:close/>
              </a:path>
              <a:path w="336" h="189">
                <a:moveTo>
                  <a:pt x="165" y="162"/>
                </a:moveTo>
                <a:lnTo>
                  <a:pt x="165" y="172"/>
                </a:lnTo>
                <a:lnTo>
                  <a:pt x="167" y="172"/>
                </a:lnTo>
                <a:cubicBezTo>
                  <a:pt x="168" y="172"/>
                  <a:pt x="168" y="172"/>
                  <a:pt x="168" y="172"/>
                </a:cubicBezTo>
                <a:cubicBezTo>
                  <a:pt x="168" y="171"/>
                  <a:pt x="169" y="170"/>
                  <a:pt x="169" y="169"/>
                </a:cubicBezTo>
                <a:lnTo>
                  <a:pt x="169" y="178"/>
                </a:lnTo>
                <a:cubicBezTo>
                  <a:pt x="169" y="177"/>
                  <a:pt x="169" y="176"/>
                  <a:pt x="169" y="175"/>
                </a:cubicBezTo>
                <a:cubicBezTo>
                  <a:pt x="168" y="175"/>
                  <a:pt x="168" y="175"/>
                  <a:pt x="168" y="174"/>
                </a:cubicBezTo>
                <a:cubicBezTo>
                  <a:pt x="168" y="174"/>
                  <a:pt x="167" y="174"/>
                  <a:pt x="167" y="174"/>
                </a:cubicBezTo>
                <a:lnTo>
                  <a:pt x="165" y="174"/>
                </a:lnTo>
                <a:lnTo>
                  <a:pt x="165" y="182"/>
                </a:lnTo>
                <a:cubicBezTo>
                  <a:pt x="165" y="184"/>
                  <a:pt x="165" y="184"/>
                  <a:pt x="165" y="185"/>
                </a:cubicBezTo>
                <a:cubicBezTo>
                  <a:pt x="165" y="185"/>
                  <a:pt x="165" y="185"/>
                  <a:pt x="165" y="186"/>
                </a:cubicBezTo>
                <a:cubicBezTo>
                  <a:pt x="165" y="186"/>
                  <a:pt x="166" y="186"/>
                  <a:pt x="166" y="186"/>
                </a:cubicBezTo>
                <a:lnTo>
                  <a:pt x="167" y="186"/>
                </a:lnTo>
                <a:lnTo>
                  <a:pt x="167" y="187"/>
                </a:lnTo>
                <a:lnTo>
                  <a:pt x="161" y="187"/>
                </a:lnTo>
                <a:lnTo>
                  <a:pt x="161" y="186"/>
                </a:lnTo>
                <a:cubicBezTo>
                  <a:pt x="162" y="186"/>
                  <a:pt x="162" y="186"/>
                  <a:pt x="163" y="185"/>
                </a:cubicBezTo>
                <a:cubicBezTo>
                  <a:pt x="163" y="185"/>
                  <a:pt x="163" y="184"/>
                  <a:pt x="163" y="182"/>
                </a:cubicBezTo>
                <a:lnTo>
                  <a:pt x="163" y="165"/>
                </a:lnTo>
                <a:cubicBezTo>
                  <a:pt x="163" y="164"/>
                  <a:pt x="163" y="163"/>
                  <a:pt x="163" y="163"/>
                </a:cubicBezTo>
                <a:cubicBezTo>
                  <a:pt x="163" y="162"/>
                  <a:pt x="162" y="162"/>
                  <a:pt x="162" y="162"/>
                </a:cubicBezTo>
                <a:cubicBezTo>
                  <a:pt x="162" y="161"/>
                  <a:pt x="162" y="161"/>
                  <a:pt x="161" y="161"/>
                </a:cubicBezTo>
                <a:lnTo>
                  <a:pt x="171" y="161"/>
                </a:lnTo>
                <a:lnTo>
                  <a:pt x="171" y="166"/>
                </a:lnTo>
                <a:lnTo>
                  <a:pt x="170" y="166"/>
                </a:lnTo>
                <a:cubicBezTo>
                  <a:pt x="170" y="165"/>
                  <a:pt x="170" y="164"/>
                  <a:pt x="170" y="164"/>
                </a:cubicBezTo>
                <a:cubicBezTo>
                  <a:pt x="170" y="163"/>
                  <a:pt x="169" y="163"/>
                  <a:pt x="169" y="162"/>
                </a:cubicBezTo>
                <a:cubicBezTo>
                  <a:pt x="169" y="162"/>
                  <a:pt x="168" y="162"/>
                  <a:pt x="168" y="162"/>
                </a:cubicBezTo>
                <a:lnTo>
                  <a:pt x="165" y="162"/>
                </a:lnTo>
                <a:close/>
              </a:path>
              <a:path w="336" h="189">
                <a:moveTo>
                  <a:pt x="92" y="176"/>
                </a:moveTo>
                <a:lnTo>
                  <a:pt x="89" y="175"/>
                </a:lnTo>
                <a:lnTo>
                  <a:pt x="91" y="162"/>
                </a:lnTo>
                <a:cubicBezTo>
                  <a:pt x="90" y="162"/>
                  <a:pt x="90" y="161"/>
                  <a:pt x="90" y="161"/>
                </a:cubicBezTo>
                <a:cubicBezTo>
                  <a:pt x="90" y="161"/>
                  <a:pt x="90" y="161"/>
                  <a:pt x="90" y="161"/>
                </a:cubicBezTo>
                <a:cubicBezTo>
                  <a:pt x="90" y="161"/>
                  <a:pt x="90" y="161"/>
                  <a:pt x="89" y="161"/>
                </a:cubicBezTo>
                <a:lnTo>
                  <a:pt x="86" y="168"/>
                </a:lnTo>
                <a:cubicBezTo>
                  <a:pt x="85" y="169"/>
                  <a:pt x="85" y="170"/>
                  <a:pt x="84" y="171"/>
                </a:cubicBezTo>
                <a:cubicBezTo>
                  <a:pt x="84" y="171"/>
                  <a:pt x="85" y="172"/>
                  <a:pt x="85" y="172"/>
                </a:cubicBezTo>
                <a:lnTo>
                  <a:pt x="85" y="173"/>
                </a:lnTo>
                <a:lnTo>
                  <a:pt x="80" y="170"/>
                </a:lnTo>
                <a:lnTo>
                  <a:pt x="81" y="169"/>
                </a:lnTo>
                <a:lnTo>
                  <a:pt x="81" y="170"/>
                </a:lnTo>
                <a:cubicBezTo>
                  <a:pt x="81" y="170"/>
                  <a:pt x="82" y="170"/>
                  <a:pt x="83" y="169"/>
                </a:cubicBezTo>
                <a:cubicBezTo>
                  <a:pt x="83" y="169"/>
                  <a:pt x="83" y="168"/>
                  <a:pt x="84" y="167"/>
                </a:cubicBezTo>
                <a:lnTo>
                  <a:pt x="92" y="152"/>
                </a:lnTo>
                <a:cubicBezTo>
                  <a:pt x="93" y="151"/>
                  <a:pt x="94" y="150"/>
                  <a:pt x="94" y="149"/>
                </a:cubicBezTo>
                <a:cubicBezTo>
                  <a:pt x="94" y="149"/>
                  <a:pt x="94" y="148"/>
                  <a:pt x="93" y="148"/>
                </a:cubicBezTo>
                <a:lnTo>
                  <a:pt x="93" y="147"/>
                </a:lnTo>
                <a:lnTo>
                  <a:pt x="97" y="149"/>
                </a:lnTo>
                <a:cubicBezTo>
                  <a:pt x="98" y="150"/>
                  <a:pt x="99" y="151"/>
                  <a:pt x="100" y="151"/>
                </a:cubicBezTo>
                <a:cubicBezTo>
                  <a:pt x="100" y="152"/>
                  <a:pt x="100" y="153"/>
                  <a:pt x="100" y="154"/>
                </a:cubicBezTo>
                <a:cubicBezTo>
                  <a:pt x="100" y="155"/>
                  <a:pt x="99" y="157"/>
                  <a:pt x="99" y="158"/>
                </a:cubicBezTo>
                <a:cubicBezTo>
                  <a:pt x="98" y="159"/>
                  <a:pt x="97" y="160"/>
                  <a:pt x="96" y="161"/>
                </a:cubicBezTo>
                <a:cubicBezTo>
                  <a:pt x="95" y="162"/>
                  <a:pt x="94" y="162"/>
                  <a:pt x="93" y="162"/>
                </a:cubicBezTo>
                <a:lnTo>
                  <a:pt x="91" y="170"/>
                </a:lnTo>
                <a:cubicBezTo>
                  <a:pt x="91" y="172"/>
                  <a:pt x="91" y="173"/>
                  <a:pt x="91" y="174"/>
                </a:cubicBezTo>
                <a:cubicBezTo>
                  <a:pt x="91" y="175"/>
                  <a:pt x="91" y="175"/>
                  <a:pt x="92" y="176"/>
                </a:cubicBezTo>
                <a:close/>
                <a:moveTo>
                  <a:pt x="90" y="160"/>
                </a:moveTo>
                <a:cubicBezTo>
                  <a:pt x="90" y="160"/>
                  <a:pt x="90" y="160"/>
                  <a:pt x="90" y="160"/>
                </a:cubicBezTo>
                <a:cubicBezTo>
                  <a:pt x="90" y="160"/>
                  <a:pt x="90" y="160"/>
                  <a:pt x="91" y="160"/>
                </a:cubicBezTo>
                <a:cubicBezTo>
                  <a:pt x="92" y="161"/>
                  <a:pt x="93" y="161"/>
                  <a:pt x="94" y="160"/>
                </a:cubicBezTo>
                <a:cubicBezTo>
                  <a:pt x="95" y="160"/>
                  <a:pt x="96" y="158"/>
                  <a:pt x="97" y="157"/>
                </a:cubicBezTo>
                <a:cubicBezTo>
                  <a:pt x="97" y="156"/>
                  <a:pt x="98" y="154"/>
                  <a:pt x="98" y="153"/>
                </a:cubicBezTo>
                <a:cubicBezTo>
                  <a:pt x="98" y="152"/>
                  <a:pt x="98" y="151"/>
                  <a:pt x="97" y="151"/>
                </a:cubicBezTo>
                <a:cubicBezTo>
                  <a:pt x="97" y="151"/>
                  <a:pt x="96" y="150"/>
                  <a:pt x="95" y="150"/>
                </a:cubicBezTo>
                <a:lnTo>
                  <a:pt x="90" y="160"/>
                </a:lnTo>
                <a:close/>
              </a:path>
              <a:path w="336" h="189">
                <a:moveTo>
                  <a:pt x="110" y="153"/>
                </a:moveTo>
                <a:lnTo>
                  <a:pt x="107" y="161"/>
                </a:lnTo>
                <a:cubicBezTo>
                  <a:pt x="107" y="160"/>
                  <a:pt x="108" y="158"/>
                  <a:pt x="108" y="157"/>
                </a:cubicBezTo>
                <a:cubicBezTo>
                  <a:pt x="108" y="156"/>
                  <a:pt x="108" y="155"/>
                  <a:pt x="107" y="154"/>
                </a:cubicBezTo>
                <a:cubicBezTo>
                  <a:pt x="107" y="154"/>
                  <a:pt x="107" y="153"/>
                  <a:pt x="106" y="153"/>
                </a:cubicBezTo>
                <a:cubicBezTo>
                  <a:pt x="105" y="153"/>
                  <a:pt x="105" y="153"/>
                  <a:pt x="104" y="154"/>
                </a:cubicBezTo>
                <a:cubicBezTo>
                  <a:pt x="103" y="154"/>
                  <a:pt x="103" y="155"/>
                  <a:pt x="103" y="156"/>
                </a:cubicBezTo>
                <a:cubicBezTo>
                  <a:pt x="102" y="157"/>
                  <a:pt x="102" y="157"/>
                  <a:pt x="102" y="158"/>
                </a:cubicBezTo>
                <a:cubicBezTo>
                  <a:pt x="102" y="159"/>
                  <a:pt x="103" y="161"/>
                  <a:pt x="104" y="163"/>
                </a:cubicBezTo>
                <a:cubicBezTo>
                  <a:pt x="104" y="164"/>
                  <a:pt x="105" y="166"/>
                  <a:pt x="105" y="166"/>
                </a:cubicBezTo>
                <a:cubicBezTo>
                  <a:pt x="105" y="167"/>
                  <a:pt x="105" y="168"/>
                  <a:pt x="105" y="169"/>
                </a:cubicBezTo>
                <a:cubicBezTo>
                  <a:pt x="105" y="170"/>
                  <a:pt x="105" y="171"/>
                  <a:pt x="104" y="172"/>
                </a:cubicBezTo>
                <a:cubicBezTo>
                  <a:pt x="104" y="174"/>
                  <a:pt x="103" y="175"/>
                  <a:pt x="101" y="177"/>
                </a:cubicBezTo>
                <a:cubicBezTo>
                  <a:pt x="100" y="178"/>
                  <a:pt x="99" y="178"/>
                  <a:pt x="98" y="178"/>
                </a:cubicBezTo>
                <a:cubicBezTo>
                  <a:pt x="97" y="177"/>
                  <a:pt x="97" y="177"/>
                  <a:pt x="97" y="177"/>
                </a:cubicBezTo>
                <a:cubicBezTo>
                  <a:pt x="97" y="177"/>
                  <a:pt x="96" y="177"/>
                  <a:pt x="96" y="176"/>
                </a:cubicBezTo>
                <a:cubicBezTo>
                  <a:pt x="96" y="175"/>
                  <a:pt x="95" y="175"/>
                  <a:pt x="95" y="175"/>
                </a:cubicBezTo>
                <a:cubicBezTo>
                  <a:pt x="95" y="175"/>
                  <a:pt x="95" y="175"/>
                  <a:pt x="95" y="175"/>
                </a:cubicBezTo>
                <a:cubicBezTo>
                  <a:pt x="94" y="175"/>
                  <a:pt x="94" y="176"/>
                  <a:pt x="94" y="176"/>
                </a:cubicBezTo>
                <a:lnTo>
                  <a:pt x="97" y="168"/>
                </a:lnTo>
                <a:cubicBezTo>
                  <a:pt x="97" y="170"/>
                  <a:pt x="96" y="171"/>
                  <a:pt x="96" y="172"/>
                </a:cubicBezTo>
                <a:cubicBezTo>
                  <a:pt x="96" y="173"/>
                  <a:pt x="96" y="174"/>
                  <a:pt x="97" y="175"/>
                </a:cubicBezTo>
                <a:cubicBezTo>
                  <a:pt x="97" y="175"/>
                  <a:pt x="98" y="176"/>
                  <a:pt x="98" y="176"/>
                </a:cubicBezTo>
                <a:cubicBezTo>
                  <a:pt x="99" y="176"/>
                  <a:pt x="100" y="176"/>
                  <a:pt x="100" y="176"/>
                </a:cubicBezTo>
                <a:cubicBezTo>
                  <a:pt x="101" y="175"/>
                  <a:pt x="102" y="174"/>
                  <a:pt x="102" y="173"/>
                </a:cubicBezTo>
                <a:cubicBezTo>
                  <a:pt x="102" y="172"/>
                  <a:pt x="102" y="172"/>
                  <a:pt x="103" y="171"/>
                </a:cubicBezTo>
                <a:cubicBezTo>
                  <a:pt x="103" y="170"/>
                  <a:pt x="103" y="170"/>
                  <a:pt x="102" y="169"/>
                </a:cubicBezTo>
                <a:cubicBezTo>
                  <a:pt x="102" y="169"/>
                  <a:pt x="102" y="168"/>
                  <a:pt x="101" y="166"/>
                </a:cubicBezTo>
                <a:cubicBezTo>
                  <a:pt x="101" y="164"/>
                  <a:pt x="100" y="163"/>
                  <a:pt x="100" y="162"/>
                </a:cubicBezTo>
                <a:cubicBezTo>
                  <a:pt x="100" y="161"/>
                  <a:pt x="100" y="161"/>
                  <a:pt x="100" y="160"/>
                </a:cubicBezTo>
                <a:cubicBezTo>
                  <a:pt x="100" y="159"/>
                  <a:pt x="100" y="158"/>
                  <a:pt x="101" y="157"/>
                </a:cubicBezTo>
                <a:cubicBezTo>
                  <a:pt x="101" y="155"/>
                  <a:pt x="102" y="153"/>
                  <a:pt x="103" y="152"/>
                </a:cubicBezTo>
                <a:cubicBezTo>
                  <a:pt x="105" y="151"/>
                  <a:pt x="106" y="151"/>
                  <a:pt x="107" y="151"/>
                </a:cubicBezTo>
                <a:cubicBezTo>
                  <a:pt x="107" y="152"/>
                  <a:pt x="108" y="152"/>
                  <a:pt x="108" y="153"/>
                </a:cubicBezTo>
                <a:cubicBezTo>
                  <a:pt x="109" y="154"/>
                  <a:pt x="109" y="154"/>
                  <a:pt x="109" y="154"/>
                </a:cubicBezTo>
                <a:cubicBezTo>
                  <a:pt x="109" y="154"/>
                  <a:pt x="109" y="154"/>
                  <a:pt x="109" y="154"/>
                </a:cubicBezTo>
                <a:cubicBezTo>
                  <a:pt x="110" y="154"/>
                  <a:pt x="110" y="153"/>
                  <a:pt x="110" y="153"/>
                </a:cubicBezTo>
                <a:close/>
              </a:path>
              <a:path w="336" h="189">
                <a:moveTo>
                  <a:pt x="138" y="160"/>
                </a:moveTo>
                <a:lnTo>
                  <a:pt x="143" y="160"/>
                </a:lnTo>
                <a:lnTo>
                  <a:pt x="143" y="161"/>
                </a:lnTo>
                <a:lnTo>
                  <a:pt x="142" y="161"/>
                </a:lnTo>
                <a:cubicBezTo>
                  <a:pt x="142" y="161"/>
                  <a:pt x="142" y="161"/>
                  <a:pt x="142" y="161"/>
                </a:cubicBezTo>
                <a:cubicBezTo>
                  <a:pt x="141" y="162"/>
                  <a:pt x="141" y="162"/>
                  <a:pt x="141" y="163"/>
                </a:cubicBezTo>
                <a:cubicBezTo>
                  <a:pt x="140" y="163"/>
                  <a:pt x="140" y="164"/>
                  <a:pt x="139" y="165"/>
                </a:cubicBezTo>
                <a:lnTo>
                  <a:pt x="135" y="175"/>
                </a:lnTo>
                <a:lnTo>
                  <a:pt x="134" y="181"/>
                </a:lnTo>
                <a:cubicBezTo>
                  <a:pt x="134" y="183"/>
                  <a:pt x="134" y="184"/>
                  <a:pt x="134" y="184"/>
                </a:cubicBezTo>
                <a:cubicBezTo>
                  <a:pt x="135" y="185"/>
                  <a:pt x="135" y="185"/>
                  <a:pt x="135" y="185"/>
                </a:cubicBezTo>
                <a:lnTo>
                  <a:pt x="136" y="185"/>
                </a:lnTo>
                <a:lnTo>
                  <a:pt x="136" y="186"/>
                </a:lnTo>
                <a:lnTo>
                  <a:pt x="130" y="185"/>
                </a:lnTo>
                <a:lnTo>
                  <a:pt x="131" y="185"/>
                </a:lnTo>
                <a:cubicBezTo>
                  <a:pt x="131" y="185"/>
                  <a:pt x="132" y="184"/>
                  <a:pt x="132" y="184"/>
                </a:cubicBezTo>
                <a:cubicBezTo>
                  <a:pt x="132" y="183"/>
                  <a:pt x="132" y="183"/>
                  <a:pt x="133" y="181"/>
                </a:cubicBezTo>
                <a:lnTo>
                  <a:pt x="133" y="175"/>
                </a:lnTo>
                <a:lnTo>
                  <a:pt x="131" y="164"/>
                </a:lnTo>
                <a:cubicBezTo>
                  <a:pt x="131" y="162"/>
                  <a:pt x="130" y="161"/>
                  <a:pt x="130" y="161"/>
                </a:cubicBezTo>
                <a:cubicBezTo>
                  <a:pt x="130" y="161"/>
                  <a:pt x="130" y="160"/>
                  <a:pt x="130" y="160"/>
                </a:cubicBezTo>
                <a:cubicBezTo>
                  <a:pt x="129" y="160"/>
                  <a:pt x="129" y="160"/>
                  <a:pt x="129" y="159"/>
                </a:cubicBezTo>
                <a:lnTo>
                  <a:pt x="135" y="159"/>
                </a:lnTo>
                <a:lnTo>
                  <a:pt x="135" y="160"/>
                </a:lnTo>
                <a:lnTo>
                  <a:pt x="134" y="160"/>
                </a:lnTo>
                <a:cubicBezTo>
                  <a:pt x="134" y="160"/>
                  <a:pt x="134" y="160"/>
                  <a:pt x="133" y="160"/>
                </a:cubicBezTo>
                <a:cubicBezTo>
                  <a:pt x="133" y="161"/>
                  <a:pt x="133" y="161"/>
                  <a:pt x="133" y="162"/>
                </a:cubicBezTo>
                <a:cubicBezTo>
                  <a:pt x="133" y="162"/>
                  <a:pt x="133" y="163"/>
                  <a:pt x="133" y="164"/>
                </a:cubicBezTo>
                <a:lnTo>
                  <a:pt x="135" y="173"/>
                </a:lnTo>
                <a:lnTo>
                  <a:pt x="138" y="165"/>
                </a:lnTo>
                <a:cubicBezTo>
                  <a:pt x="139" y="164"/>
                  <a:pt x="139" y="163"/>
                  <a:pt x="139" y="163"/>
                </a:cubicBezTo>
                <a:cubicBezTo>
                  <a:pt x="139" y="162"/>
                  <a:pt x="139" y="162"/>
                  <a:pt x="139" y="162"/>
                </a:cubicBezTo>
                <a:cubicBezTo>
                  <a:pt x="139" y="161"/>
                  <a:pt x="139" y="161"/>
                  <a:pt x="139" y="161"/>
                </a:cubicBezTo>
                <a:cubicBezTo>
                  <a:pt x="139" y="161"/>
                  <a:pt x="139" y="161"/>
                  <a:pt x="138" y="161"/>
                </a:cubicBezTo>
                <a:lnTo>
                  <a:pt x="138" y="160"/>
                </a:lnTo>
                <a:close/>
              </a:path>
              <a:path w="336" h="189">
                <a:moveTo>
                  <a:pt x="84" y="146"/>
                </a:moveTo>
                <a:lnTo>
                  <a:pt x="79" y="155"/>
                </a:lnTo>
                <a:lnTo>
                  <a:pt x="82" y="156"/>
                </a:lnTo>
                <a:cubicBezTo>
                  <a:pt x="83" y="157"/>
                  <a:pt x="83" y="157"/>
                  <a:pt x="84" y="156"/>
                </a:cubicBezTo>
                <a:cubicBezTo>
                  <a:pt x="84" y="156"/>
                  <a:pt x="85" y="155"/>
                  <a:pt x="86" y="154"/>
                </a:cubicBezTo>
                <a:lnTo>
                  <a:pt x="82" y="162"/>
                </a:lnTo>
                <a:lnTo>
                  <a:pt x="81" y="162"/>
                </a:lnTo>
                <a:cubicBezTo>
                  <a:pt x="82" y="161"/>
                  <a:pt x="82" y="160"/>
                  <a:pt x="82" y="160"/>
                </a:cubicBezTo>
                <a:cubicBezTo>
                  <a:pt x="82" y="159"/>
                  <a:pt x="82" y="159"/>
                  <a:pt x="82" y="158"/>
                </a:cubicBezTo>
                <a:cubicBezTo>
                  <a:pt x="82" y="158"/>
                  <a:pt x="82" y="158"/>
                  <a:pt x="81" y="157"/>
                </a:cubicBezTo>
                <a:lnTo>
                  <a:pt x="79" y="156"/>
                </a:lnTo>
                <a:lnTo>
                  <a:pt x="75" y="164"/>
                </a:lnTo>
                <a:cubicBezTo>
                  <a:pt x="74" y="165"/>
                  <a:pt x="74" y="165"/>
                  <a:pt x="74" y="166"/>
                </a:cubicBezTo>
                <a:cubicBezTo>
                  <a:pt x="74" y="166"/>
                  <a:pt x="74" y="166"/>
                  <a:pt x="74" y="166"/>
                </a:cubicBezTo>
                <a:cubicBezTo>
                  <a:pt x="74" y="166"/>
                  <a:pt x="74" y="167"/>
                  <a:pt x="74" y="167"/>
                </a:cubicBezTo>
                <a:lnTo>
                  <a:pt x="76" y="168"/>
                </a:lnTo>
                <a:cubicBezTo>
                  <a:pt x="77" y="168"/>
                  <a:pt x="77" y="168"/>
                  <a:pt x="78" y="168"/>
                </a:cubicBezTo>
                <a:cubicBezTo>
                  <a:pt x="78" y="168"/>
                  <a:pt x="79" y="168"/>
                  <a:pt x="79" y="168"/>
                </a:cubicBezTo>
                <a:cubicBezTo>
                  <a:pt x="80" y="167"/>
                  <a:pt x="81" y="166"/>
                  <a:pt x="82" y="165"/>
                </a:cubicBezTo>
                <a:lnTo>
                  <a:pt x="78" y="171"/>
                </a:lnTo>
                <a:lnTo>
                  <a:pt x="69" y="166"/>
                </a:lnTo>
                <a:lnTo>
                  <a:pt x="70" y="165"/>
                </a:lnTo>
                <a:cubicBezTo>
                  <a:pt x="70" y="166"/>
                  <a:pt x="71" y="166"/>
                  <a:pt x="71" y="165"/>
                </a:cubicBezTo>
                <a:cubicBezTo>
                  <a:pt x="71" y="165"/>
                  <a:pt x="72" y="165"/>
                  <a:pt x="72" y="165"/>
                </a:cubicBezTo>
                <a:cubicBezTo>
                  <a:pt x="72" y="164"/>
                  <a:pt x="73" y="164"/>
                  <a:pt x="73" y="163"/>
                </a:cubicBezTo>
                <a:lnTo>
                  <a:pt x="81" y="148"/>
                </a:lnTo>
                <a:cubicBezTo>
                  <a:pt x="82" y="146"/>
                  <a:pt x="82" y="145"/>
                  <a:pt x="82" y="145"/>
                </a:cubicBezTo>
                <a:cubicBezTo>
                  <a:pt x="82" y="144"/>
                  <a:pt x="82" y="144"/>
                  <a:pt x="82" y="144"/>
                </a:cubicBezTo>
                <a:lnTo>
                  <a:pt x="81" y="143"/>
                </a:lnTo>
                <a:lnTo>
                  <a:pt x="82" y="143"/>
                </a:lnTo>
                <a:lnTo>
                  <a:pt x="91" y="147"/>
                </a:lnTo>
                <a:lnTo>
                  <a:pt x="88" y="153"/>
                </a:lnTo>
                <a:lnTo>
                  <a:pt x="88" y="152"/>
                </a:lnTo>
                <a:cubicBezTo>
                  <a:pt x="88" y="151"/>
                  <a:pt x="89" y="150"/>
                  <a:pt x="89" y="150"/>
                </a:cubicBezTo>
                <a:cubicBezTo>
                  <a:pt x="89" y="149"/>
                  <a:pt x="89" y="149"/>
                  <a:pt x="89" y="148"/>
                </a:cubicBezTo>
                <a:cubicBezTo>
                  <a:pt x="88" y="148"/>
                  <a:pt x="88" y="148"/>
                  <a:pt x="87" y="147"/>
                </a:cubicBezTo>
                <a:lnTo>
                  <a:pt x="84" y="146"/>
                </a:lnTo>
                <a:close/>
              </a:path>
              <a:path w="336" h="189">
                <a:moveTo>
                  <a:pt x="108" y="180"/>
                </a:moveTo>
                <a:lnTo>
                  <a:pt x="108" y="180"/>
                </a:lnTo>
                <a:lnTo>
                  <a:pt x="103" y="178"/>
                </a:lnTo>
                <a:lnTo>
                  <a:pt x="103" y="177"/>
                </a:lnTo>
                <a:lnTo>
                  <a:pt x="104" y="178"/>
                </a:lnTo>
                <a:cubicBezTo>
                  <a:pt x="104" y="178"/>
                  <a:pt x="105" y="178"/>
                  <a:pt x="105" y="177"/>
                </a:cubicBezTo>
                <a:cubicBezTo>
                  <a:pt x="105" y="177"/>
                  <a:pt x="106" y="176"/>
                  <a:pt x="106" y="174"/>
                </a:cubicBezTo>
                <a:lnTo>
                  <a:pt x="113" y="159"/>
                </a:lnTo>
                <a:cubicBezTo>
                  <a:pt x="113" y="157"/>
                  <a:pt x="113" y="157"/>
                  <a:pt x="113" y="156"/>
                </a:cubicBezTo>
                <a:cubicBezTo>
                  <a:pt x="113" y="156"/>
                  <a:pt x="113" y="156"/>
                  <a:pt x="113" y="155"/>
                </a:cubicBezTo>
                <a:cubicBezTo>
                  <a:pt x="113" y="155"/>
                  <a:pt x="113" y="155"/>
                  <a:pt x="113" y="154"/>
                </a:cubicBezTo>
                <a:lnTo>
                  <a:pt x="112" y="154"/>
                </a:lnTo>
                <a:lnTo>
                  <a:pt x="113" y="154"/>
                </a:lnTo>
                <a:lnTo>
                  <a:pt x="118" y="156"/>
                </a:lnTo>
                <a:lnTo>
                  <a:pt x="117" y="156"/>
                </a:lnTo>
                <a:cubicBezTo>
                  <a:pt x="117" y="156"/>
                  <a:pt x="116" y="156"/>
                  <a:pt x="116" y="157"/>
                </a:cubicBezTo>
                <a:cubicBezTo>
                  <a:pt x="115" y="157"/>
                  <a:pt x="115" y="158"/>
                  <a:pt x="114" y="159"/>
                </a:cubicBezTo>
                <a:lnTo>
                  <a:pt x="108" y="175"/>
                </a:lnTo>
                <a:cubicBezTo>
                  <a:pt x="108" y="176"/>
                  <a:pt x="107" y="177"/>
                  <a:pt x="107" y="178"/>
                </a:cubicBezTo>
                <a:cubicBezTo>
                  <a:pt x="107" y="178"/>
                  <a:pt x="107" y="178"/>
                  <a:pt x="107" y="179"/>
                </a:cubicBezTo>
                <a:cubicBezTo>
                  <a:pt x="107" y="179"/>
                  <a:pt x="108" y="179"/>
                  <a:pt x="108" y="179"/>
                </a:cubicBezTo>
                <a:lnTo>
                  <a:pt x="108" y="180"/>
                </a:lnTo>
                <a:close/>
              </a:path>
              <a:path w="336" h="189">
                <a:moveTo>
                  <a:pt x="129" y="158"/>
                </a:moveTo>
                <a:lnTo>
                  <a:pt x="128" y="164"/>
                </a:lnTo>
                <a:cubicBezTo>
                  <a:pt x="128" y="163"/>
                  <a:pt x="128" y="162"/>
                  <a:pt x="128" y="162"/>
                </a:cubicBezTo>
                <a:cubicBezTo>
                  <a:pt x="128" y="161"/>
                  <a:pt x="128" y="161"/>
                  <a:pt x="128" y="160"/>
                </a:cubicBezTo>
                <a:cubicBezTo>
                  <a:pt x="127" y="160"/>
                  <a:pt x="127" y="159"/>
                  <a:pt x="126" y="159"/>
                </a:cubicBezTo>
                <a:lnTo>
                  <a:pt x="125" y="159"/>
                </a:lnTo>
                <a:lnTo>
                  <a:pt x="120" y="178"/>
                </a:lnTo>
                <a:cubicBezTo>
                  <a:pt x="119" y="180"/>
                  <a:pt x="119" y="181"/>
                  <a:pt x="119" y="181"/>
                </a:cubicBezTo>
                <a:cubicBezTo>
                  <a:pt x="119" y="182"/>
                  <a:pt x="119" y="182"/>
                  <a:pt x="120" y="182"/>
                </a:cubicBezTo>
                <a:lnTo>
                  <a:pt x="120" y="183"/>
                </a:lnTo>
                <a:lnTo>
                  <a:pt x="115" y="182"/>
                </a:lnTo>
                <a:lnTo>
                  <a:pt x="115" y="181"/>
                </a:lnTo>
                <a:cubicBezTo>
                  <a:pt x="116" y="181"/>
                  <a:pt x="116" y="181"/>
                  <a:pt x="117" y="180"/>
                </a:cubicBezTo>
                <a:cubicBezTo>
                  <a:pt x="117" y="180"/>
                  <a:pt x="117" y="179"/>
                  <a:pt x="118" y="178"/>
                </a:cubicBezTo>
                <a:lnTo>
                  <a:pt x="123" y="158"/>
                </a:lnTo>
                <a:lnTo>
                  <a:pt x="121" y="158"/>
                </a:lnTo>
                <a:cubicBezTo>
                  <a:pt x="121" y="158"/>
                  <a:pt x="120" y="158"/>
                  <a:pt x="120" y="158"/>
                </a:cubicBezTo>
                <a:cubicBezTo>
                  <a:pt x="120" y="158"/>
                  <a:pt x="119" y="158"/>
                  <a:pt x="119" y="159"/>
                </a:cubicBezTo>
                <a:cubicBezTo>
                  <a:pt x="119" y="160"/>
                  <a:pt x="118" y="160"/>
                  <a:pt x="118" y="162"/>
                </a:cubicBezTo>
                <a:lnTo>
                  <a:pt x="117" y="161"/>
                </a:lnTo>
                <a:lnTo>
                  <a:pt x="119" y="156"/>
                </a:lnTo>
                <a:lnTo>
                  <a:pt x="129" y="158"/>
                </a:lnTo>
                <a:close/>
              </a:path>
              <a:path w="336" h="189">
                <a:moveTo>
                  <a:pt x="209" y="181"/>
                </a:moveTo>
                <a:lnTo>
                  <a:pt x="210" y="181"/>
                </a:lnTo>
                <a:lnTo>
                  <a:pt x="204" y="183"/>
                </a:lnTo>
                <a:lnTo>
                  <a:pt x="204" y="182"/>
                </a:lnTo>
                <a:lnTo>
                  <a:pt x="205" y="182"/>
                </a:lnTo>
                <a:cubicBezTo>
                  <a:pt x="205" y="182"/>
                  <a:pt x="205" y="181"/>
                  <a:pt x="206" y="181"/>
                </a:cubicBezTo>
                <a:cubicBezTo>
                  <a:pt x="206" y="180"/>
                  <a:pt x="205" y="179"/>
                  <a:pt x="205" y="178"/>
                </a:cubicBezTo>
                <a:lnTo>
                  <a:pt x="202" y="161"/>
                </a:lnTo>
                <a:cubicBezTo>
                  <a:pt x="201" y="160"/>
                  <a:pt x="201" y="159"/>
                  <a:pt x="201" y="159"/>
                </a:cubicBezTo>
                <a:cubicBezTo>
                  <a:pt x="201" y="158"/>
                  <a:pt x="201" y="158"/>
                  <a:pt x="200" y="158"/>
                </a:cubicBezTo>
                <a:cubicBezTo>
                  <a:pt x="200" y="158"/>
                  <a:pt x="200" y="158"/>
                  <a:pt x="199" y="158"/>
                </a:cubicBezTo>
                <a:lnTo>
                  <a:pt x="199" y="157"/>
                </a:lnTo>
                <a:lnTo>
                  <a:pt x="204" y="156"/>
                </a:lnTo>
                <a:lnTo>
                  <a:pt x="204" y="157"/>
                </a:lnTo>
                <a:cubicBezTo>
                  <a:pt x="203" y="157"/>
                  <a:pt x="203" y="157"/>
                  <a:pt x="203" y="158"/>
                </a:cubicBezTo>
                <a:cubicBezTo>
                  <a:pt x="203" y="158"/>
                  <a:pt x="203" y="159"/>
                  <a:pt x="203" y="161"/>
                </a:cubicBezTo>
                <a:lnTo>
                  <a:pt x="207" y="177"/>
                </a:lnTo>
                <a:cubicBezTo>
                  <a:pt x="207" y="179"/>
                  <a:pt x="207" y="179"/>
                  <a:pt x="208" y="180"/>
                </a:cubicBezTo>
                <a:cubicBezTo>
                  <a:pt x="208" y="180"/>
                  <a:pt x="208" y="180"/>
                  <a:pt x="208" y="181"/>
                </a:cubicBezTo>
                <a:cubicBezTo>
                  <a:pt x="208" y="181"/>
                  <a:pt x="209" y="181"/>
                  <a:pt x="209" y="181"/>
                </a:cubicBezTo>
                <a:close/>
              </a:path>
              <a:path w="336" h="189">
                <a:moveTo>
                  <a:pt x="197" y="157"/>
                </a:moveTo>
                <a:lnTo>
                  <a:pt x="199" y="166"/>
                </a:lnTo>
                <a:cubicBezTo>
                  <a:pt x="198" y="163"/>
                  <a:pt x="197" y="162"/>
                  <a:pt x="196" y="161"/>
                </a:cubicBezTo>
                <a:cubicBezTo>
                  <a:pt x="195" y="160"/>
                  <a:pt x="194" y="159"/>
                  <a:pt x="193" y="160"/>
                </a:cubicBezTo>
                <a:cubicBezTo>
                  <a:pt x="193" y="160"/>
                  <a:pt x="192" y="160"/>
                  <a:pt x="192" y="161"/>
                </a:cubicBezTo>
                <a:cubicBezTo>
                  <a:pt x="191" y="162"/>
                  <a:pt x="191" y="164"/>
                  <a:pt x="191" y="166"/>
                </a:cubicBezTo>
                <a:cubicBezTo>
                  <a:pt x="191" y="168"/>
                  <a:pt x="191" y="170"/>
                  <a:pt x="192" y="173"/>
                </a:cubicBezTo>
                <a:cubicBezTo>
                  <a:pt x="192" y="175"/>
                  <a:pt x="193" y="177"/>
                  <a:pt x="194" y="179"/>
                </a:cubicBezTo>
                <a:cubicBezTo>
                  <a:pt x="194" y="181"/>
                  <a:pt x="195" y="182"/>
                  <a:pt x="196" y="183"/>
                </a:cubicBezTo>
                <a:cubicBezTo>
                  <a:pt x="197" y="183"/>
                  <a:pt x="198" y="184"/>
                  <a:pt x="199" y="183"/>
                </a:cubicBezTo>
                <a:cubicBezTo>
                  <a:pt x="200" y="183"/>
                  <a:pt x="200" y="183"/>
                  <a:pt x="201" y="182"/>
                </a:cubicBezTo>
                <a:cubicBezTo>
                  <a:pt x="201" y="181"/>
                  <a:pt x="202" y="179"/>
                  <a:pt x="202" y="177"/>
                </a:cubicBezTo>
                <a:cubicBezTo>
                  <a:pt x="202" y="180"/>
                  <a:pt x="202" y="182"/>
                  <a:pt x="201" y="183"/>
                </a:cubicBezTo>
                <a:cubicBezTo>
                  <a:pt x="201" y="184"/>
                  <a:pt x="200" y="185"/>
                  <a:pt x="199" y="185"/>
                </a:cubicBezTo>
                <a:cubicBezTo>
                  <a:pt x="197" y="186"/>
                  <a:pt x="195" y="184"/>
                  <a:pt x="193" y="182"/>
                </a:cubicBezTo>
                <a:cubicBezTo>
                  <a:pt x="191" y="179"/>
                  <a:pt x="190" y="177"/>
                  <a:pt x="190" y="174"/>
                </a:cubicBezTo>
                <a:cubicBezTo>
                  <a:pt x="189" y="171"/>
                  <a:pt x="189" y="169"/>
                  <a:pt x="189" y="166"/>
                </a:cubicBezTo>
                <a:cubicBezTo>
                  <a:pt x="189" y="164"/>
                  <a:pt x="190" y="162"/>
                  <a:pt x="190" y="161"/>
                </a:cubicBezTo>
                <a:cubicBezTo>
                  <a:pt x="191" y="159"/>
                  <a:pt x="192" y="159"/>
                  <a:pt x="193" y="158"/>
                </a:cubicBezTo>
                <a:cubicBezTo>
                  <a:pt x="194" y="158"/>
                  <a:pt x="195" y="158"/>
                  <a:pt x="196" y="159"/>
                </a:cubicBezTo>
                <a:cubicBezTo>
                  <a:pt x="196" y="159"/>
                  <a:pt x="196" y="159"/>
                  <a:pt x="197" y="159"/>
                </a:cubicBezTo>
                <a:cubicBezTo>
                  <a:pt x="197" y="159"/>
                  <a:pt x="197" y="159"/>
                  <a:pt x="197" y="159"/>
                </a:cubicBezTo>
                <a:cubicBezTo>
                  <a:pt x="197" y="158"/>
                  <a:pt x="197" y="158"/>
                  <a:pt x="197" y="157"/>
                </a:cubicBezTo>
                <a:close/>
              </a:path>
              <a:path w="336" h="189">
                <a:moveTo>
                  <a:pt x="183" y="160"/>
                </a:moveTo>
                <a:lnTo>
                  <a:pt x="185" y="169"/>
                </a:lnTo>
                <a:cubicBezTo>
                  <a:pt x="184" y="167"/>
                  <a:pt x="184" y="166"/>
                  <a:pt x="183" y="165"/>
                </a:cubicBezTo>
                <a:cubicBezTo>
                  <a:pt x="183" y="164"/>
                  <a:pt x="182" y="163"/>
                  <a:pt x="182" y="163"/>
                </a:cubicBezTo>
                <a:cubicBezTo>
                  <a:pt x="181" y="162"/>
                  <a:pt x="180" y="162"/>
                  <a:pt x="180" y="162"/>
                </a:cubicBezTo>
                <a:cubicBezTo>
                  <a:pt x="179" y="163"/>
                  <a:pt x="179" y="163"/>
                  <a:pt x="178" y="164"/>
                </a:cubicBezTo>
                <a:cubicBezTo>
                  <a:pt x="178" y="165"/>
                  <a:pt x="178" y="166"/>
                  <a:pt x="178" y="167"/>
                </a:cubicBezTo>
                <a:cubicBezTo>
                  <a:pt x="179" y="168"/>
                  <a:pt x="179" y="168"/>
                  <a:pt x="179" y="169"/>
                </a:cubicBezTo>
                <a:cubicBezTo>
                  <a:pt x="180" y="170"/>
                  <a:pt x="181" y="171"/>
                  <a:pt x="183" y="172"/>
                </a:cubicBezTo>
                <a:cubicBezTo>
                  <a:pt x="184" y="173"/>
                  <a:pt x="185" y="174"/>
                  <a:pt x="186" y="175"/>
                </a:cubicBezTo>
                <a:cubicBezTo>
                  <a:pt x="186" y="175"/>
                  <a:pt x="187" y="176"/>
                  <a:pt x="187" y="177"/>
                </a:cubicBezTo>
                <a:cubicBezTo>
                  <a:pt x="188" y="178"/>
                  <a:pt x="188" y="179"/>
                  <a:pt x="188" y="180"/>
                </a:cubicBezTo>
                <a:cubicBezTo>
                  <a:pt x="189" y="182"/>
                  <a:pt x="189" y="183"/>
                  <a:pt x="188" y="185"/>
                </a:cubicBezTo>
                <a:cubicBezTo>
                  <a:pt x="188" y="186"/>
                  <a:pt x="187" y="187"/>
                  <a:pt x="186" y="188"/>
                </a:cubicBezTo>
                <a:cubicBezTo>
                  <a:pt x="185" y="188"/>
                  <a:pt x="185" y="188"/>
                  <a:pt x="185" y="188"/>
                </a:cubicBezTo>
                <a:cubicBezTo>
                  <a:pt x="185" y="188"/>
                  <a:pt x="184" y="188"/>
                  <a:pt x="184" y="187"/>
                </a:cubicBezTo>
                <a:cubicBezTo>
                  <a:pt x="183" y="187"/>
                  <a:pt x="182" y="187"/>
                  <a:pt x="182" y="187"/>
                </a:cubicBezTo>
                <a:cubicBezTo>
                  <a:pt x="182" y="187"/>
                  <a:pt x="182" y="187"/>
                  <a:pt x="182" y="187"/>
                </a:cubicBezTo>
                <a:cubicBezTo>
                  <a:pt x="182" y="188"/>
                  <a:pt x="182" y="188"/>
                  <a:pt x="182" y="189"/>
                </a:cubicBezTo>
                <a:lnTo>
                  <a:pt x="180" y="180"/>
                </a:lnTo>
                <a:cubicBezTo>
                  <a:pt x="181" y="182"/>
                  <a:pt x="181" y="183"/>
                  <a:pt x="182" y="184"/>
                </a:cubicBezTo>
                <a:cubicBezTo>
                  <a:pt x="182" y="185"/>
                  <a:pt x="183" y="185"/>
                  <a:pt x="183" y="186"/>
                </a:cubicBezTo>
                <a:cubicBezTo>
                  <a:pt x="184" y="186"/>
                  <a:pt x="185" y="186"/>
                  <a:pt x="185" y="186"/>
                </a:cubicBezTo>
                <a:cubicBezTo>
                  <a:pt x="186" y="186"/>
                  <a:pt x="187" y="185"/>
                  <a:pt x="187" y="185"/>
                </a:cubicBezTo>
                <a:cubicBezTo>
                  <a:pt x="187" y="184"/>
                  <a:pt x="187" y="183"/>
                  <a:pt x="187" y="181"/>
                </a:cubicBezTo>
                <a:cubicBezTo>
                  <a:pt x="187" y="181"/>
                  <a:pt x="187" y="180"/>
                  <a:pt x="186" y="180"/>
                </a:cubicBezTo>
                <a:cubicBezTo>
                  <a:pt x="186" y="179"/>
                  <a:pt x="186" y="178"/>
                  <a:pt x="185" y="178"/>
                </a:cubicBezTo>
                <a:cubicBezTo>
                  <a:pt x="185" y="178"/>
                  <a:pt x="184" y="177"/>
                  <a:pt x="183" y="176"/>
                </a:cubicBezTo>
                <a:cubicBezTo>
                  <a:pt x="181" y="175"/>
                  <a:pt x="180" y="174"/>
                  <a:pt x="180" y="174"/>
                </a:cubicBezTo>
                <a:cubicBezTo>
                  <a:pt x="179" y="173"/>
                  <a:pt x="179" y="172"/>
                  <a:pt x="178" y="171"/>
                </a:cubicBezTo>
                <a:cubicBezTo>
                  <a:pt x="178" y="171"/>
                  <a:pt x="177" y="170"/>
                  <a:pt x="177" y="169"/>
                </a:cubicBezTo>
                <a:cubicBezTo>
                  <a:pt x="177" y="167"/>
                  <a:pt x="177" y="165"/>
                  <a:pt x="177" y="164"/>
                </a:cubicBezTo>
                <a:cubicBezTo>
                  <a:pt x="178" y="162"/>
                  <a:pt x="178" y="161"/>
                  <a:pt x="179" y="161"/>
                </a:cubicBezTo>
                <a:cubicBezTo>
                  <a:pt x="180" y="161"/>
                  <a:pt x="181" y="161"/>
                  <a:pt x="182" y="161"/>
                </a:cubicBezTo>
                <a:cubicBezTo>
                  <a:pt x="182" y="162"/>
                  <a:pt x="182" y="162"/>
                  <a:pt x="182" y="162"/>
                </a:cubicBezTo>
                <a:cubicBezTo>
                  <a:pt x="183" y="162"/>
                  <a:pt x="183" y="162"/>
                  <a:pt x="183" y="161"/>
                </a:cubicBezTo>
                <a:cubicBezTo>
                  <a:pt x="183" y="161"/>
                  <a:pt x="183" y="161"/>
                  <a:pt x="183" y="160"/>
                </a:cubicBezTo>
                <a:close/>
              </a:path>
              <a:path w="336" h="189">
                <a:moveTo>
                  <a:pt x="209" y="157"/>
                </a:moveTo>
                <a:lnTo>
                  <a:pt x="212" y="167"/>
                </a:lnTo>
                <a:lnTo>
                  <a:pt x="214" y="166"/>
                </a:lnTo>
                <a:cubicBezTo>
                  <a:pt x="215" y="166"/>
                  <a:pt x="215" y="166"/>
                  <a:pt x="216" y="165"/>
                </a:cubicBezTo>
                <a:cubicBezTo>
                  <a:pt x="216" y="165"/>
                  <a:pt x="216" y="164"/>
                  <a:pt x="215" y="162"/>
                </a:cubicBezTo>
                <a:lnTo>
                  <a:pt x="216" y="162"/>
                </a:lnTo>
                <a:lnTo>
                  <a:pt x="218" y="171"/>
                </a:lnTo>
                <a:lnTo>
                  <a:pt x="217" y="171"/>
                </a:lnTo>
                <a:cubicBezTo>
                  <a:pt x="217" y="170"/>
                  <a:pt x="217" y="169"/>
                  <a:pt x="217" y="169"/>
                </a:cubicBezTo>
                <a:cubicBezTo>
                  <a:pt x="216" y="168"/>
                  <a:pt x="216" y="168"/>
                  <a:pt x="216" y="168"/>
                </a:cubicBezTo>
                <a:cubicBezTo>
                  <a:pt x="216" y="168"/>
                  <a:pt x="215" y="167"/>
                  <a:pt x="215" y="168"/>
                </a:cubicBezTo>
                <a:lnTo>
                  <a:pt x="212" y="168"/>
                </a:lnTo>
                <a:lnTo>
                  <a:pt x="214" y="177"/>
                </a:lnTo>
                <a:cubicBezTo>
                  <a:pt x="214" y="178"/>
                  <a:pt x="214" y="179"/>
                  <a:pt x="214" y="179"/>
                </a:cubicBezTo>
                <a:cubicBezTo>
                  <a:pt x="215" y="179"/>
                  <a:pt x="215" y="179"/>
                  <a:pt x="215" y="179"/>
                </a:cubicBezTo>
                <a:cubicBezTo>
                  <a:pt x="215" y="179"/>
                  <a:pt x="215" y="179"/>
                  <a:pt x="216" y="179"/>
                </a:cubicBezTo>
                <a:lnTo>
                  <a:pt x="218" y="179"/>
                </a:lnTo>
                <a:cubicBezTo>
                  <a:pt x="218" y="179"/>
                  <a:pt x="219" y="178"/>
                  <a:pt x="219" y="178"/>
                </a:cubicBezTo>
                <a:cubicBezTo>
                  <a:pt x="219" y="178"/>
                  <a:pt x="219" y="177"/>
                  <a:pt x="220" y="177"/>
                </a:cubicBezTo>
                <a:cubicBezTo>
                  <a:pt x="220" y="176"/>
                  <a:pt x="220" y="175"/>
                  <a:pt x="220" y="173"/>
                </a:cubicBezTo>
                <a:lnTo>
                  <a:pt x="221" y="180"/>
                </a:lnTo>
                <a:lnTo>
                  <a:pt x="212" y="182"/>
                </a:lnTo>
                <a:lnTo>
                  <a:pt x="211" y="181"/>
                </a:lnTo>
                <a:lnTo>
                  <a:pt x="212" y="181"/>
                </a:lnTo>
                <a:cubicBezTo>
                  <a:pt x="212" y="181"/>
                  <a:pt x="212" y="181"/>
                  <a:pt x="213" y="180"/>
                </a:cubicBezTo>
                <a:cubicBezTo>
                  <a:pt x="213" y="180"/>
                  <a:pt x="213" y="180"/>
                  <a:pt x="213" y="179"/>
                </a:cubicBezTo>
                <a:cubicBezTo>
                  <a:pt x="213" y="179"/>
                  <a:pt x="213" y="178"/>
                  <a:pt x="212" y="177"/>
                </a:cubicBezTo>
                <a:lnTo>
                  <a:pt x="208" y="160"/>
                </a:lnTo>
                <a:cubicBezTo>
                  <a:pt x="208" y="159"/>
                  <a:pt x="208" y="158"/>
                  <a:pt x="208" y="157"/>
                </a:cubicBezTo>
                <a:cubicBezTo>
                  <a:pt x="207" y="157"/>
                  <a:pt x="207" y="157"/>
                  <a:pt x="206" y="157"/>
                </a:cubicBezTo>
                <a:lnTo>
                  <a:pt x="206" y="156"/>
                </a:lnTo>
                <a:lnTo>
                  <a:pt x="215" y="154"/>
                </a:lnTo>
                <a:lnTo>
                  <a:pt x="216" y="159"/>
                </a:lnTo>
                <a:lnTo>
                  <a:pt x="216" y="160"/>
                </a:lnTo>
                <a:cubicBezTo>
                  <a:pt x="215" y="158"/>
                  <a:pt x="215" y="157"/>
                  <a:pt x="215" y="157"/>
                </a:cubicBezTo>
                <a:cubicBezTo>
                  <a:pt x="215" y="156"/>
                  <a:pt x="214" y="156"/>
                  <a:pt x="214" y="156"/>
                </a:cubicBezTo>
                <a:cubicBezTo>
                  <a:pt x="214" y="156"/>
                  <a:pt x="213" y="156"/>
                  <a:pt x="213" y="156"/>
                </a:cubicBezTo>
                <a:lnTo>
                  <a:pt x="209" y="157"/>
                </a:lnTo>
                <a:close/>
              </a:path>
              <a:path w="336" h="189">
                <a:moveTo>
                  <a:pt x="217" y="153"/>
                </a:moveTo>
                <a:lnTo>
                  <a:pt x="220" y="153"/>
                </a:lnTo>
                <a:lnTo>
                  <a:pt x="231" y="170"/>
                </a:lnTo>
                <a:lnTo>
                  <a:pt x="228" y="155"/>
                </a:lnTo>
                <a:cubicBezTo>
                  <a:pt x="228" y="154"/>
                  <a:pt x="227" y="153"/>
                  <a:pt x="227" y="152"/>
                </a:cubicBezTo>
                <a:cubicBezTo>
                  <a:pt x="227" y="152"/>
                  <a:pt x="226" y="152"/>
                  <a:pt x="226" y="152"/>
                </a:cubicBezTo>
                <a:lnTo>
                  <a:pt x="225" y="152"/>
                </a:lnTo>
                <a:lnTo>
                  <a:pt x="225" y="151"/>
                </a:lnTo>
                <a:lnTo>
                  <a:pt x="229" y="150"/>
                </a:lnTo>
                <a:lnTo>
                  <a:pt x="230" y="151"/>
                </a:lnTo>
                <a:lnTo>
                  <a:pt x="229" y="151"/>
                </a:lnTo>
                <a:cubicBezTo>
                  <a:pt x="229" y="151"/>
                  <a:pt x="228" y="151"/>
                  <a:pt x="228" y="152"/>
                </a:cubicBezTo>
                <a:cubicBezTo>
                  <a:pt x="228" y="153"/>
                  <a:pt x="228" y="154"/>
                  <a:pt x="229" y="155"/>
                </a:cubicBezTo>
                <a:lnTo>
                  <a:pt x="234" y="177"/>
                </a:lnTo>
                <a:lnTo>
                  <a:pt x="233" y="177"/>
                </a:lnTo>
                <a:lnTo>
                  <a:pt x="221" y="158"/>
                </a:lnTo>
                <a:lnTo>
                  <a:pt x="224" y="174"/>
                </a:lnTo>
                <a:cubicBezTo>
                  <a:pt x="225" y="175"/>
                  <a:pt x="225" y="176"/>
                  <a:pt x="225" y="177"/>
                </a:cubicBezTo>
                <a:cubicBezTo>
                  <a:pt x="226" y="177"/>
                  <a:pt x="226" y="177"/>
                  <a:pt x="226" y="177"/>
                </a:cubicBezTo>
                <a:lnTo>
                  <a:pt x="227" y="177"/>
                </a:lnTo>
                <a:lnTo>
                  <a:pt x="227" y="178"/>
                </a:lnTo>
                <a:lnTo>
                  <a:pt x="223" y="179"/>
                </a:lnTo>
                <a:lnTo>
                  <a:pt x="223" y="178"/>
                </a:lnTo>
                <a:cubicBezTo>
                  <a:pt x="224" y="178"/>
                  <a:pt x="224" y="178"/>
                  <a:pt x="224" y="177"/>
                </a:cubicBezTo>
                <a:cubicBezTo>
                  <a:pt x="224" y="176"/>
                  <a:pt x="224" y="175"/>
                  <a:pt x="224" y="174"/>
                </a:cubicBezTo>
                <a:lnTo>
                  <a:pt x="220" y="156"/>
                </a:lnTo>
                <a:cubicBezTo>
                  <a:pt x="219" y="155"/>
                  <a:pt x="219" y="155"/>
                  <a:pt x="218" y="155"/>
                </a:cubicBezTo>
                <a:cubicBezTo>
                  <a:pt x="218" y="154"/>
                  <a:pt x="218" y="154"/>
                  <a:pt x="217" y="154"/>
                </a:cubicBezTo>
                <a:cubicBezTo>
                  <a:pt x="217" y="154"/>
                  <a:pt x="217" y="154"/>
                  <a:pt x="217" y="154"/>
                </a:cubicBezTo>
                <a:lnTo>
                  <a:pt x="217" y="153"/>
                </a:lnTo>
                <a:close/>
              </a:path>
              <a:path w="336" h="189">
                <a:moveTo>
                  <a:pt x="238" y="146"/>
                </a:moveTo>
                <a:lnTo>
                  <a:pt x="242" y="155"/>
                </a:lnTo>
                <a:cubicBezTo>
                  <a:pt x="240" y="152"/>
                  <a:pt x="239" y="151"/>
                  <a:pt x="238" y="150"/>
                </a:cubicBezTo>
                <a:cubicBezTo>
                  <a:pt x="237" y="149"/>
                  <a:pt x="236" y="149"/>
                  <a:pt x="235" y="149"/>
                </a:cubicBezTo>
                <a:cubicBezTo>
                  <a:pt x="234" y="149"/>
                  <a:pt x="233" y="150"/>
                  <a:pt x="233" y="151"/>
                </a:cubicBezTo>
                <a:cubicBezTo>
                  <a:pt x="233" y="152"/>
                  <a:pt x="233" y="154"/>
                  <a:pt x="233" y="156"/>
                </a:cubicBezTo>
                <a:cubicBezTo>
                  <a:pt x="233" y="158"/>
                  <a:pt x="234" y="160"/>
                  <a:pt x="235" y="163"/>
                </a:cubicBezTo>
                <a:cubicBezTo>
                  <a:pt x="236" y="165"/>
                  <a:pt x="237" y="167"/>
                  <a:pt x="237" y="168"/>
                </a:cubicBezTo>
                <a:cubicBezTo>
                  <a:pt x="238" y="170"/>
                  <a:pt x="239" y="171"/>
                  <a:pt x="240" y="172"/>
                </a:cubicBezTo>
                <a:cubicBezTo>
                  <a:pt x="241" y="172"/>
                  <a:pt x="242" y="172"/>
                  <a:pt x="243" y="172"/>
                </a:cubicBezTo>
                <a:cubicBezTo>
                  <a:pt x="244" y="172"/>
                  <a:pt x="245" y="171"/>
                  <a:pt x="245" y="170"/>
                </a:cubicBezTo>
                <a:cubicBezTo>
                  <a:pt x="245" y="169"/>
                  <a:pt x="246" y="168"/>
                  <a:pt x="246" y="165"/>
                </a:cubicBezTo>
                <a:lnTo>
                  <a:pt x="246" y="166"/>
                </a:lnTo>
                <a:cubicBezTo>
                  <a:pt x="246" y="168"/>
                  <a:pt x="246" y="170"/>
                  <a:pt x="246" y="171"/>
                </a:cubicBezTo>
                <a:cubicBezTo>
                  <a:pt x="245" y="173"/>
                  <a:pt x="244" y="174"/>
                  <a:pt x="243" y="174"/>
                </a:cubicBezTo>
                <a:cubicBezTo>
                  <a:pt x="241" y="175"/>
                  <a:pt x="239" y="174"/>
                  <a:pt x="237" y="171"/>
                </a:cubicBezTo>
                <a:cubicBezTo>
                  <a:pt x="235" y="169"/>
                  <a:pt x="234" y="167"/>
                  <a:pt x="233" y="164"/>
                </a:cubicBezTo>
                <a:cubicBezTo>
                  <a:pt x="232" y="161"/>
                  <a:pt x="231" y="159"/>
                  <a:pt x="231" y="156"/>
                </a:cubicBezTo>
                <a:cubicBezTo>
                  <a:pt x="231" y="154"/>
                  <a:pt x="231" y="152"/>
                  <a:pt x="232" y="151"/>
                </a:cubicBezTo>
                <a:cubicBezTo>
                  <a:pt x="232" y="149"/>
                  <a:pt x="233" y="148"/>
                  <a:pt x="234" y="148"/>
                </a:cubicBezTo>
                <a:cubicBezTo>
                  <a:pt x="235" y="148"/>
                  <a:pt x="236" y="148"/>
                  <a:pt x="237" y="148"/>
                </a:cubicBezTo>
                <a:cubicBezTo>
                  <a:pt x="238" y="148"/>
                  <a:pt x="238" y="149"/>
                  <a:pt x="238" y="149"/>
                </a:cubicBezTo>
                <a:cubicBezTo>
                  <a:pt x="238" y="148"/>
                  <a:pt x="238" y="148"/>
                  <a:pt x="238" y="148"/>
                </a:cubicBezTo>
                <a:cubicBezTo>
                  <a:pt x="238" y="148"/>
                  <a:pt x="238" y="147"/>
                  <a:pt x="238" y="147"/>
                </a:cubicBezTo>
                <a:lnTo>
                  <a:pt x="238" y="146"/>
                </a:lnTo>
                <a:close/>
              </a:path>
              <a:path w="336" h="189">
                <a:moveTo>
                  <a:pt x="245" y="146"/>
                </a:moveTo>
                <a:lnTo>
                  <a:pt x="248" y="156"/>
                </a:lnTo>
                <a:lnTo>
                  <a:pt x="251" y="155"/>
                </a:lnTo>
                <a:cubicBezTo>
                  <a:pt x="252" y="155"/>
                  <a:pt x="252" y="155"/>
                  <a:pt x="252" y="154"/>
                </a:cubicBezTo>
                <a:cubicBezTo>
                  <a:pt x="252" y="153"/>
                  <a:pt x="252" y="152"/>
                  <a:pt x="252" y="151"/>
                </a:cubicBezTo>
                <a:lnTo>
                  <a:pt x="255" y="159"/>
                </a:lnTo>
                <a:cubicBezTo>
                  <a:pt x="254" y="158"/>
                  <a:pt x="254" y="158"/>
                  <a:pt x="254" y="157"/>
                </a:cubicBezTo>
                <a:cubicBezTo>
                  <a:pt x="253" y="157"/>
                  <a:pt x="253" y="157"/>
                  <a:pt x="253" y="156"/>
                </a:cubicBezTo>
                <a:cubicBezTo>
                  <a:pt x="252" y="156"/>
                  <a:pt x="252" y="156"/>
                  <a:pt x="251" y="156"/>
                </a:cubicBezTo>
                <a:lnTo>
                  <a:pt x="249" y="157"/>
                </a:lnTo>
                <a:lnTo>
                  <a:pt x="252" y="166"/>
                </a:lnTo>
                <a:cubicBezTo>
                  <a:pt x="252" y="167"/>
                  <a:pt x="252" y="167"/>
                  <a:pt x="252" y="168"/>
                </a:cubicBezTo>
                <a:cubicBezTo>
                  <a:pt x="253" y="168"/>
                  <a:pt x="253" y="168"/>
                  <a:pt x="253" y="168"/>
                </a:cubicBezTo>
                <a:cubicBezTo>
                  <a:pt x="253" y="168"/>
                  <a:pt x="253" y="168"/>
                  <a:pt x="254" y="168"/>
                </a:cubicBezTo>
                <a:lnTo>
                  <a:pt x="256" y="167"/>
                </a:lnTo>
                <a:cubicBezTo>
                  <a:pt x="256" y="167"/>
                  <a:pt x="257" y="167"/>
                  <a:pt x="257" y="166"/>
                </a:cubicBezTo>
                <a:cubicBezTo>
                  <a:pt x="257" y="166"/>
                  <a:pt x="258" y="166"/>
                  <a:pt x="258" y="165"/>
                </a:cubicBezTo>
                <a:cubicBezTo>
                  <a:pt x="258" y="164"/>
                  <a:pt x="258" y="163"/>
                  <a:pt x="258" y="161"/>
                </a:cubicBezTo>
                <a:lnTo>
                  <a:pt x="259" y="168"/>
                </a:lnTo>
                <a:lnTo>
                  <a:pt x="250" y="171"/>
                </a:lnTo>
                <a:lnTo>
                  <a:pt x="249" y="170"/>
                </a:lnTo>
                <a:lnTo>
                  <a:pt x="250" y="170"/>
                </a:lnTo>
                <a:cubicBezTo>
                  <a:pt x="250" y="170"/>
                  <a:pt x="250" y="170"/>
                  <a:pt x="251" y="169"/>
                </a:cubicBezTo>
                <a:cubicBezTo>
                  <a:pt x="251" y="169"/>
                  <a:pt x="251" y="169"/>
                  <a:pt x="251" y="168"/>
                </a:cubicBezTo>
                <a:cubicBezTo>
                  <a:pt x="251" y="168"/>
                  <a:pt x="250" y="167"/>
                  <a:pt x="250" y="166"/>
                </a:cubicBezTo>
                <a:lnTo>
                  <a:pt x="244" y="150"/>
                </a:lnTo>
                <a:cubicBezTo>
                  <a:pt x="244" y="148"/>
                  <a:pt x="243" y="147"/>
                  <a:pt x="243" y="147"/>
                </a:cubicBezTo>
                <a:cubicBezTo>
                  <a:pt x="242" y="147"/>
                  <a:pt x="242" y="147"/>
                  <a:pt x="241" y="147"/>
                </a:cubicBezTo>
                <a:lnTo>
                  <a:pt x="241" y="146"/>
                </a:lnTo>
                <a:lnTo>
                  <a:pt x="250" y="143"/>
                </a:lnTo>
                <a:lnTo>
                  <a:pt x="252" y="148"/>
                </a:lnTo>
                <a:cubicBezTo>
                  <a:pt x="251" y="147"/>
                  <a:pt x="251" y="146"/>
                  <a:pt x="251" y="146"/>
                </a:cubicBezTo>
                <a:cubicBezTo>
                  <a:pt x="250" y="145"/>
                  <a:pt x="250" y="145"/>
                  <a:pt x="249" y="145"/>
                </a:cubicBezTo>
                <a:cubicBezTo>
                  <a:pt x="249" y="145"/>
                  <a:pt x="249" y="145"/>
                  <a:pt x="248" y="145"/>
                </a:cubicBezTo>
                <a:lnTo>
                  <a:pt x="245" y="146"/>
                </a:lnTo>
                <a:close/>
              </a:path>
            </a:pathLst>
          </a:custGeom>
          <a:solidFill>
            <a:srgbClr val="24211D"/>
          </a:solidFill>
          <a:ln>
            <a:noFill/>
          </a:ln>
        </p:spPr>
      </p:sp>
      <p:sp>
        <p:nvSpPr>
          <p:cNvPr id="15" name="Freeform 16"/>
          <p:cNvSpPr>
            <a:spLocks noGrp="1"/>
          </p:cNvSpPr>
          <p:nvPr/>
        </p:nvSpPr>
        <p:spPr>
          <a:xfrm>
            <a:off x="9943582" y="268135"/>
            <a:ext cx="220968" cy="125723"/>
          </a:xfrm>
          <a:custGeom>
            <a:avLst/>
            <a:gdLst/>
            <a:ahLst/>
            <a:cxnLst/>
            <a:rect l="l" t="t" r="r" b="b"/>
            <a:pathLst>
              <a:path w="143" h="81">
                <a:moveTo>
                  <a:pt x="102" y="38"/>
                </a:moveTo>
                <a:lnTo>
                  <a:pt x="129" y="38"/>
                </a:lnTo>
                <a:cubicBezTo>
                  <a:pt x="135" y="33"/>
                  <a:pt x="68" y="12"/>
                  <a:pt x="53" y="18"/>
                </a:cubicBezTo>
                <a:cubicBezTo>
                  <a:pt x="44" y="22"/>
                  <a:pt x="65" y="31"/>
                  <a:pt x="77" y="41"/>
                </a:cubicBezTo>
                <a:cubicBezTo>
                  <a:pt x="84" y="46"/>
                  <a:pt x="94" y="54"/>
                  <a:pt x="96" y="58"/>
                </a:cubicBezTo>
                <a:cubicBezTo>
                  <a:pt x="101" y="65"/>
                  <a:pt x="97" y="72"/>
                  <a:pt x="88" y="81"/>
                </a:cubicBezTo>
                <a:lnTo>
                  <a:pt x="0" y="81"/>
                </a:lnTo>
                <a:cubicBezTo>
                  <a:pt x="3" y="78"/>
                  <a:pt x="7" y="76"/>
                  <a:pt x="10" y="76"/>
                </a:cubicBezTo>
                <a:lnTo>
                  <a:pt x="57" y="76"/>
                </a:lnTo>
                <a:cubicBezTo>
                  <a:pt x="65" y="75"/>
                  <a:pt x="82" y="73"/>
                  <a:pt x="82" y="53"/>
                </a:cubicBezTo>
                <a:cubicBezTo>
                  <a:pt x="79" y="40"/>
                  <a:pt x="48" y="37"/>
                  <a:pt x="39" y="27"/>
                </a:cubicBezTo>
                <a:cubicBezTo>
                  <a:pt x="35" y="23"/>
                  <a:pt x="41" y="17"/>
                  <a:pt x="53" y="17"/>
                </a:cubicBezTo>
                <a:cubicBezTo>
                  <a:pt x="75" y="0"/>
                  <a:pt x="143" y="8"/>
                  <a:pt x="141" y="24"/>
                </a:cubicBezTo>
                <a:cubicBezTo>
                  <a:pt x="140" y="33"/>
                  <a:pt x="134" y="39"/>
                  <a:pt x="127" y="45"/>
                </a:cubicBezTo>
                <a:lnTo>
                  <a:pt x="118" y="45"/>
                </a:lnTo>
                <a:lnTo>
                  <a:pt x="108" y="81"/>
                </a:lnTo>
                <a:lnTo>
                  <a:pt x="96" y="81"/>
                </a:lnTo>
                <a:lnTo>
                  <a:pt x="106" y="45"/>
                </a:lnTo>
                <a:lnTo>
                  <a:pt x="95" y="45"/>
                </a:lnTo>
                <a:lnTo>
                  <a:pt x="102" y="38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6" name="Freeform 17"/>
          <p:cNvSpPr>
            <a:spLocks noGrp="1"/>
          </p:cNvSpPr>
          <p:nvPr/>
        </p:nvSpPr>
        <p:spPr>
          <a:xfrm>
            <a:off x="9962631" y="339251"/>
            <a:ext cx="50797" cy="41908"/>
          </a:xfrm>
          <a:custGeom>
            <a:avLst/>
            <a:gdLst/>
            <a:ahLst/>
            <a:cxnLst/>
            <a:rect l="l" t="t" r="r" b="b"/>
            <a:pathLst>
              <a:path w="33" h="27">
                <a:moveTo>
                  <a:pt x="7" y="0"/>
                </a:moveTo>
                <a:lnTo>
                  <a:pt x="18" y="0"/>
                </a:lnTo>
                <a:lnTo>
                  <a:pt x="13" y="17"/>
                </a:lnTo>
                <a:lnTo>
                  <a:pt x="18" y="17"/>
                </a:lnTo>
                <a:lnTo>
                  <a:pt x="22" y="0"/>
                </a:lnTo>
                <a:lnTo>
                  <a:pt x="33" y="0"/>
                </a:lnTo>
                <a:lnTo>
                  <a:pt x="25" y="27"/>
                </a:lnTo>
                <a:lnTo>
                  <a:pt x="15" y="27"/>
                </a:lnTo>
                <a:lnTo>
                  <a:pt x="17" y="20"/>
                </a:lnTo>
                <a:lnTo>
                  <a:pt x="13" y="20"/>
                </a:lnTo>
                <a:lnTo>
                  <a:pt x="11" y="27"/>
                </a:lnTo>
                <a:lnTo>
                  <a:pt x="0" y="27"/>
                </a:lnTo>
                <a:lnTo>
                  <a:pt x="7" y="0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7" name="Freeform 18"/>
          <p:cNvSpPr>
            <a:spLocks noGrp="1"/>
          </p:cNvSpPr>
          <p:nvPr/>
        </p:nvSpPr>
        <p:spPr>
          <a:xfrm>
            <a:off x="10007079" y="339251"/>
            <a:ext cx="50797" cy="41908"/>
          </a:xfrm>
          <a:custGeom>
            <a:avLst/>
            <a:gdLst/>
            <a:ahLst/>
            <a:cxnLst/>
            <a:rect l="l" t="t" r="r" b="b"/>
            <a:pathLst>
              <a:path w="33" h="27">
                <a:moveTo>
                  <a:pt x="8" y="0"/>
                </a:moveTo>
                <a:lnTo>
                  <a:pt x="0" y="27"/>
                </a:lnTo>
                <a:lnTo>
                  <a:pt x="25" y="27"/>
                </a:lnTo>
                <a:lnTo>
                  <a:pt x="33" y="0"/>
                </a:lnTo>
                <a:lnTo>
                  <a:pt x="22" y="0"/>
                </a:lnTo>
                <a:lnTo>
                  <a:pt x="15" y="24"/>
                </a:lnTo>
                <a:lnTo>
                  <a:pt x="11" y="24"/>
                </a:lnTo>
                <a:lnTo>
                  <a:pt x="18" y="0"/>
                </a:lnTo>
                <a:lnTo>
                  <a:pt x="8" y="0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8" name="Freeform 5"/>
          <p:cNvSpPr>
            <a:spLocks noGrp="1"/>
          </p:cNvSpPr>
          <p:nvPr/>
        </p:nvSpPr>
        <p:spPr>
          <a:xfrm>
            <a:off x="10436316" y="152571"/>
            <a:ext cx="1607736" cy="325103"/>
          </a:xfrm>
          <a:custGeom>
            <a:avLst/>
            <a:gdLst/>
            <a:ahLst/>
            <a:cxnLst/>
            <a:rect l="l" t="t" r="r" b="b"/>
            <a:pathLst>
              <a:path w="489" h="98">
                <a:moveTo>
                  <a:pt x="98" y="37"/>
                </a:moveTo>
                <a:cubicBezTo>
                  <a:pt x="98" y="37"/>
                  <a:pt x="101" y="31"/>
                  <a:pt x="102" y="39"/>
                </a:cubicBezTo>
                <a:lnTo>
                  <a:pt x="104" y="45"/>
                </a:lnTo>
                <a:cubicBezTo>
                  <a:pt x="104" y="45"/>
                  <a:pt x="106" y="49"/>
                  <a:pt x="109" y="43"/>
                </a:cubicBezTo>
                <a:lnTo>
                  <a:pt x="112" y="40"/>
                </a:lnTo>
                <a:cubicBezTo>
                  <a:pt x="112" y="40"/>
                  <a:pt x="114" y="40"/>
                  <a:pt x="114" y="37"/>
                </a:cubicBezTo>
                <a:lnTo>
                  <a:pt x="113" y="28"/>
                </a:lnTo>
                <a:cubicBezTo>
                  <a:pt x="113" y="28"/>
                  <a:pt x="113" y="22"/>
                  <a:pt x="111" y="22"/>
                </a:cubicBezTo>
                <a:cubicBezTo>
                  <a:pt x="111" y="22"/>
                  <a:pt x="108" y="16"/>
                  <a:pt x="112" y="15"/>
                </a:cubicBezTo>
                <a:cubicBezTo>
                  <a:pt x="112" y="15"/>
                  <a:pt x="113" y="11"/>
                  <a:pt x="119" y="14"/>
                </a:cubicBezTo>
                <a:cubicBezTo>
                  <a:pt x="119" y="14"/>
                  <a:pt x="125" y="16"/>
                  <a:pt x="123" y="21"/>
                </a:cubicBezTo>
                <a:lnTo>
                  <a:pt x="122" y="29"/>
                </a:lnTo>
                <a:cubicBezTo>
                  <a:pt x="122" y="29"/>
                  <a:pt x="121" y="33"/>
                  <a:pt x="127" y="28"/>
                </a:cubicBezTo>
                <a:lnTo>
                  <a:pt x="135" y="23"/>
                </a:lnTo>
                <a:cubicBezTo>
                  <a:pt x="135" y="23"/>
                  <a:pt x="143" y="20"/>
                  <a:pt x="145" y="24"/>
                </a:cubicBezTo>
                <a:cubicBezTo>
                  <a:pt x="145" y="24"/>
                  <a:pt x="147" y="27"/>
                  <a:pt x="143" y="30"/>
                </a:cubicBezTo>
                <a:cubicBezTo>
                  <a:pt x="143" y="30"/>
                  <a:pt x="131" y="33"/>
                  <a:pt x="133" y="42"/>
                </a:cubicBezTo>
                <a:cubicBezTo>
                  <a:pt x="133" y="42"/>
                  <a:pt x="139" y="43"/>
                  <a:pt x="134" y="48"/>
                </a:cubicBezTo>
                <a:cubicBezTo>
                  <a:pt x="134" y="48"/>
                  <a:pt x="128" y="49"/>
                  <a:pt x="125" y="52"/>
                </a:cubicBezTo>
                <a:lnTo>
                  <a:pt x="121" y="53"/>
                </a:lnTo>
                <a:lnTo>
                  <a:pt x="121" y="86"/>
                </a:lnTo>
                <a:cubicBezTo>
                  <a:pt x="121" y="86"/>
                  <a:pt x="121" y="96"/>
                  <a:pt x="115" y="92"/>
                </a:cubicBezTo>
                <a:cubicBezTo>
                  <a:pt x="115" y="92"/>
                  <a:pt x="109" y="84"/>
                  <a:pt x="113" y="74"/>
                </a:cubicBezTo>
                <a:lnTo>
                  <a:pt x="114" y="49"/>
                </a:lnTo>
                <a:cubicBezTo>
                  <a:pt x="114" y="49"/>
                  <a:pt x="115" y="41"/>
                  <a:pt x="109" y="50"/>
                </a:cubicBezTo>
                <a:lnTo>
                  <a:pt x="104" y="57"/>
                </a:lnTo>
                <a:cubicBezTo>
                  <a:pt x="104" y="57"/>
                  <a:pt x="102" y="60"/>
                  <a:pt x="98" y="58"/>
                </a:cubicBezTo>
                <a:cubicBezTo>
                  <a:pt x="98" y="58"/>
                  <a:pt x="90" y="54"/>
                  <a:pt x="94" y="47"/>
                </a:cubicBezTo>
                <a:cubicBezTo>
                  <a:pt x="96" y="45"/>
                  <a:pt x="97" y="40"/>
                  <a:pt x="98" y="37"/>
                </a:cubicBezTo>
                <a:close/>
                <a:moveTo>
                  <a:pt x="121" y="39"/>
                </a:moveTo>
                <a:lnTo>
                  <a:pt x="121" y="45"/>
                </a:lnTo>
                <a:cubicBezTo>
                  <a:pt x="121" y="45"/>
                  <a:pt x="120" y="48"/>
                  <a:pt x="125" y="45"/>
                </a:cubicBezTo>
                <a:cubicBezTo>
                  <a:pt x="125" y="45"/>
                  <a:pt x="128" y="42"/>
                  <a:pt x="128" y="40"/>
                </a:cubicBezTo>
                <a:cubicBezTo>
                  <a:pt x="128" y="40"/>
                  <a:pt x="128" y="35"/>
                  <a:pt x="130" y="35"/>
                </a:cubicBezTo>
                <a:cubicBezTo>
                  <a:pt x="130" y="35"/>
                  <a:pt x="131" y="31"/>
                  <a:pt x="126" y="33"/>
                </a:cubicBezTo>
                <a:lnTo>
                  <a:pt x="123" y="37"/>
                </a:lnTo>
                <a:lnTo>
                  <a:pt x="122" y="37"/>
                </a:lnTo>
                <a:cubicBezTo>
                  <a:pt x="122" y="37"/>
                  <a:pt x="121" y="38"/>
                  <a:pt x="121" y="39"/>
                </a:cubicBezTo>
                <a:close/>
              </a:path>
              <a:path w="489" h="98">
                <a:moveTo>
                  <a:pt x="29" y="76"/>
                </a:moveTo>
                <a:cubicBezTo>
                  <a:pt x="34" y="73"/>
                  <a:pt x="37" y="72"/>
                  <a:pt x="38" y="73"/>
                </a:cubicBezTo>
                <a:cubicBezTo>
                  <a:pt x="39" y="73"/>
                  <a:pt x="39" y="80"/>
                  <a:pt x="39" y="92"/>
                </a:cubicBezTo>
                <a:cubicBezTo>
                  <a:pt x="39" y="98"/>
                  <a:pt x="43" y="98"/>
                  <a:pt x="45" y="95"/>
                </a:cubicBezTo>
                <a:cubicBezTo>
                  <a:pt x="47" y="92"/>
                  <a:pt x="48" y="86"/>
                  <a:pt x="48" y="78"/>
                </a:cubicBezTo>
                <a:lnTo>
                  <a:pt x="48" y="71"/>
                </a:lnTo>
                <a:lnTo>
                  <a:pt x="50" y="68"/>
                </a:lnTo>
                <a:lnTo>
                  <a:pt x="59" y="64"/>
                </a:lnTo>
                <a:cubicBezTo>
                  <a:pt x="62" y="63"/>
                  <a:pt x="62" y="61"/>
                  <a:pt x="59" y="60"/>
                </a:cubicBezTo>
                <a:lnTo>
                  <a:pt x="54" y="56"/>
                </a:lnTo>
                <a:cubicBezTo>
                  <a:pt x="53" y="54"/>
                  <a:pt x="53" y="53"/>
                  <a:pt x="56" y="52"/>
                </a:cubicBezTo>
                <a:lnTo>
                  <a:pt x="71" y="44"/>
                </a:lnTo>
                <a:cubicBezTo>
                  <a:pt x="73" y="44"/>
                  <a:pt x="74" y="42"/>
                  <a:pt x="71" y="39"/>
                </a:cubicBezTo>
                <a:cubicBezTo>
                  <a:pt x="69" y="37"/>
                  <a:pt x="67" y="37"/>
                  <a:pt x="64" y="39"/>
                </a:cubicBezTo>
                <a:lnTo>
                  <a:pt x="59" y="41"/>
                </a:lnTo>
                <a:cubicBezTo>
                  <a:pt x="56" y="44"/>
                  <a:pt x="55" y="42"/>
                  <a:pt x="59" y="37"/>
                </a:cubicBezTo>
                <a:lnTo>
                  <a:pt x="64" y="34"/>
                </a:lnTo>
                <a:cubicBezTo>
                  <a:pt x="68" y="32"/>
                  <a:pt x="66" y="30"/>
                  <a:pt x="63" y="29"/>
                </a:cubicBezTo>
                <a:lnTo>
                  <a:pt x="59" y="26"/>
                </a:lnTo>
                <a:cubicBezTo>
                  <a:pt x="57" y="25"/>
                  <a:pt x="56" y="25"/>
                  <a:pt x="55" y="28"/>
                </a:cubicBezTo>
                <a:cubicBezTo>
                  <a:pt x="55" y="32"/>
                  <a:pt x="54" y="34"/>
                  <a:pt x="52" y="35"/>
                </a:cubicBezTo>
                <a:cubicBezTo>
                  <a:pt x="50" y="36"/>
                  <a:pt x="48" y="36"/>
                  <a:pt x="47" y="35"/>
                </a:cubicBezTo>
                <a:cubicBezTo>
                  <a:pt x="45" y="33"/>
                  <a:pt x="45" y="32"/>
                  <a:pt x="47" y="30"/>
                </a:cubicBezTo>
                <a:cubicBezTo>
                  <a:pt x="49" y="27"/>
                  <a:pt x="52" y="25"/>
                  <a:pt x="56" y="25"/>
                </a:cubicBezTo>
                <a:cubicBezTo>
                  <a:pt x="60" y="23"/>
                  <a:pt x="64" y="21"/>
                  <a:pt x="65" y="18"/>
                </a:cubicBezTo>
                <a:cubicBezTo>
                  <a:pt x="66" y="17"/>
                  <a:pt x="65" y="14"/>
                  <a:pt x="62" y="11"/>
                </a:cubicBezTo>
                <a:cubicBezTo>
                  <a:pt x="59" y="6"/>
                  <a:pt x="55" y="5"/>
                  <a:pt x="52" y="10"/>
                </a:cubicBezTo>
                <a:lnTo>
                  <a:pt x="47" y="22"/>
                </a:lnTo>
                <a:lnTo>
                  <a:pt x="43" y="22"/>
                </a:lnTo>
                <a:lnTo>
                  <a:pt x="44" y="14"/>
                </a:lnTo>
                <a:cubicBezTo>
                  <a:pt x="45" y="12"/>
                  <a:pt x="43" y="10"/>
                  <a:pt x="40" y="7"/>
                </a:cubicBezTo>
                <a:cubicBezTo>
                  <a:pt x="36" y="5"/>
                  <a:pt x="34" y="4"/>
                  <a:pt x="33" y="7"/>
                </a:cubicBezTo>
                <a:cubicBezTo>
                  <a:pt x="32" y="7"/>
                  <a:pt x="33" y="9"/>
                  <a:pt x="36" y="13"/>
                </a:cubicBezTo>
                <a:cubicBezTo>
                  <a:pt x="38" y="15"/>
                  <a:pt x="39" y="18"/>
                  <a:pt x="41" y="23"/>
                </a:cubicBezTo>
                <a:cubicBezTo>
                  <a:pt x="36" y="23"/>
                  <a:pt x="31" y="24"/>
                  <a:pt x="26" y="23"/>
                </a:cubicBezTo>
                <a:cubicBezTo>
                  <a:pt x="20" y="23"/>
                  <a:pt x="17" y="24"/>
                  <a:pt x="20" y="27"/>
                </a:cubicBezTo>
                <a:cubicBezTo>
                  <a:pt x="21" y="29"/>
                  <a:pt x="23" y="30"/>
                  <a:pt x="24" y="32"/>
                </a:cubicBezTo>
                <a:lnTo>
                  <a:pt x="38" y="28"/>
                </a:lnTo>
                <a:cubicBezTo>
                  <a:pt x="45" y="27"/>
                  <a:pt x="45" y="27"/>
                  <a:pt x="43" y="30"/>
                </a:cubicBezTo>
                <a:cubicBezTo>
                  <a:pt x="43" y="31"/>
                  <a:pt x="41" y="31"/>
                  <a:pt x="39" y="30"/>
                </a:cubicBezTo>
                <a:cubicBezTo>
                  <a:pt x="36" y="31"/>
                  <a:pt x="36" y="33"/>
                  <a:pt x="37" y="35"/>
                </a:cubicBezTo>
                <a:cubicBezTo>
                  <a:pt x="38" y="39"/>
                  <a:pt x="38" y="40"/>
                  <a:pt x="35" y="38"/>
                </a:cubicBezTo>
                <a:cubicBezTo>
                  <a:pt x="34" y="38"/>
                  <a:pt x="33" y="38"/>
                  <a:pt x="33" y="39"/>
                </a:cubicBezTo>
                <a:cubicBezTo>
                  <a:pt x="32" y="40"/>
                  <a:pt x="30" y="40"/>
                  <a:pt x="28" y="37"/>
                </a:cubicBezTo>
                <a:cubicBezTo>
                  <a:pt x="24" y="33"/>
                  <a:pt x="21" y="32"/>
                  <a:pt x="20" y="35"/>
                </a:cubicBezTo>
                <a:lnTo>
                  <a:pt x="21" y="38"/>
                </a:lnTo>
                <a:cubicBezTo>
                  <a:pt x="23" y="42"/>
                  <a:pt x="23" y="44"/>
                  <a:pt x="20" y="44"/>
                </a:cubicBezTo>
                <a:cubicBezTo>
                  <a:pt x="19" y="45"/>
                  <a:pt x="20" y="46"/>
                  <a:pt x="21" y="47"/>
                </a:cubicBezTo>
                <a:lnTo>
                  <a:pt x="24" y="50"/>
                </a:lnTo>
                <a:cubicBezTo>
                  <a:pt x="26" y="53"/>
                  <a:pt x="28" y="53"/>
                  <a:pt x="32" y="49"/>
                </a:cubicBezTo>
                <a:cubicBezTo>
                  <a:pt x="36" y="44"/>
                  <a:pt x="38" y="43"/>
                  <a:pt x="38" y="47"/>
                </a:cubicBezTo>
                <a:cubicBezTo>
                  <a:pt x="38" y="50"/>
                  <a:pt x="37" y="51"/>
                  <a:pt x="34" y="51"/>
                </a:cubicBezTo>
                <a:lnTo>
                  <a:pt x="1" y="61"/>
                </a:lnTo>
                <a:cubicBezTo>
                  <a:pt x="0" y="61"/>
                  <a:pt x="0" y="61"/>
                  <a:pt x="0" y="61"/>
                </a:cubicBezTo>
                <a:lnTo>
                  <a:pt x="7" y="66"/>
                </a:lnTo>
                <a:cubicBezTo>
                  <a:pt x="8" y="66"/>
                  <a:pt x="10" y="66"/>
                  <a:pt x="11" y="66"/>
                </a:cubicBezTo>
                <a:lnTo>
                  <a:pt x="20" y="63"/>
                </a:lnTo>
                <a:lnTo>
                  <a:pt x="33" y="56"/>
                </a:lnTo>
                <a:cubicBezTo>
                  <a:pt x="37" y="55"/>
                  <a:pt x="39" y="55"/>
                  <a:pt x="38" y="58"/>
                </a:cubicBezTo>
                <a:cubicBezTo>
                  <a:pt x="38" y="59"/>
                  <a:pt x="37" y="60"/>
                  <a:pt x="35" y="61"/>
                </a:cubicBezTo>
                <a:cubicBezTo>
                  <a:pt x="29" y="64"/>
                  <a:pt x="23" y="69"/>
                  <a:pt x="17" y="74"/>
                </a:cubicBezTo>
                <a:cubicBezTo>
                  <a:pt x="14" y="77"/>
                  <a:pt x="13" y="78"/>
                  <a:pt x="17" y="78"/>
                </a:cubicBezTo>
                <a:cubicBezTo>
                  <a:pt x="19" y="79"/>
                  <a:pt x="21" y="79"/>
                  <a:pt x="25" y="77"/>
                </a:cubicBezTo>
                <a:lnTo>
                  <a:pt x="29" y="76"/>
                </a:lnTo>
                <a:close/>
                <a:moveTo>
                  <a:pt x="38" y="65"/>
                </a:moveTo>
                <a:cubicBezTo>
                  <a:pt x="38" y="67"/>
                  <a:pt x="37" y="68"/>
                  <a:pt x="34" y="69"/>
                </a:cubicBezTo>
                <a:lnTo>
                  <a:pt x="30" y="70"/>
                </a:lnTo>
                <a:cubicBezTo>
                  <a:pt x="26" y="71"/>
                  <a:pt x="25" y="71"/>
                  <a:pt x="28" y="69"/>
                </a:cubicBezTo>
                <a:lnTo>
                  <a:pt x="35" y="64"/>
                </a:lnTo>
                <a:cubicBezTo>
                  <a:pt x="37" y="63"/>
                  <a:pt x="38" y="63"/>
                  <a:pt x="38" y="65"/>
                </a:cubicBezTo>
                <a:close/>
                <a:moveTo>
                  <a:pt x="48" y="57"/>
                </a:moveTo>
                <a:lnTo>
                  <a:pt x="48" y="61"/>
                </a:lnTo>
                <a:cubicBezTo>
                  <a:pt x="48" y="63"/>
                  <a:pt x="50" y="63"/>
                  <a:pt x="51" y="62"/>
                </a:cubicBezTo>
                <a:cubicBezTo>
                  <a:pt x="51" y="62"/>
                  <a:pt x="51" y="61"/>
                  <a:pt x="51" y="59"/>
                </a:cubicBezTo>
                <a:cubicBezTo>
                  <a:pt x="50" y="58"/>
                  <a:pt x="49" y="57"/>
                  <a:pt x="48" y="57"/>
                </a:cubicBezTo>
                <a:close/>
                <a:moveTo>
                  <a:pt x="50" y="50"/>
                </a:moveTo>
                <a:cubicBezTo>
                  <a:pt x="48" y="50"/>
                  <a:pt x="48" y="51"/>
                  <a:pt x="48" y="52"/>
                </a:cubicBezTo>
                <a:cubicBezTo>
                  <a:pt x="49" y="53"/>
                  <a:pt x="51" y="53"/>
                  <a:pt x="53" y="51"/>
                </a:cubicBezTo>
                <a:lnTo>
                  <a:pt x="58" y="48"/>
                </a:lnTo>
                <a:cubicBezTo>
                  <a:pt x="59" y="47"/>
                  <a:pt x="59" y="47"/>
                  <a:pt x="56" y="47"/>
                </a:cubicBezTo>
                <a:lnTo>
                  <a:pt x="51" y="49"/>
                </a:lnTo>
                <a:lnTo>
                  <a:pt x="50" y="50"/>
                </a:lnTo>
                <a:close/>
                <a:moveTo>
                  <a:pt x="48" y="39"/>
                </a:moveTo>
                <a:lnTo>
                  <a:pt x="47" y="44"/>
                </a:lnTo>
                <a:cubicBezTo>
                  <a:pt x="48" y="47"/>
                  <a:pt x="49" y="47"/>
                  <a:pt x="51" y="45"/>
                </a:cubicBezTo>
                <a:cubicBezTo>
                  <a:pt x="51" y="44"/>
                  <a:pt x="52" y="43"/>
                  <a:pt x="53" y="41"/>
                </a:cubicBezTo>
                <a:cubicBezTo>
                  <a:pt x="53" y="39"/>
                  <a:pt x="52" y="39"/>
                  <a:pt x="51" y="38"/>
                </a:cubicBezTo>
                <a:cubicBezTo>
                  <a:pt x="50" y="38"/>
                  <a:pt x="49" y="38"/>
                  <a:pt x="48" y="39"/>
                </a:cubicBezTo>
                <a:close/>
                <a:moveTo>
                  <a:pt x="60" y="14"/>
                </a:moveTo>
                <a:cubicBezTo>
                  <a:pt x="60" y="15"/>
                  <a:pt x="59" y="16"/>
                  <a:pt x="58" y="17"/>
                </a:cubicBezTo>
                <a:lnTo>
                  <a:pt x="57" y="17"/>
                </a:lnTo>
                <a:cubicBezTo>
                  <a:pt x="56" y="17"/>
                  <a:pt x="55" y="18"/>
                  <a:pt x="54" y="17"/>
                </a:cubicBezTo>
                <a:lnTo>
                  <a:pt x="57" y="14"/>
                </a:lnTo>
                <a:cubicBezTo>
                  <a:pt x="58" y="14"/>
                  <a:pt x="60" y="13"/>
                  <a:pt x="60" y="14"/>
                </a:cubicBezTo>
                <a:close/>
              </a:path>
              <a:path w="489" h="98">
                <a:moveTo>
                  <a:pt x="186" y="22"/>
                </a:moveTo>
                <a:lnTo>
                  <a:pt x="193" y="17"/>
                </a:lnTo>
                <a:cubicBezTo>
                  <a:pt x="193" y="17"/>
                  <a:pt x="195" y="13"/>
                  <a:pt x="198" y="18"/>
                </a:cubicBezTo>
                <a:cubicBezTo>
                  <a:pt x="198" y="18"/>
                  <a:pt x="202" y="23"/>
                  <a:pt x="196" y="24"/>
                </a:cubicBezTo>
                <a:cubicBezTo>
                  <a:pt x="196" y="24"/>
                  <a:pt x="193" y="26"/>
                  <a:pt x="191" y="25"/>
                </a:cubicBezTo>
                <a:cubicBezTo>
                  <a:pt x="191" y="25"/>
                  <a:pt x="180" y="30"/>
                  <a:pt x="177" y="31"/>
                </a:cubicBezTo>
                <a:cubicBezTo>
                  <a:pt x="177" y="31"/>
                  <a:pt x="171" y="33"/>
                  <a:pt x="172" y="30"/>
                </a:cubicBezTo>
                <a:lnTo>
                  <a:pt x="183" y="24"/>
                </a:lnTo>
                <a:lnTo>
                  <a:pt x="186" y="22"/>
                </a:lnTo>
                <a:close/>
              </a:path>
              <a:path w="489" h="98">
                <a:moveTo>
                  <a:pt x="217" y="29"/>
                </a:moveTo>
                <a:lnTo>
                  <a:pt x="216" y="50"/>
                </a:lnTo>
                <a:lnTo>
                  <a:pt x="220" y="47"/>
                </a:lnTo>
                <a:lnTo>
                  <a:pt x="221" y="42"/>
                </a:lnTo>
                <a:cubicBezTo>
                  <a:pt x="221" y="42"/>
                  <a:pt x="221" y="39"/>
                  <a:pt x="225" y="43"/>
                </a:cubicBezTo>
                <a:cubicBezTo>
                  <a:pt x="225" y="43"/>
                  <a:pt x="229" y="46"/>
                  <a:pt x="228" y="50"/>
                </a:cubicBezTo>
                <a:cubicBezTo>
                  <a:pt x="228" y="50"/>
                  <a:pt x="220" y="52"/>
                  <a:pt x="216" y="59"/>
                </a:cubicBezTo>
                <a:lnTo>
                  <a:pt x="216" y="83"/>
                </a:lnTo>
                <a:cubicBezTo>
                  <a:pt x="216" y="83"/>
                  <a:pt x="216" y="87"/>
                  <a:pt x="215" y="89"/>
                </a:cubicBezTo>
                <a:cubicBezTo>
                  <a:pt x="215" y="89"/>
                  <a:pt x="212" y="95"/>
                  <a:pt x="211" y="94"/>
                </a:cubicBezTo>
                <a:cubicBezTo>
                  <a:pt x="211" y="94"/>
                  <a:pt x="207" y="92"/>
                  <a:pt x="209" y="86"/>
                </a:cubicBezTo>
                <a:lnTo>
                  <a:pt x="209" y="69"/>
                </a:lnTo>
                <a:cubicBezTo>
                  <a:pt x="209" y="69"/>
                  <a:pt x="210" y="63"/>
                  <a:pt x="206" y="68"/>
                </a:cubicBezTo>
                <a:cubicBezTo>
                  <a:pt x="206" y="68"/>
                  <a:pt x="202" y="74"/>
                  <a:pt x="197" y="69"/>
                </a:cubicBezTo>
                <a:cubicBezTo>
                  <a:pt x="197" y="69"/>
                  <a:pt x="192" y="67"/>
                  <a:pt x="197" y="64"/>
                </a:cubicBezTo>
                <a:cubicBezTo>
                  <a:pt x="197" y="64"/>
                  <a:pt x="198" y="64"/>
                  <a:pt x="199" y="59"/>
                </a:cubicBezTo>
                <a:lnTo>
                  <a:pt x="200" y="55"/>
                </a:lnTo>
                <a:cubicBezTo>
                  <a:pt x="200" y="55"/>
                  <a:pt x="201" y="50"/>
                  <a:pt x="198" y="50"/>
                </a:cubicBezTo>
                <a:cubicBezTo>
                  <a:pt x="198" y="50"/>
                  <a:pt x="195" y="47"/>
                  <a:pt x="197" y="45"/>
                </a:cubicBezTo>
                <a:cubicBezTo>
                  <a:pt x="197" y="45"/>
                  <a:pt x="203" y="38"/>
                  <a:pt x="196" y="32"/>
                </a:cubicBezTo>
                <a:cubicBezTo>
                  <a:pt x="196" y="32"/>
                  <a:pt x="190" y="29"/>
                  <a:pt x="195" y="28"/>
                </a:cubicBezTo>
                <a:cubicBezTo>
                  <a:pt x="195" y="28"/>
                  <a:pt x="199" y="28"/>
                  <a:pt x="199" y="29"/>
                </a:cubicBezTo>
                <a:cubicBezTo>
                  <a:pt x="199" y="29"/>
                  <a:pt x="207" y="28"/>
                  <a:pt x="207" y="34"/>
                </a:cubicBezTo>
                <a:cubicBezTo>
                  <a:pt x="207" y="34"/>
                  <a:pt x="207" y="37"/>
                  <a:pt x="205" y="37"/>
                </a:cubicBezTo>
                <a:cubicBezTo>
                  <a:pt x="205" y="37"/>
                  <a:pt x="197" y="44"/>
                  <a:pt x="203" y="44"/>
                </a:cubicBezTo>
                <a:cubicBezTo>
                  <a:pt x="203" y="44"/>
                  <a:pt x="211" y="46"/>
                  <a:pt x="205" y="52"/>
                </a:cubicBezTo>
                <a:cubicBezTo>
                  <a:pt x="205" y="52"/>
                  <a:pt x="203" y="51"/>
                  <a:pt x="202" y="57"/>
                </a:cubicBezTo>
                <a:cubicBezTo>
                  <a:pt x="202" y="57"/>
                  <a:pt x="199" y="64"/>
                  <a:pt x="204" y="61"/>
                </a:cubicBezTo>
                <a:cubicBezTo>
                  <a:pt x="204" y="61"/>
                  <a:pt x="206" y="60"/>
                  <a:pt x="209" y="57"/>
                </a:cubicBezTo>
                <a:cubicBezTo>
                  <a:pt x="209" y="57"/>
                  <a:pt x="210" y="54"/>
                  <a:pt x="210" y="51"/>
                </a:cubicBezTo>
                <a:cubicBezTo>
                  <a:pt x="210" y="51"/>
                  <a:pt x="210" y="26"/>
                  <a:pt x="209" y="20"/>
                </a:cubicBezTo>
                <a:cubicBezTo>
                  <a:pt x="209" y="20"/>
                  <a:pt x="207" y="16"/>
                  <a:pt x="211" y="14"/>
                </a:cubicBezTo>
                <a:cubicBezTo>
                  <a:pt x="211" y="14"/>
                  <a:pt x="214" y="12"/>
                  <a:pt x="218" y="16"/>
                </a:cubicBezTo>
                <a:cubicBezTo>
                  <a:pt x="218" y="16"/>
                  <a:pt x="221" y="17"/>
                  <a:pt x="218" y="21"/>
                </a:cubicBezTo>
                <a:lnTo>
                  <a:pt x="217" y="26"/>
                </a:lnTo>
                <a:lnTo>
                  <a:pt x="217" y="29"/>
                </a:lnTo>
                <a:close/>
              </a:path>
              <a:path w="489" h="98">
                <a:moveTo>
                  <a:pt x="170" y="48"/>
                </a:moveTo>
                <a:cubicBezTo>
                  <a:pt x="170" y="48"/>
                  <a:pt x="165" y="51"/>
                  <a:pt x="163" y="49"/>
                </a:cubicBezTo>
                <a:cubicBezTo>
                  <a:pt x="163" y="49"/>
                  <a:pt x="160" y="49"/>
                  <a:pt x="162" y="52"/>
                </a:cubicBezTo>
                <a:cubicBezTo>
                  <a:pt x="162" y="52"/>
                  <a:pt x="165" y="59"/>
                  <a:pt x="171" y="55"/>
                </a:cubicBezTo>
                <a:lnTo>
                  <a:pt x="179" y="49"/>
                </a:lnTo>
                <a:cubicBezTo>
                  <a:pt x="179" y="49"/>
                  <a:pt x="182" y="45"/>
                  <a:pt x="181" y="51"/>
                </a:cubicBezTo>
                <a:cubicBezTo>
                  <a:pt x="181" y="51"/>
                  <a:pt x="181" y="55"/>
                  <a:pt x="179" y="55"/>
                </a:cubicBezTo>
                <a:lnTo>
                  <a:pt x="167" y="68"/>
                </a:lnTo>
                <a:cubicBezTo>
                  <a:pt x="167" y="68"/>
                  <a:pt x="162" y="73"/>
                  <a:pt x="168" y="74"/>
                </a:cubicBezTo>
                <a:cubicBezTo>
                  <a:pt x="168" y="74"/>
                  <a:pt x="172" y="75"/>
                  <a:pt x="175" y="72"/>
                </a:cubicBezTo>
                <a:cubicBezTo>
                  <a:pt x="175" y="72"/>
                  <a:pt x="180" y="66"/>
                  <a:pt x="179" y="70"/>
                </a:cubicBezTo>
                <a:lnTo>
                  <a:pt x="179" y="79"/>
                </a:lnTo>
                <a:cubicBezTo>
                  <a:pt x="179" y="79"/>
                  <a:pt x="178" y="82"/>
                  <a:pt x="181" y="83"/>
                </a:cubicBezTo>
                <a:cubicBezTo>
                  <a:pt x="181" y="83"/>
                  <a:pt x="183" y="85"/>
                  <a:pt x="185" y="82"/>
                </a:cubicBezTo>
                <a:cubicBezTo>
                  <a:pt x="185" y="82"/>
                  <a:pt x="187" y="80"/>
                  <a:pt x="186" y="75"/>
                </a:cubicBezTo>
                <a:lnTo>
                  <a:pt x="186" y="63"/>
                </a:lnTo>
                <a:cubicBezTo>
                  <a:pt x="186" y="63"/>
                  <a:pt x="192" y="59"/>
                  <a:pt x="193" y="57"/>
                </a:cubicBezTo>
                <a:cubicBezTo>
                  <a:pt x="193" y="57"/>
                  <a:pt x="194" y="53"/>
                  <a:pt x="190" y="57"/>
                </a:cubicBezTo>
                <a:cubicBezTo>
                  <a:pt x="190" y="57"/>
                  <a:pt x="185" y="62"/>
                  <a:pt x="186" y="58"/>
                </a:cubicBezTo>
                <a:lnTo>
                  <a:pt x="186" y="52"/>
                </a:lnTo>
                <a:cubicBezTo>
                  <a:pt x="186" y="52"/>
                  <a:pt x="197" y="43"/>
                  <a:pt x="196" y="42"/>
                </a:cubicBezTo>
                <a:cubicBezTo>
                  <a:pt x="196" y="41"/>
                  <a:pt x="198" y="40"/>
                  <a:pt x="194" y="36"/>
                </a:cubicBezTo>
                <a:cubicBezTo>
                  <a:pt x="194" y="36"/>
                  <a:pt x="191" y="34"/>
                  <a:pt x="190" y="37"/>
                </a:cubicBezTo>
                <a:cubicBezTo>
                  <a:pt x="190" y="37"/>
                  <a:pt x="186" y="41"/>
                  <a:pt x="186" y="37"/>
                </a:cubicBezTo>
                <a:cubicBezTo>
                  <a:pt x="186" y="37"/>
                  <a:pt x="189" y="34"/>
                  <a:pt x="186" y="32"/>
                </a:cubicBezTo>
                <a:cubicBezTo>
                  <a:pt x="186" y="32"/>
                  <a:pt x="182" y="28"/>
                  <a:pt x="180" y="33"/>
                </a:cubicBezTo>
                <a:cubicBezTo>
                  <a:pt x="180" y="33"/>
                  <a:pt x="178" y="33"/>
                  <a:pt x="181" y="42"/>
                </a:cubicBezTo>
                <a:lnTo>
                  <a:pt x="176" y="44"/>
                </a:lnTo>
                <a:lnTo>
                  <a:pt x="173" y="46"/>
                </a:lnTo>
                <a:lnTo>
                  <a:pt x="170" y="48"/>
                </a:lnTo>
                <a:close/>
                <a:moveTo>
                  <a:pt x="186" y="43"/>
                </a:moveTo>
                <a:cubicBezTo>
                  <a:pt x="186" y="43"/>
                  <a:pt x="187" y="41"/>
                  <a:pt x="189" y="42"/>
                </a:cubicBezTo>
                <a:cubicBezTo>
                  <a:pt x="189" y="42"/>
                  <a:pt x="189" y="44"/>
                  <a:pt x="188" y="45"/>
                </a:cubicBezTo>
                <a:cubicBezTo>
                  <a:pt x="188" y="45"/>
                  <a:pt x="186" y="46"/>
                  <a:pt x="187" y="44"/>
                </a:cubicBezTo>
                <a:cubicBezTo>
                  <a:pt x="186" y="46"/>
                  <a:pt x="186" y="43"/>
                  <a:pt x="186" y="43"/>
                </a:cubicBezTo>
                <a:close/>
                <a:moveTo>
                  <a:pt x="175" y="64"/>
                </a:moveTo>
                <a:lnTo>
                  <a:pt x="178" y="61"/>
                </a:lnTo>
                <a:cubicBezTo>
                  <a:pt x="178" y="61"/>
                  <a:pt x="180" y="57"/>
                  <a:pt x="180" y="60"/>
                </a:cubicBezTo>
                <a:cubicBezTo>
                  <a:pt x="180" y="60"/>
                  <a:pt x="180" y="65"/>
                  <a:pt x="177" y="65"/>
                </a:cubicBezTo>
                <a:cubicBezTo>
                  <a:pt x="177" y="65"/>
                  <a:pt x="174" y="67"/>
                  <a:pt x="174" y="65"/>
                </a:cubicBezTo>
                <a:lnTo>
                  <a:pt x="175" y="65"/>
                </a:lnTo>
                <a:lnTo>
                  <a:pt x="175" y="64"/>
                </a:lnTo>
                <a:close/>
              </a:path>
              <a:path w="489" h="98">
                <a:moveTo>
                  <a:pt x="255" y="43"/>
                </a:moveTo>
                <a:cubicBezTo>
                  <a:pt x="255" y="43"/>
                  <a:pt x="252" y="46"/>
                  <a:pt x="249" y="46"/>
                </a:cubicBezTo>
                <a:cubicBezTo>
                  <a:pt x="249" y="46"/>
                  <a:pt x="247" y="45"/>
                  <a:pt x="248" y="48"/>
                </a:cubicBezTo>
                <a:cubicBezTo>
                  <a:pt x="248" y="48"/>
                  <a:pt x="248" y="51"/>
                  <a:pt x="253" y="52"/>
                </a:cubicBezTo>
                <a:cubicBezTo>
                  <a:pt x="253" y="52"/>
                  <a:pt x="257" y="52"/>
                  <a:pt x="257" y="51"/>
                </a:cubicBezTo>
                <a:cubicBezTo>
                  <a:pt x="257" y="51"/>
                  <a:pt x="257" y="49"/>
                  <a:pt x="260" y="48"/>
                </a:cubicBezTo>
                <a:cubicBezTo>
                  <a:pt x="260" y="48"/>
                  <a:pt x="263" y="46"/>
                  <a:pt x="264" y="45"/>
                </a:cubicBezTo>
                <a:cubicBezTo>
                  <a:pt x="264" y="45"/>
                  <a:pt x="267" y="42"/>
                  <a:pt x="266" y="46"/>
                </a:cubicBezTo>
                <a:lnTo>
                  <a:pt x="265" y="55"/>
                </a:lnTo>
                <a:cubicBezTo>
                  <a:pt x="265" y="59"/>
                  <a:pt x="258" y="64"/>
                  <a:pt x="256" y="66"/>
                </a:cubicBezTo>
                <a:cubicBezTo>
                  <a:pt x="256" y="66"/>
                  <a:pt x="253" y="69"/>
                  <a:pt x="251" y="69"/>
                </a:cubicBezTo>
                <a:cubicBezTo>
                  <a:pt x="251" y="69"/>
                  <a:pt x="249" y="68"/>
                  <a:pt x="251" y="72"/>
                </a:cubicBezTo>
                <a:cubicBezTo>
                  <a:pt x="251" y="72"/>
                  <a:pt x="255" y="76"/>
                  <a:pt x="257" y="75"/>
                </a:cubicBezTo>
                <a:lnTo>
                  <a:pt x="261" y="71"/>
                </a:lnTo>
                <a:lnTo>
                  <a:pt x="263" y="67"/>
                </a:lnTo>
                <a:cubicBezTo>
                  <a:pt x="263" y="67"/>
                  <a:pt x="266" y="63"/>
                  <a:pt x="265" y="69"/>
                </a:cubicBezTo>
                <a:cubicBezTo>
                  <a:pt x="265" y="69"/>
                  <a:pt x="265" y="77"/>
                  <a:pt x="263" y="79"/>
                </a:cubicBezTo>
                <a:cubicBezTo>
                  <a:pt x="263" y="79"/>
                  <a:pt x="262" y="79"/>
                  <a:pt x="264" y="82"/>
                </a:cubicBezTo>
                <a:cubicBezTo>
                  <a:pt x="264" y="82"/>
                  <a:pt x="266" y="87"/>
                  <a:pt x="268" y="85"/>
                </a:cubicBezTo>
                <a:lnTo>
                  <a:pt x="270" y="81"/>
                </a:lnTo>
                <a:cubicBezTo>
                  <a:pt x="270" y="81"/>
                  <a:pt x="272" y="78"/>
                  <a:pt x="271" y="76"/>
                </a:cubicBezTo>
                <a:cubicBezTo>
                  <a:pt x="270" y="75"/>
                  <a:pt x="271" y="57"/>
                  <a:pt x="271" y="57"/>
                </a:cubicBezTo>
                <a:lnTo>
                  <a:pt x="277" y="48"/>
                </a:lnTo>
                <a:cubicBezTo>
                  <a:pt x="277" y="48"/>
                  <a:pt x="281" y="44"/>
                  <a:pt x="277" y="44"/>
                </a:cubicBezTo>
                <a:cubicBezTo>
                  <a:pt x="277" y="44"/>
                  <a:pt x="275" y="46"/>
                  <a:pt x="273" y="49"/>
                </a:cubicBezTo>
                <a:cubicBezTo>
                  <a:pt x="273" y="49"/>
                  <a:pt x="271" y="51"/>
                  <a:pt x="272" y="46"/>
                </a:cubicBezTo>
                <a:lnTo>
                  <a:pt x="272" y="40"/>
                </a:lnTo>
                <a:cubicBezTo>
                  <a:pt x="272" y="40"/>
                  <a:pt x="271" y="37"/>
                  <a:pt x="275" y="36"/>
                </a:cubicBezTo>
                <a:lnTo>
                  <a:pt x="279" y="33"/>
                </a:lnTo>
                <a:cubicBezTo>
                  <a:pt x="279" y="33"/>
                  <a:pt x="282" y="31"/>
                  <a:pt x="280" y="30"/>
                </a:cubicBezTo>
                <a:cubicBezTo>
                  <a:pt x="280" y="30"/>
                  <a:pt x="276" y="26"/>
                  <a:pt x="276" y="30"/>
                </a:cubicBezTo>
                <a:lnTo>
                  <a:pt x="274" y="32"/>
                </a:lnTo>
                <a:cubicBezTo>
                  <a:pt x="274" y="32"/>
                  <a:pt x="272" y="34"/>
                  <a:pt x="273" y="30"/>
                </a:cubicBezTo>
                <a:lnTo>
                  <a:pt x="274" y="23"/>
                </a:lnTo>
                <a:cubicBezTo>
                  <a:pt x="274" y="23"/>
                  <a:pt x="274" y="18"/>
                  <a:pt x="276" y="17"/>
                </a:cubicBezTo>
                <a:cubicBezTo>
                  <a:pt x="276" y="17"/>
                  <a:pt x="273" y="11"/>
                  <a:pt x="269" y="14"/>
                </a:cubicBezTo>
                <a:cubicBezTo>
                  <a:pt x="269" y="14"/>
                  <a:pt x="263" y="17"/>
                  <a:pt x="267" y="21"/>
                </a:cubicBezTo>
                <a:lnTo>
                  <a:pt x="266" y="35"/>
                </a:lnTo>
                <a:cubicBezTo>
                  <a:pt x="266" y="35"/>
                  <a:pt x="266" y="38"/>
                  <a:pt x="264" y="38"/>
                </a:cubicBezTo>
                <a:lnTo>
                  <a:pt x="258" y="42"/>
                </a:lnTo>
                <a:lnTo>
                  <a:pt x="256" y="43"/>
                </a:lnTo>
                <a:lnTo>
                  <a:pt x="255" y="43"/>
                </a:lnTo>
                <a:close/>
              </a:path>
              <a:path w="489" h="98">
                <a:moveTo>
                  <a:pt x="303" y="56"/>
                </a:moveTo>
                <a:cubicBezTo>
                  <a:pt x="303" y="56"/>
                  <a:pt x="300" y="63"/>
                  <a:pt x="298" y="65"/>
                </a:cubicBezTo>
                <a:lnTo>
                  <a:pt x="304" y="70"/>
                </a:lnTo>
                <a:cubicBezTo>
                  <a:pt x="304" y="70"/>
                  <a:pt x="306" y="73"/>
                  <a:pt x="317" y="73"/>
                </a:cubicBezTo>
                <a:cubicBezTo>
                  <a:pt x="317" y="73"/>
                  <a:pt x="323" y="73"/>
                  <a:pt x="316" y="76"/>
                </a:cubicBezTo>
                <a:lnTo>
                  <a:pt x="307" y="81"/>
                </a:lnTo>
                <a:cubicBezTo>
                  <a:pt x="307" y="81"/>
                  <a:pt x="300" y="84"/>
                  <a:pt x="299" y="80"/>
                </a:cubicBezTo>
                <a:lnTo>
                  <a:pt x="295" y="73"/>
                </a:lnTo>
                <a:cubicBezTo>
                  <a:pt x="295" y="73"/>
                  <a:pt x="294" y="68"/>
                  <a:pt x="293" y="72"/>
                </a:cubicBezTo>
                <a:cubicBezTo>
                  <a:pt x="293" y="72"/>
                  <a:pt x="288" y="78"/>
                  <a:pt x="285" y="78"/>
                </a:cubicBezTo>
                <a:cubicBezTo>
                  <a:pt x="285" y="78"/>
                  <a:pt x="280" y="79"/>
                  <a:pt x="276" y="77"/>
                </a:cubicBezTo>
                <a:cubicBezTo>
                  <a:pt x="276" y="77"/>
                  <a:pt x="269" y="77"/>
                  <a:pt x="279" y="75"/>
                </a:cubicBezTo>
                <a:cubicBezTo>
                  <a:pt x="279" y="75"/>
                  <a:pt x="286" y="73"/>
                  <a:pt x="290" y="66"/>
                </a:cubicBezTo>
                <a:lnTo>
                  <a:pt x="283" y="58"/>
                </a:lnTo>
                <a:cubicBezTo>
                  <a:pt x="283" y="58"/>
                  <a:pt x="280" y="55"/>
                  <a:pt x="284" y="55"/>
                </a:cubicBezTo>
                <a:cubicBezTo>
                  <a:pt x="284" y="55"/>
                  <a:pt x="285" y="54"/>
                  <a:pt x="289" y="57"/>
                </a:cubicBezTo>
                <a:cubicBezTo>
                  <a:pt x="289" y="57"/>
                  <a:pt x="291" y="59"/>
                  <a:pt x="292" y="60"/>
                </a:cubicBezTo>
                <a:cubicBezTo>
                  <a:pt x="293" y="60"/>
                  <a:pt x="293" y="61"/>
                  <a:pt x="295" y="59"/>
                </a:cubicBezTo>
                <a:cubicBezTo>
                  <a:pt x="295" y="58"/>
                  <a:pt x="296" y="56"/>
                  <a:pt x="298" y="52"/>
                </a:cubicBezTo>
                <a:cubicBezTo>
                  <a:pt x="298" y="52"/>
                  <a:pt x="300" y="49"/>
                  <a:pt x="296" y="50"/>
                </a:cubicBezTo>
                <a:cubicBezTo>
                  <a:pt x="296" y="50"/>
                  <a:pt x="293" y="52"/>
                  <a:pt x="292" y="54"/>
                </a:cubicBezTo>
                <a:cubicBezTo>
                  <a:pt x="292" y="54"/>
                  <a:pt x="290" y="56"/>
                  <a:pt x="287" y="54"/>
                </a:cubicBezTo>
                <a:cubicBezTo>
                  <a:pt x="287" y="54"/>
                  <a:pt x="282" y="51"/>
                  <a:pt x="285" y="49"/>
                </a:cubicBezTo>
                <a:lnTo>
                  <a:pt x="286" y="45"/>
                </a:lnTo>
                <a:cubicBezTo>
                  <a:pt x="286" y="45"/>
                  <a:pt x="288" y="40"/>
                  <a:pt x="284" y="44"/>
                </a:cubicBezTo>
                <a:cubicBezTo>
                  <a:pt x="284" y="44"/>
                  <a:pt x="282" y="47"/>
                  <a:pt x="281" y="45"/>
                </a:cubicBezTo>
                <a:lnTo>
                  <a:pt x="276" y="41"/>
                </a:lnTo>
                <a:cubicBezTo>
                  <a:pt x="276" y="41"/>
                  <a:pt x="273" y="38"/>
                  <a:pt x="278" y="39"/>
                </a:cubicBezTo>
                <a:lnTo>
                  <a:pt x="290" y="34"/>
                </a:lnTo>
                <a:cubicBezTo>
                  <a:pt x="290" y="34"/>
                  <a:pt x="291" y="25"/>
                  <a:pt x="292" y="23"/>
                </a:cubicBezTo>
                <a:cubicBezTo>
                  <a:pt x="292" y="23"/>
                  <a:pt x="293" y="14"/>
                  <a:pt x="298" y="15"/>
                </a:cubicBezTo>
                <a:cubicBezTo>
                  <a:pt x="298" y="15"/>
                  <a:pt x="302" y="15"/>
                  <a:pt x="305" y="23"/>
                </a:cubicBezTo>
                <a:cubicBezTo>
                  <a:pt x="305" y="23"/>
                  <a:pt x="308" y="26"/>
                  <a:pt x="304" y="29"/>
                </a:cubicBezTo>
                <a:cubicBezTo>
                  <a:pt x="304" y="29"/>
                  <a:pt x="296" y="34"/>
                  <a:pt x="295" y="35"/>
                </a:cubicBezTo>
                <a:cubicBezTo>
                  <a:pt x="295" y="35"/>
                  <a:pt x="292" y="37"/>
                  <a:pt x="291" y="41"/>
                </a:cubicBezTo>
                <a:cubicBezTo>
                  <a:pt x="291" y="41"/>
                  <a:pt x="287" y="50"/>
                  <a:pt x="291" y="47"/>
                </a:cubicBezTo>
                <a:lnTo>
                  <a:pt x="301" y="40"/>
                </a:lnTo>
                <a:cubicBezTo>
                  <a:pt x="301" y="40"/>
                  <a:pt x="302" y="37"/>
                  <a:pt x="307" y="41"/>
                </a:cubicBezTo>
                <a:cubicBezTo>
                  <a:pt x="307" y="41"/>
                  <a:pt x="312" y="44"/>
                  <a:pt x="309" y="47"/>
                </a:cubicBezTo>
                <a:lnTo>
                  <a:pt x="305" y="52"/>
                </a:lnTo>
                <a:lnTo>
                  <a:pt x="303" y="54"/>
                </a:lnTo>
                <a:lnTo>
                  <a:pt x="303" y="56"/>
                </a:lnTo>
                <a:close/>
                <a:moveTo>
                  <a:pt x="295" y="27"/>
                </a:moveTo>
                <a:cubicBezTo>
                  <a:pt x="295" y="27"/>
                  <a:pt x="297" y="22"/>
                  <a:pt x="299" y="24"/>
                </a:cubicBezTo>
                <a:cubicBezTo>
                  <a:pt x="299" y="24"/>
                  <a:pt x="302" y="24"/>
                  <a:pt x="299" y="27"/>
                </a:cubicBezTo>
                <a:lnTo>
                  <a:pt x="297" y="30"/>
                </a:lnTo>
                <a:cubicBezTo>
                  <a:pt x="297" y="30"/>
                  <a:pt x="294" y="33"/>
                  <a:pt x="295" y="28"/>
                </a:cubicBezTo>
                <a:cubicBezTo>
                  <a:pt x="294" y="33"/>
                  <a:pt x="295" y="27"/>
                  <a:pt x="295" y="27"/>
                </a:cubicBezTo>
                <a:close/>
              </a:path>
              <a:path w="489" h="98">
                <a:moveTo>
                  <a:pt x="354" y="54"/>
                </a:moveTo>
                <a:cubicBezTo>
                  <a:pt x="354" y="54"/>
                  <a:pt x="348" y="58"/>
                  <a:pt x="341" y="59"/>
                </a:cubicBezTo>
                <a:cubicBezTo>
                  <a:pt x="341" y="59"/>
                  <a:pt x="336" y="59"/>
                  <a:pt x="342" y="62"/>
                </a:cubicBezTo>
                <a:lnTo>
                  <a:pt x="347" y="66"/>
                </a:lnTo>
                <a:cubicBezTo>
                  <a:pt x="347" y="66"/>
                  <a:pt x="352" y="67"/>
                  <a:pt x="354" y="64"/>
                </a:cubicBezTo>
                <a:lnTo>
                  <a:pt x="358" y="61"/>
                </a:lnTo>
                <a:cubicBezTo>
                  <a:pt x="358" y="61"/>
                  <a:pt x="364" y="56"/>
                  <a:pt x="361" y="63"/>
                </a:cubicBezTo>
                <a:cubicBezTo>
                  <a:pt x="361" y="63"/>
                  <a:pt x="357" y="73"/>
                  <a:pt x="342" y="79"/>
                </a:cubicBezTo>
                <a:cubicBezTo>
                  <a:pt x="342" y="79"/>
                  <a:pt x="335" y="81"/>
                  <a:pt x="346" y="80"/>
                </a:cubicBezTo>
                <a:cubicBezTo>
                  <a:pt x="346" y="80"/>
                  <a:pt x="365" y="83"/>
                  <a:pt x="372" y="50"/>
                </a:cubicBezTo>
                <a:cubicBezTo>
                  <a:pt x="372" y="50"/>
                  <a:pt x="385" y="41"/>
                  <a:pt x="388" y="40"/>
                </a:cubicBezTo>
                <a:cubicBezTo>
                  <a:pt x="388" y="40"/>
                  <a:pt x="393" y="37"/>
                  <a:pt x="387" y="36"/>
                </a:cubicBezTo>
                <a:cubicBezTo>
                  <a:pt x="387" y="36"/>
                  <a:pt x="383" y="33"/>
                  <a:pt x="380" y="38"/>
                </a:cubicBezTo>
                <a:lnTo>
                  <a:pt x="377" y="40"/>
                </a:lnTo>
                <a:cubicBezTo>
                  <a:pt x="377" y="40"/>
                  <a:pt x="373" y="43"/>
                  <a:pt x="374" y="37"/>
                </a:cubicBezTo>
                <a:lnTo>
                  <a:pt x="376" y="26"/>
                </a:lnTo>
                <a:cubicBezTo>
                  <a:pt x="376" y="26"/>
                  <a:pt x="377" y="22"/>
                  <a:pt x="374" y="21"/>
                </a:cubicBezTo>
                <a:cubicBezTo>
                  <a:pt x="371" y="19"/>
                  <a:pt x="368" y="15"/>
                  <a:pt x="368" y="15"/>
                </a:cubicBezTo>
                <a:cubicBezTo>
                  <a:pt x="368" y="15"/>
                  <a:pt x="365" y="12"/>
                  <a:pt x="365" y="18"/>
                </a:cubicBezTo>
                <a:cubicBezTo>
                  <a:pt x="365" y="18"/>
                  <a:pt x="368" y="35"/>
                  <a:pt x="365" y="47"/>
                </a:cubicBezTo>
                <a:lnTo>
                  <a:pt x="359" y="51"/>
                </a:lnTo>
                <a:lnTo>
                  <a:pt x="357" y="53"/>
                </a:lnTo>
                <a:lnTo>
                  <a:pt x="354" y="54"/>
                </a:lnTo>
                <a:close/>
              </a:path>
              <a:path w="489" h="98">
                <a:moveTo>
                  <a:pt x="378" y="66"/>
                </a:moveTo>
                <a:lnTo>
                  <a:pt x="383" y="76"/>
                </a:lnTo>
                <a:cubicBezTo>
                  <a:pt x="383" y="76"/>
                  <a:pt x="386" y="79"/>
                  <a:pt x="391" y="76"/>
                </a:cubicBezTo>
                <a:lnTo>
                  <a:pt x="401" y="72"/>
                </a:lnTo>
                <a:cubicBezTo>
                  <a:pt x="401" y="72"/>
                  <a:pt x="405" y="70"/>
                  <a:pt x="400" y="70"/>
                </a:cubicBezTo>
                <a:cubicBezTo>
                  <a:pt x="400" y="70"/>
                  <a:pt x="384" y="70"/>
                  <a:pt x="377" y="55"/>
                </a:cubicBezTo>
                <a:cubicBezTo>
                  <a:pt x="377" y="55"/>
                  <a:pt x="374" y="51"/>
                  <a:pt x="374" y="55"/>
                </a:cubicBezTo>
                <a:cubicBezTo>
                  <a:pt x="374" y="55"/>
                  <a:pt x="373" y="56"/>
                  <a:pt x="376" y="60"/>
                </a:cubicBezTo>
                <a:lnTo>
                  <a:pt x="377" y="63"/>
                </a:lnTo>
                <a:lnTo>
                  <a:pt x="378" y="66"/>
                </a:lnTo>
                <a:close/>
              </a:path>
              <a:path w="489" h="98">
                <a:moveTo>
                  <a:pt x="437" y="62"/>
                </a:moveTo>
                <a:cubicBezTo>
                  <a:pt x="437" y="62"/>
                  <a:pt x="428" y="68"/>
                  <a:pt x="424" y="68"/>
                </a:cubicBezTo>
                <a:cubicBezTo>
                  <a:pt x="424" y="68"/>
                  <a:pt x="420" y="68"/>
                  <a:pt x="424" y="71"/>
                </a:cubicBezTo>
                <a:lnTo>
                  <a:pt x="432" y="74"/>
                </a:lnTo>
                <a:cubicBezTo>
                  <a:pt x="432" y="74"/>
                  <a:pt x="436" y="78"/>
                  <a:pt x="438" y="73"/>
                </a:cubicBezTo>
                <a:cubicBezTo>
                  <a:pt x="438" y="73"/>
                  <a:pt x="449" y="59"/>
                  <a:pt x="452" y="59"/>
                </a:cubicBezTo>
                <a:cubicBezTo>
                  <a:pt x="452" y="59"/>
                  <a:pt x="456" y="55"/>
                  <a:pt x="456" y="60"/>
                </a:cubicBezTo>
                <a:cubicBezTo>
                  <a:pt x="456" y="60"/>
                  <a:pt x="456" y="68"/>
                  <a:pt x="456" y="77"/>
                </a:cubicBezTo>
                <a:cubicBezTo>
                  <a:pt x="456" y="77"/>
                  <a:pt x="458" y="86"/>
                  <a:pt x="450" y="85"/>
                </a:cubicBezTo>
                <a:lnTo>
                  <a:pt x="444" y="86"/>
                </a:lnTo>
                <a:lnTo>
                  <a:pt x="451" y="89"/>
                </a:lnTo>
                <a:lnTo>
                  <a:pt x="457" y="91"/>
                </a:lnTo>
                <a:cubicBezTo>
                  <a:pt x="457" y="91"/>
                  <a:pt x="462" y="94"/>
                  <a:pt x="464" y="88"/>
                </a:cubicBezTo>
                <a:cubicBezTo>
                  <a:pt x="464" y="88"/>
                  <a:pt x="465" y="86"/>
                  <a:pt x="463" y="75"/>
                </a:cubicBezTo>
                <a:lnTo>
                  <a:pt x="461" y="54"/>
                </a:lnTo>
                <a:cubicBezTo>
                  <a:pt x="461" y="54"/>
                  <a:pt x="463" y="49"/>
                  <a:pt x="467" y="53"/>
                </a:cubicBezTo>
                <a:lnTo>
                  <a:pt x="467" y="56"/>
                </a:lnTo>
                <a:cubicBezTo>
                  <a:pt x="467" y="56"/>
                  <a:pt x="466" y="60"/>
                  <a:pt x="471" y="56"/>
                </a:cubicBezTo>
                <a:cubicBezTo>
                  <a:pt x="471" y="56"/>
                  <a:pt x="474" y="53"/>
                  <a:pt x="477" y="53"/>
                </a:cubicBezTo>
                <a:cubicBezTo>
                  <a:pt x="477" y="53"/>
                  <a:pt x="480" y="50"/>
                  <a:pt x="476" y="49"/>
                </a:cubicBezTo>
                <a:cubicBezTo>
                  <a:pt x="476" y="49"/>
                  <a:pt x="473" y="45"/>
                  <a:pt x="468" y="46"/>
                </a:cubicBezTo>
                <a:cubicBezTo>
                  <a:pt x="468" y="46"/>
                  <a:pt x="463" y="46"/>
                  <a:pt x="469" y="41"/>
                </a:cubicBezTo>
                <a:lnTo>
                  <a:pt x="473" y="38"/>
                </a:lnTo>
                <a:cubicBezTo>
                  <a:pt x="473" y="38"/>
                  <a:pt x="477" y="35"/>
                  <a:pt x="472" y="33"/>
                </a:cubicBezTo>
                <a:lnTo>
                  <a:pt x="470" y="31"/>
                </a:lnTo>
                <a:cubicBezTo>
                  <a:pt x="470" y="31"/>
                  <a:pt x="467" y="30"/>
                  <a:pt x="473" y="25"/>
                </a:cubicBezTo>
                <a:cubicBezTo>
                  <a:pt x="473" y="25"/>
                  <a:pt x="478" y="20"/>
                  <a:pt x="483" y="19"/>
                </a:cubicBezTo>
                <a:cubicBezTo>
                  <a:pt x="483" y="19"/>
                  <a:pt x="489" y="15"/>
                  <a:pt x="483" y="9"/>
                </a:cubicBezTo>
                <a:cubicBezTo>
                  <a:pt x="483" y="9"/>
                  <a:pt x="478" y="2"/>
                  <a:pt x="472" y="6"/>
                </a:cubicBezTo>
                <a:lnTo>
                  <a:pt x="462" y="11"/>
                </a:lnTo>
                <a:cubicBezTo>
                  <a:pt x="462" y="11"/>
                  <a:pt x="458" y="14"/>
                  <a:pt x="461" y="10"/>
                </a:cubicBezTo>
                <a:cubicBezTo>
                  <a:pt x="461" y="10"/>
                  <a:pt x="463" y="6"/>
                  <a:pt x="460" y="5"/>
                </a:cubicBezTo>
                <a:lnTo>
                  <a:pt x="457" y="3"/>
                </a:lnTo>
                <a:cubicBezTo>
                  <a:pt x="457" y="3"/>
                  <a:pt x="453" y="0"/>
                  <a:pt x="453" y="4"/>
                </a:cubicBezTo>
                <a:cubicBezTo>
                  <a:pt x="453" y="4"/>
                  <a:pt x="451" y="12"/>
                  <a:pt x="447" y="10"/>
                </a:cubicBezTo>
                <a:cubicBezTo>
                  <a:pt x="447" y="10"/>
                  <a:pt x="442" y="8"/>
                  <a:pt x="442" y="11"/>
                </a:cubicBezTo>
                <a:cubicBezTo>
                  <a:pt x="442" y="11"/>
                  <a:pt x="449" y="15"/>
                  <a:pt x="446" y="18"/>
                </a:cubicBezTo>
                <a:cubicBezTo>
                  <a:pt x="446" y="18"/>
                  <a:pt x="441" y="24"/>
                  <a:pt x="439" y="18"/>
                </a:cubicBezTo>
                <a:cubicBezTo>
                  <a:pt x="439" y="18"/>
                  <a:pt x="436" y="11"/>
                  <a:pt x="430" y="9"/>
                </a:cubicBezTo>
                <a:cubicBezTo>
                  <a:pt x="430" y="9"/>
                  <a:pt x="425" y="7"/>
                  <a:pt x="428" y="11"/>
                </a:cubicBezTo>
                <a:cubicBezTo>
                  <a:pt x="428" y="11"/>
                  <a:pt x="434" y="16"/>
                  <a:pt x="435" y="21"/>
                </a:cubicBezTo>
                <a:cubicBezTo>
                  <a:pt x="435" y="21"/>
                  <a:pt x="438" y="27"/>
                  <a:pt x="433" y="23"/>
                </a:cubicBezTo>
                <a:cubicBezTo>
                  <a:pt x="433" y="23"/>
                  <a:pt x="426" y="17"/>
                  <a:pt x="427" y="21"/>
                </a:cubicBezTo>
                <a:cubicBezTo>
                  <a:pt x="427" y="21"/>
                  <a:pt x="433" y="32"/>
                  <a:pt x="436" y="37"/>
                </a:cubicBezTo>
                <a:cubicBezTo>
                  <a:pt x="436" y="37"/>
                  <a:pt x="439" y="42"/>
                  <a:pt x="439" y="36"/>
                </a:cubicBezTo>
                <a:cubicBezTo>
                  <a:pt x="439" y="36"/>
                  <a:pt x="438" y="30"/>
                  <a:pt x="442" y="34"/>
                </a:cubicBezTo>
                <a:cubicBezTo>
                  <a:pt x="442" y="34"/>
                  <a:pt x="445" y="37"/>
                  <a:pt x="447" y="35"/>
                </a:cubicBezTo>
                <a:cubicBezTo>
                  <a:pt x="447" y="35"/>
                  <a:pt x="449" y="31"/>
                  <a:pt x="447" y="31"/>
                </a:cubicBezTo>
                <a:cubicBezTo>
                  <a:pt x="444" y="30"/>
                  <a:pt x="445" y="26"/>
                  <a:pt x="445" y="26"/>
                </a:cubicBezTo>
                <a:cubicBezTo>
                  <a:pt x="445" y="26"/>
                  <a:pt x="443" y="22"/>
                  <a:pt x="445" y="22"/>
                </a:cubicBezTo>
                <a:cubicBezTo>
                  <a:pt x="445" y="22"/>
                  <a:pt x="453" y="17"/>
                  <a:pt x="450" y="22"/>
                </a:cubicBezTo>
                <a:cubicBezTo>
                  <a:pt x="450" y="22"/>
                  <a:pt x="444" y="27"/>
                  <a:pt x="452" y="32"/>
                </a:cubicBezTo>
                <a:cubicBezTo>
                  <a:pt x="452" y="32"/>
                  <a:pt x="460" y="35"/>
                  <a:pt x="463" y="28"/>
                </a:cubicBezTo>
                <a:cubicBezTo>
                  <a:pt x="463" y="28"/>
                  <a:pt x="464" y="23"/>
                  <a:pt x="462" y="21"/>
                </a:cubicBezTo>
                <a:cubicBezTo>
                  <a:pt x="462" y="21"/>
                  <a:pt x="458" y="16"/>
                  <a:pt x="463" y="16"/>
                </a:cubicBezTo>
                <a:lnTo>
                  <a:pt x="468" y="14"/>
                </a:lnTo>
                <a:cubicBezTo>
                  <a:pt x="468" y="14"/>
                  <a:pt x="473" y="12"/>
                  <a:pt x="472" y="16"/>
                </a:cubicBezTo>
                <a:lnTo>
                  <a:pt x="466" y="28"/>
                </a:lnTo>
                <a:cubicBezTo>
                  <a:pt x="466" y="28"/>
                  <a:pt x="463" y="34"/>
                  <a:pt x="460" y="34"/>
                </a:cubicBezTo>
                <a:lnTo>
                  <a:pt x="444" y="43"/>
                </a:lnTo>
                <a:cubicBezTo>
                  <a:pt x="444" y="43"/>
                  <a:pt x="437" y="45"/>
                  <a:pt x="442" y="46"/>
                </a:cubicBezTo>
                <a:cubicBezTo>
                  <a:pt x="442" y="46"/>
                  <a:pt x="447" y="48"/>
                  <a:pt x="450" y="44"/>
                </a:cubicBezTo>
                <a:lnTo>
                  <a:pt x="458" y="40"/>
                </a:lnTo>
                <a:cubicBezTo>
                  <a:pt x="458" y="40"/>
                  <a:pt x="463" y="36"/>
                  <a:pt x="460" y="42"/>
                </a:cubicBezTo>
                <a:cubicBezTo>
                  <a:pt x="460" y="42"/>
                  <a:pt x="460" y="47"/>
                  <a:pt x="453" y="52"/>
                </a:cubicBezTo>
                <a:lnTo>
                  <a:pt x="443" y="59"/>
                </a:lnTo>
                <a:lnTo>
                  <a:pt x="440" y="60"/>
                </a:lnTo>
                <a:lnTo>
                  <a:pt x="437" y="62"/>
                </a:lnTo>
                <a:close/>
                <a:moveTo>
                  <a:pt x="456" y="23"/>
                </a:moveTo>
                <a:cubicBezTo>
                  <a:pt x="457" y="23"/>
                  <a:pt x="458" y="24"/>
                  <a:pt x="458" y="25"/>
                </a:cubicBezTo>
                <a:cubicBezTo>
                  <a:pt x="458" y="27"/>
                  <a:pt x="457" y="28"/>
                  <a:pt x="456" y="28"/>
                </a:cubicBezTo>
                <a:cubicBezTo>
                  <a:pt x="455" y="28"/>
                  <a:pt x="454" y="27"/>
                  <a:pt x="454" y="25"/>
                </a:cubicBezTo>
                <a:cubicBezTo>
                  <a:pt x="454" y="24"/>
                  <a:pt x="455" y="23"/>
                  <a:pt x="456" y="23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19" name="Freeform 6"/>
          <p:cNvSpPr>
            <a:spLocks noGrp="1"/>
          </p:cNvSpPr>
          <p:nvPr/>
        </p:nvSpPr>
        <p:spPr>
          <a:xfrm>
            <a:off x="10465525" y="520851"/>
            <a:ext cx="1549319" cy="49527"/>
          </a:xfrm>
          <a:custGeom>
            <a:avLst/>
            <a:gdLst/>
            <a:ahLst/>
            <a:cxnLst/>
            <a:rect l="l" t="t" r="r" b="b"/>
            <a:pathLst>
              <a:path w="471" h="15">
                <a:moveTo>
                  <a:pt x="0" y="15"/>
                </a:moveTo>
                <a:lnTo>
                  <a:pt x="0" y="0"/>
                </a:lnTo>
                <a:lnTo>
                  <a:pt x="2" y="0"/>
                </a:lnTo>
                <a:lnTo>
                  <a:pt x="2" y="6"/>
                </a:lnTo>
                <a:lnTo>
                  <a:pt x="9" y="6"/>
                </a:lnTo>
                <a:lnTo>
                  <a:pt x="9" y="0"/>
                </a:lnTo>
                <a:lnTo>
                  <a:pt x="10" y="0"/>
                </a:lnTo>
                <a:lnTo>
                  <a:pt x="10" y="15"/>
                </a:lnTo>
                <a:lnTo>
                  <a:pt x="9" y="15"/>
                </a:lnTo>
                <a:lnTo>
                  <a:pt x="9" y="8"/>
                </a:lnTo>
                <a:lnTo>
                  <a:pt x="2" y="8"/>
                </a:lnTo>
                <a:lnTo>
                  <a:pt x="2" y="15"/>
                </a:lnTo>
                <a:lnTo>
                  <a:pt x="0" y="15"/>
                </a:lnTo>
                <a:close/>
              </a:path>
              <a:path w="471" h="15">
                <a:moveTo>
                  <a:pt x="21" y="0"/>
                </a:moveTo>
                <a:lnTo>
                  <a:pt x="22" y="0"/>
                </a:lnTo>
                <a:lnTo>
                  <a:pt x="22" y="9"/>
                </a:lnTo>
                <a:cubicBezTo>
                  <a:pt x="22" y="10"/>
                  <a:pt x="22" y="11"/>
                  <a:pt x="22" y="12"/>
                </a:cubicBezTo>
                <a:cubicBezTo>
                  <a:pt x="22" y="13"/>
                  <a:pt x="21" y="14"/>
                  <a:pt x="20" y="14"/>
                </a:cubicBezTo>
                <a:cubicBezTo>
                  <a:pt x="20" y="15"/>
                  <a:pt x="19" y="15"/>
                  <a:pt x="17" y="15"/>
                </a:cubicBezTo>
                <a:cubicBezTo>
                  <a:pt x="16" y="15"/>
                  <a:pt x="15" y="15"/>
                  <a:pt x="15" y="14"/>
                </a:cubicBezTo>
                <a:cubicBezTo>
                  <a:pt x="14" y="14"/>
                  <a:pt x="13" y="13"/>
                  <a:pt x="13" y="12"/>
                </a:cubicBezTo>
                <a:cubicBezTo>
                  <a:pt x="13" y="11"/>
                  <a:pt x="12" y="10"/>
                  <a:pt x="12" y="9"/>
                </a:cubicBezTo>
                <a:lnTo>
                  <a:pt x="12" y="0"/>
                </a:lnTo>
                <a:lnTo>
                  <a:pt x="14" y="0"/>
                </a:lnTo>
                <a:lnTo>
                  <a:pt x="14" y="9"/>
                </a:lnTo>
                <a:cubicBezTo>
                  <a:pt x="14" y="10"/>
                  <a:pt x="14" y="11"/>
                  <a:pt x="14" y="11"/>
                </a:cubicBezTo>
                <a:cubicBezTo>
                  <a:pt x="15" y="12"/>
                  <a:pt x="15" y="12"/>
                  <a:pt x="15" y="13"/>
                </a:cubicBezTo>
                <a:cubicBezTo>
                  <a:pt x="16" y="13"/>
                  <a:pt x="17" y="13"/>
                  <a:pt x="17" y="13"/>
                </a:cubicBezTo>
                <a:cubicBezTo>
                  <a:pt x="18" y="13"/>
                  <a:pt x="19" y="13"/>
                  <a:pt x="20" y="12"/>
                </a:cubicBezTo>
                <a:cubicBezTo>
                  <a:pt x="20" y="12"/>
                  <a:pt x="21" y="10"/>
                  <a:pt x="21" y="9"/>
                </a:cubicBezTo>
                <a:lnTo>
                  <a:pt x="21" y="0"/>
                </a:lnTo>
                <a:close/>
              </a:path>
              <a:path w="471" h="15">
                <a:moveTo>
                  <a:pt x="23" y="15"/>
                </a:moveTo>
                <a:lnTo>
                  <a:pt x="28" y="0"/>
                </a:lnTo>
                <a:lnTo>
                  <a:pt x="30" y="0"/>
                </a:lnTo>
                <a:lnTo>
                  <a:pt x="35" y="15"/>
                </a:lnTo>
                <a:lnTo>
                  <a:pt x="33" y="15"/>
                </a:lnTo>
                <a:lnTo>
                  <a:pt x="32" y="10"/>
                </a:lnTo>
                <a:lnTo>
                  <a:pt x="26" y="10"/>
                </a:lnTo>
                <a:lnTo>
                  <a:pt x="25" y="15"/>
                </a:lnTo>
                <a:lnTo>
                  <a:pt x="23" y="15"/>
                </a:lnTo>
                <a:close/>
                <a:moveTo>
                  <a:pt x="27" y="9"/>
                </a:moveTo>
                <a:lnTo>
                  <a:pt x="31" y="9"/>
                </a:lnTo>
                <a:lnTo>
                  <a:pt x="30" y="5"/>
                </a:lnTo>
                <a:cubicBezTo>
                  <a:pt x="29" y="4"/>
                  <a:pt x="29" y="3"/>
                  <a:pt x="29" y="2"/>
                </a:cubicBezTo>
                <a:cubicBezTo>
                  <a:pt x="29" y="3"/>
                  <a:pt x="28" y="4"/>
                  <a:pt x="28" y="5"/>
                </a:cubicBezTo>
                <a:lnTo>
                  <a:pt x="27" y="9"/>
                </a:lnTo>
                <a:close/>
              </a:path>
              <a:path w="471" h="15">
                <a:moveTo>
                  <a:pt x="35" y="15"/>
                </a:moveTo>
                <a:lnTo>
                  <a:pt x="35" y="13"/>
                </a:lnTo>
                <a:lnTo>
                  <a:pt x="41" y="4"/>
                </a:lnTo>
                <a:cubicBezTo>
                  <a:pt x="42" y="3"/>
                  <a:pt x="42" y="2"/>
                  <a:pt x="42" y="2"/>
                </a:cubicBezTo>
                <a:lnTo>
                  <a:pt x="35" y="2"/>
                </a:lnTo>
                <a:lnTo>
                  <a:pt x="35" y="0"/>
                </a:lnTo>
                <a:lnTo>
                  <a:pt x="44" y="0"/>
                </a:lnTo>
                <a:lnTo>
                  <a:pt x="44" y="2"/>
                </a:lnTo>
                <a:lnTo>
                  <a:pt x="37" y="12"/>
                </a:lnTo>
                <a:lnTo>
                  <a:pt x="37" y="13"/>
                </a:lnTo>
                <a:lnTo>
                  <a:pt x="45" y="13"/>
                </a:lnTo>
                <a:lnTo>
                  <a:pt x="45" y="15"/>
                </a:lnTo>
                <a:lnTo>
                  <a:pt x="35" y="15"/>
                </a:lnTo>
                <a:close/>
              </a:path>
              <a:path w="471" h="15">
                <a:moveTo>
                  <a:pt x="46" y="15"/>
                </a:moveTo>
                <a:lnTo>
                  <a:pt x="46" y="0"/>
                </a:lnTo>
                <a:lnTo>
                  <a:pt x="48" y="0"/>
                </a:lnTo>
                <a:lnTo>
                  <a:pt x="48" y="6"/>
                </a:lnTo>
                <a:lnTo>
                  <a:pt x="54" y="6"/>
                </a:lnTo>
                <a:lnTo>
                  <a:pt x="54" y="0"/>
                </a:lnTo>
                <a:lnTo>
                  <a:pt x="56" y="0"/>
                </a:lnTo>
                <a:lnTo>
                  <a:pt x="56" y="15"/>
                </a:lnTo>
                <a:lnTo>
                  <a:pt x="54" y="15"/>
                </a:lnTo>
                <a:lnTo>
                  <a:pt x="54" y="8"/>
                </a:lnTo>
                <a:lnTo>
                  <a:pt x="48" y="8"/>
                </a:lnTo>
                <a:lnTo>
                  <a:pt x="48" y="15"/>
                </a:lnTo>
                <a:lnTo>
                  <a:pt x="46" y="15"/>
                </a:lnTo>
                <a:close/>
              </a:path>
              <a:path w="471" h="15">
                <a:moveTo>
                  <a:pt x="58" y="8"/>
                </a:moveTo>
                <a:cubicBezTo>
                  <a:pt x="58" y="5"/>
                  <a:pt x="58" y="3"/>
                  <a:pt x="59" y="2"/>
                </a:cubicBezTo>
                <a:cubicBezTo>
                  <a:pt x="60" y="1"/>
                  <a:pt x="62" y="0"/>
                  <a:pt x="64" y="0"/>
                </a:cubicBezTo>
                <a:cubicBezTo>
                  <a:pt x="65" y="0"/>
                  <a:pt x="66" y="0"/>
                  <a:pt x="67" y="1"/>
                </a:cubicBezTo>
                <a:cubicBezTo>
                  <a:pt x="68" y="2"/>
                  <a:pt x="68" y="3"/>
                  <a:pt x="69" y="4"/>
                </a:cubicBezTo>
                <a:cubicBezTo>
                  <a:pt x="69" y="5"/>
                  <a:pt x="70" y="6"/>
                  <a:pt x="70" y="8"/>
                </a:cubicBezTo>
                <a:cubicBezTo>
                  <a:pt x="70" y="9"/>
                  <a:pt x="69" y="10"/>
                  <a:pt x="69" y="11"/>
                </a:cubicBezTo>
                <a:cubicBezTo>
                  <a:pt x="68" y="13"/>
                  <a:pt x="68" y="13"/>
                  <a:pt x="67" y="14"/>
                </a:cubicBezTo>
                <a:cubicBezTo>
                  <a:pt x="66" y="15"/>
                  <a:pt x="65" y="15"/>
                  <a:pt x="64" y="15"/>
                </a:cubicBezTo>
                <a:cubicBezTo>
                  <a:pt x="62" y="15"/>
                  <a:pt x="61" y="15"/>
                  <a:pt x="60" y="14"/>
                </a:cubicBezTo>
                <a:cubicBezTo>
                  <a:pt x="59" y="13"/>
                  <a:pt x="59" y="12"/>
                  <a:pt x="58" y="11"/>
                </a:cubicBezTo>
                <a:cubicBezTo>
                  <a:pt x="58" y="10"/>
                  <a:pt x="58" y="9"/>
                  <a:pt x="58" y="8"/>
                </a:cubicBezTo>
                <a:close/>
                <a:moveTo>
                  <a:pt x="59" y="8"/>
                </a:moveTo>
                <a:cubicBezTo>
                  <a:pt x="59" y="9"/>
                  <a:pt x="60" y="11"/>
                  <a:pt x="60" y="12"/>
                </a:cubicBezTo>
                <a:cubicBezTo>
                  <a:pt x="61" y="13"/>
                  <a:pt x="62" y="13"/>
                  <a:pt x="64" y="13"/>
                </a:cubicBezTo>
                <a:cubicBezTo>
                  <a:pt x="65" y="13"/>
                  <a:pt x="66" y="13"/>
                  <a:pt x="67" y="12"/>
                </a:cubicBezTo>
                <a:cubicBezTo>
                  <a:pt x="67" y="11"/>
                  <a:pt x="68" y="9"/>
                  <a:pt x="68" y="7"/>
                </a:cubicBezTo>
                <a:cubicBezTo>
                  <a:pt x="68" y="6"/>
                  <a:pt x="68" y="5"/>
                  <a:pt x="67" y="4"/>
                </a:cubicBezTo>
                <a:cubicBezTo>
                  <a:pt x="67" y="4"/>
                  <a:pt x="66" y="3"/>
                  <a:pt x="66" y="2"/>
                </a:cubicBezTo>
                <a:cubicBezTo>
                  <a:pt x="65" y="2"/>
                  <a:pt x="64" y="2"/>
                  <a:pt x="64" y="2"/>
                </a:cubicBezTo>
                <a:cubicBezTo>
                  <a:pt x="62" y="2"/>
                  <a:pt x="61" y="2"/>
                  <a:pt x="61" y="3"/>
                </a:cubicBezTo>
                <a:cubicBezTo>
                  <a:pt x="60" y="4"/>
                  <a:pt x="59" y="6"/>
                  <a:pt x="59" y="8"/>
                </a:cubicBezTo>
                <a:close/>
              </a:path>
              <a:path w="471" h="15">
                <a:moveTo>
                  <a:pt x="71" y="15"/>
                </a:moveTo>
                <a:lnTo>
                  <a:pt x="71" y="0"/>
                </a:lnTo>
                <a:lnTo>
                  <a:pt x="73" y="0"/>
                </a:lnTo>
                <a:lnTo>
                  <a:pt x="79" y="12"/>
                </a:lnTo>
                <a:lnTo>
                  <a:pt x="79" y="0"/>
                </a:lnTo>
                <a:lnTo>
                  <a:pt x="81" y="0"/>
                </a:lnTo>
                <a:lnTo>
                  <a:pt x="81" y="15"/>
                </a:lnTo>
                <a:lnTo>
                  <a:pt x="79" y="15"/>
                </a:lnTo>
                <a:lnTo>
                  <a:pt x="73" y="3"/>
                </a:lnTo>
                <a:lnTo>
                  <a:pt x="73" y="15"/>
                </a:lnTo>
                <a:lnTo>
                  <a:pt x="71" y="15"/>
                </a:lnTo>
                <a:close/>
              </a:path>
              <a:path w="471" h="15">
                <a:moveTo>
                  <a:pt x="89" y="9"/>
                </a:moveTo>
                <a:lnTo>
                  <a:pt x="89" y="7"/>
                </a:lnTo>
                <a:lnTo>
                  <a:pt x="94" y="7"/>
                </a:lnTo>
                <a:lnTo>
                  <a:pt x="94" y="13"/>
                </a:lnTo>
                <a:cubicBezTo>
                  <a:pt x="94" y="13"/>
                  <a:pt x="93" y="14"/>
                  <a:pt x="92" y="14"/>
                </a:cubicBezTo>
                <a:cubicBezTo>
                  <a:pt x="91" y="15"/>
                  <a:pt x="90" y="15"/>
                  <a:pt x="89" y="15"/>
                </a:cubicBezTo>
                <a:cubicBezTo>
                  <a:pt x="88" y="15"/>
                  <a:pt x="87" y="15"/>
                  <a:pt x="86" y="14"/>
                </a:cubicBezTo>
                <a:cubicBezTo>
                  <a:pt x="85" y="13"/>
                  <a:pt x="84" y="13"/>
                  <a:pt x="84" y="11"/>
                </a:cubicBezTo>
                <a:cubicBezTo>
                  <a:pt x="83" y="10"/>
                  <a:pt x="83" y="9"/>
                  <a:pt x="83" y="8"/>
                </a:cubicBezTo>
                <a:cubicBezTo>
                  <a:pt x="83" y="6"/>
                  <a:pt x="83" y="5"/>
                  <a:pt x="84" y="4"/>
                </a:cubicBezTo>
                <a:cubicBezTo>
                  <a:pt x="84" y="2"/>
                  <a:pt x="85" y="2"/>
                  <a:pt x="86" y="1"/>
                </a:cubicBezTo>
                <a:cubicBezTo>
                  <a:pt x="87" y="0"/>
                  <a:pt x="88" y="0"/>
                  <a:pt x="89" y="0"/>
                </a:cubicBezTo>
                <a:cubicBezTo>
                  <a:pt x="90" y="0"/>
                  <a:pt x="91" y="0"/>
                  <a:pt x="92" y="1"/>
                </a:cubicBezTo>
                <a:cubicBezTo>
                  <a:pt x="92" y="1"/>
                  <a:pt x="93" y="1"/>
                  <a:pt x="93" y="2"/>
                </a:cubicBezTo>
                <a:cubicBezTo>
                  <a:pt x="94" y="3"/>
                  <a:pt x="94" y="3"/>
                  <a:pt x="94" y="4"/>
                </a:cubicBezTo>
                <a:lnTo>
                  <a:pt x="93" y="5"/>
                </a:lnTo>
                <a:cubicBezTo>
                  <a:pt x="93" y="4"/>
                  <a:pt x="92" y="3"/>
                  <a:pt x="92" y="3"/>
                </a:cubicBezTo>
                <a:cubicBezTo>
                  <a:pt x="92" y="3"/>
                  <a:pt x="91" y="2"/>
                  <a:pt x="91" y="2"/>
                </a:cubicBezTo>
                <a:cubicBezTo>
                  <a:pt x="90" y="2"/>
                  <a:pt x="90" y="2"/>
                  <a:pt x="89" y="2"/>
                </a:cubicBezTo>
                <a:cubicBezTo>
                  <a:pt x="88" y="2"/>
                  <a:pt x="88" y="2"/>
                  <a:pt x="87" y="2"/>
                </a:cubicBezTo>
                <a:cubicBezTo>
                  <a:pt x="87" y="2"/>
                  <a:pt x="86" y="3"/>
                  <a:pt x="86" y="3"/>
                </a:cubicBezTo>
                <a:cubicBezTo>
                  <a:pt x="86" y="4"/>
                  <a:pt x="85" y="4"/>
                  <a:pt x="85" y="5"/>
                </a:cubicBezTo>
                <a:cubicBezTo>
                  <a:pt x="85" y="5"/>
                  <a:pt x="85" y="6"/>
                  <a:pt x="85" y="7"/>
                </a:cubicBezTo>
                <a:cubicBezTo>
                  <a:pt x="85" y="9"/>
                  <a:pt x="85" y="10"/>
                  <a:pt x="85" y="11"/>
                </a:cubicBezTo>
                <a:cubicBezTo>
                  <a:pt x="86" y="12"/>
                  <a:pt x="86" y="12"/>
                  <a:pt x="87" y="13"/>
                </a:cubicBezTo>
                <a:cubicBezTo>
                  <a:pt x="88" y="13"/>
                  <a:pt x="88" y="13"/>
                  <a:pt x="89" y="13"/>
                </a:cubicBezTo>
                <a:cubicBezTo>
                  <a:pt x="90" y="13"/>
                  <a:pt x="91" y="13"/>
                  <a:pt x="91" y="13"/>
                </a:cubicBezTo>
                <a:cubicBezTo>
                  <a:pt x="92" y="12"/>
                  <a:pt x="92" y="12"/>
                  <a:pt x="93" y="12"/>
                </a:cubicBezTo>
                <a:lnTo>
                  <a:pt x="93" y="9"/>
                </a:lnTo>
                <a:lnTo>
                  <a:pt x="89" y="9"/>
                </a:lnTo>
                <a:close/>
              </a:path>
              <a:path w="471" h="15">
                <a:moveTo>
                  <a:pt x="110" y="0"/>
                </a:moveTo>
                <a:lnTo>
                  <a:pt x="112" y="0"/>
                </a:lnTo>
                <a:lnTo>
                  <a:pt x="112" y="9"/>
                </a:lnTo>
                <a:cubicBezTo>
                  <a:pt x="112" y="10"/>
                  <a:pt x="111" y="11"/>
                  <a:pt x="111" y="12"/>
                </a:cubicBezTo>
                <a:cubicBezTo>
                  <a:pt x="111" y="13"/>
                  <a:pt x="110" y="14"/>
                  <a:pt x="110" y="14"/>
                </a:cubicBezTo>
                <a:cubicBezTo>
                  <a:pt x="109" y="15"/>
                  <a:pt x="108" y="15"/>
                  <a:pt x="107" y="15"/>
                </a:cubicBezTo>
                <a:cubicBezTo>
                  <a:pt x="106" y="15"/>
                  <a:pt x="105" y="15"/>
                  <a:pt x="104" y="14"/>
                </a:cubicBezTo>
                <a:cubicBezTo>
                  <a:pt x="103" y="14"/>
                  <a:pt x="103" y="13"/>
                  <a:pt x="102" y="12"/>
                </a:cubicBezTo>
                <a:cubicBezTo>
                  <a:pt x="102" y="11"/>
                  <a:pt x="102" y="10"/>
                  <a:pt x="102" y="9"/>
                </a:cubicBezTo>
                <a:lnTo>
                  <a:pt x="102" y="0"/>
                </a:lnTo>
                <a:lnTo>
                  <a:pt x="103" y="0"/>
                </a:lnTo>
                <a:lnTo>
                  <a:pt x="103" y="9"/>
                </a:lnTo>
                <a:cubicBezTo>
                  <a:pt x="103" y="10"/>
                  <a:pt x="104" y="11"/>
                  <a:pt x="104" y="11"/>
                </a:cubicBezTo>
                <a:cubicBezTo>
                  <a:pt x="104" y="12"/>
                  <a:pt x="104" y="12"/>
                  <a:pt x="105" y="13"/>
                </a:cubicBezTo>
                <a:cubicBezTo>
                  <a:pt x="105" y="13"/>
                  <a:pt x="106" y="13"/>
                  <a:pt x="107" y="13"/>
                </a:cubicBezTo>
                <a:cubicBezTo>
                  <a:pt x="108" y="13"/>
                  <a:pt x="109" y="13"/>
                  <a:pt x="109" y="12"/>
                </a:cubicBezTo>
                <a:cubicBezTo>
                  <a:pt x="110" y="12"/>
                  <a:pt x="110" y="10"/>
                  <a:pt x="110" y="9"/>
                </a:cubicBezTo>
                <a:lnTo>
                  <a:pt x="110" y="0"/>
                </a:lnTo>
                <a:close/>
              </a:path>
              <a:path w="471" h="15">
                <a:moveTo>
                  <a:pt x="114" y="15"/>
                </a:moveTo>
                <a:lnTo>
                  <a:pt x="114" y="0"/>
                </a:lnTo>
                <a:lnTo>
                  <a:pt x="116" y="0"/>
                </a:lnTo>
                <a:lnTo>
                  <a:pt x="122" y="12"/>
                </a:lnTo>
                <a:lnTo>
                  <a:pt x="122" y="0"/>
                </a:lnTo>
                <a:lnTo>
                  <a:pt x="124" y="0"/>
                </a:lnTo>
                <a:lnTo>
                  <a:pt x="124" y="15"/>
                </a:lnTo>
                <a:lnTo>
                  <a:pt x="122" y="15"/>
                </a:lnTo>
                <a:lnTo>
                  <a:pt x="115" y="3"/>
                </a:lnTo>
                <a:lnTo>
                  <a:pt x="115" y="15"/>
                </a:lnTo>
                <a:lnTo>
                  <a:pt x="114" y="15"/>
                </a:lnTo>
                <a:close/>
              </a:path>
              <a:path w="471" h="15">
                <a:moveTo>
                  <a:pt x="126" y="15"/>
                </a:moveTo>
                <a:lnTo>
                  <a:pt x="126" y="0"/>
                </a:lnTo>
                <a:lnTo>
                  <a:pt x="128" y="0"/>
                </a:lnTo>
                <a:lnTo>
                  <a:pt x="128" y="15"/>
                </a:lnTo>
                <a:lnTo>
                  <a:pt x="126" y="15"/>
                </a:lnTo>
                <a:close/>
              </a:path>
              <a:path w="471" h="15">
                <a:moveTo>
                  <a:pt x="134" y="15"/>
                </a:moveTo>
                <a:lnTo>
                  <a:pt x="129" y="0"/>
                </a:lnTo>
                <a:lnTo>
                  <a:pt x="131" y="0"/>
                </a:lnTo>
                <a:lnTo>
                  <a:pt x="134" y="11"/>
                </a:lnTo>
                <a:cubicBezTo>
                  <a:pt x="134" y="12"/>
                  <a:pt x="135" y="12"/>
                  <a:pt x="135" y="13"/>
                </a:cubicBezTo>
                <a:cubicBezTo>
                  <a:pt x="135" y="12"/>
                  <a:pt x="135" y="12"/>
                  <a:pt x="135" y="11"/>
                </a:cubicBezTo>
                <a:lnTo>
                  <a:pt x="139" y="0"/>
                </a:lnTo>
                <a:lnTo>
                  <a:pt x="141" y="0"/>
                </a:lnTo>
                <a:lnTo>
                  <a:pt x="136" y="15"/>
                </a:lnTo>
                <a:lnTo>
                  <a:pt x="134" y="15"/>
                </a:lnTo>
                <a:close/>
              </a:path>
              <a:path w="471" h="15">
                <a:moveTo>
                  <a:pt x="142" y="15"/>
                </a:moveTo>
                <a:lnTo>
                  <a:pt x="142" y="0"/>
                </a:lnTo>
                <a:lnTo>
                  <a:pt x="151" y="0"/>
                </a:lnTo>
                <a:lnTo>
                  <a:pt x="151" y="2"/>
                </a:lnTo>
                <a:lnTo>
                  <a:pt x="143" y="2"/>
                </a:lnTo>
                <a:lnTo>
                  <a:pt x="143" y="6"/>
                </a:lnTo>
                <a:lnTo>
                  <a:pt x="150" y="6"/>
                </a:lnTo>
                <a:lnTo>
                  <a:pt x="150" y="8"/>
                </a:lnTo>
                <a:lnTo>
                  <a:pt x="143" y="8"/>
                </a:lnTo>
                <a:lnTo>
                  <a:pt x="143" y="13"/>
                </a:lnTo>
                <a:lnTo>
                  <a:pt x="151" y="13"/>
                </a:lnTo>
                <a:lnTo>
                  <a:pt x="151" y="15"/>
                </a:lnTo>
                <a:lnTo>
                  <a:pt x="142" y="15"/>
                </a:lnTo>
                <a:close/>
              </a:path>
              <a:path w="471" h="15">
                <a:moveTo>
                  <a:pt x="153" y="15"/>
                </a:moveTo>
                <a:lnTo>
                  <a:pt x="153" y="0"/>
                </a:lnTo>
                <a:lnTo>
                  <a:pt x="158" y="0"/>
                </a:lnTo>
                <a:cubicBezTo>
                  <a:pt x="159" y="0"/>
                  <a:pt x="160" y="0"/>
                  <a:pt x="161" y="1"/>
                </a:cubicBezTo>
                <a:cubicBezTo>
                  <a:pt x="161" y="1"/>
                  <a:pt x="162" y="1"/>
                  <a:pt x="162" y="2"/>
                </a:cubicBezTo>
                <a:cubicBezTo>
                  <a:pt x="163" y="3"/>
                  <a:pt x="163" y="3"/>
                  <a:pt x="163" y="4"/>
                </a:cubicBezTo>
                <a:cubicBezTo>
                  <a:pt x="163" y="5"/>
                  <a:pt x="162" y="6"/>
                  <a:pt x="162" y="7"/>
                </a:cubicBezTo>
                <a:cubicBezTo>
                  <a:pt x="161" y="7"/>
                  <a:pt x="160" y="8"/>
                  <a:pt x="159" y="8"/>
                </a:cubicBezTo>
                <a:cubicBezTo>
                  <a:pt x="160" y="8"/>
                  <a:pt x="160" y="9"/>
                  <a:pt x="160" y="9"/>
                </a:cubicBezTo>
                <a:cubicBezTo>
                  <a:pt x="161" y="9"/>
                  <a:pt x="161" y="10"/>
                  <a:pt x="162" y="11"/>
                </a:cubicBezTo>
                <a:lnTo>
                  <a:pt x="164" y="15"/>
                </a:lnTo>
                <a:lnTo>
                  <a:pt x="162" y="15"/>
                </a:lnTo>
                <a:lnTo>
                  <a:pt x="160" y="12"/>
                </a:lnTo>
                <a:cubicBezTo>
                  <a:pt x="160" y="11"/>
                  <a:pt x="159" y="10"/>
                  <a:pt x="159" y="10"/>
                </a:cubicBezTo>
                <a:cubicBezTo>
                  <a:pt x="159" y="9"/>
                  <a:pt x="158" y="9"/>
                  <a:pt x="158" y="9"/>
                </a:cubicBezTo>
                <a:cubicBezTo>
                  <a:pt x="158" y="9"/>
                  <a:pt x="158" y="8"/>
                  <a:pt x="157" y="8"/>
                </a:cubicBezTo>
                <a:cubicBezTo>
                  <a:pt x="157" y="8"/>
                  <a:pt x="157" y="8"/>
                  <a:pt x="156" y="8"/>
                </a:cubicBezTo>
                <a:lnTo>
                  <a:pt x="154" y="8"/>
                </a:lnTo>
                <a:lnTo>
                  <a:pt x="154" y="15"/>
                </a:lnTo>
                <a:lnTo>
                  <a:pt x="153" y="15"/>
                </a:lnTo>
                <a:close/>
                <a:moveTo>
                  <a:pt x="154" y="7"/>
                </a:moveTo>
                <a:lnTo>
                  <a:pt x="158" y="7"/>
                </a:lnTo>
                <a:cubicBezTo>
                  <a:pt x="159" y="7"/>
                  <a:pt x="159" y="7"/>
                  <a:pt x="160" y="6"/>
                </a:cubicBezTo>
                <a:cubicBezTo>
                  <a:pt x="160" y="6"/>
                  <a:pt x="160" y="6"/>
                  <a:pt x="161" y="6"/>
                </a:cubicBezTo>
                <a:cubicBezTo>
                  <a:pt x="161" y="5"/>
                  <a:pt x="161" y="5"/>
                  <a:pt x="161" y="4"/>
                </a:cubicBezTo>
                <a:cubicBezTo>
                  <a:pt x="161" y="4"/>
                  <a:pt x="161" y="3"/>
                  <a:pt x="160" y="3"/>
                </a:cubicBezTo>
                <a:cubicBezTo>
                  <a:pt x="160" y="2"/>
                  <a:pt x="159" y="2"/>
                  <a:pt x="158" y="2"/>
                </a:cubicBezTo>
                <a:lnTo>
                  <a:pt x="154" y="2"/>
                </a:lnTo>
                <a:lnTo>
                  <a:pt x="154" y="7"/>
                </a:lnTo>
                <a:close/>
              </a:path>
              <a:path w="471" h="15">
                <a:moveTo>
                  <a:pt x="164" y="10"/>
                </a:moveTo>
                <a:lnTo>
                  <a:pt x="166" y="10"/>
                </a:lnTo>
                <a:cubicBezTo>
                  <a:pt x="166" y="11"/>
                  <a:pt x="166" y="11"/>
                  <a:pt x="166" y="12"/>
                </a:cubicBezTo>
                <a:cubicBezTo>
                  <a:pt x="167" y="12"/>
                  <a:pt x="167" y="13"/>
                  <a:pt x="168" y="13"/>
                </a:cubicBezTo>
                <a:cubicBezTo>
                  <a:pt x="168" y="13"/>
                  <a:pt x="169" y="13"/>
                  <a:pt x="170" y="13"/>
                </a:cubicBezTo>
                <a:cubicBezTo>
                  <a:pt x="170" y="13"/>
                  <a:pt x="171" y="13"/>
                  <a:pt x="171" y="13"/>
                </a:cubicBezTo>
                <a:cubicBezTo>
                  <a:pt x="172" y="13"/>
                  <a:pt x="172" y="12"/>
                  <a:pt x="172" y="12"/>
                </a:cubicBezTo>
                <a:cubicBezTo>
                  <a:pt x="173" y="12"/>
                  <a:pt x="173" y="11"/>
                  <a:pt x="173" y="11"/>
                </a:cubicBezTo>
                <a:cubicBezTo>
                  <a:pt x="173" y="10"/>
                  <a:pt x="173" y="10"/>
                  <a:pt x="172" y="10"/>
                </a:cubicBezTo>
                <a:cubicBezTo>
                  <a:pt x="172" y="9"/>
                  <a:pt x="172" y="9"/>
                  <a:pt x="171" y="9"/>
                </a:cubicBezTo>
                <a:cubicBezTo>
                  <a:pt x="171" y="9"/>
                  <a:pt x="170" y="8"/>
                  <a:pt x="169" y="8"/>
                </a:cubicBezTo>
                <a:cubicBezTo>
                  <a:pt x="168" y="8"/>
                  <a:pt x="167" y="7"/>
                  <a:pt x="167" y="7"/>
                </a:cubicBezTo>
                <a:cubicBezTo>
                  <a:pt x="166" y="7"/>
                  <a:pt x="166" y="6"/>
                  <a:pt x="165" y="6"/>
                </a:cubicBezTo>
                <a:cubicBezTo>
                  <a:pt x="165" y="5"/>
                  <a:pt x="165" y="5"/>
                  <a:pt x="165" y="4"/>
                </a:cubicBezTo>
                <a:cubicBezTo>
                  <a:pt x="165" y="3"/>
                  <a:pt x="165" y="3"/>
                  <a:pt x="165" y="2"/>
                </a:cubicBezTo>
                <a:cubicBezTo>
                  <a:pt x="166" y="1"/>
                  <a:pt x="166" y="1"/>
                  <a:pt x="167" y="1"/>
                </a:cubicBezTo>
                <a:cubicBezTo>
                  <a:pt x="168" y="0"/>
                  <a:pt x="168" y="0"/>
                  <a:pt x="169" y="0"/>
                </a:cubicBezTo>
                <a:cubicBezTo>
                  <a:pt x="170" y="0"/>
                  <a:pt x="171" y="0"/>
                  <a:pt x="172" y="1"/>
                </a:cubicBezTo>
                <a:cubicBezTo>
                  <a:pt x="172" y="1"/>
                  <a:pt x="173" y="1"/>
                  <a:pt x="173" y="2"/>
                </a:cubicBezTo>
                <a:cubicBezTo>
                  <a:pt x="174" y="3"/>
                  <a:pt x="174" y="3"/>
                  <a:pt x="174" y="4"/>
                </a:cubicBezTo>
                <a:lnTo>
                  <a:pt x="172" y="4"/>
                </a:lnTo>
                <a:cubicBezTo>
                  <a:pt x="172" y="4"/>
                  <a:pt x="172" y="3"/>
                  <a:pt x="171" y="2"/>
                </a:cubicBezTo>
                <a:cubicBezTo>
                  <a:pt x="171" y="2"/>
                  <a:pt x="170" y="2"/>
                  <a:pt x="169" y="2"/>
                </a:cubicBezTo>
                <a:cubicBezTo>
                  <a:pt x="168" y="2"/>
                  <a:pt x="168" y="2"/>
                  <a:pt x="167" y="2"/>
                </a:cubicBezTo>
                <a:cubicBezTo>
                  <a:pt x="167" y="3"/>
                  <a:pt x="166" y="3"/>
                  <a:pt x="166" y="4"/>
                </a:cubicBezTo>
                <a:cubicBezTo>
                  <a:pt x="166" y="4"/>
                  <a:pt x="167" y="5"/>
                  <a:pt x="167" y="5"/>
                </a:cubicBezTo>
                <a:cubicBezTo>
                  <a:pt x="167" y="5"/>
                  <a:pt x="168" y="6"/>
                  <a:pt x="169" y="6"/>
                </a:cubicBezTo>
                <a:cubicBezTo>
                  <a:pt x="171" y="7"/>
                  <a:pt x="172" y="7"/>
                  <a:pt x="172" y="7"/>
                </a:cubicBezTo>
                <a:cubicBezTo>
                  <a:pt x="173" y="7"/>
                  <a:pt x="173" y="8"/>
                  <a:pt x="174" y="9"/>
                </a:cubicBezTo>
                <a:cubicBezTo>
                  <a:pt x="174" y="9"/>
                  <a:pt x="174" y="10"/>
                  <a:pt x="174" y="11"/>
                </a:cubicBezTo>
                <a:cubicBezTo>
                  <a:pt x="174" y="11"/>
                  <a:pt x="174" y="12"/>
                  <a:pt x="174" y="13"/>
                </a:cubicBezTo>
                <a:cubicBezTo>
                  <a:pt x="173" y="13"/>
                  <a:pt x="173" y="14"/>
                  <a:pt x="172" y="14"/>
                </a:cubicBezTo>
                <a:cubicBezTo>
                  <a:pt x="171" y="15"/>
                  <a:pt x="171" y="15"/>
                  <a:pt x="170" y="15"/>
                </a:cubicBezTo>
                <a:cubicBezTo>
                  <a:pt x="169" y="15"/>
                  <a:pt x="168" y="15"/>
                  <a:pt x="167" y="14"/>
                </a:cubicBezTo>
                <a:cubicBezTo>
                  <a:pt x="166" y="14"/>
                  <a:pt x="165" y="13"/>
                  <a:pt x="165" y="13"/>
                </a:cubicBezTo>
                <a:cubicBezTo>
                  <a:pt x="165" y="12"/>
                  <a:pt x="164" y="11"/>
                  <a:pt x="164" y="10"/>
                </a:cubicBezTo>
                <a:close/>
              </a:path>
              <a:path w="471" h="15">
                <a:moveTo>
                  <a:pt x="176" y="15"/>
                </a:moveTo>
                <a:lnTo>
                  <a:pt x="176" y="0"/>
                </a:lnTo>
                <a:lnTo>
                  <a:pt x="178" y="0"/>
                </a:lnTo>
                <a:lnTo>
                  <a:pt x="178" y="15"/>
                </a:lnTo>
                <a:lnTo>
                  <a:pt x="176" y="15"/>
                </a:lnTo>
                <a:close/>
              </a:path>
              <a:path w="471" h="15">
                <a:moveTo>
                  <a:pt x="184" y="15"/>
                </a:moveTo>
                <a:lnTo>
                  <a:pt x="184" y="2"/>
                </a:lnTo>
                <a:lnTo>
                  <a:pt x="179" y="2"/>
                </a:lnTo>
                <a:lnTo>
                  <a:pt x="179" y="0"/>
                </a:lnTo>
                <a:lnTo>
                  <a:pt x="189" y="0"/>
                </a:lnTo>
                <a:lnTo>
                  <a:pt x="189" y="2"/>
                </a:lnTo>
                <a:lnTo>
                  <a:pt x="185" y="2"/>
                </a:lnTo>
                <a:lnTo>
                  <a:pt x="185" y="15"/>
                </a:lnTo>
                <a:lnTo>
                  <a:pt x="184" y="15"/>
                </a:lnTo>
                <a:close/>
              </a:path>
              <a:path w="471" h="15">
                <a:moveTo>
                  <a:pt x="194" y="15"/>
                </a:moveTo>
                <a:lnTo>
                  <a:pt x="194" y="9"/>
                </a:lnTo>
                <a:lnTo>
                  <a:pt x="189" y="0"/>
                </a:lnTo>
                <a:lnTo>
                  <a:pt x="191" y="0"/>
                </a:lnTo>
                <a:lnTo>
                  <a:pt x="194" y="5"/>
                </a:lnTo>
                <a:cubicBezTo>
                  <a:pt x="194" y="5"/>
                  <a:pt x="195" y="6"/>
                  <a:pt x="195" y="7"/>
                </a:cubicBezTo>
                <a:cubicBezTo>
                  <a:pt x="195" y="6"/>
                  <a:pt x="196" y="5"/>
                  <a:pt x="196" y="5"/>
                </a:cubicBezTo>
                <a:lnTo>
                  <a:pt x="199" y="0"/>
                </a:lnTo>
                <a:lnTo>
                  <a:pt x="201" y="0"/>
                </a:lnTo>
                <a:lnTo>
                  <a:pt x="196" y="9"/>
                </a:lnTo>
                <a:lnTo>
                  <a:pt x="196" y="15"/>
                </a:lnTo>
                <a:lnTo>
                  <a:pt x="194" y="15"/>
                </a:lnTo>
                <a:close/>
              </a:path>
              <a:path w="471" h="15">
                <a:moveTo>
                  <a:pt x="206" y="8"/>
                </a:moveTo>
                <a:cubicBezTo>
                  <a:pt x="206" y="5"/>
                  <a:pt x="207" y="3"/>
                  <a:pt x="208" y="2"/>
                </a:cubicBezTo>
                <a:cubicBezTo>
                  <a:pt x="209" y="1"/>
                  <a:pt x="211" y="0"/>
                  <a:pt x="212" y="0"/>
                </a:cubicBezTo>
                <a:cubicBezTo>
                  <a:pt x="213" y="0"/>
                  <a:pt x="214" y="0"/>
                  <a:pt x="215" y="1"/>
                </a:cubicBezTo>
                <a:cubicBezTo>
                  <a:pt x="216" y="2"/>
                  <a:pt x="217" y="3"/>
                  <a:pt x="218" y="4"/>
                </a:cubicBezTo>
                <a:cubicBezTo>
                  <a:pt x="218" y="5"/>
                  <a:pt x="218" y="6"/>
                  <a:pt x="218" y="8"/>
                </a:cubicBezTo>
                <a:cubicBezTo>
                  <a:pt x="218" y="9"/>
                  <a:pt x="218" y="10"/>
                  <a:pt x="217" y="11"/>
                </a:cubicBezTo>
                <a:cubicBezTo>
                  <a:pt x="217" y="13"/>
                  <a:pt x="216" y="13"/>
                  <a:pt x="215" y="14"/>
                </a:cubicBezTo>
                <a:cubicBezTo>
                  <a:pt x="214" y="15"/>
                  <a:pt x="213" y="15"/>
                  <a:pt x="212" y="15"/>
                </a:cubicBezTo>
                <a:cubicBezTo>
                  <a:pt x="211" y="15"/>
                  <a:pt x="210" y="15"/>
                  <a:pt x="209" y="14"/>
                </a:cubicBezTo>
                <a:cubicBezTo>
                  <a:pt x="208" y="13"/>
                  <a:pt x="207" y="12"/>
                  <a:pt x="207" y="11"/>
                </a:cubicBezTo>
                <a:cubicBezTo>
                  <a:pt x="207" y="10"/>
                  <a:pt x="206" y="9"/>
                  <a:pt x="206" y="8"/>
                </a:cubicBezTo>
                <a:close/>
                <a:moveTo>
                  <a:pt x="208" y="8"/>
                </a:moveTo>
                <a:cubicBezTo>
                  <a:pt x="208" y="9"/>
                  <a:pt x="208" y="11"/>
                  <a:pt x="209" y="12"/>
                </a:cubicBezTo>
                <a:cubicBezTo>
                  <a:pt x="210" y="13"/>
                  <a:pt x="211" y="13"/>
                  <a:pt x="212" y="13"/>
                </a:cubicBezTo>
                <a:cubicBezTo>
                  <a:pt x="214" y="13"/>
                  <a:pt x="215" y="13"/>
                  <a:pt x="215" y="12"/>
                </a:cubicBezTo>
                <a:cubicBezTo>
                  <a:pt x="216" y="11"/>
                  <a:pt x="217" y="9"/>
                  <a:pt x="217" y="7"/>
                </a:cubicBezTo>
                <a:cubicBezTo>
                  <a:pt x="217" y="6"/>
                  <a:pt x="216" y="5"/>
                  <a:pt x="216" y="4"/>
                </a:cubicBezTo>
                <a:cubicBezTo>
                  <a:pt x="216" y="4"/>
                  <a:pt x="215" y="3"/>
                  <a:pt x="215" y="2"/>
                </a:cubicBezTo>
                <a:cubicBezTo>
                  <a:pt x="214" y="2"/>
                  <a:pt x="213" y="2"/>
                  <a:pt x="212" y="2"/>
                </a:cubicBezTo>
                <a:cubicBezTo>
                  <a:pt x="211" y="2"/>
                  <a:pt x="210" y="2"/>
                  <a:pt x="209" y="3"/>
                </a:cubicBezTo>
                <a:cubicBezTo>
                  <a:pt x="208" y="4"/>
                  <a:pt x="208" y="6"/>
                  <a:pt x="208" y="8"/>
                </a:cubicBezTo>
                <a:close/>
              </a:path>
              <a:path w="471" h="15">
                <a:moveTo>
                  <a:pt x="220" y="15"/>
                </a:moveTo>
                <a:lnTo>
                  <a:pt x="220" y="0"/>
                </a:lnTo>
                <a:lnTo>
                  <a:pt x="228" y="0"/>
                </a:lnTo>
                <a:lnTo>
                  <a:pt x="228" y="2"/>
                </a:lnTo>
                <a:lnTo>
                  <a:pt x="222" y="2"/>
                </a:lnTo>
                <a:lnTo>
                  <a:pt x="222" y="6"/>
                </a:lnTo>
                <a:lnTo>
                  <a:pt x="228" y="6"/>
                </a:lnTo>
                <a:lnTo>
                  <a:pt x="228" y="8"/>
                </a:lnTo>
                <a:lnTo>
                  <a:pt x="222" y="8"/>
                </a:lnTo>
                <a:lnTo>
                  <a:pt x="222" y="15"/>
                </a:lnTo>
                <a:lnTo>
                  <a:pt x="220" y="15"/>
                </a:lnTo>
                <a:close/>
              </a:path>
              <a:path w="471" h="15">
                <a:moveTo>
                  <a:pt x="235" y="10"/>
                </a:moveTo>
                <a:lnTo>
                  <a:pt x="236" y="10"/>
                </a:lnTo>
                <a:cubicBezTo>
                  <a:pt x="237" y="11"/>
                  <a:pt x="237" y="11"/>
                  <a:pt x="237" y="12"/>
                </a:cubicBezTo>
                <a:cubicBezTo>
                  <a:pt x="237" y="12"/>
                  <a:pt x="238" y="13"/>
                  <a:pt x="238" y="13"/>
                </a:cubicBezTo>
                <a:cubicBezTo>
                  <a:pt x="239" y="13"/>
                  <a:pt x="239" y="13"/>
                  <a:pt x="240" y="13"/>
                </a:cubicBezTo>
                <a:cubicBezTo>
                  <a:pt x="241" y="13"/>
                  <a:pt x="241" y="13"/>
                  <a:pt x="242" y="13"/>
                </a:cubicBezTo>
                <a:cubicBezTo>
                  <a:pt x="242" y="13"/>
                  <a:pt x="243" y="12"/>
                  <a:pt x="243" y="12"/>
                </a:cubicBezTo>
                <a:cubicBezTo>
                  <a:pt x="243" y="12"/>
                  <a:pt x="243" y="11"/>
                  <a:pt x="243" y="11"/>
                </a:cubicBezTo>
                <a:cubicBezTo>
                  <a:pt x="243" y="10"/>
                  <a:pt x="243" y="10"/>
                  <a:pt x="243" y="10"/>
                </a:cubicBezTo>
                <a:cubicBezTo>
                  <a:pt x="243" y="9"/>
                  <a:pt x="242" y="9"/>
                  <a:pt x="242" y="9"/>
                </a:cubicBezTo>
                <a:cubicBezTo>
                  <a:pt x="241" y="9"/>
                  <a:pt x="241" y="8"/>
                  <a:pt x="240" y="8"/>
                </a:cubicBezTo>
                <a:cubicBezTo>
                  <a:pt x="238" y="8"/>
                  <a:pt x="238" y="7"/>
                  <a:pt x="237" y="7"/>
                </a:cubicBezTo>
                <a:cubicBezTo>
                  <a:pt x="237" y="7"/>
                  <a:pt x="236" y="6"/>
                  <a:pt x="236" y="6"/>
                </a:cubicBezTo>
                <a:cubicBezTo>
                  <a:pt x="235" y="5"/>
                  <a:pt x="235" y="5"/>
                  <a:pt x="235" y="4"/>
                </a:cubicBezTo>
                <a:cubicBezTo>
                  <a:pt x="235" y="3"/>
                  <a:pt x="236" y="3"/>
                  <a:pt x="236" y="2"/>
                </a:cubicBezTo>
                <a:cubicBezTo>
                  <a:pt x="236" y="1"/>
                  <a:pt x="237" y="1"/>
                  <a:pt x="237" y="1"/>
                </a:cubicBezTo>
                <a:cubicBezTo>
                  <a:pt x="238" y="0"/>
                  <a:pt x="239" y="0"/>
                  <a:pt x="240" y="0"/>
                </a:cubicBezTo>
                <a:cubicBezTo>
                  <a:pt x="241" y="0"/>
                  <a:pt x="241" y="0"/>
                  <a:pt x="242" y="1"/>
                </a:cubicBezTo>
                <a:cubicBezTo>
                  <a:pt x="243" y="1"/>
                  <a:pt x="243" y="1"/>
                  <a:pt x="244" y="2"/>
                </a:cubicBezTo>
                <a:cubicBezTo>
                  <a:pt x="244" y="3"/>
                  <a:pt x="244" y="3"/>
                  <a:pt x="244" y="4"/>
                </a:cubicBezTo>
                <a:lnTo>
                  <a:pt x="243" y="4"/>
                </a:lnTo>
                <a:cubicBezTo>
                  <a:pt x="243" y="4"/>
                  <a:pt x="242" y="3"/>
                  <a:pt x="242" y="2"/>
                </a:cubicBezTo>
                <a:cubicBezTo>
                  <a:pt x="242" y="2"/>
                  <a:pt x="241" y="2"/>
                  <a:pt x="240" y="2"/>
                </a:cubicBezTo>
                <a:cubicBezTo>
                  <a:pt x="239" y="2"/>
                  <a:pt x="238" y="2"/>
                  <a:pt x="238" y="2"/>
                </a:cubicBezTo>
                <a:cubicBezTo>
                  <a:pt x="237" y="3"/>
                  <a:pt x="237" y="3"/>
                  <a:pt x="237" y="4"/>
                </a:cubicBezTo>
                <a:cubicBezTo>
                  <a:pt x="237" y="4"/>
                  <a:pt x="237" y="5"/>
                  <a:pt x="237" y="5"/>
                </a:cubicBezTo>
                <a:cubicBezTo>
                  <a:pt x="238" y="5"/>
                  <a:pt x="239" y="6"/>
                  <a:pt x="240" y="6"/>
                </a:cubicBezTo>
                <a:cubicBezTo>
                  <a:pt x="241" y="7"/>
                  <a:pt x="242" y="7"/>
                  <a:pt x="243" y="7"/>
                </a:cubicBezTo>
                <a:cubicBezTo>
                  <a:pt x="243" y="7"/>
                  <a:pt x="244" y="8"/>
                  <a:pt x="244" y="9"/>
                </a:cubicBezTo>
                <a:cubicBezTo>
                  <a:pt x="245" y="9"/>
                  <a:pt x="245" y="10"/>
                  <a:pt x="245" y="11"/>
                </a:cubicBezTo>
                <a:cubicBezTo>
                  <a:pt x="245" y="11"/>
                  <a:pt x="245" y="12"/>
                  <a:pt x="244" y="13"/>
                </a:cubicBezTo>
                <a:cubicBezTo>
                  <a:pt x="244" y="13"/>
                  <a:pt x="243" y="14"/>
                  <a:pt x="243" y="14"/>
                </a:cubicBezTo>
                <a:cubicBezTo>
                  <a:pt x="242" y="15"/>
                  <a:pt x="241" y="15"/>
                  <a:pt x="240" y="15"/>
                </a:cubicBezTo>
                <a:cubicBezTo>
                  <a:pt x="239" y="15"/>
                  <a:pt x="238" y="15"/>
                  <a:pt x="237" y="14"/>
                </a:cubicBezTo>
                <a:cubicBezTo>
                  <a:pt x="237" y="14"/>
                  <a:pt x="236" y="13"/>
                  <a:pt x="236" y="13"/>
                </a:cubicBezTo>
                <a:cubicBezTo>
                  <a:pt x="235" y="12"/>
                  <a:pt x="235" y="11"/>
                  <a:pt x="235" y="10"/>
                </a:cubicBezTo>
                <a:close/>
              </a:path>
              <a:path w="471" h="15">
                <a:moveTo>
                  <a:pt x="256" y="10"/>
                </a:moveTo>
                <a:lnTo>
                  <a:pt x="257" y="10"/>
                </a:lnTo>
                <a:cubicBezTo>
                  <a:pt x="257" y="12"/>
                  <a:pt x="256" y="13"/>
                  <a:pt x="255" y="14"/>
                </a:cubicBezTo>
                <a:cubicBezTo>
                  <a:pt x="254" y="15"/>
                  <a:pt x="253" y="15"/>
                  <a:pt x="252" y="15"/>
                </a:cubicBezTo>
                <a:cubicBezTo>
                  <a:pt x="251" y="15"/>
                  <a:pt x="250" y="15"/>
                  <a:pt x="249" y="14"/>
                </a:cubicBezTo>
                <a:cubicBezTo>
                  <a:pt x="248" y="13"/>
                  <a:pt x="247" y="12"/>
                  <a:pt x="247" y="11"/>
                </a:cubicBezTo>
                <a:cubicBezTo>
                  <a:pt x="246" y="10"/>
                  <a:pt x="246" y="9"/>
                  <a:pt x="246" y="7"/>
                </a:cubicBezTo>
                <a:cubicBezTo>
                  <a:pt x="246" y="6"/>
                  <a:pt x="246" y="5"/>
                  <a:pt x="247" y="3"/>
                </a:cubicBezTo>
                <a:cubicBezTo>
                  <a:pt x="247" y="2"/>
                  <a:pt x="248" y="1"/>
                  <a:pt x="249" y="1"/>
                </a:cubicBezTo>
                <a:cubicBezTo>
                  <a:pt x="250" y="0"/>
                  <a:pt x="251" y="0"/>
                  <a:pt x="252" y="0"/>
                </a:cubicBezTo>
                <a:cubicBezTo>
                  <a:pt x="253" y="0"/>
                  <a:pt x="254" y="0"/>
                  <a:pt x="255" y="1"/>
                </a:cubicBezTo>
                <a:cubicBezTo>
                  <a:pt x="256" y="2"/>
                  <a:pt x="257" y="3"/>
                  <a:pt x="257" y="4"/>
                </a:cubicBezTo>
                <a:lnTo>
                  <a:pt x="255" y="5"/>
                </a:lnTo>
                <a:cubicBezTo>
                  <a:pt x="255" y="4"/>
                  <a:pt x="255" y="3"/>
                  <a:pt x="254" y="2"/>
                </a:cubicBezTo>
                <a:cubicBezTo>
                  <a:pt x="254" y="2"/>
                  <a:pt x="253" y="2"/>
                  <a:pt x="252" y="2"/>
                </a:cubicBezTo>
                <a:cubicBezTo>
                  <a:pt x="251" y="2"/>
                  <a:pt x="250" y="2"/>
                  <a:pt x="250" y="2"/>
                </a:cubicBezTo>
                <a:cubicBezTo>
                  <a:pt x="249" y="3"/>
                  <a:pt x="248" y="4"/>
                  <a:pt x="248" y="5"/>
                </a:cubicBezTo>
                <a:cubicBezTo>
                  <a:pt x="248" y="5"/>
                  <a:pt x="248" y="6"/>
                  <a:pt x="248" y="7"/>
                </a:cubicBezTo>
                <a:cubicBezTo>
                  <a:pt x="248" y="9"/>
                  <a:pt x="248" y="10"/>
                  <a:pt x="248" y="11"/>
                </a:cubicBezTo>
                <a:cubicBezTo>
                  <a:pt x="249" y="11"/>
                  <a:pt x="249" y="12"/>
                  <a:pt x="250" y="13"/>
                </a:cubicBezTo>
                <a:cubicBezTo>
                  <a:pt x="250" y="13"/>
                  <a:pt x="251" y="13"/>
                  <a:pt x="252" y="13"/>
                </a:cubicBezTo>
                <a:cubicBezTo>
                  <a:pt x="253" y="13"/>
                  <a:pt x="254" y="13"/>
                  <a:pt x="254" y="12"/>
                </a:cubicBezTo>
                <a:cubicBezTo>
                  <a:pt x="255" y="12"/>
                  <a:pt x="255" y="11"/>
                  <a:pt x="256" y="10"/>
                </a:cubicBezTo>
                <a:close/>
              </a:path>
              <a:path w="471" h="15">
                <a:moveTo>
                  <a:pt x="259" y="15"/>
                </a:moveTo>
                <a:lnTo>
                  <a:pt x="259" y="0"/>
                </a:lnTo>
                <a:lnTo>
                  <a:pt x="261" y="0"/>
                </a:lnTo>
                <a:lnTo>
                  <a:pt x="261" y="15"/>
                </a:lnTo>
                <a:lnTo>
                  <a:pt x="259" y="15"/>
                </a:lnTo>
                <a:close/>
              </a:path>
              <a:path w="471" h="15">
                <a:moveTo>
                  <a:pt x="263" y="15"/>
                </a:moveTo>
                <a:lnTo>
                  <a:pt x="263" y="0"/>
                </a:lnTo>
                <a:lnTo>
                  <a:pt x="272" y="0"/>
                </a:lnTo>
                <a:lnTo>
                  <a:pt x="272" y="2"/>
                </a:lnTo>
                <a:lnTo>
                  <a:pt x="265" y="2"/>
                </a:lnTo>
                <a:lnTo>
                  <a:pt x="265" y="6"/>
                </a:lnTo>
                <a:lnTo>
                  <a:pt x="272" y="6"/>
                </a:lnTo>
                <a:lnTo>
                  <a:pt x="272" y="8"/>
                </a:lnTo>
                <a:lnTo>
                  <a:pt x="265" y="8"/>
                </a:lnTo>
                <a:lnTo>
                  <a:pt x="265" y="13"/>
                </a:lnTo>
                <a:lnTo>
                  <a:pt x="272" y="13"/>
                </a:lnTo>
                <a:lnTo>
                  <a:pt x="272" y="15"/>
                </a:lnTo>
                <a:lnTo>
                  <a:pt x="263" y="15"/>
                </a:lnTo>
                <a:close/>
              </a:path>
              <a:path w="471" h="15">
                <a:moveTo>
                  <a:pt x="274" y="15"/>
                </a:moveTo>
                <a:lnTo>
                  <a:pt x="274" y="0"/>
                </a:lnTo>
                <a:lnTo>
                  <a:pt x="276" y="0"/>
                </a:lnTo>
                <a:lnTo>
                  <a:pt x="283" y="12"/>
                </a:lnTo>
                <a:lnTo>
                  <a:pt x="283" y="0"/>
                </a:lnTo>
                <a:lnTo>
                  <a:pt x="284" y="0"/>
                </a:lnTo>
                <a:lnTo>
                  <a:pt x="284" y="15"/>
                </a:lnTo>
                <a:lnTo>
                  <a:pt x="282" y="15"/>
                </a:lnTo>
                <a:lnTo>
                  <a:pt x="276" y="3"/>
                </a:lnTo>
                <a:lnTo>
                  <a:pt x="276" y="15"/>
                </a:lnTo>
                <a:lnTo>
                  <a:pt x="274" y="15"/>
                </a:lnTo>
                <a:close/>
              </a:path>
              <a:path w="471" h="15">
                <a:moveTo>
                  <a:pt x="295" y="10"/>
                </a:moveTo>
                <a:lnTo>
                  <a:pt x="297" y="10"/>
                </a:lnTo>
                <a:cubicBezTo>
                  <a:pt x="297" y="12"/>
                  <a:pt x="296" y="13"/>
                  <a:pt x="295" y="14"/>
                </a:cubicBezTo>
                <a:cubicBezTo>
                  <a:pt x="294" y="15"/>
                  <a:pt x="293" y="15"/>
                  <a:pt x="292" y="15"/>
                </a:cubicBezTo>
                <a:cubicBezTo>
                  <a:pt x="290" y="15"/>
                  <a:pt x="289" y="15"/>
                  <a:pt x="289" y="14"/>
                </a:cubicBezTo>
                <a:cubicBezTo>
                  <a:pt x="288" y="13"/>
                  <a:pt x="287" y="12"/>
                  <a:pt x="287" y="11"/>
                </a:cubicBezTo>
                <a:cubicBezTo>
                  <a:pt x="286" y="10"/>
                  <a:pt x="286" y="9"/>
                  <a:pt x="286" y="7"/>
                </a:cubicBezTo>
                <a:cubicBezTo>
                  <a:pt x="286" y="6"/>
                  <a:pt x="286" y="5"/>
                  <a:pt x="287" y="3"/>
                </a:cubicBezTo>
                <a:cubicBezTo>
                  <a:pt x="287" y="2"/>
                  <a:pt x="288" y="1"/>
                  <a:pt x="289" y="1"/>
                </a:cubicBezTo>
                <a:cubicBezTo>
                  <a:pt x="290" y="0"/>
                  <a:pt x="291" y="0"/>
                  <a:pt x="292" y="0"/>
                </a:cubicBezTo>
                <a:cubicBezTo>
                  <a:pt x="293" y="0"/>
                  <a:pt x="294" y="0"/>
                  <a:pt x="295" y="1"/>
                </a:cubicBezTo>
                <a:cubicBezTo>
                  <a:pt x="296" y="2"/>
                  <a:pt x="296" y="3"/>
                  <a:pt x="297" y="4"/>
                </a:cubicBezTo>
                <a:lnTo>
                  <a:pt x="295" y="5"/>
                </a:lnTo>
                <a:cubicBezTo>
                  <a:pt x="295" y="4"/>
                  <a:pt x="294" y="3"/>
                  <a:pt x="294" y="2"/>
                </a:cubicBezTo>
                <a:cubicBezTo>
                  <a:pt x="293" y="2"/>
                  <a:pt x="293" y="2"/>
                  <a:pt x="292" y="2"/>
                </a:cubicBezTo>
                <a:cubicBezTo>
                  <a:pt x="291" y="2"/>
                  <a:pt x="290" y="2"/>
                  <a:pt x="289" y="2"/>
                </a:cubicBezTo>
                <a:cubicBezTo>
                  <a:pt x="289" y="3"/>
                  <a:pt x="288" y="4"/>
                  <a:pt x="288" y="5"/>
                </a:cubicBezTo>
                <a:cubicBezTo>
                  <a:pt x="288" y="5"/>
                  <a:pt x="288" y="6"/>
                  <a:pt x="288" y="7"/>
                </a:cubicBezTo>
                <a:cubicBezTo>
                  <a:pt x="288" y="9"/>
                  <a:pt x="288" y="10"/>
                  <a:pt x="288" y="11"/>
                </a:cubicBezTo>
                <a:cubicBezTo>
                  <a:pt x="288" y="11"/>
                  <a:pt x="289" y="12"/>
                  <a:pt x="290" y="13"/>
                </a:cubicBezTo>
                <a:cubicBezTo>
                  <a:pt x="290" y="13"/>
                  <a:pt x="291" y="13"/>
                  <a:pt x="292" y="13"/>
                </a:cubicBezTo>
                <a:cubicBezTo>
                  <a:pt x="293" y="13"/>
                  <a:pt x="293" y="13"/>
                  <a:pt x="294" y="12"/>
                </a:cubicBezTo>
                <a:cubicBezTo>
                  <a:pt x="295" y="12"/>
                  <a:pt x="295" y="11"/>
                  <a:pt x="295" y="10"/>
                </a:cubicBezTo>
                <a:close/>
              </a:path>
              <a:path w="471" h="15">
                <a:moveTo>
                  <a:pt x="299" y="15"/>
                </a:moveTo>
                <a:lnTo>
                  <a:pt x="299" y="0"/>
                </a:lnTo>
                <a:lnTo>
                  <a:pt x="308" y="0"/>
                </a:lnTo>
                <a:lnTo>
                  <a:pt x="308" y="2"/>
                </a:lnTo>
                <a:lnTo>
                  <a:pt x="300" y="2"/>
                </a:lnTo>
                <a:lnTo>
                  <a:pt x="300" y="6"/>
                </a:lnTo>
                <a:lnTo>
                  <a:pt x="307" y="6"/>
                </a:lnTo>
                <a:lnTo>
                  <a:pt x="307" y="8"/>
                </a:lnTo>
                <a:lnTo>
                  <a:pt x="300" y="8"/>
                </a:lnTo>
                <a:lnTo>
                  <a:pt x="300" y="13"/>
                </a:lnTo>
                <a:lnTo>
                  <a:pt x="308" y="13"/>
                </a:lnTo>
                <a:lnTo>
                  <a:pt x="308" y="15"/>
                </a:lnTo>
                <a:lnTo>
                  <a:pt x="299" y="15"/>
                </a:lnTo>
                <a:close/>
              </a:path>
              <a:path w="471" h="15">
                <a:moveTo>
                  <a:pt x="313" y="15"/>
                </a:moveTo>
                <a:lnTo>
                  <a:pt x="318" y="0"/>
                </a:lnTo>
                <a:lnTo>
                  <a:pt x="319" y="0"/>
                </a:lnTo>
                <a:lnTo>
                  <a:pt x="324" y="15"/>
                </a:lnTo>
                <a:lnTo>
                  <a:pt x="323" y="15"/>
                </a:lnTo>
                <a:lnTo>
                  <a:pt x="321" y="10"/>
                </a:lnTo>
                <a:lnTo>
                  <a:pt x="316" y="10"/>
                </a:lnTo>
                <a:lnTo>
                  <a:pt x="314" y="15"/>
                </a:lnTo>
                <a:lnTo>
                  <a:pt x="313" y="15"/>
                </a:lnTo>
                <a:close/>
                <a:moveTo>
                  <a:pt x="316" y="9"/>
                </a:moveTo>
                <a:lnTo>
                  <a:pt x="321" y="9"/>
                </a:lnTo>
                <a:lnTo>
                  <a:pt x="319" y="5"/>
                </a:lnTo>
                <a:cubicBezTo>
                  <a:pt x="319" y="4"/>
                  <a:pt x="319" y="3"/>
                  <a:pt x="318" y="2"/>
                </a:cubicBezTo>
                <a:cubicBezTo>
                  <a:pt x="318" y="3"/>
                  <a:pt x="318" y="4"/>
                  <a:pt x="318" y="5"/>
                </a:cubicBezTo>
                <a:lnTo>
                  <a:pt x="316" y="9"/>
                </a:lnTo>
                <a:close/>
              </a:path>
              <a:path w="471" h="15">
                <a:moveTo>
                  <a:pt x="325" y="15"/>
                </a:moveTo>
                <a:lnTo>
                  <a:pt x="325" y="0"/>
                </a:lnTo>
                <a:lnTo>
                  <a:pt x="327" y="0"/>
                </a:lnTo>
                <a:lnTo>
                  <a:pt x="334" y="12"/>
                </a:lnTo>
                <a:lnTo>
                  <a:pt x="334" y="0"/>
                </a:lnTo>
                <a:lnTo>
                  <a:pt x="335" y="0"/>
                </a:lnTo>
                <a:lnTo>
                  <a:pt x="335" y="15"/>
                </a:lnTo>
                <a:lnTo>
                  <a:pt x="333" y="15"/>
                </a:lnTo>
                <a:lnTo>
                  <a:pt x="327" y="3"/>
                </a:lnTo>
                <a:lnTo>
                  <a:pt x="327" y="15"/>
                </a:lnTo>
                <a:lnTo>
                  <a:pt x="325" y="15"/>
                </a:lnTo>
                <a:close/>
              </a:path>
              <a:path w="471" h="15">
                <a:moveTo>
                  <a:pt x="337" y="15"/>
                </a:moveTo>
                <a:lnTo>
                  <a:pt x="337" y="0"/>
                </a:lnTo>
                <a:lnTo>
                  <a:pt x="342" y="0"/>
                </a:lnTo>
                <a:cubicBezTo>
                  <a:pt x="343" y="0"/>
                  <a:pt x="343" y="0"/>
                  <a:pt x="344" y="0"/>
                </a:cubicBezTo>
                <a:cubicBezTo>
                  <a:pt x="345" y="1"/>
                  <a:pt x="345" y="1"/>
                  <a:pt x="346" y="2"/>
                </a:cubicBezTo>
                <a:cubicBezTo>
                  <a:pt x="346" y="2"/>
                  <a:pt x="347" y="3"/>
                  <a:pt x="347" y="4"/>
                </a:cubicBezTo>
                <a:cubicBezTo>
                  <a:pt x="348" y="5"/>
                  <a:pt x="348" y="6"/>
                  <a:pt x="348" y="7"/>
                </a:cubicBezTo>
                <a:cubicBezTo>
                  <a:pt x="348" y="8"/>
                  <a:pt x="348" y="9"/>
                  <a:pt x="347" y="10"/>
                </a:cubicBezTo>
                <a:cubicBezTo>
                  <a:pt x="347" y="11"/>
                  <a:pt x="347" y="12"/>
                  <a:pt x="347" y="12"/>
                </a:cubicBezTo>
                <a:cubicBezTo>
                  <a:pt x="346" y="13"/>
                  <a:pt x="346" y="13"/>
                  <a:pt x="345" y="14"/>
                </a:cubicBezTo>
                <a:cubicBezTo>
                  <a:pt x="345" y="14"/>
                  <a:pt x="344" y="14"/>
                  <a:pt x="344" y="14"/>
                </a:cubicBezTo>
                <a:cubicBezTo>
                  <a:pt x="343" y="15"/>
                  <a:pt x="343" y="15"/>
                  <a:pt x="342" y="15"/>
                </a:cubicBezTo>
                <a:lnTo>
                  <a:pt x="337" y="15"/>
                </a:lnTo>
                <a:close/>
                <a:moveTo>
                  <a:pt x="339" y="13"/>
                </a:moveTo>
                <a:lnTo>
                  <a:pt x="342" y="13"/>
                </a:lnTo>
                <a:cubicBezTo>
                  <a:pt x="343" y="13"/>
                  <a:pt x="343" y="13"/>
                  <a:pt x="344" y="13"/>
                </a:cubicBezTo>
                <a:cubicBezTo>
                  <a:pt x="344" y="13"/>
                  <a:pt x="345" y="12"/>
                  <a:pt x="345" y="12"/>
                </a:cubicBezTo>
                <a:cubicBezTo>
                  <a:pt x="345" y="12"/>
                  <a:pt x="345" y="11"/>
                  <a:pt x="346" y="10"/>
                </a:cubicBezTo>
                <a:cubicBezTo>
                  <a:pt x="346" y="9"/>
                  <a:pt x="346" y="8"/>
                  <a:pt x="346" y="7"/>
                </a:cubicBezTo>
                <a:cubicBezTo>
                  <a:pt x="346" y="6"/>
                  <a:pt x="346" y="5"/>
                  <a:pt x="345" y="4"/>
                </a:cubicBezTo>
                <a:cubicBezTo>
                  <a:pt x="345" y="3"/>
                  <a:pt x="344" y="3"/>
                  <a:pt x="344" y="2"/>
                </a:cubicBezTo>
                <a:cubicBezTo>
                  <a:pt x="343" y="2"/>
                  <a:pt x="343" y="2"/>
                  <a:pt x="342" y="2"/>
                </a:cubicBezTo>
                <a:lnTo>
                  <a:pt x="339" y="2"/>
                </a:lnTo>
                <a:lnTo>
                  <a:pt x="339" y="13"/>
                </a:lnTo>
                <a:close/>
              </a:path>
              <a:path w="471" h="15">
                <a:moveTo>
                  <a:pt x="358" y="15"/>
                </a:moveTo>
                <a:lnTo>
                  <a:pt x="358" y="2"/>
                </a:lnTo>
                <a:lnTo>
                  <a:pt x="354" y="2"/>
                </a:lnTo>
                <a:lnTo>
                  <a:pt x="354" y="0"/>
                </a:lnTo>
                <a:lnTo>
                  <a:pt x="364" y="0"/>
                </a:lnTo>
                <a:lnTo>
                  <a:pt x="364" y="2"/>
                </a:lnTo>
                <a:lnTo>
                  <a:pt x="359" y="2"/>
                </a:lnTo>
                <a:lnTo>
                  <a:pt x="359" y="15"/>
                </a:lnTo>
                <a:lnTo>
                  <a:pt x="358" y="15"/>
                </a:lnTo>
                <a:close/>
              </a:path>
              <a:path w="471" h="15">
                <a:moveTo>
                  <a:pt x="365" y="15"/>
                </a:moveTo>
                <a:lnTo>
                  <a:pt x="365" y="0"/>
                </a:lnTo>
                <a:lnTo>
                  <a:pt x="374" y="0"/>
                </a:lnTo>
                <a:lnTo>
                  <a:pt x="374" y="2"/>
                </a:lnTo>
                <a:lnTo>
                  <a:pt x="366" y="2"/>
                </a:lnTo>
                <a:lnTo>
                  <a:pt x="366" y="6"/>
                </a:lnTo>
                <a:lnTo>
                  <a:pt x="373" y="6"/>
                </a:lnTo>
                <a:lnTo>
                  <a:pt x="373" y="8"/>
                </a:lnTo>
                <a:lnTo>
                  <a:pt x="366" y="8"/>
                </a:lnTo>
                <a:lnTo>
                  <a:pt x="366" y="13"/>
                </a:lnTo>
                <a:lnTo>
                  <a:pt x="374" y="13"/>
                </a:lnTo>
                <a:lnTo>
                  <a:pt x="374" y="15"/>
                </a:lnTo>
                <a:lnTo>
                  <a:pt x="365" y="15"/>
                </a:lnTo>
                <a:close/>
              </a:path>
              <a:path w="471" h="15">
                <a:moveTo>
                  <a:pt x="385" y="10"/>
                </a:moveTo>
                <a:lnTo>
                  <a:pt x="386" y="10"/>
                </a:lnTo>
                <a:cubicBezTo>
                  <a:pt x="386" y="12"/>
                  <a:pt x="386" y="13"/>
                  <a:pt x="385" y="14"/>
                </a:cubicBezTo>
                <a:cubicBezTo>
                  <a:pt x="384" y="15"/>
                  <a:pt x="383" y="15"/>
                  <a:pt x="381" y="15"/>
                </a:cubicBezTo>
                <a:cubicBezTo>
                  <a:pt x="380" y="15"/>
                  <a:pt x="379" y="15"/>
                  <a:pt x="378" y="14"/>
                </a:cubicBezTo>
                <a:cubicBezTo>
                  <a:pt x="377" y="13"/>
                  <a:pt x="377" y="12"/>
                  <a:pt x="376" y="11"/>
                </a:cubicBezTo>
                <a:cubicBezTo>
                  <a:pt x="376" y="10"/>
                  <a:pt x="375" y="9"/>
                  <a:pt x="375" y="7"/>
                </a:cubicBezTo>
                <a:cubicBezTo>
                  <a:pt x="375" y="6"/>
                  <a:pt x="376" y="5"/>
                  <a:pt x="376" y="3"/>
                </a:cubicBezTo>
                <a:cubicBezTo>
                  <a:pt x="377" y="2"/>
                  <a:pt x="377" y="1"/>
                  <a:pt x="378" y="1"/>
                </a:cubicBezTo>
                <a:cubicBezTo>
                  <a:pt x="379" y="0"/>
                  <a:pt x="380" y="0"/>
                  <a:pt x="381" y="0"/>
                </a:cubicBezTo>
                <a:cubicBezTo>
                  <a:pt x="383" y="0"/>
                  <a:pt x="384" y="0"/>
                  <a:pt x="384" y="1"/>
                </a:cubicBezTo>
                <a:cubicBezTo>
                  <a:pt x="385" y="2"/>
                  <a:pt x="386" y="3"/>
                  <a:pt x="386" y="4"/>
                </a:cubicBezTo>
                <a:lnTo>
                  <a:pt x="385" y="5"/>
                </a:lnTo>
                <a:cubicBezTo>
                  <a:pt x="384" y="4"/>
                  <a:pt x="384" y="3"/>
                  <a:pt x="383" y="2"/>
                </a:cubicBezTo>
                <a:cubicBezTo>
                  <a:pt x="383" y="2"/>
                  <a:pt x="382" y="2"/>
                  <a:pt x="381" y="2"/>
                </a:cubicBezTo>
                <a:cubicBezTo>
                  <a:pt x="380" y="2"/>
                  <a:pt x="380" y="2"/>
                  <a:pt x="379" y="2"/>
                </a:cubicBezTo>
                <a:cubicBezTo>
                  <a:pt x="378" y="3"/>
                  <a:pt x="378" y="4"/>
                  <a:pt x="378" y="5"/>
                </a:cubicBezTo>
                <a:cubicBezTo>
                  <a:pt x="377" y="5"/>
                  <a:pt x="377" y="6"/>
                  <a:pt x="377" y="7"/>
                </a:cubicBezTo>
                <a:cubicBezTo>
                  <a:pt x="377" y="9"/>
                  <a:pt x="377" y="10"/>
                  <a:pt x="378" y="11"/>
                </a:cubicBezTo>
                <a:cubicBezTo>
                  <a:pt x="378" y="11"/>
                  <a:pt x="378" y="12"/>
                  <a:pt x="379" y="13"/>
                </a:cubicBezTo>
                <a:cubicBezTo>
                  <a:pt x="380" y="13"/>
                  <a:pt x="380" y="13"/>
                  <a:pt x="381" y="13"/>
                </a:cubicBezTo>
                <a:cubicBezTo>
                  <a:pt x="382" y="13"/>
                  <a:pt x="383" y="13"/>
                  <a:pt x="384" y="12"/>
                </a:cubicBezTo>
                <a:cubicBezTo>
                  <a:pt x="384" y="12"/>
                  <a:pt x="385" y="11"/>
                  <a:pt x="385" y="10"/>
                </a:cubicBezTo>
                <a:close/>
              </a:path>
              <a:path w="471" h="15">
                <a:moveTo>
                  <a:pt x="388" y="15"/>
                </a:moveTo>
                <a:lnTo>
                  <a:pt x="388" y="0"/>
                </a:lnTo>
                <a:lnTo>
                  <a:pt x="390" y="0"/>
                </a:lnTo>
                <a:lnTo>
                  <a:pt x="390" y="6"/>
                </a:lnTo>
                <a:lnTo>
                  <a:pt x="396" y="6"/>
                </a:lnTo>
                <a:lnTo>
                  <a:pt x="396" y="0"/>
                </a:lnTo>
                <a:lnTo>
                  <a:pt x="398" y="0"/>
                </a:lnTo>
                <a:lnTo>
                  <a:pt x="398" y="15"/>
                </a:lnTo>
                <a:lnTo>
                  <a:pt x="396" y="15"/>
                </a:lnTo>
                <a:lnTo>
                  <a:pt x="396" y="8"/>
                </a:lnTo>
                <a:lnTo>
                  <a:pt x="390" y="8"/>
                </a:lnTo>
                <a:lnTo>
                  <a:pt x="390" y="15"/>
                </a:lnTo>
                <a:lnTo>
                  <a:pt x="388" y="15"/>
                </a:lnTo>
                <a:close/>
              </a:path>
              <a:path w="471" h="15">
                <a:moveTo>
                  <a:pt x="400" y="15"/>
                </a:moveTo>
                <a:lnTo>
                  <a:pt x="400" y="0"/>
                </a:lnTo>
                <a:lnTo>
                  <a:pt x="402" y="0"/>
                </a:lnTo>
                <a:lnTo>
                  <a:pt x="408" y="12"/>
                </a:lnTo>
                <a:lnTo>
                  <a:pt x="408" y="0"/>
                </a:lnTo>
                <a:lnTo>
                  <a:pt x="410" y="0"/>
                </a:lnTo>
                <a:lnTo>
                  <a:pt x="410" y="15"/>
                </a:lnTo>
                <a:lnTo>
                  <a:pt x="408" y="15"/>
                </a:lnTo>
                <a:lnTo>
                  <a:pt x="402" y="3"/>
                </a:lnTo>
                <a:lnTo>
                  <a:pt x="402" y="15"/>
                </a:lnTo>
                <a:lnTo>
                  <a:pt x="400" y="15"/>
                </a:lnTo>
                <a:close/>
              </a:path>
              <a:path w="471" h="15">
                <a:moveTo>
                  <a:pt x="412" y="8"/>
                </a:moveTo>
                <a:cubicBezTo>
                  <a:pt x="412" y="5"/>
                  <a:pt x="412" y="3"/>
                  <a:pt x="413" y="2"/>
                </a:cubicBezTo>
                <a:cubicBezTo>
                  <a:pt x="415" y="1"/>
                  <a:pt x="416" y="0"/>
                  <a:pt x="418" y="0"/>
                </a:cubicBezTo>
                <a:cubicBezTo>
                  <a:pt x="419" y="0"/>
                  <a:pt x="420" y="0"/>
                  <a:pt x="421" y="1"/>
                </a:cubicBezTo>
                <a:cubicBezTo>
                  <a:pt x="422" y="2"/>
                  <a:pt x="423" y="3"/>
                  <a:pt x="423" y="4"/>
                </a:cubicBezTo>
                <a:cubicBezTo>
                  <a:pt x="424" y="5"/>
                  <a:pt x="424" y="6"/>
                  <a:pt x="424" y="8"/>
                </a:cubicBezTo>
                <a:cubicBezTo>
                  <a:pt x="424" y="9"/>
                  <a:pt x="424" y="10"/>
                  <a:pt x="423" y="11"/>
                </a:cubicBezTo>
                <a:cubicBezTo>
                  <a:pt x="422" y="13"/>
                  <a:pt x="422" y="13"/>
                  <a:pt x="421" y="14"/>
                </a:cubicBezTo>
                <a:cubicBezTo>
                  <a:pt x="420" y="15"/>
                  <a:pt x="419" y="15"/>
                  <a:pt x="418" y="15"/>
                </a:cubicBezTo>
                <a:cubicBezTo>
                  <a:pt x="417" y="15"/>
                  <a:pt x="416" y="15"/>
                  <a:pt x="415" y="14"/>
                </a:cubicBezTo>
                <a:cubicBezTo>
                  <a:pt x="414" y="13"/>
                  <a:pt x="413" y="12"/>
                  <a:pt x="413" y="11"/>
                </a:cubicBezTo>
                <a:cubicBezTo>
                  <a:pt x="412" y="10"/>
                  <a:pt x="412" y="9"/>
                  <a:pt x="412" y="8"/>
                </a:cubicBezTo>
                <a:close/>
                <a:moveTo>
                  <a:pt x="414" y="8"/>
                </a:moveTo>
                <a:cubicBezTo>
                  <a:pt x="414" y="9"/>
                  <a:pt x="414" y="11"/>
                  <a:pt x="415" y="12"/>
                </a:cubicBezTo>
                <a:cubicBezTo>
                  <a:pt x="416" y="13"/>
                  <a:pt x="417" y="13"/>
                  <a:pt x="418" y="13"/>
                </a:cubicBezTo>
                <a:cubicBezTo>
                  <a:pt x="419" y="13"/>
                  <a:pt x="420" y="13"/>
                  <a:pt x="421" y="12"/>
                </a:cubicBezTo>
                <a:cubicBezTo>
                  <a:pt x="422" y="11"/>
                  <a:pt x="422" y="9"/>
                  <a:pt x="422" y="7"/>
                </a:cubicBezTo>
                <a:cubicBezTo>
                  <a:pt x="422" y="6"/>
                  <a:pt x="422" y="5"/>
                  <a:pt x="422" y="4"/>
                </a:cubicBezTo>
                <a:cubicBezTo>
                  <a:pt x="421" y="4"/>
                  <a:pt x="421" y="3"/>
                  <a:pt x="420" y="2"/>
                </a:cubicBezTo>
                <a:cubicBezTo>
                  <a:pt x="419" y="2"/>
                  <a:pt x="419" y="2"/>
                  <a:pt x="418" y="2"/>
                </a:cubicBezTo>
                <a:cubicBezTo>
                  <a:pt x="417" y="2"/>
                  <a:pt x="416" y="2"/>
                  <a:pt x="415" y="3"/>
                </a:cubicBezTo>
                <a:cubicBezTo>
                  <a:pt x="414" y="4"/>
                  <a:pt x="414" y="6"/>
                  <a:pt x="414" y="8"/>
                </a:cubicBezTo>
                <a:close/>
              </a:path>
              <a:path w="471" h="15">
                <a:moveTo>
                  <a:pt x="425" y="15"/>
                </a:moveTo>
                <a:lnTo>
                  <a:pt x="425" y="0"/>
                </a:lnTo>
                <a:lnTo>
                  <a:pt x="427" y="0"/>
                </a:lnTo>
                <a:lnTo>
                  <a:pt x="427" y="13"/>
                </a:lnTo>
                <a:lnTo>
                  <a:pt x="433" y="13"/>
                </a:lnTo>
                <a:lnTo>
                  <a:pt x="433" y="15"/>
                </a:lnTo>
                <a:lnTo>
                  <a:pt x="425" y="15"/>
                </a:lnTo>
                <a:close/>
              </a:path>
              <a:path w="471" h="15">
                <a:moveTo>
                  <a:pt x="434" y="8"/>
                </a:moveTo>
                <a:cubicBezTo>
                  <a:pt x="434" y="5"/>
                  <a:pt x="435" y="3"/>
                  <a:pt x="436" y="2"/>
                </a:cubicBezTo>
                <a:cubicBezTo>
                  <a:pt x="437" y="1"/>
                  <a:pt x="438" y="0"/>
                  <a:pt x="440" y="0"/>
                </a:cubicBezTo>
                <a:cubicBezTo>
                  <a:pt x="441" y="0"/>
                  <a:pt x="442" y="0"/>
                  <a:pt x="443" y="1"/>
                </a:cubicBezTo>
                <a:cubicBezTo>
                  <a:pt x="444" y="2"/>
                  <a:pt x="445" y="3"/>
                  <a:pt x="445" y="4"/>
                </a:cubicBezTo>
                <a:cubicBezTo>
                  <a:pt x="446" y="5"/>
                  <a:pt x="446" y="6"/>
                  <a:pt x="446" y="8"/>
                </a:cubicBezTo>
                <a:cubicBezTo>
                  <a:pt x="446" y="9"/>
                  <a:pt x="446" y="10"/>
                  <a:pt x="445" y="11"/>
                </a:cubicBezTo>
                <a:cubicBezTo>
                  <a:pt x="445" y="13"/>
                  <a:pt x="444" y="13"/>
                  <a:pt x="443" y="14"/>
                </a:cubicBezTo>
                <a:cubicBezTo>
                  <a:pt x="442" y="15"/>
                  <a:pt x="441" y="15"/>
                  <a:pt x="440" y="15"/>
                </a:cubicBezTo>
                <a:cubicBezTo>
                  <a:pt x="439" y="15"/>
                  <a:pt x="438" y="15"/>
                  <a:pt x="437" y="14"/>
                </a:cubicBezTo>
                <a:cubicBezTo>
                  <a:pt x="436" y="13"/>
                  <a:pt x="435" y="12"/>
                  <a:pt x="435" y="11"/>
                </a:cubicBezTo>
                <a:cubicBezTo>
                  <a:pt x="434" y="10"/>
                  <a:pt x="434" y="9"/>
                  <a:pt x="434" y="8"/>
                </a:cubicBezTo>
                <a:close/>
                <a:moveTo>
                  <a:pt x="436" y="8"/>
                </a:moveTo>
                <a:cubicBezTo>
                  <a:pt x="436" y="9"/>
                  <a:pt x="436" y="11"/>
                  <a:pt x="437" y="12"/>
                </a:cubicBezTo>
                <a:cubicBezTo>
                  <a:pt x="438" y="13"/>
                  <a:pt x="439" y="13"/>
                  <a:pt x="440" y="13"/>
                </a:cubicBezTo>
                <a:cubicBezTo>
                  <a:pt x="441" y="13"/>
                  <a:pt x="442" y="13"/>
                  <a:pt x="443" y="12"/>
                </a:cubicBezTo>
                <a:cubicBezTo>
                  <a:pt x="444" y="11"/>
                  <a:pt x="444" y="9"/>
                  <a:pt x="444" y="7"/>
                </a:cubicBezTo>
                <a:cubicBezTo>
                  <a:pt x="444" y="6"/>
                  <a:pt x="444" y="5"/>
                  <a:pt x="444" y="4"/>
                </a:cubicBezTo>
                <a:cubicBezTo>
                  <a:pt x="444" y="4"/>
                  <a:pt x="443" y="3"/>
                  <a:pt x="442" y="2"/>
                </a:cubicBezTo>
                <a:cubicBezTo>
                  <a:pt x="442" y="2"/>
                  <a:pt x="441" y="2"/>
                  <a:pt x="440" y="2"/>
                </a:cubicBezTo>
                <a:cubicBezTo>
                  <a:pt x="439" y="2"/>
                  <a:pt x="438" y="2"/>
                  <a:pt x="437" y="3"/>
                </a:cubicBezTo>
                <a:cubicBezTo>
                  <a:pt x="436" y="4"/>
                  <a:pt x="436" y="6"/>
                  <a:pt x="436" y="8"/>
                </a:cubicBezTo>
                <a:close/>
              </a:path>
              <a:path w="471" h="15">
                <a:moveTo>
                  <a:pt x="454" y="9"/>
                </a:moveTo>
                <a:lnTo>
                  <a:pt x="454" y="7"/>
                </a:lnTo>
                <a:lnTo>
                  <a:pt x="459" y="7"/>
                </a:lnTo>
                <a:lnTo>
                  <a:pt x="459" y="13"/>
                </a:lnTo>
                <a:cubicBezTo>
                  <a:pt x="458" y="13"/>
                  <a:pt x="457" y="14"/>
                  <a:pt x="456" y="14"/>
                </a:cubicBezTo>
                <a:cubicBezTo>
                  <a:pt x="456" y="15"/>
                  <a:pt x="455" y="15"/>
                  <a:pt x="454" y="15"/>
                </a:cubicBezTo>
                <a:cubicBezTo>
                  <a:pt x="453" y="15"/>
                  <a:pt x="451" y="15"/>
                  <a:pt x="450" y="14"/>
                </a:cubicBezTo>
                <a:cubicBezTo>
                  <a:pt x="449" y="13"/>
                  <a:pt x="449" y="13"/>
                  <a:pt x="448" y="11"/>
                </a:cubicBezTo>
                <a:cubicBezTo>
                  <a:pt x="448" y="10"/>
                  <a:pt x="447" y="9"/>
                  <a:pt x="447" y="8"/>
                </a:cubicBezTo>
                <a:cubicBezTo>
                  <a:pt x="447" y="6"/>
                  <a:pt x="448" y="5"/>
                  <a:pt x="448" y="4"/>
                </a:cubicBezTo>
                <a:cubicBezTo>
                  <a:pt x="449" y="2"/>
                  <a:pt x="449" y="2"/>
                  <a:pt x="450" y="1"/>
                </a:cubicBezTo>
                <a:cubicBezTo>
                  <a:pt x="451" y="0"/>
                  <a:pt x="452" y="0"/>
                  <a:pt x="454" y="0"/>
                </a:cubicBezTo>
                <a:cubicBezTo>
                  <a:pt x="455" y="0"/>
                  <a:pt x="455" y="0"/>
                  <a:pt x="456" y="1"/>
                </a:cubicBezTo>
                <a:cubicBezTo>
                  <a:pt x="457" y="1"/>
                  <a:pt x="457" y="1"/>
                  <a:pt x="458" y="2"/>
                </a:cubicBezTo>
                <a:cubicBezTo>
                  <a:pt x="458" y="3"/>
                  <a:pt x="459" y="3"/>
                  <a:pt x="459" y="4"/>
                </a:cubicBezTo>
                <a:lnTo>
                  <a:pt x="457" y="5"/>
                </a:lnTo>
                <a:cubicBezTo>
                  <a:pt x="457" y="4"/>
                  <a:pt x="457" y="3"/>
                  <a:pt x="457" y="3"/>
                </a:cubicBezTo>
                <a:cubicBezTo>
                  <a:pt x="456" y="3"/>
                  <a:pt x="456" y="2"/>
                  <a:pt x="455" y="2"/>
                </a:cubicBezTo>
                <a:cubicBezTo>
                  <a:pt x="455" y="2"/>
                  <a:pt x="454" y="2"/>
                  <a:pt x="454" y="2"/>
                </a:cubicBezTo>
                <a:cubicBezTo>
                  <a:pt x="453" y="2"/>
                  <a:pt x="452" y="2"/>
                  <a:pt x="452" y="2"/>
                </a:cubicBezTo>
                <a:cubicBezTo>
                  <a:pt x="451" y="2"/>
                  <a:pt x="451" y="3"/>
                  <a:pt x="450" y="3"/>
                </a:cubicBezTo>
                <a:cubicBezTo>
                  <a:pt x="450" y="4"/>
                  <a:pt x="450" y="4"/>
                  <a:pt x="450" y="5"/>
                </a:cubicBezTo>
                <a:cubicBezTo>
                  <a:pt x="449" y="5"/>
                  <a:pt x="449" y="6"/>
                  <a:pt x="449" y="7"/>
                </a:cubicBezTo>
                <a:cubicBezTo>
                  <a:pt x="449" y="9"/>
                  <a:pt x="449" y="10"/>
                  <a:pt x="450" y="11"/>
                </a:cubicBezTo>
                <a:cubicBezTo>
                  <a:pt x="450" y="12"/>
                  <a:pt x="451" y="12"/>
                  <a:pt x="451" y="13"/>
                </a:cubicBezTo>
                <a:cubicBezTo>
                  <a:pt x="452" y="13"/>
                  <a:pt x="453" y="13"/>
                  <a:pt x="454" y="13"/>
                </a:cubicBezTo>
                <a:cubicBezTo>
                  <a:pt x="454" y="13"/>
                  <a:pt x="455" y="13"/>
                  <a:pt x="456" y="13"/>
                </a:cubicBezTo>
                <a:cubicBezTo>
                  <a:pt x="456" y="12"/>
                  <a:pt x="457" y="12"/>
                  <a:pt x="457" y="12"/>
                </a:cubicBezTo>
                <a:lnTo>
                  <a:pt x="457" y="9"/>
                </a:lnTo>
                <a:lnTo>
                  <a:pt x="454" y="9"/>
                </a:lnTo>
                <a:close/>
              </a:path>
              <a:path w="471" h="15">
                <a:moveTo>
                  <a:pt x="464" y="15"/>
                </a:moveTo>
                <a:lnTo>
                  <a:pt x="464" y="9"/>
                </a:lnTo>
                <a:lnTo>
                  <a:pt x="460" y="0"/>
                </a:lnTo>
                <a:lnTo>
                  <a:pt x="462" y="0"/>
                </a:lnTo>
                <a:lnTo>
                  <a:pt x="464" y="5"/>
                </a:lnTo>
                <a:cubicBezTo>
                  <a:pt x="465" y="5"/>
                  <a:pt x="465" y="6"/>
                  <a:pt x="465" y="7"/>
                </a:cubicBezTo>
                <a:cubicBezTo>
                  <a:pt x="466" y="6"/>
                  <a:pt x="466" y="5"/>
                  <a:pt x="467" y="5"/>
                </a:cubicBezTo>
                <a:lnTo>
                  <a:pt x="469" y="0"/>
                </a:lnTo>
                <a:lnTo>
                  <a:pt x="471" y="0"/>
                </a:lnTo>
                <a:lnTo>
                  <a:pt x="466" y="9"/>
                </a:lnTo>
                <a:lnTo>
                  <a:pt x="466" y="15"/>
                </a:lnTo>
                <a:lnTo>
                  <a:pt x="464" y="1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pic>
        <p:nvPicPr>
          <p:cNvPr id="20" name="图片 2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3251" y="124632"/>
            <a:ext cx="627347" cy="471145"/>
          </a:xfrm>
          <a:prstGeom prst="rect">
            <a:avLst/>
          </a:prstGeom>
          <a:ln>
            <a:noFill/>
          </a:ln>
        </p:spPr>
      </p:pic>
      <p:sp>
        <p:nvSpPr>
          <p:cNvPr id="21" name="分隔线"/>
          <p:cNvSpPr/>
          <p:nvPr/>
        </p:nvSpPr>
        <p:spPr>
          <a:xfrm>
            <a:off x="457200" y="896112"/>
            <a:ext cx="11228832" cy="36576"/>
          </a:xfrm>
          <a:prstGeom prst="rect">
            <a:avLst/>
          </a:prstGeom>
          <a:solidFill>
            <a:srgbClr val="00A4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关键信息条"/>
          <p:cNvSpPr/>
          <p:nvPr/>
        </p:nvSpPr>
        <p:spPr>
          <a:xfrm>
            <a:off x="502920" y="1024128"/>
            <a:ext cx="11183112" cy="45720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关键信息"/>
          <p:cNvSpPr txBox="1"/>
          <p:nvPr/>
        </p:nvSpPr>
        <p:spPr>
          <a:xfrm>
            <a:off x="685800" y="1024128"/>
            <a:ext cx="10817352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600" b="1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差异集中在“时间”与“密度”：GD缺入院时间、检验只有日期；GAM体征与呼吸支持需从文字推断。</a:t>
            </a:r>
            <a:endParaRPr lang="zh-CN" altLang="en-US" sz="1600" b="1" i="0">
              <a:solidFill>
                <a:srgbClr val="1137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结论框"/>
          <p:cNvSpPr/>
          <p:nvPr/>
        </p:nvSpPr>
        <p:spPr>
          <a:xfrm>
            <a:off x="502920" y="5870448"/>
            <a:ext cx="11183112" cy="420624"/>
          </a:xfrm>
          <a:prstGeom prst="rect">
            <a:avLst/>
          </a:prstGeom>
          <a:solidFill>
            <a:srgbClr val="FCEF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结论"/>
          <p:cNvSpPr txBox="1"/>
          <p:nvPr/>
        </p:nvSpPr>
        <p:spPr>
          <a:xfrm>
            <a:off x="685800" y="5870448"/>
            <a:ext cx="10817352" cy="420624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500" b="1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说明：</a:t>
            </a:r>
            <a:r>
              <a:rPr lang="zh-CN" altLang="en-US" sz="1500" b="0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差异主要来自采集方式，而非数据质量高低；对齐目标是“可追溯、可解释、知道哪里不可比”。</a:t>
            </a:r>
            <a:endParaRPr lang="zh-CN" altLang="en-US" sz="1500" b="0" i="0">
              <a:solidFill>
                <a:srgbClr val="1137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页脚"/>
          <p:cNvSpPr txBox="1"/>
          <p:nvPr/>
        </p:nvSpPr>
        <p:spPr>
          <a:xfrm>
            <a:off x="502920" y="6455664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050" b="0" i="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老年流感多中心数据对齐与研究协作汇报</a:t>
            </a:r>
            <a:endParaRPr lang="zh-CN" altLang="en-US" sz="1050" b="0" i="0">
              <a:solidFill>
                <a:srgbClr val="646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页码"/>
          <p:cNvSpPr txBox="1"/>
          <p:nvPr/>
        </p:nvSpPr>
        <p:spPr>
          <a:xfrm>
            <a:off x="10680192" y="6455664"/>
            <a:ext cx="100584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fld id="{81310E05-875A-428A-ACC0-3954B5EC383D}" type="slidenum">
              <a:rPr lang="zh-CN" sz="105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fld>
            <a:endParaRPr lang="zh-CN" sz="1050">
              <a:solidFill>
                <a:srgbClr val="646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502920" y="1645920"/>
          <a:ext cx="11183112" cy="396849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37360"/>
                <a:gridCol w="3200400"/>
                <a:gridCol w="2743200"/>
                <a:gridCol w="3502152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400" b="1" i="0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信息</a:t>
                      </a:r>
                      <a:endParaRPr lang="zh-CN" altLang="en-US" sz="1400" b="1" i="0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F4E9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400" b="1" i="0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理想的记录</a:t>
                      </a:r>
                      <a:endParaRPr lang="zh-CN" altLang="en-US" sz="1400" b="1" i="0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F4E9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400" b="1" i="0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GD 现状</a:t>
                      </a:r>
                      <a:endParaRPr lang="zh-CN" altLang="en-US" sz="1400" b="1" i="0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F4E9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400" b="1" i="0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GAM 现状</a:t>
                      </a:r>
                      <a:endParaRPr lang="zh-CN" altLang="en-US" sz="1400" b="1" i="0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F4E9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300" b="1" i="0">
                          <a:solidFill>
                            <a:srgbClr val="11376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入院时间</a:t>
                      </a:r>
                      <a:endParaRPr lang="zh-CN" altLang="en-US" sz="1300" b="1" i="0">
                        <a:solidFill>
                          <a:srgbClr val="11376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300" b="0" i="0">
                          <a:solidFill>
                            <a:srgbClr val="11376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入院登记时间</a:t>
                      </a:r>
                      <a:endParaRPr lang="zh-CN" altLang="en-US" sz="1300" b="0" i="0">
                        <a:solidFill>
                          <a:srgbClr val="11376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300" b="0" i="0">
                          <a:solidFill>
                            <a:srgbClr val="2731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没有，以首个有效体征时间代替</a:t>
                      </a:r>
                      <a:endParaRPr lang="zh-CN" altLang="en-US" sz="1300" b="0" i="0">
                        <a:solidFill>
                          <a:srgbClr val="2731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300" b="0" i="0">
                          <a:solidFill>
                            <a:srgbClr val="2731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入院记录中的“入院时间”</a:t>
                      </a:r>
                      <a:endParaRPr lang="zh-CN" altLang="en-US" sz="1300" b="0" i="0">
                        <a:solidFill>
                          <a:srgbClr val="2731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300" b="1" i="0">
                          <a:solidFill>
                            <a:srgbClr val="11376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流感检测</a:t>
                      </a:r>
                      <a:endParaRPr lang="zh-CN" altLang="en-US" sz="1300" b="1" i="0">
                        <a:solidFill>
                          <a:srgbClr val="11376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300" b="0" i="0">
                          <a:solidFill>
                            <a:srgbClr val="11376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采样时间、方法、结果</a:t>
                      </a:r>
                      <a:endParaRPr lang="zh-CN" altLang="en-US" sz="1300" b="0" i="0">
                        <a:solidFill>
                          <a:srgbClr val="11376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300" b="0" i="0">
                          <a:solidFill>
                            <a:srgbClr val="2731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没有检测时间</a:t>
                      </a:r>
                      <a:endParaRPr lang="zh-CN" altLang="en-US" sz="1300" b="0" i="0">
                        <a:solidFill>
                          <a:srgbClr val="2731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300" b="0" i="0">
                          <a:solidFill>
                            <a:srgbClr val="2731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检验表有时间</a:t>
                      </a:r>
                      <a:endParaRPr lang="zh-CN" altLang="en-US" sz="1300" b="0" i="0">
                        <a:solidFill>
                          <a:srgbClr val="2731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300" b="1" i="0">
                          <a:solidFill>
                            <a:srgbClr val="11376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体温、心率、SpO₂</a:t>
                      </a:r>
                      <a:endParaRPr lang="zh-CN" altLang="en-US" sz="1300" b="1" i="0">
                        <a:solidFill>
                          <a:srgbClr val="11376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300" b="0" i="0">
                          <a:solidFill>
                            <a:srgbClr val="11376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逐次测量+测量时间+吸氧方式与流量</a:t>
                      </a:r>
                      <a:endParaRPr lang="zh-CN" altLang="en-US" sz="1300" b="0" i="0">
                        <a:solidFill>
                          <a:srgbClr val="11376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300" b="0" i="0">
                          <a:solidFill>
                            <a:srgbClr val="2731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CRF摘录，每项每次住院1–2 次</a:t>
                      </a:r>
                      <a:endParaRPr lang="zh-CN" altLang="en-US" sz="1300" b="0" i="0">
                        <a:solidFill>
                          <a:srgbClr val="2731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300" b="0" i="0">
                          <a:solidFill>
                            <a:srgbClr val="2731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从病历文字抽取，时间为书写时间</a:t>
                      </a:r>
                      <a:endParaRPr lang="zh-CN" altLang="en-US" sz="1300" b="0" i="0">
                        <a:solidFill>
                          <a:srgbClr val="2731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300" b="1" i="0">
                          <a:solidFill>
                            <a:srgbClr val="11376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检验</a:t>
                      </a:r>
                      <a:endParaRPr lang="zh-CN" altLang="en-US" sz="1300" b="1" i="0">
                        <a:solidFill>
                          <a:srgbClr val="11376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300" b="0" i="0">
                          <a:solidFill>
                            <a:srgbClr val="11376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采样/报告时间+单位+方法</a:t>
                      </a:r>
                      <a:endParaRPr lang="zh-CN" altLang="en-US" sz="1300" b="0" i="0">
                        <a:solidFill>
                          <a:srgbClr val="11376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300" b="0" i="0">
                          <a:solidFill>
                            <a:srgbClr val="2731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只有日期；只有表头单位</a:t>
                      </a:r>
                      <a:endParaRPr lang="zh-CN" altLang="en-US" sz="1300" b="0" i="0">
                        <a:solidFill>
                          <a:srgbClr val="2731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300" b="0" i="0">
                          <a:solidFill>
                            <a:srgbClr val="2731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到分钟，有单位、参考范围、异常标记</a:t>
                      </a:r>
                      <a:endParaRPr lang="zh-CN" altLang="en-US" sz="1300" b="0" i="0">
                        <a:solidFill>
                          <a:srgbClr val="2731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300" b="1" i="0">
                          <a:solidFill>
                            <a:srgbClr val="11376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呼吸支持</a:t>
                      </a:r>
                      <a:endParaRPr lang="zh-CN" altLang="en-US" sz="1300" b="1" i="0">
                        <a:solidFill>
                          <a:srgbClr val="11376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300" b="0" i="0">
                          <a:solidFill>
                            <a:srgbClr val="11376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开始/结束时间、方式、参数</a:t>
                      </a:r>
                      <a:endParaRPr lang="zh-CN" altLang="en-US" sz="1300" b="0" i="0">
                        <a:solidFill>
                          <a:srgbClr val="11376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300" b="0" i="0">
                          <a:solidFill>
                            <a:srgbClr val="2731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CRF勾选 + 日期</a:t>
                      </a:r>
                      <a:endParaRPr lang="zh-CN" altLang="en-US" sz="1300" b="0" i="0">
                        <a:solidFill>
                          <a:srgbClr val="2731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300" b="0" i="0">
                          <a:solidFill>
                            <a:srgbClr val="2731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从文字推断</a:t>
                      </a:r>
                      <a:br>
                        <a:rPr lang="zh-CN" sz="130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</a:br>
                      <a:r>
                        <a:rPr lang="zh-CN" altLang="en-US" sz="1300" b="0" i="0">
                          <a:solidFill>
                            <a:srgbClr val="2731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需排除“必要时”“拒绝”“术后”</a:t>
                      </a:r>
                      <a:endParaRPr lang="zh-CN" altLang="en-US" sz="1300" b="0" i="0">
                        <a:solidFill>
                          <a:srgbClr val="2731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300" b="1" i="0">
                          <a:solidFill>
                            <a:srgbClr val="11376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用药</a:t>
                      </a:r>
                      <a:endParaRPr lang="zh-CN" altLang="en-US" sz="1300" b="1" i="0">
                        <a:solidFill>
                          <a:srgbClr val="11376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300" b="0" i="0">
                          <a:solidFill>
                            <a:srgbClr val="11376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医嘱开始/停止时间</a:t>
                      </a:r>
                      <a:endParaRPr lang="zh-CN" altLang="en-US" sz="1300" b="0" i="0">
                        <a:solidFill>
                          <a:srgbClr val="11376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300" b="0" i="0">
                          <a:solidFill>
                            <a:srgbClr val="2731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CRF开始 / 结束日期</a:t>
                      </a:r>
                      <a:endParaRPr lang="zh-CN" altLang="en-US" sz="1300" b="0" i="0">
                        <a:solidFill>
                          <a:srgbClr val="2731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300" b="0" i="0">
                          <a:solidFill>
                            <a:srgbClr val="2731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医嘱无时间，以病程首次提及近似</a:t>
                      </a:r>
                      <a:endParaRPr lang="zh-CN" altLang="en-US" sz="1300" b="0" i="0">
                        <a:solidFill>
                          <a:srgbClr val="2731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300" b="1" i="0">
                          <a:solidFill>
                            <a:srgbClr val="11376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症状</a:t>
                      </a:r>
                      <a:endParaRPr lang="zh-CN" altLang="en-US" sz="1300" b="1" i="0">
                        <a:solidFill>
                          <a:srgbClr val="11376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300" b="0" i="0">
                          <a:solidFill>
                            <a:srgbClr val="11376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结构化“有/无/未问”</a:t>
                      </a:r>
                      <a:endParaRPr lang="zh-CN" altLang="en-US" sz="1300" b="0" i="0">
                        <a:solidFill>
                          <a:srgbClr val="11376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300" b="0" i="0">
                          <a:solidFill>
                            <a:srgbClr val="2731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CRF</a:t>
                      </a:r>
                      <a:r>
                        <a:rPr lang="en-US" altLang="zh-CN" sz="1300" b="0" i="0">
                          <a:solidFill>
                            <a:srgbClr val="2731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 </a:t>
                      </a:r>
                      <a:r>
                        <a:rPr lang="zh-CN" altLang="en-US" sz="1300" b="0" i="0">
                          <a:solidFill>
                            <a:srgbClr val="2731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0/1 + 记录日期</a:t>
                      </a:r>
                      <a:endParaRPr lang="zh-CN" altLang="en-US" sz="1300" b="0" i="0">
                        <a:solidFill>
                          <a:srgbClr val="2731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300" b="0" i="0">
                          <a:solidFill>
                            <a:srgbClr val="2731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文字三态：肯定/否定/未提及</a:t>
                      </a:r>
                      <a:endParaRPr lang="zh-CN" altLang="en-US" sz="1300" b="0" i="0">
                        <a:solidFill>
                          <a:srgbClr val="2731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顶部色条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F4E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标题栏"/>
          <p:cNvSpPr/>
          <p:nvPr/>
        </p:nvSpPr>
        <p:spPr>
          <a:xfrm>
            <a:off x="0" y="219456"/>
            <a:ext cx="9418320" cy="530352"/>
          </a:xfrm>
          <a:prstGeom prst="rect">
            <a:avLst/>
          </a:prstGeom>
          <a:solidFill>
            <a:srgbClr val="4075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章节标签"/>
          <p:cNvSpPr/>
          <p:nvPr/>
        </p:nvSpPr>
        <p:spPr>
          <a:xfrm>
            <a:off x="320040" y="301752"/>
            <a:ext cx="844296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 i="0">
                <a:solidFill>
                  <a:srgbClr val="1F4E9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问题三</a:t>
            </a:r>
            <a:endParaRPr lang="zh-CN" altLang="en-US" sz="1400" b="1" i="0">
              <a:solidFill>
                <a:srgbClr val="1F4E9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标题"/>
          <p:cNvSpPr txBox="1"/>
          <p:nvPr/>
        </p:nvSpPr>
        <p:spPr>
          <a:xfrm>
            <a:off x="1310640" y="219456"/>
            <a:ext cx="7970520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2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已完成的四类对齐工作</a:t>
            </a:r>
            <a:endParaRPr lang="zh-CN" altLang="en-US" sz="22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Rectangle 7"/>
          <p:cNvSpPr>
            <a:spLocks noGrp="1"/>
          </p:cNvSpPr>
          <p:nvPr/>
        </p:nvSpPr>
        <p:spPr>
          <a:xfrm>
            <a:off x="9971521" y="467514"/>
            <a:ext cx="180331" cy="6350"/>
          </a:xfrm>
          <a:prstGeom prst="rect">
            <a:avLst/>
          </a:prstGeom>
          <a:solidFill>
            <a:srgbClr val="005A9F"/>
          </a:solidFill>
          <a:ln>
            <a:noFill/>
          </a:ln>
        </p:spPr>
      </p:sp>
      <p:sp>
        <p:nvSpPr>
          <p:cNvPr id="7" name="Freeform 8"/>
          <p:cNvSpPr>
            <a:spLocks noGrp="1"/>
          </p:cNvSpPr>
          <p:nvPr/>
        </p:nvSpPr>
        <p:spPr>
          <a:xfrm>
            <a:off x="9862306" y="238926"/>
            <a:ext cx="400029" cy="256527"/>
          </a:xfrm>
          <a:custGeom>
            <a:avLst/>
            <a:gdLst/>
            <a:ahLst/>
            <a:cxnLst/>
            <a:rect l="l" t="t" r="r" b="b"/>
            <a:pathLst>
              <a:path w="259" h="165">
                <a:moveTo>
                  <a:pt x="129" y="4"/>
                </a:moveTo>
                <a:cubicBezTo>
                  <a:pt x="198" y="4"/>
                  <a:pt x="255" y="39"/>
                  <a:pt x="255" y="83"/>
                </a:cubicBezTo>
                <a:cubicBezTo>
                  <a:pt x="255" y="126"/>
                  <a:pt x="198" y="161"/>
                  <a:pt x="129" y="161"/>
                </a:cubicBezTo>
                <a:cubicBezTo>
                  <a:pt x="61" y="161"/>
                  <a:pt x="4" y="126"/>
                  <a:pt x="4" y="83"/>
                </a:cubicBezTo>
                <a:cubicBezTo>
                  <a:pt x="4" y="39"/>
                  <a:pt x="61" y="4"/>
                  <a:pt x="129" y="4"/>
                </a:cubicBezTo>
                <a:close/>
                <a:moveTo>
                  <a:pt x="129" y="0"/>
                </a:moveTo>
                <a:cubicBezTo>
                  <a:pt x="201" y="0"/>
                  <a:pt x="259" y="37"/>
                  <a:pt x="259" y="83"/>
                </a:cubicBezTo>
                <a:cubicBezTo>
                  <a:pt x="259" y="128"/>
                  <a:pt x="201" y="165"/>
                  <a:pt x="129" y="165"/>
                </a:cubicBezTo>
                <a:cubicBezTo>
                  <a:pt x="58" y="165"/>
                  <a:pt x="0" y="128"/>
                  <a:pt x="0" y="83"/>
                </a:cubicBezTo>
                <a:cubicBezTo>
                  <a:pt x="0" y="37"/>
                  <a:pt x="58" y="0"/>
                  <a:pt x="129" y="0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8" name="Freeform 9"/>
          <p:cNvSpPr>
            <a:spLocks noGrp="1"/>
          </p:cNvSpPr>
          <p:nvPr/>
        </p:nvSpPr>
        <p:spPr>
          <a:xfrm>
            <a:off x="9899134" y="238926"/>
            <a:ext cx="326373" cy="256527"/>
          </a:xfrm>
          <a:custGeom>
            <a:avLst/>
            <a:gdLst/>
            <a:ahLst/>
            <a:cxnLst/>
            <a:rect l="l" t="t" r="r" b="b"/>
            <a:pathLst>
              <a:path w="211" h="165">
                <a:moveTo>
                  <a:pt x="105" y="4"/>
                </a:moveTo>
                <a:cubicBezTo>
                  <a:pt x="161" y="4"/>
                  <a:pt x="207" y="39"/>
                  <a:pt x="207" y="83"/>
                </a:cubicBezTo>
                <a:cubicBezTo>
                  <a:pt x="207" y="126"/>
                  <a:pt x="161" y="161"/>
                  <a:pt x="105" y="161"/>
                </a:cubicBezTo>
                <a:cubicBezTo>
                  <a:pt x="50" y="161"/>
                  <a:pt x="4" y="126"/>
                  <a:pt x="4" y="83"/>
                </a:cubicBezTo>
                <a:cubicBezTo>
                  <a:pt x="4" y="39"/>
                  <a:pt x="50" y="4"/>
                  <a:pt x="105" y="4"/>
                </a:cubicBezTo>
                <a:close/>
                <a:moveTo>
                  <a:pt x="105" y="0"/>
                </a:moveTo>
                <a:cubicBezTo>
                  <a:pt x="163" y="0"/>
                  <a:pt x="211" y="37"/>
                  <a:pt x="211" y="83"/>
                </a:cubicBezTo>
                <a:cubicBezTo>
                  <a:pt x="211" y="128"/>
                  <a:pt x="163" y="165"/>
                  <a:pt x="105" y="165"/>
                </a:cubicBezTo>
                <a:cubicBezTo>
                  <a:pt x="48" y="165"/>
                  <a:pt x="0" y="128"/>
                  <a:pt x="0" y="83"/>
                </a:cubicBezTo>
                <a:cubicBezTo>
                  <a:pt x="0" y="37"/>
                  <a:pt x="48" y="0"/>
                  <a:pt x="105" y="0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9" name="Freeform 10"/>
          <p:cNvSpPr>
            <a:spLocks noGrp="1"/>
          </p:cNvSpPr>
          <p:nvPr/>
        </p:nvSpPr>
        <p:spPr>
          <a:xfrm>
            <a:off x="9777221" y="157650"/>
            <a:ext cx="568930" cy="412729"/>
          </a:xfrm>
          <a:custGeom>
            <a:avLst/>
            <a:gdLst/>
            <a:ahLst/>
            <a:cxnLst/>
            <a:rect l="l" t="t" r="r" b="b"/>
            <a:pathLst>
              <a:path w="368" h="265">
                <a:moveTo>
                  <a:pt x="184" y="0"/>
                </a:moveTo>
                <a:cubicBezTo>
                  <a:pt x="286" y="0"/>
                  <a:pt x="368" y="60"/>
                  <a:pt x="368" y="133"/>
                </a:cubicBezTo>
                <a:cubicBezTo>
                  <a:pt x="368" y="206"/>
                  <a:pt x="286" y="265"/>
                  <a:pt x="184" y="265"/>
                </a:cubicBezTo>
                <a:cubicBezTo>
                  <a:pt x="83" y="265"/>
                  <a:pt x="0" y="206"/>
                  <a:pt x="0" y="133"/>
                </a:cubicBezTo>
                <a:cubicBezTo>
                  <a:pt x="0" y="60"/>
                  <a:pt x="83" y="0"/>
                  <a:pt x="184" y="0"/>
                </a:cubicBezTo>
                <a:close/>
                <a:moveTo>
                  <a:pt x="184" y="7"/>
                </a:moveTo>
                <a:cubicBezTo>
                  <a:pt x="280" y="7"/>
                  <a:pt x="359" y="64"/>
                  <a:pt x="359" y="133"/>
                </a:cubicBezTo>
                <a:cubicBezTo>
                  <a:pt x="359" y="202"/>
                  <a:pt x="280" y="258"/>
                  <a:pt x="184" y="258"/>
                </a:cubicBezTo>
                <a:cubicBezTo>
                  <a:pt x="88" y="258"/>
                  <a:pt x="9" y="202"/>
                  <a:pt x="9" y="133"/>
                </a:cubicBezTo>
                <a:cubicBezTo>
                  <a:pt x="9" y="64"/>
                  <a:pt x="88" y="7"/>
                  <a:pt x="184" y="7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0" name="Freeform 11"/>
          <p:cNvSpPr>
            <a:spLocks noGrp="1"/>
          </p:cNvSpPr>
          <p:nvPr/>
        </p:nvSpPr>
        <p:spPr>
          <a:xfrm>
            <a:off x="10007079" y="447195"/>
            <a:ext cx="107944" cy="17779"/>
          </a:xfrm>
          <a:custGeom>
            <a:avLst/>
            <a:gdLst/>
            <a:ahLst/>
            <a:cxnLst/>
            <a:rect l="l" t="t" r="r" b="b"/>
            <a:pathLst>
              <a:path w="70" h="11">
                <a:moveTo>
                  <a:pt x="0" y="0"/>
                </a:moveTo>
                <a:lnTo>
                  <a:pt x="1" y="0"/>
                </a:lnTo>
                <a:lnTo>
                  <a:pt x="2" y="6"/>
                </a:lnTo>
                <a:cubicBezTo>
                  <a:pt x="3" y="6"/>
                  <a:pt x="3" y="7"/>
                  <a:pt x="3" y="7"/>
                </a:cubicBezTo>
                <a:cubicBezTo>
                  <a:pt x="3" y="7"/>
                  <a:pt x="3" y="8"/>
                  <a:pt x="3" y="8"/>
                </a:cubicBezTo>
                <a:cubicBezTo>
                  <a:pt x="3" y="8"/>
                  <a:pt x="3" y="7"/>
                  <a:pt x="3" y="6"/>
                </a:cubicBezTo>
                <a:cubicBezTo>
                  <a:pt x="3" y="6"/>
                  <a:pt x="3" y="6"/>
                  <a:pt x="3" y="6"/>
                </a:cubicBezTo>
                <a:lnTo>
                  <a:pt x="4" y="0"/>
                </a:lnTo>
                <a:lnTo>
                  <a:pt x="5" y="0"/>
                </a:lnTo>
                <a:lnTo>
                  <a:pt x="7" y="6"/>
                </a:lnTo>
                <a:cubicBezTo>
                  <a:pt x="7" y="6"/>
                  <a:pt x="7" y="7"/>
                  <a:pt x="7" y="7"/>
                </a:cubicBezTo>
                <a:cubicBezTo>
                  <a:pt x="7" y="7"/>
                  <a:pt x="7" y="8"/>
                  <a:pt x="7" y="8"/>
                </a:cubicBezTo>
                <a:cubicBezTo>
                  <a:pt x="7" y="8"/>
                  <a:pt x="7" y="7"/>
                  <a:pt x="7" y="7"/>
                </a:cubicBezTo>
                <a:cubicBezTo>
                  <a:pt x="7" y="7"/>
                  <a:pt x="7" y="6"/>
                  <a:pt x="7" y="6"/>
                </a:cubicBezTo>
                <a:lnTo>
                  <a:pt x="8" y="0"/>
                </a:lnTo>
                <a:lnTo>
                  <a:pt x="10" y="0"/>
                </a:lnTo>
                <a:lnTo>
                  <a:pt x="7" y="10"/>
                </a:lnTo>
                <a:lnTo>
                  <a:pt x="6" y="10"/>
                </a:lnTo>
                <a:lnTo>
                  <a:pt x="5" y="5"/>
                </a:lnTo>
                <a:cubicBezTo>
                  <a:pt x="5" y="4"/>
                  <a:pt x="5" y="4"/>
                  <a:pt x="5" y="4"/>
                </a:cubicBezTo>
                <a:cubicBezTo>
                  <a:pt x="5" y="3"/>
                  <a:pt x="5" y="3"/>
                  <a:pt x="5" y="2"/>
                </a:cubicBezTo>
                <a:cubicBezTo>
                  <a:pt x="5" y="3"/>
                  <a:pt x="5" y="3"/>
                  <a:pt x="5" y="4"/>
                </a:cubicBezTo>
                <a:cubicBezTo>
                  <a:pt x="5" y="4"/>
                  <a:pt x="5" y="4"/>
                  <a:pt x="4" y="5"/>
                </a:cubicBezTo>
                <a:lnTo>
                  <a:pt x="3" y="10"/>
                </a:lnTo>
                <a:lnTo>
                  <a:pt x="2" y="10"/>
                </a:lnTo>
                <a:lnTo>
                  <a:pt x="0" y="0"/>
                </a:lnTo>
                <a:close/>
              </a:path>
              <a:path w="70" h="11">
                <a:moveTo>
                  <a:pt x="10" y="0"/>
                </a:moveTo>
                <a:lnTo>
                  <a:pt x="12" y="0"/>
                </a:lnTo>
                <a:lnTo>
                  <a:pt x="12" y="7"/>
                </a:lnTo>
                <a:cubicBezTo>
                  <a:pt x="12" y="8"/>
                  <a:pt x="12" y="8"/>
                  <a:pt x="12" y="9"/>
                </a:cubicBezTo>
                <a:cubicBezTo>
                  <a:pt x="12" y="9"/>
                  <a:pt x="13" y="9"/>
                  <a:pt x="13" y="9"/>
                </a:cubicBezTo>
                <a:cubicBezTo>
                  <a:pt x="14" y="9"/>
                  <a:pt x="14" y="9"/>
                  <a:pt x="15" y="9"/>
                </a:cubicBezTo>
                <a:cubicBezTo>
                  <a:pt x="15" y="8"/>
                  <a:pt x="15" y="8"/>
                  <a:pt x="15" y="7"/>
                </a:cubicBezTo>
                <a:lnTo>
                  <a:pt x="15" y="0"/>
                </a:lnTo>
                <a:lnTo>
                  <a:pt x="16" y="0"/>
                </a:lnTo>
                <a:lnTo>
                  <a:pt x="16" y="7"/>
                </a:lnTo>
                <a:cubicBezTo>
                  <a:pt x="16" y="8"/>
                  <a:pt x="16" y="9"/>
                  <a:pt x="15" y="10"/>
                </a:cubicBezTo>
                <a:cubicBezTo>
                  <a:pt x="15" y="10"/>
                  <a:pt x="14" y="11"/>
                  <a:pt x="13" y="11"/>
                </a:cubicBezTo>
                <a:cubicBezTo>
                  <a:pt x="12" y="11"/>
                  <a:pt x="12" y="10"/>
                  <a:pt x="11" y="10"/>
                </a:cubicBezTo>
                <a:cubicBezTo>
                  <a:pt x="11" y="9"/>
                  <a:pt x="10" y="8"/>
                  <a:pt x="10" y="7"/>
                </a:cubicBezTo>
                <a:lnTo>
                  <a:pt x="10" y="0"/>
                </a:lnTo>
                <a:close/>
              </a:path>
              <a:path w="70" h="11">
                <a:moveTo>
                  <a:pt x="18" y="0"/>
                </a:moveTo>
                <a:lnTo>
                  <a:pt x="19" y="0"/>
                </a:lnTo>
                <a:lnTo>
                  <a:pt x="19" y="4"/>
                </a:lnTo>
                <a:lnTo>
                  <a:pt x="22" y="4"/>
                </a:lnTo>
                <a:lnTo>
                  <a:pt x="22" y="0"/>
                </a:lnTo>
                <a:lnTo>
                  <a:pt x="23" y="0"/>
                </a:lnTo>
                <a:lnTo>
                  <a:pt x="23" y="10"/>
                </a:lnTo>
                <a:lnTo>
                  <a:pt x="22" y="10"/>
                </a:lnTo>
                <a:lnTo>
                  <a:pt x="22" y="6"/>
                </a:lnTo>
                <a:lnTo>
                  <a:pt x="19" y="6"/>
                </a:lnTo>
                <a:lnTo>
                  <a:pt x="19" y="10"/>
                </a:lnTo>
                <a:lnTo>
                  <a:pt x="18" y="10"/>
                </a:lnTo>
                <a:lnTo>
                  <a:pt x="18" y="0"/>
                </a:lnTo>
                <a:close/>
              </a:path>
              <a:path w="70" h="11">
                <a:moveTo>
                  <a:pt x="26" y="0"/>
                </a:moveTo>
                <a:lnTo>
                  <a:pt x="28" y="0"/>
                </a:lnTo>
                <a:lnTo>
                  <a:pt x="30" y="10"/>
                </a:lnTo>
                <a:lnTo>
                  <a:pt x="29" y="10"/>
                </a:lnTo>
                <a:lnTo>
                  <a:pt x="29" y="8"/>
                </a:lnTo>
                <a:lnTo>
                  <a:pt x="26" y="8"/>
                </a:lnTo>
                <a:lnTo>
                  <a:pt x="25" y="10"/>
                </a:lnTo>
                <a:lnTo>
                  <a:pt x="24" y="10"/>
                </a:lnTo>
                <a:lnTo>
                  <a:pt x="26" y="0"/>
                </a:lnTo>
                <a:close/>
                <a:moveTo>
                  <a:pt x="27" y="1"/>
                </a:moveTo>
                <a:lnTo>
                  <a:pt x="26" y="6"/>
                </a:lnTo>
                <a:lnTo>
                  <a:pt x="28" y="6"/>
                </a:lnTo>
                <a:lnTo>
                  <a:pt x="27" y="1"/>
                </a:lnTo>
                <a:close/>
              </a:path>
              <a:path w="70" h="11">
                <a:moveTo>
                  <a:pt x="31" y="0"/>
                </a:moveTo>
                <a:lnTo>
                  <a:pt x="32" y="0"/>
                </a:lnTo>
                <a:lnTo>
                  <a:pt x="35" y="6"/>
                </a:lnTo>
                <a:cubicBezTo>
                  <a:pt x="35" y="6"/>
                  <a:pt x="35" y="7"/>
                  <a:pt x="35" y="7"/>
                </a:cubicBezTo>
                <a:cubicBezTo>
                  <a:pt x="36" y="7"/>
                  <a:pt x="36" y="8"/>
                  <a:pt x="36" y="8"/>
                </a:cubicBezTo>
                <a:cubicBezTo>
                  <a:pt x="36" y="8"/>
                  <a:pt x="36" y="7"/>
                  <a:pt x="36" y="7"/>
                </a:cubicBezTo>
                <a:cubicBezTo>
                  <a:pt x="36" y="7"/>
                  <a:pt x="36" y="6"/>
                  <a:pt x="36" y="6"/>
                </a:cubicBezTo>
                <a:lnTo>
                  <a:pt x="36" y="0"/>
                </a:lnTo>
                <a:lnTo>
                  <a:pt x="37" y="0"/>
                </a:lnTo>
                <a:lnTo>
                  <a:pt x="37" y="10"/>
                </a:lnTo>
                <a:lnTo>
                  <a:pt x="36" y="10"/>
                </a:lnTo>
                <a:lnTo>
                  <a:pt x="33" y="4"/>
                </a:lnTo>
                <a:cubicBezTo>
                  <a:pt x="33" y="4"/>
                  <a:pt x="33" y="4"/>
                  <a:pt x="33" y="3"/>
                </a:cubicBezTo>
                <a:cubicBezTo>
                  <a:pt x="32" y="3"/>
                  <a:pt x="32" y="2"/>
                  <a:pt x="32" y="2"/>
                </a:cubicBezTo>
                <a:cubicBezTo>
                  <a:pt x="32" y="2"/>
                  <a:pt x="32" y="2"/>
                  <a:pt x="32" y="3"/>
                </a:cubicBezTo>
                <a:cubicBezTo>
                  <a:pt x="32" y="3"/>
                  <a:pt x="32" y="4"/>
                  <a:pt x="32" y="4"/>
                </a:cubicBezTo>
                <a:lnTo>
                  <a:pt x="32" y="10"/>
                </a:lnTo>
                <a:lnTo>
                  <a:pt x="31" y="10"/>
                </a:lnTo>
                <a:lnTo>
                  <a:pt x="31" y="0"/>
                </a:lnTo>
                <a:close/>
              </a:path>
              <a:path w="70" h="11">
                <a:moveTo>
                  <a:pt x="46" y="3"/>
                </a:moveTo>
                <a:lnTo>
                  <a:pt x="45" y="3"/>
                </a:lnTo>
                <a:cubicBezTo>
                  <a:pt x="45" y="3"/>
                  <a:pt x="45" y="2"/>
                  <a:pt x="44" y="2"/>
                </a:cubicBezTo>
                <a:cubicBezTo>
                  <a:pt x="44" y="1"/>
                  <a:pt x="44" y="1"/>
                  <a:pt x="43" y="1"/>
                </a:cubicBezTo>
                <a:cubicBezTo>
                  <a:pt x="43" y="1"/>
                  <a:pt x="42" y="2"/>
                  <a:pt x="42" y="2"/>
                </a:cubicBezTo>
                <a:cubicBezTo>
                  <a:pt x="42" y="3"/>
                  <a:pt x="42" y="4"/>
                  <a:pt x="42" y="5"/>
                </a:cubicBezTo>
                <a:cubicBezTo>
                  <a:pt x="42" y="7"/>
                  <a:pt x="42" y="8"/>
                  <a:pt x="42" y="8"/>
                </a:cubicBezTo>
                <a:cubicBezTo>
                  <a:pt x="42" y="9"/>
                  <a:pt x="43" y="9"/>
                  <a:pt x="43" y="9"/>
                </a:cubicBezTo>
                <a:cubicBezTo>
                  <a:pt x="44" y="9"/>
                  <a:pt x="44" y="9"/>
                  <a:pt x="45" y="9"/>
                </a:cubicBezTo>
                <a:cubicBezTo>
                  <a:pt x="45" y="8"/>
                  <a:pt x="45" y="8"/>
                  <a:pt x="45" y="7"/>
                </a:cubicBezTo>
                <a:lnTo>
                  <a:pt x="46" y="8"/>
                </a:lnTo>
                <a:cubicBezTo>
                  <a:pt x="46" y="9"/>
                  <a:pt x="46" y="9"/>
                  <a:pt x="45" y="10"/>
                </a:cubicBezTo>
                <a:cubicBezTo>
                  <a:pt x="45" y="10"/>
                  <a:pt x="44" y="11"/>
                  <a:pt x="43" y="11"/>
                </a:cubicBezTo>
                <a:cubicBezTo>
                  <a:pt x="42" y="11"/>
                  <a:pt x="42" y="10"/>
                  <a:pt x="41" y="9"/>
                </a:cubicBezTo>
                <a:cubicBezTo>
                  <a:pt x="41" y="8"/>
                  <a:pt x="40" y="7"/>
                  <a:pt x="40" y="5"/>
                </a:cubicBezTo>
                <a:cubicBezTo>
                  <a:pt x="40" y="4"/>
                  <a:pt x="41" y="2"/>
                  <a:pt x="41" y="1"/>
                </a:cubicBezTo>
                <a:cubicBezTo>
                  <a:pt x="42" y="0"/>
                  <a:pt x="43" y="0"/>
                  <a:pt x="43" y="0"/>
                </a:cubicBezTo>
                <a:cubicBezTo>
                  <a:pt x="44" y="0"/>
                  <a:pt x="45" y="0"/>
                  <a:pt x="45" y="1"/>
                </a:cubicBezTo>
                <a:cubicBezTo>
                  <a:pt x="46" y="1"/>
                  <a:pt x="46" y="2"/>
                  <a:pt x="46" y="3"/>
                </a:cubicBezTo>
                <a:close/>
              </a:path>
              <a:path w="70" h="11">
                <a:moveTo>
                  <a:pt x="47" y="0"/>
                </a:moveTo>
                <a:lnTo>
                  <a:pt x="48" y="0"/>
                </a:lnTo>
                <a:lnTo>
                  <a:pt x="48" y="4"/>
                </a:lnTo>
                <a:lnTo>
                  <a:pt x="52" y="4"/>
                </a:lnTo>
                <a:lnTo>
                  <a:pt x="52" y="0"/>
                </a:lnTo>
                <a:lnTo>
                  <a:pt x="53" y="0"/>
                </a:lnTo>
                <a:lnTo>
                  <a:pt x="53" y="10"/>
                </a:lnTo>
                <a:lnTo>
                  <a:pt x="52" y="10"/>
                </a:lnTo>
                <a:lnTo>
                  <a:pt x="52" y="6"/>
                </a:lnTo>
                <a:lnTo>
                  <a:pt x="48" y="6"/>
                </a:lnTo>
                <a:lnTo>
                  <a:pt x="48" y="10"/>
                </a:lnTo>
                <a:lnTo>
                  <a:pt x="47" y="10"/>
                </a:lnTo>
                <a:lnTo>
                  <a:pt x="47" y="0"/>
                </a:lnTo>
                <a:close/>
              </a:path>
              <a:path w="70" h="11">
                <a:moveTo>
                  <a:pt x="55" y="0"/>
                </a:moveTo>
                <a:lnTo>
                  <a:pt x="56" y="0"/>
                </a:lnTo>
                <a:lnTo>
                  <a:pt x="56" y="10"/>
                </a:lnTo>
                <a:lnTo>
                  <a:pt x="55" y="10"/>
                </a:lnTo>
                <a:lnTo>
                  <a:pt x="55" y="0"/>
                </a:lnTo>
                <a:close/>
              </a:path>
              <a:path w="70" h="11">
                <a:moveTo>
                  <a:pt x="57" y="0"/>
                </a:moveTo>
                <a:lnTo>
                  <a:pt x="59" y="0"/>
                </a:lnTo>
                <a:lnTo>
                  <a:pt x="61" y="6"/>
                </a:lnTo>
                <a:cubicBezTo>
                  <a:pt x="61" y="6"/>
                  <a:pt x="61" y="7"/>
                  <a:pt x="62" y="7"/>
                </a:cubicBezTo>
                <a:cubicBezTo>
                  <a:pt x="62" y="7"/>
                  <a:pt x="62" y="8"/>
                  <a:pt x="62" y="8"/>
                </a:cubicBezTo>
                <a:cubicBezTo>
                  <a:pt x="62" y="8"/>
                  <a:pt x="62" y="7"/>
                  <a:pt x="62" y="7"/>
                </a:cubicBezTo>
                <a:cubicBezTo>
                  <a:pt x="62" y="7"/>
                  <a:pt x="62" y="6"/>
                  <a:pt x="62" y="6"/>
                </a:cubicBezTo>
                <a:lnTo>
                  <a:pt x="62" y="0"/>
                </a:lnTo>
                <a:lnTo>
                  <a:pt x="63" y="0"/>
                </a:lnTo>
                <a:lnTo>
                  <a:pt x="63" y="10"/>
                </a:lnTo>
                <a:lnTo>
                  <a:pt x="62" y="10"/>
                </a:lnTo>
                <a:lnTo>
                  <a:pt x="59" y="4"/>
                </a:lnTo>
                <a:cubicBezTo>
                  <a:pt x="59" y="4"/>
                  <a:pt x="59" y="4"/>
                  <a:pt x="59" y="3"/>
                </a:cubicBezTo>
                <a:cubicBezTo>
                  <a:pt x="59" y="3"/>
                  <a:pt x="59" y="2"/>
                  <a:pt x="58" y="2"/>
                </a:cubicBezTo>
                <a:cubicBezTo>
                  <a:pt x="58" y="2"/>
                  <a:pt x="58" y="2"/>
                  <a:pt x="58" y="3"/>
                </a:cubicBezTo>
                <a:cubicBezTo>
                  <a:pt x="58" y="3"/>
                  <a:pt x="58" y="4"/>
                  <a:pt x="58" y="4"/>
                </a:cubicBezTo>
                <a:lnTo>
                  <a:pt x="58" y="10"/>
                </a:lnTo>
                <a:lnTo>
                  <a:pt x="57" y="10"/>
                </a:lnTo>
                <a:lnTo>
                  <a:pt x="57" y="0"/>
                </a:lnTo>
                <a:close/>
              </a:path>
              <a:path w="70" h="11">
                <a:moveTo>
                  <a:pt x="66" y="0"/>
                </a:moveTo>
                <a:lnTo>
                  <a:pt x="68" y="0"/>
                </a:lnTo>
                <a:lnTo>
                  <a:pt x="70" y="10"/>
                </a:lnTo>
                <a:lnTo>
                  <a:pt x="69" y="10"/>
                </a:lnTo>
                <a:lnTo>
                  <a:pt x="68" y="8"/>
                </a:lnTo>
                <a:lnTo>
                  <a:pt x="66" y="8"/>
                </a:lnTo>
                <a:lnTo>
                  <a:pt x="65" y="10"/>
                </a:lnTo>
                <a:lnTo>
                  <a:pt x="64" y="10"/>
                </a:lnTo>
                <a:lnTo>
                  <a:pt x="66" y="0"/>
                </a:lnTo>
                <a:close/>
                <a:moveTo>
                  <a:pt x="67" y="1"/>
                </a:moveTo>
                <a:lnTo>
                  <a:pt x="66" y="6"/>
                </a:lnTo>
                <a:lnTo>
                  <a:pt x="68" y="6"/>
                </a:lnTo>
                <a:lnTo>
                  <a:pt x="67" y="1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1" name="Freeform 12"/>
          <p:cNvSpPr>
            <a:spLocks noGrp="1"/>
          </p:cNvSpPr>
          <p:nvPr/>
        </p:nvSpPr>
        <p:spPr>
          <a:xfrm>
            <a:off x="9914374" y="411637"/>
            <a:ext cx="297165" cy="30478"/>
          </a:xfrm>
          <a:custGeom>
            <a:avLst/>
            <a:gdLst/>
            <a:ahLst/>
            <a:cxnLst/>
            <a:rect l="l" t="t" r="r" b="b"/>
            <a:pathLst>
              <a:path w="192" h="20">
                <a:moveTo>
                  <a:pt x="0" y="0"/>
                </a:moveTo>
                <a:lnTo>
                  <a:pt x="192" y="0"/>
                </a:lnTo>
                <a:cubicBezTo>
                  <a:pt x="189" y="7"/>
                  <a:pt x="184" y="13"/>
                  <a:pt x="177" y="20"/>
                </a:cubicBezTo>
                <a:lnTo>
                  <a:pt x="14" y="19"/>
                </a:lnTo>
                <a:cubicBezTo>
                  <a:pt x="7" y="15"/>
                  <a:pt x="3" y="8"/>
                  <a:pt x="0" y="0"/>
                </a:cubicBezTo>
                <a:close/>
                <a:moveTo>
                  <a:pt x="39" y="4"/>
                </a:moveTo>
                <a:cubicBezTo>
                  <a:pt x="39" y="4"/>
                  <a:pt x="39" y="5"/>
                  <a:pt x="38" y="5"/>
                </a:cubicBezTo>
                <a:cubicBezTo>
                  <a:pt x="38" y="5"/>
                  <a:pt x="38" y="5"/>
                  <a:pt x="38" y="6"/>
                </a:cubicBezTo>
                <a:cubicBezTo>
                  <a:pt x="38" y="7"/>
                  <a:pt x="38" y="7"/>
                  <a:pt x="38" y="8"/>
                </a:cubicBezTo>
                <a:cubicBezTo>
                  <a:pt x="38" y="8"/>
                  <a:pt x="38" y="9"/>
                  <a:pt x="38" y="9"/>
                </a:cubicBezTo>
                <a:cubicBezTo>
                  <a:pt x="38" y="10"/>
                  <a:pt x="38" y="11"/>
                  <a:pt x="38" y="12"/>
                </a:cubicBezTo>
                <a:lnTo>
                  <a:pt x="38" y="14"/>
                </a:lnTo>
                <a:cubicBezTo>
                  <a:pt x="38" y="15"/>
                  <a:pt x="38" y="16"/>
                  <a:pt x="38" y="17"/>
                </a:cubicBezTo>
                <a:cubicBezTo>
                  <a:pt x="38" y="17"/>
                  <a:pt x="38" y="17"/>
                  <a:pt x="38" y="17"/>
                </a:cubicBezTo>
                <a:cubicBezTo>
                  <a:pt x="38" y="17"/>
                  <a:pt x="38" y="17"/>
                  <a:pt x="38" y="17"/>
                </a:cubicBezTo>
                <a:cubicBezTo>
                  <a:pt x="38" y="17"/>
                  <a:pt x="38" y="17"/>
                  <a:pt x="37" y="17"/>
                </a:cubicBezTo>
                <a:cubicBezTo>
                  <a:pt x="37" y="17"/>
                  <a:pt x="36" y="17"/>
                  <a:pt x="36" y="17"/>
                </a:cubicBezTo>
                <a:cubicBezTo>
                  <a:pt x="35" y="16"/>
                  <a:pt x="35" y="16"/>
                  <a:pt x="35" y="16"/>
                </a:cubicBezTo>
                <a:cubicBezTo>
                  <a:pt x="34" y="16"/>
                  <a:pt x="34" y="16"/>
                  <a:pt x="34" y="16"/>
                </a:cubicBezTo>
                <a:cubicBezTo>
                  <a:pt x="34" y="16"/>
                  <a:pt x="34" y="15"/>
                  <a:pt x="34" y="15"/>
                </a:cubicBezTo>
                <a:cubicBezTo>
                  <a:pt x="34" y="15"/>
                  <a:pt x="34" y="15"/>
                  <a:pt x="34" y="15"/>
                </a:cubicBezTo>
                <a:cubicBezTo>
                  <a:pt x="35" y="15"/>
                  <a:pt x="35" y="15"/>
                  <a:pt x="36" y="15"/>
                </a:cubicBezTo>
                <a:cubicBezTo>
                  <a:pt x="36" y="15"/>
                  <a:pt x="36" y="15"/>
                  <a:pt x="36" y="15"/>
                </a:cubicBezTo>
                <a:cubicBezTo>
                  <a:pt x="37" y="15"/>
                  <a:pt x="37" y="15"/>
                  <a:pt x="37" y="15"/>
                </a:cubicBezTo>
                <a:cubicBezTo>
                  <a:pt x="37" y="15"/>
                  <a:pt x="37" y="15"/>
                  <a:pt x="37" y="14"/>
                </a:cubicBezTo>
                <a:cubicBezTo>
                  <a:pt x="37" y="14"/>
                  <a:pt x="37" y="13"/>
                  <a:pt x="37" y="12"/>
                </a:cubicBezTo>
                <a:cubicBezTo>
                  <a:pt x="36" y="11"/>
                  <a:pt x="36" y="10"/>
                  <a:pt x="36" y="8"/>
                </a:cubicBezTo>
                <a:lnTo>
                  <a:pt x="36" y="6"/>
                </a:lnTo>
                <a:cubicBezTo>
                  <a:pt x="36" y="5"/>
                  <a:pt x="36" y="5"/>
                  <a:pt x="36" y="5"/>
                </a:cubicBezTo>
                <a:cubicBezTo>
                  <a:pt x="35" y="5"/>
                  <a:pt x="35" y="5"/>
                  <a:pt x="35" y="5"/>
                </a:cubicBezTo>
                <a:cubicBezTo>
                  <a:pt x="34" y="5"/>
                  <a:pt x="34" y="5"/>
                  <a:pt x="34" y="6"/>
                </a:cubicBezTo>
                <a:cubicBezTo>
                  <a:pt x="34" y="6"/>
                  <a:pt x="34" y="6"/>
                  <a:pt x="34" y="6"/>
                </a:cubicBezTo>
                <a:cubicBezTo>
                  <a:pt x="34" y="7"/>
                  <a:pt x="34" y="7"/>
                  <a:pt x="34" y="7"/>
                </a:cubicBezTo>
                <a:cubicBezTo>
                  <a:pt x="35" y="7"/>
                  <a:pt x="35" y="7"/>
                  <a:pt x="35" y="7"/>
                </a:cubicBezTo>
                <a:cubicBezTo>
                  <a:pt x="35" y="7"/>
                  <a:pt x="35" y="7"/>
                  <a:pt x="35" y="7"/>
                </a:cubicBezTo>
                <a:cubicBezTo>
                  <a:pt x="36" y="7"/>
                  <a:pt x="36" y="7"/>
                  <a:pt x="36" y="7"/>
                </a:cubicBezTo>
                <a:cubicBezTo>
                  <a:pt x="36" y="7"/>
                  <a:pt x="36" y="7"/>
                  <a:pt x="35" y="7"/>
                </a:cubicBezTo>
                <a:cubicBezTo>
                  <a:pt x="35" y="7"/>
                  <a:pt x="35" y="8"/>
                  <a:pt x="35" y="8"/>
                </a:cubicBezTo>
                <a:cubicBezTo>
                  <a:pt x="34" y="8"/>
                  <a:pt x="34" y="8"/>
                  <a:pt x="34" y="8"/>
                </a:cubicBezTo>
                <a:cubicBezTo>
                  <a:pt x="34" y="8"/>
                  <a:pt x="34" y="9"/>
                  <a:pt x="34" y="9"/>
                </a:cubicBezTo>
                <a:cubicBezTo>
                  <a:pt x="34" y="9"/>
                  <a:pt x="34" y="9"/>
                  <a:pt x="34" y="9"/>
                </a:cubicBezTo>
                <a:cubicBezTo>
                  <a:pt x="34" y="9"/>
                  <a:pt x="34" y="9"/>
                  <a:pt x="34" y="9"/>
                </a:cubicBezTo>
                <a:cubicBezTo>
                  <a:pt x="34" y="9"/>
                  <a:pt x="35" y="9"/>
                  <a:pt x="35" y="9"/>
                </a:cubicBezTo>
                <a:cubicBezTo>
                  <a:pt x="35" y="9"/>
                  <a:pt x="35" y="9"/>
                  <a:pt x="35" y="9"/>
                </a:cubicBezTo>
                <a:cubicBezTo>
                  <a:pt x="36" y="9"/>
                  <a:pt x="36" y="9"/>
                  <a:pt x="36" y="9"/>
                </a:cubicBezTo>
                <a:cubicBezTo>
                  <a:pt x="36" y="9"/>
                  <a:pt x="36" y="10"/>
                  <a:pt x="36" y="10"/>
                </a:cubicBezTo>
                <a:cubicBezTo>
                  <a:pt x="36" y="10"/>
                  <a:pt x="36" y="10"/>
                  <a:pt x="36" y="10"/>
                </a:cubicBezTo>
                <a:cubicBezTo>
                  <a:pt x="36" y="10"/>
                  <a:pt x="35" y="10"/>
                  <a:pt x="35" y="11"/>
                </a:cubicBezTo>
                <a:cubicBezTo>
                  <a:pt x="35" y="11"/>
                  <a:pt x="35" y="11"/>
                  <a:pt x="34" y="11"/>
                </a:cubicBezTo>
                <a:cubicBezTo>
                  <a:pt x="34" y="11"/>
                  <a:pt x="33" y="12"/>
                  <a:pt x="33" y="12"/>
                </a:cubicBezTo>
                <a:cubicBezTo>
                  <a:pt x="33" y="12"/>
                  <a:pt x="33" y="12"/>
                  <a:pt x="33" y="12"/>
                </a:cubicBezTo>
                <a:cubicBezTo>
                  <a:pt x="32" y="13"/>
                  <a:pt x="32" y="14"/>
                  <a:pt x="32" y="14"/>
                </a:cubicBezTo>
                <a:cubicBezTo>
                  <a:pt x="32" y="14"/>
                  <a:pt x="32" y="15"/>
                  <a:pt x="32" y="15"/>
                </a:cubicBezTo>
                <a:cubicBezTo>
                  <a:pt x="32" y="15"/>
                  <a:pt x="32" y="15"/>
                  <a:pt x="32" y="15"/>
                </a:cubicBezTo>
                <a:cubicBezTo>
                  <a:pt x="32" y="15"/>
                  <a:pt x="32" y="16"/>
                  <a:pt x="31" y="16"/>
                </a:cubicBezTo>
                <a:cubicBezTo>
                  <a:pt x="31" y="16"/>
                  <a:pt x="31" y="16"/>
                  <a:pt x="30" y="16"/>
                </a:cubicBezTo>
                <a:cubicBezTo>
                  <a:pt x="30" y="16"/>
                  <a:pt x="30" y="16"/>
                  <a:pt x="29" y="16"/>
                </a:cubicBezTo>
                <a:cubicBezTo>
                  <a:pt x="29" y="16"/>
                  <a:pt x="29" y="16"/>
                  <a:pt x="29" y="16"/>
                </a:cubicBezTo>
                <a:cubicBezTo>
                  <a:pt x="29" y="16"/>
                  <a:pt x="29" y="16"/>
                  <a:pt x="29" y="16"/>
                </a:cubicBezTo>
                <a:cubicBezTo>
                  <a:pt x="30" y="15"/>
                  <a:pt x="30" y="15"/>
                  <a:pt x="31" y="15"/>
                </a:cubicBezTo>
                <a:cubicBezTo>
                  <a:pt x="31" y="15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0" y="14"/>
                  <a:pt x="29" y="13"/>
                  <a:pt x="29" y="13"/>
                </a:cubicBezTo>
                <a:cubicBezTo>
                  <a:pt x="28" y="13"/>
                  <a:pt x="28" y="12"/>
                  <a:pt x="28" y="12"/>
                </a:cubicBezTo>
                <a:cubicBezTo>
                  <a:pt x="28" y="12"/>
                  <a:pt x="28" y="12"/>
                  <a:pt x="28" y="12"/>
                </a:cubicBezTo>
                <a:cubicBezTo>
                  <a:pt x="28" y="12"/>
                  <a:pt x="28" y="12"/>
                  <a:pt x="28" y="12"/>
                </a:cubicBezTo>
                <a:cubicBezTo>
                  <a:pt x="29" y="13"/>
                  <a:pt x="29" y="13"/>
                  <a:pt x="30" y="13"/>
                </a:cubicBezTo>
                <a:cubicBezTo>
                  <a:pt x="30" y="13"/>
                  <a:pt x="30" y="13"/>
                  <a:pt x="30" y="12"/>
                </a:cubicBezTo>
                <a:lnTo>
                  <a:pt x="30" y="11"/>
                </a:lnTo>
                <a:cubicBezTo>
                  <a:pt x="30" y="11"/>
                  <a:pt x="30" y="11"/>
                  <a:pt x="30" y="11"/>
                </a:cubicBezTo>
                <a:cubicBezTo>
                  <a:pt x="30" y="11"/>
                  <a:pt x="30" y="11"/>
                  <a:pt x="29" y="11"/>
                </a:cubicBezTo>
                <a:cubicBezTo>
                  <a:pt x="29" y="11"/>
                  <a:pt x="29" y="12"/>
                  <a:pt x="28" y="12"/>
                </a:cubicBezTo>
                <a:cubicBezTo>
                  <a:pt x="28" y="12"/>
                  <a:pt x="28" y="13"/>
                  <a:pt x="27" y="13"/>
                </a:cubicBezTo>
                <a:cubicBezTo>
                  <a:pt x="27" y="14"/>
                  <a:pt x="26" y="14"/>
                  <a:pt x="26" y="14"/>
                </a:cubicBezTo>
                <a:cubicBezTo>
                  <a:pt x="26" y="14"/>
                  <a:pt x="26" y="14"/>
                  <a:pt x="26" y="14"/>
                </a:cubicBezTo>
                <a:cubicBezTo>
                  <a:pt x="26" y="14"/>
                  <a:pt x="25" y="14"/>
                  <a:pt x="25" y="14"/>
                </a:cubicBezTo>
                <a:cubicBezTo>
                  <a:pt x="25" y="14"/>
                  <a:pt x="25" y="13"/>
                  <a:pt x="25" y="13"/>
                </a:cubicBezTo>
                <a:cubicBezTo>
                  <a:pt x="25" y="13"/>
                  <a:pt x="25" y="13"/>
                  <a:pt x="25" y="13"/>
                </a:cubicBezTo>
                <a:cubicBezTo>
                  <a:pt x="25" y="13"/>
                  <a:pt x="26" y="13"/>
                  <a:pt x="26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12"/>
                  <a:pt x="27" y="12"/>
                  <a:pt x="27" y="11"/>
                </a:cubicBezTo>
                <a:cubicBezTo>
                  <a:pt x="26" y="10"/>
                  <a:pt x="26" y="9"/>
                  <a:pt x="26" y="9"/>
                </a:cubicBezTo>
                <a:lnTo>
                  <a:pt x="26" y="7"/>
                </a:lnTo>
                <a:lnTo>
                  <a:pt x="26" y="6"/>
                </a:lnTo>
                <a:cubicBezTo>
                  <a:pt x="26" y="6"/>
                  <a:pt x="27" y="6"/>
                  <a:pt x="27" y="6"/>
                </a:cubicBezTo>
                <a:cubicBezTo>
                  <a:pt x="27" y="6"/>
                  <a:pt x="27" y="5"/>
                  <a:pt x="28" y="5"/>
                </a:cubicBezTo>
                <a:cubicBezTo>
                  <a:pt x="28" y="5"/>
                  <a:pt x="28" y="5"/>
                  <a:pt x="29" y="5"/>
                </a:cubicBezTo>
                <a:cubicBezTo>
                  <a:pt x="30" y="5"/>
                  <a:pt x="30" y="5"/>
                  <a:pt x="30" y="5"/>
                </a:cubicBezTo>
                <a:cubicBezTo>
                  <a:pt x="31" y="5"/>
                  <a:pt x="31" y="5"/>
                  <a:pt x="31" y="5"/>
                </a:cubicBezTo>
                <a:cubicBezTo>
                  <a:pt x="32" y="5"/>
                  <a:pt x="32" y="5"/>
                  <a:pt x="32" y="5"/>
                </a:cubicBezTo>
                <a:cubicBezTo>
                  <a:pt x="32" y="5"/>
                  <a:pt x="32" y="5"/>
                  <a:pt x="32" y="5"/>
                </a:cubicBezTo>
                <a:cubicBezTo>
                  <a:pt x="32" y="6"/>
                  <a:pt x="32" y="6"/>
                  <a:pt x="31" y="6"/>
                </a:cubicBezTo>
                <a:cubicBezTo>
                  <a:pt x="31" y="6"/>
                  <a:pt x="31" y="7"/>
                  <a:pt x="31" y="7"/>
                </a:cubicBezTo>
                <a:cubicBezTo>
                  <a:pt x="31" y="7"/>
                  <a:pt x="31" y="8"/>
                  <a:pt x="31" y="8"/>
                </a:cubicBezTo>
                <a:cubicBezTo>
                  <a:pt x="31" y="8"/>
                  <a:pt x="31" y="9"/>
                  <a:pt x="31" y="10"/>
                </a:cubicBezTo>
                <a:cubicBezTo>
                  <a:pt x="31" y="11"/>
                  <a:pt x="31" y="11"/>
                  <a:pt x="31" y="11"/>
                </a:cubicBezTo>
                <a:cubicBezTo>
                  <a:pt x="31" y="12"/>
                  <a:pt x="31" y="12"/>
                  <a:pt x="31" y="12"/>
                </a:cubicBezTo>
                <a:cubicBezTo>
                  <a:pt x="31" y="13"/>
                  <a:pt x="31" y="13"/>
                  <a:pt x="31" y="13"/>
                </a:cubicBezTo>
                <a:cubicBezTo>
                  <a:pt x="31" y="13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1" y="14"/>
                  <a:pt x="32" y="13"/>
                  <a:pt x="32" y="12"/>
                </a:cubicBezTo>
                <a:cubicBezTo>
                  <a:pt x="32" y="12"/>
                  <a:pt x="32" y="11"/>
                  <a:pt x="33" y="10"/>
                </a:cubicBezTo>
                <a:cubicBezTo>
                  <a:pt x="33" y="8"/>
                  <a:pt x="33" y="6"/>
                  <a:pt x="33" y="6"/>
                </a:cubicBezTo>
                <a:cubicBezTo>
                  <a:pt x="33" y="5"/>
                  <a:pt x="33" y="5"/>
                  <a:pt x="33" y="5"/>
                </a:cubicBezTo>
                <a:cubicBezTo>
                  <a:pt x="33" y="5"/>
                  <a:pt x="33" y="4"/>
                  <a:pt x="34" y="4"/>
                </a:cubicBezTo>
                <a:cubicBezTo>
                  <a:pt x="34" y="4"/>
                  <a:pt x="34" y="4"/>
                  <a:pt x="34" y="4"/>
                </a:cubicBezTo>
                <a:cubicBezTo>
                  <a:pt x="35" y="4"/>
                  <a:pt x="35" y="4"/>
                  <a:pt x="35" y="4"/>
                </a:cubicBezTo>
                <a:cubicBezTo>
                  <a:pt x="35" y="4"/>
                  <a:pt x="36" y="4"/>
                  <a:pt x="36" y="4"/>
                </a:cubicBezTo>
                <a:cubicBezTo>
                  <a:pt x="36" y="4"/>
                  <a:pt x="37" y="4"/>
                  <a:pt x="37" y="4"/>
                </a:cubicBezTo>
                <a:cubicBezTo>
                  <a:pt x="37" y="4"/>
                  <a:pt x="37" y="4"/>
                  <a:pt x="38" y="4"/>
                </a:cubicBezTo>
                <a:cubicBezTo>
                  <a:pt x="38" y="4"/>
                  <a:pt x="38" y="4"/>
                  <a:pt x="38" y="4"/>
                </a:cubicBezTo>
                <a:cubicBezTo>
                  <a:pt x="39" y="4"/>
                  <a:pt x="39" y="4"/>
                  <a:pt x="39" y="4"/>
                </a:cubicBezTo>
                <a:close/>
                <a:moveTo>
                  <a:pt x="52" y="6"/>
                </a:moveTo>
                <a:cubicBezTo>
                  <a:pt x="52" y="6"/>
                  <a:pt x="53" y="6"/>
                  <a:pt x="53" y="6"/>
                </a:cubicBezTo>
                <a:cubicBezTo>
                  <a:pt x="53" y="6"/>
                  <a:pt x="54" y="6"/>
                  <a:pt x="54" y="6"/>
                </a:cubicBezTo>
                <a:cubicBezTo>
                  <a:pt x="54" y="7"/>
                  <a:pt x="55" y="7"/>
                  <a:pt x="55" y="7"/>
                </a:cubicBezTo>
                <a:cubicBezTo>
                  <a:pt x="55" y="7"/>
                  <a:pt x="55" y="7"/>
                  <a:pt x="55" y="7"/>
                </a:cubicBezTo>
                <a:cubicBezTo>
                  <a:pt x="55" y="7"/>
                  <a:pt x="55" y="7"/>
                  <a:pt x="54" y="7"/>
                </a:cubicBezTo>
                <a:cubicBezTo>
                  <a:pt x="54" y="8"/>
                  <a:pt x="54" y="8"/>
                  <a:pt x="54" y="8"/>
                </a:cubicBezTo>
                <a:cubicBezTo>
                  <a:pt x="54" y="9"/>
                  <a:pt x="54" y="9"/>
                  <a:pt x="53" y="10"/>
                </a:cubicBezTo>
                <a:cubicBezTo>
                  <a:pt x="53" y="10"/>
                  <a:pt x="53" y="10"/>
                  <a:pt x="53" y="10"/>
                </a:cubicBezTo>
                <a:cubicBezTo>
                  <a:pt x="53" y="10"/>
                  <a:pt x="53" y="10"/>
                  <a:pt x="53" y="10"/>
                </a:cubicBezTo>
                <a:cubicBezTo>
                  <a:pt x="52" y="10"/>
                  <a:pt x="52" y="10"/>
                  <a:pt x="52" y="10"/>
                </a:cubicBezTo>
                <a:cubicBezTo>
                  <a:pt x="52" y="10"/>
                  <a:pt x="51" y="10"/>
                  <a:pt x="51" y="10"/>
                </a:cubicBezTo>
                <a:cubicBezTo>
                  <a:pt x="51" y="10"/>
                  <a:pt x="51" y="10"/>
                  <a:pt x="50" y="10"/>
                </a:cubicBezTo>
                <a:cubicBezTo>
                  <a:pt x="50" y="10"/>
                  <a:pt x="49" y="10"/>
                  <a:pt x="49" y="10"/>
                </a:cubicBezTo>
                <a:cubicBezTo>
                  <a:pt x="49" y="11"/>
                  <a:pt x="48" y="11"/>
                  <a:pt x="48" y="11"/>
                </a:cubicBezTo>
                <a:cubicBezTo>
                  <a:pt x="48" y="11"/>
                  <a:pt x="48" y="10"/>
                  <a:pt x="48" y="10"/>
                </a:cubicBezTo>
                <a:cubicBezTo>
                  <a:pt x="47" y="10"/>
                  <a:pt x="47" y="9"/>
                  <a:pt x="47" y="9"/>
                </a:cubicBezTo>
                <a:cubicBezTo>
                  <a:pt x="46" y="8"/>
                  <a:pt x="46" y="8"/>
                  <a:pt x="46" y="8"/>
                </a:cubicBezTo>
                <a:cubicBezTo>
                  <a:pt x="46" y="8"/>
                  <a:pt x="46" y="7"/>
                  <a:pt x="47" y="7"/>
                </a:cubicBezTo>
                <a:cubicBezTo>
                  <a:pt x="47" y="7"/>
                  <a:pt x="47" y="7"/>
                  <a:pt x="48" y="7"/>
                </a:cubicBezTo>
                <a:cubicBezTo>
                  <a:pt x="49" y="7"/>
                  <a:pt x="49" y="7"/>
                  <a:pt x="49" y="6"/>
                </a:cubicBezTo>
                <a:cubicBezTo>
                  <a:pt x="49" y="6"/>
                  <a:pt x="49" y="6"/>
                  <a:pt x="49" y="6"/>
                </a:cubicBezTo>
                <a:cubicBezTo>
                  <a:pt x="48" y="6"/>
                  <a:pt x="48" y="6"/>
                  <a:pt x="47" y="6"/>
                </a:cubicBezTo>
                <a:cubicBezTo>
                  <a:pt x="47" y="6"/>
                  <a:pt x="47" y="6"/>
                  <a:pt x="47" y="6"/>
                </a:cubicBezTo>
                <a:cubicBezTo>
                  <a:pt x="47" y="6"/>
                  <a:pt x="47" y="6"/>
                  <a:pt x="47" y="6"/>
                </a:cubicBezTo>
                <a:cubicBezTo>
                  <a:pt x="46" y="6"/>
                  <a:pt x="46" y="5"/>
                  <a:pt x="46" y="5"/>
                </a:cubicBezTo>
                <a:cubicBezTo>
                  <a:pt x="46" y="5"/>
                  <a:pt x="46" y="5"/>
                  <a:pt x="47" y="5"/>
                </a:cubicBezTo>
                <a:cubicBezTo>
                  <a:pt x="47" y="5"/>
                  <a:pt x="47" y="5"/>
                  <a:pt x="47" y="5"/>
                </a:cubicBezTo>
                <a:cubicBezTo>
                  <a:pt x="48" y="5"/>
                  <a:pt x="49" y="5"/>
                  <a:pt x="49" y="4"/>
                </a:cubicBezTo>
                <a:cubicBezTo>
                  <a:pt x="49" y="4"/>
                  <a:pt x="49" y="4"/>
                  <a:pt x="49" y="3"/>
                </a:cubicBezTo>
                <a:cubicBezTo>
                  <a:pt x="50" y="2"/>
                  <a:pt x="50" y="2"/>
                  <a:pt x="50" y="2"/>
                </a:cubicBezTo>
                <a:cubicBezTo>
                  <a:pt x="50" y="2"/>
                  <a:pt x="50" y="2"/>
                  <a:pt x="50" y="2"/>
                </a:cubicBezTo>
                <a:cubicBezTo>
                  <a:pt x="50" y="2"/>
                  <a:pt x="50" y="2"/>
                  <a:pt x="50" y="2"/>
                </a:cubicBezTo>
                <a:cubicBezTo>
                  <a:pt x="51" y="2"/>
                  <a:pt x="51" y="2"/>
                  <a:pt x="51" y="2"/>
                </a:cubicBezTo>
                <a:cubicBezTo>
                  <a:pt x="51" y="2"/>
                  <a:pt x="51" y="2"/>
                  <a:pt x="51" y="3"/>
                </a:cubicBezTo>
                <a:cubicBezTo>
                  <a:pt x="50" y="3"/>
                  <a:pt x="50" y="3"/>
                  <a:pt x="50" y="4"/>
                </a:cubicBezTo>
                <a:cubicBezTo>
                  <a:pt x="50" y="4"/>
                  <a:pt x="51" y="4"/>
                  <a:pt x="51" y="4"/>
                </a:cubicBezTo>
                <a:cubicBezTo>
                  <a:pt x="51" y="4"/>
                  <a:pt x="51" y="4"/>
                  <a:pt x="52" y="4"/>
                </a:cubicBezTo>
                <a:cubicBezTo>
                  <a:pt x="52" y="4"/>
                  <a:pt x="53" y="4"/>
                  <a:pt x="53" y="4"/>
                </a:cubicBezTo>
                <a:cubicBezTo>
                  <a:pt x="53" y="4"/>
                  <a:pt x="53" y="4"/>
                  <a:pt x="53" y="4"/>
                </a:cubicBezTo>
                <a:cubicBezTo>
                  <a:pt x="53" y="4"/>
                  <a:pt x="53" y="4"/>
                  <a:pt x="53" y="4"/>
                </a:cubicBezTo>
                <a:cubicBezTo>
                  <a:pt x="54" y="4"/>
                  <a:pt x="54" y="5"/>
                  <a:pt x="54" y="5"/>
                </a:cubicBezTo>
                <a:cubicBezTo>
                  <a:pt x="54" y="5"/>
                  <a:pt x="54" y="5"/>
                  <a:pt x="54" y="5"/>
                </a:cubicBezTo>
                <a:cubicBezTo>
                  <a:pt x="53" y="5"/>
                  <a:pt x="53" y="5"/>
                  <a:pt x="53" y="5"/>
                </a:cubicBezTo>
                <a:cubicBezTo>
                  <a:pt x="53" y="5"/>
                  <a:pt x="53" y="5"/>
                  <a:pt x="52" y="5"/>
                </a:cubicBezTo>
                <a:cubicBezTo>
                  <a:pt x="52" y="5"/>
                  <a:pt x="51" y="5"/>
                  <a:pt x="51" y="5"/>
                </a:cubicBezTo>
                <a:lnTo>
                  <a:pt x="50" y="6"/>
                </a:lnTo>
                <a:cubicBezTo>
                  <a:pt x="50" y="6"/>
                  <a:pt x="50" y="6"/>
                  <a:pt x="50" y="6"/>
                </a:cubicBezTo>
                <a:cubicBezTo>
                  <a:pt x="50" y="6"/>
                  <a:pt x="50" y="6"/>
                  <a:pt x="51" y="6"/>
                </a:cubicBezTo>
                <a:cubicBezTo>
                  <a:pt x="51" y="6"/>
                  <a:pt x="51" y="6"/>
                  <a:pt x="52" y="6"/>
                </a:cubicBezTo>
                <a:close/>
                <a:moveTo>
                  <a:pt x="45" y="3"/>
                </a:moveTo>
                <a:cubicBezTo>
                  <a:pt x="45" y="3"/>
                  <a:pt x="45" y="3"/>
                  <a:pt x="46" y="4"/>
                </a:cubicBezTo>
                <a:cubicBezTo>
                  <a:pt x="46" y="4"/>
                  <a:pt x="46" y="4"/>
                  <a:pt x="46" y="4"/>
                </a:cubicBezTo>
                <a:cubicBezTo>
                  <a:pt x="46" y="4"/>
                  <a:pt x="46" y="5"/>
                  <a:pt x="45" y="5"/>
                </a:cubicBezTo>
                <a:cubicBezTo>
                  <a:pt x="45" y="6"/>
                  <a:pt x="44" y="6"/>
                  <a:pt x="44" y="6"/>
                </a:cubicBezTo>
                <a:cubicBezTo>
                  <a:pt x="44" y="7"/>
                  <a:pt x="44" y="7"/>
                  <a:pt x="43" y="7"/>
                </a:cubicBezTo>
                <a:cubicBezTo>
                  <a:pt x="43" y="7"/>
                  <a:pt x="43" y="7"/>
                  <a:pt x="43" y="7"/>
                </a:cubicBezTo>
                <a:cubicBezTo>
                  <a:pt x="43" y="7"/>
                  <a:pt x="43" y="7"/>
                  <a:pt x="43" y="7"/>
                </a:cubicBezTo>
                <a:cubicBezTo>
                  <a:pt x="43" y="7"/>
                  <a:pt x="43" y="6"/>
                  <a:pt x="43" y="6"/>
                </a:cubicBezTo>
                <a:cubicBezTo>
                  <a:pt x="43" y="6"/>
                  <a:pt x="44" y="5"/>
                  <a:pt x="44" y="4"/>
                </a:cubicBezTo>
                <a:cubicBezTo>
                  <a:pt x="44" y="4"/>
                  <a:pt x="45" y="3"/>
                  <a:pt x="45" y="3"/>
                </a:cubicBezTo>
                <a:cubicBezTo>
                  <a:pt x="45" y="3"/>
                  <a:pt x="45" y="3"/>
                  <a:pt x="45" y="3"/>
                </a:cubicBezTo>
                <a:close/>
                <a:moveTo>
                  <a:pt x="45" y="6"/>
                </a:moveTo>
                <a:cubicBezTo>
                  <a:pt x="45" y="6"/>
                  <a:pt x="45" y="6"/>
                  <a:pt x="46" y="7"/>
                </a:cubicBezTo>
                <a:cubicBezTo>
                  <a:pt x="46" y="7"/>
                  <a:pt x="46" y="7"/>
                  <a:pt x="46" y="7"/>
                </a:cubicBezTo>
                <a:cubicBezTo>
                  <a:pt x="46" y="7"/>
                  <a:pt x="46" y="8"/>
                  <a:pt x="45" y="8"/>
                </a:cubicBezTo>
                <a:cubicBezTo>
                  <a:pt x="45" y="9"/>
                  <a:pt x="44" y="9"/>
                  <a:pt x="44" y="9"/>
                </a:cubicBezTo>
                <a:cubicBezTo>
                  <a:pt x="44" y="9"/>
                  <a:pt x="44" y="10"/>
                  <a:pt x="44" y="10"/>
                </a:cubicBezTo>
                <a:cubicBezTo>
                  <a:pt x="44" y="10"/>
                  <a:pt x="44" y="10"/>
                  <a:pt x="44" y="10"/>
                </a:cubicBezTo>
                <a:cubicBezTo>
                  <a:pt x="44" y="10"/>
                  <a:pt x="44" y="10"/>
                  <a:pt x="44" y="10"/>
                </a:cubicBezTo>
                <a:cubicBezTo>
                  <a:pt x="45" y="10"/>
                  <a:pt x="45" y="11"/>
                  <a:pt x="45" y="11"/>
                </a:cubicBezTo>
                <a:cubicBezTo>
                  <a:pt x="45" y="11"/>
                  <a:pt x="45" y="11"/>
                  <a:pt x="45" y="11"/>
                </a:cubicBezTo>
                <a:cubicBezTo>
                  <a:pt x="45" y="11"/>
                  <a:pt x="45" y="11"/>
                  <a:pt x="45" y="12"/>
                </a:cubicBezTo>
                <a:cubicBezTo>
                  <a:pt x="45" y="12"/>
                  <a:pt x="45" y="12"/>
                  <a:pt x="45" y="13"/>
                </a:cubicBezTo>
                <a:cubicBezTo>
                  <a:pt x="45" y="14"/>
                  <a:pt x="45" y="14"/>
                  <a:pt x="45" y="14"/>
                </a:cubicBezTo>
                <a:cubicBezTo>
                  <a:pt x="45" y="15"/>
                  <a:pt x="45" y="15"/>
                  <a:pt x="45" y="15"/>
                </a:cubicBezTo>
                <a:cubicBezTo>
                  <a:pt x="45" y="15"/>
                  <a:pt x="45" y="16"/>
                  <a:pt x="45" y="16"/>
                </a:cubicBezTo>
                <a:cubicBezTo>
                  <a:pt x="45" y="16"/>
                  <a:pt x="45" y="16"/>
                  <a:pt x="44" y="16"/>
                </a:cubicBezTo>
                <a:cubicBezTo>
                  <a:pt x="44" y="16"/>
                  <a:pt x="44" y="16"/>
                  <a:pt x="44" y="16"/>
                </a:cubicBezTo>
                <a:cubicBezTo>
                  <a:pt x="44" y="16"/>
                  <a:pt x="44" y="15"/>
                  <a:pt x="44" y="14"/>
                </a:cubicBezTo>
                <a:cubicBezTo>
                  <a:pt x="44" y="14"/>
                  <a:pt x="44" y="13"/>
                  <a:pt x="44" y="13"/>
                </a:cubicBezTo>
                <a:cubicBezTo>
                  <a:pt x="44" y="13"/>
                  <a:pt x="44" y="13"/>
                  <a:pt x="44" y="12"/>
                </a:cubicBezTo>
                <a:cubicBezTo>
                  <a:pt x="44" y="12"/>
                  <a:pt x="44" y="12"/>
                  <a:pt x="44" y="12"/>
                </a:cubicBezTo>
                <a:cubicBezTo>
                  <a:pt x="44" y="12"/>
                  <a:pt x="44" y="12"/>
                  <a:pt x="43" y="12"/>
                </a:cubicBezTo>
                <a:cubicBezTo>
                  <a:pt x="43" y="12"/>
                  <a:pt x="43" y="12"/>
                  <a:pt x="43" y="12"/>
                </a:cubicBezTo>
                <a:cubicBezTo>
                  <a:pt x="43" y="12"/>
                  <a:pt x="42" y="12"/>
                  <a:pt x="42" y="13"/>
                </a:cubicBezTo>
                <a:cubicBezTo>
                  <a:pt x="41" y="13"/>
                  <a:pt x="41" y="13"/>
                  <a:pt x="41" y="13"/>
                </a:cubicBezTo>
                <a:cubicBezTo>
                  <a:pt x="41" y="13"/>
                  <a:pt x="41" y="13"/>
                  <a:pt x="41" y="13"/>
                </a:cubicBezTo>
                <a:cubicBezTo>
                  <a:pt x="41" y="13"/>
                  <a:pt x="41" y="12"/>
                  <a:pt x="41" y="12"/>
                </a:cubicBezTo>
                <a:cubicBezTo>
                  <a:pt x="41" y="12"/>
                  <a:pt x="41" y="11"/>
                  <a:pt x="42" y="11"/>
                </a:cubicBezTo>
                <a:cubicBezTo>
                  <a:pt x="43" y="10"/>
                  <a:pt x="43" y="10"/>
                  <a:pt x="43" y="9"/>
                </a:cubicBezTo>
                <a:cubicBezTo>
                  <a:pt x="43" y="9"/>
                  <a:pt x="44" y="8"/>
                  <a:pt x="44" y="8"/>
                </a:cubicBezTo>
                <a:cubicBezTo>
                  <a:pt x="44" y="7"/>
                  <a:pt x="45" y="7"/>
                  <a:pt x="45" y="7"/>
                </a:cubicBezTo>
                <a:cubicBezTo>
                  <a:pt x="45" y="6"/>
                  <a:pt x="45" y="6"/>
                  <a:pt x="45" y="6"/>
                </a:cubicBezTo>
                <a:close/>
                <a:moveTo>
                  <a:pt x="52" y="12"/>
                </a:moveTo>
                <a:cubicBezTo>
                  <a:pt x="52" y="12"/>
                  <a:pt x="52" y="12"/>
                  <a:pt x="52" y="12"/>
                </a:cubicBezTo>
                <a:cubicBezTo>
                  <a:pt x="53" y="13"/>
                  <a:pt x="54" y="14"/>
                  <a:pt x="54" y="14"/>
                </a:cubicBezTo>
                <a:cubicBezTo>
                  <a:pt x="55" y="15"/>
                  <a:pt x="55" y="16"/>
                  <a:pt x="55" y="16"/>
                </a:cubicBezTo>
                <a:cubicBezTo>
                  <a:pt x="55" y="16"/>
                  <a:pt x="55" y="16"/>
                  <a:pt x="55" y="16"/>
                </a:cubicBezTo>
                <a:cubicBezTo>
                  <a:pt x="55" y="16"/>
                  <a:pt x="55" y="16"/>
                  <a:pt x="54" y="16"/>
                </a:cubicBezTo>
                <a:cubicBezTo>
                  <a:pt x="54" y="16"/>
                  <a:pt x="54" y="16"/>
                  <a:pt x="53" y="16"/>
                </a:cubicBezTo>
                <a:cubicBezTo>
                  <a:pt x="53" y="16"/>
                  <a:pt x="52" y="16"/>
                  <a:pt x="52" y="16"/>
                </a:cubicBezTo>
                <a:cubicBezTo>
                  <a:pt x="52" y="16"/>
                  <a:pt x="51" y="16"/>
                  <a:pt x="51" y="16"/>
                </a:cubicBezTo>
                <a:lnTo>
                  <a:pt x="50" y="16"/>
                </a:lnTo>
                <a:cubicBezTo>
                  <a:pt x="50" y="16"/>
                  <a:pt x="50" y="16"/>
                  <a:pt x="50" y="16"/>
                </a:cubicBezTo>
                <a:cubicBezTo>
                  <a:pt x="49" y="16"/>
                  <a:pt x="49" y="16"/>
                  <a:pt x="49" y="16"/>
                </a:cubicBezTo>
                <a:cubicBezTo>
                  <a:pt x="49" y="16"/>
                  <a:pt x="49" y="16"/>
                  <a:pt x="49" y="16"/>
                </a:cubicBezTo>
                <a:cubicBezTo>
                  <a:pt x="49" y="15"/>
                  <a:pt x="48" y="15"/>
                  <a:pt x="48" y="15"/>
                </a:cubicBezTo>
                <a:cubicBezTo>
                  <a:pt x="48" y="15"/>
                  <a:pt x="48" y="14"/>
                  <a:pt x="48" y="14"/>
                </a:cubicBezTo>
                <a:cubicBezTo>
                  <a:pt x="48" y="14"/>
                  <a:pt x="48" y="13"/>
                  <a:pt x="48" y="13"/>
                </a:cubicBezTo>
                <a:cubicBezTo>
                  <a:pt x="48" y="13"/>
                  <a:pt x="48" y="13"/>
                  <a:pt x="48" y="13"/>
                </a:cubicBezTo>
                <a:cubicBezTo>
                  <a:pt x="48" y="13"/>
                  <a:pt x="47" y="13"/>
                  <a:pt x="47" y="14"/>
                </a:cubicBezTo>
                <a:cubicBezTo>
                  <a:pt x="47" y="14"/>
                  <a:pt x="47" y="15"/>
                  <a:pt x="47" y="15"/>
                </a:cubicBezTo>
                <a:cubicBezTo>
                  <a:pt x="47" y="15"/>
                  <a:pt x="47" y="15"/>
                  <a:pt x="47" y="15"/>
                </a:cubicBezTo>
                <a:cubicBezTo>
                  <a:pt x="46" y="15"/>
                  <a:pt x="46" y="15"/>
                  <a:pt x="46" y="15"/>
                </a:cubicBezTo>
                <a:cubicBezTo>
                  <a:pt x="45" y="15"/>
                  <a:pt x="45" y="15"/>
                  <a:pt x="45" y="15"/>
                </a:cubicBezTo>
                <a:cubicBezTo>
                  <a:pt x="45" y="15"/>
                  <a:pt x="45" y="14"/>
                  <a:pt x="46" y="14"/>
                </a:cubicBezTo>
                <a:cubicBezTo>
                  <a:pt x="46" y="13"/>
                  <a:pt x="46" y="13"/>
                  <a:pt x="47" y="13"/>
                </a:cubicBezTo>
                <a:cubicBezTo>
                  <a:pt x="47" y="13"/>
                  <a:pt x="47" y="12"/>
                  <a:pt x="47" y="12"/>
                </a:cubicBezTo>
                <a:cubicBezTo>
                  <a:pt x="47" y="12"/>
                  <a:pt x="47" y="12"/>
                  <a:pt x="47" y="12"/>
                </a:cubicBezTo>
                <a:cubicBezTo>
                  <a:pt x="47" y="12"/>
                  <a:pt x="47" y="12"/>
                  <a:pt x="47" y="12"/>
                </a:cubicBezTo>
                <a:cubicBezTo>
                  <a:pt x="47" y="11"/>
                  <a:pt x="47" y="11"/>
                  <a:pt x="47" y="11"/>
                </a:cubicBezTo>
                <a:cubicBezTo>
                  <a:pt x="48" y="11"/>
                  <a:pt x="48" y="11"/>
                  <a:pt x="48" y="11"/>
                </a:cubicBezTo>
                <a:cubicBezTo>
                  <a:pt x="48" y="11"/>
                  <a:pt x="49" y="11"/>
                  <a:pt x="49" y="11"/>
                </a:cubicBezTo>
                <a:cubicBezTo>
                  <a:pt x="49" y="11"/>
                  <a:pt x="50" y="11"/>
                  <a:pt x="50" y="11"/>
                </a:cubicBezTo>
                <a:cubicBezTo>
                  <a:pt x="50" y="11"/>
                  <a:pt x="50" y="11"/>
                  <a:pt x="50" y="11"/>
                </a:cubicBezTo>
                <a:cubicBezTo>
                  <a:pt x="51" y="11"/>
                  <a:pt x="51" y="11"/>
                  <a:pt x="51" y="11"/>
                </a:cubicBezTo>
                <a:cubicBezTo>
                  <a:pt x="51" y="11"/>
                  <a:pt x="52" y="11"/>
                  <a:pt x="52" y="11"/>
                </a:cubicBezTo>
                <a:cubicBezTo>
                  <a:pt x="52" y="11"/>
                  <a:pt x="52" y="11"/>
                  <a:pt x="52" y="11"/>
                </a:cubicBezTo>
                <a:cubicBezTo>
                  <a:pt x="52" y="11"/>
                  <a:pt x="52" y="11"/>
                  <a:pt x="52" y="11"/>
                </a:cubicBezTo>
                <a:cubicBezTo>
                  <a:pt x="52" y="11"/>
                  <a:pt x="52" y="12"/>
                  <a:pt x="52" y="12"/>
                </a:cubicBezTo>
                <a:cubicBezTo>
                  <a:pt x="52" y="12"/>
                  <a:pt x="52" y="12"/>
                  <a:pt x="52" y="12"/>
                </a:cubicBezTo>
                <a:close/>
                <a:moveTo>
                  <a:pt x="57" y="13"/>
                </a:moveTo>
                <a:cubicBezTo>
                  <a:pt x="57" y="13"/>
                  <a:pt x="57" y="13"/>
                  <a:pt x="57" y="14"/>
                </a:cubicBezTo>
                <a:cubicBezTo>
                  <a:pt x="57" y="14"/>
                  <a:pt x="57" y="14"/>
                  <a:pt x="57" y="14"/>
                </a:cubicBezTo>
                <a:cubicBezTo>
                  <a:pt x="56" y="14"/>
                  <a:pt x="56" y="14"/>
                  <a:pt x="55" y="13"/>
                </a:cubicBezTo>
                <a:cubicBezTo>
                  <a:pt x="54" y="12"/>
                  <a:pt x="54" y="12"/>
                  <a:pt x="54" y="12"/>
                </a:cubicBezTo>
                <a:cubicBezTo>
                  <a:pt x="54" y="12"/>
                  <a:pt x="54" y="12"/>
                  <a:pt x="54" y="12"/>
                </a:cubicBezTo>
                <a:cubicBezTo>
                  <a:pt x="54" y="12"/>
                  <a:pt x="54" y="12"/>
                  <a:pt x="54" y="12"/>
                </a:cubicBezTo>
                <a:cubicBezTo>
                  <a:pt x="55" y="12"/>
                  <a:pt x="55" y="12"/>
                  <a:pt x="56" y="12"/>
                </a:cubicBezTo>
                <a:cubicBezTo>
                  <a:pt x="56" y="12"/>
                  <a:pt x="56" y="12"/>
                  <a:pt x="56" y="12"/>
                </a:cubicBezTo>
                <a:cubicBezTo>
                  <a:pt x="56" y="12"/>
                  <a:pt x="57" y="12"/>
                  <a:pt x="57" y="12"/>
                </a:cubicBezTo>
                <a:cubicBezTo>
                  <a:pt x="57" y="12"/>
                  <a:pt x="57" y="12"/>
                  <a:pt x="57" y="13"/>
                </a:cubicBezTo>
                <a:cubicBezTo>
                  <a:pt x="57" y="13"/>
                  <a:pt x="57" y="13"/>
                  <a:pt x="57" y="13"/>
                </a:cubicBezTo>
                <a:close/>
                <a:moveTo>
                  <a:pt x="71" y="5"/>
                </a:moveTo>
                <a:cubicBezTo>
                  <a:pt x="71" y="5"/>
                  <a:pt x="71" y="5"/>
                  <a:pt x="71" y="5"/>
                </a:cubicBezTo>
                <a:cubicBezTo>
                  <a:pt x="71" y="5"/>
                  <a:pt x="71" y="6"/>
                  <a:pt x="71" y="6"/>
                </a:cubicBezTo>
                <a:cubicBezTo>
                  <a:pt x="70" y="6"/>
                  <a:pt x="70" y="6"/>
                  <a:pt x="70" y="7"/>
                </a:cubicBezTo>
                <a:cubicBezTo>
                  <a:pt x="70" y="7"/>
                  <a:pt x="70" y="7"/>
                  <a:pt x="70" y="8"/>
                </a:cubicBezTo>
                <a:cubicBezTo>
                  <a:pt x="70" y="8"/>
                  <a:pt x="70" y="9"/>
                  <a:pt x="69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69" y="9"/>
                  <a:pt x="69" y="8"/>
                  <a:pt x="68" y="8"/>
                </a:cubicBezTo>
                <a:cubicBezTo>
                  <a:pt x="68" y="8"/>
                  <a:pt x="68" y="8"/>
                  <a:pt x="68" y="8"/>
                </a:cubicBezTo>
                <a:cubicBezTo>
                  <a:pt x="68" y="8"/>
                  <a:pt x="67" y="8"/>
                  <a:pt x="66" y="9"/>
                </a:cubicBezTo>
                <a:cubicBezTo>
                  <a:pt x="66" y="9"/>
                  <a:pt x="65" y="9"/>
                  <a:pt x="65" y="9"/>
                </a:cubicBezTo>
                <a:cubicBezTo>
                  <a:pt x="65" y="9"/>
                  <a:pt x="65" y="9"/>
                  <a:pt x="65" y="9"/>
                </a:cubicBezTo>
                <a:cubicBezTo>
                  <a:pt x="65" y="9"/>
                  <a:pt x="65" y="9"/>
                  <a:pt x="64" y="9"/>
                </a:cubicBezTo>
                <a:cubicBezTo>
                  <a:pt x="64" y="8"/>
                  <a:pt x="64" y="8"/>
                  <a:pt x="63" y="7"/>
                </a:cubicBezTo>
                <a:cubicBezTo>
                  <a:pt x="63" y="7"/>
                  <a:pt x="63" y="6"/>
                  <a:pt x="63" y="6"/>
                </a:cubicBezTo>
                <a:cubicBezTo>
                  <a:pt x="63" y="6"/>
                  <a:pt x="63" y="7"/>
                  <a:pt x="63" y="7"/>
                </a:cubicBezTo>
                <a:cubicBezTo>
                  <a:pt x="63" y="8"/>
                  <a:pt x="62" y="10"/>
                  <a:pt x="61" y="11"/>
                </a:cubicBezTo>
                <a:cubicBezTo>
                  <a:pt x="61" y="12"/>
                  <a:pt x="61" y="12"/>
                  <a:pt x="61" y="13"/>
                </a:cubicBezTo>
                <a:cubicBezTo>
                  <a:pt x="61" y="13"/>
                  <a:pt x="61" y="14"/>
                  <a:pt x="61" y="14"/>
                </a:cubicBezTo>
                <a:cubicBezTo>
                  <a:pt x="60" y="14"/>
                  <a:pt x="60" y="14"/>
                  <a:pt x="60" y="14"/>
                </a:cubicBezTo>
                <a:cubicBezTo>
                  <a:pt x="59" y="15"/>
                  <a:pt x="59" y="15"/>
                  <a:pt x="58" y="15"/>
                </a:cubicBezTo>
                <a:cubicBezTo>
                  <a:pt x="58" y="15"/>
                  <a:pt x="58" y="16"/>
                  <a:pt x="58" y="16"/>
                </a:cubicBezTo>
                <a:cubicBezTo>
                  <a:pt x="57" y="16"/>
                  <a:pt x="57" y="16"/>
                  <a:pt x="57" y="15"/>
                </a:cubicBezTo>
                <a:cubicBezTo>
                  <a:pt x="57" y="15"/>
                  <a:pt x="58" y="15"/>
                  <a:pt x="58" y="15"/>
                </a:cubicBezTo>
                <a:cubicBezTo>
                  <a:pt x="58" y="14"/>
                  <a:pt x="59" y="14"/>
                  <a:pt x="59" y="13"/>
                </a:cubicBezTo>
                <a:cubicBezTo>
                  <a:pt x="59" y="13"/>
                  <a:pt x="60" y="13"/>
                  <a:pt x="60" y="12"/>
                </a:cubicBezTo>
                <a:cubicBezTo>
                  <a:pt x="60" y="11"/>
                  <a:pt x="61" y="10"/>
                  <a:pt x="61" y="9"/>
                </a:cubicBezTo>
                <a:cubicBezTo>
                  <a:pt x="62" y="8"/>
                  <a:pt x="62" y="7"/>
                  <a:pt x="62" y="6"/>
                </a:cubicBezTo>
                <a:cubicBezTo>
                  <a:pt x="63" y="5"/>
                  <a:pt x="63" y="4"/>
                  <a:pt x="63" y="3"/>
                </a:cubicBezTo>
                <a:cubicBezTo>
                  <a:pt x="63" y="3"/>
                  <a:pt x="63" y="3"/>
                  <a:pt x="63" y="3"/>
                </a:cubicBezTo>
                <a:cubicBezTo>
                  <a:pt x="63" y="2"/>
                  <a:pt x="63" y="2"/>
                  <a:pt x="63" y="2"/>
                </a:cubicBezTo>
                <a:cubicBezTo>
                  <a:pt x="63" y="2"/>
                  <a:pt x="64" y="2"/>
                  <a:pt x="64" y="3"/>
                </a:cubicBezTo>
                <a:cubicBezTo>
                  <a:pt x="64" y="3"/>
                  <a:pt x="64" y="3"/>
                  <a:pt x="64" y="3"/>
                </a:cubicBezTo>
                <a:cubicBezTo>
                  <a:pt x="64" y="3"/>
                  <a:pt x="65" y="3"/>
                  <a:pt x="65" y="3"/>
                </a:cubicBezTo>
                <a:cubicBezTo>
                  <a:pt x="66" y="2"/>
                  <a:pt x="66" y="2"/>
                  <a:pt x="66" y="2"/>
                </a:cubicBezTo>
                <a:cubicBezTo>
                  <a:pt x="67" y="2"/>
                  <a:pt x="67" y="2"/>
                  <a:pt x="68" y="2"/>
                </a:cubicBezTo>
                <a:cubicBezTo>
                  <a:pt x="68" y="2"/>
                  <a:pt x="68" y="2"/>
                  <a:pt x="68" y="2"/>
                </a:cubicBezTo>
                <a:cubicBezTo>
                  <a:pt x="69" y="2"/>
                  <a:pt x="69" y="2"/>
                  <a:pt x="69" y="2"/>
                </a:cubicBezTo>
                <a:cubicBezTo>
                  <a:pt x="69" y="2"/>
                  <a:pt x="69" y="2"/>
                  <a:pt x="69" y="2"/>
                </a:cubicBezTo>
                <a:cubicBezTo>
                  <a:pt x="69" y="2"/>
                  <a:pt x="69" y="2"/>
                  <a:pt x="69" y="3"/>
                </a:cubicBezTo>
                <a:cubicBezTo>
                  <a:pt x="70" y="3"/>
                  <a:pt x="70" y="3"/>
                  <a:pt x="70" y="3"/>
                </a:cubicBezTo>
                <a:cubicBezTo>
                  <a:pt x="70" y="3"/>
                  <a:pt x="70" y="3"/>
                  <a:pt x="69" y="3"/>
                </a:cubicBezTo>
                <a:cubicBezTo>
                  <a:pt x="68" y="3"/>
                  <a:pt x="68" y="3"/>
                  <a:pt x="67" y="4"/>
                </a:cubicBezTo>
                <a:cubicBezTo>
                  <a:pt x="67" y="4"/>
                  <a:pt x="67" y="4"/>
                  <a:pt x="67" y="4"/>
                </a:cubicBezTo>
                <a:cubicBezTo>
                  <a:pt x="66" y="4"/>
                  <a:pt x="66" y="4"/>
                  <a:pt x="66" y="4"/>
                </a:cubicBezTo>
                <a:cubicBezTo>
                  <a:pt x="66" y="4"/>
                  <a:pt x="66" y="4"/>
                  <a:pt x="66" y="4"/>
                </a:cubicBezTo>
                <a:cubicBezTo>
                  <a:pt x="66" y="4"/>
                  <a:pt x="65" y="4"/>
                  <a:pt x="65" y="4"/>
                </a:cubicBezTo>
                <a:cubicBezTo>
                  <a:pt x="65" y="4"/>
                  <a:pt x="65" y="4"/>
                  <a:pt x="64" y="4"/>
                </a:cubicBezTo>
                <a:cubicBezTo>
                  <a:pt x="64" y="4"/>
                  <a:pt x="64" y="4"/>
                  <a:pt x="64" y="4"/>
                </a:cubicBezTo>
                <a:cubicBezTo>
                  <a:pt x="64" y="5"/>
                  <a:pt x="64" y="5"/>
                  <a:pt x="64" y="5"/>
                </a:cubicBezTo>
                <a:cubicBezTo>
                  <a:pt x="64" y="5"/>
                  <a:pt x="64" y="5"/>
                  <a:pt x="64" y="5"/>
                </a:cubicBezTo>
                <a:cubicBezTo>
                  <a:pt x="64" y="5"/>
                  <a:pt x="64" y="5"/>
                  <a:pt x="64" y="5"/>
                </a:cubicBezTo>
                <a:cubicBezTo>
                  <a:pt x="65" y="5"/>
                  <a:pt x="66" y="5"/>
                  <a:pt x="67" y="4"/>
                </a:cubicBezTo>
                <a:cubicBezTo>
                  <a:pt x="68" y="4"/>
                  <a:pt x="68" y="4"/>
                  <a:pt x="69" y="4"/>
                </a:cubicBezTo>
                <a:cubicBezTo>
                  <a:pt x="70" y="4"/>
                  <a:pt x="70" y="4"/>
                  <a:pt x="70" y="5"/>
                </a:cubicBezTo>
                <a:cubicBezTo>
                  <a:pt x="71" y="5"/>
                  <a:pt x="71" y="5"/>
                  <a:pt x="71" y="5"/>
                </a:cubicBezTo>
                <a:cubicBezTo>
                  <a:pt x="71" y="5"/>
                  <a:pt x="71" y="5"/>
                  <a:pt x="71" y="5"/>
                </a:cubicBezTo>
                <a:close/>
                <a:moveTo>
                  <a:pt x="72" y="12"/>
                </a:moveTo>
                <a:cubicBezTo>
                  <a:pt x="72" y="12"/>
                  <a:pt x="72" y="12"/>
                  <a:pt x="72" y="12"/>
                </a:cubicBezTo>
                <a:cubicBezTo>
                  <a:pt x="72" y="12"/>
                  <a:pt x="73" y="12"/>
                  <a:pt x="73" y="13"/>
                </a:cubicBezTo>
                <a:cubicBezTo>
                  <a:pt x="73" y="13"/>
                  <a:pt x="73" y="13"/>
                  <a:pt x="73" y="13"/>
                </a:cubicBezTo>
                <a:cubicBezTo>
                  <a:pt x="73" y="13"/>
                  <a:pt x="73" y="13"/>
                  <a:pt x="73" y="13"/>
                </a:cubicBezTo>
                <a:cubicBezTo>
                  <a:pt x="73" y="13"/>
                  <a:pt x="72" y="13"/>
                  <a:pt x="72" y="13"/>
                </a:cubicBezTo>
                <a:cubicBezTo>
                  <a:pt x="72" y="13"/>
                  <a:pt x="71" y="13"/>
                  <a:pt x="70" y="13"/>
                </a:cubicBezTo>
                <a:cubicBezTo>
                  <a:pt x="69" y="13"/>
                  <a:pt x="69" y="13"/>
                  <a:pt x="69" y="13"/>
                </a:cubicBezTo>
                <a:cubicBezTo>
                  <a:pt x="68" y="13"/>
                  <a:pt x="68" y="13"/>
                  <a:pt x="68" y="13"/>
                </a:cubicBezTo>
                <a:lnTo>
                  <a:pt x="68" y="14"/>
                </a:lnTo>
                <a:cubicBezTo>
                  <a:pt x="68" y="15"/>
                  <a:pt x="68" y="16"/>
                  <a:pt x="68" y="16"/>
                </a:cubicBezTo>
                <a:cubicBezTo>
                  <a:pt x="68" y="17"/>
                  <a:pt x="68" y="17"/>
                  <a:pt x="68" y="17"/>
                </a:cubicBezTo>
                <a:cubicBezTo>
                  <a:pt x="68" y="18"/>
                  <a:pt x="68" y="18"/>
                  <a:pt x="68" y="18"/>
                </a:cubicBezTo>
                <a:cubicBezTo>
                  <a:pt x="67" y="18"/>
                  <a:pt x="67" y="18"/>
                  <a:pt x="66" y="17"/>
                </a:cubicBezTo>
                <a:cubicBezTo>
                  <a:pt x="65" y="17"/>
                  <a:pt x="65" y="17"/>
                  <a:pt x="64" y="17"/>
                </a:cubicBezTo>
                <a:cubicBezTo>
                  <a:pt x="64" y="16"/>
                  <a:pt x="63" y="16"/>
                  <a:pt x="63" y="16"/>
                </a:cubicBezTo>
                <a:cubicBezTo>
                  <a:pt x="63" y="16"/>
                  <a:pt x="63" y="16"/>
                  <a:pt x="64" y="16"/>
                </a:cubicBezTo>
                <a:cubicBezTo>
                  <a:pt x="64" y="16"/>
                  <a:pt x="64" y="16"/>
                  <a:pt x="64" y="16"/>
                </a:cubicBezTo>
                <a:cubicBezTo>
                  <a:pt x="64" y="16"/>
                  <a:pt x="65" y="16"/>
                  <a:pt x="65" y="16"/>
                </a:cubicBezTo>
                <a:cubicBezTo>
                  <a:pt x="66" y="16"/>
                  <a:pt x="66" y="16"/>
                  <a:pt x="66" y="16"/>
                </a:cubicBezTo>
                <a:cubicBezTo>
                  <a:pt x="66" y="16"/>
                  <a:pt x="67" y="16"/>
                  <a:pt x="67" y="16"/>
                </a:cubicBezTo>
                <a:cubicBezTo>
                  <a:pt x="67" y="16"/>
                  <a:pt x="67" y="16"/>
                  <a:pt x="67" y="16"/>
                </a:cubicBezTo>
                <a:cubicBezTo>
                  <a:pt x="67" y="16"/>
                  <a:pt x="67" y="15"/>
                  <a:pt x="67" y="15"/>
                </a:cubicBezTo>
                <a:cubicBezTo>
                  <a:pt x="67" y="15"/>
                  <a:pt x="67" y="14"/>
                  <a:pt x="67" y="14"/>
                </a:cubicBezTo>
                <a:cubicBezTo>
                  <a:pt x="67" y="14"/>
                  <a:pt x="67" y="13"/>
                  <a:pt x="67" y="13"/>
                </a:cubicBezTo>
                <a:cubicBezTo>
                  <a:pt x="67" y="13"/>
                  <a:pt x="67" y="13"/>
                  <a:pt x="67" y="13"/>
                </a:cubicBezTo>
                <a:cubicBezTo>
                  <a:pt x="67" y="13"/>
                  <a:pt x="67" y="13"/>
                  <a:pt x="67" y="13"/>
                </a:cubicBezTo>
                <a:cubicBezTo>
                  <a:pt x="66" y="13"/>
                  <a:pt x="65" y="13"/>
                  <a:pt x="64" y="13"/>
                </a:cubicBezTo>
                <a:cubicBezTo>
                  <a:pt x="64" y="14"/>
                  <a:pt x="64" y="14"/>
                  <a:pt x="63" y="14"/>
                </a:cubicBezTo>
                <a:cubicBezTo>
                  <a:pt x="63" y="14"/>
                  <a:pt x="63" y="14"/>
                  <a:pt x="62" y="14"/>
                </a:cubicBezTo>
                <a:cubicBezTo>
                  <a:pt x="62" y="14"/>
                  <a:pt x="62" y="14"/>
                  <a:pt x="62" y="14"/>
                </a:cubicBezTo>
                <a:cubicBezTo>
                  <a:pt x="62" y="14"/>
                  <a:pt x="62" y="14"/>
                  <a:pt x="62" y="14"/>
                </a:cubicBezTo>
                <a:cubicBezTo>
                  <a:pt x="62" y="14"/>
                  <a:pt x="62" y="13"/>
                  <a:pt x="62" y="13"/>
                </a:cubicBezTo>
                <a:cubicBezTo>
                  <a:pt x="62" y="13"/>
                  <a:pt x="62" y="13"/>
                  <a:pt x="62" y="13"/>
                </a:cubicBezTo>
                <a:cubicBezTo>
                  <a:pt x="62" y="13"/>
                  <a:pt x="62" y="13"/>
                  <a:pt x="63" y="13"/>
                </a:cubicBezTo>
                <a:cubicBezTo>
                  <a:pt x="63" y="13"/>
                  <a:pt x="63" y="13"/>
                  <a:pt x="63" y="13"/>
                </a:cubicBezTo>
                <a:cubicBezTo>
                  <a:pt x="64" y="13"/>
                  <a:pt x="65" y="12"/>
                  <a:pt x="66" y="12"/>
                </a:cubicBezTo>
                <a:cubicBezTo>
                  <a:pt x="67" y="12"/>
                  <a:pt x="67" y="12"/>
                  <a:pt x="67" y="12"/>
                </a:cubicBezTo>
                <a:cubicBezTo>
                  <a:pt x="67" y="12"/>
                  <a:pt x="67" y="11"/>
                  <a:pt x="66" y="11"/>
                </a:cubicBezTo>
                <a:cubicBezTo>
                  <a:pt x="66" y="11"/>
                  <a:pt x="66" y="11"/>
                  <a:pt x="66" y="11"/>
                </a:cubicBezTo>
                <a:cubicBezTo>
                  <a:pt x="66" y="11"/>
                  <a:pt x="66" y="11"/>
                  <a:pt x="66" y="11"/>
                </a:cubicBezTo>
                <a:cubicBezTo>
                  <a:pt x="67" y="11"/>
                  <a:pt x="67" y="11"/>
                  <a:pt x="67" y="11"/>
                </a:cubicBezTo>
                <a:cubicBezTo>
                  <a:pt x="67" y="11"/>
                  <a:pt x="68" y="11"/>
                  <a:pt x="68" y="10"/>
                </a:cubicBezTo>
                <a:cubicBezTo>
                  <a:pt x="68" y="10"/>
                  <a:pt x="68" y="10"/>
                  <a:pt x="68" y="10"/>
                </a:cubicBezTo>
                <a:cubicBezTo>
                  <a:pt x="68" y="10"/>
                  <a:pt x="68" y="9"/>
                  <a:pt x="68" y="9"/>
                </a:cubicBezTo>
                <a:cubicBezTo>
                  <a:pt x="68" y="9"/>
                  <a:pt x="67" y="10"/>
                  <a:pt x="66" y="10"/>
                </a:cubicBezTo>
                <a:cubicBezTo>
                  <a:pt x="65" y="11"/>
                  <a:pt x="65" y="11"/>
                  <a:pt x="64" y="11"/>
                </a:cubicBezTo>
                <a:cubicBezTo>
                  <a:pt x="64" y="11"/>
                  <a:pt x="64" y="11"/>
                  <a:pt x="64" y="11"/>
                </a:cubicBezTo>
                <a:cubicBezTo>
                  <a:pt x="64" y="11"/>
                  <a:pt x="63" y="11"/>
                  <a:pt x="63" y="11"/>
                </a:cubicBezTo>
                <a:cubicBezTo>
                  <a:pt x="63" y="11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4" y="10"/>
                  <a:pt x="64" y="10"/>
                </a:cubicBezTo>
                <a:cubicBezTo>
                  <a:pt x="64" y="10"/>
                  <a:pt x="65" y="10"/>
                  <a:pt x="66" y="9"/>
                </a:cubicBezTo>
                <a:cubicBezTo>
                  <a:pt x="67" y="9"/>
                  <a:pt x="67" y="9"/>
                  <a:pt x="68" y="9"/>
                </a:cubicBezTo>
                <a:cubicBezTo>
                  <a:pt x="68" y="9"/>
                  <a:pt x="68" y="9"/>
                  <a:pt x="68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70" y="9"/>
                  <a:pt x="70" y="10"/>
                  <a:pt x="70" y="10"/>
                </a:cubicBezTo>
                <a:cubicBezTo>
                  <a:pt x="70" y="10"/>
                  <a:pt x="70" y="10"/>
                  <a:pt x="69" y="10"/>
                </a:cubicBezTo>
                <a:cubicBezTo>
                  <a:pt x="69" y="11"/>
                  <a:pt x="69" y="11"/>
                  <a:pt x="68" y="11"/>
                </a:cubicBezTo>
                <a:cubicBezTo>
                  <a:pt x="68" y="11"/>
                  <a:pt x="68" y="11"/>
                  <a:pt x="68" y="11"/>
                </a:cubicBezTo>
                <a:cubicBezTo>
                  <a:pt x="68" y="11"/>
                  <a:pt x="68" y="12"/>
                  <a:pt x="68" y="12"/>
                </a:cubicBezTo>
                <a:cubicBezTo>
                  <a:pt x="68" y="12"/>
                  <a:pt x="68" y="12"/>
                  <a:pt x="69" y="12"/>
                </a:cubicBezTo>
                <a:lnTo>
                  <a:pt x="70" y="12"/>
                </a:lnTo>
                <a:cubicBezTo>
                  <a:pt x="70" y="12"/>
                  <a:pt x="71" y="12"/>
                  <a:pt x="71" y="12"/>
                </a:cubicBezTo>
                <a:cubicBezTo>
                  <a:pt x="71" y="12"/>
                  <a:pt x="71" y="12"/>
                  <a:pt x="72" y="12"/>
                </a:cubicBezTo>
                <a:close/>
                <a:moveTo>
                  <a:pt x="84" y="6"/>
                </a:moveTo>
                <a:cubicBezTo>
                  <a:pt x="84" y="6"/>
                  <a:pt x="84" y="6"/>
                  <a:pt x="85" y="6"/>
                </a:cubicBezTo>
                <a:cubicBezTo>
                  <a:pt x="85" y="6"/>
                  <a:pt x="85" y="6"/>
                  <a:pt x="86" y="6"/>
                </a:cubicBezTo>
                <a:cubicBezTo>
                  <a:pt x="86" y="6"/>
                  <a:pt x="86" y="6"/>
                  <a:pt x="87" y="6"/>
                </a:cubicBezTo>
                <a:cubicBezTo>
                  <a:pt x="87" y="6"/>
                  <a:pt x="87" y="6"/>
                  <a:pt x="88" y="7"/>
                </a:cubicBezTo>
                <a:cubicBezTo>
                  <a:pt x="88" y="7"/>
                  <a:pt x="89" y="8"/>
                  <a:pt x="89" y="8"/>
                </a:cubicBezTo>
                <a:cubicBezTo>
                  <a:pt x="89" y="8"/>
                  <a:pt x="89" y="8"/>
                  <a:pt x="89" y="8"/>
                </a:cubicBezTo>
                <a:cubicBezTo>
                  <a:pt x="89" y="8"/>
                  <a:pt x="89" y="9"/>
                  <a:pt x="89" y="9"/>
                </a:cubicBezTo>
                <a:cubicBezTo>
                  <a:pt x="89" y="9"/>
                  <a:pt x="89" y="9"/>
                  <a:pt x="89" y="9"/>
                </a:cubicBezTo>
                <a:cubicBezTo>
                  <a:pt x="89" y="9"/>
                  <a:pt x="89" y="9"/>
                  <a:pt x="88" y="9"/>
                </a:cubicBezTo>
                <a:cubicBezTo>
                  <a:pt x="88" y="9"/>
                  <a:pt x="88" y="9"/>
                  <a:pt x="87" y="9"/>
                </a:cubicBezTo>
                <a:lnTo>
                  <a:pt x="86" y="9"/>
                </a:lnTo>
                <a:cubicBezTo>
                  <a:pt x="86" y="9"/>
                  <a:pt x="86" y="9"/>
                  <a:pt x="86" y="9"/>
                </a:cubicBezTo>
                <a:cubicBezTo>
                  <a:pt x="85" y="9"/>
                  <a:pt x="85" y="10"/>
                  <a:pt x="84" y="10"/>
                </a:cubicBezTo>
                <a:cubicBezTo>
                  <a:pt x="84" y="10"/>
                  <a:pt x="84" y="10"/>
                  <a:pt x="84" y="10"/>
                </a:cubicBezTo>
                <a:cubicBezTo>
                  <a:pt x="84" y="10"/>
                  <a:pt x="84" y="10"/>
                  <a:pt x="84" y="10"/>
                </a:cubicBezTo>
                <a:cubicBezTo>
                  <a:pt x="84" y="11"/>
                  <a:pt x="84" y="11"/>
                  <a:pt x="84" y="11"/>
                </a:cubicBezTo>
                <a:cubicBezTo>
                  <a:pt x="84" y="11"/>
                  <a:pt x="84" y="11"/>
                  <a:pt x="84" y="11"/>
                </a:cubicBezTo>
                <a:cubicBezTo>
                  <a:pt x="84" y="11"/>
                  <a:pt x="84" y="11"/>
                  <a:pt x="84" y="11"/>
                </a:cubicBezTo>
                <a:cubicBezTo>
                  <a:pt x="85" y="11"/>
                  <a:pt x="86" y="11"/>
                  <a:pt x="87" y="11"/>
                </a:cubicBezTo>
                <a:cubicBezTo>
                  <a:pt x="87" y="11"/>
                  <a:pt x="88" y="11"/>
                  <a:pt x="88" y="11"/>
                </a:cubicBezTo>
                <a:cubicBezTo>
                  <a:pt x="88" y="11"/>
                  <a:pt x="88" y="11"/>
                  <a:pt x="88" y="11"/>
                </a:cubicBezTo>
                <a:cubicBezTo>
                  <a:pt x="88" y="12"/>
                  <a:pt x="88" y="12"/>
                  <a:pt x="88" y="12"/>
                </a:cubicBezTo>
                <a:cubicBezTo>
                  <a:pt x="88" y="12"/>
                  <a:pt x="88" y="12"/>
                  <a:pt x="88" y="13"/>
                </a:cubicBezTo>
                <a:cubicBezTo>
                  <a:pt x="88" y="13"/>
                  <a:pt x="88" y="13"/>
                  <a:pt x="88" y="13"/>
                </a:cubicBezTo>
                <a:cubicBezTo>
                  <a:pt x="88" y="13"/>
                  <a:pt x="88" y="13"/>
                  <a:pt x="88" y="13"/>
                </a:cubicBezTo>
                <a:cubicBezTo>
                  <a:pt x="87" y="13"/>
                  <a:pt x="87" y="12"/>
                  <a:pt x="86" y="12"/>
                </a:cubicBezTo>
                <a:cubicBezTo>
                  <a:pt x="85" y="12"/>
                  <a:pt x="84" y="12"/>
                  <a:pt x="84" y="13"/>
                </a:cubicBezTo>
                <a:cubicBezTo>
                  <a:pt x="84" y="13"/>
                  <a:pt x="84" y="13"/>
                  <a:pt x="84" y="13"/>
                </a:cubicBezTo>
                <a:cubicBezTo>
                  <a:pt x="84" y="13"/>
                  <a:pt x="84" y="14"/>
                  <a:pt x="84" y="15"/>
                </a:cubicBezTo>
                <a:cubicBezTo>
                  <a:pt x="84" y="15"/>
                  <a:pt x="84" y="16"/>
                  <a:pt x="84" y="16"/>
                </a:cubicBezTo>
                <a:cubicBezTo>
                  <a:pt x="83" y="17"/>
                  <a:pt x="83" y="17"/>
                  <a:pt x="83" y="18"/>
                </a:cubicBezTo>
                <a:cubicBezTo>
                  <a:pt x="83" y="18"/>
                  <a:pt x="83" y="18"/>
                  <a:pt x="83" y="18"/>
                </a:cubicBezTo>
                <a:cubicBezTo>
                  <a:pt x="83" y="18"/>
                  <a:pt x="83" y="18"/>
                  <a:pt x="83" y="18"/>
                </a:cubicBezTo>
                <a:cubicBezTo>
                  <a:pt x="82" y="18"/>
                  <a:pt x="82" y="18"/>
                  <a:pt x="82" y="18"/>
                </a:cubicBezTo>
                <a:cubicBezTo>
                  <a:pt x="81" y="17"/>
                  <a:pt x="80" y="17"/>
                  <a:pt x="80" y="17"/>
                </a:cubicBezTo>
                <a:cubicBezTo>
                  <a:pt x="80" y="17"/>
                  <a:pt x="79" y="16"/>
                  <a:pt x="79" y="16"/>
                </a:cubicBezTo>
                <a:cubicBezTo>
                  <a:pt x="79" y="16"/>
                  <a:pt x="79" y="16"/>
                  <a:pt x="80" y="16"/>
                </a:cubicBezTo>
                <a:cubicBezTo>
                  <a:pt x="80" y="16"/>
                  <a:pt x="80" y="16"/>
                  <a:pt x="81" y="16"/>
                </a:cubicBezTo>
                <a:cubicBezTo>
                  <a:pt x="81" y="16"/>
                  <a:pt x="81" y="16"/>
                  <a:pt x="81" y="16"/>
                </a:cubicBezTo>
                <a:cubicBezTo>
                  <a:pt x="82" y="16"/>
                  <a:pt x="82" y="16"/>
                  <a:pt x="82" y="16"/>
                </a:cubicBezTo>
                <a:cubicBezTo>
                  <a:pt x="82" y="16"/>
                  <a:pt x="82" y="15"/>
                  <a:pt x="82" y="15"/>
                </a:cubicBezTo>
                <a:cubicBezTo>
                  <a:pt x="82" y="15"/>
                  <a:pt x="82" y="14"/>
                  <a:pt x="82" y="14"/>
                </a:cubicBezTo>
                <a:cubicBezTo>
                  <a:pt x="82" y="13"/>
                  <a:pt x="82" y="13"/>
                  <a:pt x="82" y="13"/>
                </a:cubicBezTo>
                <a:cubicBezTo>
                  <a:pt x="82" y="13"/>
                  <a:pt x="82" y="13"/>
                  <a:pt x="82" y="13"/>
                </a:cubicBezTo>
                <a:cubicBezTo>
                  <a:pt x="82" y="13"/>
                  <a:pt x="82" y="13"/>
                  <a:pt x="81" y="13"/>
                </a:cubicBezTo>
                <a:cubicBezTo>
                  <a:pt x="80" y="13"/>
                  <a:pt x="79" y="13"/>
                  <a:pt x="78" y="13"/>
                </a:cubicBezTo>
                <a:cubicBezTo>
                  <a:pt x="78" y="14"/>
                  <a:pt x="78" y="14"/>
                  <a:pt x="77" y="14"/>
                </a:cubicBezTo>
                <a:cubicBezTo>
                  <a:pt x="77" y="14"/>
                  <a:pt x="77" y="14"/>
                  <a:pt x="77" y="14"/>
                </a:cubicBezTo>
                <a:cubicBezTo>
                  <a:pt x="77" y="14"/>
                  <a:pt x="77" y="14"/>
                  <a:pt x="77" y="14"/>
                </a:cubicBezTo>
                <a:cubicBezTo>
                  <a:pt x="77" y="13"/>
                  <a:pt x="77" y="13"/>
                  <a:pt x="77" y="13"/>
                </a:cubicBezTo>
                <a:cubicBezTo>
                  <a:pt x="77" y="13"/>
                  <a:pt x="77" y="13"/>
                  <a:pt x="77" y="13"/>
                </a:cubicBezTo>
                <a:cubicBezTo>
                  <a:pt x="77" y="13"/>
                  <a:pt x="77" y="13"/>
                  <a:pt x="77" y="13"/>
                </a:cubicBezTo>
                <a:cubicBezTo>
                  <a:pt x="78" y="13"/>
                  <a:pt x="78" y="13"/>
                  <a:pt x="79" y="12"/>
                </a:cubicBezTo>
                <a:cubicBezTo>
                  <a:pt x="80" y="12"/>
                  <a:pt x="81" y="12"/>
                  <a:pt x="82" y="12"/>
                </a:cubicBezTo>
                <a:cubicBezTo>
                  <a:pt x="82" y="11"/>
                  <a:pt x="82" y="11"/>
                  <a:pt x="82" y="11"/>
                </a:cubicBezTo>
                <a:cubicBezTo>
                  <a:pt x="82" y="11"/>
                  <a:pt x="82" y="11"/>
                  <a:pt x="82" y="11"/>
                </a:cubicBezTo>
                <a:cubicBezTo>
                  <a:pt x="82" y="11"/>
                  <a:pt x="82" y="10"/>
                  <a:pt x="82" y="10"/>
                </a:cubicBezTo>
                <a:cubicBezTo>
                  <a:pt x="82" y="10"/>
                  <a:pt x="82" y="10"/>
                  <a:pt x="83" y="10"/>
                </a:cubicBezTo>
                <a:cubicBezTo>
                  <a:pt x="83" y="10"/>
                  <a:pt x="83" y="10"/>
                  <a:pt x="83" y="10"/>
                </a:cubicBezTo>
                <a:cubicBezTo>
                  <a:pt x="83" y="10"/>
                  <a:pt x="83" y="10"/>
                  <a:pt x="83" y="10"/>
                </a:cubicBezTo>
                <a:cubicBezTo>
                  <a:pt x="84" y="10"/>
                  <a:pt x="84" y="9"/>
                  <a:pt x="84" y="9"/>
                </a:cubicBezTo>
                <a:cubicBezTo>
                  <a:pt x="84" y="9"/>
                  <a:pt x="84" y="9"/>
                  <a:pt x="84" y="9"/>
                </a:cubicBezTo>
                <a:cubicBezTo>
                  <a:pt x="84" y="9"/>
                  <a:pt x="84" y="9"/>
                  <a:pt x="83" y="9"/>
                </a:cubicBezTo>
                <a:cubicBezTo>
                  <a:pt x="83" y="9"/>
                  <a:pt x="83" y="9"/>
                  <a:pt x="82" y="9"/>
                </a:cubicBezTo>
                <a:cubicBezTo>
                  <a:pt x="82" y="9"/>
                  <a:pt x="82" y="9"/>
                  <a:pt x="82" y="9"/>
                </a:cubicBezTo>
                <a:cubicBezTo>
                  <a:pt x="82" y="9"/>
                  <a:pt x="82" y="10"/>
                  <a:pt x="81" y="10"/>
                </a:cubicBezTo>
                <a:cubicBezTo>
                  <a:pt x="81" y="10"/>
                  <a:pt x="81" y="10"/>
                  <a:pt x="81" y="10"/>
                </a:cubicBezTo>
                <a:cubicBezTo>
                  <a:pt x="80" y="10"/>
                  <a:pt x="80" y="10"/>
                  <a:pt x="80" y="10"/>
                </a:cubicBezTo>
                <a:cubicBezTo>
                  <a:pt x="80" y="10"/>
                  <a:pt x="80" y="11"/>
                  <a:pt x="80" y="11"/>
                </a:cubicBezTo>
                <a:cubicBezTo>
                  <a:pt x="80" y="11"/>
                  <a:pt x="79" y="10"/>
                  <a:pt x="79" y="10"/>
                </a:cubicBezTo>
                <a:cubicBezTo>
                  <a:pt x="79" y="10"/>
                  <a:pt x="79" y="10"/>
                  <a:pt x="79" y="9"/>
                </a:cubicBezTo>
                <a:cubicBezTo>
                  <a:pt x="79" y="9"/>
                  <a:pt x="79" y="9"/>
                  <a:pt x="79" y="9"/>
                </a:cubicBezTo>
                <a:cubicBezTo>
                  <a:pt x="80" y="9"/>
                  <a:pt x="81" y="9"/>
                  <a:pt x="81" y="9"/>
                </a:cubicBezTo>
                <a:cubicBezTo>
                  <a:pt x="82" y="8"/>
                  <a:pt x="83" y="8"/>
                  <a:pt x="84" y="8"/>
                </a:cubicBezTo>
                <a:cubicBezTo>
                  <a:pt x="84" y="8"/>
                  <a:pt x="84" y="8"/>
                  <a:pt x="85" y="8"/>
                </a:cubicBezTo>
                <a:cubicBezTo>
                  <a:pt x="85" y="8"/>
                  <a:pt x="85" y="8"/>
                  <a:pt x="85" y="9"/>
                </a:cubicBezTo>
                <a:cubicBezTo>
                  <a:pt x="86" y="9"/>
                  <a:pt x="86" y="9"/>
                  <a:pt x="86" y="9"/>
                </a:cubicBezTo>
                <a:cubicBezTo>
                  <a:pt x="86" y="9"/>
                  <a:pt x="86" y="9"/>
                  <a:pt x="87" y="8"/>
                </a:cubicBezTo>
                <a:cubicBezTo>
                  <a:pt x="87" y="8"/>
                  <a:pt x="87" y="8"/>
                  <a:pt x="87" y="7"/>
                </a:cubicBezTo>
                <a:cubicBezTo>
                  <a:pt x="87" y="7"/>
                  <a:pt x="87" y="7"/>
                  <a:pt x="87" y="7"/>
                </a:cubicBezTo>
                <a:cubicBezTo>
                  <a:pt x="86" y="6"/>
                  <a:pt x="86" y="6"/>
                  <a:pt x="86" y="6"/>
                </a:cubicBezTo>
                <a:cubicBezTo>
                  <a:pt x="86" y="6"/>
                  <a:pt x="85" y="6"/>
                  <a:pt x="84" y="7"/>
                </a:cubicBezTo>
                <a:cubicBezTo>
                  <a:pt x="84" y="7"/>
                  <a:pt x="83" y="7"/>
                  <a:pt x="83" y="7"/>
                </a:cubicBezTo>
                <a:cubicBezTo>
                  <a:pt x="83" y="7"/>
                  <a:pt x="82" y="7"/>
                  <a:pt x="82" y="7"/>
                </a:cubicBezTo>
                <a:cubicBezTo>
                  <a:pt x="81" y="7"/>
                  <a:pt x="81" y="7"/>
                  <a:pt x="80" y="8"/>
                </a:cubicBezTo>
                <a:cubicBezTo>
                  <a:pt x="80" y="8"/>
                  <a:pt x="80" y="8"/>
                  <a:pt x="79" y="8"/>
                </a:cubicBezTo>
                <a:cubicBezTo>
                  <a:pt x="79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9" y="7"/>
                </a:cubicBezTo>
                <a:cubicBezTo>
                  <a:pt x="80" y="7"/>
                  <a:pt x="81" y="6"/>
                  <a:pt x="82" y="6"/>
                </a:cubicBezTo>
                <a:cubicBezTo>
                  <a:pt x="82" y="6"/>
                  <a:pt x="83" y="6"/>
                  <a:pt x="83" y="5"/>
                </a:cubicBezTo>
                <a:cubicBezTo>
                  <a:pt x="84" y="4"/>
                  <a:pt x="84" y="3"/>
                  <a:pt x="85" y="2"/>
                </a:cubicBezTo>
                <a:cubicBezTo>
                  <a:pt x="85" y="2"/>
                  <a:pt x="85" y="2"/>
                  <a:pt x="85" y="2"/>
                </a:cubicBezTo>
                <a:cubicBezTo>
                  <a:pt x="86" y="2"/>
                  <a:pt x="86" y="2"/>
                  <a:pt x="86" y="2"/>
                </a:cubicBezTo>
                <a:cubicBezTo>
                  <a:pt x="86" y="3"/>
                  <a:pt x="87" y="3"/>
                  <a:pt x="87" y="3"/>
                </a:cubicBezTo>
                <a:cubicBezTo>
                  <a:pt x="87" y="3"/>
                  <a:pt x="87" y="3"/>
                  <a:pt x="86" y="3"/>
                </a:cubicBezTo>
                <a:cubicBezTo>
                  <a:pt x="86" y="3"/>
                  <a:pt x="86" y="4"/>
                  <a:pt x="86" y="4"/>
                </a:cubicBezTo>
                <a:cubicBezTo>
                  <a:pt x="86" y="4"/>
                  <a:pt x="85" y="4"/>
                  <a:pt x="85" y="5"/>
                </a:cubicBezTo>
                <a:cubicBezTo>
                  <a:pt x="85" y="5"/>
                  <a:pt x="84" y="5"/>
                  <a:pt x="84" y="5"/>
                </a:cubicBezTo>
                <a:cubicBezTo>
                  <a:pt x="84" y="5"/>
                  <a:pt x="84" y="5"/>
                  <a:pt x="84" y="6"/>
                </a:cubicBezTo>
                <a:close/>
                <a:moveTo>
                  <a:pt x="83" y="2"/>
                </a:moveTo>
                <a:cubicBezTo>
                  <a:pt x="83" y="2"/>
                  <a:pt x="83" y="2"/>
                  <a:pt x="83" y="3"/>
                </a:cubicBezTo>
                <a:cubicBezTo>
                  <a:pt x="83" y="3"/>
                  <a:pt x="83" y="3"/>
                  <a:pt x="83" y="3"/>
                </a:cubicBezTo>
                <a:cubicBezTo>
                  <a:pt x="82" y="3"/>
                  <a:pt x="82" y="4"/>
                  <a:pt x="82" y="4"/>
                </a:cubicBezTo>
                <a:cubicBezTo>
                  <a:pt x="82" y="4"/>
                  <a:pt x="82" y="4"/>
                  <a:pt x="82" y="4"/>
                </a:cubicBezTo>
                <a:cubicBezTo>
                  <a:pt x="82" y="4"/>
                  <a:pt x="81" y="4"/>
                  <a:pt x="81" y="4"/>
                </a:cubicBezTo>
                <a:cubicBezTo>
                  <a:pt x="81" y="4"/>
                  <a:pt x="81" y="3"/>
                  <a:pt x="81" y="3"/>
                </a:cubicBezTo>
                <a:cubicBezTo>
                  <a:pt x="81" y="3"/>
                  <a:pt x="81" y="3"/>
                  <a:pt x="81" y="3"/>
                </a:cubicBezTo>
                <a:cubicBezTo>
                  <a:pt x="81" y="3"/>
                  <a:pt x="81" y="3"/>
                  <a:pt x="82" y="3"/>
                </a:cubicBezTo>
                <a:cubicBezTo>
                  <a:pt x="82" y="3"/>
                  <a:pt x="82" y="3"/>
                  <a:pt x="82" y="3"/>
                </a:cubicBezTo>
                <a:cubicBezTo>
                  <a:pt x="82" y="3"/>
                  <a:pt x="82" y="3"/>
                  <a:pt x="82" y="3"/>
                </a:cubicBezTo>
                <a:cubicBezTo>
                  <a:pt x="82" y="3"/>
                  <a:pt x="82" y="3"/>
                  <a:pt x="83" y="3"/>
                </a:cubicBezTo>
                <a:cubicBezTo>
                  <a:pt x="83" y="2"/>
                  <a:pt x="83" y="2"/>
                  <a:pt x="83" y="2"/>
                </a:cubicBezTo>
                <a:close/>
                <a:moveTo>
                  <a:pt x="80" y="5"/>
                </a:moveTo>
                <a:cubicBezTo>
                  <a:pt x="80" y="6"/>
                  <a:pt x="80" y="6"/>
                  <a:pt x="80" y="6"/>
                </a:cubicBezTo>
                <a:cubicBezTo>
                  <a:pt x="80" y="6"/>
                  <a:pt x="80" y="6"/>
                  <a:pt x="80" y="6"/>
                </a:cubicBezTo>
                <a:cubicBezTo>
                  <a:pt x="79" y="6"/>
                  <a:pt x="79" y="6"/>
                  <a:pt x="79" y="6"/>
                </a:cubicBezTo>
                <a:cubicBezTo>
                  <a:pt x="79" y="6"/>
                  <a:pt x="78" y="6"/>
                  <a:pt x="78" y="6"/>
                </a:cubicBezTo>
                <a:cubicBezTo>
                  <a:pt x="78" y="6"/>
                  <a:pt x="78" y="5"/>
                  <a:pt x="78" y="5"/>
                </a:cubicBezTo>
                <a:cubicBezTo>
                  <a:pt x="78" y="5"/>
                  <a:pt x="78" y="5"/>
                  <a:pt x="78" y="4"/>
                </a:cubicBezTo>
                <a:cubicBezTo>
                  <a:pt x="78" y="4"/>
                  <a:pt x="78" y="4"/>
                  <a:pt x="78" y="4"/>
                </a:cubicBezTo>
                <a:cubicBezTo>
                  <a:pt x="78" y="4"/>
                  <a:pt x="78" y="4"/>
                  <a:pt x="79" y="4"/>
                </a:cubicBezTo>
                <a:cubicBezTo>
                  <a:pt x="79" y="4"/>
                  <a:pt x="79" y="4"/>
                  <a:pt x="79" y="4"/>
                </a:cubicBezTo>
                <a:cubicBezTo>
                  <a:pt x="79" y="4"/>
                  <a:pt x="79" y="4"/>
                  <a:pt x="80" y="4"/>
                </a:cubicBezTo>
                <a:cubicBezTo>
                  <a:pt x="80" y="5"/>
                  <a:pt x="80" y="5"/>
                  <a:pt x="80" y="5"/>
                </a:cubicBezTo>
                <a:close/>
                <a:moveTo>
                  <a:pt x="77" y="9"/>
                </a:moveTo>
                <a:cubicBezTo>
                  <a:pt x="77" y="10"/>
                  <a:pt x="77" y="10"/>
                  <a:pt x="77" y="10"/>
                </a:cubicBezTo>
                <a:cubicBezTo>
                  <a:pt x="77" y="10"/>
                  <a:pt x="77" y="10"/>
                  <a:pt x="77" y="10"/>
                </a:cubicBezTo>
                <a:cubicBezTo>
                  <a:pt x="77" y="10"/>
                  <a:pt x="77" y="11"/>
                  <a:pt x="77" y="11"/>
                </a:cubicBezTo>
                <a:cubicBezTo>
                  <a:pt x="76" y="11"/>
                  <a:pt x="76" y="10"/>
                  <a:pt x="76" y="10"/>
                </a:cubicBezTo>
                <a:cubicBezTo>
                  <a:pt x="75" y="10"/>
                  <a:pt x="75" y="10"/>
                  <a:pt x="75" y="10"/>
                </a:cubicBezTo>
                <a:cubicBezTo>
                  <a:pt x="75" y="10"/>
                  <a:pt x="75" y="9"/>
                  <a:pt x="75" y="9"/>
                </a:cubicBezTo>
                <a:cubicBezTo>
                  <a:pt x="75" y="9"/>
                  <a:pt x="76" y="9"/>
                  <a:pt x="76" y="9"/>
                </a:cubicBezTo>
                <a:cubicBezTo>
                  <a:pt x="76" y="8"/>
                  <a:pt x="77" y="8"/>
                  <a:pt x="77" y="8"/>
                </a:cubicBezTo>
                <a:cubicBezTo>
                  <a:pt x="77" y="8"/>
                  <a:pt x="77" y="8"/>
                  <a:pt x="77" y="8"/>
                </a:cubicBezTo>
                <a:cubicBezTo>
                  <a:pt x="77" y="9"/>
                  <a:pt x="77" y="9"/>
                  <a:pt x="77" y="9"/>
                </a:cubicBezTo>
                <a:cubicBezTo>
                  <a:pt x="77" y="9"/>
                  <a:pt x="77" y="9"/>
                  <a:pt x="77" y="9"/>
                </a:cubicBezTo>
                <a:close/>
                <a:moveTo>
                  <a:pt x="118" y="15"/>
                </a:moveTo>
                <a:cubicBezTo>
                  <a:pt x="118" y="15"/>
                  <a:pt x="118" y="15"/>
                  <a:pt x="117" y="15"/>
                </a:cubicBezTo>
                <a:cubicBezTo>
                  <a:pt x="117" y="15"/>
                  <a:pt x="117" y="15"/>
                  <a:pt x="116" y="15"/>
                </a:cubicBezTo>
                <a:cubicBezTo>
                  <a:pt x="115" y="15"/>
                  <a:pt x="114" y="15"/>
                  <a:pt x="114" y="15"/>
                </a:cubicBezTo>
                <a:cubicBezTo>
                  <a:pt x="113" y="15"/>
                  <a:pt x="113" y="15"/>
                  <a:pt x="113" y="14"/>
                </a:cubicBezTo>
                <a:cubicBezTo>
                  <a:pt x="113" y="14"/>
                  <a:pt x="113" y="14"/>
                  <a:pt x="113" y="14"/>
                </a:cubicBezTo>
                <a:cubicBezTo>
                  <a:pt x="113" y="13"/>
                  <a:pt x="112" y="13"/>
                  <a:pt x="112" y="13"/>
                </a:cubicBezTo>
                <a:cubicBezTo>
                  <a:pt x="111" y="12"/>
                  <a:pt x="111" y="12"/>
                  <a:pt x="110" y="12"/>
                </a:cubicBezTo>
                <a:cubicBezTo>
                  <a:pt x="110" y="12"/>
                  <a:pt x="110" y="11"/>
                  <a:pt x="110" y="11"/>
                </a:cubicBezTo>
                <a:cubicBezTo>
                  <a:pt x="110" y="11"/>
                  <a:pt x="110" y="12"/>
                  <a:pt x="110" y="12"/>
                </a:cubicBezTo>
                <a:cubicBezTo>
                  <a:pt x="110" y="12"/>
                  <a:pt x="110" y="12"/>
                  <a:pt x="110" y="13"/>
                </a:cubicBezTo>
                <a:cubicBezTo>
                  <a:pt x="110" y="14"/>
                  <a:pt x="110" y="14"/>
                  <a:pt x="110" y="15"/>
                </a:cubicBezTo>
                <a:cubicBezTo>
                  <a:pt x="110" y="16"/>
                  <a:pt x="110" y="16"/>
                  <a:pt x="110" y="17"/>
                </a:cubicBezTo>
                <a:cubicBezTo>
                  <a:pt x="110" y="17"/>
                  <a:pt x="110" y="17"/>
                  <a:pt x="110" y="17"/>
                </a:cubicBezTo>
                <a:cubicBezTo>
                  <a:pt x="110" y="17"/>
                  <a:pt x="110" y="17"/>
                  <a:pt x="110" y="17"/>
                </a:cubicBezTo>
                <a:cubicBezTo>
                  <a:pt x="109" y="17"/>
                  <a:pt x="109" y="17"/>
                  <a:pt x="109" y="17"/>
                </a:cubicBezTo>
                <a:cubicBezTo>
                  <a:pt x="109" y="17"/>
                  <a:pt x="108" y="17"/>
                  <a:pt x="108" y="17"/>
                </a:cubicBezTo>
                <a:cubicBezTo>
                  <a:pt x="107" y="16"/>
                  <a:pt x="107" y="16"/>
                  <a:pt x="106" y="16"/>
                </a:cubicBezTo>
                <a:cubicBezTo>
                  <a:pt x="106" y="15"/>
                  <a:pt x="105" y="15"/>
                  <a:pt x="105" y="15"/>
                </a:cubicBezTo>
                <a:cubicBezTo>
                  <a:pt x="105" y="15"/>
                  <a:pt x="105" y="15"/>
                  <a:pt x="105" y="15"/>
                </a:cubicBezTo>
                <a:cubicBezTo>
                  <a:pt x="105" y="15"/>
                  <a:pt x="105" y="15"/>
                  <a:pt x="106" y="15"/>
                </a:cubicBezTo>
                <a:cubicBezTo>
                  <a:pt x="106" y="15"/>
                  <a:pt x="107" y="15"/>
                  <a:pt x="107" y="15"/>
                </a:cubicBezTo>
                <a:cubicBezTo>
                  <a:pt x="108" y="15"/>
                  <a:pt x="108" y="15"/>
                  <a:pt x="108" y="15"/>
                </a:cubicBezTo>
                <a:cubicBezTo>
                  <a:pt x="108" y="15"/>
                  <a:pt x="108" y="15"/>
                  <a:pt x="108" y="15"/>
                </a:cubicBezTo>
                <a:cubicBezTo>
                  <a:pt x="108" y="14"/>
                  <a:pt x="108" y="14"/>
                  <a:pt x="108" y="13"/>
                </a:cubicBezTo>
                <a:cubicBezTo>
                  <a:pt x="108" y="12"/>
                  <a:pt x="108" y="12"/>
                  <a:pt x="108" y="11"/>
                </a:cubicBezTo>
                <a:cubicBezTo>
                  <a:pt x="108" y="10"/>
                  <a:pt x="108" y="9"/>
                  <a:pt x="108" y="8"/>
                </a:cubicBezTo>
                <a:cubicBezTo>
                  <a:pt x="108" y="8"/>
                  <a:pt x="108" y="8"/>
                  <a:pt x="108" y="8"/>
                </a:cubicBezTo>
                <a:cubicBezTo>
                  <a:pt x="108" y="8"/>
                  <a:pt x="108" y="8"/>
                  <a:pt x="108" y="8"/>
                </a:cubicBezTo>
                <a:cubicBezTo>
                  <a:pt x="108" y="8"/>
                  <a:pt x="107" y="8"/>
                  <a:pt x="106" y="8"/>
                </a:cubicBezTo>
                <a:cubicBezTo>
                  <a:pt x="106" y="8"/>
                  <a:pt x="105" y="8"/>
                  <a:pt x="105" y="8"/>
                </a:cubicBezTo>
                <a:cubicBezTo>
                  <a:pt x="105" y="8"/>
                  <a:pt x="105" y="8"/>
                  <a:pt x="105" y="8"/>
                </a:cubicBezTo>
                <a:cubicBezTo>
                  <a:pt x="104" y="8"/>
                  <a:pt x="104" y="8"/>
                  <a:pt x="104" y="8"/>
                </a:cubicBezTo>
                <a:cubicBezTo>
                  <a:pt x="104" y="8"/>
                  <a:pt x="104" y="8"/>
                  <a:pt x="104" y="7"/>
                </a:cubicBezTo>
                <a:cubicBezTo>
                  <a:pt x="104" y="7"/>
                  <a:pt x="104" y="7"/>
                  <a:pt x="104" y="7"/>
                </a:cubicBezTo>
                <a:cubicBezTo>
                  <a:pt x="104" y="7"/>
                  <a:pt x="104" y="7"/>
                  <a:pt x="104" y="7"/>
                </a:cubicBezTo>
                <a:cubicBezTo>
                  <a:pt x="104" y="7"/>
                  <a:pt x="105" y="6"/>
                  <a:pt x="105" y="6"/>
                </a:cubicBezTo>
                <a:cubicBezTo>
                  <a:pt x="106" y="6"/>
                  <a:pt x="107" y="6"/>
                  <a:pt x="107" y="6"/>
                </a:cubicBezTo>
                <a:cubicBezTo>
                  <a:pt x="107" y="6"/>
                  <a:pt x="108" y="6"/>
                  <a:pt x="108" y="6"/>
                </a:cubicBezTo>
                <a:cubicBezTo>
                  <a:pt x="108" y="6"/>
                  <a:pt x="108" y="6"/>
                  <a:pt x="108" y="6"/>
                </a:cubicBezTo>
                <a:lnTo>
                  <a:pt x="108" y="5"/>
                </a:lnTo>
                <a:cubicBezTo>
                  <a:pt x="108" y="4"/>
                  <a:pt x="108" y="4"/>
                  <a:pt x="108" y="3"/>
                </a:cubicBezTo>
                <a:cubicBezTo>
                  <a:pt x="108" y="3"/>
                  <a:pt x="108" y="3"/>
                  <a:pt x="109" y="2"/>
                </a:cubicBezTo>
                <a:cubicBezTo>
                  <a:pt x="109" y="2"/>
                  <a:pt x="109" y="1"/>
                  <a:pt x="109" y="1"/>
                </a:cubicBezTo>
                <a:cubicBezTo>
                  <a:pt x="109" y="1"/>
                  <a:pt x="109" y="1"/>
                  <a:pt x="109" y="1"/>
                </a:cubicBezTo>
                <a:cubicBezTo>
                  <a:pt x="109" y="1"/>
                  <a:pt x="109" y="1"/>
                  <a:pt x="110" y="1"/>
                </a:cubicBezTo>
                <a:cubicBezTo>
                  <a:pt x="110" y="1"/>
                  <a:pt x="110" y="1"/>
                  <a:pt x="110" y="1"/>
                </a:cubicBezTo>
                <a:cubicBezTo>
                  <a:pt x="110" y="2"/>
                  <a:pt x="110" y="2"/>
                  <a:pt x="110" y="2"/>
                </a:cubicBezTo>
                <a:cubicBezTo>
                  <a:pt x="110" y="2"/>
                  <a:pt x="110" y="3"/>
                  <a:pt x="110" y="3"/>
                </a:cubicBezTo>
                <a:lnTo>
                  <a:pt x="110" y="4"/>
                </a:lnTo>
                <a:lnTo>
                  <a:pt x="110" y="5"/>
                </a:lnTo>
                <a:cubicBezTo>
                  <a:pt x="110" y="5"/>
                  <a:pt x="110" y="5"/>
                  <a:pt x="110" y="5"/>
                </a:cubicBezTo>
                <a:cubicBezTo>
                  <a:pt x="110" y="5"/>
                  <a:pt x="110" y="5"/>
                  <a:pt x="110" y="5"/>
                </a:cubicBezTo>
                <a:cubicBezTo>
                  <a:pt x="111" y="5"/>
                  <a:pt x="111" y="5"/>
                  <a:pt x="111" y="5"/>
                </a:cubicBezTo>
                <a:cubicBezTo>
                  <a:pt x="111" y="5"/>
                  <a:pt x="112" y="5"/>
                  <a:pt x="112" y="5"/>
                </a:cubicBezTo>
                <a:cubicBezTo>
                  <a:pt x="112" y="6"/>
                  <a:pt x="112" y="6"/>
                  <a:pt x="112" y="6"/>
                </a:cubicBezTo>
                <a:cubicBezTo>
                  <a:pt x="112" y="6"/>
                  <a:pt x="112" y="6"/>
                  <a:pt x="112" y="6"/>
                </a:cubicBezTo>
                <a:cubicBezTo>
                  <a:pt x="112" y="7"/>
                  <a:pt x="112" y="7"/>
                  <a:pt x="112" y="7"/>
                </a:cubicBezTo>
                <a:cubicBezTo>
                  <a:pt x="112" y="7"/>
                  <a:pt x="111" y="7"/>
                  <a:pt x="111" y="7"/>
                </a:cubicBezTo>
                <a:cubicBezTo>
                  <a:pt x="111" y="7"/>
                  <a:pt x="110" y="7"/>
                  <a:pt x="110" y="7"/>
                </a:cubicBezTo>
                <a:cubicBezTo>
                  <a:pt x="110" y="7"/>
                  <a:pt x="110" y="7"/>
                  <a:pt x="110" y="7"/>
                </a:cubicBezTo>
                <a:cubicBezTo>
                  <a:pt x="109" y="7"/>
                  <a:pt x="109" y="8"/>
                  <a:pt x="109" y="8"/>
                </a:cubicBezTo>
                <a:cubicBezTo>
                  <a:pt x="109" y="8"/>
                  <a:pt x="109" y="8"/>
                  <a:pt x="109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1" y="9"/>
                  <a:pt x="111" y="9"/>
                </a:cubicBezTo>
                <a:cubicBezTo>
                  <a:pt x="112" y="8"/>
                  <a:pt x="112" y="8"/>
                  <a:pt x="113" y="7"/>
                </a:cubicBezTo>
                <a:cubicBezTo>
                  <a:pt x="113" y="7"/>
                  <a:pt x="113" y="7"/>
                  <a:pt x="113" y="7"/>
                </a:cubicBezTo>
                <a:cubicBezTo>
                  <a:pt x="113" y="7"/>
                  <a:pt x="113" y="7"/>
                  <a:pt x="114" y="8"/>
                </a:cubicBezTo>
                <a:cubicBezTo>
                  <a:pt x="114" y="8"/>
                  <a:pt x="114" y="8"/>
                  <a:pt x="114" y="8"/>
                </a:cubicBezTo>
                <a:cubicBezTo>
                  <a:pt x="114" y="8"/>
                  <a:pt x="114" y="8"/>
                  <a:pt x="113" y="8"/>
                </a:cubicBezTo>
                <a:cubicBezTo>
                  <a:pt x="113" y="8"/>
                  <a:pt x="113" y="9"/>
                  <a:pt x="113" y="9"/>
                </a:cubicBezTo>
                <a:cubicBezTo>
                  <a:pt x="112" y="9"/>
                  <a:pt x="112" y="9"/>
                  <a:pt x="111" y="10"/>
                </a:cubicBezTo>
                <a:cubicBezTo>
                  <a:pt x="111" y="10"/>
                  <a:pt x="111" y="10"/>
                  <a:pt x="111" y="10"/>
                </a:cubicBezTo>
                <a:cubicBezTo>
                  <a:pt x="111" y="10"/>
                  <a:pt x="111" y="10"/>
                  <a:pt x="111" y="10"/>
                </a:cubicBezTo>
                <a:cubicBezTo>
                  <a:pt x="111" y="11"/>
                  <a:pt x="111" y="11"/>
                  <a:pt x="112" y="11"/>
                </a:cubicBezTo>
                <a:cubicBezTo>
                  <a:pt x="112" y="12"/>
                  <a:pt x="113" y="12"/>
                  <a:pt x="113" y="12"/>
                </a:cubicBezTo>
                <a:cubicBezTo>
                  <a:pt x="114" y="13"/>
                  <a:pt x="114" y="13"/>
                  <a:pt x="115" y="13"/>
                </a:cubicBezTo>
                <a:cubicBezTo>
                  <a:pt x="117" y="14"/>
                  <a:pt x="118" y="14"/>
                  <a:pt x="118" y="15"/>
                </a:cubicBezTo>
                <a:close/>
                <a:moveTo>
                  <a:pt x="113" y="3"/>
                </a:moveTo>
                <a:cubicBezTo>
                  <a:pt x="113" y="3"/>
                  <a:pt x="113" y="3"/>
                  <a:pt x="113" y="3"/>
                </a:cubicBezTo>
                <a:cubicBezTo>
                  <a:pt x="113" y="3"/>
                  <a:pt x="113" y="3"/>
                  <a:pt x="114" y="3"/>
                </a:cubicBezTo>
                <a:cubicBezTo>
                  <a:pt x="114" y="4"/>
                  <a:pt x="114" y="4"/>
                  <a:pt x="114" y="4"/>
                </a:cubicBezTo>
                <a:cubicBezTo>
                  <a:pt x="115" y="4"/>
                  <a:pt x="115" y="5"/>
                  <a:pt x="115" y="5"/>
                </a:cubicBezTo>
                <a:cubicBezTo>
                  <a:pt x="115" y="5"/>
                  <a:pt x="115" y="5"/>
                  <a:pt x="114" y="5"/>
                </a:cubicBezTo>
                <a:cubicBezTo>
                  <a:pt x="114" y="5"/>
                  <a:pt x="114" y="5"/>
                  <a:pt x="113" y="5"/>
                </a:cubicBezTo>
                <a:cubicBezTo>
                  <a:pt x="113" y="5"/>
                  <a:pt x="113" y="5"/>
                  <a:pt x="113" y="5"/>
                </a:cubicBezTo>
                <a:cubicBezTo>
                  <a:pt x="112" y="5"/>
                  <a:pt x="112" y="5"/>
                  <a:pt x="112" y="4"/>
                </a:cubicBezTo>
                <a:cubicBezTo>
                  <a:pt x="112" y="4"/>
                  <a:pt x="112" y="4"/>
                  <a:pt x="112" y="4"/>
                </a:cubicBezTo>
                <a:cubicBezTo>
                  <a:pt x="112" y="4"/>
                  <a:pt x="112" y="3"/>
                  <a:pt x="112" y="3"/>
                </a:cubicBezTo>
                <a:cubicBezTo>
                  <a:pt x="112" y="3"/>
                  <a:pt x="113" y="3"/>
                  <a:pt x="113" y="3"/>
                </a:cubicBezTo>
                <a:close/>
                <a:moveTo>
                  <a:pt x="105" y="9"/>
                </a:moveTo>
                <a:cubicBezTo>
                  <a:pt x="105" y="9"/>
                  <a:pt x="105" y="9"/>
                  <a:pt x="105" y="9"/>
                </a:cubicBezTo>
                <a:cubicBezTo>
                  <a:pt x="105" y="9"/>
                  <a:pt x="105" y="9"/>
                  <a:pt x="106" y="9"/>
                </a:cubicBezTo>
                <a:cubicBezTo>
                  <a:pt x="106" y="10"/>
                  <a:pt x="107" y="10"/>
                  <a:pt x="107" y="10"/>
                </a:cubicBezTo>
                <a:cubicBezTo>
                  <a:pt x="107" y="11"/>
                  <a:pt x="106" y="11"/>
                  <a:pt x="106" y="11"/>
                </a:cubicBezTo>
                <a:cubicBezTo>
                  <a:pt x="105" y="11"/>
                  <a:pt x="105" y="11"/>
                  <a:pt x="105" y="11"/>
                </a:cubicBezTo>
                <a:cubicBezTo>
                  <a:pt x="105" y="11"/>
                  <a:pt x="104" y="11"/>
                  <a:pt x="104" y="10"/>
                </a:cubicBezTo>
                <a:cubicBezTo>
                  <a:pt x="104" y="10"/>
                  <a:pt x="104" y="10"/>
                  <a:pt x="104" y="10"/>
                </a:cubicBezTo>
                <a:cubicBezTo>
                  <a:pt x="104" y="9"/>
                  <a:pt x="104" y="9"/>
                  <a:pt x="104" y="9"/>
                </a:cubicBezTo>
                <a:cubicBezTo>
                  <a:pt x="104" y="9"/>
                  <a:pt x="105" y="9"/>
                  <a:pt x="105" y="9"/>
                </a:cubicBezTo>
                <a:close/>
                <a:moveTo>
                  <a:pt x="108" y="11"/>
                </a:moveTo>
                <a:cubicBezTo>
                  <a:pt x="108" y="11"/>
                  <a:pt x="107" y="11"/>
                  <a:pt x="107" y="11"/>
                </a:cubicBezTo>
                <a:cubicBezTo>
                  <a:pt x="107" y="12"/>
                  <a:pt x="107" y="12"/>
                  <a:pt x="107" y="12"/>
                </a:cubicBezTo>
                <a:cubicBezTo>
                  <a:pt x="106" y="12"/>
                  <a:pt x="106" y="12"/>
                  <a:pt x="106" y="13"/>
                </a:cubicBezTo>
                <a:cubicBezTo>
                  <a:pt x="106" y="13"/>
                  <a:pt x="105" y="14"/>
                  <a:pt x="104" y="14"/>
                </a:cubicBezTo>
                <a:cubicBezTo>
                  <a:pt x="104" y="14"/>
                  <a:pt x="104" y="14"/>
                  <a:pt x="104" y="15"/>
                </a:cubicBezTo>
                <a:cubicBezTo>
                  <a:pt x="104" y="15"/>
                  <a:pt x="104" y="15"/>
                  <a:pt x="104" y="15"/>
                </a:cubicBezTo>
                <a:cubicBezTo>
                  <a:pt x="103" y="15"/>
                  <a:pt x="103" y="15"/>
                  <a:pt x="103" y="15"/>
                </a:cubicBezTo>
                <a:cubicBezTo>
                  <a:pt x="103" y="15"/>
                  <a:pt x="103" y="15"/>
                  <a:pt x="103" y="15"/>
                </a:cubicBezTo>
                <a:cubicBezTo>
                  <a:pt x="102" y="14"/>
                  <a:pt x="102" y="14"/>
                  <a:pt x="102" y="14"/>
                </a:cubicBezTo>
                <a:cubicBezTo>
                  <a:pt x="102" y="14"/>
                  <a:pt x="102" y="14"/>
                  <a:pt x="103" y="14"/>
                </a:cubicBezTo>
                <a:cubicBezTo>
                  <a:pt x="103" y="13"/>
                  <a:pt x="104" y="13"/>
                  <a:pt x="104" y="13"/>
                </a:cubicBezTo>
                <a:cubicBezTo>
                  <a:pt x="105" y="12"/>
                  <a:pt x="106" y="11"/>
                  <a:pt x="107" y="11"/>
                </a:cubicBezTo>
                <a:cubicBezTo>
                  <a:pt x="107" y="11"/>
                  <a:pt x="107" y="11"/>
                  <a:pt x="107" y="11"/>
                </a:cubicBezTo>
                <a:cubicBezTo>
                  <a:pt x="107" y="11"/>
                  <a:pt x="108" y="11"/>
                  <a:pt x="108" y="11"/>
                </a:cubicBezTo>
                <a:close/>
                <a:moveTo>
                  <a:pt x="127" y="13"/>
                </a:moveTo>
                <a:cubicBezTo>
                  <a:pt x="127" y="13"/>
                  <a:pt x="127" y="13"/>
                  <a:pt x="127" y="14"/>
                </a:cubicBezTo>
                <a:cubicBezTo>
                  <a:pt x="127" y="14"/>
                  <a:pt x="127" y="14"/>
                  <a:pt x="128" y="14"/>
                </a:cubicBezTo>
                <a:cubicBezTo>
                  <a:pt x="128" y="14"/>
                  <a:pt x="129" y="15"/>
                  <a:pt x="129" y="15"/>
                </a:cubicBezTo>
                <a:cubicBezTo>
                  <a:pt x="130" y="15"/>
                  <a:pt x="130" y="15"/>
                  <a:pt x="131" y="15"/>
                </a:cubicBezTo>
                <a:cubicBezTo>
                  <a:pt x="131" y="16"/>
                  <a:pt x="132" y="16"/>
                  <a:pt x="134" y="16"/>
                </a:cubicBezTo>
                <a:cubicBezTo>
                  <a:pt x="135" y="17"/>
                  <a:pt x="135" y="17"/>
                  <a:pt x="135" y="17"/>
                </a:cubicBezTo>
                <a:cubicBezTo>
                  <a:pt x="135" y="17"/>
                  <a:pt x="135" y="17"/>
                  <a:pt x="135" y="17"/>
                </a:cubicBezTo>
                <a:cubicBezTo>
                  <a:pt x="134" y="18"/>
                  <a:pt x="134" y="18"/>
                  <a:pt x="133" y="18"/>
                </a:cubicBezTo>
                <a:cubicBezTo>
                  <a:pt x="133" y="18"/>
                  <a:pt x="132" y="18"/>
                  <a:pt x="131" y="18"/>
                </a:cubicBezTo>
                <a:cubicBezTo>
                  <a:pt x="131" y="18"/>
                  <a:pt x="130" y="17"/>
                  <a:pt x="130" y="17"/>
                </a:cubicBezTo>
                <a:cubicBezTo>
                  <a:pt x="130" y="17"/>
                  <a:pt x="129" y="17"/>
                  <a:pt x="129" y="17"/>
                </a:cubicBezTo>
                <a:cubicBezTo>
                  <a:pt x="129" y="17"/>
                  <a:pt x="129" y="17"/>
                  <a:pt x="129" y="17"/>
                </a:cubicBezTo>
                <a:cubicBezTo>
                  <a:pt x="129" y="16"/>
                  <a:pt x="129" y="16"/>
                  <a:pt x="129" y="16"/>
                </a:cubicBezTo>
                <a:cubicBezTo>
                  <a:pt x="128" y="15"/>
                  <a:pt x="128" y="15"/>
                  <a:pt x="127" y="15"/>
                </a:cubicBezTo>
                <a:cubicBezTo>
                  <a:pt x="126" y="15"/>
                  <a:pt x="126" y="14"/>
                  <a:pt x="126" y="14"/>
                </a:cubicBezTo>
                <a:cubicBezTo>
                  <a:pt x="125" y="14"/>
                  <a:pt x="125" y="14"/>
                  <a:pt x="124" y="14"/>
                </a:cubicBezTo>
                <a:cubicBezTo>
                  <a:pt x="124" y="13"/>
                  <a:pt x="123" y="13"/>
                  <a:pt x="123" y="13"/>
                </a:cubicBezTo>
                <a:cubicBezTo>
                  <a:pt x="123" y="13"/>
                  <a:pt x="123" y="13"/>
                  <a:pt x="123" y="14"/>
                </a:cubicBezTo>
                <a:cubicBezTo>
                  <a:pt x="123" y="14"/>
                  <a:pt x="122" y="14"/>
                  <a:pt x="122" y="14"/>
                </a:cubicBezTo>
                <a:cubicBezTo>
                  <a:pt x="122" y="14"/>
                  <a:pt x="122" y="15"/>
                  <a:pt x="122" y="15"/>
                </a:cubicBezTo>
                <a:cubicBezTo>
                  <a:pt x="122" y="15"/>
                  <a:pt x="122" y="15"/>
                  <a:pt x="122" y="15"/>
                </a:cubicBezTo>
                <a:cubicBezTo>
                  <a:pt x="121" y="15"/>
                  <a:pt x="121" y="15"/>
                  <a:pt x="120" y="15"/>
                </a:cubicBezTo>
                <a:cubicBezTo>
                  <a:pt x="120" y="16"/>
                  <a:pt x="119" y="16"/>
                  <a:pt x="119" y="16"/>
                </a:cubicBezTo>
                <a:cubicBezTo>
                  <a:pt x="119" y="16"/>
                  <a:pt x="119" y="16"/>
                  <a:pt x="118" y="16"/>
                </a:cubicBezTo>
                <a:cubicBezTo>
                  <a:pt x="118" y="15"/>
                  <a:pt x="118" y="15"/>
                  <a:pt x="118" y="15"/>
                </a:cubicBezTo>
                <a:cubicBezTo>
                  <a:pt x="118" y="15"/>
                  <a:pt x="119" y="15"/>
                  <a:pt x="119" y="15"/>
                </a:cubicBezTo>
                <a:cubicBezTo>
                  <a:pt x="120" y="15"/>
                  <a:pt x="120" y="15"/>
                  <a:pt x="121" y="14"/>
                </a:cubicBezTo>
                <a:cubicBezTo>
                  <a:pt x="121" y="14"/>
                  <a:pt x="122" y="13"/>
                  <a:pt x="122" y="12"/>
                </a:cubicBezTo>
                <a:cubicBezTo>
                  <a:pt x="123" y="11"/>
                  <a:pt x="123" y="11"/>
                  <a:pt x="123" y="11"/>
                </a:cubicBezTo>
                <a:cubicBezTo>
                  <a:pt x="123" y="11"/>
                  <a:pt x="123" y="11"/>
                  <a:pt x="123" y="11"/>
                </a:cubicBezTo>
                <a:cubicBezTo>
                  <a:pt x="123" y="10"/>
                  <a:pt x="123" y="10"/>
                  <a:pt x="123" y="10"/>
                </a:cubicBezTo>
                <a:cubicBezTo>
                  <a:pt x="122" y="10"/>
                  <a:pt x="122" y="11"/>
                  <a:pt x="122" y="11"/>
                </a:cubicBezTo>
                <a:cubicBezTo>
                  <a:pt x="122" y="11"/>
                  <a:pt x="121" y="11"/>
                  <a:pt x="121" y="11"/>
                </a:cubicBezTo>
                <a:cubicBezTo>
                  <a:pt x="120" y="11"/>
                  <a:pt x="120" y="11"/>
                  <a:pt x="120" y="11"/>
                </a:cubicBezTo>
                <a:cubicBezTo>
                  <a:pt x="120" y="11"/>
                  <a:pt x="119" y="11"/>
                  <a:pt x="119" y="11"/>
                </a:cubicBezTo>
                <a:cubicBezTo>
                  <a:pt x="119" y="11"/>
                  <a:pt x="119" y="11"/>
                  <a:pt x="119" y="11"/>
                </a:cubicBezTo>
                <a:cubicBezTo>
                  <a:pt x="119" y="11"/>
                  <a:pt x="119" y="11"/>
                  <a:pt x="119" y="10"/>
                </a:cubicBezTo>
                <a:cubicBezTo>
                  <a:pt x="119" y="10"/>
                  <a:pt x="119" y="10"/>
                  <a:pt x="119" y="10"/>
                </a:cubicBezTo>
                <a:cubicBezTo>
                  <a:pt x="120" y="10"/>
                  <a:pt x="121" y="10"/>
                  <a:pt x="123" y="9"/>
                </a:cubicBezTo>
                <a:cubicBezTo>
                  <a:pt x="124" y="9"/>
                  <a:pt x="126" y="8"/>
                  <a:pt x="127" y="8"/>
                </a:cubicBezTo>
                <a:cubicBezTo>
                  <a:pt x="127" y="8"/>
                  <a:pt x="127" y="8"/>
                  <a:pt x="127" y="8"/>
                </a:cubicBezTo>
                <a:cubicBezTo>
                  <a:pt x="127" y="8"/>
                  <a:pt x="127" y="8"/>
                  <a:pt x="127" y="8"/>
                </a:cubicBezTo>
                <a:cubicBezTo>
                  <a:pt x="126" y="7"/>
                  <a:pt x="126" y="7"/>
                  <a:pt x="126" y="7"/>
                </a:cubicBezTo>
                <a:cubicBezTo>
                  <a:pt x="126" y="7"/>
                  <a:pt x="126" y="7"/>
                  <a:pt x="125" y="7"/>
                </a:cubicBezTo>
                <a:cubicBezTo>
                  <a:pt x="125" y="8"/>
                  <a:pt x="125" y="8"/>
                  <a:pt x="125" y="8"/>
                </a:cubicBezTo>
                <a:cubicBezTo>
                  <a:pt x="125" y="8"/>
                  <a:pt x="124" y="8"/>
                  <a:pt x="124" y="8"/>
                </a:cubicBezTo>
                <a:cubicBezTo>
                  <a:pt x="124" y="8"/>
                  <a:pt x="124" y="8"/>
                  <a:pt x="123" y="7"/>
                </a:cubicBezTo>
                <a:cubicBezTo>
                  <a:pt x="123" y="7"/>
                  <a:pt x="123" y="7"/>
                  <a:pt x="123" y="6"/>
                </a:cubicBezTo>
                <a:cubicBezTo>
                  <a:pt x="123" y="5"/>
                  <a:pt x="123" y="4"/>
                  <a:pt x="123" y="3"/>
                </a:cubicBezTo>
                <a:cubicBezTo>
                  <a:pt x="123" y="3"/>
                  <a:pt x="123" y="2"/>
                  <a:pt x="124" y="2"/>
                </a:cubicBezTo>
                <a:cubicBezTo>
                  <a:pt x="124" y="2"/>
                  <a:pt x="124" y="2"/>
                  <a:pt x="125" y="2"/>
                </a:cubicBezTo>
                <a:cubicBezTo>
                  <a:pt x="126" y="2"/>
                  <a:pt x="127" y="2"/>
                  <a:pt x="128" y="2"/>
                </a:cubicBezTo>
                <a:cubicBezTo>
                  <a:pt x="128" y="2"/>
                  <a:pt x="129" y="2"/>
                  <a:pt x="129" y="2"/>
                </a:cubicBezTo>
                <a:cubicBezTo>
                  <a:pt x="129" y="2"/>
                  <a:pt x="130" y="2"/>
                  <a:pt x="130" y="2"/>
                </a:cubicBezTo>
                <a:cubicBezTo>
                  <a:pt x="130" y="2"/>
                  <a:pt x="130" y="2"/>
                  <a:pt x="129" y="3"/>
                </a:cubicBezTo>
                <a:cubicBezTo>
                  <a:pt x="129" y="3"/>
                  <a:pt x="129" y="3"/>
                  <a:pt x="129" y="3"/>
                </a:cubicBezTo>
                <a:cubicBezTo>
                  <a:pt x="129" y="4"/>
                  <a:pt x="129" y="4"/>
                  <a:pt x="129" y="4"/>
                </a:cubicBezTo>
                <a:lnTo>
                  <a:pt x="129" y="6"/>
                </a:lnTo>
                <a:cubicBezTo>
                  <a:pt x="129" y="7"/>
                  <a:pt x="129" y="7"/>
                  <a:pt x="129" y="7"/>
                </a:cubicBezTo>
                <a:cubicBezTo>
                  <a:pt x="129" y="8"/>
                  <a:pt x="129" y="8"/>
                  <a:pt x="129" y="8"/>
                </a:cubicBezTo>
                <a:cubicBezTo>
                  <a:pt x="129" y="8"/>
                  <a:pt x="129" y="8"/>
                  <a:pt x="129" y="8"/>
                </a:cubicBezTo>
                <a:cubicBezTo>
                  <a:pt x="129" y="8"/>
                  <a:pt x="130" y="8"/>
                  <a:pt x="130" y="8"/>
                </a:cubicBezTo>
                <a:cubicBezTo>
                  <a:pt x="130" y="8"/>
                  <a:pt x="130" y="8"/>
                  <a:pt x="131" y="8"/>
                </a:cubicBezTo>
                <a:cubicBezTo>
                  <a:pt x="131" y="8"/>
                  <a:pt x="131" y="8"/>
                  <a:pt x="131" y="8"/>
                </a:cubicBezTo>
                <a:cubicBezTo>
                  <a:pt x="131" y="8"/>
                  <a:pt x="131" y="8"/>
                  <a:pt x="131" y="9"/>
                </a:cubicBezTo>
                <a:cubicBezTo>
                  <a:pt x="131" y="9"/>
                  <a:pt x="131" y="9"/>
                  <a:pt x="131" y="9"/>
                </a:cubicBezTo>
                <a:cubicBezTo>
                  <a:pt x="131" y="9"/>
                  <a:pt x="131" y="10"/>
                  <a:pt x="131" y="10"/>
                </a:cubicBezTo>
                <a:cubicBezTo>
                  <a:pt x="130" y="10"/>
                  <a:pt x="130" y="10"/>
                  <a:pt x="129" y="10"/>
                </a:cubicBezTo>
                <a:cubicBezTo>
                  <a:pt x="128" y="10"/>
                  <a:pt x="128" y="10"/>
                  <a:pt x="127" y="10"/>
                </a:cubicBezTo>
                <a:cubicBezTo>
                  <a:pt x="127" y="10"/>
                  <a:pt x="127" y="10"/>
                  <a:pt x="127" y="10"/>
                </a:cubicBezTo>
                <a:cubicBezTo>
                  <a:pt x="127" y="10"/>
                  <a:pt x="127" y="10"/>
                  <a:pt x="127" y="10"/>
                </a:cubicBezTo>
                <a:cubicBezTo>
                  <a:pt x="127" y="10"/>
                  <a:pt x="127" y="11"/>
                  <a:pt x="127" y="11"/>
                </a:cubicBezTo>
                <a:cubicBezTo>
                  <a:pt x="127" y="11"/>
                  <a:pt x="127" y="11"/>
                  <a:pt x="128" y="11"/>
                </a:cubicBezTo>
                <a:cubicBezTo>
                  <a:pt x="128" y="11"/>
                  <a:pt x="128" y="11"/>
                  <a:pt x="128" y="11"/>
                </a:cubicBezTo>
                <a:cubicBezTo>
                  <a:pt x="128" y="10"/>
                  <a:pt x="129" y="10"/>
                  <a:pt x="129" y="10"/>
                </a:cubicBezTo>
                <a:cubicBezTo>
                  <a:pt x="129" y="10"/>
                  <a:pt x="129" y="11"/>
                  <a:pt x="129" y="11"/>
                </a:cubicBezTo>
                <a:cubicBezTo>
                  <a:pt x="129" y="11"/>
                  <a:pt x="129" y="11"/>
                  <a:pt x="129" y="11"/>
                </a:cubicBezTo>
                <a:cubicBezTo>
                  <a:pt x="129" y="11"/>
                  <a:pt x="129" y="12"/>
                  <a:pt x="129" y="12"/>
                </a:cubicBezTo>
                <a:cubicBezTo>
                  <a:pt x="129" y="12"/>
                  <a:pt x="129" y="12"/>
                  <a:pt x="128" y="12"/>
                </a:cubicBezTo>
                <a:cubicBezTo>
                  <a:pt x="128" y="12"/>
                  <a:pt x="128" y="12"/>
                  <a:pt x="127" y="12"/>
                </a:cubicBezTo>
                <a:cubicBezTo>
                  <a:pt x="127" y="12"/>
                  <a:pt x="127" y="12"/>
                  <a:pt x="127" y="12"/>
                </a:cubicBezTo>
                <a:cubicBezTo>
                  <a:pt x="127" y="12"/>
                  <a:pt x="127" y="13"/>
                  <a:pt x="127" y="13"/>
                </a:cubicBezTo>
                <a:cubicBezTo>
                  <a:pt x="127" y="13"/>
                  <a:pt x="127" y="13"/>
                  <a:pt x="127" y="13"/>
                </a:cubicBezTo>
                <a:close/>
                <a:moveTo>
                  <a:pt x="148" y="11"/>
                </a:moveTo>
                <a:cubicBezTo>
                  <a:pt x="148" y="12"/>
                  <a:pt x="148" y="13"/>
                  <a:pt x="148" y="14"/>
                </a:cubicBezTo>
                <a:cubicBezTo>
                  <a:pt x="148" y="15"/>
                  <a:pt x="148" y="15"/>
                  <a:pt x="148" y="16"/>
                </a:cubicBezTo>
                <a:cubicBezTo>
                  <a:pt x="148" y="16"/>
                  <a:pt x="148" y="16"/>
                  <a:pt x="148" y="17"/>
                </a:cubicBezTo>
                <a:cubicBezTo>
                  <a:pt x="148" y="17"/>
                  <a:pt x="148" y="17"/>
                  <a:pt x="148" y="17"/>
                </a:cubicBezTo>
                <a:cubicBezTo>
                  <a:pt x="148" y="18"/>
                  <a:pt x="148" y="18"/>
                  <a:pt x="148" y="18"/>
                </a:cubicBezTo>
                <a:cubicBezTo>
                  <a:pt x="148" y="18"/>
                  <a:pt x="147" y="18"/>
                  <a:pt x="146" y="17"/>
                </a:cubicBezTo>
                <a:cubicBezTo>
                  <a:pt x="145" y="17"/>
                  <a:pt x="144" y="16"/>
                  <a:pt x="144" y="16"/>
                </a:cubicBezTo>
                <a:cubicBezTo>
                  <a:pt x="143" y="16"/>
                  <a:pt x="143" y="15"/>
                  <a:pt x="143" y="15"/>
                </a:cubicBezTo>
                <a:cubicBezTo>
                  <a:pt x="143" y="15"/>
                  <a:pt x="143" y="15"/>
                  <a:pt x="143" y="15"/>
                </a:cubicBezTo>
                <a:cubicBezTo>
                  <a:pt x="143" y="15"/>
                  <a:pt x="143" y="15"/>
                  <a:pt x="143" y="15"/>
                </a:cubicBezTo>
                <a:cubicBezTo>
                  <a:pt x="144" y="16"/>
                  <a:pt x="145" y="16"/>
                  <a:pt x="146" y="16"/>
                </a:cubicBezTo>
                <a:cubicBezTo>
                  <a:pt x="146" y="16"/>
                  <a:pt x="147" y="16"/>
                  <a:pt x="147" y="16"/>
                </a:cubicBezTo>
                <a:cubicBezTo>
                  <a:pt x="147" y="16"/>
                  <a:pt x="147" y="15"/>
                  <a:pt x="147" y="15"/>
                </a:cubicBezTo>
                <a:cubicBezTo>
                  <a:pt x="147" y="14"/>
                  <a:pt x="147" y="14"/>
                  <a:pt x="147" y="12"/>
                </a:cubicBezTo>
                <a:cubicBezTo>
                  <a:pt x="147" y="11"/>
                  <a:pt x="146" y="9"/>
                  <a:pt x="146" y="8"/>
                </a:cubicBezTo>
                <a:lnTo>
                  <a:pt x="146" y="5"/>
                </a:lnTo>
                <a:lnTo>
                  <a:pt x="146" y="3"/>
                </a:lnTo>
                <a:cubicBezTo>
                  <a:pt x="146" y="3"/>
                  <a:pt x="147" y="3"/>
                  <a:pt x="147" y="3"/>
                </a:cubicBezTo>
                <a:cubicBezTo>
                  <a:pt x="147" y="3"/>
                  <a:pt x="147" y="3"/>
                  <a:pt x="148" y="3"/>
                </a:cubicBezTo>
                <a:cubicBezTo>
                  <a:pt x="148" y="3"/>
                  <a:pt x="148" y="3"/>
                  <a:pt x="148" y="3"/>
                </a:cubicBezTo>
                <a:cubicBezTo>
                  <a:pt x="148" y="4"/>
                  <a:pt x="148" y="4"/>
                  <a:pt x="148" y="4"/>
                </a:cubicBezTo>
                <a:cubicBezTo>
                  <a:pt x="148" y="4"/>
                  <a:pt x="148" y="5"/>
                  <a:pt x="148" y="6"/>
                </a:cubicBezTo>
                <a:cubicBezTo>
                  <a:pt x="148" y="6"/>
                  <a:pt x="148" y="6"/>
                  <a:pt x="148" y="7"/>
                </a:cubicBezTo>
                <a:cubicBezTo>
                  <a:pt x="148" y="9"/>
                  <a:pt x="148" y="9"/>
                  <a:pt x="148" y="10"/>
                </a:cubicBezTo>
                <a:lnTo>
                  <a:pt x="148" y="11"/>
                </a:lnTo>
                <a:close/>
                <a:moveTo>
                  <a:pt x="143" y="7"/>
                </a:moveTo>
                <a:cubicBezTo>
                  <a:pt x="143" y="7"/>
                  <a:pt x="143" y="7"/>
                  <a:pt x="142" y="7"/>
                </a:cubicBezTo>
                <a:cubicBezTo>
                  <a:pt x="142" y="7"/>
                  <a:pt x="142" y="7"/>
                  <a:pt x="141" y="7"/>
                </a:cubicBezTo>
                <a:cubicBezTo>
                  <a:pt x="141" y="7"/>
                  <a:pt x="141" y="7"/>
                  <a:pt x="141" y="7"/>
                </a:cubicBezTo>
                <a:cubicBezTo>
                  <a:pt x="141" y="7"/>
                  <a:pt x="141" y="7"/>
                  <a:pt x="140" y="7"/>
                </a:cubicBezTo>
                <a:cubicBezTo>
                  <a:pt x="140" y="7"/>
                  <a:pt x="140" y="6"/>
                  <a:pt x="140" y="6"/>
                </a:cubicBezTo>
                <a:cubicBezTo>
                  <a:pt x="140" y="6"/>
                  <a:pt x="140" y="7"/>
                  <a:pt x="140" y="7"/>
                </a:cubicBezTo>
                <a:cubicBezTo>
                  <a:pt x="139" y="7"/>
                  <a:pt x="139" y="7"/>
                  <a:pt x="139" y="7"/>
                </a:cubicBezTo>
                <a:cubicBezTo>
                  <a:pt x="138" y="8"/>
                  <a:pt x="138" y="8"/>
                  <a:pt x="138" y="9"/>
                </a:cubicBezTo>
                <a:cubicBezTo>
                  <a:pt x="138" y="9"/>
                  <a:pt x="137" y="9"/>
                  <a:pt x="137" y="10"/>
                </a:cubicBezTo>
                <a:cubicBezTo>
                  <a:pt x="137" y="10"/>
                  <a:pt x="138" y="10"/>
                  <a:pt x="138" y="10"/>
                </a:cubicBezTo>
                <a:cubicBezTo>
                  <a:pt x="138" y="10"/>
                  <a:pt x="138" y="10"/>
                  <a:pt x="138" y="10"/>
                </a:cubicBezTo>
                <a:cubicBezTo>
                  <a:pt x="139" y="9"/>
                  <a:pt x="140" y="9"/>
                  <a:pt x="141" y="9"/>
                </a:cubicBezTo>
                <a:cubicBezTo>
                  <a:pt x="141" y="9"/>
                  <a:pt x="141" y="9"/>
                  <a:pt x="141" y="9"/>
                </a:cubicBezTo>
                <a:cubicBezTo>
                  <a:pt x="142" y="9"/>
                  <a:pt x="142" y="9"/>
                  <a:pt x="142" y="9"/>
                </a:cubicBezTo>
                <a:cubicBezTo>
                  <a:pt x="142" y="9"/>
                  <a:pt x="142" y="9"/>
                  <a:pt x="142" y="9"/>
                </a:cubicBezTo>
                <a:cubicBezTo>
                  <a:pt x="142" y="10"/>
                  <a:pt x="142" y="10"/>
                  <a:pt x="142" y="10"/>
                </a:cubicBezTo>
                <a:cubicBezTo>
                  <a:pt x="142" y="11"/>
                  <a:pt x="141" y="11"/>
                  <a:pt x="141" y="12"/>
                </a:cubicBezTo>
                <a:cubicBezTo>
                  <a:pt x="141" y="12"/>
                  <a:pt x="141" y="13"/>
                  <a:pt x="141" y="13"/>
                </a:cubicBezTo>
                <a:cubicBezTo>
                  <a:pt x="141" y="13"/>
                  <a:pt x="140" y="13"/>
                  <a:pt x="140" y="13"/>
                </a:cubicBezTo>
                <a:cubicBezTo>
                  <a:pt x="140" y="13"/>
                  <a:pt x="139" y="13"/>
                  <a:pt x="139" y="13"/>
                </a:cubicBezTo>
                <a:cubicBezTo>
                  <a:pt x="139" y="13"/>
                  <a:pt x="139" y="13"/>
                  <a:pt x="139" y="13"/>
                </a:cubicBezTo>
                <a:cubicBezTo>
                  <a:pt x="139" y="13"/>
                  <a:pt x="139" y="13"/>
                  <a:pt x="139" y="13"/>
                </a:cubicBezTo>
                <a:cubicBezTo>
                  <a:pt x="139" y="13"/>
                  <a:pt x="139" y="13"/>
                  <a:pt x="139" y="14"/>
                </a:cubicBezTo>
                <a:cubicBezTo>
                  <a:pt x="138" y="14"/>
                  <a:pt x="138" y="14"/>
                  <a:pt x="138" y="15"/>
                </a:cubicBezTo>
                <a:cubicBezTo>
                  <a:pt x="138" y="15"/>
                  <a:pt x="138" y="15"/>
                  <a:pt x="139" y="15"/>
                </a:cubicBezTo>
                <a:cubicBezTo>
                  <a:pt x="139" y="15"/>
                  <a:pt x="139" y="15"/>
                  <a:pt x="139" y="15"/>
                </a:cubicBezTo>
                <a:cubicBezTo>
                  <a:pt x="139" y="15"/>
                  <a:pt x="140" y="15"/>
                  <a:pt x="140" y="15"/>
                </a:cubicBezTo>
                <a:cubicBezTo>
                  <a:pt x="140" y="15"/>
                  <a:pt x="140" y="15"/>
                  <a:pt x="141" y="15"/>
                </a:cubicBezTo>
                <a:cubicBezTo>
                  <a:pt x="141" y="15"/>
                  <a:pt x="141" y="14"/>
                  <a:pt x="141" y="14"/>
                </a:cubicBezTo>
                <a:cubicBezTo>
                  <a:pt x="141" y="14"/>
                  <a:pt x="141" y="13"/>
                  <a:pt x="141" y="13"/>
                </a:cubicBezTo>
                <a:cubicBezTo>
                  <a:pt x="141" y="13"/>
                  <a:pt x="141" y="14"/>
                  <a:pt x="142" y="14"/>
                </a:cubicBezTo>
                <a:cubicBezTo>
                  <a:pt x="142" y="15"/>
                  <a:pt x="142" y="15"/>
                  <a:pt x="142" y="16"/>
                </a:cubicBezTo>
                <a:cubicBezTo>
                  <a:pt x="142" y="16"/>
                  <a:pt x="142" y="16"/>
                  <a:pt x="141" y="16"/>
                </a:cubicBezTo>
                <a:cubicBezTo>
                  <a:pt x="141" y="16"/>
                  <a:pt x="141" y="16"/>
                  <a:pt x="141" y="16"/>
                </a:cubicBezTo>
                <a:cubicBezTo>
                  <a:pt x="140" y="16"/>
                  <a:pt x="140" y="16"/>
                  <a:pt x="139" y="16"/>
                </a:cubicBezTo>
                <a:cubicBezTo>
                  <a:pt x="139" y="16"/>
                  <a:pt x="138" y="16"/>
                  <a:pt x="138" y="16"/>
                </a:cubicBezTo>
                <a:cubicBezTo>
                  <a:pt x="138" y="16"/>
                  <a:pt x="137" y="15"/>
                  <a:pt x="137" y="14"/>
                </a:cubicBezTo>
                <a:cubicBezTo>
                  <a:pt x="137" y="14"/>
                  <a:pt x="138" y="13"/>
                  <a:pt x="138" y="13"/>
                </a:cubicBezTo>
                <a:cubicBezTo>
                  <a:pt x="138" y="12"/>
                  <a:pt x="138" y="12"/>
                  <a:pt x="138" y="11"/>
                </a:cubicBezTo>
                <a:cubicBezTo>
                  <a:pt x="138" y="11"/>
                  <a:pt x="138" y="11"/>
                  <a:pt x="138" y="11"/>
                </a:cubicBezTo>
                <a:cubicBezTo>
                  <a:pt x="138" y="11"/>
                  <a:pt x="139" y="11"/>
                  <a:pt x="139" y="11"/>
                </a:cubicBezTo>
                <a:cubicBezTo>
                  <a:pt x="139" y="11"/>
                  <a:pt x="139" y="11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40" y="12"/>
                  <a:pt x="140" y="12"/>
                  <a:pt x="140" y="11"/>
                </a:cubicBezTo>
                <a:cubicBezTo>
                  <a:pt x="140" y="11"/>
                  <a:pt x="140" y="11"/>
                  <a:pt x="140" y="10"/>
                </a:cubicBezTo>
                <a:cubicBezTo>
                  <a:pt x="140" y="10"/>
                  <a:pt x="140" y="10"/>
                  <a:pt x="140" y="10"/>
                </a:cubicBezTo>
                <a:cubicBezTo>
                  <a:pt x="139" y="10"/>
                  <a:pt x="139" y="10"/>
                  <a:pt x="138" y="11"/>
                </a:cubicBezTo>
                <a:cubicBezTo>
                  <a:pt x="138" y="11"/>
                  <a:pt x="138" y="11"/>
                  <a:pt x="138" y="11"/>
                </a:cubicBezTo>
                <a:cubicBezTo>
                  <a:pt x="138" y="11"/>
                  <a:pt x="138" y="11"/>
                  <a:pt x="137" y="11"/>
                </a:cubicBezTo>
                <a:cubicBezTo>
                  <a:pt x="137" y="11"/>
                  <a:pt x="137" y="11"/>
                  <a:pt x="137" y="11"/>
                </a:cubicBezTo>
                <a:cubicBezTo>
                  <a:pt x="137" y="11"/>
                  <a:pt x="137" y="11"/>
                  <a:pt x="137" y="11"/>
                </a:cubicBezTo>
                <a:cubicBezTo>
                  <a:pt x="137" y="11"/>
                  <a:pt x="137" y="11"/>
                  <a:pt x="136" y="12"/>
                </a:cubicBezTo>
                <a:cubicBezTo>
                  <a:pt x="135" y="12"/>
                  <a:pt x="135" y="12"/>
                  <a:pt x="135" y="12"/>
                </a:cubicBezTo>
                <a:cubicBezTo>
                  <a:pt x="134" y="12"/>
                  <a:pt x="134" y="12"/>
                  <a:pt x="134" y="12"/>
                </a:cubicBezTo>
                <a:cubicBezTo>
                  <a:pt x="134" y="12"/>
                  <a:pt x="133" y="12"/>
                  <a:pt x="133" y="12"/>
                </a:cubicBezTo>
                <a:cubicBezTo>
                  <a:pt x="133" y="12"/>
                  <a:pt x="134" y="12"/>
                  <a:pt x="134" y="12"/>
                </a:cubicBezTo>
                <a:cubicBezTo>
                  <a:pt x="134" y="11"/>
                  <a:pt x="135" y="11"/>
                  <a:pt x="135" y="10"/>
                </a:cubicBezTo>
                <a:cubicBezTo>
                  <a:pt x="136" y="10"/>
                  <a:pt x="136" y="9"/>
                  <a:pt x="137" y="8"/>
                </a:cubicBezTo>
                <a:cubicBezTo>
                  <a:pt x="137" y="8"/>
                  <a:pt x="138" y="7"/>
                  <a:pt x="138" y="7"/>
                </a:cubicBezTo>
                <a:cubicBezTo>
                  <a:pt x="138" y="7"/>
                  <a:pt x="138" y="6"/>
                  <a:pt x="139" y="6"/>
                </a:cubicBezTo>
                <a:cubicBezTo>
                  <a:pt x="139" y="5"/>
                  <a:pt x="140" y="4"/>
                  <a:pt x="140" y="4"/>
                </a:cubicBezTo>
                <a:cubicBezTo>
                  <a:pt x="140" y="4"/>
                  <a:pt x="140" y="4"/>
                  <a:pt x="140" y="4"/>
                </a:cubicBezTo>
                <a:cubicBezTo>
                  <a:pt x="140" y="4"/>
                  <a:pt x="141" y="3"/>
                  <a:pt x="141" y="3"/>
                </a:cubicBezTo>
                <a:cubicBezTo>
                  <a:pt x="141" y="3"/>
                  <a:pt x="141" y="4"/>
                  <a:pt x="141" y="4"/>
                </a:cubicBezTo>
                <a:cubicBezTo>
                  <a:pt x="141" y="4"/>
                  <a:pt x="141" y="4"/>
                  <a:pt x="141" y="4"/>
                </a:cubicBezTo>
                <a:cubicBezTo>
                  <a:pt x="141" y="5"/>
                  <a:pt x="141" y="5"/>
                  <a:pt x="141" y="5"/>
                </a:cubicBezTo>
                <a:cubicBezTo>
                  <a:pt x="141" y="5"/>
                  <a:pt x="141" y="5"/>
                  <a:pt x="141" y="6"/>
                </a:cubicBezTo>
                <a:cubicBezTo>
                  <a:pt x="141" y="6"/>
                  <a:pt x="141" y="6"/>
                  <a:pt x="141" y="6"/>
                </a:cubicBezTo>
                <a:cubicBezTo>
                  <a:pt x="141" y="6"/>
                  <a:pt x="141" y="6"/>
                  <a:pt x="142" y="6"/>
                </a:cubicBezTo>
                <a:cubicBezTo>
                  <a:pt x="142" y="6"/>
                  <a:pt x="143" y="6"/>
                  <a:pt x="143" y="7"/>
                </a:cubicBezTo>
                <a:close/>
                <a:moveTo>
                  <a:pt x="145" y="8"/>
                </a:moveTo>
                <a:cubicBezTo>
                  <a:pt x="145" y="8"/>
                  <a:pt x="145" y="8"/>
                  <a:pt x="145" y="8"/>
                </a:cubicBezTo>
                <a:cubicBezTo>
                  <a:pt x="145" y="8"/>
                  <a:pt x="145" y="9"/>
                  <a:pt x="145" y="9"/>
                </a:cubicBezTo>
                <a:cubicBezTo>
                  <a:pt x="145" y="9"/>
                  <a:pt x="145" y="10"/>
                  <a:pt x="145" y="10"/>
                </a:cubicBezTo>
                <a:cubicBezTo>
                  <a:pt x="145" y="11"/>
                  <a:pt x="145" y="11"/>
                  <a:pt x="144" y="11"/>
                </a:cubicBezTo>
                <a:cubicBezTo>
                  <a:pt x="144" y="11"/>
                  <a:pt x="144" y="11"/>
                  <a:pt x="144" y="11"/>
                </a:cubicBezTo>
                <a:cubicBezTo>
                  <a:pt x="144" y="11"/>
                  <a:pt x="143" y="11"/>
                  <a:pt x="143" y="10"/>
                </a:cubicBezTo>
                <a:cubicBezTo>
                  <a:pt x="143" y="9"/>
                  <a:pt x="143" y="9"/>
                  <a:pt x="143" y="9"/>
                </a:cubicBezTo>
                <a:lnTo>
                  <a:pt x="143" y="8"/>
                </a:lnTo>
                <a:cubicBezTo>
                  <a:pt x="143" y="8"/>
                  <a:pt x="143" y="8"/>
                  <a:pt x="144" y="8"/>
                </a:cubicBezTo>
                <a:cubicBezTo>
                  <a:pt x="144" y="8"/>
                  <a:pt x="144" y="8"/>
                  <a:pt x="144" y="8"/>
                </a:cubicBezTo>
                <a:cubicBezTo>
                  <a:pt x="145" y="8"/>
                  <a:pt x="145" y="8"/>
                  <a:pt x="145" y="8"/>
                </a:cubicBezTo>
                <a:cubicBezTo>
                  <a:pt x="145" y="8"/>
                  <a:pt x="145" y="8"/>
                  <a:pt x="145" y="8"/>
                </a:cubicBezTo>
                <a:close/>
                <a:moveTo>
                  <a:pt x="157" y="2"/>
                </a:moveTo>
                <a:cubicBezTo>
                  <a:pt x="157" y="2"/>
                  <a:pt x="158" y="2"/>
                  <a:pt x="158" y="2"/>
                </a:cubicBezTo>
                <a:cubicBezTo>
                  <a:pt x="158" y="2"/>
                  <a:pt x="158" y="2"/>
                  <a:pt x="158" y="3"/>
                </a:cubicBezTo>
                <a:cubicBezTo>
                  <a:pt x="158" y="3"/>
                  <a:pt x="158" y="3"/>
                  <a:pt x="158" y="3"/>
                </a:cubicBezTo>
                <a:cubicBezTo>
                  <a:pt x="158" y="3"/>
                  <a:pt x="158" y="4"/>
                  <a:pt x="158" y="4"/>
                </a:cubicBezTo>
                <a:cubicBezTo>
                  <a:pt x="158" y="4"/>
                  <a:pt x="158" y="4"/>
                  <a:pt x="158" y="4"/>
                </a:cubicBezTo>
                <a:cubicBezTo>
                  <a:pt x="158" y="4"/>
                  <a:pt x="158" y="4"/>
                  <a:pt x="158" y="4"/>
                </a:cubicBezTo>
                <a:cubicBezTo>
                  <a:pt x="158" y="4"/>
                  <a:pt x="157" y="4"/>
                  <a:pt x="157" y="4"/>
                </a:cubicBezTo>
                <a:cubicBezTo>
                  <a:pt x="157" y="4"/>
                  <a:pt x="156" y="4"/>
                  <a:pt x="156" y="3"/>
                </a:cubicBezTo>
                <a:cubicBezTo>
                  <a:pt x="156" y="3"/>
                  <a:pt x="157" y="3"/>
                  <a:pt x="157" y="2"/>
                </a:cubicBezTo>
                <a:cubicBezTo>
                  <a:pt x="157" y="2"/>
                  <a:pt x="157" y="2"/>
                  <a:pt x="157" y="2"/>
                </a:cubicBezTo>
                <a:close/>
                <a:moveTo>
                  <a:pt x="159" y="5"/>
                </a:moveTo>
                <a:cubicBezTo>
                  <a:pt x="159" y="5"/>
                  <a:pt x="159" y="6"/>
                  <a:pt x="159" y="6"/>
                </a:cubicBezTo>
                <a:cubicBezTo>
                  <a:pt x="159" y="6"/>
                  <a:pt x="159" y="6"/>
                  <a:pt x="159" y="6"/>
                </a:cubicBezTo>
                <a:cubicBezTo>
                  <a:pt x="159" y="6"/>
                  <a:pt x="158" y="6"/>
                  <a:pt x="158" y="6"/>
                </a:cubicBezTo>
                <a:cubicBezTo>
                  <a:pt x="158" y="6"/>
                  <a:pt x="158" y="6"/>
                  <a:pt x="159" y="6"/>
                </a:cubicBezTo>
                <a:cubicBezTo>
                  <a:pt x="159" y="6"/>
                  <a:pt x="159" y="7"/>
                  <a:pt x="159" y="7"/>
                </a:cubicBezTo>
                <a:cubicBezTo>
                  <a:pt x="159" y="7"/>
                  <a:pt x="159" y="7"/>
                  <a:pt x="159" y="7"/>
                </a:cubicBezTo>
                <a:cubicBezTo>
                  <a:pt x="159" y="7"/>
                  <a:pt x="159" y="7"/>
                  <a:pt x="159" y="7"/>
                </a:cubicBezTo>
                <a:cubicBezTo>
                  <a:pt x="159" y="8"/>
                  <a:pt x="159" y="8"/>
                  <a:pt x="158" y="8"/>
                </a:cubicBezTo>
                <a:cubicBezTo>
                  <a:pt x="158" y="8"/>
                  <a:pt x="158" y="8"/>
                  <a:pt x="158" y="8"/>
                </a:cubicBezTo>
                <a:cubicBezTo>
                  <a:pt x="158" y="8"/>
                  <a:pt x="158" y="8"/>
                  <a:pt x="159" y="8"/>
                </a:cubicBezTo>
                <a:cubicBezTo>
                  <a:pt x="159" y="8"/>
                  <a:pt x="159" y="8"/>
                  <a:pt x="159" y="8"/>
                </a:cubicBezTo>
                <a:cubicBezTo>
                  <a:pt x="159" y="8"/>
                  <a:pt x="159" y="8"/>
                  <a:pt x="159" y="9"/>
                </a:cubicBezTo>
                <a:cubicBezTo>
                  <a:pt x="159" y="9"/>
                  <a:pt x="159" y="9"/>
                  <a:pt x="159" y="9"/>
                </a:cubicBezTo>
                <a:cubicBezTo>
                  <a:pt x="159" y="9"/>
                  <a:pt x="158" y="9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9" y="10"/>
                  <a:pt x="159" y="10"/>
                </a:cubicBezTo>
                <a:cubicBezTo>
                  <a:pt x="159" y="10"/>
                  <a:pt x="159" y="10"/>
                  <a:pt x="159" y="10"/>
                </a:cubicBezTo>
                <a:cubicBezTo>
                  <a:pt x="159" y="11"/>
                  <a:pt x="159" y="11"/>
                  <a:pt x="159" y="11"/>
                </a:cubicBezTo>
                <a:cubicBezTo>
                  <a:pt x="159" y="11"/>
                  <a:pt x="159" y="11"/>
                  <a:pt x="159" y="11"/>
                </a:cubicBezTo>
                <a:cubicBezTo>
                  <a:pt x="159" y="11"/>
                  <a:pt x="159" y="11"/>
                  <a:pt x="158" y="11"/>
                </a:cubicBezTo>
                <a:cubicBezTo>
                  <a:pt x="158" y="11"/>
                  <a:pt x="157" y="12"/>
                  <a:pt x="157" y="12"/>
                </a:cubicBezTo>
                <a:cubicBezTo>
                  <a:pt x="157" y="12"/>
                  <a:pt x="157" y="12"/>
                  <a:pt x="157" y="12"/>
                </a:cubicBezTo>
                <a:cubicBezTo>
                  <a:pt x="157" y="12"/>
                  <a:pt x="157" y="12"/>
                  <a:pt x="158" y="12"/>
                </a:cubicBezTo>
                <a:cubicBezTo>
                  <a:pt x="158" y="12"/>
                  <a:pt x="159" y="13"/>
                  <a:pt x="159" y="13"/>
                </a:cubicBezTo>
                <a:cubicBezTo>
                  <a:pt x="159" y="13"/>
                  <a:pt x="159" y="13"/>
                  <a:pt x="158" y="13"/>
                </a:cubicBezTo>
                <a:cubicBezTo>
                  <a:pt x="158" y="13"/>
                  <a:pt x="158" y="13"/>
                  <a:pt x="158" y="13"/>
                </a:cubicBezTo>
                <a:cubicBezTo>
                  <a:pt x="158" y="13"/>
                  <a:pt x="158" y="13"/>
                  <a:pt x="158" y="13"/>
                </a:cubicBezTo>
                <a:cubicBezTo>
                  <a:pt x="158" y="13"/>
                  <a:pt x="157" y="13"/>
                  <a:pt x="157" y="13"/>
                </a:cubicBezTo>
                <a:cubicBezTo>
                  <a:pt x="157" y="13"/>
                  <a:pt x="157" y="13"/>
                  <a:pt x="157" y="13"/>
                </a:cubicBezTo>
                <a:cubicBezTo>
                  <a:pt x="157" y="14"/>
                  <a:pt x="157" y="14"/>
                  <a:pt x="157" y="14"/>
                </a:cubicBezTo>
                <a:cubicBezTo>
                  <a:pt x="157" y="14"/>
                  <a:pt x="157" y="15"/>
                  <a:pt x="157" y="15"/>
                </a:cubicBezTo>
                <a:cubicBezTo>
                  <a:pt x="157" y="16"/>
                  <a:pt x="157" y="16"/>
                  <a:pt x="157" y="16"/>
                </a:cubicBezTo>
                <a:cubicBezTo>
                  <a:pt x="157" y="16"/>
                  <a:pt x="156" y="16"/>
                  <a:pt x="156" y="16"/>
                </a:cubicBezTo>
                <a:cubicBezTo>
                  <a:pt x="156" y="15"/>
                  <a:pt x="155" y="15"/>
                  <a:pt x="155" y="15"/>
                </a:cubicBezTo>
                <a:cubicBezTo>
                  <a:pt x="155" y="15"/>
                  <a:pt x="154" y="15"/>
                  <a:pt x="154" y="15"/>
                </a:cubicBezTo>
                <a:cubicBezTo>
                  <a:pt x="154" y="15"/>
                  <a:pt x="154" y="15"/>
                  <a:pt x="154" y="15"/>
                </a:cubicBezTo>
                <a:cubicBezTo>
                  <a:pt x="154" y="15"/>
                  <a:pt x="154" y="15"/>
                  <a:pt x="154" y="15"/>
                </a:cubicBezTo>
                <a:cubicBezTo>
                  <a:pt x="154" y="15"/>
                  <a:pt x="154" y="16"/>
                  <a:pt x="154" y="16"/>
                </a:cubicBezTo>
                <a:cubicBezTo>
                  <a:pt x="154" y="16"/>
                  <a:pt x="153" y="15"/>
                  <a:pt x="153" y="15"/>
                </a:cubicBezTo>
                <a:cubicBezTo>
                  <a:pt x="153" y="15"/>
                  <a:pt x="153" y="15"/>
                  <a:pt x="153" y="15"/>
                </a:cubicBezTo>
                <a:cubicBezTo>
                  <a:pt x="153" y="15"/>
                  <a:pt x="153" y="15"/>
                  <a:pt x="153" y="15"/>
                </a:cubicBezTo>
                <a:cubicBezTo>
                  <a:pt x="153" y="14"/>
                  <a:pt x="153" y="14"/>
                  <a:pt x="153" y="14"/>
                </a:cubicBezTo>
                <a:cubicBezTo>
                  <a:pt x="154" y="13"/>
                  <a:pt x="154" y="13"/>
                  <a:pt x="154" y="13"/>
                </a:cubicBezTo>
                <a:cubicBezTo>
                  <a:pt x="154" y="13"/>
                  <a:pt x="154" y="13"/>
                  <a:pt x="154" y="13"/>
                </a:cubicBezTo>
                <a:cubicBezTo>
                  <a:pt x="154" y="12"/>
                  <a:pt x="154" y="12"/>
                  <a:pt x="154" y="12"/>
                </a:cubicBezTo>
                <a:cubicBezTo>
                  <a:pt x="154" y="12"/>
                  <a:pt x="154" y="12"/>
                  <a:pt x="153" y="13"/>
                </a:cubicBezTo>
                <a:cubicBezTo>
                  <a:pt x="153" y="13"/>
                  <a:pt x="153" y="13"/>
                  <a:pt x="153" y="13"/>
                </a:cubicBezTo>
                <a:cubicBezTo>
                  <a:pt x="152" y="13"/>
                  <a:pt x="152" y="13"/>
                  <a:pt x="152" y="13"/>
                </a:cubicBezTo>
                <a:cubicBezTo>
                  <a:pt x="152" y="13"/>
                  <a:pt x="152" y="13"/>
                  <a:pt x="152" y="13"/>
                </a:cubicBezTo>
                <a:cubicBezTo>
                  <a:pt x="152" y="12"/>
                  <a:pt x="152" y="12"/>
                  <a:pt x="152" y="12"/>
                </a:cubicBezTo>
                <a:cubicBezTo>
                  <a:pt x="152" y="12"/>
                  <a:pt x="152" y="12"/>
                  <a:pt x="152" y="12"/>
                </a:cubicBezTo>
                <a:cubicBezTo>
                  <a:pt x="153" y="12"/>
                  <a:pt x="154" y="11"/>
                  <a:pt x="155" y="11"/>
                </a:cubicBezTo>
                <a:cubicBezTo>
                  <a:pt x="155" y="11"/>
                  <a:pt x="155" y="11"/>
                  <a:pt x="156" y="11"/>
                </a:cubicBezTo>
                <a:cubicBezTo>
                  <a:pt x="156" y="11"/>
                  <a:pt x="156" y="11"/>
                  <a:pt x="156" y="11"/>
                </a:cubicBezTo>
                <a:cubicBezTo>
                  <a:pt x="156" y="10"/>
                  <a:pt x="156" y="10"/>
                  <a:pt x="156" y="10"/>
                </a:cubicBezTo>
                <a:cubicBezTo>
                  <a:pt x="156" y="10"/>
                  <a:pt x="155" y="10"/>
                  <a:pt x="155" y="10"/>
                </a:cubicBezTo>
                <a:cubicBezTo>
                  <a:pt x="155" y="10"/>
                  <a:pt x="154" y="10"/>
                  <a:pt x="154" y="10"/>
                </a:cubicBezTo>
                <a:cubicBezTo>
                  <a:pt x="154" y="11"/>
                  <a:pt x="154" y="11"/>
                  <a:pt x="154" y="11"/>
                </a:cubicBezTo>
                <a:cubicBezTo>
                  <a:pt x="154" y="11"/>
                  <a:pt x="154" y="10"/>
                  <a:pt x="154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154" y="10"/>
                  <a:pt x="154" y="10"/>
                  <a:pt x="154" y="9"/>
                </a:cubicBezTo>
                <a:cubicBezTo>
                  <a:pt x="154" y="9"/>
                  <a:pt x="154" y="9"/>
                  <a:pt x="154" y="9"/>
                </a:cubicBezTo>
                <a:cubicBezTo>
                  <a:pt x="155" y="9"/>
                  <a:pt x="155" y="9"/>
                  <a:pt x="156" y="9"/>
                </a:cubicBezTo>
                <a:cubicBezTo>
                  <a:pt x="156" y="9"/>
                  <a:pt x="157" y="8"/>
                  <a:pt x="157" y="8"/>
                </a:cubicBezTo>
                <a:cubicBezTo>
                  <a:pt x="157" y="8"/>
                  <a:pt x="157" y="8"/>
                  <a:pt x="157" y="8"/>
                </a:cubicBezTo>
                <a:cubicBezTo>
                  <a:pt x="157" y="8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6" y="7"/>
                  <a:pt x="156" y="7"/>
                  <a:pt x="156" y="7"/>
                </a:cubicBezTo>
                <a:cubicBezTo>
                  <a:pt x="156" y="7"/>
                  <a:pt x="156" y="8"/>
                  <a:pt x="156" y="8"/>
                </a:cubicBezTo>
                <a:cubicBezTo>
                  <a:pt x="156" y="8"/>
                  <a:pt x="156" y="8"/>
                  <a:pt x="155" y="9"/>
                </a:cubicBezTo>
                <a:cubicBezTo>
                  <a:pt x="155" y="9"/>
                  <a:pt x="155" y="9"/>
                  <a:pt x="155" y="9"/>
                </a:cubicBezTo>
                <a:cubicBezTo>
                  <a:pt x="155" y="9"/>
                  <a:pt x="155" y="9"/>
                  <a:pt x="155" y="9"/>
                </a:cubicBezTo>
                <a:cubicBezTo>
                  <a:pt x="155" y="8"/>
                  <a:pt x="155" y="8"/>
                  <a:pt x="155" y="8"/>
                </a:cubicBezTo>
                <a:cubicBezTo>
                  <a:pt x="155" y="8"/>
                  <a:pt x="155" y="8"/>
                  <a:pt x="155" y="8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4" y="7"/>
                </a:cubicBezTo>
                <a:cubicBezTo>
                  <a:pt x="154" y="7"/>
                  <a:pt x="154" y="7"/>
                  <a:pt x="154" y="7"/>
                </a:cubicBezTo>
                <a:cubicBezTo>
                  <a:pt x="154" y="7"/>
                  <a:pt x="154" y="7"/>
                  <a:pt x="154" y="7"/>
                </a:cubicBezTo>
                <a:cubicBezTo>
                  <a:pt x="154" y="6"/>
                  <a:pt x="154" y="6"/>
                  <a:pt x="154" y="6"/>
                </a:cubicBezTo>
                <a:cubicBezTo>
                  <a:pt x="154" y="6"/>
                  <a:pt x="154" y="6"/>
                  <a:pt x="154" y="6"/>
                </a:cubicBezTo>
                <a:cubicBezTo>
                  <a:pt x="154" y="6"/>
                  <a:pt x="155" y="6"/>
                  <a:pt x="156" y="6"/>
                </a:cubicBezTo>
                <a:cubicBezTo>
                  <a:pt x="157" y="5"/>
                  <a:pt x="158" y="5"/>
                  <a:pt x="159" y="5"/>
                </a:cubicBezTo>
                <a:cubicBezTo>
                  <a:pt x="159" y="5"/>
                  <a:pt x="159" y="5"/>
                  <a:pt x="159" y="5"/>
                </a:cubicBezTo>
                <a:cubicBezTo>
                  <a:pt x="159" y="5"/>
                  <a:pt x="159" y="5"/>
                  <a:pt x="159" y="5"/>
                </a:cubicBezTo>
                <a:close/>
                <a:moveTo>
                  <a:pt x="166" y="8"/>
                </a:moveTo>
                <a:cubicBezTo>
                  <a:pt x="166" y="8"/>
                  <a:pt x="166" y="8"/>
                  <a:pt x="166" y="8"/>
                </a:cubicBezTo>
                <a:cubicBezTo>
                  <a:pt x="166" y="8"/>
                  <a:pt x="166" y="8"/>
                  <a:pt x="166" y="9"/>
                </a:cubicBezTo>
                <a:cubicBezTo>
                  <a:pt x="167" y="9"/>
                  <a:pt x="167" y="9"/>
                  <a:pt x="167" y="9"/>
                </a:cubicBezTo>
                <a:cubicBezTo>
                  <a:pt x="167" y="9"/>
                  <a:pt x="167" y="9"/>
                  <a:pt x="167" y="10"/>
                </a:cubicBezTo>
                <a:cubicBezTo>
                  <a:pt x="167" y="10"/>
                  <a:pt x="167" y="10"/>
                  <a:pt x="167" y="10"/>
                </a:cubicBezTo>
                <a:cubicBezTo>
                  <a:pt x="167" y="10"/>
                  <a:pt x="166" y="10"/>
                  <a:pt x="166" y="10"/>
                </a:cubicBezTo>
                <a:cubicBezTo>
                  <a:pt x="166" y="10"/>
                  <a:pt x="166" y="10"/>
                  <a:pt x="165" y="10"/>
                </a:cubicBezTo>
                <a:cubicBezTo>
                  <a:pt x="165" y="10"/>
                  <a:pt x="164" y="10"/>
                  <a:pt x="164" y="10"/>
                </a:cubicBezTo>
                <a:cubicBezTo>
                  <a:pt x="164" y="10"/>
                  <a:pt x="164" y="10"/>
                  <a:pt x="164" y="11"/>
                </a:cubicBezTo>
                <a:cubicBezTo>
                  <a:pt x="164" y="12"/>
                  <a:pt x="164" y="12"/>
                  <a:pt x="164" y="13"/>
                </a:cubicBezTo>
                <a:cubicBezTo>
                  <a:pt x="164" y="13"/>
                  <a:pt x="164" y="13"/>
                  <a:pt x="164" y="14"/>
                </a:cubicBezTo>
                <a:cubicBezTo>
                  <a:pt x="164" y="14"/>
                  <a:pt x="164" y="14"/>
                  <a:pt x="164" y="15"/>
                </a:cubicBezTo>
                <a:cubicBezTo>
                  <a:pt x="164" y="15"/>
                  <a:pt x="164" y="15"/>
                  <a:pt x="164" y="16"/>
                </a:cubicBezTo>
                <a:cubicBezTo>
                  <a:pt x="164" y="16"/>
                  <a:pt x="164" y="16"/>
                  <a:pt x="164" y="16"/>
                </a:cubicBezTo>
                <a:cubicBezTo>
                  <a:pt x="164" y="17"/>
                  <a:pt x="164" y="17"/>
                  <a:pt x="164" y="17"/>
                </a:cubicBezTo>
                <a:cubicBezTo>
                  <a:pt x="164" y="17"/>
                  <a:pt x="164" y="18"/>
                  <a:pt x="164" y="18"/>
                </a:cubicBezTo>
                <a:cubicBezTo>
                  <a:pt x="164" y="18"/>
                  <a:pt x="164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lnTo>
                  <a:pt x="163" y="17"/>
                </a:lnTo>
                <a:cubicBezTo>
                  <a:pt x="163" y="17"/>
                  <a:pt x="163" y="15"/>
                  <a:pt x="163" y="14"/>
                </a:cubicBezTo>
                <a:cubicBezTo>
                  <a:pt x="163" y="12"/>
                  <a:pt x="163" y="11"/>
                  <a:pt x="163" y="11"/>
                </a:cubicBezTo>
                <a:cubicBezTo>
                  <a:pt x="163" y="11"/>
                  <a:pt x="162" y="10"/>
                  <a:pt x="162" y="10"/>
                </a:cubicBezTo>
                <a:cubicBezTo>
                  <a:pt x="162" y="10"/>
                  <a:pt x="162" y="10"/>
                  <a:pt x="162" y="10"/>
                </a:cubicBezTo>
                <a:cubicBezTo>
                  <a:pt x="162" y="10"/>
                  <a:pt x="162" y="10"/>
                  <a:pt x="162" y="10"/>
                </a:cubicBezTo>
                <a:cubicBezTo>
                  <a:pt x="161" y="10"/>
                  <a:pt x="161" y="10"/>
                  <a:pt x="161" y="11"/>
                </a:cubicBezTo>
                <a:cubicBezTo>
                  <a:pt x="161" y="11"/>
                  <a:pt x="161" y="11"/>
                  <a:pt x="161" y="11"/>
                </a:cubicBezTo>
                <a:cubicBezTo>
                  <a:pt x="161" y="11"/>
                  <a:pt x="161" y="11"/>
                  <a:pt x="161" y="11"/>
                </a:cubicBezTo>
                <a:cubicBezTo>
                  <a:pt x="160" y="12"/>
                  <a:pt x="160" y="12"/>
                  <a:pt x="160" y="12"/>
                </a:cubicBezTo>
                <a:lnTo>
                  <a:pt x="160" y="13"/>
                </a:lnTo>
                <a:cubicBezTo>
                  <a:pt x="160" y="13"/>
                  <a:pt x="160" y="13"/>
                  <a:pt x="160" y="14"/>
                </a:cubicBezTo>
                <a:cubicBezTo>
                  <a:pt x="160" y="14"/>
                  <a:pt x="159" y="14"/>
                  <a:pt x="159" y="15"/>
                </a:cubicBezTo>
                <a:cubicBezTo>
                  <a:pt x="159" y="15"/>
                  <a:pt x="158" y="15"/>
                  <a:pt x="158" y="15"/>
                </a:cubicBezTo>
                <a:cubicBezTo>
                  <a:pt x="158" y="15"/>
                  <a:pt x="158" y="15"/>
                  <a:pt x="158" y="15"/>
                </a:cubicBezTo>
                <a:cubicBezTo>
                  <a:pt x="158" y="15"/>
                  <a:pt x="158" y="14"/>
                  <a:pt x="159" y="14"/>
                </a:cubicBezTo>
                <a:cubicBezTo>
                  <a:pt x="159" y="13"/>
                  <a:pt x="159" y="12"/>
                  <a:pt x="160" y="12"/>
                </a:cubicBezTo>
                <a:cubicBezTo>
                  <a:pt x="160" y="11"/>
                  <a:pt x="160" y="11"/>
                  <a:pt x="160" y="10"/>
                </a:cubicBezTo>
                <a:cubicBezTo>
                  <a:pt x="160" y="9"/>
                  <a:pt x="160" y="8"/>
                  <a:pt x="160" y="8"/>
                </a:cubicBezTo>
                <a:lnTo>
                  <a:pt x="160" y="7"/>
                </a:lnTo>
                <a:cubicBezTo>
                  <a:pt x="160" y="7"/>
                  <a:pt x="160" y="6"/>
                  <a:pt x="160" y="6"/>
                </a:cubicBezTo>
                <a:cubicBezTo>
                  <a:pt x="160" y="6"/>
                  <a:pt x="160" y="6"/>
                  <a:pt x="161" y="6"/>
                </a:cubicBezTo>
                <a:cubicBezTo>
                  <a:pt x="161" y="6"/>
                  <a:pt x="162" y="6"/>
                  <a:pt x="162" y="6"/>
                </a:cubicBezTo>
                <a:cubicBezTo>
                  <a:pt x="163" y="5"/>
                  <a:pt x="164" y="5"/>
                  <a:pt x="164" y="5"/>
                </a:cubicBezTo>
                <a:cubicBezTo>
                  <a:pt x="164" y="5"/>
                  <a:pt x="165" y="5"/>
                  <a:pt x="165" y="5"/>
                </a:cubicBezTo>
                <a:cubicBezTo>
                  <a:pt x="165" y="6"/>
                  <a:pt x="165" y="6"/>
                  <a:pt x="165" y="6"/>
                </a:cubicBezTo>
                <a:cubicBezTo>
                  <a:pt x="165" y="6"/>
                  <a:pt x="165" y="6"/>
                  <a:pt x="165" y="6"/>
                </a:cubicBezTo>
                <a:cubicBezTo>
                  <a:pt x="165" y="7"/>
                  <a:pt x="164" y="7"/>
                  <a:pt x="164" y="7"/>
                </a:cubicBezTo>
                <a:cubicBezTo>
                  <a:pt x="164" y="7"/>
                  <a:pt x="164" y="7"/>
                  <a:pt x="164" y="7"/>
                </a:cubicBezTo>
                <a:cubicBezTo>
                  <a:pt x="163" y="7"/>
                  <a:pt x="163" y="7"/>
                  <a:pt x="163" y="7"/>
                </a:cubicBezTo>
                <a:cubicBezTo>
                  <a:pt x="162" y="7"/>
                  <a:pt x="162" y="7"/>
                  <a:pt x="161" y="8"/>
                </a:cubicBezTo>
                <a:cubicBezTo>
                  <a:pt x="161" y="8"/>
                  <a:pt x="161" y="9"/>
                  <a:pt x="161" y="9"/>
                </a:cubicBezTo>
                <a:cubicBezTo>
                  <a:pt x="161" y="9"/>
                  <a:pt x="161" y="9"/>
                  <a:pt x="161" y="9"/>
                </a:cubicBezTo>
                <a:cubicBezTo>
                  <a:pt x="161" y="9"/>
                  <a:pt x="162" y="9"/>
                  <a:pt x="163" y="9"/>
                </a:cubicBezTo>
                <a:cubicBezTo>
                  <a:pt x="163" y="8"/>
                  <a:pt x="164" y="8"/>
                  <a:pt x="165" y="8"/>
                </a:cubicBezTo>
                <a:cubicBezTo>
                  <a:pt x="165" y="8"/>
                  <a:pt x="165" y="8"/>
                  <a:pt x="166" y="8"/>
                </a:cubicBezTo>
                <a:close/>
              </a:path>
              <a:path w="192" h="20">
                <a:moveTo>
                  <a:pt x="28" y="11"/>
                </a:moveTo>
                <a:cubicBezTo>
                  <a:pt x="28" y="11"/>
                  <a:pt x="28" y="11"/>
                  <a:pt x="28" y="11"/>
                </a:cubicBezTo>
                <a:cubicBezTo>
                  <a:pt x="28" y="11"/>
                  <a:pt x="29" y="10"/>
                  <a:pt x="30" y="10"/>
                </a:cubicBezTo>
                <a:cubicBezTo>
                  <a:pt x="30" y="10"/>
                  <a:pt x="30" y="10"/>
                  <a:pt x="30" y="10"/>
                </a:cubicBezTo>
                <a:cubicBezTo>
                  <a:pt x="30" y="10"/>
                  <a:pt x="30" y="9"/>
                  <a:pt x="30" y="9"/>
                </a:cubicBezTo>
                <a:lnTo>
                  <a:pt x="30" y="7"/>
                </a:lnTo>
                <a:cubicBezTo>
                  <a:pt x="30" y="6"/>
                  <a:pt x="30" y="6"/>
                  <a:pt x="30" y="6"/>
                </a:cubicBezTo>
                <a:cubicBezTo>
                  <a:pt x="29" y="6"/>
                  <a:pt x="29" y="6"/>
                  <a:pt x="29" y="6"/>
                </a:cubicBezTo>
                <a:cubicBezTo>
                  <a:pt x="29" y="6"/>
                  <a:pt x="29" y="6"/>
                  <a:pt x="29" y="6"/>
                </a:cubicBezTo>
                <a:cubicBezTo>
                  <a:pt x="28" y="6"/>
                  <a:pt x="28" y="6"/>
                  <a:pt x="28" y="6"/>
                </a:cubicBezTo>
                <a:cubicBezTo>
                  <a:pt x="28" y="7"/>
                  <a:pt x="28" y="7"/>
                  <a:pt x="28" y="7"/>
                </a:cubicBezTo>
                <a:cubicBezTo>
                  <a:pt x="28" y="7"/>
                  <a:pt x="28" y="7"/>
                  <a:pt x="28" y="7"/>
                </a:cubicBezTo>
                <a:cubicBezTo>
                  <a:pt x="28" y="8"/>
                  <a:pt x="29" y="8"/>
                  <a:pt x="29" y="8"/>
                </a:cubicBezTo>
                <a:cubicBezTo>
                  <a:pt x="29" y="8"/>
                  <a:pt x="29" y="8"/>
                  <a:pt x="29" y="9"/>
                </a:cubicBezTo>
                <a:cubicBezTo>
                  <a:pt x="29" y="9"/>
                  <a:pt x="29" y="9"/>
                  <a:pt x="29" y="9"/>
                </a:cubicBezTo>
                <a:cubicBezTo>
                  <a:pt x="29" y="9"/>
                  <a:pt x="28" y="9"/>
                  <a:pt x="28" y="9"/>
                </a:cubicBezTo>
                <a:cubicBezTo>
                  <a:pt x="28" y="9"/>
                  <a:pt x="28" y="9"/>
                  <a:pt x="28" y="10"/>
                </a:cubicBezTo>
                <a:cubicBezTo>
                  <a:pt x="28" y="10"/>
                  <a:pt x="28" y="10"/>
                  <a:pt x="28" y="10"/>
                </a:cubicBezTo>
                <a:cubicBezTo>
                  <a:pt x="28" y="10"/>
                  <a:pt x="28" y="11"/>
                  <a:pt x="28" y="11"/>
                </a:cubicBezTo>
                <a:cubicBezTo>
                  <a:pt x="28" y="11"/>
                  <a:pt x="28" y="11"/>
                  <a:pt x="28" y="11"/>
                </a:cubicBezTo>
                <a:close/>
              </a:path>
              <a:path w="192" h="20">
                <a:moveTo>
                  <a:pt x="53" y="8"/>
                </a:moveTo>
                <a:cubicBezTo>
                  <a:pt x="53" y="7"/>
                  <a:pt x="53" y="7"/>
                  <a:pt x="52" y="7"/>
                </a:cubicBezTo>
                <a:cubicBezTo>
                  <a:pt x="52" y="7"/>
                  <a:pt x="52" y="7"/>
                  <a:pt x="52" y="7"/>
                </a:cubicBezTo>
                <a:cubicBezTo>
                  <a:pt x="52" y="7"/>
                  <a:pt x="52" y="7"/>
                  <a:pt x="52" y="7"/>
                </a:cubicBezTo>
                <a:cubicBezTo>
                  <a:pt x="52" y="7"/>
                  <a:pt x="52" y="7"/>
                  <a:pt x="52" y="8"/>
                </a:cubicBezTo>
                <a:cubicBezTo>
                  <a:pt x="51" y="8"/>
                  <a:pt x="51" y="9"/>
                  <a:pt x="51" y="9"/>
                </a:cubicBezTo>
                <a:cubicBezTo>
                  <a:pt x="51" y="9"/>
                  <a:pt x="52" y="9"/>
                  <a:pt x="52" y="9"/>
                </a:cubicBezTo>
                <a:cubicBezTo>
                  <a:pt x="52" y="9"/>
                  <a:pt x="52" y="9"/>
                  <a:pt x="52" y="9"/>
                </a:cubicBezTo>
                <a:cubicBezTo>
                  <a:pt x="53" y="8"/>
                  <a:pt x="53" y="8"/>
                  <a:pt x="53" y="8"/>
                </a:cubicBezTo>
                <a:close/>
              </a:path>
              <a:path w="192" h="20">
                <a:moveTo>
                  <a:pt x="50" y="8"/>
                </a:moveTo>
                <a:cubicBezTo>
                  <a:pt x="50" y="8"/>
                  <a:pt x="50" y="8"/>
                  <a:pt x="50" y="7"/>
                </a:cubicBezTo>
                <a:cubicBezTo>
                  <a:pt x="50" y="7"/>
                  <a:pt x="50" y="7"/>
                  <a:pt x="50" y="7"/>
                </a:cubicBezTo>
                <a:cubicBezTo>
                  <a:pt x="50" y="7"/>
                  <a:pt x="50" y="7"/>
                  <a:pt x="50" y="7"/>
                </a:cubicBezTo>
                <a:cubicBezTo>
                  <a:pt x="50" y="7"/>
                  <a:pt x="50" y="8"/>
                  <a:pt x="50" y="8"/>
                </a:cubicBezTo>
                <a:cubicBezTo>
                  <a:pt x="50" y="8"/>
                  <a:pt x="50" y="8"/>
                  <a:pt x="50" y="9"/>
                </a:cubicBezTo>
                <a:cubicBezTo>
                  <a:pt x="50" y="9"/>
                  <a:pt x="50" y="9"/>
                  <a:pt x="50" y="9"/>
                </a:cubicBezTo>
                <a:cubicBezTo>
                  <a:pt x="50" y="9"/>
                  <a:pt x="50" y="9"/>
                  <a:pt x="50" y="9"/>
                </a:cubicBezTo>
                <a:cubicBezTo>
                  <a:pt x="50" y="8"/>
                  <a:pt x="50" y="8"/>
                  <a:pt x="50" y="8"/>
                </a:cubicBezTo>
                <a:close/>
              </a:path>
              <a:path w="192" h="20">
                <a:moveTo>
                  <a:pt x="49" y="9"/>
                </a:moveTo>
                <a:cubicBezTo>
                  <a:pt x="49" y="9"/>
                  <a:pt x="49" y="9"/>
                  <a:pt x="49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9"/>
                  <a:pt x="48" y="9"/>
                  <a:pt x="48" y="9"/>
                </a:cubicBezTo>
                <a:cubicBezTo>
                  <a:pt x="48" y="9"/>
                  <a:pt x="48" y="9"/>
                  <a:pt x="48" y="9"/>
                </a:cubicBezTo>
                <a:cubicBezTo>
                  <a:pt x="49" y="9"/>
                  <a:pt x="49" y="9"/>
                  <a:pt x="49" y="9"/>
                </a:cubicBezTo>
                <a:close/>
              </a:path>
              <a:path w="192" h="20">
                <a:moveTo>
                  <a:pt x="51" y="13"/>
                </a:moveTo>
                <a:cubicBezTo>
                  <a:pt x="51" y="13"/>
                  <a:pt x="51" y="13"/>
                  <a:pt x="51" y="13"/>
                </a:cubicBezTo>
                <a:cubicBezTo>
                  <a:pt x="51" y="13"/>
                  <a:pt x="52" y="13"/>
                  <a:pt x="52" y="13"/>
                </a:cubicBezTo>
                <a:cubicBezTo>
                  <a:pt x="52" y="13"/>
                  <a:pt x="52" y="12"/>
                  <a:pt x="52" y="12"/>
                </a:cubicBezTo>
                <a:cubicBezTo>
                  <a:pt x="52" y="12"/>
                  <a:pt x="52" y="12"/>
                  <a:pt x="51" y="12"/>
                </a:cubicBezTo>
                <a:cubicBezTo>
                  <a:pt x="51" y="12"/>
                  <a:pt x="51" y="12"/>
                  <a:pt x="51" y="12"/>
                </a:cubicBezTo>
                <a:cubicBezTo>
                  <a:pt x="51" y="12"/>
                  <a:pt x="51" y="12"/>
                  <a:pt x="50" y="12"/>
                </a:cubicBezTo>
                <a:cubicBezTo>
                  <a:pt x="50" y="12"/>
                  <a:pt x="50" y="12"/>
                  <a:pt x="50" y="12"/>
                </a:cubicBezTo>
                <a:cubicBezTo>
                  <a:pt x="50" y="12"/>
                  <a:pt x="50" y="12"/>
                  <a:pt x="50" y="13"/>
                </a:cubicBezTo>
                <a:cubicBezTo>
                  <a:pt x="50" y="13"/>
                  <a:pt x="50" y="13"/>
                  <a:pt x="51" y="13"/>
                </a:cubicBezTo>
                <a:close/>
              </a:path>
              <a:path w="192" h="20">
                <a:moveTo>
                  <a:pt x="51" y="15"/>
                </a:moveTo>
                <a:cubicBezTo>
                  <a:pt x="52" y="15"/>
                  <a:pt x="52" y="15"/>
                  <a:pt x="52" y="15"/>
                </a:cubicBezTo>
                <a:cubicBezTo>
                  <a:pt x="53" y="15"/>
                  <a:pt x="53" y="15"/>
                  <a:pt x="53" y="14"/>
                </a:cubicBezTo>
                <a:cubicBezTo>
                  <a:pt x="53" y="14"/>
                  <a:pt x="53" y="14"/>
                  <a:pt x="53" y="13"/>
                </a:cubicBezTo>
                <a:cubicBezTo>
                  <a:pt x="52" y="13"/>
                  <a:pt x="52" y="13"/>
                  <a:pt x="52" y="13"/>
                </a:cubicBezTo>
                <a:cubicBezTo>
                  <a:pt x="52" y="13"/>
                  <a:pt x="52" y="13"/>
                  <a:pt x="52" y="13"/>
                </a:cubicBezTo>
                <a:cubicBezTo>
                  <a:pt x="52" y="13"/>
                  <a:pt x="51" y="14"/>
                  <a:pt x="51" y="14"/>
                </a:cubicBezTo>
                <a:cubicBezTo>
                  <a:pt x="51" y="14"/>
                  <a:pt x="51" y="14"/>
                  <a:pt x="51" y="14"/>
                </a:cubicBezTo>
                <a:lnTo>
                  <a:pt x="50" y="14"/>
                </a:lnTo>
                <a:cubicBezTo>
                  <a:pt x="50" y="14"/>
                  <a:pt x="50" y="14"/>
                  <a:pt x="49" y="12"/>
                </a:cubicBezTo>
                <a:cubicBezTo>
                  <a:pt x="49" y="12"/>
                  <a:pt x="49" y="12"/>
                  <a:pt x="49" y="12"/>
                </a:cubicBezTo>
                <a:cubicBezTo>
                  <a:pt x="49" y="12"/>
                  <a:pt x="49" y="12"/>
                  <a:pt x="49" y="12"/>
                </a:cubicBezTo>
                <a:cubicBezTo>
                  <a:pt x="49" y="12"/>
                  <a:pt x="49" y="12"/>
                  <a:pt x="49" y="13"/>
                </a:cubicBezTo>
                <a:cubicBezTo>
                  <a:pt x="49" y="13"/>
                  <a:pt x="49" y="13"/>
                  <a:pt x="49" y="13"/>
                </a:cubicBezTo>
                <a:cubicBezTo>
                  <a:pt x="49" y="14"/>
                  <a:pt x="49" y="14"/>
                  <a:pt x="49" y="15"/>
                </a:cubicBezTo>
                <a:cubicBezTo>
                  <a:pt x="50" y="15"/>
                  <a:pt x="50" y="15"/>
                  <a:pt x="51" y="15"/>
                </a:cubicBezTo>
                <a:close/>
              </a:path>
              <a:path w="192" h="20">
                <a:moveTo>
                  <a:pt x="68" y="8"/>
                </a:moveTo>
                <a:cubicBezTo>
                  <a:pt x="68" y="8"/>
                  <a:pt x="69" y="8"/>
                  <a:pt x="69" y="8"/>
                </a:cubicBezTo>
                <a:cubicBezTo>
                  <a:pt x="69" y="8"/>
                  <a:pt x="69" y="7"/>
                  <a:pt x="69" y="7"/>
                </a:cubicBezTo>
                <a:cubicBezTo>
                  <a:pt x="69" y="7"/>
                  <a:pt x="69" y="6"/>
                  <a:pt x="69" y="6"/>
                </a:cubicBezTo>
                <a:cubicBezTo>
                  <a:pt x="69" y="6"/>
                  <a:pt x="69" y="5"/>
                  <a:pt x="69" y="5"/>
                </a:cubicBezTo>
                <a:cubicBezTo>
                  <a:pt x="68" y="5"/>
                  <a:pt x="68" y="5"/>
                  <a:pt x="68" y="5"/>
                </a:cubicBezTo>
                <a:cubicBezTo>
                  <a:pt x="68" y="5"/>
                  <a:pt x="67" y="5"/>
                  <a:pt x="67" y="5"/>
                </a:cubicBezTo>
                <a:cubicBezTo>
                  <a:pt x="67" y="5"/>
                  <a:pt x="67" y="5"/>
                  <a:pt x="66" y="5"/>
                </a:cubicBezTo>
                <a:cubicBezTo>
                  <a:pt x="66" y="6"/>
                  <a:pt x="66" y="6"/>
                  <a:pt x="65" y="6"/>
                </a:cubicBezTo>
                <a:cubicBezTo>
                  <a:pt x="65" y="6"/>
                  <a:pt x="65" y="6"/>
                  <a:pt x="65" y="6"/>
                </a:cubicBezTo>
                <a:cubicBezTo>
                  <a:pt x="65" y="6"/>
                  <a:pt x="65" y="6"/>
                  <a:pt x="65" y="6"/>
                </a:cubicBezTo>
                <a:cubicBezTo>
                  <a:pt x="65" y="7"/>
                  <a:pt x="65" y="7"/>
                  <a:pt x="65" y="8"/>
                </a:cubicBezTo>
                <a:cubicBezTo>
                  <a:pt x="65" y="8"/>
                  <a:pt x="65" y="8"/>
                  <a:pt x="65" y="8"/>
                </a:cubicBezTo>
                <a:cubicBezTo>
                  <a:pt x="66" y="8"/>
                  <a:pt x="66" y="8"/>
                  <a:pt x="66" y="8"/>
                </a:cubicBezTo>
                <a:cubicBezTo>
                  <a:pt x="67" y="7"/>
                  <a:pt x="68" y="7"/>
                  <a:pt x="68" y="7"/>
                </a:cubicBezTo>
                <a:cubicBezTo>
                  <a:pt x="68" y="7"/>
                  <a:pt x="68" y="7"/>
                  <a:pt x="68" y="8"/>
                </a:cubicBezTo>
                <a:cubicBezTo>
                  <a:pt x="68" y="8"/>
                  <a:pt x="68" y="8"/>
                  <a:pt x="68" y="8"/>
                </a:cubicBezTo>
                <a:close/>
                <a:moveTo>
                  <a:pt x="68" y="6"/>
                </a:moveTo>
                <a:cubicBezTo>
                  <a:pt x="68" y="6"/>
                  <a:pt x="68" y="6"/>
                  <a:pt x="68" y="6"/>
                </a:cubicBezTo>
                <a:cubicBezTo>
                  <a:pt x="68" y="7"/>
                  <a:pt x="68" y="7"/>
                  <a:pt x="67" y="7"/>
                </a:cubicBezTo>
                <a:cubicBezTo>
                  <a:pt x="67" y="7"/>
                  <a:pt x="66" y="7"/>
                  <a:pt x="66" y="7"/>
                </a:cubicBezTo>
                <a:cubicBezTo>
                  <a:pt x="66" y="7"/>
                  <a:pt x="66" y="7"/>
                  <a:pt x="66" y="7"/>
                </a:cubicBezTo>
                <a:cubicBezTo>
                  <a:pt x="65" y="7"/>
                  <a:pt x="65" y="7"/>
                  <a:pt x="65" y="6"/>
                </a:cubicBezTo>
                <a:cubicBezTo>
                  <a:pt x="65" y="6"/>
                  <a:pt x="66" y="6"/>
                  <a:pt x="66" y="6"/>
                </a:cubicBezTo>
                <a:cubicBezTo>
                  <a:pt x="66" y="6"/>
                  <a:pt x="67" y="6"/>
                  <a:pt x="67" y="6"/>
                </a:cubicBezTo>
                <a:cubicBezTo>
                  <a:pt x="67" y="6"/>
                  <a:pt x="67" y="6"/>
                  <a:pt x="68" y="6"/>
                </a:cubicBezTo>
                <a:close/>
              </a:path>
              <a:path w="192" h="20">
                <a:moveTo>
                  <a:pt x="127" y="7"/>
                </a:moveTo>
                <a:cubicBezTo>
                  <a:pt x="127" y="7"/>
                  <a:pt x="127" y="7"/>
                  <a:pt x="127" y="7"/>
                </a:cubicBezTo>
                <a:cubicBezTo>
                  <a:pt x="127" y="7"/>
                  <a:pt x="127" y="7"/>
                  <a:pt x="127" y="6"/>
                </a:cubicBezTo>
                <a:cubicBezTo>
                  <a:pt x="127" y="6"/>
                  <a:pt x="127" y="5"/>
                  <a:pt x="127" y="5"/>
                </a:cubicBezTo>
                <a:cubicBezTo>
                  <a:pt x="127" y="4"/>
                  <a:pt x="127" y="4"/>
                  <a:pt x="127" y="3"/>
                </a:cubicBezTo>
                <a:cubicBezTo>
                  <a:pt x="127" y="3"/>
                  <a:pt x="127" y="3"/>
                  <a:pt x="127" y="3"/>
                </a:cubicBezTo>
                <a:cubicBezTo>
                  <a:pt x="127" y="3"/>
                  <a:pt x="127" y="3"/>
                  <a:pt x="127" y="3"/>
                </a:cubicBezTo>
                <a:cubicBezTo>
                  <a:pt x="127" y="3"/>
                  <a:pt x="126" y="3"/>
                  <a:pt x="126" y="3"/>
                </a:cubicBezTo>
                <a:cubicBezTo>
                  <a:pt x="125" y="3"/>
                  <a:pt x="125" y="3"/>
                  <a:pt x="125" y="4"/>
                </a:cubicBezTo>
                <a:cubicBezTo>
                  <a:pt x="125" y="4"/>
                  <a:pt x="125" y="4"/>
                  <a:pt x="125" y="4"/>
                </a:cubicBezTo>
                <a:cubicBezTo>
                  <a:pt x="125" y="4"/>
                  <a:pt x="125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5"/>
                  <a:pt x="126" y="5"/>
                  <a:pt x="126" y="5"/>
                </a:cubicBezTo>
                <a:cubicBezTo>
                  <a:pt x="125" y="5"/>
                  <a:pt x="125" y="5"/>
                  <a:pt x="125" y="5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6" y="6"/>
                </a:cubicBezTo>
                <a:cubicBezTo>
                  <a:pt x="126" y="6"/>
                  <a:pt x="126" y="6"/>
                  <a:pt x="126" y="6"/>
                </a:cubicBezTo>
                <a:cubicBezTo>
                  <a:pt x="126" y="6"/>
                  <a:pt x="126" y="6"/>
                  <a:pt x="126" y="6"/>
                </a:cubicBezTo>
                <a:cubicBezTo>
                  <a:pt x="126" y="6"/>
                  <a:pt x="126" y="6"/>
                  <a:pt x="127" y="7"/>
                </a:cubicBezTo>
                <a:cubicBezTo>
                  <a:pt x="127" y="7"/>
                  <a:pt x="127" y="7"/>
                  <a:pt x="127" y="7"/>
                </a:cubicBezTo>
                <a:close/>
              </a:path>
              <a:path w="192" h="20">
                <a:moveTo>
                  <a:pt x="125" y="13"/>
                </a:moveTo>
                <a:cubicBezTo>
                  <a:pt x="125" y="13"/>
                  <a:pt x="125" y="13"/>
                  <a:pt x="125" y="13"/>
                </a:cubicBezTo>
                <a:cubicBezTo>
                  <a:pt x="125" y="13"/>
                  <a:pt x="125" y="12"/>
                  <a:pt x="125" y="12"/>
                </a:cubicBezTo>
                <a:cubicBezTo>
                  <a:pt x="126" y="12"/>
                  <a:pt x="126" y="11"/>
                  <a:pt x="126" y="11"/>
                </a:cubicBezTo>
                <a:cubicBezTo>
                  <a:pt x="126" y="11"/>
                  <a:pt x="125" y="11"/>
                  <a:pt x="125" y="10"/>
                </a:cubicBezTo>
                <a:cubicBezTo>
                  <a:pt x="125" y="10"/>
                  <a:pt x="125" y="10"/>
                  <a:pt x="125" y="10"/>
                </a:cubicBezTo>
                <a:cubicBezTo>
                  <a:pt x="125" y="10"/>
                  <a:pt x="125" y="10"/>
                  <a:pt x="125" y="10"/>
                </a:cubicBezTo>
                <a:cubicBezTo>
                  <a:pt x="124" y="10"/>
                  <a:pt x="124" y="10"/>
                  <a:pt x="124" y="11"/>
                </a:cubicBezTo>
                <a:cubicBezTo>
                  <a:pt x="124" y="11"/>
                  <a:pt x="124" y="11"/>
                  <a:pt x="124" y="11"/>
                </a:cubicBezTo>
                <a:cubicBezTo>
                  <a:pt x="124" y="12"/>
                  <a:pt x="124" y="12"/>
                  <a:pt x="124" y="12"/>
                </a:cubicBezTo>
                <a:cubicBezTo>
                  <a:pt x="125" y="12"/>
                  <a:pt x="125" y="12"/>
                  <a:pt x="125" y="12"/>
                </a:cubicBezTo>
                <a:cubicBezTo>
                  <a:pt x="125" y="13"/>
                  <a:pt x="125" y="13"/>
                  <a:pt x="125" y="13"/>
                </a:cubicBezTo>
                <a:close/>
              </a:path>
              <a:path w="192" h="20">
                <a:moveTo>
                  <a:pt x="156" y="13"/>
                </a:moveTo>
                <a:cubicBezTo>
                  <a:pt x="156" y="13"/>
                  <a:pt x="156" y="12"/>
                  <a:pt x="156" y="12"/>
                </a:cubicBezTo>
                <a:cubicBezTo>
                  <a:pt x="156" y="12"/>
                  <a:pt x="156" y="12"/>
                  <a:pt x="156" y="12"/>
                </a:cubicBezTo>
                <a:cubicBezTo>
                  <a:pt x="156" y="12"/>
                  <a:pt x="156" y="12"/>
                  <a:pt x="156" y="12"/>
                </a:cubicBezTo>
                <a:cubicBezTo>
                  <a:pt x="156" y="12"/>
                  <a:pt x="156" y="12"/>
                  <a:pt x="155" y="12"/>
                </a:cubicBezTo>
                <a:cubicBezTo>
                  <a:pt x="155" y="12"/>
                  <a:pt x="155" y="12"/>
                  <a:pt x="155" y="12"/>
                </a:cubicBezTo>
                <a:cubicBezTo>
                  <a:pt x="155" y="12"/>
                  <a:pt x="155" y="12"/>
                  <a:pt x="155" y="13"/>
                </a:cubicBezTo>
                <a:cubicBezTo>
                  <a:pt x="155" y="13"/>
                  <a:pt x="155" y="13"/>
                  <a:pt x="155" y="13"/>
                </a:cubicBezTo>
                <a:cubicBezTo>
                  <a:pt x="155" y="14"/>
                  <a:pt x="155" y="14"/>
                  <a:pt x="155" y="14"/>
                </a:cubicBezTo>
                <a:cubicBezTo>
                  <a:pt x="155" y="14"/>
                  <a:pt x="155" y="14"/>
                  <a:pt x="155" y="14"/>
                </a:cubicBezTo>
                <a:cubicBezTo>
                  <a:pt x="155" y="14"/>
                  <a:pt x="155" y="14"/>
                  <a:pt x="156" y="14"/>
                </a:cubicBezTo>
                <a:cubicBezTo>
                  <a:pt x="156" y="14"/>
                  <a:pt x="156" y="14"/>
                  <a:pt x="156" y="14"/>
                </a:cubicBezTo>
                <a:cubicBezTo>
                  <a:pt x="156" y="14"/>
                  <a:pt x="156" y="14"/>
                  <a:pt x="156" y="14"/>
                </a:cubicBezTo>
                <a:cubicBezTo>
                  <a:pt x="156" y="13"/>
                  <a:pt x="156" y="13"/>
                  <a:pt x="156" y="13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2" name="Rectangle 13"/>
          <p:cNvSpPr>
            <a:spLocks noGrp="1"/>
          </p:cNvSpPr>
          <p:nvPr/>
        </p:nvSpPr>
        <p:spPr>
          <a:xfrm>
            <a:off x="9971521" y="260515"/>
            <a:ext cx="182870" cy="6350"/>
          </a:xfrm>
          <a:prstGeom prst="rect">
            <a:avLst/>
          </a:prstGeom>
          <a:solidFill>
            <a:srgbClr val="005A9F"/>
          </a:solidFill>
          <a:ln>
            <a:noFill/>
          </a:ln>
        </p:spPr>
      </p:sp>
      <p:sp>
        <p:nvSpPr>
          <p:cNvPr id="13" name="Freeform 14"/>
          <p:cNvSpPr>
            <a:spLocks noGrp="1"/>
          </p:cNvSpPr>
          <p:nvPr/>
        </p:nvSpPr>
        <p:spPr>
          <a:xfrm>
            <a:off x="9881355" y="177969"/>
            <a:ext cx="358121" cy="91435"/>
          </a:xfrm>
          <a:custGeom>
            <a:avLst/>
            <a:gdLst/>
            <a:ahLst/>
            <a:cxnLst/>
            <a:rect l="l" t="t" r="r" b="b"/>
            <a:pathLst>
              <a:path w="232" h="59">
                <a:moveTo>
                  <a:pt x="7" y="34"/>
                </a:moveTo>
                <a:lnTo>
                  <a:pt x="2" y="31"/>
                </a:lnTo>
                <a:lnTo>
                  <a:pt x="1" y="31"/>
                </a:lnTo>
                <a:lnTo>
                  <a:pt x="1" y="30"/>
                </a:lnTo>
                <a:lnTo>
                  <a:pt x="2" y="30"/>
                </a:lnTo>
                <a:lnTo>
                  <a:pt x="3" y="30"/>
                </a:lnTo>
                <a:lnTo>
                  <a:pt x="3" y="29"/>
                </a:lnTo>
                <a:lnTo>
                  <a:pt x="4" y="29"/>
                </a:lnTo>
                <a:lnTo>
                  <a:pt x="5" y="30"/>
                </a:lnTo>
                <a:lnTo>
                  <a:pt x="6" y="30"/>
                </a:lnTo>
                <a:lnTo>
                  <a:pt x="7" y="31"/>
                </a:lnTo>
                <a:lnTo>
                  <a:pt x="7" y="32"/>
                </a:lnTo>
                <a:lnTo>
                  <a:pt x="8" y="34"/>
                </a:lnTo>
                <a:lnTo>
                  <a:pt x="9" y="33"/>
                </a:lnTo>
                <a:lnTo>
                  <a:pt x="9" y="28"/>
                </a:lnTo>
                <a:lnTo>
                  <a:pt x="9" y="27"/>
                </a:lnTo>
                <a:lnTo>
                  <a:pt x="9" y="26"/>
                </a:lnTo>
                <a:lnTo>
                  <a:pt x="10" y="26"/>
                </a:lnTo>
                <a:lnTo>
                  <a:pt x="11" y="26"/>
                </a:lnTo>
                <a:lnTo>
                  <a:pt x="12" y="26"/>
                </a:lnTo>
                <a:lnTo>
                  <a:pt x="13" y="26"/>
                </a:lnTo>
                <a:lnTo>
                  <a:pt x="14" y="27"/>
                </a:lnTo>
                <a:lnTo>
                  <a:pt x="14" y="28"/>
                </a:lnTo>
                <a:lnTo>
                  <a:pt x="15" y="28"/>
                </a:lnTo>
                <a:lnTo>
                  <a:pt x="15" y="29"/>
                </a:lnTo>
                <a:lnTo>
                  <a:pt x="14" y="29"/>
                </a:lnTo>
                <a:lnTo>
                  <a:pt x="12" y="32"/>
                </a:lnTo>
                <a:lnTo>
                  <a:pt x="12" y="33"/>
                </a:lnTo>
                <a:lnTo>
                  <a:pt x="11" y="33"/>
                </a:lnTo>
                <a:lnTo>
                  <a:pt x="11" y="34"/>
                </a:lnTo>
                <a:lnTo>
                  <a:pt x="11" y="35"/>
                </a:lnTo>
                <a:lnTo>
                  <a:pt x="11" y="37"/>
                </a:lnTo>
                <a:lnTo>
                  <a:pt x="13" y="37"/>
                </a:lnTo>
                <a:lnTo>
                  <a:pt x="14" y="36"/>
                </a:lnTo>
                <a:lnTo>
                  <a:pt x="14" y="35"/>
                </a:lnTo>
                <a:lnTo>
                  <a:pt x="14" y="34"/>
                </a:lnTo>
                <a:lnTo>
                  <a:pt x="14" y="33"/>
                </a:lnTo>
                <a:lnTo>
                  <a:pt x="13" y="33"/>
                </a:lnTo>
                <a:lnTo>
                  <a:pt x="13" y="32"/>
                </a:lnTo>
                <a:lnTo>
                  <a:pt x="14" y="32"/>
                </a:lnTo>
                <a:lnTo>
                  <a:pt x="16" y="32"/>
                </a:lnTo>
                <a:lnTo>
                  <a:pt x="17" y="32"/>
                </a:lnTo>
                <a:lnTo>
                  <a:pt x="18" y="32"/>
                </a:lnTo>
                <a:lnTo>
                  <a:pt x="18" y="33"/>
                </a:lnTo>
                <a:lnTo>
                  <a:pt x="18" y="34"/>
                </a:lnTo>
                <a:lnTo>
                  <a:pt x="17" y="34"/>
                </a:lnTo>
                <a:lnTo>
                  <a:pt x="17" y="35"/>
                </a:lnTo>
                <a:lnTo>
                  <a:pt x="17" y="36"/>
                </a:lnTo>
                <a:lnTo>
                  <a:pt x="16" y="36"/>
                </a:lnTo>
                <a:lnTo>
                  <a:pt x="16" y="38"/>
                </a:lnTo>
                <a:lnTo>
                  <a:pt x="17" y="38"/>
                </a:lnTo>
                <a:lnTo>
                  <a:pt x="19" y="35"/>
                </a:lnTo>
                <a:lnTo>
                  <a:pt x="19" y="34"/>
                </a:lnTo>
                <a:lnTo>
                  <a:pt x="20" y="34"/>
                </a:lnTo>
                <a:lnTo>
                  <a:pt x="21" y="34"/>
                </a:lnTo>
                <a:lnTo>
                  <a:pt x="22" y="34"/>
                </a:lnTo>
                <a:lnTo>
                  <a:pt x="22" y="35"/>
                </a:lnTo>
                <a:lnTo>
                  <a:pt x="23" y="35"/>
                </a:lnTo>
                <a:lnTo>
                  <a:pt x="23" y="36"/>
                </a:lnTo>
                <a:lnTo>
                  <a:pt x="22" y="36"/>
                </a:lnTo>
                <a:lnTo>
                  <a:pt x="19" y="42"/>
                </a:lnTo>
                <a:lnTo>
                  <a:pt x="18" y="42"/>
                </a:lnTo>
                <a:lnTo>
                  <a:pt x="18" y="43"/>
                </a:lnTo>
                <a:lnTo>
                  <a:pt x="19" y="43"/>
                </a:lnTo>
                <a:lnTo>
                  <a:pt x="20" y="43"/>
                </a:lnTo>
                <a:lnTo>
                  <a:pt x="22" y="43"/>
                </a:lnTo>
                <a:lnTo>
                  <a:pt x="23" y="43"/>
                </a:lnTo>
                <a:lnTo>
                  <a:pt x="23" y="44"/>
                </a:lnTo>
                <a:lnTo>
                  <a:pt x="20" y="48"/>
                </a:lnTo>
                <a:lnTo>
                  <a:pt x="24" y="54"/>
                </a:lnTo>
                <a:lnTo>
                  <a:pt x="24" y="56"/>
                </a:lnTo>
                <a:lnTo>
                  <a:pt x="25" y="57"/>
                </a:lnTo>
                <a:lnTo>
                  <a:pt x="25" y="58"/>
                </a:lnTo>
                <a:lnTo>
                  <a:pt x="25" y="59"/>
                </a:lnTo>
                <a:lnTo>
                  <a:pt x="24" y="59"/>
                </a:lnTo>
                <a:lnTo>
                  <a:pt x="23" y="59"/>
                </a:lnTo>
                <a:lnTo>
                  <a:pt x="22" y="59"/>
                </a:lnTo>
                <a:lnTo>
                  <a:pt x="22" y="58"/>
                </a:lnTo>
                <a:lnTo>
                  <a:pt x="17" y="51"/>
                </a:lnTo>
                <a:lnTo>
                  <a:pt x="13" y="57"/>
                </a:lnTo>
                <a:lnTo>
                  <a:pt x="12" y="58"/>
                </a:lnTo>
                <a:lnTo>
                  <a:pt x="11" y="58"/>
                </a:lnTo>
                <a:lnTo>
                  <a:pt x="10" y="58"/>
                </a:lnTo>
                <a:lnTo>
                  <a:pt x="10" y="57"/>
                </a:lnTo>
                <a:lnTo>
                  <a:pt x="12" y="52"/>
                </a:lnTo>
                <a:lnTo>
                  <a:pt x="14" y="47"/>
                </a:lnTo>
                <a:lnTo>
                  <a:pt x="14" y="46"/>
                </a:lnTo>
                <a:lnTo>
                  <a:pt x="13" y="46"/>
                </a:lnTo>
                <a:lnTo>
                  <a:pt x="8" y="53"/>
                </a:lnTo>
                <a:lnTo>
                  <a:pt x="7" y="54"/>
                </a:lnTo>
                <a:lnTo>
                  <a:pt x="7" y="55"/>
                </a:lnTo>
                <a:lnTo>
                  <a:pt x="6" y="55"/>
                </a:lnTo>
                <a:lnTo>
                  <a:pt x="5" y="56"/>
                </a:lnTo>
                <a:lnTo>
                  <a:pt x="3" y="56"/>
                </a:lnTo>
                <a:lnTo>
                  <a:pt x="2" y="55"/>
                </a:lnTo>
                <a:lnTo>
                  <a:pt x="12" y="44"/>
                </a:lnTo>
                <a:lnTo>
                  <a:pt x="11" y="42"/>
                </a:lnTo>
                <a:lnTo>
                  <a:pt x="11" y="43"/>
                </a:lnTo>
                <a:lnTo>
                  <a:pt x="10" y="43"/>
                </a:lnTo>
                <a:lnTo>
                  <a:pt x="10" y="44"/>
                </a:lnTo>
                <a:lnTo>
                  <a:pt x="10" y="45"/>
                </a:lnTo>
                <a:lnTo>
                  <a:pt x="10" y="46"/>
                </a:lnTo>
                <a:lnTo>
                  <a:pt x="9" y="47"/>
                </a:lnTo>
                <a:lnTo>
                  <a:pt x="5" y="46"/>
                </a:lnTo>
                <a:lnTo>
                  <a:pt x="5" y="45"/>
                </a:lnTo>
                <a:lnTo>
                  <a:pt x="5" y="44"/>
                </a:lnTo>
                <a:lnTo>
                  <a:pt x="3" y="43"/>
                </a:lnTo>
                <a:lnTo>
                  <a:pt x="3" y="42"/>
                </a:lnTo>
                <a:lnTo>
                  <a:pt x="4" y="42"/>
                </a:lnTo>
                <a:lnTo>
                  <a:pt x="7" y="42"/>
                </a:lnTo>
                <a:lnTo>
                  <a:pt x="8" y="42"/>
                </a:lnTo>
                <a:lnTo>
                  <a:pt x="8" y="41"/>
                </a:lnTo>
                <a:lnTo>
                  <a:pt x="9" y="41"/>
                </a:lnTo>
                <a:lnTo>
                  <a:pt x="10" y="41"/>
                </a:lnTo>
                <a:lnTo>
                  <a:pt x="10" y="40"/>
                </a:lnTo>
                <a:lnTo>
                  <a:pt x="8" y="39"/>
                </a:lnTo>
                <a:lnTo>
                  <a:pt x="8" y="38"/>
                </a:lnTo>
                <a:lnTo>
                  <a:pt x="8" y="37"/>
                </a:lnTo>
                <a:lnTo>
                  <a:pt x="9" y="37"/>
                </a:lnTo>
                <a:lnTo>
                  <a:pt x="10" y="37"/>
                </a:lnTo>
                <a:lnTo>
                  <a:pt x="10" y="36"/>
                </a:lnTo>
                <a:lnTo>
                  <a:pt x="10" y="35"/>
                </a:lnTo>
                <a:lnTo>
                  <a:pt x="9" y="35"/>
                </a:lnTo>
                <a:lnTo>
                  <a:pt x="5" y="39"/>
                </a:lnTo>
                <a:lnTo>
                  <a:pt x="4" y="40"/>
                </a:lnTo>
                <a:lnTo>
                  <a:pt x="3" y="40"/>
                </a:lnTo>
                <a:lnTo>
                  <a:pt x="2" y="40"/>
                </a:lnTo>
                <a:lnTo>
                  <a:pt x="1" y="40"/>
                </a:lnTo>
                <a:lnTo>
                  <a:pt x="0" y="40"/>
                </a:lnTo>
                <a:lnTo>
                  <a:pt x="0" y="39"/>
                </a:lnTo>
                <a:lnTo>
                  <a:pt x="1" y="38"/>
                </a:lnTo>
                <a:lnTo>
                  <a:pt x="7" y="34"/>
                </a:lnTo>
                <a:close/>
                <a:moveTo>
                  <a:pt x="17" y="45"/>
                </a:moveTo>
                <a:lnTo>
                  <a:pt x="17" y="45"/>
                </a:lnTo>
                <a:lnTo>
                  <a:pt x="18" y="45"/>
                </a:lnTo>
                <a:lnTo>
                  <a:pt x="18" y="46"/>
                </a:lnTo>
                <a:lnTo>
                  <a:pt x="19" y="46"/>
                </a:lnTo>
                <a:lnTo>
                  <a:pt x="19" y="45"/>
                </a:lnTo>
                <a:lnTo>
                  <a:pt x="18" y="44"/>
                </a:lnTo>
                <a:lnTo>
                  <a:pt x="17" y="44"/>
                </a:lnTo>
                <a:lnTo>
                  <a:pt x="17" y="45"/>
                </a:lnTo>
                <a:close/>
                <a:moveTo>
                  <a:pt x="16" y="42"/>
                </a:moveTo>
                <a:lnTo>
                  <a:pt x="18" y="39"/>
                </a:lnTo>
                <a:lnTo>
                  <a:pt x="19" y="39"/>
                </a:lnTo>
                <a:lnTo>
                  <a:pt x="17" y="42"/>
                </a:lnTo>
                <a:lnTo>
                  <a:pt x="17" y="43"/>
                </a:lnTo>
                <a:lnTo>
                  <a:pt x="16" y="43"/>
                </a:lnTo>
                <a:lnTo>
                  <a:pt x="16" y="42"/>
                </a:lnTo>
                <a:close/>
                <a:moveTo>
                  <a:pt x="13" y="38"/>
                </a:moveTo>
                <a:lnTo>
                  <a:pt x="15" y="41"/>
                </a:lnTo>
                <a:lnTo>
                  <a:pt x="15" y="40"/>
                </a:lnTo>
                <a:lnTo>
                  <a:pt x="16" y="40"/>
                </a:lnTo>
                <a:lnTo>
                  <a:pt x="16" y="39"/>
                </a:lnTo>
                <a:lnTo>
                  <a:pt x="15" y="39"/>
                </a:lnTo>
                <a:lnTo>
                  <a:pt x="15" y="38"/>
                </a:lnTo>
                <a:lnTo>
                  <a:pt x="15" y="37"/>
                </a:lnTo>
                <a:lnTo>
                  <a:pt x="14" y="37"/>
                </a:lnTo>
                <a:lnTo>
                  <a:pt x="13" y="38"/>
                </a:lnTo>
                <a:close/>
                <a:moveTo>
                  <a:pt x="11" y="29"/>
                </a:moveTo>
                <a:lnTo>
                  <a:pt x="11" y="29"/>
                </a:lnTo>
                <a:lnTo>
                  <a:pt x="11" y="28"/>
                </a:lnTo>
                <a:lnTo>
                  <a:pt x="12" y="28"/>
                </a:lnTo>
                <a:lnTo>
                  <a:pt x="12" y="29"/>
                </a:lnTo>
                <a:lnTo>
                  <a:pt x="12" y="30"/>
                </a:lnTo>
                <a:lnTo>
                  <a:pt x="12" y="31"/>
                </a:lnTo>
                <a:lnTo>
                  <a:pt x="11" y="31"/>
                </a:lnTo>
                <a:lnTo>
                  <a:pt x="11" y="30"/>
                </a:lnTo>
                <a:lnTo>
                  <a:pt x="11" y="29"/>
                </a:lnTo>
                <a:close/>
                <a:moveTo>
                  <a:pt x="15" y="48"/>
                </a:moveTo>
                <a:lnTo>
                  <a:pt x="16" y="49"/>
                </a:lnTo>
                <a:lnTo>
                  <a:pt x="13" y="53"/>
                </a:lnTo>
                <a:lnTo>
                  <a:pt x="12" y="53"/>
                </a:lnTo>
                <a:lnTo>
                  <a:pt x="15" y="48"/>
                </a:lnTo>
                <a:close/>
              </a:path>
              <a:path w="232" h="59">
                <a:moveTo>
                  <a:pt x="204" y="57"/>
                </a:moveTo>
                <a:cubicBezTo>
                  <a:pt x="202" y="54"/>
                  <a:pt x="202" y="53"/>
                  <a:pt x="201" y="52"/>
                </a:cubicBezTo>
                <a:cubicBezTo>
                  <a:pt x="201" y="52"/>
                  <a:pt x="201" y="52"/>
                  <a:pt x="201" y="52"/>
                </a:cubicBezTo>
                <a:cubicBezTo>
                  <a:pt x="203" y="53"/>
                  <a:pt x="204" y="54"/>
                  <a:pt x="206" y="52"/>
                </a:cubicBezTo>
                <a:cubicBezTo>
                  <a:pt x="208" y="50"/>
                  <a:pt x="209" y="48"/>
                  <a:pt x="210" y="46"/>
                </a:cubicBezTo>
                <a:cubicBezTo>
                  <a:pt x="210" y="45"/>
                  <a:pt x="210" y="45"/>
                  <a:pt x="210" y="45"/>
                </a:cubicBezTo>
                <a:cubicBezTo>
                  <a:pt x="207" y="45"/>
                  <a:pt x="204" y="46"/>
                  <a:pt x="200" y="46"/>
                </a:cubicBezTo>
                <a:cubicBezTo>
                  <a:pt x="199" y="45"/>
                  <a:pt x="198" y="43"/>
                  <a:pt x="198" y="42"/>
                </a:cubicBezTo>
                <a:cubicBezTo>
                  <a:pt x="198" y="42"/>
                  <a:pt x="198" y="42"/>
                  <a:pt x="198" y="42"/>
                </a:cubicBezTo>
                <a:cubicBezTo>
                  <a:pt x="203" y="42"/>
                  <a:pt x="208" y="44"/>
                  <a:pt x="213" y="43"/>
                </a:cubicBezTo>
                <a:cubicBezTo>
                  <a:pt x="214" y="43"/>
                  <a:pt x="217" y="41"/>
                  <a:pt x="216" y="41"/>
                </a:cubicBezTo>
                <a:cubicBezTo>
                  <a:pt x="215" y="39"/>
                  <a:pt x="210" y="41"/>
                  <a:pt x="209" y="38"/>
                </a:cubicBezTo>
                <a:cubicBezTo>
                  <a:pt x="209" y="38"/>
                  <a:pt x="209" y="38"/>
                  <a:pt x="209" y="38"/>
                </a:cubicBezTo>
                <a:cubicBezTo>
                  <a:pt x="213" y="38"/>
                  <a:pt x="216" y="39"/>
                  <a:pt x="219" y="39"/>
                </a:cubicBezTo>
                <a:cubicBezTo>
                  <a:pt x="221" y="38"/>
                  <a:pt x="223" y="37"/>
                  <a:pt x="224" y="37"/>
                </a:cubicBezTo>
                <a:cubicBezTo>
                  <a:pt x="225" y="36"/>
                  <a:pt x="225" y="36"/>
                  <a:pt x="226" y="35"/>
                </a:cubicBezTo>
                <a:cubicBezTo>
                  <a:pt x="225" y="34"/>
                  <a:pt x="222" y="33"/>
                  <a:pt x="222" y="34"/>
                </a:cubicBezTo>
                <a:cubicBezTo>
                  <a:pt x="221" y="36"/>
                  <a:pt x="221" y="38"/>
                  <a:pt x="218" y="38"/>
                </a:cubicBezTo>
                <a:cubicBezTo>
                  <a:pt x="216" y="38"/>
                  <a:pt x="216" y="37"/>
                  <a:pt x="215" y="36"/>
                </a:cubicBezTo>
                <a:cubicBezTo>
                  <a:pt x="215" y="33"/>
                  <a:pt x="217" y="33"/>
                  <a:pt x="218" y="32"/>
                </a:cubicBezTo>
                <a:cubicBezTo>
                  <a:pt x="217" y="31"/>
                  <a:pt x="216" y="32"/>
                  <a:pt x="215" y="32"/>
                </a:cubicBezTo>
                <a:cubicBezTo>
                  <a:pt x="215" y="33"/>
                  <a:pt x="215" y="33"/>
                  <a:pt x="214" y="34"/>
                </a:cubicBezTo>
                <a:cubicBezTo>
                  <a:pt x="214" y="35"/>
                  <a:pt x="214" y="36"/>
                  <a:pt x="213" y="36"/>
                </a:cubicBezTo>
                <a:cubicBezTo>
                  <a:pt x="212" y="36"/>
                  <a:pt x="212" y="34"/>
                  <a:pt x="212" y="34"/>
                </a:cubicBezTo>
                <a:cubicBezTo>
                  <a:pt x="211" y="34"/>
                  <a:pt x="211" y="35"/>
                  <a:pt x="210" y="36"/>
                </a:cubicBezTo>
                <a:cubicBezTo>
                  <a:pt x="209" y="36"/>
                  <a:pt x="209" y="36"/>
                  <a:pt x="209" y="35"/>
                </a:cubicBezTo>
                <a:cubicBezTo>
                  <a:pt x="210" y="33"/>
                  <a:pt x="210" y="29"/>
                  <a:pt x="211" y="27"/>
                </a:cubicBezTo>
                <a:cubicBezTo>
                  <a:pt x="212" y="27"/>
                  <a:pt x="211" y="29"/>
                  <a:pt x="212" y="30"/>
                </a:cubicBezTo>
                <a:cubicBezTo>
                  <a:pt x="212" y="30"/>
                  <a:pt x="213" y="30"/>
                  <a:pt x="213" y="30"/>
                </a:cubicBezTo>
                <a:cubicBezTo>
                  <a:pt x="213" y="28"/>
                  <a:pt x="213" y="26"/>
                  <a:pt x="213" y="24"/>
                </a:cubicBezTo>
                <a:cubicBezTo>
                  <a:pt x="213" y="24"/>
                  <a:pt x="213" y="24"/>
                  <a:pt x="213" y="24"/>
                </a:cubicBezTo>
                <a:cubicBezTo>
                  <a:pt x="214" y="23"/>
                  <a:pt x="215" y="26"/>
                  <a:pt x="215" y="27"/>
                </a:cubicBezTo>
                <a:cubicBezTo>
                  <a:pt x="215" y="28"/>
                  <a:pt x="215" y="29"/>
                  <a:pt x="215" y="30"/>
                </a:cubicBezTo>
                <a:cubicBezTo>
                  <a:pt x="216" y="31"/>
                  <a:pt x="217" y="31"/>
                  <a:pt x="218" y="30"/>
                </a:cubicBezTo>
                <a:cubicBezTo>
                  <a:pt x="218" y="29"/>
                  <a:pt x="217" y="28"/>
                  <a:pt x="218" y="27"/>
                </a:cubicBezTo>
                <a:cubicBezTo>
                  <a:pt x="219" y="27"/>
                  <a:pt x="219" y="29"/>
                  <a:pt x="221" y="29"/>
                </a:cubicBezTo>
                <a:cubicBezTo>
                  <a:pt x="221" y="28"/>
                  <a:pt x="222" y="28"/>
                  <a:pt x="223" y="27"/>
                </a:cubicBezTo>
                <a:cubicBezTo>
                  <a:pt x="224" y="28"/>
                  <a:pt x="225" y="30"/>
                  <a:pt x="224" y="31"/>
                </a:cubicBezTo>
                <a:cubicBezTo>
                  <a:pt x="224" y="31"/>
                  <a:pt x="223" y="31"/>
                  <a:pt x="223" y="32"/>
                </a:cubicBezTo>
                <a:cubicBezTo>
                  <a:pt x="224" y="32"/>
                  <a:pt x="228" y="33"/>
                  <a:pt x="229" y="33"/>
                </a:cubicBezTo>
                <a:cubicBezTo>
                  <a:pt x="230" y="33"/>
                  <a:pt x="232" y="37"/>
                  <a:pt x="230" y="39"/>
                </a:cubicBezTo>
                <a:cubicBezTo>
                  <a:pt x="229" y="39"/>
                  <a:pt x="226" y="39"/>
                  <a:pt x="225" y="39"/>
                </a:cubicBezTo>
                <a:cubicBezTo>
                  <a:pt x="223" y="39"/>
                  <a:pt x="223" y="39"/>
                  <a:pt x="222" y="39"/>
                </a:cubicBezTo>
                <a:cubicBezTo>
                  <a:pt x="221" y="40"/>
                  <a:pt x="221" y="40"/>
                  <a:pt x="222" y="42"/>
                </a:cubicBezTo>
                <a:cubicBezTo>
                  <a:pt x="221" y="44"/>
                  <a:pt x="218" y="42"/>
                  <a:pt x="217" y="44"/>
                </a:cubicBezTo>
                <a:cubicBezTo>
                  <a:pt x="218" y="45"/>
                  <a:pt x="220" y="46"/>
                  <a:pt x="219" y="48"/>
                </a:cubicBezTo>
                <a:cubicBezTo>
                  <a:pt x="218" y="49"/>
                  <a:pt x="215" y="49"/>
                  <a:pt x="214" y="48"/>
                </a:cubicBezTo>
                <a:cubicBezTo>
                  <a:pt x="215" y="46"/>
                  <a:pt x="215" y="46"/>
                  <a:pt x="215" y="46"/>
                </a:cubicBezTo>
                <a:cubicBezTo>
                  <a:pt x="215" y="46"/>
                  <a:pt x="215" y="46"/>
                  <a:pt x="214" y="46"/>
                </a:cubicBezTo>
                <a:cubicBezTo>
                  <a:pt x="212" y="46"/>
                  <a:pt x="210" y="51"/>
                  <a:pt x="209" y="53"/>
                </a:cubicBezTo>
                <a:cubicBezTo>
                  <a:pt x="208" y="54"/>
                  <a:pt x="207" y="58"/>
                  <a:pt x="204" y="57"/>
                </a:cubicBezTo>
                <a:close/>
                <a:moveTo>
                  <a:pt x="218" y="36"/>
                </a:moveTo>
                <a:cubicBezTo>
                  <a:pt x="218" y="35"/>
                  <a:pt x="218" y="35"/>
                  <a:pt x="218" y="35"/>
                </a:cubicBezTo>
                <a:cubicBezTo>
                  <a:pt x="218" y="35"/>
                  <a:pt x="219" y="34"/>
                  <a:pt x="219" y="34"/>
                </a:cubicBezTo>
                <a:cubicBezTo>
                  <a:pt x="219" y="35"/>
                  <a:pt x="219" y="35"/>
                  <a:pt x="218" y="36"/>
                </a:cubicBezTo>
                <a:cubicBezTo>
                  <a:pt x="218" y="36"/>
                  <a:pt x="218" y="36"/>
                  <a:pt x="218" y="36"/>
                </a:cubicBezTo>
                <a:close/>
              </a:path>
              <a:path w="232" h="59">
                <a:moveTo>
                  <a:pt x="177" y="37"/>
                </a:moveTo>
                <a:cubicBezTo>
                  <a:pt x="176" y="36"/>
                  <a:pt x="176" y="36"/>
                  <a:pt x="176" y="35"/>
                </a:cubicBezTo>
                <a:cubicBezTo>
                  <a:pt x="177" y="33"/>
                  <a:pt x="177" y="28"/>
                  <a:pt x="178" y="27"/>
                </a:cubicBezTo>
                <a:cubicBezTo>
                  <a:pt x="179" y="27"/>
                  <a:pt x="179" y="27"/>
                  <a:pt x="179" y="27"/>
                </a:cubicBezTo>
                <a:cubicBezTo>
                  <a:pt x="179" y="27"/>
                  <a:pt x="179" y="27"/>
                  <a:pt x="179" y="28"/>
                </a:cubicBezTo>
                <a:cubicBezTo>
                  <a:pt x="179" y="32"/>
                  <a:pt x="180" y="35"/>
                  <a:pt x="183" y="38"/>
                </a:cubicBezTo>
                <a:cubicBezTo>
                  <a:pt x="183" y="38"/>
                  <a:pt x="183" y="38"/>
                  <a:pt x="183" y="38"/>
                </a:cubicBezTo>
                <a:cubicBezTo>
                  <a:pt x="183" y="39"/>
                  <a:pt x="178" y="37"/>
                  <a:pt x="177" y="37"/>
                </a:cubicBezTo>
                <a:close/>
              </a:path>
              <a:path w="232" h="59">
                <a:moveTo>
                  <a:pt x="163" y="29"/>
                </a:moveTo>
                <a:cubicBezTo>
                  <a:pt x="163" y="28"/>
                  <a:pt x="163" y="28"/>
                  <a:pt x="162" y="28"/>
                </a:cubicBezTo>
                <a:cubicBezTo>
                  <a:pt x="162" y="27"/>
                  <a:pt x="162" y="27"/>
                  <a:pt x="162" y="27"/>
                </a:cubicBezTo>
                <a:cubicBezTo>
                  <a:pt x="164" y="28"/>
                  <a:pt x="165" y="28"/>
                  <a:pt x="166" y="28"/>
                </a:cubicBezTo>
                <a:cubicBezTo>
                  <a:pt x="169" y="28"/>
                  <a:pt x="171" y="27"/>
                  <a:pt x="173" y="26"/>
                </a:cubicBezTo>
                <a:cubicBezTo>
                  <a:pt x="172" y="25"/>
                  <a:pt x="170" y="25"/>
                  <a:pt x="169" y="26"/>
                </a:cubicBezTo>
                <a:cubicBezTo>
                  <a:pt x="167" y="25"/>
                  <a:pt x="166" y="21"/>
                  <a:pt x="166" y="21"/>
                </a:cubicBezTo>
                <a:cubicBezTo>
                  <a:pt x="168" y="21"/>
                  <a:pt x="172" y="23"/>
                  <a:pt x="173" y="22"/>
                </a:cubicBezTo>
                <a:cubicBezTo>
                  <a:pt x="178" y="23"/>
                  <a:pt x="178" y="21"/>
                  <a:pt x="181" y="17"/>
                </a:cubicBezTo>
                <a:cubicBezTo>
                  <a:pt x="182" y="16"/>
                  <a:pt x="184" y="12"/>
                  <a:pt x="185" y="12"/>
                </a:cubicBezTo>
                <a:cubicBezTo>
                  <a:pt x="186" y="13"/>
                  <a:pt x="186" y="15"/>
                  <a:pt x="186" y="17"/>
                </a:cubicBezTo>
                <a:cubicBezTo>
                  <a:pt x="185" y="19"/>
                  <a:pt x="183" y="20"/>
                  <a:pt x="182" y="23"/>
                </a:cubicBezTo>
                <a:cubicBezTo>
                  <a:pt x="184" y="24"/>
                  <a:pt x="185" y="22"/>
                  <a:pt x="187" y="24"/>
                </a:cubicBezTo>
                <a:cubicBezTo>
                  <a:pt x="187" y="25"/>
                  <a:pt x="187" y="25"/>
                  <a:pt x="187" y="25"/>
                </a:cubicBezTo>
                <a:cubicBezTo>
                  <a:pt x="186" y="26"/>
                  <a:pt x="184" y="25"/>
                  <a:pt x="183" y="25"/>
                </a:cubicBezTo>
                <a:cubicBezTo>
                  <a:pt x="180" y="25"/>
                  <a:pt x="180" y="25"/>
                  <a:pt x="179" y="25"/>
                </a:cubicBezTo>
                <a:cubicBezTo>
                  <a:pt x="175" y="28"/>
                  <a:pt x="169" y="33"/>
                  <a:pt x="163" y="29"/>
                </a:cubicBezTo>
                <a:close/>
              </a:path>
              <a:path w="232" h="59">
                <a:moveTo>
                  <a:pt x="134" y="18"/>
                </a:moveTo>
                <a:cubicBezTo>
                  <a:pt x="133" y="16"/>
                  <a:pt x="134" y="15"/>
                  <a:pt x="134" y="14"/>
                </a:cubicBezTo>
                <a:cubicBezTo>
                  <a:pt x="134" y="14"/>
                  <a:pt x="134" y="14"/>
                  <a:pt x="134" y="14"/>
                </a:cubicBezTo>
                <a:cubicBezTo>
                  <a:pt x="133" y="15"/>
                  <a:pt x="132" y="15"/>
                  <a:pt x="132" y="15"/>
                </a:cubicBezTo>
                <a:cubicBezTo>
                  <a:pt x="131" y="16"/>
                  <a:pt x="130" y="17"/>
                  <a:pt x="129" y="19"/>
                </a:cubicBezTo>
                <a:cubicBezTo>
                  <a:pt x="129" y="20"/>
                  <a:pt x="129" y="30"/>
                  <a:pt x="126" y="30"/>
                </a:cubicBezTo>
                <a:cubicBezTo>
                  <a:pt x="124" y="28"/>
                  <a:pt x="125" y="27"/>
                  <a:pt x="125" y="25"/>
                </a:cubicBezTo>
                <a:cubicBezTo>
                  <a:pt x="125" y="24"/>
                  <a:pt x="125" y="24"/>
                  <a:pt x="126" y="23"/>
                </a:cubicBezTo>
                <a:cubicBezTo>
                  <a:pt x="125" y="23"/>
                  <a:pt x="123" y="25"/>
                  <a:pt x="123" y="25"/>
                </a:cubicBezTo>
                <a:cubicBezTo>
                  <a:pt x="121" y="26"/>
                  <a:pt x="120" y="25"/>
                  <a:pt x="120" y="23"/>
                </a:cubicBezTo>
                <a:cubicBezTo>
                  <a:pt x="122" y="23"/>
                  <a:pt x="124" y="21"/>
                  <a:pt x="126" y="19"/>
                </a:cubicBezTo>
                <a:cubicBezTo>
                  <a:pt x="126" y="17"/>
                  <a:pt x="126" y="17"/>
                  <a:pt x="126" y="14"/>
                </a:cubicBezTo>
                <a:cubicBezTo>
                  <a:pt x="126" y="14"/>
                  <a:pt x="126" y="14"/>
                  <a:pt x="126" y="14"/>
                </a:cubicBezTo>
                <a:cubicBezTo>
                  <a:pt x="125" y="15"/>
                  <a:pt x="125" y="15"/>
                  <a:pt x="124" y="16"/>
                </a:cubicBezTo>
                <a:cubicBezTo>
                  <a:pt x="122" y="18"/>
                  <a:pt x="119" y="16"/>
                  <a:pt x="120" y="14"/>
                </a:cubicBezTo>
                <a:cubicBezTo>
                  <a:pt x="122" y="14"/>
                  <a:pt x="124" y="12"/>
                  <a:pt x="126" y="11"/>
                </a:cubicBezTo>
                <a:cubicBezTo>
                  <a:pt x="127" y="9"/>
                  <a:pt x="127" y="6"/>
                  <a:pt x="127" y="4"/>
                </a:cubicBezTo>
                <a:cubicBezTo>
                  <a:pt x="126" y="3"/>
                  <a:pt x="128" y="2"/>
                  <a:pt x="129" y="1"/>
                </a:cubicBezTo>
                <a:cubicBezTo>
                  <a:pt x="132" y="2"/>
                  <a:pt x="130" y="5"/>
                  <a:pt x="130" y="7"/>
                </a:cubicBezTo>
                <a:cubicBezTo>
                  <a:pt x="130" y="8"/>
                  <a:pt x="130" y="8"/>
                  <a:pt x="130" y="9"/>
                </a:cubicBezTo>
                <a:cubicBezTo>
                  <a:pt x="130" y="9"/>
                  <a:pt x="131" y="8"/>
                  <a:pt x="132" y="8"/>
                </a:cubicBezTo>
                <a:cubicBezTo>
                  <a:pt x="132" y="8"/>
                  <a:pt x="132" y="8"/>
                  <a:pt x="132" y="9"/>
                </a:cubicBezTo>
                <a:cubicBezTo>
                  <a:pt x="129" y="12"/>
                  <a:pt x="129" y="11"/>
                  <a:pt x="129" y="15"/>
                </a:cubicBezTo>
                <a:cubicBezTo>
                  <a:pt x="130" y="15"/>
                  <a:pt x="131" y="14"/>
                  <a:pt x="131" y="13"/>
                </a:cubicBezTo>
                <a:cubicBezTo>
                  <a:pt x="130" y="12"/>
                  <a:pt x="130" y="12"/>
                  <a:pt x="130" y="12"/>
                </a:cubicBezTo>
                <a:cubicBezTo>
                  <a:pt x="132" y="12"/>
                  <a:pt x="134" y="11"/>
                  <a:pt x="136" y="10"/>
                </a:cubicBezTo>
                <a:cubicBezTo>
                  <a:pt x="136" y="8"/>
                  <a:pt x="137" y="7"/>
                  <a:pt x="138" y="4"/>
                </a:cubicBezTo>
                <a:cubicBezTo>
                  <a:pt x="140" y="2"/>
                  <a:pt x="143" y="5"/>
                  <a:pt x="142" y="8"/>
                </a:cubicBezTo>
                <a:cubicBezTo>
                  <a:pt x="142" y="9"/>
                  <a:pt x="138" y="11"/>
                  <a:pt x="137" y="12"/>
                </a:cubicBezTo>
                <a:cubicBezTo>
                  <a:pt x="137" y="12"/>
                  <a:pt x="136" y="15"/>
                  <a:pt x="136" y="15"/>
                </a:cubicBezTo>
                <a:cubicBezTo>
                  <a:pt x="138" y="16"/>
                  <a:pt x="139" y="11"/>
                  <a:pt x="142" y="13"/>
                </a:cubicBezTo>
                <a:cubicBezTo>
                  <a:pt x="143" y="14"/>
                  <a:pt x="143" y="14"/>
                  <a:pt x="143" y="15"/>
                </a:cubicBezTo>
                <a:cubicBezTo>
                  <a:pt x="142" y="17"/>
                  <a:pt x="140" y="20"/>
                  <a:pt x="139" y="23"/>
                </a:cubicBezTo>
                <a:cubicBezTo>
                  <a:pt x="141" y="25"/>
                  <a:pt x="143" y="26"/>
                  <a:pt x="146" y="27"/>
                </a:cubicBezTo>
                <a:cubicBezTo>
                  <a:pt x="146" y="27"/>
                  <a:pt x="142" y="29"/>
                  <a:pt x="141" y="29"/>
                </a:cubicBezTo>
                <a:cubicBezTo>
                  <a:pt x="138" y="30"/>
                  <a:pt x="138" y="27"/>
                  <a:pt x="137" y="25"/>
                </a:cubicBezTo>
                <a:cubicBezTo>
                  <a:pt x="135" y="27"/>
                  <a:pt x="132" y="28"/>
                  <a:pt x="129" y="27"/>
                </a:cubicBezTo>
                <a:cubicBezTo>
                  <a:pt x="129" y="27"/>
                  <a:pt x="129" y="27"/>
                  <a:pt x="129" y="27"/>
                </a:cubicBezTo>
                <a:cubicBezTo>
                  <a:pt x="131" y="26"/>
                  <a:pt x="133" y="26"/>
                  <a:pt x="134" y="24"/>
                </a:cubicBezTo>
                <a:cubicBezTo>
                  <a:pt x="137" y="22"/>
                  <a:pt x="132" y="20"/>
                  <a:pt x="133" y="18"/>
                </a:cubicBezTo>
                <a:cubicBezTo>
                  <a:pt x="133" y="18"/>
                  <a:pt x="133" y="18"/>
                  <a:pt x="134" y="18"/>
                </a:cubicBezTo>
                <a:cubicBezTo>
                  <a:pt x="134" y="19"/>
                  <a:pt x="136" y="20"/>
                  <a:pt x="137" y="20"/>
                </a:cubicBezTo>
                <a:cubicBezTo>
                  <a:pt x="137" y="19"/>
                  <a:pt x="138" y="18"/>
                  <a:pt x="139" y="17"/>
                </a:cubicBezTo>
                <a:cubicBezTo>
                  <a:pt x="138" y="17"/>
                  <a:pt x="137" y="18"/>
                  <a:pt x="136" y="19"/>
                </a:cubicBezTo>
                <a:cubicBezTo>
                  <a:pt x="136" y="18"/>
                  <a:pt x="135" y="18"/>
                  <a:pt x="134" y="18"/>
                </a:cubicBezTo>
                <a:close/>
              </a:path>
              <a:path w="232" h="59">
                <a:moveTo>
                  <a:pt x="84" y="9"/>
                </a:moveTo>
                <a:cubicBezTo>
                  <a:pt x="86" y="9"/>
                  <a:pt x="87" y="10"/>
                  <a:pt x="87" y="12"/>
                </a:cubicBezTo>
                <a:cubicBezTo>
                  <a:pt x="88" y="11"/>
                  <a:pt x="87" y="10"/>
                  <a:pt x="90" y="11"/>
                </a:cubicBezTo>
                <a:cubicBezTo>
                  <a:pt x="90" y="12"/>
                  <a:pt x="90" y="12"/>
                  <a:pt x="90" y="14"/>
                </a:cubicBezTo>
                <a:cubicBezTo>
                  <a:pt x="89" y="15"/>
                  <a:pt x="88" y="16"/>
                  <a:pt x="87" y="17"/>
                </a:cubicBezTo>
                <a:cubicBezTo>
                  <a:pt x="88" y="19"/>
                  <a:pt x="87" y="19"/>
                  <a:pt x="88" y="20"/>
                </a:cubicBezTo>
                <a:cubicBezTo>
                  <a:pt x="88" y="20"/>
                  <a:pt x="89" y="19"/>
                  <a:pt x="90" y="18"/>
                </a:cubicBezTo>
                <a:cubicBezTo>
                  <a:pt x="90" y="20"/>
                  <a:pt x="89" y="20"/>
                  <a:pt x="88" y="21"/>
                </a:cubicBezTo>
                <a:cubicBezTo>
                  <a:pt x="88" y="24"/>
                  <a:pt x="90" y="28"/>
                  <a:pt x="88" y="30"/>
                </a:cubicBezTo>
                <a:cubicBezTo>
                  <a:pt x="85" y="31"/>
                  <a:pt x="86" y="26"/>
                  <a:pt x="85" y="25"/>
                </a:cubicBezTo>
                <a:cubicBezTo>
                  <a:pt x="85" y="25"/>
                  <a:pt x="85" y="25"/>
                  <a:pt x="85" y="25"/>
                </a:cubicBezTo>
                <a:cubicBezTo>
                  <a:pt x="84" y="26"/>
                  <a:pt x="82" y="28"/>
                  <a:pt x="81" y="27"/>
                </a:cubicBezTo>
                <a:cubicBezTo>
                  <a:pt x="80" y="26"/>
                  <a:pt x="81" y="24"/>
                  <a:pt x="82" y="22"/>
                </a:cubicBezTo>
                <a:cubicBezTo>
                  <a:pt x="83" y="21"/>
                  <a:pt x="85" y="18"/>
                  <a:pt x="85" y="18"/>
                </a:cubicBezTo>
                <a:cubicBezTo>
                  <a:pt x="85" y="17"/>
                  <a:pt x="85" y="17"/>
                  <a:pt x="85" y="17"/>
                </a:cubicBezTo>
                <a:cubicBezTo>
                  <a:pt x="85" y="17"/>
                  <a:pt x="84" y="16"/>
                  <a:pt x="84" y="16"/>
                </a:cubicBezTo>
                <a:cubicBezTo>
                  <a:pt x="83" y="18"/>
                  <a:pt x="81" y="20"/>
                  <a:pt x="79" y="20"/>
                </a:cubicBezTo>
                <a:cubicBezTo>
                  <a:pt x="78" y="19"/>
                  <a:pt x="78" y="19"/>
                  <a:pt x="78" y="18"/>
                </a:cubicBezTo>
                <a:cubicBezTo>
                  <a:pt x="80" y="17"/>
                  <a:pt x="82" y="15"/>
                  <a:pt x="84" y="14"/>
                </a:cubicBezTo>
                <a:cubicBezTo>
                  <a:pt x="84" y="12"/>
                  <a:pt x="83" y="11"/>
                  <a:pt x="84" y="9"/>
                </a:cubicBezTo>
                <a:cubicBezTo>
                  <a:pt x="82" y="9"/>
                  <a:pt x="81" y="10"/>
                  <a:pt x="80" y="10"/>
                </a:cubicBezTo>
                <a:cubicBezTo>
                  <a:pt x="80" y="10"/>
                  <a:pt x="80" y="10"/>
                  <a:pt x="81" y="9"/>
                </a:cubicBezTo>
                <a:cubicBezTo>
                  <a:pt x="85" y="6"/>
                  <a:pt x="86" y="5"/>
                  <a:pt x="86" y="4"/>
                </a:cubicBezTo>
                <a:cubicBezTo>
                  <a:pt x="87" y="3"/>
                  <a:pt x="87" y="2"/>
                  <a:pt x="89" y="3"/>
                </a:cubicBezTo>
                <a:cubicBezTo>
                  <a:pt x="90" y="3"/>
                  <a:pt x="90" y="5"/>
                  <a:pt x="90" y="5"/>
                </a:cubicBezTo>
                <a:cubicBezTo>
                  <a:pt x="88" y="7"/>
                  <a:pt x="86" y="8"/>
                  <a:pt x="84" y="9"/>
                </a:cubicBezTo>
                <a:cubicBezTo>
                  <a:pt x="84" y="9"/>
                  <a:pt x="84" y="9"/>
                  <a:pt x="84" y="9"/>
                </a:cubicBezTo>
                <a:close/>
                <a:moveTo>
                  <a:pt x="84" y="23"/>
                </a:moveTo>
                <a:cubicBezTo>
                  <a:pt x="84" y="22"/>
                  <a:pt x="84" y="22"/>
                  <a:pt x="85" y="21"/>
                </a:cubicBezTo>
                <a:cubicBezTo>
                  <a:pt x="85" y="21"/>
                  <a:pt x="85" y="21"/>
                  <a:pt x="85" y="22"/>
                </a:cubicBezTo>
                <a:cubicBezTo>
                  <a:pt x="85" y="22"/>
                  <a:pt x="85" y="23"/>
                  <a:pt x="84" y="23"/>
                </a:cubicBezTo>
                <a:close/>
              </a:path>
              <a:path w="232" h="59">
                <a:moveTo>
                  <a:pt x="99" y="32"/>
                </a:moveTo>
                <a:cubicBezTo>
                  <a:pt x="99" y="32"/>
                  <a:pt x="98" y="32"/>
                  <a:pt x="98" y="31"/>
                </a:cubicBezTo>
                <a:cubicBezTo>
                  <a:pt x="98" y="28"/>
                  <a:pt x="97" y="25"/>
                  <a:pt x="97" y="22"/>
                </a:cubicBezTo>
                <a:cubicBezTo>
                  <a:pt x="96" y="22"/>
                  <a:pt x="95" y="23"/>
                  <a:pt x="94" y="24"/>
                </a:cubicBezTo>
                <a:cubicBezTo>
                  <a:pt x="93" y="24"/>
                  <a:pt x="92" y="24"/>
                  <a:pt x="92" y="23"/>
                </a:cubicBezTo>
                <a:cubicBezTo>
                  <a:pt x="92" y="23"/>
                  <a:pt x="92" y="22"/>
                  <a:pt x="92" y="22"/>
                </a:cubicBezTo>
                <a:cubicBezTo>
                  <a:pt x="92" y="20"/>
                  <a:pt x="93" y="16"/>
                  <a:pt x="91" y="16"/>
                </a:cubicBezTo>
                <a:cubicBezTo>
                  <a:pt x="90" y="15"/>
                  <a:pt x="90" y="15"/>
                  <a:pt x="90" y="14"/>
                </a:cubicBezTo>
                <a:cubicBezTo>
                  <a:pt x="92" y="14"/>
                  <a:pt x="91" y="11"/>
                  <a:pt x="91" y="10"/>
                </a:cubicBezTo>
                <a:cubicBezTo>
                  <a:pt x="89" y="9"/>
                  <a:pt x="87" y="8"/>
                  <a:pt x="89" y="7"/>
                </a:cubicBezTo>
                <a:cubicBezTo>
                  <a:pt x="91" y="7"/>
                  <a:pt x="93" y="7"/>
                  <a:pt x="94" y="9"/>
                </a:cubicBezTo>
                <a:cubicBezTo>
                  <a:pt x="94" y="10"/>
                  <a:pt x="92" y="12"/>
                  <a:pt x="92" y="13"/>
                </a:cubicBezTo>
                <a:cubicBezTo>
                  <a:pt x="94" y="13"/>
                  <a:pt x="95" y="14"/>
                  <a:pt x="95" y="16"/>
                </a:cubicBezTo>
                <a:cubicBezTo>
                  <a:pt x="93" y="17"/>
                  <a:pt x="93" y="18"/>
                  <a:pt x="94" y="20"/>
                </a:cubicBezTo>
                <a:cubicBezTo>
                  <a:pt x="95" y="19"/>
                  <a:pt x="95" y="18"/>
                  <a:pt x="96" y="17"/>
                </a:cubicBezTo>
                <a:cubicBezTo>
                  <a:pt x="96" y="11"/>
                  <a:pt x="93" y="7"/>
                  <a:pt x="93" y="2"/>
                </a:cubicBezTo>
                <a:cubicBezTo>
                  <a:pt x="94" y="0"/>
                  <a:pt x="96" y="0"/>
                  <a:pt x="97" y="2"/>
                </a:cubicBezTo>
                <a:cubicBezTo>
                  <a:pt x="97" y="5"/>
                  <a:pt x="97" y="11"/>
                  <a:pt x="99" y="14"/>
                </a:cubicBezTo>
                <a:cubicBezTo>
                  <a:pt x="99" y="13"/>
                  <a:pt x="100" y="12"/>
                  <a:pt x="100" y="11"/>
                </a:cubicBezTo>
                <a:cubicBezTo>
                  <a:pt x="101" y="11"/>
                  <a:pt x="102" y="12"/>
                  <a:pt x="103" y="14"/>
                </a:cubicBezTo>
                <a:cubicBezTo>
                  <a:pt x="101" y="15"/>
                  <a:pt x="100" y="16"/>
                  <a:pt x="99" y="18"/>
                </a:cubicBezTo>
                <a:cubicBezTo>
                  <a:pt x="100" y="23"/>
                  <a:pt x="100" y="26"/>
                  <a:pt x="101" y="29"/>
                </a:cubicBezTo>
                <a:cubicBezTo>
                  <a:pt x="100" y="30"/>
                  <a:pt x="100" y="32"/>
                  <a:pt x="99" y="32"/>
                </a:cubicBezTo>
                <a:close/>
              </a:path>
              <a:path w="232" h="59">
                <a:moveTo>
                  <a:pt x="58" y="41"/>
                </a:moveTo>
                <a:cubicBezTo>
                  <a:pt x="58" y="42"/>
                  <a:pt x="57" y="41"/>
                  <a:pt x="57" y="41"/>
                </a:cubicBezTo>
                <a:cubicBezTo>
                  <a:pt x="52" y="36"/>
                  <a:pt x="53" y="29"/>
                  <a:pt x="50" y="25"/>
                </a:cubicBezTo>
                <a:cubicBezTo>
                  <a:pt x="48" y="26"/>
                  <a:pt x="48" y="30"/>
                  <a:pt x="47" y="31"/>
                </a:cubicBezTo>
                <a:cubicBezTo>
                  <a:pt x="44" y="33"/>
                  <a:pt x="43" y="28"/>
                  <a:pt x="43" y="26"/>
                </a:cubicBezTo>
                <a:cubicBezTo>
                  <a:pt x="43" y="25"/>
                  <a:pt x="43" y="24"/>
                  <a:pt x="43" y="23"/>
                </a:cubicBezTo>
                <a:cubicBezTo>
                  <a:pt x="44" y="23"/>
                  <a:pt x="45" y="25"/>
                  <a:pt x="46" y="26"/>
                </a:cubicBezTo>
                <a:cubicBezTo>
                  <a:pt x="47" y="26"/>
                  <a:pt x="47" y="26"/>
                  <a:pt x="47" y="26"/>
                </a:cubicBezTo>
                <a:cubicBezTo>
                  <a:pt x="50" y="21"/>
                  <a:pt x="47" y="18"/>
                  <a:pt x="44" y="15"/>
                </a:cubicBezTo>
                <a:cubicBezTo>
                  <a:pt x="44" y="14"/>
                  <a:pt x="44" y="13"/>
                  <a:pt x="45" y="12"/>
                </a:cubicBezTo>
                <a:cubicBezTo>
                  <a:pt x="45" y="12"/>
                  <a:pt x="47" y="12"/>
                  <a:pt x="48" y="12"/>
                </a:cubicBezTo>
                <a:cubicBezTo>
                  <a:pt x="48" y="12"/>
                  <a:pt x="48" y="12"/>
                  <a:pt x="48" y="12"/>
                </a:cubicBezTo>
                <a:cubicBezTo>
                  <a:pt x="49" y="14"/>
                  <a:pt x="50" y="16"/>
                  <a:pt x="50" y="17"/>
                </a:cubicBezTo>
                <a:cubicBezTo>
                  <a:pt x="50" y="17"/>
                  <a:pt x="51" y="17"/>
                  <a:pt x="51" y="17"/>
                </a:cubicBezTo>
                <a:cubicBezTo>
                  <a:pt x="52" y="16"/>
                  <a:pt x="53" y="14"/>
                  <a:pt x="54" y="12"/>
                </a:cubicBezTo>
                <a:cubicBezTo>
                  <a:pt x="55" y="12"/>
                  <a:pt x="57" y="10"/>
                  <a:pt x="58" y="13"/>
                </a:cubicBezTo>
                <a:cubicBezTo>
                  <a:pt x="58" y="15"/>
                  <a:pt x="53" y="19"/>
                  <a:pt x="57" y="20"/>
                </a:cubicBezTo>
                <a:cubicBezTo>
                  <a:pt x="57" y="20"/>
                  <a:pt x="57" y="21"/>
                  <a:pt x="57" y="21"/>
                </a:cubicBezTo>
                <a:cubicBezTo>
                  <a:pt x="57" y="23"/>
                  <a:pt x="55" y="25"/>
                  <a:pt x="53" y="26"/>
                </a:cubicBezTo>
                <a:cubicBezTo>
                  <a:pt x="54" y="30"/>
                  <a:pt x="57" y="34"/>
                  <a:pt x="58" y="37"/>
                </a:cubicBezTo>
                <a:cubicBezTo>
                  <a:pt x="59" y="39"/>
                  <a:pt x="59" y="40"/>
                  <a:pt x="58" y="41"/>
                </a:cubicBezTo>
                <a:close/>
                <a:moveTo>
                  <a:pt x="53" y="23"/>
                </a:moveTo>
                <a:cubicBezTo>
                  <a:pt x="52" y="23"/>
                  <a:pt x="51" y="21"/>
                  <a:pt x="51" y="21"/>
                </a:cubicBezTo>
                <a:cubicBezTo>
                  <a:pt x="51" y="20"/>
                  <a:pt x="52" y="18"/>
                  <a:pt x="53" y="18"/>
                </a:cubicBezTo>
                <a:cubicBezTo>
                  <a:pt x="54" y="20"/>
                  <a:pt x="54" y="21"/>
                  <a:pt x="53" y="23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14" name="Freeform 15"/>
          <p:cNvSpPr>
            <a:spLocks noGrp="1"/>
          </p:cNvSpPr>
          <p:nvPr/>
        </p:nvSpPr>
        <p:spPr>
          <a:xfrm>
            <a:off x="9802619" y="257975"/>
            <a:ext cx="519403" cy="294625"/>
          </a:xfrm>
          <a:custGeom>
            <a:avLst/>
            <a:gdLst/>
            <a:ahLst/>
            <a:cxnLst/>
            <a:rect l="l" t="t" r="r" b="b"/>
            <a:pathLst>
              <a:path w="336" h="189">
                <a:moveTo>
                  <a:pt x="293" y="24"/>
                </a:moveTo>
                <a:lnTo>
                  <a:pt x="299" y="19"/>
                </a:lnTo>
                <a:lnTo>
                  <a:pt x="300" y="19"/>
                </a:lnTo>
                <a:cubicBezTo>
                  <a:pt x="298" y="20"/>
                  <a:pt x="297" y="22"/>
                  <a:pt x="297" y="23"/>
                </a:cubicBezTo>
                <a:cubicBezTo>
                  <a:pt x="296" y="24"/>
                  <a:pt x="296" y="26"/>
                  <a:pt x="297" y="27"/>
                </a:cubicBezTo>
                <a:cubicBezTo>
                  <a:pt x="298" y="28"/>
                  <a:pt x="299" y="28"/>
                  <a:pt x="302" y="27"/>
                </a:cubicBezTo>
                <a:cubicBezTo>
                  <a:pt x="304" y="27"/>
                  <a:pt x="307" y="25"/>
                  <a:pt x="309" y="23"/>
                </a:cubicBezTo>
                <a:cubicBezTo>
                  <a:pt x="311" y="22"/>
                  <a:pt x="313" y="20"/>
                  <a:pt x="314" y="19"/>
                </a:cubicBezTo>
                <a:cubicBezTo>
                  <a:pt x="316" y="17"/>
                  <a:pt x="316" y="16"/>
                  <a:pt x="317" y="14"/>
                </a:cubicBezTo>
                <a:cubicBezTo>
                  <a:pt x="317" y="13"/>
                  <a:pt x="317" y="12"/>
                  <a:pt x="317" y="12"/>
                </a:cubicBezTo>
                <a:cubicBezTo>
                  <a:pt x="316" y="11"/>
                  <a:pt x="316" y="11"/>
                  <a:pt x="315" y="11"/>
                </a:cubicBezTo>
                <a:cubicBezTo>
                  <a:pt x="315" y="11"/>
                  <a:pt x="314" y="10"/>
                  <a:pt x="314" y="10"/>
                </a:cubicBezTo>
                <a:lnTo>
                  <a:pt x="308" y="15"/>
                </a:lnTo>
                <a:cubicBezTo>
                  <a:pt x="307" y="16"/>
                  <a:pt x="306" y="16"/>
                  <a:pt x="306" y="17"/>
                </a:cubicBezTo>
                <a:cubicBezTo>
                  <a:pt x="305" y="17"/>
                  <a:pt x="305" y="17"/>
                  <a:pt x="305" y="18"/>
                </a:cubicBezTo>
                <a:cubicBezTo>
                  <a:pt x="305" y="18"/>
                  <a:pt x="305" y="18"/>
                  <a:pt x="306" y="19"/>
                </a:cubicBezTo>
                <a:lnTo>
                  <a:pt x="305" y="19"/>
                </a:lnTo>
                <a:lnTo>
                  <a:pt x="302" y="15"/>
                </a:lnTo>
                <a:lnTo>
                  <a:pt x="303" y="15"/>
                </a:lnTo>
                <a:cubicBezTo>
                  <a:pt x="303" y="15"/>
                  <a:pt x="304" y="15"/>
                  <a:pt x="304" y="15"/>
                </a:cubicBezTo>
                <a:cubicBezTo>
                  <a:pt x="305" y="15"/>
                  <a:pt x="305" y="14"/>
                  <a:pt x="307" y="13"/>
                </a:cubicBezTo>
                <a:lnTo>
                  <a:pt x="313" y="9"/>
                </a:lnTo>
                <a:cubicBezTo>
                  <a:pt x="314" y="9"/>
                  <a:pt x="315" y="9"/>
                  <a:pt x="316" y="9"/>
                </a:cubicBezTo>
                <a:cubicBezTo>
                  <a:pt x="316" y="10"/>
                  <a:pt x="317" y="10"/>
                  <a:pt x="318" y="11"/>
                </a:cubicBezTo>
                <a:cubicBezTo>
                  <a:pt x="319" y="13"/>
                  <a:pt x="319" y="15"/>
                  <a:pt x="317" y="18"/>
                </a:cubicBezTo>
                <a:cubicBezTo>
                  <a:pt x="316" y="21"/>
                  <a:pt x="314" y="23"/>
                  <a:pt x="311" y="25"/>
                </a:cubicBezTo>
                <a:cubicBezTo>
                  <a:pt x="309" y="26"/>
                  <a:pt x="307" y="27"/>
                  <a:pt x="305" y="28"/>
                </a:cubicBezTo>
                <a:cubicBezTo>
                  <a:pt x="303" y="29"/>
                  <a:pt x="301" y="29"/>
                  <a:pt x="299" y="29"/>
                </a:cubicBezTo>
                <a:cubicBezTo>
                  <a:pt x="298" y="29"/>
                  <a:pt x="296" y="29"/>
                  <a:pt x="296" y="28"/>
                </a:cubicBezTo>
                <a:cubicBezTo>
                  <a:pt x="295" y="27"/>
                  <a:pt x="295" y="27"/>
                  <a:pt x="295" y="26"/>
                </a:cubicBezTo>
                <a:cubicBezTo>
                  <a:pt x="295" y="26"/>
                  <a:pt x="295" y="25"/>
                  <a:pt x="295" y="24"/>
                </a:cubicBezTo>
                <a:cubicBezTo>
                  <a:pt x="295" y="24"/>
                  <a:pt x="295" y="24"/>
                  <a:pt x="295" y="24"/>
                </a:cubicBezTo>
                <a:cubicBezTo>
                  <a:pt x="295" y="23"/>
                  <a:pt x="295" y="23"/>
                  <a:pt x="294" y="24"/>
                </a:cubicBezTo>
                <a:cubicBezTo>
                  <a:pt x="294" y="24"/>
                  <a:pt x="294" y="24"/>
                  <a:pt x="293" y="24"/>
                </a:cubicBezTo>
                <a:close/>
              </a:path>
              <a:path w="336" h="189">
                <a:moveTo>
                  <a:pt x="293" y="145"/>
                </a:moveTo>
                <a:lnTo>
                  <a:pt x="292" y="145"/>
                </a:lnTo>
                <a:lnTo>
                  <a:pt x="293" y="144"/>
                </a:lnTo>
                <a:cubicBezTo>
                  <a:pt x="293" y="144"/>
                  <a:pt x="293" y="144"/>
                  <a:pt x="293" y="143"/>
                </a:cubicBezTo>
                <a:cubicBezTo>
                  <a:pt x="293" y="143"/>
                  <a:pt x="292" y="142"/>
                  <a:pt x="292" y="141"/>
                </a:cubicBezTo>
                <a:lnTo>
                  <a:pt x="282" y="128"/>
                </a:lnTo>
                <a:cubicBezTo>
                  <a:pt x="281" y="126"/>
                  <a:pt x="280" y="126"/>
                  <a:pt x="280" y="126"/>
                </a:cubicBezTo>
                <a:cubicBezTo>
                  <a:pt x="279" y="125"/>
                  <a:pt x="279" y="125"/>
                  <a:pt x="278" y="126"/>
                </a:cubicBezTo>
                <a:lnTo>
                  <a:pt x="277" y="125"/>
                </a:lnTo>
                <a:lnTo>
                  <a:pt x="282" y="122"/>
                </a:lnTo>
                <a:cubicBezTo>
                  <a:pt x="283" y="121"/>
                  <a:pt x="284" y="120"/>
                  <a:pt x="286" y="121"/>
                </a:cubicBezTo>
                <a:cubicBezTo>
                  <a:pt x="287" y="121"/>
                  <a:pt x="288" y="121"/>
                  <a:pt x="290" y="123"/>
                </a:cubicBezTo>
                <a:cubicBezTo>
                  <a:pt x="292" y="124"/>
                  <a:pt x="293" y="125"/>
                  <a:pt x="295" y="128"/>
                </a:cubicBezTo>
                <a:cubicBezTo>
                  <a:pt x="297" y="130"/>
                  <a:pt x="299" y="133"/>
                  <a:pt x="299" y="135"/>
                </a:cubicBezTo>
                <a:cubicBezTo>
                  <a:pt x="300" y="138"/>
                  <a:pt x="299" y="140"/>
                  <a:pt x="297" y="142"/>
                </a:cubicBezTo>
                <a:lnTo>
                  <a:pt x="293" y="145"/>
                </a:lnTo>
                <a:close/>
                <a:moveTo>
                  <a:pt x="295" y="142"/>
                </a:moveTo>
                <a:cubicBezTo>
                  <a:pt x="295" y="141"/>
                  <a:pt x="296" y="141"/>
                  <a:pt x="296" y="141"/>
                </a:cubicBezTo>
                <a:cubicBezTo>
                  <a:pt x="298" y="140"/>
                  <a:pt x="298" y="139"/>
                  <a:pt x="297" y="136"/>
                </a:cubicBezTo>
                <a:cubicBezTo>
                  <a:pt x="297" y="134"/>
                  <a:pt x="296" y="132"/>
                  <a:pt x="293" y="129"/>
                </a:cubicBezTo>
                <a:cubicBezTo>
                  <a:pt x="291" y="126"/>
                  <a:pt x="289" y="124"/>
                  <a:pt x="287" y="123"/>
                </a:cubicBezTo>
                <a:cubicBezTo>
                  <a:pt x="285" y="122"/>
                  <a:pt x="284" y="122"/>
                  <a:pt x="283" y="123"/>
                </a:cubicBezTo>
                <a:cubicBezTo>
                  <a:pt x="282" y="123"/>
                  <a:pt x="282" y="124"/>
                  <a:pt x="281" y="125"/>
                </a:cubicBezTo>
                <a:lnTo>
                  <a:pt x="295" y="142"/>
                </a:lnTo>
                <a:close/>
              </a:path>
              <a:path w="336" h="189">
                <a:moveTo>
                  <a:pt x="266" y="134"/>
                </a:moveTo>
                <a:lnTo>
                  <a:pt x="268" y="132"/>
                </a:lnTo>
                <a:lnTo>
                  <a:pt x="286" y="143"/>
                </a:lnTo>
                <a:lnTo>
                  <a:pt x="277" y="131"/>
                </a:lnTo>
                <a:cubicBezTo>
                  <a:pt x="276" y="130"/>
                  <a:pt x="276" y="129"/>
                  <a:pt x="275" y="129"/>
                </a:cubicBezTo>
                <a:cubicBezTo>
                  <a:pt x="275" y="129"/>
                  <a:pt x="274" y="129"/>
                  <a:pt x="274" y="129"/>
                </a:cubicBezTo>
                <a:lnTo>
                  <a:pt x="273" y="129"/>
                </a:lnTo>
                <a:lnTo>
                  <a:pt x="277" y="126"/>
                </a:lnTo>
                <a:lnTo>
                  <a:pt x="277" y="127"/>
                </a:lnTo>
                <a:cubicBezTo>
                  <a:pt x="276" y="127"/>
                  <a:pt x="276" y="128"/>
                  <a:pt x="276" y="128"/>
                </a:cubicBezTo>
                <a:cubicBezTo>
                  <a:pt x="277" y="129"/>
                  <a:pt x="277" y="129"/>
                  <a:pt x="278" y="130"/>
                </a:cubicBezTo>
                <a:lnTo>
                  <a:pt x="291" y="147"/>
                </a:lnTo>
                <a:lnTo>
                  <a:pt x="290" y="148"/>
                </a:lnTo>
                <a:lnTo>
                  <a:pt x="272" y="136"/>
                </a:lnTo>
                <a:lnTo>
                  <a:pt x="281" y="149"/>
                </a:lnTo>
                <a:cubicBezTo>
                  <a:pt x="282" y="150"/>
                  <a:pt x="283" y="151"/>
                  <a:pt x="283" y="151"/>
                </a:cubicBezTo>
                <a:cubicBezTo>
                  <a:pt x="284" y="151"/>
                  <a:pt x="284" y="151"/>
                  <a:pt x="284" y="151"/>
                </a:cubicBezTo>
                <a:lnTo>
                  <a:pt x="285" y="151"/>
                </a:lnTo>
                <a:lnTo>
                  <a:pt x="282" y="154"/>
                </a:lnTo>
                <a:lnTo>
                  <a:pt x="281" y="153"/>
                </a:lnTo>
                <a:lnTo>
                  <a:pt x="282" y="153"/>
                </a:lnTo>
                <a:cubicBezTo>
                  <a:pt x="282" y="153"/>
                  <a:pt x="282" y="152"/>
                  <a:pt x="282" y="152"/>
                </a:cubicBezTo>
                <a:cubicBezTo>
                  <a:pt x="282" y="151"/>
                  <a:pt x="281" y="150"/>
                  <a:pt x="280" y="149"/>
                </a:cubicBezTo>
                <a:lnTo>
                  <a:pt x="270" y="135"/>
                </a:lnTo>
                <a:cubicBezTo>
                  <a:pt x="269" y="135"/>
                  <a:pt x="268" y="135"/>
                  <a:pt x="268" y="134"/>
                </a:cubicBezTo>
                <a:cubicBezTo>
                  <a:pt x="268" y="134"/>
                  <a:pt x="267" y="134"/>
                  <a:pt x="267" y="134"/>
                </a:cubicBezTo>
                <a:cubicBezTo>
                  <a:pt x="267" y="134"/>
                  <a:pt x="267" y="135"/>
                  <a:pt x="266" y="135"/>
                </a:cubicBezTo>
                <a:lnTo>
                  <a:pt x="266" y="134"/>
                </a:lnTo>
                <a:close/>
              </a:path>
              <a:path w="336" h="189">
                <a:moveTo>
                  <a:pt x="272" y="151"/>
                </a:moveTo>
                <a:lnTo>
                  <a:pt x="268" y="154"/>
                </a:lnTo>
                <a:lnTo>
                  <a:pt x="270" y="157"/>
                </a:lnTo>
                <a:cubicBezTo>
                  <a:pt x="270" y="158"/>
                  <a:pt x="270" y="159"/>
                  <a:pt x="271" y="159"/>
                </a:cubicBezTo>
                <a:cubicBezTo>
                  <a:pt x="271" y="160"/>
                  <a:pt x="271" y="160"/>
                  <a:pt x="272" y="160"/>
                </a:cubicBezTo>
                <a:cubicBezTo>
                  <a:pt x="272" y="160"/>
                  <a:pt x="272" y="160"/>
                  <a:pt x="273" y="160"/>
                </a:cubicBezTo>
                <a:lnTo>
                  <a:pt x="270" y="163"/>
                </a:lnTo>
                <a:lnTo>
                  <a:pt x="270" y="162"/>
                </a:lnTo>
                <a:cubicBezTo>
                  <a:pt x="270" y="162"/>
                  <a:pt x="270" y="161"/>
                  <a:pt x="270" y="161"/>
                </a:cubicBezTo>
                <a:cubicBezTo>
                  <a:pt x="270" y="160"/>
                  <a:pt x="270" y="159"/>
                  <a:pt x="269" y="157"/>
                </a:cubicBezTo>
                <a:lnTo>
                  <a:pt x="260" y="138"/>
                </a:lnTo>
                <a:lnTo>
                  <a:pt x="276" y="152"/>
                </a:lnTo>
                <a:cubicBezTo>
                  <a:pt x="277" y="153"/>
                  <a:pt x="278" y="154"/>
                  <a:pt x="279" y="154"/>
                </a:cubicBezTo>
                <a:cubicBezTo>
                  <a:pt x="279" y="154"/>
                  <a:pt x="280" y="154"/>
                  <a:pt x="280" y="154"/>
                </a:cubicBezTo>
                <a:lnTo>
                  <a:pt x="281" y="155"/>
                </a:lnTo>
                <a:lnTo>
                  <a:pt x="277" y="158"/>
                </a:lnTo>
                <a:lnTo>
                  <a:pt x="276" y="157"/>
                </a:lnTo>
                <a:cubicBezTo>
                  <a:pt x="277" y="157"/>
                  <a:pt x="277" y="156"/>
                  <a:pt x="277" y="156"/>
                </a:cubicBezTo>
                <a:cubicBezTo>
                  <a:pt x="277" y="156"/>
                  <a:pt x="277" y="155"/>
                  <a:pt x="276" y="155"/>
                </a:cubicBezTo>
                <a:cubicBezTo>
                  <a:pt x="276" y="155"/>
                  <a:pt x="276" y="154"/>
                  <a:pt x="275" y="153"/>
                </a:cubicBezTo>
                <a:lnTo>
                  <a:pt x="272" y="151"/>
                </a:lnTo>
                <a:close/>
                <a:moveTo>
                  <a:pt x="271" y="150"/>
                </a:moveTo>
                <a:lnTo>
                  <a:pt x="263" y="143"/>
                </a:lnTo>
                <a:lnTo>
                  <a:pt x="267" y="152"/>
                </a:lnTo>
                <a:lnTo>
                  <a:pt x="271" y="150"/>
                </a:lnTo>
                <a:close/>
              </a:path>
              <a:path w="336" h="189">
                <a:moveTo>
                  <a:pt x="319" y="86"/>
                </a:moveTo>
                <a:lnTo>
                  <a:pt x="320" y="81"/>
                </a:lnTo>
                <a:lnTo>
                  <a:pt x="313" y="79"/>
                </a:lnTo>
                <a:cubicBezTo>
                  <a:pt x="311" y="79"/>
                  <a:pt x="311" y="79"/>
                  <a:pt x="310" y="79"/>
                </a:cubicBezTo>
                <a:cubicBezTo>
                  <a:pt x="310" y="79"/>
                  <a:pt x="310" y="79"/>
                  <a:pt x="309" y="79"/>
                </a:cubicBezTo>
                <a:cubicBezTo>
                  <a:pt x="309" y="79"/>
                  <a:pt x="309" y="80"/>
                  <a:pt x="309" y="80"/>
                </a:cubicBezTo>
                <a:lnTo>
                  <a:pt x="308" y="80"/>
                </a:lnTo>
                <a:lnTo>
                  <a:pt x="309" y="75"/>
                </a:lnTo>
                <a:lnTo>
                  <a:pt x="310" y="75"/>
                </a:lnTo>
                <a:cubicBezTo>
                  <a:pt x="309" y="76"/>
                  <a:pt x="310" y="76"/>
                  <a:pt x="310" y="76"/>
                </a:cubicBezTo>
                <a:cubicBezTo>
                  <a:pt x="310" y="77"/>
                  <a:pt x="310" y="77"/>
                  <a:pt x="311" y="77"/>
                </a:cubicBezTo>
                <a:cubicBezTo>
                  <a:pt x="311" y="77"/>
                  <a:pt x="312" y="77"/>
                  <a:pt x="313" y="77"/>
                </a:cubicBezTo>
                <a:lnTo>
                  <a:pt x="330" y="80"/>
                </a:lnTo>
                <a:cubicBezTo>
                  <a:pt x="331" y="81"/>
                  <a:pt x="332" y="81"/>
                  <a:pt x="332" y="81"/>
                </a:cubicBezTo>
                <a:cubicBezTo>
                  <a:pt x="333" y="81"/>
                  <a:pt x="333" y="81"/>
                  <a:pt x="333" y="81"/>
                </a:cubicBezTo>
                <a:cubicBezTo>
                  <a:pt x="334" y="80"/>
                  <a:pt x="334" y="80"/>
                  <a:pt x="334" y="80"/>
                </a:cubicBezTo>
                <a:lnTo>
                  <a:pt x="334" y="79"/>
                </a:lnTo>
                <a:lnTo>
                  <a:pt x="335" y="80"/>
                </a:lnTo>
                <a:lnTo>
                  <a:pt x="334" y="85"/>
                </a:lnTo>
                <a:lnTo>
                  <a:pt x="333" y="85"/>
                </a:lnTo>
                <a:lnTo>
                  <a:pt x="333" y="84"/>
                </a:lnTo>
                <a:cubicBezTo>
                  <a:pt x="333" y="84"/>
                  <a:pt x="333" y="83"/>
                  <a:pt x="332" y="83"/>
                </a:cubicBezTo>
                <a:cubicBezTo>
                  <a:pt x="332" y="83"/>
                  <a:pt x="331" y="83"/>
                  <a:pt x="329" y="82"/>
                </a:cubicBezTo>
                <a:lnTo>
                  <a:pt x="322" y="81"/>
                </a:lnTo>
                <a:lnTo>
                  <a:pt x="320" y="87"/>
                </a:lnTo>
                <a:lnTo>
                  <a:pt x="328" y="88"/>
                </a:lnTo>
                <a:cubicBezTo>
                  <a:pt x="330" y="88"/>
                  <a:pt x="331" y="88"/>
                  <a:pt x="331" y="88"/>
                </a:cubicBezTo>
                <a:cubicBezTo>
                  <a:pt x="331" y="88"/>
                  <a:pt x="332" y="88"/>
                  <a:pt x="332" y="88"/>
                </a:cubicBezTo>
                <a:cubicBezTo>
                  <a:pt x="332" y="88"/>
                  <a:pt x="332" y="88"/>
                  <a:pt x="333" y="87"/>
                </a:cubicBezTo>
                <a:lnTo>
                  <a:pt x="332" y="92"/>
                </a:lnTo>
                <a:cubicBezTo>
                  <a:pt x="332" y="91"/>
                  <a:pt x="331" y="91"/>
                  <a:pt x="331" y="90"/>
                </a:cubicBezTo>
                <a:cubicBezTo>
                  <a:pt x="331" y="90"/>
                  <a:pt x="330" y="90"/>
                  <a:pt x="328" y="90"/>
                </a:cubicBezTo>
                <a:lnTo>
                  <a:pt x="311" y="87"/>
                </a:lnTo>
                <a:cubicBezTo>
                  <a:pt x="310" y="86"/>
                  <a:pt x="309" y="86"/>
                  <a:pt x="309" y="86"/>
                </a:cubicBezTo>
                <a:cubicBezTo>
                  <a:pt x="308" y="86"/>
                  <a:pt x="308" y="86"/>
                  <a:pt x="308" y="87"/>
                </a:cubicBezTo>
                <a:cubicBezTo>
                  <a:pt x="307" y="87"/>
                  <a:pt x="307" y="87"/>
                  <a:pt x="307" y="87"/>
                </a:cubicBezTo>
                <a:lnTo>
                  <a:pt x="307" y="88"/>
                </a:lnTo>
                <a:lnTo>
                  <a:pt x="306" y="88"/>
                </a:lnTo>
                <a:lnTo>
                  <a:pt x="307" y="82"/>
                </a:lnTo>
                <a:lnTo>
                  <a:pt x="308" y="82"/>
                </a:lnTo>
                <a:lnTo>
                  <a:pt x="308" y="83"/>
                </a:lnTo>
                <a:cubicBezTo>
                  <a:pt x="308" y="83"/>
                  <a:pt x="308" y="84"/>
                  <a:pt x="308" y="84"/>
                </a:cubicBezTo>
                <a:cubicBezTo>
                  <a:pt x="309" y="84"/>
                  <a:pt x="309" y="84"/>
                  <a:pt x="309" y="84"/>
                </a:cubicBezTo>
                <a:cubicBezTo>
                  <a:pt x="310" y="85"/>
                  <a:pt x="310" y="85"/>
                  <a:pt x="312" y="85"/>
                </a:cubicBezTo>
                <a:lnTo>
                  <a:pt x="319" y="86"/>
                </a:lnTo>
                <a:close/>
              </a:path>
              <a:path w="336" h="189">
                <a:moveTo>
                  <a:pt x="305" y="89"/>
                </a:moveTo>
                <a:lnTo>
                  <a:pt x="314" y="91"/>
                </a:lnTo>
                <a:cubicBezTo>
                  <a:pt x="311" y="91"/>
                  <a:pt x="309" y="91"/>
                  <a:pt x="308" y="92"/>
                </a:cubicBezTo>
                <a:cubicBezTo>
                  <a:pt x="307" y="92"/>
                  <a:pt x="306" y="93"/>
                  <a:pt x="306" y="94"/>
                </a:cubicBezTo>
                <a:cubicBezTo>
                  <a:pt x="305" y="95"/>
                  <a:pt x="306" y="95"/>
                  <a:pt x="306" y="96"/>
                </a:cubicBezTo>
                <a:cubicBezTo>
                  <a:pt x="307" y="97"/>
                  <a:pt x="308" y="98"/>
                  <a:pt x="310" y="99"/>
                </a:cubicBezTo>
                <a:cubicBezTo>
                  <a:pt x="312" y="99"/>
                  <a:pt x="314" y="100"/>
                  <a:pt x="317" y="101"/>
                </a:cubicBezTo>
                <a:cubicBezTo>
                  <a:pt x="320" y="101"/>
                  <a:pt x="322" y="101"/>
                  <a:pt x="323" y="101"/>
                </a:cubicBezTo>
                <a:cubicBezTo>
                  <a:pt x="325" y="101"/>
                  <a:pt x="327" y="101"/>
                  <a:pt x="328" y="100"/>
                </a:cubicBezTo>
                <a:cubicBezTo>
                  <a:pt x="329" y="100"/>
                  <a:pt x="329" y="99"/>
                  <a:pt x="330" y="98"/>
                </a:cubicBezTo>
                <a:cubicBezTo>
                  <a:pt x="330" y="97"/>
                  <a:pt x="330" y="97"/>
                  <a:pt x="329" y="96"/>
                </a:cubicBezTo>
                <a:cubicBezTo>
                  <a:pt x="328" y="95"/>
                  <a:pt x="327" y="94"/>
                  <a:pt x="325" y="93"/>
                </a:cubicBezTo>
                <a:lnTo>
                  <a:pt x="326" y="93"/>
                </a:lnTo>
                <a:cubicBezTo>
                  <a:pt x="328" y="94"/>
                  <a:pt x="329" y="95"/>
                  <a:pt x="330" y="96"/>
                </a:cubicBezTo>
                <a:cubicBezTo>
                  <a:pt x="331" y="97"/>
                  <a:pt x="331" y="98"/>
                  <a:pt x="331" y="99"/>
                </a:cubicBezTo>
                <a:cubicBezTo>
                  <a:pt x="331" y="101"/>
                  <a:pt x="329" y="102"/>
                  <a:pt x="325" y="103"/>
                </a:cubicBezTo>
                <a:cubicBezTo>
                  <a:pt x="323" y="103"/>
                  <a:pt x="320" y="103"/>
                  <a:pt x="317" y="103"/>
                </a:cubicBezTo>
                <a:cubicBezTo>
                  <a:pt x="314" y="102"/>
                  <a:pt x="312" y="101"/>
                  <a:pt x="310" y="100"/>
                </a:cubicBezTo>
                <a:cubicBezTo>
                  <a:pt x="308" y="99"/>
                  <a:pt x="306" y="98"/>
                  <a:pt x="305" y="97"/>
                </a:cubicBezTo>
                <a:cubicBezTo>
                  <a:pt x="304" y="96"/>
                  <a:pt x="304" y="95"/>
                  <a:pt x="304" y="94"/>
                </a:cubicBezTo>
                <a:cubicBezTo>
                  <a:pt x="304" y="93"/>
                  <a:pt x="305" y="92"/>
                  <a:pt x="306" y="91"/>
                </a:cubicBezTo>
                <a:cubicBezTo>
                  <a:pt x="306" y="91"/>
                  <a:pt x="307" y="91"/>
                  <a:pt x="307" y="91"/>
                </a:cubicBezTo>
                <a:cubicBezTo>
                  <a:pt x="307" y="91"/>
                  <a:pt x="307" y="90"/>
                  <a:pt x="306" y="90"/>
                </a:cubicBezTo>
                <a:cubicBezTo>
                  <a:pt x="306" y="90"/>
                  <a:pt x="306" y="90"/>
                  <a:pt x="305" y="90"/>
                </a:cubicBezTo>
                <a:lnTo>
                  <a:pt x="305" y="89"/>
                </a:lnTo>
                <a:close/>
              </a:path>
              <a:path w="336" h="189">
                <a:moveTo>
                  <a:pt x="300" y="104"/>
                </a:moveTo>
                <a:lnTo>
                  <a:pt x="309" y="109"/>
                </a:lnTo>
                <a:lnTo>
                  <a:pt x="311" y="106"/>
                </a:lnTo>
                <a:cubicBezTo>
                  <a:pt x="311" y="105"/>
                  <a:pt x="311" y="105"/>
                  <a:pt x="311" y="104"/>
                </a:cubicBezTo>
                <a:cubicBezTo>
                  <a:pt x="310" y="104"/>
                  <a:pt x="309" y="103"/>
                  <a:pt x="308" y="102"/>
                </a:cubicBezTo>
                <a:lnTo>
                  <a:pt x="317" y="106"/>
                </a:lnTo>
                <a:lnTo>
                  <a:pt x="316" y="106"/>
                </a:lnTo>
                <a:cubicBezTo>
                  <a:pt x="315" y="106"/>
                  <a:pt x="314" y="106"/>
                  <a:pt x="314" y="106"/>
                </a:cubicBezTo>
                <a:cubicBezTo>
                  <a:pt x="314" y="106"/>
                  <a:pt x="313" y="106"/>
                  <a:pt x="313" y="106"/>
                </a:cubicBezTo>
                <a:cubicBezTo>
                  <a:pt x="312" y="106"/>
                  <a:pt x="312" y="106"/>
                  <a:pt x="312" y="107"/>
                </a:cubicBezTo>
                <a:lnTo>
                  <a:pt x="311" y="109"/>
                </a:lnTo>
                <a:lnTo>
                  <a:pt x="319" y="113"/>
                </a:lnTo>
                <a:cubicBezTo>
                  <a:pt x="320" y="113"/>
                  <a:pt x="320" y="114"/>
                  <a:pt x="321" y="114"/>
                </a:cubicBezTo>
                <a:cubicBezTo>
                  <a:pt x="321" y="114"/>
                  <a:pt x="321" y="114"/>
                  <a:pt x="321" y="114"/>
                </a:cubicBezTo>
                <a:cubicBezTo>
                  <a:pt x="321" y="114"/>
                  <a:pt x="322" y="114"/>
                  <a:pt x="322" y="113"/>
                </a:cubicBezTo>
                <a:lnTo>
                  <a:pt x="323" y="111"/>
                </a:lnTo>
                <a:cubicBezTo>
                  <a:pt x="323" y="111"/>
                  <a:pt x="323" y="110"/>
                  <a:pt x="323" y="110"/>
                </a:cubicBezTo>
                <a:cubicBezTo>
                  <a:pt x="323" y="109"/>
                  <a:pt x="323" y="109"/>
                  <a:pt x="322" y="108"/>
                </a:cubicBezTo>
                <a:cubicBezTo>
                  <a:pt x="322" y="108"/>
                  <a:pt x="321" y="107"/>
                  <a:pt x="320" y="106"/>
                </a:cubicBezTo>
                <a:lnTo>
                  <a:pt x="320" y="105"/>
                </a:lnTo>
                <a:lnTo>
                  <a:pt x="325" y="109"/>
                </a:lnTo>
                <a:lnTo>
                  <a:pt x="321" y="118"/>
                </a:lnTo>
                <a:lnTo>
                  <a:pt x="320" y="118"/>
                </a:lnTo>
                <a:lnTo>
                  <a:pt x="321" y="118"/>
                </a:lnTo>
                <a:cubicBezTo>
                  <a:pt x="321" y="117"/>
                  <a:pt x="321" y="117"/>
                  <a:pt x="320" y="117"/>
                </a:cubicBezTo>
                <a:cubicBezTo>
                  <a:pt x="320" y="116"/>
                  <a:pt x="320" y="116"/>
                  <a:pt x="320" y="116"/>
                </a:cubicBezTo>
                <a:cubicBezTo>
                  <a:pt x="319" y="115"/>
                  <a:pt x="319" y="115"/>
                  <a:pt x="318" y="115"/>
                </a:cubicBezTo>
                <a:lnTo>
                  <a:pt x="302" y="107"/>
                </a:lnTo>
                <a:cubicBezTo>
                  <a:pt x="301" y="106"/>
                  <a:pt x="300" y="106"/>
                  <a:pt x="299" y="106"/>
                </a:cubicBezTo>
                <a:cubicBezTo>
                  <a:pt x="299" y="106"/>
                  <a:pt x="298" y="106"/>
                  <a:pt x="298" y="107"/>
                </a:cubicBezTo>
                <a:lnTo>
                  <a:pt x="297" y="107"/>
                </a:lnTo>
                <a:lnTo>
                  <a:pt x="301" y="98"/>
                </a:lnTo>
                <a:lnTo>
                  <a:pt x="307" y="100"/>
                </a:lnTo>
                <a:cubicBezTo>
                  <a:pt x="305" y="100"/>
                  <a:pt x="304" y="100"/>
                  <a:pt x="304" y="100"/>
                </a:cubicBezTo>
                <a:cubicBezTo>
                  <a:pt x="303" y="99"/>
                  <a:pt x="303" y="100"/>
                  <a:pt x="302" y="100"/>
                </a:cubicBezTo>
                <a:cubicBezTo>
                  <a:pt x="302" y="100"/>
                  <a:pt x="302" y="100"/>
                  <a:pt x="302" y="101"/>
                </a:cubicBezTo>
                <a:lnTo>
                  <a:pt x="300" y="104"/>
                </a:lnTo>
                <a:close/>
              </a:path>
              <a:path w="336" h="189">
                <a:moveTo>
                  <a:pt x="298" y="108"/>
                </a:moveTo>
                <a:lnTo>
                  <a:pt x="303" y="111"/>
                </a:lnTo>
                <a:cubicBezTo>
                  <a:pt x="302" y="111"/>
                  <a:pt x="301" y="110"/>
                  <a:pt x="301" y="110"/>
                </a:cubicBezTo>
                <a:cubicBezTo>
                  <a:pt x="300" y="110"/>
                  <a:pt x="299" y="110"/>
                  <a:pt x="299" y="110"/>
                </a:cubicBezTo>
                <a:cubicBezTo>
                  <a:pt x="299" y="110"/>
                  <a:pt x="298" y="111"/>
                  <a:pt x="298" y="111"/>
                </a:cubicBezTo>
                <a:lnTo>
                  <a:pt x="297" y="113"/>
                </a:lnTo>
                <a:lnTo>
                  <a:pt x="315" y="122"/>
                </a:lnTo>
                <a:cubicBezTo>
                  <a:pt x="316" y="123"/>
                  <a:pt x="317" y="123"/>
                  <a:pt x="318" y="123"/>
                </a:cubicBezTo>
                <a:cubicBezTo>
                  <a:pt x="318" y="123"/>
                  <a:pt x="319" y="123"/>
                  <a:pt x="319" y="123"/>
                </a:cubicBezTo>
                <a:lnTo>
                  <a:pt x="319" y="122"/>
                </a:lnTo>
                <a:lnTo>
                  <a:pt x="320" y="123"/>
                </a:lnTo>
                <a:lnTo>
                  <a:pt x="317" y="128"/>
                </a:lnTo>
                <a:lnTo>
                  <a:pt x="317" y="127"/>
                </a:lnTo>
                <a:cubicBezTo>
                  <a:pt x="317" y="126"/>
                  <a:pt x="317" y="126"/>
                  <a:pt x="317" y="125"/>
                </a:cubicBezTo>
                <a:cubicBezTo>
                  <a:pt x="316" y="125"/>
                  <a:pt x="315" y="124"/>
                  <a:pt x="314" y="124"/>
                </a:cubicBezTo>
                <a:lnTo>
                  <a:pt x="296" y="114"/>
                </a:lnTo>
                <a:lnTo>
                  <a:pt x="296" y="116"/>
                </a:lnTo>
                <a:cubicBezTo>
                  <a:pt x="295" y="116"/>
                  <a:pt x="295" y="117"/>
                  <a:pt x="295" y="117"/>
                </a:cubicBezTo>
                <a:cubicBezTo>
                  <a:pt x="295" y="117"/>
                  <a:pt x="296" y="118"/>
                  <a:pt x="296" y="118"/>
                </a:cubicBezTo>
                <a:cubicBezTo>
                  <a:pt x="297" y="119"/>
                  <a:pt x="297" y="120"/>
                  <a:pt x="298" y="120"/>
                </a:cubicBezTo>
                <a:lnTo>
                  <a:pt x="293" y="117"/>
                </a:lnTo>
                <a:lnTo>
                  <a:pt x="298" y="108"/>
                </a:lnTo>
                <a:close/>
              </a:path>
              <a:path w="336" h="189">
                <a:moveTo>
                  <a:pt x="307" y="54"/>
                </a:moveTo>
                <a:cubicBezTo>
                  <a:pt x="307" y="53"/>
                  <a:pt x="308" y="51"/>
                  <a:pt x="310" y="50"/>
                </a:cubicBezTo>
                <a:cubicBezTo>
                  <a:pt x="313" y="49"/>
                  <a:pt x="316" y="48"/>
                  <a:pt x="320" y="48"/>
                </a:cubicBezTo>
                <a:cubicBezTo>
                  <a:pt x="324" y="48"/>
                  <a:pt x="327" y="48"/>
                  <a:pt x="330" y="50"/>
                </a:cubicBezTo>
                <a:cubicBezTo>
                  <a:pt x="333" y="51"/>
                  <a:pt x="334" y="52"/>
                  <a:pt x="334" y="54"/>
                </a:cubicBezTo>
                <a:cubicBezTo>
                  <a:pt x="334" y="56"/>
                  <a:pt x="333" y="57"/>
                  <a:pt x="330" y="59"/>
                </a:cubicBezTo>
                <a:cubicBezTo>
                  <a:pt x="328" y="60"/>
                  <a:pt x="325" y="61"/>
                  <a:pt x="320" y="61"/>
                </a:cubicBezTo>
                <a:cubicBezTo>
                  <a:pt x="316" y="61"/>
                  <a:pt x="313" y="60"/>
                  <a:pt x="310" y="59"/>
                </a:cubicBezTo>
                <a:cubicBezTo>
                  <a:pt x="308" y="57"/>
                  <a:pt x="307" y="56"/>
                  <a:pt x="307" y="54"/>
                </a:cubicBezTo>
                <a:close/>
                <a:moveTo>
                  <a:pt x="308" y="55"/>
                </a:moveTo>
                <a:cubicBezTo>
                  <a:pt x="308" y="56"/>
                  <a:pt x="309" y="57"/>
                  <a:pt x="311" y="57"/>
                </a:cubicBezTo>
                <a:cubicBezTo>
                  <a:pt x="313" y="58"/>
                  <a:pt x="316" y="58"/>
                  <a:pt x="320" y="58"/>
                </a:cubicBezTo>
                <a:cubicBezTo>
                  <a:pt x="325" y="58"/>
                  <a:pt x="328" y="58"/>
                  <a:pt x="330" y="57"/>
                </a:cubicBezTo>
                <a:cubicBezTo>
                  <a:pt x="332" y="56"/>
                  <a:pt x="333" y="55"/>
                  <a:pt x="333" y="54"/>
                </a:cubicBezTo>
                <a:cubicBezTo>
                  <a:pt x="333" y="53"/>
                  <a:pt x="332" y="52"/>
                  <a:pt x="330" y="51"/>
                </a:cubicBezTo>
                <a:cubicBezTo>
                  <a:pt x="328" y="50"/>
                  <a:pt x="325" y="50"/>
                  <a:pt x="321" y="50"/>
                </a:cubicBezTo>
                <a:cubicBezTo>
                  <a:pt x="316" y="50"/>
                  <a:pt x="313" y="51"/>
                  <a:pt x="311" y="52"/>
                </a:cubicBezTo>
                <a:cubicBezTo>
                  <a:pt x="309" y="52"/>
                  <a:pt x="308" y="53"/>
                  <a:pt x="308" y="55"/>
                </a:cubicBezTo>
                <a:close/>
              </a:path>
              <a:path w="336" h="189">
                <a:moveTo>
                  <a:pt x="310" y="75"/>
                </a:moveTo>
                <a:lnTo>
                  <a:pt x="310" y="71"/>
                </a:lnTo>
                <a:lnTo>
                  <a:pt x="329" y="63"/>
                </a:lnTo>
                <a:lnTo>
                  <a:pt x="314" y="63"/>
                </a:lnTo>
                <a:cubicBezTo>
                  <a:pt x="313" y="63"/>
                  <a:pt x="312" y="63"/>
                  <a:pt x="311" y="63"/>
                </a:cubicBezTo>
                <a:cubicBezTo>
                  <a:pt x="311" y="63"/>
                  <a:pt x="310" y="64"/>
                  <a:pt x="310" y="64"/>
                </a:cubicBezTo>
                <a:lnTo>
                  <a:pt x="310" y="65"/>
                </a:lnTo>
                <a:lnTo>
                  <a:pt x="310" y="60"/>
                </a:lnTo>
                <a:lnTo>
                  <a:pt x="310" y="61"/>
                </a:lnTo>
                <a:cubicBezTo>
                  <a:pt x="310" y="61"/>
                  <a:pt x="311" y="62"/>
                  <a:pt x="311" y="62"/>
                </a:cubicBezTo>
                <a:cubicBezTo>
                  <a:pt x="312" y="62"/>
                  <a:pt x="313" y="62"/>
                  <a:pt x="314" y="62"/>
                </a:cubicBezTo>
                <a:lnTo>
                  <a:pt x="336" y="62"/>
                </a:lnTo>
                <a:lnTo>
                  <a:pt x="315" y="71"/>
                </a:lnTo>
                <a:lnTo>
                  <a:pt x="332" y="71"/>
                </a:lnTo>
                <a:cubicBezTo>
                  <a:pt x="333" y="71"/>
                  <a:pt x="334" y="71"/>
                  <a:pt x="335" y="70"/>
                </a:cubicBezTo>
                <a:cubicBezTo>
                  <a:pt x="335" y="70"/>
                  <a:pt x="335" y="70"/>
                  <a:pt x="335" y="69"/>
                </a:cubicBezTo>
                <a:lnTo>
                  <a:pt x="336" y="69"/>
                </a:lnTo>
                <a:lnTo>
                  <a:pt x="336" y="73"/>
                </a:lnTo>
                <a:lnTo>
                  <a:pt x="335" y="73"/>
                </a:lnTo>
                <a:cubicBezTo>
                  <a:pt x="335" y="72"/>
                  <a:pt x="335" y="72"/>
                  <a:pt x="334" y="72"/>
                </a:cubicBezTo>
                <a:cubicBezTo>
                  <a:pt x="334" y="72"/>
                  <a:pt x="333" y="72"/>
                  <a:pt x="332" y="72"/>
                </a:cubicBezTo>
                <a:lnTo>
                  <a:pt x="313" y="72"/>
                </a:lnTo>
                <a:cubicBezTo>
                  <a:pt x="312" y="72"/>
                  <a:pt x="312" y="73"/>
                  <a:pt x="311" y="73"/>
                </a:cubicBezTo>
                <a:cubicBezTo>
                  <a:pt x="311" y="73"/>
                  <a:pt x="311" y="73"/>
                  <a:pt x="311" y="74"/>
                </a:cubicBezTo>
                <a:cubicBezTo>
                  <a:pt x="311" y="74"/>
                  <a:pt x="311" y="74"/>
                  <a:pt x="311" y="75"/>
                </a:cubicBezTo>
                <a:lnTo>
                  <a:pt x="310" y="75"/>
                </a:lnTo>
                <a:close/>
              </a:path>
              <a:path w="336" h="189">
                <a:moveTo>
                  <a:pt x="301" y="38"/>
                </a:moveTo>
                <a:cubicBezTo>
                  <a:pt x="300" y="36"/>
                  <a:pt x="301" y="34"/>
                  <a:pt x="303" y="32"/>
                </a:cubicBezTo>
                <a:cubicBezTo>
                  <a:pt x="305" y="30"/>
                  <a:pt x="307" y="28"/>
                  <a:pt x="311" y="27"/>
                </a:cubicBezTo>
                <a:cubicBezTo>
                  <a:pt x="315" y="25"/>
                  <a:pt x="318" y="25"/>
                  <a:pt x="321" y="25"/>
                </a:cubicBezTo>
                <a:cubicBezTo>
                  <a:pt x="324" y="25"/>
                  <a:pt x="326" y="26"/>
                  <a:pt x="326" y="27"/>
                </a:cubicBezTo>
                <a:cubicBezTo>
                  <a:pt x="327" y="29"/>
                  <a:pt x="326" y="31"/>
                  <a:pt x="325" y="33"/>
                </a:cubicBezTo>
                <a:cubicBezTo>
                  <a:pt x="323" y="35"/>
                  <a:pt x="320" y="37"/>
                  <a:pt x="316" y="39"/>
                </a:cubicBezTo>
                <a:cubicBezTo>
                  <a:pt x="312" y="40"/>
                  <a:pt x="309" y="41"/>
                  <a:pt x="306" y="41"/>
                </a:cubicBezTo>
                <a:cubicBezTo>
                  <a:pt x="303" y="40"/>
                  <a:pt x="302" y="39"/>
                  <a:pt x="301" y="38"/>
                </a:cubicBezTo>
                <a:close/>
                <a:moveTo>
                  <a:pt x="302" y="38"/>
                </a:moveTo>
                <a:cubicBezTo>
                  <a:pt x="303" y="39"/>
                  <a:pt x="304" y="39"/>
                  <a:pt x="306" y="39"/>
                </a:cubicBezTo>
                <a:cubicBezTo>
                  <a:pt x="308" y="39"/>
                  <a:pt x="311" y="38"/>
                  <a:pt x="315" y="37"/>
                </a:cubicBezTo>
                <a:cubicBezTo>
                  <a:pt x="319" y="35"/>
                  <a:pt x="322" y="33"/>
                  <a:pt x="324" y="31"/>
                </a:cubicBezTo>
                <a:cubicBezTo>
                  <a:pt x="325" y="30"/>
                  <a:pt x="326" y="29"/>
                  <a:pt x="325" y="28"/>
                </a:cubicBezTo>
                <a:cubicBezTo>
                  <a:pt x="325" y="27"/>
                  <a:pt x="323" y="26"/>
                  <a:pt x="321" y="26"/>
                </a:cubicBezTo>
                <a:cubicBezTo>
                  <a:pt x="319" y="26"/>
                  <a:pt x="316" y="27"/>
                  <a:pt x="312" y="29"/>
                </a:cubicBezTo>
                <a:cubicBezTo>
                  <a:pt x="308" y="30"/>
                  <a:pt x="305" y="32"/>
                  <a:pt x="304" y="34"/>
                </a:cubicBezTo>
                <a:cubicBezTo>
                  <a:pt x="302" y="35"/>
                  <a:pt x="302" y="36"/>
                  <a:pt x="302" y="38"/>
                </a:cubicBezTo>
                <a:close/>
              </a:path>
              <a:path w="336" h="189">
                <a:moveTo>
                  <a:pt x="323" y="35"/>
                </a:moveTo>
                <a:lnTo>
                  <a:pt x="324" y="35"/>
                </a:lnTo>
                <a:lnTo>
                  <a:pt x="331" y="35"/>
                </a:lnTo>
                <a:lnTo>
                  <a:pt x="332" y="45"/>
                </a:lnTo>
                <a:cubicBezTo>
                  <a:pt x="331" y="44"/>
                  <a:pt x="331" y="44"/>
                  <a:pt x="330" y="44"/>
                </a:cubicBezTo>
                <a:cubicBezTo>
                  <a:pt x="330" y="44"/>
                  <a:pt x="329" y="44"/>
                  <a:pt x="327" y="44"/>
                </a:cubicBezTo>
                <a:lnTo>
                  <a:pt x="311" y="47"/>
                </a:lnTo>
                <a:cubicBezTo>
                  <a:pt x="309" y="47"/>
                  <a:pt x="308" y="47"/>
                  <a:pt x="308" y="47"/>
                </a:cubicBezTo>
                <a:cubicBezTo>
                  <a:pt x="307" y="48"/>
                  <a:pt x="307" y="48"/>
                  <a:pt x="307" y="49"/>
                </a:cubicBezTo>
                <a:lnTo>
                  <a:pt x="306" y="49"/>
                </a:lnTo>
                <a:lnTo>
                  <a:pt x="305" y="43"/>
                </a:lnTo>
                <a:lnTo>
                  <a:pt x="306" y="43"/>
                </a:lnTo>
                <a:cubicBezTo>
                  <a:pt x="306" y="44"/>
                  <a:pt x="306" y="44"/>
                  <a:pt x="307" y="45"/>
                </a:cubicBezTo>
                <a:cubicBezTo>
                  <a:pt x="307" y="45"/>
                  <a:pt x="307" y="45"/>
                  <a:pt x="308" y="45"/>
                </a:cubicBezTo>
                <a:cubicBezTo>
                  <a:pt x="308" y="45"/>
                  <a:pt x="309" y="45"/>
                  <a:pt x="311" y="45"/>
                </a:cubicBezTo>
                <a:lnTo>
                  <a:pt x="327" y="42"/>
                </a:lnTo>
                <a:cubicBezTo>
                  <a:pt x="328" y="42"/>
                  <a:pt x="329" y="42"/>
                  <a:pt x="329" y="42"/>
                </a:cubicBezTo>
                <a:cubicBezTo>
                  <a:pt x="330" y="41"/>
                  <a:pt x="330" y="41"/>
                  <a:pt x="330" y="41"/>
                </a:cubicBezTo>
                <a:cubicBezTo>
                  <a:pt x="330" y="41"/>
                  <a:pt x="330" y="40"/>
                  <a:pt x="330" y="40"/>
                </a:cubicBezTo>
                <a:lnTo>
                  <a:pt x="330" y="39"/>
                </a:lnTo>
                <a:cubicBezTo>
                  <a:pt x="330" y="38"/>
                  <a:pt x="329" y="37"/>
                  <a:pt x="329" y="37"/>
                </a:cubicBezTo>
                <a:cubicBezTo>
                  <a:pt x="329" y="36"/>
                  <a:pt x="328" y="36"/>
                  <a:pt x="327" y="36"/>
                </a:cubicBezTo>
                <a:cubicBezTo>
                  <a:pt x="326" y="36"/>
                  <a:pt x="325" y="35"/>
                  <a:pt x="323" y="35"/>
                </a:cubicBezTo>
                <a:close/>
              </a:path>
              <a:path w="336" h="189">
                <a:moveTo>
                  <a:pt x="286" y="18"/>
                </a:moveTo>
                <a:lnTo>
                  <a:pt x="283" y="14"/>
                </a:lnTo>
                <a:lnTo>
                  <a:pt x="284" y="14"/>
                </a:lnTo>
                <a:cubicBezTo>
                  <a:pt x="284" y="14"/>
                  <a:pt x="284" y="14"/>
                  <a:pt x="285" y="14"/>
                </a:cubicBezTo>
                <a:cubicBezTo>
                  <a:pt x="285" y="14"/>
                  <a:pt x="285" y="14"/>
                  <a:pt x="286" y="14"/>
                </a:cubicBezTo>
                <a:cubicBezTo>
                  <a:pt x="287" y="14"/>
                  <a:pt x="288" y="14"/>
                  <a:pt x="289" y="13"/>
                </a:cubicBezTo>
                <a:lnTo>
                  <a:pt x="298" y="9"/>
                </a:lnTo>
                <a:lnTo>
                  <a:pt x="303" y="4"/>
                </a:lnTo>
                <a:cubicBezTo>
                  <a:pt x="304" y="3"/>
                  <a:pt x="305" y="3"/>
                  <a:pt x="305" y="2"/>
                </a:cubicBezTo>
                <a:cubicBezTo>
                  <a:pt x="306" y="2"/>
                  <a:pt x="306" y="1"/>
                  <a:pt x="305" y="1"/>
                </a:cubicBezTo>
                <a:lnTo>
                  <a:pt x="305" y="0"/>
                </a:lnTo>
                <a:lnTo>
                  <a:pt x="309" y="4"/>
                </a:lnTo>
                <a:lnTo>
                  <a:pt x="309" y="5"/>
                </a:lnTo>
                <a:lnTo>
                  <a:pt x="308" y="4"/>
                </a:lnTo>
                <a:cubicBezTo>
                  <a:pt x="308" y="4"/>
                  <a:pt x="307" y="4"/>
                  <a:pt x="307" y="4"/>
                </a:cubicBezTo>
                <a:cubicBezTo>
                  <a:pt x="306" y="4"/>
                  <a:pt x="306" y="5"/>
                  <a:pt x="304" y="6"/>
                </a:cubicBezTo>
                <a:lnTo>
                  <a:pt x="300" y="10"/>
                </a:lnTo>
                <a:lnTo>
                  <a:pt x="294" y="20"/>
                </a:lnTo>
                <a:cubicBezTo>
                  <a:pt x="293" y="21"/>
                  <a:pt x="293" y="22"/>
                  <a:pt x="293" y="22"/>
                </a:cubicBezTo>
                <a:cubicBezTo>
                  <a:pt x="293" y="23"/>
                  <a:pt x="293" y="23"/>
                  <a:pt x="292" y="24"/>
                </a:cubicBezTo>
                <a:cubicBezTo>
                  <a:pt x="292" y="24"/>
                  <a:pt x="293" y="24"/>
                  <a:pt x="293" y="24"/>
                </a:cubicBezTo>
                <a:lnTo>
                  <a:pt x="292" y="25"/>
                </a:lnTo>
                <a:lnTo>
                  <a:pt x="288" y="21"/>
                </a:lnTo>
                <a:lnTo>
                  <a:pt x="289" y="20"/>
                </a:lnTo>
                <a:cubicBezTo>
                  <a:pt x="289" y="21"/>
                  <a:pt x="290" y="21"/>
                  <a:pt x="290" y="21"/>
                </a:cubicBezTo>
                <a:cubicBezTo>
                  <a:pt x="290" y="21"/>
                  <a:pt x="291" y="20"/>
                  <a:pt x="291" y="20"/>
                </a:cubicBezTo>
                <a:cubicBezTo>
                  <a:pt x="292" y="20"/>
                  <a:pt x="292" y="19"/>
                  <a:pt x="293" y="18"/>
                </a:cubicBezTo>
                <a:lnTo>
                  <a:pt x="297" y="10"/>
                </a:lnTo>
                <a:lnTo>
                  <a:pt x="290" y="14"/>
                </a:lnTo>
                <a:cubicBezTo>
                  <a:pt x="288" y="14"/>
                  <a:pt x="288" y="15"/>
                  <a:pt x="287" y="15"/>
                </a:cubicBezTo>
                <a:cubicBezTo>
                  <a:pt x="287" y="15"/>
                  <a:pt x="287" y="16"/>
                  <a:pt x="286" y="16"/>
                </a:cubicBezTo>
                <a:cubicBezTo>
                  <a:pt x="286" y="16"/>
                  <a:pt x="286" y="16"/>
                  <a:pt x="286" y="17"/>
                </a:cubicBezTo>
                <a:cubicBezTo>
                  <a:pt x="286" y="17"/>
                  <a:pt x="286" y="17"/>
                  <a:pt x="287" y="17"/>
                </a:cubicBezTo>
                <a:lnTo>
                  <a:pt x="286" y="18"/>
                </a:lnTo>
                <a:close/>
              </a:path>
              <a:path w="336" h="189">
                <a:moveTo>
                  <a:pt x="35" y="20"/>
                </a:moveTo>
                <a:lnTo>
                  <a:pt x="32" y="25"/>
                </a:lnTo>
                <a:lnTo>
                  <a:pt x="39" y="29"/>
                </a:lnTo>
                <a:cubicBezTo>
                  <a:pt x="40" y="29"/>
                  <a:pt x="41" y="30"/>
                  <a:pt x="41" y="30"/>
                </a:cubicBezTo>
                <a:cubicBezTo>
                  <a:pt x="42" y="30"/>
                  <a:pt x="42" y="30"/>
                  <a:pt x="42" y="30"/>
                </a:cubicBezTo>
                <a:cubicBezTo>
                  <a:pt x="43" y="30"/>
                  <a:pt x="43" y="30"/>
                  <a:pt x="43" y="29"/>
                </a:cubicBezTo>
                <a:lnTo>
                  <a:pt x="44" y="29"/>
                </a:lnTo>
                <a:lnTo>
                  <a:pt x="41" y="34"/>
                </a:lnTo>
                <a:lnTo>
                  <a:pt x="41" y="33"/>
                </a:lnTo>
                <a:cubicBezTo>
                  <a:pt x="41" y="33"/>
                  <a:pt x="41" y="33"/>
                  <a:pt x="41" y="33"/>
                </a:cubicBezTo>
                <a:cubicBezTo>
                  <a:pt x="41" y="32"/>
                  <a:pt x="41" y="32"/>
                  <a:pt x="40" y="32"/>
                </a:cubicBezTo>
                <a:cubicBezTo>
                  <a:pt x="40" y="31"/>
                  <a:pt x="39" y="31"/>
                  <a:pt x="38" y="30"/>
                </a:cubicBezTo>
                <a:lnTo>
                  <a:pt x="23" y="22"/>
                </a:lnTo>
                <a:cubicBezTo>
                  <a:pt x="22" y="21"/>
                  <a:pt x="21" y="21"/>
                  <a:pt x="21" y="21"/>
                </a:cubicBezTo>
                <a:cubicBezTo>
                  <a:pt x="21" y="21"/>
                  <a:pt x="20" y="21"/>
                  <a:pt x="20" y="21"/>
                </a:cubicBezTo>
                <a:cubicBezTo>
                  <a:pt x="19" y="21"/>
                  <a:pt x="19" y="21"/>
                  <a:pt x="19" y="21"/>
                </a:cubicBezTo>
                <a:lnTo>
                  <a:pt x="19" y="22"/>
                </a:lnTo>
                <a:lnTo>
                  <a:pt x="18" y="21"/>
                </a:lnTo>
                <a:lnTo>
                  <a:pt x="21" y="17"/>
                </a:lnTo>
                <a:lnTo>
                  <a:pt x="22" y="17"/>
                </a:lnTo>
                <a:lnTo>
                  <a:pt x="21" y="17"/>
                </a:lnTo>
                <a:cubicBezTo>
                  <a:pt x="21" y="18"/>
                  <a:pt x="21" y="18"/>
                  <a:pt x="22" y="19"/>
                </a:cubicBezTo>
                <a:cubicBezTo>
                  <a:pt x="22" y="19"/>
                  <a:pt x="23" y="20"/>
                  <a:pt x="24" y="20"/>
                </a:cubicBezTo>
                <a:lnTo>
                  <a:pt x="31" y="24"/>
                </a:lnTo>
                <a:lnTo>
                  <a:pt x="34" y="19"/>
                </a:lnTo>
                <a:lnTo>
                  <a:pt x="27" y="15"/>
                </a:lnTo>
                <a:cubicBezTo>
                  <a:pt x="26" y="15"/>
                  <a:pt x="25" y="14"/>
                  <a:pt x="25" y="14"/>
                </a:cubicBezTo>
                <a:cubicBezTo>
                  <a:pt x="24" y="14"/>
                  <a:pt x="24" y="14"/>
                  <a:pt x="24" y="14"/>
                </a:cubicBezTo>
                <a:cubicBezTo>
                  <a:pt x="23" y="14"/>
                  <a:pt x="23" y="14"/>
                  <a:pt x="23" y="14"/>
                </a:cubicBezTo>
                <a:lnTo>
                  <a:pt x="23" y="15"/>
                </a:lnTo>
                <a:lnTo>
                  <a:pt x="22" y="15"/>
                </a:lnTo>
                <a:lnTo>
                  <a:pt x="25" y="10"/>
                </a:lnTo>
                <a:cubicBezTo>
                  <a:pt x="25" y="11"/>
                  <a:pt x="25" y="11"/>
                  <a:pt x="25" y="12"/>
                </a:cubicBezTo>
                <a:cubicBezTo>
                  <a:pt x="26" y="12"/>
                  <a:pt x="27" y="13"/>
                  <a:pt x="28" y="14"/>
                </a:cubicBezTo>
                <a:lnTo>
                  <a:pt x="43" y="22"/>
                </a:lnTo>
                <a:cubicBezTo>
                  <a:pt x="44" y="22"/>
                  <a:pt x="45" y="23"/>
                  <a:pt x="45" y="23"/>
                </a:cubicBezTo>
                <a:cubicBezTo>
                  <a:pt x="45" y="23"/>
                  <a:pt x="46" y="23"/>
                  <a:pt x="46" y="23"/>
                </a:cubicBezTo>
                <a:cubicBezTo>
                  <a:pt x="46" y="23"/>
                  <a:pt x="47" y="23"/>
                  <a:pt x="47" y="23"/>
                </a:cubicBezTo>
                <a:lnTo>
                  <a:pt x="47" y="22"/>
                </a:lnTo>
                <a:lnTo>
                  <a:pt x="48" y="22"/>
                </a:lnTo>
                <a:lnTo>
                  <a:pt x="45" y="27"/>
                </a:lnTo>
                <a:lnTo>
                  <a:pt x="44" y="27"/>
                </a:lnTo>
                <a:lnTo>
                  <a:pt x="45" y="27"/>
                </a:lnTo>
                <a:cubicBezTo>
                  <a:pt x="45" y="26"/>
                  <a:pt x="45" y="26"/>
                  <a:pt x="45" y="26"/>
                </a:cubicBezTo>
                <a:cubicBezTo>
                  <a:pt x="45" y="25"/>
                  <a:pt x="44" y="25"/>
                  <a:pt x="44" y="25"/>
                </a:cubicBezTo>
                <a:cubicBezTo>
                  <a:pt x="44" y="25"/>
                  <a:pt x="43" y="24"/>
                  <a:pt x="42" y="23"/>
                </a:cubicBezTo>
                <a:lnTo>
                  <a:pt x="35" y="20"/>
                </a:lnTo>
                <a:close/>
              </a:path>
              <a:path w="336" h="189">
                <a:moveTo>
                  <a:pt x="36" y="43"/>
                </a:moveTo>
                <a:lnTo>
                  <a:pt x="36" y="43"/>
                </a:lnTo>
                <a:lnTo>
                  <a:pt x="34" y="47"/>
                </a:lnTo>
                <a:lnTo>
                  <a:pt x="33" y="47"/>
                </a:lnTo>
                <a:lnTo>
                  <a:pt x="34" y="47"/>
                </a:lnTo>
                <a:cubicBezTo>
                  <a:pt x="34" y="46"/>
                  <a:pt x="34" y="46"/>
                  <a:pt x="33" y="45"/>
                </a:cubicBezTo>
                <a:cubicBezTo>
                  <a:pt x="33" y="45"/>
                  <a:pt x="32" y="44"/>
                  <a:pt x="31" y="43"/>
                </a:cubicBezTo>
                <a:lnTo>
                  <a:pt x="21" y="38"/>
                </a:lnTo>
                <a:cubicBezTo>
                  <a:pt x="19" y="37"/>
                  <a:pt x="17" y="36"/>
                  <a:pt x="16" y="35"/>
                </a:cubicBezTo>
                <a:cubicBezTo>
                  <a:pt x="15" y="34"/>
                  <a:pt x="14" y="33"/>
                  <a:pt x="14" y="32"/>
                </a:cubicBezTo>
                <a:cubicBezTo>
                  <a:pt x="13" y="30"/>
                  <a:pt x="13" y="29"/>
                  <a:pt x="14" y="28"/>
                </a:cubicBezTo>
                <a:cubicBezTo>
                  <a:pt x="14" y="27"/>
                  <a:pt x="15" y="26"/>
                  <a:pt x="17" y="26"/>
                </a:cubicBezTo>
                <a:cubicBezTo>
                  <a:pt x="18" y="26"/>
                  <a:pt x="19" y="26"/>
                  <a:pt x="21" y="27"/>
                </a:cubicBezTo>
                <a:cubicBezTo>
                  <a:pt x="22" y="27"/>
                  <a:pt x="24" y="28"/>
                  <a:pt x="27" y="30"/>
                </a:cubicBezTo>
                <a:lnTo>
                  <a:pt x="36" y="35"/>
                </a:lnTo>
                <a:cubicBezTo>
                  <a:pt x="37" y="35"/>
                  <a:pt x="38" y="36"/>
                  <a:pt x="39" y="36"/>
                </a:cubicBezTo>
                <a:cubicBezTo>
                  <a:pt x="39" y="36"/>
                  <a:pt x="40" y="36"/>
                  <a:pt x="40" y="35"/>
                </a:cubicBezTo>
                <a:lnTo>
                  <a:pt x="41" y="35"/>
                </a:lnTo>
                <a:lnTo>
                  <a:pt x="38" y="40"/>
                </a:lnTo>
                <a:lnTo>
                  <a:pt x="37" y="40"/>
                </a:lnTo>
                <a:lnTo>
                  <a:pt x="38" y="39"/>
                </a:lnTo>
                <a:cubicBezTo>
                  <a:pt x="38" y="39"/>
                  <a:pt x="38" y="38"/>
                  <a:pt x="37" y="38"/>
                </a:cubicBezTo>
                <a:cubicBezTo>
                  <a:pt x="37" y="37"/>
                  <a:pt x="36" y="37"/>
                  <a:pt x="35" y="36"/>
                </a:cubicBezTo>
                <a:lnTo>
                  <a:pt x="25" y="31"/>
                </a:lnTo>
                <a:cubicBezTo>
                  <a:pt x="24" y="30"/>
                  <a:pt x="23" y="30"/>
                  <a:pt x="22" y="29"/>
                </a:cubicBezTo>
                <a:cubicBezTo>
                  <a:pt x="20" y="28"/>
                  <a:pt x="19" y="28"/>
                  <a:pt x="19" y="28"/>
                </a:cubicBezTo>
                <a:cubicBezTo>
                  <a:pt x="18" y="28"/>
                  <a:pt x="17" y="28"/>
                  <a:pt x="17" y="28"/>
                </a:cubicBezTo>
                <a:cubicBezTo>
                  <a:pt x="16" y="28"/>
                  <a:pt x="15" y="29"/>
                  <a:pt x="15" y="29"/>
                </a:cubicBezTo>
                <a:cubicBezTo>
                  <a:pt x="15" y="30"/>
                  <a:pt x="15" y="31"/>
                  <a:pt x="15" y="32"/>
                </a:cubicBezTo>
                <a:cubicBezTo>
                  <a:pt x="15" y="33"/>
                  <a:pt x="16" y="33"/>
                  <a:pt x="17" y="34"/>
                </a:cubicBezTo>
                <a:cubicBezTo>
                  <a:pt x="18" y="35"/>
                  <a:pt x="19" y="36"/>
                  <a:pt x="22" y="37"/>
                </a:cubicBezTo>
                <a:lnTo>
                  <a:pt x="31" y="43"/>
                </a:lnTo>
                <a:cubicBezTo>
                  <a:pt x="33" y="43"/>
                  <a:pt x="34" y="44"/>
                  <a:pt x="34" y="44"/>
                </a:cubicBezTo>
                <a:cubicBezTo>
                  <a:pt x="35" y="44"/>
                  <a:pt x="35" y="44"/>
                  <a:pt x="35" y="43"/>
                </a:cubicBezTo>
                <a:lnTo>
                  <a:pt x="36" y="43"/>
                </a:lnTo>
                <a:close/>
              </a:path>
              <a:path w="336" h="189">
                <a:moveTo>
                  <a:pt x="15" y="45"/>
                </a:moveTo>
                <a:lnTo>
                  <a:pt x="16" y="40"/>
                </a:lnTo>
                <a:lnTo>
                  <a:pt x="13" y="38"/>
                </a:lnTo>
                <a:cubicBezTo>
                  <a:pt x="12" y="37"/>
                  <a:pt x="11" y="37"/>
                  <a:pt x="11" y="37"/>
                </a:cubicBezTo>
                <a:cubicBezTo>
                  <a:pt x="11" y="37"/>
                  <a:pt x="10" y="37"/>
                  <a:pt x="10" y="37"/>
                </a:cubicBezTo>
                <a:cubicBezTo>
                  <a:pt x="9" y="37"/>
                  <a:pt x="9" y="37"/>
                  <a:pt x="9" y="38"/>
                </a:cubicBezTo>
                <a:lnTo>
                  <a:pt x="8" y="37"/>
                </a:lnTo>
                <a:lnTo>
                  <a:pt x="10" y="33"/>
                </a:lnTo>
                <a:lnTo>
                  <a:pt x="10" y="34"/>
                </a:lnTo>
                <a:cubicBezTo>
                  <a:pt x="10" y="34"/>
                  <a:pt x="10" y="35"/>
                  <a:pt x="11" y="35"/>
                </a:cubicBezTo>
                <a:cubicBezTo>
                  <a:pt x="11" y="36"/>
                  <a:pt x="12" y="36"/>
                  <a:pt x="14" y="37"/>
                </a:cubicBezTo>
                <a:lnTo>
                  <a:pt x="32" y="50"/>
                </a:lnTo>
                <a:lnTo>
                  <a:pt x="10" y="46"/>
                </a:lnTo>
                <a:cubicBezTo>
                  <a:pt x="8" y="46"/>
                  <a:pt x="7" y="46"/>
                  <a:pt x="7" y="46"/>
                </a:cubicBezTo>
                <a:cubicBezTo>
                  <a:pt x="6" y="46"/>
                  <a:pt x="6" y="46"/>
                  <a:pt x="5" y="47"/>
                </a:cubicBezTo>
                <a:lnTo>
                  <a:pt x="5" y="46"/>
                </a:lnTo>
                <a:lnTo>
                  <a:pt x="6" y="42"/>
                </a:lnTo>
                <a:lnTo>
                  <a:pt x="7" y="42"/>
                </a:lnTo>
                <a:cubicBezTo>
                  <a:pt x="7" y="42"/>
                  <a:pt x="7" y="43"/>
                  <a:pt x="7" y="43"/>
                </a:cubicBezTo>
                <a:cubicBezTo>
                  <a:pt x="7" y="43"/>
                  <a:pt x="8" y="44"/>
                  <a:pt x="8" y="44"/>
                </a:cubicBezTo>
                <a:cubicBezTo>
                  <a:pt x="9" y="44"/>
                  <a:pt x="10" y="44"/>
                  <a:pt x="11" y="44"/>
                </a:cubicBezTo>
                <a:lnTo>
                  <a:pt x="15" y="45"/>
                </a:lnTo>
                <a:close/>
                <a:moveTo>
                  <a:pt x="16" y="45"/>
                </a:moveTo>
                <a:lnTo>
                  <a:pt x="27" y="47"/>
                </a:lnTo>
                <a:lnTo>
                  <a:pt x="18" y="41"/>
                </a:lnTo>
                <a:lnTo>
                  <a:pt x="16" y="45"/>
                </a:lnTo>
                <a:close/>
              </a:path>
              <a:path w="336" h="189">
                <a:moveTo>
                  <a:pt x="29" y="62"/>
                </a:moveTo>
                <a:lnTo>
                  <a:pt x="5" y="52"/>
                </a:lnTo>
                <a:lnTo>
                  <a:pt x="5" y="57"/>
                </a:lnTo>
                <a:cubicBezTo>
                  <a:pt x="5" y="58"/>
                  <a:pt x="5" y="59"/>
                  <a:pt x="6" y="59"/>
                </a:cubicBezTo>
                <a:cubicBezTo>
                  <a:pt x="6" y="60"/>
                  <a:pt x="8" y="60"/>
                  <a:pt x="10" y="61"/>
                </a:cubicBezTo>
                <a:lnTo>
                  <a:pt x="3" y="60"/>
                </a:lnTo>
                <a:lnTo>
                  <a:pt x="4" y="49"/>
                </a:lnTo>
                <a:lnTo>
                  <a:pt x="28" y="59"/>
                </a:lnTo>
                <a:lnTo>
                  <a:pt x="28" y="55"/>
                </a:lnTo>
                <a:cubicBezTo>
                  <a:pt x="28" y="54"/>
                  <a:pt x="28" y="53"/>
                  <a:pt x="28" y="53"/>
                </a:cubicBezTo>
                <a:cubicBezTo>
                  <a:pt x="27" y="53"/>
                  <a:pt x="27" y="53"/>
                  <a:pt x="26" y="52"/>
                </a:cubicBezTo>
                <a:cubicBezTo>
                  <a:pt x="26" y="52"/>
                  <a:pt x="25" y="52"/>
                  <a:pt x="23" y="52"/>
                </a:cubicBezTo>
                <a:lnTo>
                  <a:pt x="23" y="51"/>
                </a:lnTo>
                <a:lnTo>
                  <a:pt x="30" y="52"/>
                </a:lnTo>
                <a:lnTo>
                  <a:pt x="29" y="62"/>
                </a:lnTo>
                <a:close/>
              </a:path>
              <a:path w="336" h="189">
                <a:moveTo>
                  <a:pt x="29" y="82"/>
                </a:moveTo>
                <a:cubicBezTo>
                  <a:pt x="29" y="84"/>
                  <a:pt x="28" y="85"/>
                  <a:pt x="25" y="87"/>
                </a:cubicBezTo>
                <a:cubicBezTo>
                  <a:pt x="22" y="88"/>
                  <a:pt x="19" y="89"/>
                  <a:pt x="15" y="89"/>
                </a:cubicBezTo>
                <a:cubicBezTo>
                  <a:pt x="11" y="89"/>
                  <a:pt x="8" y="89"/>
                  <a:pt x="5" y="87"/>
                </a:cubicBezTo>
                <a:cubicBezTo>
                  <a:pt x="3" y="86"/>
                  <a:pt x="1" y="85"/>
                  <a:pt x="1" y="83"/>
                </a:cubicBezTo>
                <a:cubicBezTo>
                  <a:pt x="1" y="81"/>
                  <a:pt x="2" y="80"/>
                  <a:pt x="5" y="78"/>
                </a:cubicBezTo>
                <a:cubicBezTo>
                  <a:pt x="7" y="77"/>
                  <a:pt x="11" y="76"/>
                  <a:pt x="15" y="76"/>
                </a:cubicBezTo>
                <a:cubicBezTo>
                  <a:pt x="19" y="76"/>
                  <a:pt x="22" y="77"/>
                  <a:pt x="25" y="78"/>
                </a:cubicBezTo>
                <a:cubicBezTo>
                  <a:pt x="27" y="79"/>
                  <a:pt x="29" y="80"/>
                  <a:pt x="29" y="82"/>
                </a:cubicBezTo>
                <a:close/>
                <a:moveTo>
                  <a:pt x="27" y="82"/>
                </a:moveTo>
                <a:cubicBezTo>
                  <a:pt x="27" y="81"/>
                  <a:pt x="26" y="80"/>
                  <a:pt x="25" y="79"/>
                </a:cubicBezTo>
                <a:cubicBezTo>
                  <a:pt x="22" y="78"/>
                  <a:pt x="19" y="78"/>
                  <a:pt x="15" y="78"/>
                </a:cubicBezTo>
                <a:cubicBezTo>
                  <a:pt x="11" y="79"/>
                  <a:pt x="7" y="79"/>
                  <a:pt x="5" y="80"/>
                </a:cubicBezTo>
                <a:cubicBezTo>
                  <a:pt x="3" y="81"/>
                  <a:pt x="2" y="82"/>
                  <a:pt x="3" y="83"/>
                </a:cubicBezTo>
                <a:cubicBezTo>
                  <a:pt x="3" y="84"/>
                  <a:pt x="4" y="85"/>
                  <a:pt x="6" y="86"/>
                </a:cubicBezTo>
                <a:cubicBezTo>
                  <a:pt x="8" y="87"/>
                  <a:pt x="11" y="87"/>
                  <a:pt x="15" y="87"/>
                </a:cubicBezTo>
                <a:cubicBezTo>
                  <a:pt x="19" y="87"/>
                  <a:pt x="23" y="86"/>
                  <a:pt x="25" y="85"/>
                </a:cubicBezTo>
                <a:cubicBezTo>
                  <a:pt x="26" y="84"/>
                  <a:pt x="27" y="83"/>
                  <a:pt x="27" y="82"/>
                </a:cubicBezTo>
                <a:close/>
              </a:path>
              <a:path w="336" h="189">
                <a:moveTo>
                  <a:pt x="16" y="66"/>
                </a:moveTo>
                <a:lnTo>
                  <a:pt x="15" y="72"/>
                </a:lnTo>
                <a:lnTo>
                  <a:pt x="22" y="73"/>
                </a:lnTo>
                <a:cubicBezTo>
                  <a:pt x="24" y="73"/>
                  <a:pt x="24" y="73"/>
                  <a:pt x="25" y="73"/>
                </a:cubicBezTo>
                <a:cubicBezTo>
                  <a:pt x="25" y="73"/>
                  <a:pt x="26" y="73"/>
                  <a:pt x="26" y="73"/>
                </a:cubicBezTo>
                <a:cubicBezTo>
                  <a:pt x="26" y="73"/>
                  <a:pt x="26" y="72"/>
                  <a:pt x="26" y="72"/>
                </a:cubicBezTo>
                <a:lnTo>
                  <a:pt x="27" y="72"/>
                </a:lnTo>
                <a:lnTo>
                  <a:pt x="26" y="77"/>
                </a:lnTo>
                <a:cubicBezTo>
                  <a:pt x="26" y="76"/>
                  <a:pt x="26" y="76"/>
                  <a:pt x="25" y="76"/>
                </a:cubicBezTo>
                <a:cubicBezTo>
                  <a:pt x="25" y="76"/>
                  <a:pt x="25" y="75"/>
                  <a:pt x="25" y="75"/>
                </a:cubicBezTo>
                <a:cubicBezTo>
                  <a:pt x="24" y="75"/>
                  <a:pt x="23" y="75"/>
                  <a:pt x="22" y="75"/>
                </a:cubicBezTo>
                <a:lnTo>
                  <a:pt x="5" y="73"/>
                </a:lnTo>
                <a:cubicBezTo>
                  <a:pt x="4" y="72"/>
                  <a:pt x="3" y="72"/>
                  <a:pt x="3" y="72"/>
                </a:cubicBezTo>
                <a:cubicBezTo>
                  <a:pt x="2" y="72"/>
                  <a:pt x="2" y="72"/>
                  <a:pt x="2" y="73"/>
                </a:cubicBezTo>
                <a:cubicBezTo>
                  <a:pt x="1" y="73"/>
                  <a:pt x="1" y="73"/>
                  <a:pt x="1" y="73"/>
                </a:cubicBezTo>
                <a:lnTo>
                  <a:pt x="1" y="74"/>
                </a:lnTo>
                <a:lnTo>
                  <a:pt x="0" y="74"/>
                </a:lnTo>
                <a:lnTo>
                  <a:pt x="1" y="68"/>
                </a:lnTo>
                <a:lnTo>
                  <a:pt x="2" y="68"/>
                </a:lnTo>
                <a:lnTo>
                  <a:pt x="2" y="69"/>
                </a:lnTo>
                <a:cubicBezTo>
                  <a:pt x="2" y="69"/>
                  <a:pt x="2" y="70"/>
                  <a:pt x="2" y="70"/>
                </a:cubicBezTo>
                <a:cubicBezTo>
                  <a:pt x="3" y="70"/>
                  <a:pt x="4" y="71"/>
                  <a:pt x="5" y="71"/>
                </a:cubicBezTo>
                <a:lnTo>
                  <a:pt x="13" y="72"/>
                </a:lnTo>
                <a:lnTo>
                  <a:pt x="14" y="66"/>
                </a:lnTo>
                <a:lnTo>
                  <a:pt x="6" y="65"/>
                </a:lnTo>
                <a:cubicBezTo>
                  <a:pt x="5" y="65"/>
                  <a:pt x="4" y="65"/>
                  <a:pt x="4" y="65"/>
                </a:cubicBezTo>
                <a:cubicBezTo>
                  <a:pt x="3" y="65"/>
                  <a:pt x="3" y="65"/>
                  <a:pt x="3" y="65"/>
                </a:cubicBezTo>
                <a:cubicBezTo>
                  <a:pt x="2" y="65"/>
                  <a:pt x="2" y="65"/>
                  <a:pt x="2" y="66"/>
                </a:cubicBezTo>
                <a:lnTo>
                  <a:pt x="1" y="66"/>
                </a:lnTo>
                <a:lnTo>
                  <a:pt x="2" y="60"/>
                </a:lnTo>
                <a:lnTo>
                  <a:pt x="3" y="61"/>
                </a:lnTo>
                <a:cubicBezTo>
                  <a:pt x="3" y="62"/>
                  <a:pt x="3" y="62"/>
                  <a:pt x="3" y="62"/>
                </a:cubicBezTo>
                <a:cubicBezTo>
                  <a:pt x="4" y="63"/>
                  <a:pt x="5" y="63"/>
                  <a:pt x="6" y="63"/>
                </a:cubicBezTo>
                <a:lnTo>
                  <a:pt x="23" y="65"/>
                </a:lnTo>
                <a:cubicBezTo>
                  <a:pt x="25" y="65"/>
                  <a:pt x="25" y="65"/>
                  <a:pt x="26" y="65"/>
                </a:cubicBezTo>
                <a:cubicBezTo>
                  <a:pt x="26" y="65"/>
                  <a:pt x="27" y="65"/>
                  <a:pt x="27" y="65"/>
                </a:cubicBezTo>
                <a:cubicBezTo>
                  <a:pt x="27" y="65"/>
                  <a:pt x="27" y="65"/>
                  <a:pt x="27" y="64"/>
                </a:cubicBezTo>
                <a:lnTo>
                  <a:pt x="28" y="64"/>
                </a:lnTo>
                <a:lnTo>
                  <a:pt x="27" y="69"/>
                </a:lnTo>
                <a:cubicBezTo>
                  <a:pt x="27" y="69"/>
                  <a:pt x="27" y="68"/>
                  <a:pt x="26" y="68"/>
                </a:cubicBezTo>
                <a:cubicBezTo>
                  <a:pt x="26" y="68"/>
                  <a:pt x="26" y="67"/>
                  <a:pt x="26" y="67"/>
                </a:cubicBezTo>
                <a:cubicBezTo>
                  <a:pt x="25" y="67"/>
                  <a:pt x="24" y="67"/>
                  <a:pt x="23" y="67"/>
                </a:cubicBezTo>
                <a:lnTo>
                  <a:pt x="16" y="66"/>
                </a:lnTo>
                <a:close/>
              </a:path>
              <a:path w="336" h="189">
                <a:moveTo>
                  <a:pt x="29" y="84"/>
                </a:moveTo>
                <a:lnTo>
                  <a:pt x="30" y="88"/>
                </a:lnTo>
                <a:lnTo>
                  <a:pt x="14" y="101"/>
                </a:lnTo>
                <a:lnTo>
                  <a:pt x="28" y="97"/>
                </a:lnTo>
                <a:cubicBezTo>
                  <a:pt x="30" y="96"/>
                  <a:pt x="31" y="96"/>
                  <a:pt x="31" y="95"/>
                </a:cubicBezTo>
                <a:cubicBezTo>
                  <a:pt x="32" y="95"/>
                  <a:pt x="32" y="95"/>
                  <a:pt x="32" y="94"/>
                </a:cubicBezTo>
                <a:lnTo>
                  <a:pt x="31" y="94"/>
                </a:lnTo>
                <a:lnTo>
                  <a:pt x="32" y="93"/>
                </a:lnTo>
                <a:lnTo>
                  <a:pt x="33" y="98"/>
                </a:lnTo>
                <a:cubicBezTo>
                  <a:pt x="32" y="97"/>
                  <a:pt x="32" y="97"/>
                  <a:pt x="31" y="97"/>
                </a:cubicBezTo>
                <a:cubicBezTo>
                  <a:pt x="31" y="97"/>
                  <a:pt x="30" y="97"/>
                  <a:pt x="29" y="97"/>
                </a:cubicBezTo>
                <a:lnTo>
                  <a:pt x="7" y="104"/>
                </a:lnTo>
                <a:lnTo>
                  <a:pt x="25" y="89"/>
                </a:lnTo>
                <a:lnTo>
                  <a:pt x="9" y="94"/>
                </a:lnTo>
                <a:cubicBezTo>
                  <a:pt x="8" y="95"/>
                  <a:pt x="7" y="95"/>
                  <a:pt x="7" y="95"/>
                </a:cubicBezTo>
                <a:cubicBezTo>
                  <a:pt x="6" y="96"/>
                  <a:pt x="6" y="96"/>
                  <a:pt x="6" y="97"/>
                </a:cubicBezTo>
                <a:lnTo>
                  <a:pt x="4" y="93"/>
                </a:lnTo>
                <a:lnTo>
                  <a:pt x="5" y="93"/>
                </a:lnTo>
                <a:cubicBezTo>
                  <a:pt x="5" y="94"/>
                  <a:pt x="6" y="94"/>
                  <a:pt x="6" y="94"/>
                </a:cubicBezTo>
                <a:cubicBezTo>
                  <a:pt x="7" y="94"/>
                  <a:pt x="8" y="94"/>
                  <a:pt x="9" y="93"/>
                </a:cubicBezTo>
                <a:lnTo>
                  <a:pt x="27" y="88"/>
                </a:lnTo>
                <a:cubicBezTo>
                  <a:pt x="27" y="87"/>
                  <a:pt x="28" y="87"/>
                  <a:pt x="28" y="86"/>
                </a:cubicBezTo>
                <a:cubicBezTo>
                  <a:pt x="28" y="86"/>
                  <a:pt x="28" y="86"/>
                  <a:pt x="29" y="85"/>
                </a:cubicBezTo>
                <a:cubicBezTo>
                  <a:pt x="29" y="85"/>
                  <a:pt x="29" y="85"/>
                  <a:pt x="28" y="84"/>
                </a:cubicBezTo>
                <a:lnTo>
                  <a:pt x="29" y="84"/>
                </a:lnTo>
                <a:close/>
              </a:path>
              <a:path w="336" h="189">
                <a:moveTo>
                  <a:pt x="38" y="107"/>
                </a:moveTo>
                <a:lnTo>
                  <a:pt x="30" y="110"/>
                </a:lnTo>
                <a:cubicBezTo>
                  <a:pt x="32" y="109"/>
                  <a:pt x="33" y="108"/>
                  <a:pt x="34" y="107"/>
                </a:cubicBezTo>
                <a:cubicBezTo>
                  <a:pt x="35" y="106"/>
                  <a:pt x="36" y="105"/>
                  <a:pt x="35" y="104"/>
                </a:cubicBezTo>
                <a:cubicBezTo>
                  <a:pt x="35" y="102"/>
                  <a:pt x="33" y="101"/>
                  <a:pt x="30" y="101"/>
                </a:cubicBezTo>
                <a:cubicBezTo>
                  <a:pt x="28" y="102"/>
                  <a:pt x="25" y="102"/>
                  <a:pt x="22" y="103"/>
                </a:cubicBezTo>
                <a:cubicBezTo>
                  <a:pt x="20" y="104"/>
                  <a:pt x="18" y="105"/>
                  <a:pt x="16" y="106"/>
                </a:cubicBezTo>
                <a:cubicBezTo>
                  <a:pt x="14" y="107"/>
                  <a:pt x="13" y="108"/>
                  <a:pt x="12" y="109"/>
                </a:cubicBezTo>
                <a:cubicBezTo>
                  <a:pt x="12" y="110"/>
                  <a:pt x="11" y="111"/>
                  <a:pt x="12" y="112"/>
                </a:cubicBezTo>
                <a:cubicBezTo>
                  <a:pt x="12" y="112"/>
                  <a:pt x="12" y="113"/>
                  <a:pt x="12" y="113"/>
                </a:cubicBezTo>
                <a:cubicBezTo>
                  <a:pt x="13" y="113"/>
                  <a:pt x="13" y="114"/>
                  <a:pt x="14" y="114"/>
                </a:cubicBezTo>
                <a:lnTo>
                  <a:pt x="21" y="112"/>
                </a:lnTo>
                <a:cubicBezTo>
                  <a:pt x="22" y="111"/>
                  <a:pt x="23" y="111"/>
                  <a:pt x="24" y="111"/>
                </a:cubicBezTo>
                <a:cubicBezTo>
                  <a:pt x="24" y="110"/>
                  <a:pt x="24" y="110"/>
                  <a:pt x="24" y="110"/>
                </a:cubicBezTo>
                <a:cubicBezTo>
                  <a:pt x="24" y="110"/>
                  <a:pt x="24" y="109"/>
                  <a:pt x="24" y="109"/>
                </a:cubicBezTo>
                <a:lnTo>
                  <a:pt x="25" y="108"/>
                </a:lnTo>
                <a:lnTo>
                  <a:pt x="27" y="113"/>
                </a:lnTo>
                <a:lnTo>
                  <a:pt x="26" y="113"/>
                </a:lnTo>
                <a:cubicBezTo>
                  <a:pt x="26" y="113"/>
                  <a:pt x="25" y="113"/>
                  <a:pt x="24" y="113"/>
                </a:cubicBezTo>
                <a:cubicBezTo>
                  <a:pt x="24" y="113"/>
                  <a:pt x="23" y="113"/>
                  <a:pt x="22" y="113"/>
                </a:cubicBezTo>
                <a:lnTo>
                  <a:pt x="14" y="116"/>
                </a:lnTo>
                <a:cubicBezTo>
                  <a:pt x="13" y="115"/>
                  <a:pt x="12" y="115"/>
                  <a:pt x="12" y="114"/>
                </a:cubicBezTo>
                <a:cubicBezTo>
                  <a:pt x="11" y="114"/>
                  <a:pt x="11" y="113"/>
                  <a:pt x="10" y="112"/>
                </a:cubicBezTo>
                <a:cubicBezTo>
                  <a:pt x="10" y="110"/>
                  <a:pt x="11" y="108"/>
                  <a:pt x="13" y="105"/>
                </a:cubicBezTo>
                <a:cubicBezTo>
                  <a:pt x="15" y="104"/>
                  <a:pt x="18" y="102"/>
                  <a:pt x="21" y="101"/>
                </a:cubicBezTo>
                <a:cubicBezTo>
                  <a:pt x="23" y="100"/>
                  <a:pt x="25" y="100"/>
                  <a:pt x="27" y="100"/>
                </a:cubicBezTo>
                <a:cubicBezTo>
                  <a:pt x="30" y="100"/>
                  <a:pt x="32" y="100"/>
                  <a:pt x="34" y="101"/>
                </a:cubicBezTo>
                <a:cubicBezTo>
                  <a:pt x="35" y="101"/>
                  <a:pt x="36" y="102"/>
                  <a:pt x="36" y="103"/>
                </a:cubicBezTo>
                <a:cubicBezTo>
                  <a:pt x="37" y="104"/>
                  <a:pt x="37" y="104"/>
                  <a:pt x="37" y="104"/>
                </a:cubicBezTo>
                <a:cubicBezTo>
                  <a:pt x="37" y="105"/>
                  <a:pt x="36" y="106"/>
                  <a:pt x="36" y="106"/>
                </a:cubicBezTo>
                <a:cubicBezTo>
                  <a:pt x="36" y="107"/>
                  <a:pt x="36" y="107"/>
                  <a:pt x="36" y="107"/>
                </a:cubicBezTo>
                <a:cubicBezTo>
                  <a:pt x="36" y="107"/>
                  <a:pt x="36" y="107"/>
                  <a:pt x="36" y="107"/>
                </a:cubicBezTo>
                <a:cubicBezTo>
                  <a:pt x="37" y="107"/>
                  <a:pt x="37" y="107"/>
                  <a:pt x="38" y="107"/>
                </a:cubicBezTo>
                <a:close/>
              </a:path>
              <a:path w="336" h="189">
                <a:moveTo>
                  <a:pt x="47" y="119"/>
                </a:moveTo>
                <a:lnTo>
                  <a:pt x="48" y="118"/>
                </a:lnTo>
                <a:lnTo>
                  <a:pt x="51" y="122"/>
                </a:lnTo>
                <a:lnTo>
                  <a:pt x="50" y="122"/>
                </a:lnTo>
                <a:cubicBezTo>
                  <a:pt x="49" y="121"/>
                  <a:pt x="49" y="121"/>
                  <a:pt x="48" y="122"/>
                </a:cubicBezTo>
                <a:cubicBezTo>
                  <a:pt x="48" y="122"/>
                  <a:pt x="47" y="122"/>
                  <a:pt x="46" y="123"/>
                </a:cubicBezTo>
                <a:lnTo>
                  <a:pt x="38" y="130"/>
                </a:lnTo>
                <a:cubicBezTo>
                  <a:pt x="36" y="132"/>
                  <a:pt x="34" y="133"/>
                  <a:pt x="33" y="134"/>
                </a:cubicBezTo>
                <a:cubicBezTo>
                  <a:pt x="31" y="135"/>
                  <a:pt x="30" y="135"/>
                  <a:pt x="29" y="135"/>
                </a:cubicBezTo>
                <a:cubicBezTo>
                  <a:pt x="27" y="135"/>
                  <a:pt x="26" y="135"/>
                  <a:pt x="26" y="134"/>
                </a:cubicBezTo>
                <a:cubicBezTo>
                  <a:pt x="25" y="133"/>
                  <a:pt x="24" y="131"/>
                  <a:pt x="25" y="130"/>
                </a:cubicBezTo>
                <a:cubicBezTo>
                  <a:pt x="25" y="129"/>
                  <a:pt x="26" y="128"/>
                  <a:pt x="27" y="126"/>
                </a:cubicBezTo>
                <a:cubicBezTo>
                  <a:pt x="27" y="126"/>
                  <a:pt x="29" y="124"/>
                  <a:pt x="32" y="122"/>
                </a:cubicBezTo>
                <a:lnTo>
                  <a:pt x="39" y="115"/>
                </a:lnTo>
                <a:cubicBezTo>
                  <a:pt x="41" y="114"/>
                  <a:pt x="41" y="114"/>
                  <a:pt x="42" y="113"/>
                </a:cubicBezTo>
                <a:cubicBezTo>
                  <a:pt x="42" y="113"/>
                  <a:pt x="42" y="112"/>
                  <a:pt x="42" y="112"/>
                </a:cubicBezTo>
                <a:lnTo>
                  <a:pt x="41" y="111"/>
                </a:lnTo>
                <a:lnTo>
                  <a:pt x="42" y="111"/>
                </a:lnTo>
                <a:lnTo>
                  <a:pt x="45" y="115"/>
                </a:lnTo>
                <a:lnTo>
                  <a:pt x="45" y="116"/>
                </a:lnTo>
                <a:lnTo>
                  <a:pt x="45" y="115"/>
                </a:lnTo>
                <a:cubicBezTo>
                  <a:pt x="44" y="115"/>
                  <a:pt x="44" y="115"/>
                  <a:pt x="43" y="115"/>
                </a:cubicBezTo>
                <a:cubicBezTo>
                  <a:pt x="43" y="115"/>
                  <a:pt x="42" y="116"/>
                  <a:pt x="41" y="117"/>
                </a:cubicBezTo>
                <a:lnTo>
                  <a:pt x="32" y="124"/>
                </a:lnTo>
                <a:cubicBezTo>
                  <a:pt x="31" y="125"/>
                  <a:pt x="30" y="126"/>
                  <a:pt x="29" y="127"/>
                </a:cubicBezTo>
                <a:cubicBezTo>
                  <a:pt x="28" y="127"/>
                  <a:pt x="28" y="128"/>
                  <a:pt x="27" y="129"/>
                </a:cubicBezTo>
                <a:cubicBezTo>
                  <a:pt x="27" y="130"/>
                  <a:pt x="26" y="130"/>
                  <a:pt x="26" y="131"/>
                </a:cubicBezTo>
                <a:cubicBezTo>
                  <a:pt x="26" y="132"/>
                  <a:pt x="26" y="132"/>
                  <a:pt x="27" y="133"/>
                </a:cubicBezTo>
                <a:cubicBezTo>
                  <a:pt x="27" y="133"/>
                  <a:pt x="28" y="134"/>
                  <a:pt x="29" y="134"/>
                </a:cubicBezTo>
                <a:cubicBezTo>
                  <a:pt x="30" y="134"/>
                  <a:pt x="31" y="133"/>
                  <a:pt x="32" y="133"/>
                </a:cubicBezTo>
                <a:cubicBezTo>
                  <a:pt x="33" y="132"/>
                  <a:pt x="35" y="131"/>
                  <a:pt x="37" y="129"/>
                </a:cubicBezTo>
                <a:lnTo>
                  <a:pt x="45" y="123"/>
                </a:lnTo>
                <a:cubicBezTo>
                  <a:pt x="47" y="122"/>
                  <a:pt x="47" y="121"/>
                  <a:pt x="48" y="120"/>
                </a:cubicBezTo>
                <a:cubicBezTo>
                  <a:pt x="48" y="120"/>
                  <a:pt x="48" y="119"/>
                  <a:pt x="47" y="119"/>
                </a:cubicBezTo>
                <a:close/>
              </a:path>
              <a:path w="336" h="189">
                <a:moveTo>
                  <a:pt x="51" y="121"/>
                </a:moveTo>
                <a:lnTo>
                  <a:pt x="53" y="123"/>
                </a:lnTo>
                <a:lnTo>
                  <a:pt x="46" y="143"/>
                </a:lnTo>
                <a:lnTo>
                  <a:pt x="56" y="132"/>
                </a:lnTo>
                <a:cubicBezTo>
                  <a:pt x="57" y="131"/>
                  <a:pt x="58" y="130"/>
                  <a:pt x="58" y="130"/>
                </a:cubicBezTo>
                <a:cubicBezTo>
                  <a:pt x="58" y="129"/>
                  <a:pt x="58" y="128"/>
                  <a:pt x="58" y="128"/>
                </a:cubicBezTo>
                <a:lnTo>
                  <a:pt x="57" y="128"/>
                </a:lnTo>
                <a:lnTo>
                  <a:pt x="58" y="127"/>
                </a:lnTo>
                <a:lnTo>
                  <a:pt x="61" y="130"/>
                </a:lnTo>
                <a:lnTo>
                  <a:pt x="61" y="131"/>
                </a:lnTo>
                <a:lnTo>
                  <a:pt x="60" y="131"/>
                </a:lnTo>
                <a:cubicBezTo>
                  <a:pt x="60" y="130"/>
                  <a:pt x="60" y="130"/>
                  <a:pt x="59" y="131"/>
                </a:cubicBezTo>
                <a:cubicBezTo>
                  <a:pt x="59" y="131"/>
                  <a:pt x="58" y="131"/>
                  <a:pt x="57" y="133"/>
                </a:cubicBezTo>
                <a:lnTo>
                  <a:pt x="42" y="149"/>
                </a:lnTo>
                <a:lnTo>
                  <a:pt x="50" y="127"/>
                </a:lnTo>
                <a:lnTo>
                  <a:pt x="39" y="140"/>
                </a:lnTo>
                <a:cubicBezTo>
                  <a:pt x="38" y="141"/>
                  <a:pt x="37" y="142"/>
                  <a:pt x="37" y="142"/>
                </a:cubicBezTo>
                <a:cubicBezTo>
                  <a:pt x="37" y="143"/>
                  <a:pt x="37" y="143"/>
                  <a:pt x="37" y="143"/>
                </a:cubicBezTo>
                <a:lnTo>
                  <a:pt x="38" y="144"/>
                </a:lnTo>
                <a:lnTo>
                  <a:pt x="37" y="144"/>
                </a:lnTo>
                <a:lnTo>
                  <a:pt x="34" y="141"/>
                </a:lnTo>
                <a:lnTo>
                  <a:pt x="35" y="141"/>
                </a:lnTo>
                <a:cubicBezTo>
                  <a:pt x="35" y="141"/>
                  <a:pt x="36" y="141"/>
                  <a:pt x="36" y="141"/>
                </a:cubicBezTo>
                <a:cubicBezTo>
                  <a:pt x="37" y="141"/>
                  <a:pt x="37" y="140"/>
                  <a:pt x="38" y="139"/>
                </a:cubicBezTo>
                <a:lnTo>
                  <a:pt x="50" y="125"/>
                </a:lnTo>
                <a:cubicBezTo>
                  <a:pt x="51" y="124"/>
                  <a:pt x="51" y="124"/>
                  <a:pt x="51" y="123"/>
                </a:cubicBezTo>
                <a:cubicBezTo>
                  <a:pt x="51" y="123"/>
                  <a:pt x="51" y="123"/>
                  <a:pt x="51" y="122"/>
                </a:cubicBezTo>
                <a:cubicBezTo>
                  <a:pt x="51" y="122"/>
                  <a:pt x="50" y="122"/>
                  <a:pt x="50" y="121"/>
                </a:cubicBezTo>
                <a:lnTo>
                  <a:pt x="51" y="121"/>
                </a:lnTo>
                <a:close/>
              </a:path>
              <a:path w="336" h="189">
                <a:moveTo>
                  <a:pt x="51" y="155"/>
                </a:moveTo>
                <a:lnTo>
                  <a:pt x="50" y="156"/>
                </a:lnTo>
                <a:lnTo>
                  <a:pt x="46" y="152"/>
                </a:lnTo>
                <a:lnTo>
                  <a:pt x="47" y="151"/>
                </a:lnTo>
                <a:lnTo>
                  <a:pt x="47" y="152"/>
                </a:lnTo>
                <a:cubicBezTo>
                  <a:pt x="47" y="152"/>
                  <a:pt x="48" y="152"/>
                  <a:pt x="49" y="152"/>
                </a:cubicBezTo>
                <a:cubicBezTo>
                  <a:pt x="49" y="152"/>
                  <a:pt x="50" y="151"/>
                  <a:pt x="51" y="150"/>
                </a:cubicBezTo>
                <a:lnTo>
                  <a:pt x="62" y="137"/>
                </a:lnTo>
                <a:cubicBezTo>
                  <a:pt x="63" y="136"/>
                  <a:pt x="63" y="135"/>
                  <a:pt x="63" y="135"/>
                </a:cubicBezTo>
                <a:cubicBezTo>
                  <a:pt x="64" y="134"/>
                  <a:pt x="64" y="134"/>
                  <a:pt x="64" y="134"/>
                </a:cubicBezTo>
                <a:cubicBezTo>
                  <a:pt x="64" y="133"/>
                  <a:pt x="64" y="133"/>
                  <a:pt x="63" y="133"/>
                </a:cubicBezTo>
                <a:lnTo>
                  <a:pt x="63" y="132"/>
                </a:lnTo>
                <a:lnTo>
                  <a:pt x="68" y="136"/>
                </a:lnTo>
                <a:lnTo>
                  <a:pt x="67" y="136"/>
                </a:lnTo>
                <a:cubicBezTo>
                  <a:pt x="66" y="136"/>
                  <a:pt x="66" y="136"/>
                  <a:pt x="65" y="136"/>
                </a:cubicBezTo>
                <a:cubicBezTo>
                  <a:pt x="65" y="136"/>
                  <a:pt x="64" y="137"/>
                  <a:pt x="63" y="138"/>
                </a:cubicBezTo>
                <a:lnTo>
                  <a:pt x="52" y="151"/>
                </a:lnTo>
                <a:cubicBezTo>
                  <a:pt x="51" y="152"/>
                  <a:pt x="51" y="153"/>
                  <a:pt x="50" y="153"/>
                </a:cubicBezTo>
                <a:cubicBezTo>
                  <a:pt x="50" y="153"/>
                  <a:pt x="50" y="153"/>
                  <a:pt x="50" y="154"/>
                </a:cubicBezTo>
                <a:cubicBezTo>
                  <a:pt x="50" y="154"/>
                  <a:pt x="50" y="155"/>
                  <a:pt x="51" y="155"/>
                </a:cubicBezTo>
                <a:close/>
              </a:path>
              <a:path w="336" h="189">
                <a:moveTo>
                  <a:pt x="81" y="143"/>
                </a:moveTo>
                <a:lnTo>
                  <a:pt x="80" y="143"/>
                </a:lnTo>
                <a:cubicBezTo>
                  <a:pt x="80" y="143"/>
                  <a:pt x="79" y="143"/>
                  <a:pt x="79" y="144"/>
                </a:cubicBezTo>
                <a:cubicBezTo>
                  <a:pt x="78" y="144"/>
                  <a:pt x="78" y="145"/>
                  <a:pt x="77" y="146"/>
                </a:cubicBezTo>
                <a:lnTo>
                  <a:pt x="61" y="163"/>
                </a:lnTo>
                <a:lnTo>
                  <a:pt x="61" y="162"/>
                </a:lnTo>
                <a:lnTo>
                  <a:pt x="68" y="140"/>
                </a:lnTo>
                <a:cubicBezTo>
                  <a:pt x="69" y="139"/>
                  <a:pt x="69" y="139"/>
                  <a:pt x="69" y="138"/>
                </a:cubicBezTo>
                <a:cubicBezTo>
                  <a:pt x="69" y="138"/>
                  <a:pt x="69" y="137"/>
                  <a:pt x="69" y="137"/>
                </a:cubicBezTo>
                <a:cubicBezTo>
                  <a:pt x="69" y="137"/>
                  <a:pt x="69" y="137"/>
                  <a:pt x="68" y="136"/>
                </a:cubicBezTo>
                <a:lnTo>
                  <a:pt x="69" y="136"/>
                </a:lnTo>
                <a:lnTo>
                  <a:pt x="73" y="138"/>
                </a:lnTo>
                <a:lnTo>
                  <a:pt x="73" y="139"/>
                </a:lnTo>
                <a:cubicBezTo>
                  <a:pt x="72" y="139"/>
                  <a:pt x="72" y="139"/>
                  <a:pt x="72" y="139"/>
                </a:cubicBezTo>
                <a:cubicBezTo>
                  <a:pt x="71" y="139"/>
                  <a:pt x="71" y="139"/>
                  <a:pt x="71" y="140"/>
                </a:cubicBezTo>
                <a:cubicBezTo>
                  <a:pt x="71" y="140"/>
                  <a:pt x="70" y="141"/>
                  <a:pt x="70" y="143"/>
                </a:cubicBezTo>
                <a:lnTo>
                  <a:pt x="65" y="158"/>
                </a:lnTo>
                <a:lnTo>
                  <a:pt x="75" y="146"/>
                </a:lnTo>
                <a:cubicBezTo>
                  <a:pt x="76" y="145"/>
                  <a:pt x="77" y="144"/>
                  <a:pt x="77" y="144"/>
                </a:cubicBezTo>
                <a:cubicBezTo>
                  <a:pt x="77" y="143"/>
                  <a:pt x="77" y="143"/>
                  <a:pt x="77" y="143"/>
                </a:cubicBezTo>
                <a:cubicBezTo>
                  <a:pt x="77" y="142"/>
                  <a:pt x="77" y="142"/>
                  <a:pt x="77" y="141"/>
                </a:cubicBezTo>
                <a:cubicBezTo>
                  <a:pt x="77" y="141"/>
                  <a:pt x="77" y="141"/>
                  <a:pt x="77" y="141"/>
                </a:cubicBezTo>
                <a:lnTo>
                  <a:pt x="81" y="143"/>
                </a:lnTo>
                <a:close/>
              </a:path>
              <a:path w="336" h="189">
                <a:moveTo>
                  <a:pt x="153" y="160"/>
                </a:moveTo>
                <a:cubicBezTo>
                  <a:pt x="155" y="160"/>
                  <a:pt x="156" y="161"/>
                  <a:pt x="157" y="164"/>
                </a:cubicBezTo>
                <a:cubicBezTo>
                  <a:pt x="159" y="166"/>
                  <a:pt x="159" y="170"/>
                  <a:pt x="159" y="174"/>
                </a:cubicBezTo>
                <a:cubicBezTo>
                  <a:pt x="159" y="178"/>
                  <a:pt x="159" y="181"/>
                  <a:pt x="157" y="184"/>
                </a:cubicBezTo>
                <a:cubicBezTo>
                  <a:pt x="156" y="186"/>
                  <a:pt x="155" y="187"/>
                  <a:pt x="153" y="187"/>
                </a:cubicBezTo>
                <a:cubicBezTo>
                  <a:pt x="151" y="187"/>
                  <a:pt x="150" y="186"/>
                  <a:pt x="148" y="184"/>
                </a:cubicBezTo>
                <a:cubicBezTo>
                  <a:pt x="147" y="181"/>
                  <a:pt x="147" y="178"/>
                  <a:pt x="147" y="174"/>
                </a:cubicBezTo>
                <a:cubicBezTo>
                  <a:pt x="147" y="169"/>
                  <a:pt x="147" y="166"/>
                  <a:pt x="149" y="163"/>
                </a:cubicBezTo>
                <a:cubicBezTo>
                  <a:pt x="150" y="161"/>
                  <a:pt x="151" y="160"/>
                  <a:pt x="153" y="160"/>
                </a:cubicBezTo>
                <a:close/>
                <a:moveTo>
                  <a:pt x="153" y="161"/>
                </a:moveTo>
                <a:cubicBezTo>
                  <a:pt x="152" y="161"/>
                  <a:pt x="151" y="162"/>
                  <a:pt x="150" y="164"/>
                </a:cubicBezTo>
                <a:cubicBezTo>
                  <a:pt x="149" y="166"/>
                  <a:pt x="149" y="169"/>
                  <a:pt x="149" y="174"/>
                </a:cubicBezTo>
                <a:cubicBezTo>
                  <a:pt x="149" y="178"/>
                  <a:pt x="149" y="181"/>
                  <a:pt x="150" y="183"/>
                </a:cubicBezTo>
                <a:cubicBezTo>
                  <a:pt x="151" y="185"/>
                  <a:pt x="152" y="186"/>
                  <a:pt x="153" y="186"/>
                </a:cubicBezTo>
                <a:cubicBezTo>
                  <a:pt x="154" y="186"/>
                  <a:pt x="155" y="185"/>
                  <a:pt x="156" y="183"/>
                </a:cubicBezTo>
                <a:cubicBezTo>
                  <a:pt x="157" y="181"/>
                  <a:pt x="157" y="178"/>
                  <a:pt x="157" y="174"/>
                </a:cubicBezTo>
                <a:cubicBezTo>
                  <a:pt x="157" y="170"/>
                  <a:pt x="157" y="166"/>
                  <a:pt x="156" y="164"/>
                </a:cubicBezTo>
                <a:cubicBezTo>
                  <a:pt x="155" y="162"/>
                  <a:pt x="154" y="161"/>
                  <a:pt x="153" y="161"/>
                </a:cubicBezTo>
                <a:close/>
              </a:path>
              <a:path w="336" h="189">
                <a:moveTo>
                  <a:pt x="165" y="162"/>
                </a:moveTo>
                <a:lnTo>
                  <a:pt x="165" y="172"/>
                </a:lnTo>
                <a:lnTo>
                  <a:pt x="167" y="172"/>
                </a:lnTo>
                <a:cubicBezTo>
                  <a:pt x="168" y="172"/>
                  <a:pt x="168" y="172"/>
                  <a:pt x="168" y="172"/>
                </a:cubicBezTo>
                <a:cubicBezTo>
                  <a:pt x="168" y="171"/>
                  <a:pt x="169" y="170"/>
                  <a:pt x="169" y="169"/>
                </a:cubicBezTo>
                <a:lnTo>
                  <a:pt x="169" y="178"/>
                </a:lnTo>
                <a:cubicBezTo>
                  <a:pt x="169" y="177"/>
                  <a:pt x="169" y="176"/>
                  <a:pt x="169" y="175"/>
                </a:cubicBezTo>
                <a:cubicBezTo>
                  <a:pt x="168" y="175"/>
                  <a:pt x="168" y="175"/>
                  <a:pt x="168" y="174"/>
                </a:cubicBezTo>
                <a:cubicBezTo>
                  <a:pt x="168" y="174"/>
                  <a:pt x="167" y="174"/>
                  <a:pt x="167" y="174"/>
                </a:cubicBezTo>
                <a:lnTo>
                  <a:pt x="165" y="174"/>
                </a:lnTo>
                <a:lnTo>
                  <a:pt x="165" y="182"/>
                </a:lnTo>
                <a:cubicBezTo>
                  <a:pt x="165" y="184"/>
                  <a:pt x="165" y="184"/>
                  <a:pt x="165" y="185"/>
                </a:cubicBezTo>
                <a:cubicBezTo>
                  <a:pt x="165" y="185"/>
                  <a:pt x="165" y="185"/>
                  <a:pt x="165" y="186"/>
                </a:cubicBezTo>
                <a:cubicBezTo>
                  <a:pt x="165" y="186"/>
                  <a:pt x="166" y="186"/>
                  <a:pt x="166" y="186"/>
                </a:cubicBezTo>
                <a:lnTo>
                  <a:pt x="167" y="186"/>
                </a:lnTo>
                <a:lnTo>
                  <a:pt x="167" y="187"/>
                </a:lnTo>
                <a:lnTo>
                  <a:pt x="161" y="187"/>
                </a:lnTo>
                <a:lnTo>
                  <a:pt x="161" y="186"/>
                </a:lnTo>
                <a:cubicBezTo>
                  <a:pt x="162" y="186"/>
                  <a:pt x="162" y="186"/>
                  <a:pt x="163" y="185"/>
                </a:cubicBezTo>
                <a:cubicBezTo>
                  <a:pt x="163" y="185"/>
                  <a:pt x="163" y="184"/>
                  <a:pt x="163" y="182"/>
                </a:cubicBezTo>
                <a:lnTo>
                  <a:pt x="163" y="165"/>
                </a:lnTo>
                <a:cubicBezTo>
                  <a:pt x="163" y="164"/>
                  <a:pt x="163" y="163"/>
                  <a:pt x="163" y="163"/>
                </a:cubicBezTo>
                <a:cubicBezTo>
                  <a:pt x="163" y="162"/>
                  <a:pt x="162" y="162"/>
                  <a:pt x="162" y="162"/>
                </a:cubicBezTo>
                <a:cubicBezTo>
                  <a:pt x="162" y="161"/>
                  <a:pt x="162" y="161"/>
                  <a:pt x="161" y="161"/>
                </a:cubicBezTo>
                <a:lnTo>
                  <a:pt x="171" y="161"/>
                </a:lnTo>
                <a:lnTo>
                  <a:pt x="171" y="166"/>
                </a:lnTo>
                <a:lnTo>
                  <a:pt x="170" y="166"/>
                </a:lnTo>
                <a:cubicBezTo>
                  <a:pt x="170" y="165"/>
                  <a:pt x="170" y="164"/>
                  <a:pt x="170" y="164"/>
                </a:cubicBezTo>
                <a:cubicBezTo>
                  <a:pt x="170" y="163"/>
                  <a:pt x="169" y="163"/>
                  <a:pt x="169" y="162"/>
                </a:cubicBezTo>
                <a:cubicBezTo>
                  <a:pt x="169" y="162"/>
                  <a:pt x="168" y="162"/>
                  <a:pt x="168" y="162"/>
                </a:cubicBezTo>
                <a:lnTo>
                  <a:pt x="165" y="162"/>
                </a:lnTo>
                <a:close/>
              </a:path>
              <a:path w="336" h="189">
                <a:moveTo>
                  <a:pt x="92" y="176"/>
                </a:moveTo>
                <a:lnTo>
                  <a:pt x="89" y="175"/>
                </a:lnTo>
                <a:lnTo>
                  <a:pt x="91" y="162"/>
                </a:lnTo>
                <a:cubicBezTo>
                  <a:pt x="90" y="162"/>
                  <a:pt x="90" y="161"/>
                  <a:pt x="90" y="161"/>
                </a:cubicBezTo>
                <a:cubicBezTo>
                  <a:pt x="90" y="161"/>
                  <a:pt x="90" y="161"/>
                  <a:pt x="90" y="161"/>
                </a:cubicBezTo>
                <a:cubicBezTo>
                  <a:pt x="90" y="161"/>
                  <a:pt x="90" y="161"/>
                  <a:pt x="89" y="161"/>
                </a:cubicBezTo>
                <a:lnTo>
                  <a:pt x="86" y="168"/>
                </a:lnTo>
                <a:cubicBezTo>
                  <a:pt x="85" y="169"/>
                  <a:pt x="85" y="170"/>
                  <a:pt x="84" y="171"/>
                </a:cubicBezTo>
                <a:cubicBezTo>
                  <a:pt x="84" y="171"/>
                  <a:pt x="85" y="172"/>
                  <a:pt x="85" y="172"/>
                </a:cubicBezTo>
                <a:lnTo>
                  <a:pt x="85" y="173"/>
                </a:lnTo>
                <a:lnTo>
                  <a:pt x="80" y="170"/>
                </a:lnTo>
                <a:lnTo>
                  <a:pt x="81" y="169"/>
                </a:lnTo>
                <a:lnTo>
                  <a:pt x="81" y="170"/>
                </a:lnTo>
                <a:cubicBezTo>
                  <a:pt x="81" y="170"/>
                  <a:pt x="82" y="170"/>
                  <a:pt x="83" y="169"/>
                </a:cubicBezTo>
                <a:cubicBezTo>
                  <a:pt x="83" y="169"/>
                  <a:pt x="83" y="168"/>
                  <a:pt x="84" y="167"/>
                </a:cubicBezTo>
                <a:lnTo>
                  <a:pt x="92" y="152"/>
                </a:lnTo>
                <a:cubicBezTo>
                  <a:pt x="93" y="151"/>
                  <a:pt x="94" y="150"/>
                  <a:pt x="94" y="149"/>
                </a:cubicBezTo>
                <a:cubicBezTo>
                  <a:pt x="94" y="149"/>
                  <a:pt x="94" y="148"/>
                  <a:pt x="93" y="148"/>
                </a:cubicBezTo>
                <a:lnTo>
                  <a:pt x="93" y="147"/>
                </a:lnTo>
                <a:lnTo>
                  <a:pt x="97" y="149"/>
                </a:lnTo>
                <a:cubicBezTo>
                  <a:pt x="98" y="150"/>
                  <a:pt x="99" y="151"/>
                  <a:pt x="100" y="151"/>
                </a:cubicBezTo>
                <a:cubicBezTo>
                  <a:pt x="100" y="152"/>
                  <a:pt x="100" y="153"/>
                  <a:pt x="100" y="154"/>
                </a:cubicBezTo>
                <a:cubicBezTo>
                  <a:pt x="100" y="155"/>
                  <a:pt x="99" y="157"/>
                  <a:pt x="99" y="158"/>
                </a:cubicBezTo>
                <a:cubicBezTo>
                  <a:pt x="98" y="159"/>
                  <a:pt x="97" y="160"/>
                  <a:pt x="96" y="161"/>
                </a:cubicBezTo>
                <a:cubicBezTo>
                  <a:pt x="95" y="162"/>
                  <a:pt x="94" y="162"/>
                  <a:pt x="93" y="162"/>
                </a:cubicBezTo>
                <a:lnTo>
                  <a:pt x="91" y="170"/>
                </a:lnTo>
                <a:cubicBezTo>
                  <a:pt x="91" y="172"/>
                  <a:pt x="91" y="173"/>
                  <a:pt x="91" y="174"/>
                </a:cubicBezTo>
                <a:cubicBezTo>
                  <a:pt x="91" y="175"/>
                  <a:pt x="91" y="175"/>
                  <a:pt x="92" y="176"/>
                </a:cubicBezTo>
                <a:close/>
                <a:moveTo>
                  <a:pt x="90" y="160"/>
                </a:moveTo>
                <a:cubicBezTo>
                  <a:pt x="90" y="160"/>
                  <a:pt x="90" y="160"/>
                  <a:pt x="90" y="160"/>
                </a:cubicBezTo>
                <a:cubicBezTo>
                  <a:pt x="90" y="160"/>
                  <a:pt x="90" y="160"/>
                  <a:pt x="91" y="160"/>
                </a:cubicBezTo>
                <a:cubicBezTo>
                  <a:pt x="92" y="161"/>
                  <a:pt x="93" y="161"/>
                  <a:pt x="94" y="160"/>
                </a:cubicBezTo>
                <a:cubicBezTo>
                  <a:pt x="95" y="160"/>
                  <a:pt x="96" y="158"/>
                  <a:pt x="97" y="157"/>
                </a:cubicBezTo>
                <a:cubicBezTo>
                  <a:pt x="97" y="156"/>
                  <a:pt x="98" y="154"/>
                  <a:pt x="98" y="153"/>
                </a:cubicBezTo>
                <a:cubicBezTo>
                  <a:pt x="98" y="152"/>
                  <a:pt x="98" y="151"/>
                  <a:pt x="97" y="151"/>
                </a:cubicBezTo>
                <a:cubicBezTo>
                  <a:pt x="97" y="151"/>
                  <a:pt x="96" y="150"/>
                  <a:pt x="95" y="150"/>
                </a:cubicBezTo>
                <a:lnTo>
                  <a:pt x="90" y="160"/>
                </a:lnTo>
                <a:close/>
              </a:path>
              <a:path w="336" h="189">
                <a:moveTo>
                  <a:pt x="110" y="153"/>
                </a:moveTo>
                <a:lnTo>
                  <a:pt x="107" y="161"/>
                </a:lnTo>
                <a:cubicBezTo>
                  <a:pt x="107" y="160"/>
                  <a:pt x="108" y="158"/>
                  <a:pt x="108" y="157"/>
                </a:cubicBezTo>
                <a:cubicBezTo>
                  <a:pt x="108" y="156"/>
                  <a:pt x="108" y="155"/>
                  <a:pt x="107" y="154"/>
                </a:cubicBezTo>
                <a:cubicBezTo>
                  <a:pt x="107" y="154"/>
                  <a:pt x="107" y="153"/>
                  <a:pt x="106" y="153"/>
                </a:cubicBezTo>
                <a:cubicBezTo>
                  <a:pt x="105" y="153"/>
                  <a:pt x="105" y="153"/>
                  <a:pt x="104" y="154"/>
                </a:cubicBezTo>
                <a:cubicBezTo>
                  <a:pt x="103" y="154"/>
                  <a:pt x="103" y="155"/>
                  <a:pt x="103" y="156"/>
                </a:cubicBezTo>
                <a:cubicBezTo>
                  <a:pt x="102" y="157"/>
                  <a:pt x="102" y="157"/>
                  <a:pt x="102" y="158"/>
                </a:cubicBezTo>
                <a:cubicBezTo>
                  <a:pt x="102" y="159"/>
                  <a:pt x="103" y="161"/>
                  <a:pt x="104" y="163"/>
                </a:cubicBezTo>
                <a:cubicBezTo>
                  <a:pt x="104" y="164"/>
                  <a:pt x="105" y="166"/>
                  <a:pt x="105" y="166"/>
                </a:cubicBezTo>
                <a:cubicBezTo>
                  <a:pt x="105" y="167"/>
                  <a:pt x="105" y="168"/>
                  <a:pt x="105" y="169"/>
                </a:cubicBezTo>
                <a:cubicBezTo>
                  <a:pt x="105" y="170"/>
                  <a:pt x="105" y="171"/>
                  <a:pt x="104" y="172"/>
                </a:cubicBezTo>
                <a:cubicBezTo>
                  <a:pt x="104" y="174"/>
                  <a:pt x="103" y="175"/>
                  <a:pt x="101" y="177"/>
                </a:cubicBezTo>
                <a:cubicBezTo>
                  <a:pt x="100" y="178"/>
                  <a:pt x="99" y="178"/>
                  <a:pt x="98" y="178"/>
                </a:cubicBezTo>
                <a:cubicBezTo>
                  <a:pt x="97" y="177"/>
                  <a:pt x="97" y="177"/>
                  <a:pt x="97" y="177"/>
                </a:cubicBezTo>
                <a:cubicBezTo>
                  <a:pt x="97" y="177"/>
                  <a:pt x="96" y="177"/>
                  <a:pt x="96" y="176"/>
                </a:cubicBezTo>
                <a:cubicBezTo>
                  <a:pt x="96" y="175"/>
                  <a:pt x="95" y="175"/>
                  <a:pt x="95" y="175"/>
                </a:cubicBezTo>
                <a:cubicBezTo>
                  <a:pt x="95" y="175"/>
                  <a:pt x="95" y="175"/>
                  <a:pt x="95" y="175"/>
                </a:cubicBezTo>
                <a:cubicBezTo>
                  <a:pt x="94" y="175"/>
                  <a:pt x="94" y="176"/>
                  <a:pt x="94" y="176"/>
                </a:cubicBezTo>
                <a:lnTo>
                  <a:pt x="97" y="168"/>
                </a:lnTo>
                <a:cubicBezTo>
                  <a:pt x="97" y="170"/>
                  <a:pt x="96" y="171"/>
                  <a:pt x="96" y="172"/>
                </a:cubicBezTo>
                <a:cubicBezTo>
                  <a:pt x="96" y="173"/>
                  <a:pt x="96" y="174"/>
                  <a:pt x="97" y="175"/>
                </a:cubicBezTo>
                <a:cubicBezTo>
                  <a:pt x="97" y="175"/>
                  <a:pt x="98" y="176"/>
                  <a:pt x="98" y="176"/>
                </a:cubicBezTo>
                <a:cubicBezTo>
                  <a:pt x="99" y="176"/>
                  <a:pt x="100" y="176"/>
                  <a:pt x="100" y="176"/>
                </a:cubicBezTo>
                <a:cubicBezTo>
                  <a:pt x="101" y="175"/>
                  <a:pt x="102" y="174"/>
                  <a:pt x="102" y="173"/>
                </a:cubicBezTo>
                <a:cubicBezTo>
                  <a:pt x="102" y="172"/>
                  <a:pt x="102" y="172"/>
                  <a:pt x="103" y="171"/>
                </a:cubicBezTo>
                <a:cubicBezTo>
                  <a:pt x="103" y="170"/>
                  <a:pt x="103" y="170"/>
                  <a:pt x="102" y="169"/>
                </a:cubicBezTo>
                <a:cubicBezTo>
                  <a:pt x="102" y="169"/>
                  <a:pt x="102" y="168"/>
                  <a:pt x="101" y="166"/>
                </a:cubicBezTo>
                <a:cubicBezTo>
                  <a:pt x="101" y="164"/>
                  <a:pt x="100" y="163"/>
                  <a:pt x="100" y="162"/>
                </a:cubicBezTo>
                <a:cubicBezTo>
                  <a:pt x="100" y="161"/>
                  <a:pt x="100" y="161"/>
                  <a:pt x="100" y="160"/>
                </a:cubicBezTo>
                <a:cubicBezTo>
                  <a:pt x="100" y="159"/>
                  <a:pt x="100" y="158"/>
                  <a:pt x="101" y="157"/>
                </a:cubicBezTo>
                <a:cubicBezTo>
                  <a:pt x="101" y="155"/>
                  <a:pt x="102" y="153"/>
                  <a:pt x="103" y="152"/>
                </a:cubicBezTo>
                <a:cubicBezTo>
                  <a:pt x="105" y="151"/>
                  <a:pt x="106" y="151"/>
                  <a:pt x="107" y="151"/>
                </a:cubicBezTo>
                <a:cubicBezTo>
                  <a:pt x="107" y="152"/>
                  <a:pt x="108" y="152"/>
                  <a:pt x="108" y="153"/>
                </a:cubicBezTo>
                <a:cubicBezTo>
                  <a:pt x="109" y="154"/>
                  <a:pt x="109" y="154"/>
                  <a:pt x="109" y="154"/>
                </a:cubicBezTo>
                <a:cubicBezTo>
                  <a:pt x="109" y="154"/>
                  <a:pt x="109" y="154"/>
                  <a:pt x="109" y="154"/>
                </a:cubicBezTo>
                <a:cubicBezTo>
                  <a:pt x="110" y="154"/>
                  <a:pt x="110" y="153"/>
                  <a:pt x="110" y="153"/>
                </a:cubicBezTo>
                <a:close/>
              </a:path>
              <a:path w="336" h="189">
                <a:moveTo>
                  <a:pt x="138" y="160"/>
                </a:moveTo>
                <a:lnTo>
                  <a:pt x="143" y="160"/>
                </a:lnTo>
                <a:lnTo>
                  <a:pt x="143" y="161"/>
                </a:lnTo>
                <a:lnTo>
                  <a:pt x="142" y="161"/>
                </a:lnTo>
                <a:cubicBezTo>
                  <a:pt x="142" y="161"/>
                  <a:pt x="142" y="161"/>
                  <a:pt x="142" y="161"/>
                </a:cubicBezTo>
                <a:cubicBezTo>
                  <a:pt x="141" y="162"/>
                  <a:pt x="141" y="162"/>
                  <a:pt x="141" y="163"/>
                </a:cubicBezTo>
                <a:cubicBezTo>
                  <a:pt x="140" y="163"/>
                  <a:pt x="140" y="164"/>
                  <a:pt x="139" y="165"/>
                </a:cubicBezTo>
                <a:lnTo>
                  <a:pt x="135" y="175"/>
                </a:lnTo>
                <a:lnTo>
                  <a:pt x="134" y="181"/>
                </a:lnTo>
                <a:cubicBezTo>
                  <a:pt x="134" y="183"/>
                  <a:pt x="134" y="184"/>
                  <a:pt x="134" y="184"/>
                </a:cubicBezTo>
                <a:cubicBezTo>
                  <a:pt x="135" y="185"/>
                  <a:pt x="135" y="185"/>
                  <a:pt x="135" y="185"/>
                </a:cubicBezTo>
                <a:lnTo>
                  <a:pt x="136" y="185"/>
                </a:lnTo>
                <a:lnTo>
                  <a:pt x="136" y="186"/>
                </a:lnTo>
                <a:lnTo>
                  <a:pt x="130" y="185"/>
                </a:lnTo>
                <a:lnTo>
                  <a:pt x="131" y="185"/>
                </a:lnTo>
                <a:cubicBezTo>
                  <a:pt x="131" y="185"/>
                  <a:pt x="132" y="184"/>
                  <a:pt x="132" y="184"/>
                </a:cubicBezTo>
                <a:cubicBezTo>
                  <a:pt x="132" y="183"/>
                  <a:pt x="132" y="183"/>
                  <a:pt x="133" y="181"/>
                </a:cubicBezTo>
                <a:lnTo>
                  <a:pt x="133" y="175"/>
                </a:lnTo>
                <a:lnTo>
                  <a:pt x="131" y="164"/>
                </a:lnTo>
                <a:cubicBezTo>
                  <a:pt x="131" y="162"/>
                  <a:pt x="130" y="161"/>
                  <a:pt x="130" y="161"/>
                </a:cubicBezTo>
                <a:cubicBezTo>
                  <a:pt x="130" y="161"/>
                  <a:pt x="130" y="160"/>
                  <a:pt x="130" y="160"/>
                </a:cubicBezTo>
                <a:cubicBezTo>
                  <a:pt x="129" y="160"/>
                  <a:pt x="129" y="160"/>
                  <a:pt x="129" y="159"/>
                </a:cubicBezTo>
                <a:lnTo>
                  <a:pt x="135" y="159"/>
                </a:lnTo>
                <a:lnTo>
                  <a:pt x="135" y="160"/>
                </a:lnTo>
                <a:lnTo>
                  <a:pt x="134" y="160"/>
                </a:lnTo>
                <a:cubicBezTo>
                  <a:pt x="134" y="160"/>
                  <a:pt x="134" y="160"/>
                  <a:pt x="133" y="160"/>
                </a:cubicBezTo>
                <a:cubicBezTo>
                  <a:pt x="133" y="161"/>
                  <a:pt x="133" y="161"/>
                  <a:pt x="133" y="162"/>
                </a:cubicBezTo>
                <a:cubicBezTo>
                  <a:pt x="133" y="162"/>
                  <a:pt x="133" y="163"/>
                  <a:pt x="133" y="164"/>
                </a:cubicBezTo>
                <a:lnTo>
                  <a:pt x="135" y="173"/>
                </a:lnTo>
                <a:lnTo>
                  <a:pt x="138" y="165"/>
                </a:lnTo>
                <a:cubicBezTo>
                  <a:pt x="139" y="164"/>
                  <a:pt x="139" y="163"/>
                  <a:pt x="139" y="163"/>
                </a:cubicBezTo>
                <a:cubicBezTo>
                  <a:pt x="139" y="162"/>
                  <a:pt x="139" y="162"/>
                  <a:pt x="139" y="162"/>
                </a:cubicBezTo>
                <a:cubicBezTo>
                  <a:pt x="139" y="161"/>
                  <a:pt x="139" y="161"/>
                  <a:pt x="139" y="161"/>
                </a:cubicBezTo>
                <a:cubicBezTo>
                  <a:pt x="139" y="161"/>
                  <a:pt x="139" y="161"/>
                  <a:pt x="138" y="161"/>
                </a:cubicBezTo>
                <a:lnTo>
                  <a:pt x="138" y="160"/>
                </a:lnTo>
                <a:close/>
              </a:path>
              <a:path w="336" h="189">
                <a:moveTo>
                  <a:pt x="84" y="146"/>
                </a:moveTo>
                <a:lnTo>
                  <a:pt x="79" y="155"/>
                </a:lnTo>
                <a:lnTo>
                  <a:pt x="82" y="156"/>
                </a:lnTo>
                <a:cubicBezTo>
                  <a:pt x="83" y="157"/>
                  <a:pt x="83" y="157"/>
                  <a:pt x="84" y="156"/>
                </a:cubicBezTo>
                <a:cubicBezTo>
                  <a:pt x="84" y="156"/>
                  <a:pt x="85" y="155"/>
                  <a:pt x="86" y="154"/>
                </a:cubicBezTo>
                <a:lnTo>
                  <a:pt x="82" y="162"/>
                </a:lnTo>
                <a:lnTo>
                  <a:pt x="81" y="162"/>
                </a:lnTo>
                <a:cubicBezTo>
                  <a:pt x="82" y="161"/>
                  <a:pt x="82" y="160"/>
                  <a:pt x="82" y="160"/>
                </a:cubicBezTo>
                <a:cubicBezTo>
                  <a:pt x="82" y="159"/>
                  <a:pt x="82" y="159"/>
                  <a:pt x="82" y="158"/>
                </a:cubicBezTo>
                <a:cubicBezTo>
                  <a:pt x="82" y="158"/>
                  <a:pt x="82" y="158"/>
                  <a:pt x="81" y="157"/>
                </a:cubicBezTo>
                <a:lnTo>
                  <a:pt x="79" y="156"/>
                </a:lnTo>
                <a:lnTo>
                  <a:pt x="75" y="164"/>
                </a:lnTo>
                <a:cubicBezTo>
                  <a:pt x="74" y="165"/>
                  <a:pt x="74" y="165"/>
                  <a:pt x="74" y="166"/>
                </a:cubicBezTo>
                <a:cubicBezTo>
                  <a:pt x="74" y="166"/>
                  <a:pt x="74" y="166"/>
                  <a:pt x="74" y="166"/>
                </a:cubicBezTo>
                <a:cubicBezTo>
                  <a:pt x="74" y="166"/>
                  <a:pt x="74" y="167"/>
                  <a:pt x="74" y="167"/>
                </a:cubicBezTo>
                <a:lnTo>
                  <a:pt x="76" y="168"/>
                </a:lnTo>
                <a:cubicBezTo>
                  <a:pt x="77" y="168"/>
                  <a:pt x="77" y="168"/>
                  <a:pt x="78" y="168"/>
                </a:cubicBezTo>
                <a:cubicBezTo>
                  <a:pt x="78" y="168"/>
                  <a:pt x="79" y="168"/>
                  <a:pt x="79" y="168"/>
                </a:cubicBezTo>
                <a:cubicBezTo>
                  <a:pt x="80" y="167"/>
                  <a:pt x="81" y="166"/>
                  <a:pt x="82" y="165"/>
                </a:cubicBezTo>
                <a:lnTo>
                  <a:pt x="78" y="171"/>
                </a:lnTo>
                <a:lnTo>
                  <a:pt x="69" y="166"/>
                </a:lnTo>
                <a:lnTo>
                  <a:pt x="70" y="165"/>
                </a:lnTo>
                <a:cubicBezTo>
                  <a:pt x="70" y="166"/>
                  <a:pt x="71" y="166"/>
                  <a:pt x="71" y="165"/>
                </a:cubicBezTo>
                <a:cubicBezTo>
                  <a:pt x="71" y="165"/>
                  <a:pt x="72" y="165"/>
                  <a:pt x="72" y="165"/>
                </a:cubicBezTo>
                <a:cubicBezTo>
                  <a:pt x="72" y="164"/>
                  <a:pt x="73" y="164"/>
                  <a:pt x="73" y="163"/>
                </a:cubicBezTo>
                <a:lnTo>
                  <a:pt x="81" y="148"/>
                </a:lnTo>
                <a:cubicBezTo>
                  <a:pt x="82" y="146"/>
                  <a:pt x="82" y="145"/>
                  <a:pt x="82" y="145"/>
                </a:cubicBezTo>
                <a:cubicBezTo>
                  <a:pt x="82" y="144"/>
                  <a:pt x="82" y="144"/>
                  <a:pt x="82" y="144"/>
                </a:cubicBezTo>
                <a:lnTo>
                  <a:pt x="81" y="143"/>
                </a:lnTo>
                <a:lnTo>
                  <a:pt x="82" y="143"/>
                </a:lnTo>
                <a:lnTo>
                  <a:pt x="91" y="147"/>
                </a:lnTo>
                <a:lnTo>
                  <a:pt x="88" y="153"/>
                </a:lnTo>
                <a:lnTo>
                  <a:pt x="88" y="152"/>
                </a:lnTo>
                <a:cubicBezTo>
                  <a:pt x="88" y="151"/>
                  <a:pt x="89" y="150"/>
                  <a:pt x="89" y="150"/>
                </a:cubicBezTo>
                <a:cubicBezTo>
                  <a:pt x="89" y="149"/>
                  <a:pt x="89" y="149"/>
                  <a:pt x="89" y="148"/>
                </a:cubicBezTo>
                <a:cubicBezTo>
                  <a:pt x="88" y="148"/>
                  <a:pt x="88" y="148"/>
                  <a:pt x="87" y="147"/>
                </a:cubicBezTo>
                <a:lnTo>
                  <a:pt x="84" y="146"/>
                </a:lnTo>
                <a:close/>
              </a:path>
              <a:path w="336" h="189">
                <a:moveTo>
                  <a:pt x="108" y="180"/>
                </a:moveTo>
                <a:lnTo>
                  <a:pt x="108" y="180"/>
                </a:lnTo>
                <a:lnTo>
                  <a:pt x="103" y="178"/>
                </a:lnTo>
                <a:lnTo>
                  <a:pt x="103" y="177"/>
                </a:lnTo>
                <a:lnTo>
                  <a:pt x="104" y="178"/>
                </a:lnTo>
                <a:cubicBezTo>
                  <a:pt x="104" y="178"/>
                  <a:pt x="105" y="178"/>
                  <a:pt x="105" y="177"/>
                </a:cubicBezTo>
                <a:cubicBezTo>
                  <a:pt x="105" y="177"/>
                  <a:pt x="106" y="176"/>
                  <a:pt x="106" y="174"/>
                </a:cubicBezTo>
                <a:lnTo>
                  <a:pt x="113" y="159"/>
                </a:lnTo>
                <a:cubicBezTo>
                  <a:pt x="113" y="157"/>
                  <a:pt x="113" y="157"/>
                  <a:pt x="113" y="156"/>
                </a:cubicBezTo>
                <a:cubicBezTo>
                  <a:pt x="113" y="156"/>
                  <a:pt x="113" y="156"/>
                  <a:pt x="113" y="155"/>
                </a:cubicBezTo>
                <a:cubicBezTo>
                  <a:pt x="113" y="155"/>
                  <a:pt x="113" y="155"/>
                  <a:pt x="113" y="154"/>
                </a:cubicBezTo>
                <a:lnTo>
                  <a:pt x="112" y="154"/>
                </a:lnTo>
                <a:lnTo>
                  <a:pt x="113" y="154"/>
                </a:lnTo>
                <a:lnTo>
                  <a:pt x="118" y="156"/>
                </a:lnTo>
                <a:lnTo>
                  <a:pt x="117" y="156"/>
                </a:lnTo>
                <a:cubicBezTo>
                  <a:pt x="117" y="156"/>
                  <a:pt x="116" y="156"/>
                  <a:pt x="116" y="157"/>
                </a:cubicBezTo>
                <a:cubicBezTo>
                  <a:pt x="115" y="157"/>
                  <a:pt x="115" y="158"/>
                  <a:pt x="114" y="159"/>
                </a:cubicBezTo>
                <a:lnTo>
                  <a:pt x="108" y="175"/>
                </a:lnTo>
                <a:cubicBezTo>
                  <a:pt x="108" y="176"/>
                  <a:pt x="107" y="177"/>
                  <a:pt x="107" y="178"/>
                </a:cubicBezTo>
                <a:cubicBezTo>
                  <a:pt x="107" y="178"/>
                  <a:pt x="107" y="178"/>
                  <a:pt x="107" y="179"/>
                </a:cubicBezTo>
                <a:cubicBezTo>
                  <a:pt x="107" y="179"/>
                  <a:pt x="108" y="179"/>
                  <a:pt x="108" y="179"/>
                </a:cubicBezTo>
                <a:lnTo>
                  <a:pt x="108" y="180"/>
                </a:lnTo>
                <a:close/>
              </a:path>
              <a:path w="336" h="189">
                <a:moveTo>
                  <a:pt x="129" y="158"/>
                </a:moveTo>
                <a:lnTo>
                  <a:pt x="128" y="164"/>
                </a:lnTo>
                <a:cubicBezTo>
                  <a:pt x="128" y="163"/>
                  <a:pt x="128" y="162"/>
                  <a:pt x="128" y="162"/>
                </a:cubicBezTo>
                <a:cubicBezTo>
                  <a:pt x="128" y="161"/>
                  <a:pt x="128" y="161"/>
                  <a:pt x="128" y="160"/>
                </a:cubicBezTo>
                <a:cubicBezTo>
                  <a:pt x="127" y="160"/>
                  <a:pt x="127" y="159"/>
                  <a:pt x="126" y="159"/>
                </a:cubicBezTo>
                <a:lnTo>
                  <a:pt x="125" y="159"/>
                </a:lnTo>
                <a:lnTo>
                  <a:pt x="120" y="178"/>
                </a:lnTo>
                <a:cubicBezTo>
                  <a:pt x="119" y="180"/>
                  <a:pt x="119" y="181"/>
                  <a:pt x="119" y="181"/>
                </a:cubicBezTo>
                <a:cubicBezTo>
                  <a:pt x="119" y="182"/>
                  <a:pt x="119" y="182"/>
                  <a:pt x="120" y="182"/>
                </a:cubicBezTo>
                <a:lnTo>
                  <a:pt x="120" y="183"/>
                </a:lnTo>
                <a:lnTo>
                  <a:pt x="115" y="182"/>
                </a:lnTo>
                <a:lnTo>
                  <a:pt x="115" y="181"/>
                </a:lnTo>
                <a:cubicBezTo>
                  <a:pt x="116" y="181"/>
                  <a:pt x="116" y="181"/>
                  <a:pt x="117" y="180"/>
                </a:cubicBezTo>
                <a:cubicBezTo>
                  <a:pt x="117" y="180"/>
                  <a:pt x="117" y="179"/>
                  <a:pt x="118" y="178"/>
                </a:cubicBezTo>
                <a:lnTo>
                  <a:pt x="123" y="158"/>
                </a:lnTo>
                <a:lnTo>
                  <a:pt x="121" y="158"/>
                </a:lnTo>
                <a:cubicBezTo>
                  <a:pt x="121" y="158"/>
                  <a:pt x="120" y="158"/>
                  <a:pt x="120" y="158"/>
                </a:cubicBezTo>
                <a:cubicBezTo>
                  <a:pt x="120" y="158"/>
                  <a:pt x="119" y="158"/>
                  <a:pt x="119" y="159"/>
                </a:cubicBezTo>
                <a:cubicBezTo>
                  <a:pt x="119" y="160"/>
                  <a:pt x="118" y="160"/>
                  <a:pt x="118" y="162"/>
                </a:cubicBezTo>
                <a:lnTo>
                  <a:pt x="117" y="161"/>
                </a:lnTo>
                <a:lnTo>
                  <a:pt x="119" y="156"/>
                </a:lnTo>
                <a:lnTo>
                  <a:pt x="129" y="158"/>
                </a:lnTo>
                <a:close/>
              </a:path>
              <a:path w="336" h="189">
                <a:moveTo>
                  <a:pt x="209" y="181"/>
                </a:moveTo>
                <a:lnTo>
                  <a:pt x="210" y="181"/>
                </a:lnTo>
                <a:lnTo>
                  <a:pt x="204" y="183"/>
                </a:lnTo>
                <a:lnTo>
                  <a:pt x="204" y="182"/>
                </a:lnTo>
                <a:lnTo>
                  <a:pt x="205" y="182"/>
                </a:lnTo>
                <a:cubicBezTo>
                  <a:pt x="205" y="182"/>
                  <a:pt x="205" y="181"/>
                  <a:pt x="206" y="181"/>
                </a:cubicBezTo>
                <a:cubicBezTo>
                  <a:pt x="206" y="180"/>
                  <a:pt x="205" y="179"/>
                  <a:pt x="205" y="178"/>
                </a:cubicBezTo>
                <a:lnTo>
                  <a:pt x="202" y="161"/>
                </a:lnTo>
                <a:cubicBezTo>
                  <a:pt x="201" y="160"/>
                  <a:pt x="201" y="159"/>
                  <a:pt x="201" y="159"/>
                </a:cubicBezTo>
                <a:cubicBezTo>
                  <a:pt x="201" y="158"/>
                  <a:pt x="201" y="158"/>
                  <a:pt x="200" y="158"/>
                </a:cubicBezTo>
                <a:cubicBezTo>
                  <a:pt x="200" y="158"/>
                  <a:pt x="200" y="158"/>
                  <a:pt x="199" y="158"/>
                </a:cubicBezTo>
                <a:lnTo>
                  <a:pt x="199" y="157"/>
                </a:lnTo>
                <a:lnTo>
                  <a:pt x="204" y="156"/>
                </a:lnTo>
                <a:lnTo>
                  <a:pt x="204" y="157"/>
                </a:lnTo>
                <a:cubicBezTo>
                  <a:pt x="203" y="157"/>
                  <a:pt x="203" y="157"/>
                  <a:pt x="203" y="158"/>
                </a:cubicBezTo>
                <a:cubicBezTo>
                  <a:pt x="203" y="158"/>
                  <a:pt x="203" y="159"/>
                  <a:pt x="203" y="161"/>
                </a:cubicBezTo>
                <a:lnTo>
                  <a:pt x="207" y="177"/>
                </a:lnTo>
                <a:cubicBezTo>
                  <a:pt x="207" y="179"/>
                  <a:pt x="207" y="179"/>
                  <a:pt x="208" y="180"/>
                </a:cubicBezTo>
                <a:cubicBezTo>
                  <a:pt x="208" y="180"/>
                  <a:pt x="208" y="180"/>
                  <a:pt x="208" y="181"/>
                </a:cubicBezTo>
                <a:cubicBezTo>
                  <a:pt x="208" y="181"/>
                  <a:pt x="209" y="181"/>
                  <a:pt x="209" y="181"/>
                </a:cubicBezTo>
                <a:close/>
              </a:path>
              <a:path w="336" h="189">
                <a:moveTo>
                  <a:pt x="197" y="157"/>
                </a:moveTo>
                <a:lnTo>
                  <a:pt x="199" y="166"/>
                </a:lnTo>
                <a:cubicBezTo>
                  <a:pt x="198" y="163"/>
                  <a:pt x="197" y="162"/>
                  <a:pt x="196" y="161"/>
                </a:cubicBezTo>
                <a:cubicBezTo>
                  <a:pt x="195" y="160"/>
                  <a:pt x="194" y="159"/>
                  <a:pt x="193" y="160"/>
                </a:cubicBezTo>
                <a:cubicBezTo>
                  <a:pt x="193" y="160"/>
                  <a:pt x="192" y="160"/>
                  <a:pt x="192" y="161"/>
                </a:cubicBezTo>
                <a:cubicBezTo>
                  <a:pt x="191" y="162"/>
                  <a:pt x="191" y="164"/>
                  <a:pt x="191" y="166"/>
                </a:cubicBezTo>
                <a:cubicBezTo>
                  <a:pt x="191" y="168"/>
                  <a:pt x="191" y="170"/>
                  <a:pt x="192" y="173"/>
                </a:cubicBezTo>
                <a:cubicBezTo>
                  <a:pt x="192" y="175"/>
                  <a:pt x="193" y="177"/>
                  <a:pt x="194" y="179"/>
                </a:cubicBezTo>
                <a:cubicBezTo>
                  <a:pt x="194" y="181"/>
                  <a:pt x="195" y="182"/>
                  <a:pt x="196" y="183"/>
                </a:cubicBezTo>
                <a:cubicBezTo>
                  <a:pt x="197" y="183"/>
                  <a:pt x="198" y="184"/>
                  <a:pt x="199" y="183"/>
                </a:cubicBezTo>
                <a:cubicBezTo>
                  <a:pt x="200" y="183"/>
                  <a:pt x="200" y="183"/>
                  <a:pt x="201" y="182"/>
                </a:cubicBezTo>
                <a:cubicBezTo>
                  <a:pt x="201" y="181"/>
                  <a:pt x="202" y="179"/>
                  <a:pt x="202" y="177"/>
                </a:cubicBezTo>
                <a:cubicBezTo>
                  <a:pt x="202" y="180"/>
                  <a:pt x="202" y="182"/>
                  <a:pt x="201" y="183"/>
                </a:cubicBezTo>
                <a:cubicBezTo>
                  <a:pt x="201" y="184"/>
                  <a:pt x="200" y="185"/>
                  <a:pt x="199" y="185"/>
                </a:cubicBezTo>
                <a:cubicBezTo>
                  <a:pt x="197" y="186"/>
                  <a:pt x="195" y="184"/>
                  <a:pt x="193" y="182"/>
                </a:cubicBezTo>
                <a:cubicBezTo>
                  <a:pt x="191" y="179"/>
                  <a:pt x="190" y="177"/>
                  <a:pt x="190" y="174"/>
                </a:cubicBezTo>
                <a:cubicBezTo>
                  <a:pt x="189" y="171"/>
                  <a:pt x="189" y="169"/>
                  <a:pt x="189" y="166"/>
                </a:cubicBezTo>
                <a:cubicBezTo>
                  <a:pt x="189" y="164"/>
                  <a:pt x="190" y="162"/>
                  <a:pt x="190" y="161"/>
                </a:cubicBezTo>
                <a:cubicBezTo>
                  <a:pt x="191" y="159"/>
                  <a:pt x="192" y="159"/>
                  <a:pt x="193" y="158"/>
                </a:cubicBezTo>
                <a:cubicBezTo>
                  <a:pt x="194" y="158"/>
                  <a:pt x="195" y="158"/>
                  <a:pt x="196" y="159"/>
                </a:cubicBezTo>
                <a:cubicBezTo>
                  <a:pt x="196" y="159"/>
                  <a:pt x="196" y="159"/>
                  <a:pt x="197" y="159"/>
                </a:cubicBezTo>
                <a:cubicBezTo>
                  <a:pt x="197" y="159"/>
                  <a:pt x="197" y="159"/>
                  <a:pt x="197" y="159"/>
                </a:cubicBezTo>
                <a:cubicBezTo>
                  <a:pt x="197" y="158"/>
                  <a:pt x="197" y="158"/>
                  <a:pt x="197" y="157"/>
                </a:cubicBezTo>
                <a:close/>
              </a:path>
              <a:path w="336" h="189">
                <a:moveTo>
                  <a:pt x="183" y="160"/>
                </a:moveTo>
                <a:lnTo>
                  <a:pt x="185" y="169"/>
                </a:lnTo>
                <a:cubicBezTo>
                  <a:pt x="184" y="167"/>
                  <a:pt x="184" y="166"/>
                  <a:pt x="183" y="165"/>
                </a:cubicBezTo>
                <a:cubicBezTo>
                  <a:pt x="183" y="164"/>
                  <a:pt x="182" y="163"/>
                  <a:pt x="182" y="163"/>
                </a:cubicBezTo>
                <a:cubicBezTo>
                  <a:pt x="181" y="162"/>
                  <a:pt x="180" y="162"/>
                  <a:pt x="180" y="162"/>
                </a:cubicBezTo>
                <a:cubicBezTo>
                  <a:pt x="179" y="163"/>
                  <a:pt x="179" y="163"/>
                  <a:pt x="178" y="164"/>
                </a:cubicBezTo>
                <a:cubicBezTo>
                  <a:pt x="178" y="165"/>
                  <a:pt x="178" y="166"/>
                  <a:pt x="178" y="167"/>
                </a:cubicBezTo>
                <a:cubicBezTo>
                  <a:pt x="179" y="168"/>
                  <a:pt x="179" y="168"/>
                  <a:pt x="179" y="169"/>
                </a:cubicBezTo>
                <a:cubicBezTo>
                  <a:pt x="180" y="170"/>
                  <a:pt x="181" y="171"/>
                  <a:pt x="183" y="172"/>
                </a:cubicBezTo>
                <a:cubicBezTo>
                  <a:pt x="184" y="173"/>
                  <a:pt x="185" y="174"/>
                  <a:pt x="186" y="175"/>
                </a:cubicBezTo>
                <a:cubicBezTo>
                  <a:pt x="186" y="175"/>
                  <a:pt x="187" y="176"/>
                  <a:pt x="187" y="177"/>
                </a:cubicBezTo>
                <a:cubicBezTo>
                  <a:pt x="188" y="178"/>
                  <a:pt x="188" y="179"/>
                  <a:pt x="188" y="180"/>
                </a:cubicBezTo>
                <a:cubicBezTo>
                  <a:pt x="189" y="182"/>
                  <a:pt x="189" y="183"/>
                  <a:pt x="188" y="185"/>
                </a:cubicBezTo>
                <a:cubicBezTo>
                  <a:pt x="188" y="186"/>
                  <a:pt x="187" y="187"/>
                  <a:pt x="186" y="188"/>
                </a:cubicBezTo>
                <a:cubicBezTo>
                  <a:pt x="185" y="188"/>
                  <a:pt x="185" y="188"/>
                  <a:pt x="185" y="188"/>
                </a:cubicBezTo>
                <a:cubicBezTo>
                  <a:pt x="185" y="188"/>
                  <a:pt x="184" y="188"/>
                  <a:pt x="184" y="187"/>
                </a:cubicBezTo>
                <a:cubicBezTo>
                  <a:pt x="183" y="187"/>
                  <a:pt x="182" y="187"/>
                  <a:pt x="182" y="187"/>
                </a:cubicBezTo>
                <a:cubicBezTo>
                  <a:pt x="182" y="187"/>
                  <a:pt x="182" y="187"/>
                  <a:pt x="182" y="187"/>
                </a:cubicBezTo>
                <a:cubicBezTo>
                  <a:pt x="182" y="188"/>
                  <a:pt x="182" y="188"/>
                  <a:pt x="182" y="189"/>
                </a:cubicBezTo>
                <a:lnTo>
                  <a:pt x="180" y="180"/>
                </a:lnTo>
                <a:cubicBezTo>
                  <a:pt x="181" y="182"/>
                  <a:pt x="181" y="183"/>
                  <a:pt x="182" y="184"/>
                </a:cubicBezTo>
                <a:cubicBezTo>
                  <a:pt x="182" y="185"/>
                  <a:pt x="183" y="185"/>
                  <a:pt x="183" y="186"/>
                </a:cubicBezTo>
                <a:cubicBezTo>
                  <a:pt x="184" y="186"/>
                  <a:pt x="185" y="186"/>
                  <a:pt x="185" y="186"/>
                </a:cubicBezTo>
                <a:cubicBezTo>
                  <a:pt x="186" y="186"/>
                  <a:pt x="187" y="185"/>
                  <a:pt x="187" y="185"/>
                </a:cubicBezTo>
                <a:cubicBezTo>
                  <a:pt x="187" y="184"/>
                  <a:pt x="187" y="183"/>
                  <a:pt x="187" y="181"/>
                </a:cubicBezTo>
                <a:cubicBezTo>
                  <a:pt x="187" y="181"/>
                  <a:pt x="187" y="180"/>
                  <a:pt x="186" y="180"/>
                </a:cubicBezTo>
                <a:cubicBezTo>
                  <a:pt x="186" y="179"/>
                  <a:pt x="186" y="178"/>
                  <a:pt x="185" y="178"/>
                </a:cubicBezTo>
                <a:cubicBezTo>
                  <a:pt x="185" y="178"/>
                  <a:pt x="184" y="177"/>
                  <a:pt x="183" y="176"/>
                </a:cubicBezTo>
                <a:cubicBezTo>
                  <a:pt x="181" y="175"/>
                  <a:pt x="180" y="174"/>
                  <a:pt x="180" y="174"/>
                </a:cubicBezTo>
                <a:cubicBezTo>
                  <a:pt x="179" y="173"/>
                  <a:pt x="179" y="172"/>
                  <a:pt x="178" y="171"/>
                </a:cubicBezTo>
                <a:cubicBezTo>
                  <a:pt x="178" y="171"/>
                  <a:pt x="177" y="170"/>
                  <a:pt x="177" y="169"/>
                </a:cubicBezTo>
                <a:cubicBezTo>
                  <a:pt x="177" y="167"/>
                  <a:pt x="177" y="165"/>
                  <a:pt x="177" y="164"/>
                </a:cubicBezTo>
                <a:cubicBezTo>
                  <a:pt x="178" y="162"/>
                  <a:pt x="178" y="161"/>
                  <a:pt x="179" y="161"/>
                </a:cubicBezTo>
                <a:cubicBezTo>
                  <a:pt x="180" y="161"/>
                  <a:pt x="181" y="161"/>
                  <a:pt x="182" y="161"/>
                </a:cubicBezTo>
                <a:cubicBezTo>
                  <a:pt x="182" y="162"/>
                  <a:pt x="182" y="162"/>
                  <a:pt x="182" y="162"/>
                </a:cubicBezTo>
                <a:cubicBezTo>
                  <a:pt x="183" y="162"/>
                  <a:pt x="183" y="162"/>
                  <a:pt x="183" y="161"/>
                </a:cubicBezTo>
                <a:cubicBezTo>
                  <a:pt x="183" y="161"/>
                  <a:pt x="183" y="161"/>
                  <a:pt x="183" y="160"/>
                </a:cubicBezTo>
                <a:close/>
              </a:path>
              <a:path w="336" h="189">
                <a:moveTo>
                  <a:pt x="209" y="157"/>
                </a:moveTo>
                <a:lnTo>
                  <a:pt x="212" y="167"/>
                </a:lnTo>
                <a:lnTo>
                  <a:pt x="214" y="166"/>
                </a:lnTo>
                <a:cubicBezTo>
                  <a:pt x="215" y="166"/>
                  <a:pt x="215" y="166"/>
                  <a:pt x="216" y="165"/>
                </a:cubicBezTo>
                <a:cubicBezTo>
                  <a:pt x="216" y="165"/>
                  <a:pt x="216" y="164"/>
                  <a:pt x="215" y="162"/>
                </a:cubicBezTo>
                <a:lnTo>
                  <a:pt x="216" y="162"/>
                </a:lnTo>
                <a:lnTo>
                  <a:pt x="218" y="171"/>
                </a:lnTo>
                <a:lnTo>
                  <a:pt x="217" y="171"/>
                </a:lnTo>
                <a:cubicBezTo>
                  <a:pt x="217" y="170"/>
                  <a:pt x="217" y="169"/>
                  <a:pt x="217" y="169"/>
                </a:cubicBezTo>
                <a:cubicBezTo>
                  <a:pt x="216" y="168"/>
                  <a:pt x="216" y="168"/>
                  <a:pt x="216" y="168"/>
                </a:cubicBezTo>
                <a:cubicBezTo>
                  <a:pt x="216" y="168"/>
                  <a:pt x="215" y="167"/>
                  <a:pt x="215" y="168"/>
                </a:cubicBezTo>
                <a:lnTo>
                  <a:pt x="212" y="168"/>
                </a:lnTo>
                <a:lnTo>
                  <a:pt x="214" y="177"/>
                </a:lnTo>
                <a:cubicBezTo>
                  <a:pt x="214" y="178"/>
                  <a:pt x="214" y="179"/>
                  <a:pt x="214" y="179"/>
                </a:cubicBezTo>
                <a:cubicBezTo>
                  <a:pt x="215" y="179"/>
                  <a:pt x="215" y="179"/>
                  <a:pt x="215" y="179"/>
                </a:cubicBezTo>
                <a:cubicBezTo>
                  <a:pt x="215" y="179"/>
                  <a:pt x="215" y="179"/>
                  <a:pt x="216" y="179"/>
                </a:cubicBezTo>
                <a:lnTo>
                  <a:pt x="218" y="179"/>
                </a:lnTo>
                <a:cubicBezTo>
                  <a:pt x="218" y="179"/>
                  <a:pt x="219" y="178"/>
                  <a:pt x="219" y="178"/>
                </a:cubicBezTo>
                <a:cubicBezTo>
                  <a:pt x="219" y="178"/>
                  <a:pt x="219" y="177"/>
                  <a:pt x="220" y="177"/>
                </a:cubicBezTo>
                <a:cubicBezTo>
                  <a:pt x="220" y="176"/>
                  <a:pt x="220" y="175"/>
                  <a:pt x="220" y="173"/>
                </a:cubicBezTo>
                <a:lnTo>
                  <a:pt x="221" y="180"/>
                </a:lnTo>
                <a:lnTo>
                  <a:pt x="212" y="182"/>
                </a:lnTo>
                <a:lnTo>
                  <a:pt x="211" y="181"/>
                </a:lnTo>
                <a:lnTo>
                  <a:pt x="212" y="181"/>
                </a:lnTo>
                <a:cubicBezTo>
                  <a:pt x="212" y="181"/>
                  <a:pt x="212" y="181"/>
                  <a:pt x="213" y="180"/>
                </a:cubicBezTo>
                <a:cubicBezTo>
                  <a:pt x="213" y="180"/>
                  <a:pt x="213" y="180"/>
                  <a:pt x="213" y="179"/>
                </a:cubicBezTo>
                <a:cubicBezTo>
                  <a:pt x="213" y="179"/>
                  <a:pt x="213" y="178"/>
                  <a:pt x="212" y="177"/>
                </a:cubicBezTo>
                <a:lnTo>
                  <a:pt x="208" y="160"/>
                </a:lnTo>
                <a:cubicBezTo>
                  <a:pt x="208" y="159"/>
                  <a:pt x="208" y="158"/>
                  <a:pt x="208" y="157"/>
                </a:cubicBezTo>
                <a:cubicBezTo>
                  <a:pt x="207" y="157"/>
                  <a:pt x="207" y="157"/>
                  <a:pt x="206" y="157"/>
                </a:cubicBezTo>
                <a:lnTo>
                  <a:pt x="206" y="156"/>
                </a:lnTo>
                <a:lnTo>
                  <a:pt x="215" y="154"/>
                </a:lnTo>
                <a:lnTo>
                  <a:pt x="216" y="159"/>
                </a:lnTo>
                <a:lnTo>
                  <a:pt x="216" y="160"/>
                </a:lnTo>
                <a:cubicBezTo>
                  <a:pt x="215" y="158"/>
                  <a:pt x="215" y="157"/>
                  <a:pt x="215" y="157"/>
                </a:cubicBezTo>
                <a:cubicBezTo>
                  <a:pt x="215" y="156"/>
                  <a:pt x="214" y="156"/>
                  <a:pt x="214" y="156"/>
                </a:cubicBezTo>
                <a:cubicBezTo>
                  <a:pt x="214" y="156"/>
                  <a:pt x="213" y="156"/>
                  <a:pt x="213" y="156"/>
                </a:cubicBezTo>
                <a:lnTo>
                  <a:pt x="209" y="157"/>
                </a:lnTo>
                <a:close/>
              </a:path>
              <a:path w="336" h="189">
                <a:moveTo>
                  <a:pt x="217" y="153"/>
                </a:moveTo>
                <a:lnTo>
                  <a:pt x="220" y="153"/>
                </a:lnTo>
                <a:lnTo>
                  <a:pt x="231" y="170"/>
                </a:lnTo>
                <a:lnTo>
                  <a:pt x="228" y="155"/>
                </a:lnTo>
                <a:cubicBezTo>
                  <a:pt x="228" y="154"/>
                  <a:pt x="227" y="153"/>
                  <a:pt x="227" y="152"/>
                </a:cubicBezTo>
                <a:cubicBezTo>
                  <a:pt x="227" y="152"/>
                  <a:pt x="226" y="152"/>
                  <a:pt x="226" y="152"/>
                </a:cubicBezTo>
                <a:lnTo>
                  <a:pt x="225" y="152"/>
                </a:lnTo>
                <a:lnTo>
                  <a:pt x="225" y="151"/>
                </a:lnTo>
                <a:lnTo>
                  <a:pt x="229" y="150"/>
                </a:lnTo>
                <a:lnTo>
                  <a:pt x="230" y="151"/>
                </a:lnTo>
                <a:lnTo>
                  <a:pt x="229" y="151"/>
                </a:lnTo>
                <a:cubicBezTo>
                  <a:pt x="229" y="151"/>
                  <a:pt x="228" y="151"/>
                  <a:pt x="228" y="152"/>
                </a:cubicBezTo>
                <a:cubicBezTo>
                  <a:pt x="228" y="153"/>
                  <a:pt x="228" y="154"/>
                  <a:pt x="229" y="155"/>
                </a:cubicBezTo>
                <a:lnTo>
                  <a:pt x="234" y="177"/>
                </a:lnTo>
                <a:lnTo>
                  <a:pt x="233" y="177"/>
                </a:lnTo>
                <a:lnTo>
                  <a:pt x="221" y="158"/>
                </a:lnTo>
                <a:lnTo>
                  <a:pt x="224" y="174"/>
                </a:lnTo>
                <a:cubicBezTo>
                  <a:pt x="225" y="175"/>
                  <a:pt x="225" y="176"/>
                  <a:pt x="225" y="177"/>
                </a:cubicBezTo>
                <a:cubicBezTo>
                  <a:pt x="226" y="177"/>
                  <a:pt x="226" y="177"/>
                  <a:pt x="226" y="177"/>
                </a:cubicBezTo>
                <a:lnTo>
                  <a:pt x="227" y="177"/>
                </a:lnTo>
                <a:lnTo>
                  <a:pt x="227" y="178"/>
                </a:lnTo>
                <a:lnTo>
                  <a:pt x="223" y="179"/>
                </a:lnTo>
                <a:lnTo>
                  <a:pt x="223" y="178"/>
                </a:lnTo>
                <a:cubicBezTo>
                  <a:pt x="224" y="178"/>
                  <a:pt x="224" y="178"/>
                  <a:pt x="224" y="177"/>
                </a:cubicBezTo>
                <a:cubicBezTo>
                  <a:pt x="224" y="176"/>
                  <a:pt x="224" y="175"/>
                  <a:pt x="224" y="174"/>
                </a:cubicBezTo>
                <a:lnTo>
                  <a:pt x="220" y="156"/>
                </a:lnTo>
                <a:cubicBezTo>
                  <a:pt x="219" y="155"/>
                  <a:pt x="219" y="155"/>
                  <a:pt x="218" y="155"/>
                </a:cubicBezTo>
                <a:cubicBezTo>
                  <a:pt x="218" y="154"/>
                  <a:pt x="218" y="154"/>
                  <a:pt x="217" y="154"/>
                </a:cubicBezTo>
                <a:cubicBezTo>
                  <a:pt x="217" y="154"/>
                  <a:pt x="217" y="154"/>
                  <a:pt x="217" y="154"/>
                </a:cubicBezTo>
                <a:lnTo>
                  <a:pt x="217" y="153"/>
                </a:lnTo>
                <a:close/>
              </a:path>
              <a:path w="336" h="189">
                <a:moveTo>
                  <a:pt x="238" y="146"/>
                </a:moveTo>
                <a:lnTo>
                  <a:pt x="242" y="155"/>
                </a:lnTo>
                <a:cubicBezTo>
                  <a:pt x="240" y="152"/>
                  <a:pt x="239" y="151"/>
                  <a:pt x="238" y="150"/>
                </a:cubicBezTo>
                <a:cubicBezTo>
                  <a:pt x="237" y="149"/>
                  <a:pt x="236" y="149"/>
                  <a:pt x="235" y="149"/>
                </a:cubicBezTo>
                <a:cubicBezTo>
                  <a:pt x="234" y="149"/>
                  <a:pt x="233" y="150"/>
                  <a:pt x="233" y="151"/>
                </a:cubicBezTo>
                <a:cubicBezTo>
                  <a:pt x="233" y="152"/>
                  <a:pt x="233" y="154"/>
                  <a:pt x="233" y="156"/>
                </a:cubicBezTo>
                <a:cubicBezTo>
                  <a:pt x="233" y="158"/>
                  <a:pt x="234" y="160"/>
                  <a:pt x="235" y="163"/>
                </a:cubicBezTo>
                <a:cubicBezTo>
                  <a:pt x="236" y="165"/>
                  <a:pt x="237" y="167"/>
                  <a:pt x="237" y="168"/>
                </a:cubicBezTo>
                <a:cubicBezTo>
                  <a:pt x="238" y="170"/>
                  <a:pt x="239" y="171"/>
                  <a:pt x="240" y="172"/>
                </a:cubicBezTo>
                <a:cubicBezTo>
                  <a:pt x="241" y="172"/>
                  <a:pt x="242" y="172"/>
                  <a:pt x="243" y="172"/>
                </a:cubicBezTo>
                <a:cubicBezTo>
                  <a:pt x="244" y="172"/>
                  <a:pt x="245" y="171"/>
                  <a:pt x="245" y="170"/>
                </a:cubicBezTo>
                <a:cubicBezTo>
                  <a:pt x="245" y="169"/>
                  <a:pt x="246" y="168"/>
                  <a:pt x="246" y="165"/>
                </a:cubicBezTo>
                <a:lnTo>
                  <a:pt x="246" y="166"/>
                </a:lnTo>
                <a:cubicBezTo>
                  <a:pt x="246" y="168"/>
                  <a:pt x="246" y="170"/>
                  <a:pt x="246" y="171"/>
                </a:cubicBezTo>
                <a:cubicBezTo>
                  <a:pt x="245" y="173"/>
                  <a:pt x="244" y="174"/>
                  <a:pt x="243" y="174"/>
                </a:cubicBezTo>
                <a:cubicBezTo>
                  <a:pt x="241" y="175"/>
                  <a:pt x="239" y="174"/>
                  <a:pt x="237" y="171"/>
                </a:cubicBezTo>
                <a:cubicBezTo>
                  <a:pt x="235" y="169"/>
                  <a:pt x="234" y="167"/>
                  <a:pt x="233" y="164"/>
                </a:cubicBezTo>
                <a:cubicBezTo>
                  <a:pt x="232" y="161"/>
                  <a:pt x="231" y="159"/>
                  <a:pt x="231" y="156"/>
                </a:cubicBezTo>
                <a:cubicBezTo>
                  <a:pt x="231" y="154"/>
                  <a:pt x="231" y="152"/>
                  <a:pt x="232" y="151"/>
                </a:cubicBezTo>
                <a:cubicBezTo>
                  <a:pt x="232" y="149"/>
                  <a:pt x="233" y="148"/>
                  <a:pt x="234" y="148"/>
                </a:cubicBezTo>
                <a:cubicBezTo>
                  <a:pt x="235" y="148"/>
                  <a:pt x="236" y="148"/>
                  <a:pt x="237" y="148"/>
                </a:cubicBezTo>
                <a:cubicBezTo>
                  <a:pt x="238" y="148"/>
                  <a:pt x="238" y="149"/>
                  <a:pt x="238" y="149"/>
                </a:cubicBezTo>
                <a:cubicBezTo>
                  <a:pt x="238" y="148"/>
                  <a:pt x="238" y="148"/>
                  <a:pt x="238" y="148"/>
                </a:cubicBezTo>
                <a:cubicBezTo>
                  <a:pt x="238" y="148"/>
                  <a:pt x="238" y="147"/>
                  <a:pt x="238" y="147"/>
                </a:cubicBezTo>
                <a:lnTo>
                  <a:pt x="238" y="146"/>
                </a:lnTo>
                <a:close/>
              </a:path>
              <a:path w="336" h="189">
                <a:moveTo>
                  <a:pt x="245" y="146"/>
                </a:moveTo>
                <a:lnTo>
                  <a:pt x="248" y="156"/>
                </a:lnTo>
                <a:lnTo>
                  <a:pt x="251" y="155"/>
                </a:lnTo>
                <a:cubicBezTo>
                  <a:pt x="252" y="155"/>
                  <a:pt x="252" y="155"/>
                  <a:pt x="252" y="154"/>
                </a:cubicBezTo>
                <a:cubicBezTo>
                  <a:pt x="252" y="153"/>
                  <a:pt x="252" y="152"/>
                  <a:pt x="252" y="151"/>
                </a:cubicBezTo>
                <a:lnTo>
                  <a:pt x="255" y="159"/>
                </a:lnTo>
                <a:cubicBezTo>
                  <a:pt x="254" y="158"/>
                  <a:pt x="254" y="158"/>
                  <a:pt x="254" y="157"/>
                </a:cubicBezTo>
                <a:cubicBezTo>
                  <a:pt x="253" y="157"/>
                  <a:pt x="253" y="157"/>
                  <a:pt x="253" y="156"/>
                </a:cubicBezTo>
                <a:cubicBezTo>
                  <a:pt x="252" y="156"/>
                  <a:pt x="252" y="156"/>
                  <a:pt x="251" y="156"/>
                </a:cubicBezTo>
                <a:lnTo>
                  <a:pt x="249" y="157"/>
                </a:lnTo>
                <a:lnTo>
                  <a:pt x="252" y="166"/>
                </a:lnTo>
                <a:cubicBezTo>
                  <a:pt x="252" y="167"/>
                  <a:pt x="252" y="167"/>
                  <a:pt x="252" y="168"/>
                </a:cubicBezTo>
                <a:cubicBezTo>
                  <a:pt x="253" y="168"/>
                  <a:pt x="253" y="168"/>
                  <a:pt x="253" y="168"/>
                </a:cubicBezTo>
                <a:cubicBezTo>
                  <a:pt x="253" y="168"/>
                  <a:pt x="253" y="168"/>
                  <a:pt x="254" y="168"/>
                </a:cubicBezTo>
                <a:lnTo>
                  <a:pt x="256" y="167"/>
                </a:lnTo>
                <a:cubicBezTo>
                  <a:pt x="256" y="167"/>
                  <a:pt x="257" y="167"/>
                  <a:pt x="257" y="166"/>
                </a:cubicBezTo>
                <a:cubicBezTo>
                  <a:pt x="257" y="166"/>
                  <a:pt x="258" y="166"/>
                  <a:pt x="258" y="165"/>
                </a:cubicBezTo>
                <a:cubicBezTo>
                  <a:pt x="258" y="164"/>
                  <a:pt x="258" y="163"/>
                  <a:pt x="258" y="161"/>
                </a:cubicBezTo>
                <a:lnTo>
                  <a:pt x="259" y="168"/>
                </a:lnTo>
                <a:lnTo>
                  <a:pt x="250" y="171"/>
                </a:lnTo>
                <a:lnTo>
                  <a:pt x="249" y="170"/>
                </a:lnTo>
                <a:lnTo>
                  <a:pt x="250" y="170"/>
                </a:lnTo>
                <a:cubicBezTo>
                  <a:pt x="250" y="170"/>
                  <a:pt x="250" y="170"/>
                  <a:pt x="251" y="169"/>
                </a:cubicBezTo>
                <a:cubicBezTo>
                  <a:pt x="251" y="169"/>
                  <a:pt x="251" y="169"/>
                  <a:pt x="251" y="168"/>
                </a:cubicBezTo>
                <a:cubicBezTo>
                  <a:pt x="251" y="168"/>
                  <a:pt x="250" y="167"/>
                  <a:pt x="250" y="166"/>
                </a:cubicBezTo>
                <a:lnTo>
                  <a:pt x="244" y="150"/>
                </a:lnTo>
                <a:cubicBezTo>
                  <a:pt x="244" y="148"/>
                  <a:pt x="243" y="147"/>
                  <a:pt x="243" y="147"/>
                </a:cubicBezTo>
                <a:cubicBezTo>
                  <a:pt x="242" y="147"/>
                  <a:pt x="242" y="147"/>
                  <a:pt x="241" y="147"/>
                </a:cubicBezTo>
                <a:lnTo>
                  <a:pt x="241" y="146"/>
                </a:lnTo>
                <a:lnTo>
                  <a:pt x="250" y="143"/>
                </a:lnTo>
                <a:lnTo>
                  <a:pt x="252" y="148"/>
                </a:lnTo>
                <a:cubicBezTo>
                  <a:pt x="251" y="147"/>
                  <a:pt x="251" y="146"/>
                  <a:pt x="251" y="146"/>
                </a:cubicBezTo>
                <a:cubicBezTo>
                  <a:pt x="250" y="145"/>
                  <a:pt x="250" y="145"/>
                  <a:pt x="249" y="145"/>
                </a:cubicBezTo>
                <a:cubicBezTo>
                  <a:pt x="249" y="145"/>
                  <a:pt x="249" y="145"/>
                  <a:pt x="248" y="145"/>
                </a:cubicBezTo>
                <a:lnTo>
                  <a:pt x="245" y="146"/>
                </a:lnTo>
                <a:close/>
              </a:path>
            </a:pathLst>
          </a:custGeom>
          <a:solidFill>
            <a:srgbClr val="24211D"/>
          </a:solidFill>
          <a:ln>
            <a:noFill/>
          </a:ln>
        </p:spPr>
      </p:sp>
      <p:sp>
        <p:nvSpPr>
          <p:cNvPr id="15" name="Freeform 16"/>
          <p:cNvSpPr>
            <a:spLocks noGrp="1"/>
          </p:cNvSpPr>
          <p:nvPr/>
        </p:nvSpPr>
        <p:spPr>
          <a:xfrm>
            <a:off x="9943582" y="268135"/>
            <a:ext cx="220968" cy="125723"/>
          </a:xfrm>
          <a:custGeom>
            <a:avLst/>
            <a:gdLst/>
            <a:ahLst/>
            <a:cxnLst/>
            <a:rect l="l" t="t" r="r" b="b"/>
            <a:pathLst>
              <a:path w="143" h="81">
                <a:moveTo>
                  <a:pt x="102" y="38"/>
                </a:moveTo>
                <a:lnTo>
                  <a:pt x="129" y="38"/>
                </a:lnTo>
                <a:cubicBezTo>
                  <a:pt x="135" y="33"/>
                  <a:pt x="68" y="12"/>
                  <a:pt x="53" y="18"/>
                </a:cubicBezTo>
                <a:cubicBezTo>
                  <a:pt x="44" y="22"/>
                  <a:pt x="65" y="31"/>
                  <a:pt x="77" y="41"/>
                </a:cubicBezTo>
                <a:cubicBezTo>
                  <a:pt x="84" y="46"/>
                  <a:pt x="94" y="54"/>
                  <a:pt x="96" y="58"/>
                </a:cubicBezTo>
                <a:cubicBezTo>
                  <a:pt x="101" y="65"/>
                  <a:pt x="97" y="72"/>
                  <a:pt x="88" y="81"/>
                </a:cubicBezTo>
                <a:lnTo>
                  <a:pt x="0" y="81"/>
                </a:lnTo>
                <a:cubicBezTo>
                  <a:pt x="3" y="78"/>
                  <a:pt x="7" y="76"/>
                  <a:pt x="10" y="76"/>
                </a:cubicBezTo>
                <a:lnTo>
                  <a:pt x="57" y="76"/>
                </a:lnTo>
                <a:cubicBezTo>
                  <a:pt x="65" y="75"/>
                  <a:pt x="82" y="73"/>
                  <a:pt x="82" y="53"/>
                </a:cubicBezTo>
                <a:cubicBezTo>
                  <a:pt x="79" y="40"/>
                  <a:pt x="48" y="37"/>
                  <a:pt x="39" y="27"/>
                </a:cubicBezTo>
                <a:cubicBezTo>
                  <a:pt x="35" y="23"/>
                  <a:pt x="41" y="17"/>
                  <a:pt x="53" y="17"/>
                </a:cubicBezTo>
                <a:cubicBezTo>
                  <a:pt x="75" y="0"/>
                  <a:pt x="143" y="8"/>
                  <a:pt x="141" y="24"/>
                </a:cubicBezTo>
                <a:cubicBezTo>
                  <a:pt x="140" y="33"/>
                  <a:pt x="134" y="39"/>
                  <a:pt x="127" y="45"/>
                </a:cubicBezTo>
                <a:lnTo>
                  <a:pt x="118" y="45"/>
                </a:lnTo>
                <a:lnTo>
                  <a:pt x="108" y="81"/>
                </a:lnTo>
                <a:lnTo>
                  <a:pt x="96" y="81"/>
                </a:lnTo>
                <a:lnTo>
                  <a:pt x="106" y="45"/>
                </a:lnTo>
                <a:lnTo>
                  <a:pt x="95" y="45"/>
                </a:lnTo>
                <a:lnTo>
                  <a:pt x="102" y="38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6" name="Freeform 17"/>
          <p:cNvSpPr>
            <a:spLocks noGrp="1"/>
          </p:cNvSpPr>
          <p:nvPr/>
        </p:nvSpPr>
        <p:spPr>
          <a:xfrm>
            <a:off x="9962631" y="339251"/>
            <a:ext cx="50797" cy="41908"/>
          </a:xfrm>
          <a:custGeom>
            <a:avLst/>
            <a:gdLst/>
            <a:ahLst/>
            <a:cxnLst/>
            <a:rect l="l" t="t" r="r" b="b"/>
            <a:pathLst>
              <a:path w="33" h="27">
                <a:moveTo>
                  <a:pt x="7" y="0"/>
                </a:moveTo>
                <a:lnTo>
                  <a:pt x="18" y="0"/>
                </a:lnTo>
                <a:lnTo>
                  <a:pt x="13" y="17"/>
                </a:lnTo>
                <a:lnTo>
                  <a:pt x="18" y="17"/>
                </a:lnTo>
                <a:lnTo>
                  <a:pt x="22" y="0"/>
                </a:lnTo>
                <a:lnTo>
                  <a:pt x="33" y="0"/>
                </a:lnTo>
                <a:lnTo>
                  <a:pt x="25" y="27"/>
                </a:lnTo>
                <a:lnTo>
                  <a:pt x="15" y="27"/>
                </a:lnTo>
                <a:lnTo>
                  <a:pt x="17" y="20"/>
                </a:lnTo>
                <a:lnTo>
                  <a:pt x="13" y="20"/>
                </a:lnTo>
                <a:lnTo>
                  <a:pt x="11" y="27"/>
                </a:lnTo>
                <a:lnTo>
                  <a:pt x="0" y="27"/>
                </a:lnTo>
                <a:lnTo>
                  <a:pt x="7" y="0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7" name="Freeform 18"/>
          <p:cNvSpPr>
            <a:spLocks noGrp="1"/>
          </p:cNvSpPr>
          <p:nvPr/>
        </p:nvSpPr>
        <p:spPr>
          <a:xfrm>
            <a:off x="10007079" y="339251"/>
            <a:ext cx="50797" cy="41908"/>
          </a:xfrm>
          <a:custGeom>
            <a:avLst/>
            <a:gdLst/>
            <a:ahLst/>
            <a:cxnLst/>
            <a:rect l="l" t="t" r="r" b="b"/>
            <a:pathLst>
              <a:path w="33" h="27">
                <a:moveTo>
                  <a:pt x="8" y="0"/>
                </a:moveTo>
                <a:lnTo>
                  <a:pt x="0" y="27"/>
                </a:lnTo>
                <a:lnTo>
                  <a:pt x="25" y="27"/>
                </a:lnTo>
                <a:lnTo>
                  <a:pt x="33" y="0"/>
                </a:lnTo>
                <a:lnTo>
                  <a:pt x="22" y="0"/>
                </a:lnTo>
                <a:lnTo>
                  <a:pt x="15" y="24"/>
                </a:lnTo>
                <a:lnTo>
                  <a:pt x="11" y="24"/>
                </a:lnTo>
                <a:lnTo>
                  <a:pt x="18" y="0"/>
                </a:lnTo>
                <a:lnTo>
                  <a:pt x="8" y="0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8" name="Freeform 5"/>
          <p:cNvSpPr>
            <a:spLocks noGrp="1"/>
          </p:cNvSpPr>
          <p:nvPr/>
        </p:nvSpPr>
        <p:spPr>
          <a:xfrm>
            <a:off x="10436316" y="152571"/>
            <a:ext cx="1607736" cy="325103"/>
          </a:xfrm>
          <a:custGeom>
            <a:avLst/>
            <a:gdLst/>
            <a:ahLst/>
            <a:cxnLst/>
            <a:rect l="l" t="t" r="r" b="b"/>
            <a:pathLst>
              <a:path w="489" h="98">
                <a:moveTo>
                  <a:pt x="98" y="37"/>
                </a:moveTo>
                <a:cubicBezTo>
                  <a:pt x="98" y="37"/>
                  <a:pt x="101" y="31"/>
                  <a:pt x="102" y="39"/>
                </a:cubicBezTo>
                <a:lnTo>
                  <a:pt x="104" y="45"/>
                </a:lnTo>
                <a:cubicBezTo>
                  <a:pt x="104" y="45"/>
                  <a:pt x="106" y="49"/>
                  <a:pt x="109" y="43"/>
                </a:cubicBezTo>
                <a:lnTo>
                  <a:pt x="112" y="40"/>
                </a:lnTo>
                <a:cubicBezTo>
                  <a:pt x="112" y="40"/>
                  <a:pt x="114" y="40"/>
                  <a:pt x="114" y="37"/>
                </a:cubicBezTo>
                <a:lnTo>
                  <a:pt x="113" y="28"/>
                </a:lnTo>
                <a:cubicBezTo>
                  <a:pt x="113" y="28"/>
                  <a:pt x="113" y="22"/>
                  <a:pt x="111" y="22"/>
                </a:cubicBezTo>
                <a:cubicBezTo>
                  <a:pt x="111" y="22"/>
                  <a:pt x="108" y="16"/>
                  <a:pt x="112" y="15"/>
                </a:cubicBezTo>
                <a:cubicBezTo>
                  <a:pt x="112" y="15"/>
                  <a:pt x="113" y="11"/>
                  <a:pt x="119" y="14"/>
                </a:cubicBezTo>
                <a:cubicBezTo>
                  <a:pt x="119" y="14"/>
                  <a:pt x="125" y="16"/>
                  <a:pt x="123" y="21"/>
                </a:cubicBezTo>
                <a:lnTo>
                  <a:pt x="122" y="29"/>
                </a:lnTo>
                <a:cubicBezTo>
                  <a:pt x="122" y="29"/>
                  <a:pt x="121" y="33"/>
                  <a:pt x="127" y="28"/>
                </a:cubicBezTo>
                <a:lnTo>
                  <a:pt x="135" y="23"/>
                </a:lnTo>
                <a:cubicBezTo>
                  <a:pt x="135" y="23"/>
                  <a:pt x="143" y="20"/>
                  <a:pt x="145" y="24"/>
                </a:cubicBezTo>
                <a:cubicBezTo>
                  <a:pt x="145" y="24"/>
                  <a:pt x="147" y="27"/>
                  <a:pt x="143" y="30"/>
                </a:cubicBezTo>
                <a:cubicBezTo>
                  <a:pt x="143" y="30"/>
                  <a:pt x="131" y="33"/>
                  <a:pt x="133" y="42"/>
                </a:cubicBezTo>
                <a:cubicBezTo>
                  <a:pt x="133" y="42"/>
                  <a:pt x="139" y="43"/>
                  <a:pt x="134" y="48"/>
                </a:cubicBezTo>
                <a:cubicBezTo>
                  <a:pt x="134" y="48"/>
                  <a:pt x="128" y="49"/>
                  <a:pt x="125" y="52"/>
                </a:cubicBezTo>
                <a:lnTo>
                  <a:pt x="121" y="53"/>
                </a:lnTo>
                <a:lnTo>
                  <a:pt x="121" y="86"/>
                </a:lnTo>
                <a:cubicBezTo>
                  <a:pt x="121" y="86"/>
                  <a:pt x="121" y="96"/>
                  <a:pt x="115" y="92"/>
                </a:cubicBezTo>
                <a:cubicBezTo>
                  <a:pt x="115" y="92"/>
                  <a:pt x="109" y="84"/>
                  <a:pt x="113" y="74"/>
                </a:cubicBezTo>
                <a:lnTo>
                  <a:pt x="114" y="49"/>
                </a:lnTo>
                <a:cubicBezTo>
                  <a:pt x="114" y="49"/>
                  <a:pt x="115" y="41"/>
                  <a:pt x="109" y="50"/>
                </a:cubicBezTo>
                <a:lnTo>
                  <a:pt x="104" y="57"/>
                </a:lnTo>
                <a:cubicBezTo>
                  <a:pt x="104" y="57"/>
                  <a:pt x="102" y="60"/>
                  <a:pt x="98" y="58"/>
                </a:cubicBezTo>
                <a:cubicBezTo>
                  <a:pt x="98" y="58"/>
                  <a:pt x="90" y="54"/>
                  <a:pt x="94" y="47"/>
                </a:cubicBezTo>
                <a:cubicBezTo>
                  <a:pt x="96" y="45"/>
                  <a:pt x="97" y="40"/>
                  <a:pt x="98" y="37"/>
                </a:cubicBezTo>
                <a:close/>
                <a:moveTo>
                  <a:pt x="121" y="39"/>
                </a:moveTo>
                <a:lnTo>
                  <a:pt x="121" y="45"/>
                </a:lnTo>
                <a:cubicBezTo>
                  <a:pt x="121" y="45"/>
                  <a:pt x="120" y="48"/>
                  <a:pt x="125" y="45"/>
                </a:cubicBezTo>
                <a:cubicBezTo>
                  <a:pt x="125" y="45"/>
                  <a:pt x="128" y="42"/>
                  <a:pt x="128" y="40"/>
                </a:cubicBezTo>
                <a:cubicBezTo>
                  <a:pt x="128" y="40"/>
                  <a:pt x="128" y="35"/>
                  <a:pt x="130" y="35"/>
                </a:cubicBezTo>
                <a:cubicBezTo>
                  <a:pt x="130" y="35"/>
                  <a:pt x="131" y="31"/>
                  <a:pt x="126" y="33"/>
                </a:cubicBezTo>
                <a:lnTo>
                  <a:pt x="123" y="37"/>
                </a:lnTo>
                <a:lnTo>
                  <a:pt x="122" y="37"/>
                </a:lnTo>
                <a:cubicBezTo>
                  <a:pt x="122" y="37"/>
                  <a:pt x="121" y="38"/>
                  <a:pt x="121" y="39"/>
                </a:cubicBezTo>
                <a:close/>
              </a:path>
              <a:path w="489" h="98">
                <a:moveTo>
                  <a:pt x="29" y="76"/>
                </a:moveTo>
                <a:cubicBezTo>
                  <a:pt x="34" y="73"/>
                  <a:pt x="37" y="72"/>
                  <a:pt x="38" y="73"/>
                </a:cubicBezTo>
                <a:cubicBezTo>
                  <a:pt x="39" y="73"/>
                  <a:pt x="39" y="80"/>
                  <a:pt x="39" y="92"/>
                </a:cubicBezTo>
                <a:cubicBezTo>
                  <a:pt x="39" y="98"/>
                  <a:pt x="43" y="98"/>
                  <a:pt x="45" y="95"/>
                </a:cubicBezTo>
                <a:cubicBezTo>
                  <a:pt x="47" y="92"/>
                  <a:pt x="48" y="86"/>
                  <a:pt x="48" y="78"/>
                </a:cubicBezTo>
                <a:lnTo>
                  <a:pt x="48" y="71"/>
                </a:lnTo>
                <a:lnTo>
                  <a:pt x="50" y="68"/>
                </a:lnTo>
                <a:lnTo>
                  <a:pt x="59" y="64"/>
                </a:lnTo>
                <a:cubicBezTo>
                  <a:pt x="62" y="63"/>
                  <a:pt x="62" y="61"/>
                  <a:pt x="59" y="60"/>
                </a:cubicBezTo>
                <a:lnTo>
                  <a:pt x="54" y="56"/>
                </a:lnTo>
                <a:cubicBezTo>
                  <a:pt x="53" y="54"/>
                  <a:pt x="53" y="53"/>
                  <a:pt x="56" y="52"/>
                </a:cubicBezTo>
                <a:lnTo>
                  <a:pt x="71" y="44"/>
                </a:lnTo>
                <a:cubicBezTo>
                  <a:pt x="73" y="44"/>
                  <a:pt x="74" y="42"/>
                  <a:pt x="71" y="39"/>
                </a:cubicBezTo>
                <a:cubicBezTo>
                  <a:pt x="69" y="37"/>
                  <a:pt x="67" y="37"/>
                  <a:pt x="64" y="39"/>
                </a:cubicBezTo>
                <a:lnTo>
                  <a:pt x="59" y="41"/>
                </a:lnTo>
                <a:cubicBezTo>
                  <a:pt x="56" y="44"/>
                  <a:pt x="55" y="42"/>
                  <a:pt x="59" y="37"/>
                </a:cubicBezTo>
                <a:lnTo>
                  <a:pt x="64" y="34"/>
                </a:lnTo>
                <a:cubicBezTo>
                  <a:pt x="68" y="32"/>
                  <a:pt x="66" y="30"/>
                  <a:pt x="63" y="29"/>
                </a:cubicBezTo>
                <a:lnTo>
                  <a:pt x="59" y="26"/>
                </a:lnTo>
                <a:cubicBezTo>
                  <a:pt x="57" y="25"/>
                  <a:pt x="56" y="25"/>
                  <a:pt x="55" y="28"/>
                </a:cubicBezTo>
                <a:cubicBezTo>
                  <a:pt x="55" y="32"/>
                  <a:pt x="54" y="34"/>
                  <a:pt x="52" y="35"/>
                </a:cubicBezTo>
                <a:cubicBezTo>
                  <a:pt x="50" y="36"/>
                  <a:pt x="48" y="36"/>
                  <a:pt x="47" y="35"/>
                </a:cubicBezTo>
                <a:cubicBezTo>
                  <a:pt x="45" y="33"/>
                  <a:pt x="45" y="32"/>
                  <a:pt x="47" y="30"/>
                </a:cubicBezTo>
                <a:cubicBezTo>
                  <a:pt x="49" y="27"/>
                  <a:pt x="52" y="25"/>
                  <a:pt x="56" y="25"/>
                </a:cubicBezTo>
                <a:cubicBezTo>
                  <a:pt x="60" y="23"/>
                  <a:pt x="64" y="21"/>
                  <a:pt x="65" y="18"/>
                </a:cubicBezTo>
                <a:cubicBezTo>
                  <a:pt x="66" y="17"/>
                  <a:pt x="65" y="14"/>
                  <a:pt x="62" y="11"/>
                </a:cubicBezTo>
                <a:cubicBezTo>
                  <a:pt x="59" y="6"/>
                  <a:pt x="55" y="5"/>
                  <a:pt x="52" y="10"/>
                </a:cubicBezTo>
                <a:lnTo>
                  <a:pt x="47" y="22"/>
                </a:lnTo>
                <a:lnTo>
                  <a:pt x="43" y="22"/>
                </a:lnTo>
                <a:lnTo>
                  <a:pt x="44" y="14"/>
                </a:lnTo>
                <a:cubicBezTo>
                  <a:pt x="45" y="12"/>
                  <a:pt x="43" y="10"/>
                  <a:pt x="40" y="7"/>
                </a:cubicBezTo>
                <a:cubicBezTo>
                  <a:pt x="36" y="5"/>
                  <a:pt x="34" y="4"/>
                  <a:pt x="33" y="7"/>
                </a:cubicBezTo>
                <a:cubicBezTo>
                  <a:pt x="32" y="7"/>
                  <a:pt x="33" y="9"/>
                  <a:pt x="36" y="13"/>
                </a:cubicBezTo>
                <a:cubicBezTo>
                  <a:pt x="38" y="15"/>
                  <a:pt x="39" y="18"/>
                  <a:pt x="41" y="23"/>
                </a:cubicBezTo>
                <a:cubicBezTo>
                  <a:pt x="36" y="23"/>
                  <a:pt x="31" y="24"/>
                  <a:pt x="26" y="23"/>
                </a:cubicBezTo>
                <a:cubicBezTo>
                  <a:pt x="20" y="23"/>
                  <a:pt x="17" y="24"/>
                  <a:pt x="20" y="27"/>
                </a:cubicBezTo>
                <a:cubicBezTo>
                  <a:pt x="21" y="29"/>
                  <a:pt x="23" y="30"/>
                  <a:pt x="24" y="32"/>
                </a:cubicBezTo>
                <a:lnTo>
                  <a:pt x="38" y="28"/>
                </a:lnTo>
                <a:cubicBezTo>
                  <a:pt x="45" y="27"/>
                  <a:pt x="45" y="27"/>
                  <a:pt x="43" y="30"/>
                </a:cubicBezTo>
                <a:cubicBezTo>
                  <a:pt x="43" y="31"/>
                  <a:pt x="41" y="31"/>
                  <a:pt x="39" y="30"/>
                </a:cubicBezTo>
                <a:cubicBezTo>
                  <a:pt x="36" y="31"/>
                  <a:pt x="36" y="33"/>
                  <a:pt x="37" y="35"/>
                </a:cubicBezTo>
                <a:cubicBezTo>
                  <a:pt x="38" y="39"/>
                  <a:pt x="38" y="40"/>
                  <a:pt x="35" y="38"/>
                </a:cubicBezTo>
                <a:cubicBezTo>
                  <a:pt x="34" y="38"/>
                  <a:pt x="33" y="38"/>
                  <a:pt x="33" y="39"/>
                </a:cubicBezTo>
                <a:cubicBezTo>
                  <a:pt x="32" y="40"/>
                  <a:pt x="30" y="40"/>
                  <a:pt x="28" y="37"/>
                </a:cubicBezTo>
                <a:cubicBezTo>
                  <a:pt x="24" y="33"/>
                  <a:pt x="21" y="32"/>
                  <a:pt x="20" y="35"/>
                </a:cubicBezTo>
                <a:lnTo>
                  <a:pt x="21" y="38"/>
                </a:lnTo>
                <a:cubicBezTo>
                  <a:pt x="23" y="42"/>
                  <a:pt x="23" y="44"/>
                  <a:pt x="20" y="44"/>
                </a:cubicBezTo>
                <a:cubicBezTo>
                  <a:pt x="19" y="45"/>
                  <a:pt x="20" y="46"/>
                  <a:pt x="21" y="47"/>
                </a:cubicBezTo>
                <a:lnTo>
                  <a:pt x="24" y="50"/>
                </a:lnTo>
                <a:cubicBezTo>
                  <a:pt x="26" y="53"/>
                  <a:pt x="28" y="53"/>
                  <a:pt x="32" y="49"/>
                </a:cubicBezTo>
                <a:cubicBezTo>
                  <a:pt x="36" y="44"/>
                  <a:pt x="38" y="43"/>
                  <a:pt x="38" y="47"/>
                </a:cubicBezTo>
                <a:cubicBezTo>
                  <a:pt x="38" y="50"/>
                  <a:pt x="37" y="51"/>
                  <a:pt x="34" y="51"/>
                </a:cubicBezTo>
                <a:lnTo>
                  <a:pt x="1" y="61"/>
                </a:lnTo>
                <a:cubicBezTo>
                  <a:pt x="0" y="61"/>
                  <a:pt x="0" y="61"/>
                  <a:pt x="0" y="61"/>
                </a:cubicBezTo>
                <a:lnTo>
                  <a:pt x="7" y="66"/>
                </a:lnTo>
                <a:cubicBezTo>
                  <a:pt x="8" y="66"/>
                  <a:pt x="10" y="66"/>
                  <a:pt x="11" y="66"/>
                </a:cubicBezTo>
                <a:lnTo>
                  <a:pt x="20" y="63"/>
                </a:lnTo>
                <a:lnTo>
                  <a:pt x="33" y="56"/>
                </a:lnTo>
                <a:cubicBezTo>
                  <a:pt x="37" y="55"/>
                  <a:pt x="39" y="55"/>
                  <a:pt x="38" y="58"/>
                </a:cubicBezTo>
                <a:cubicBezTo>
                  <a:pt x="38" y="59"/>
                  <a:pt x="37" y="60"/>
                  <a:pt x="35" y="61"/>
                </a:cubicBezTo>
                <a:cubicBezTo>
                  <a:pt x="29" y="64"/>
                  <a:pt x="23" y="69"/>
                  <a:pt x="17" y="74"/>
                </a:cubicBezTo>
                <a:cubicBezTo>
                  <a:pt x="14" y="77"/>
                  <a:pt x="13" y="78"/>
                  <a:pt x="17" y="78"/>
                </a:cubicBezTo>
                <a:cubicBezTo>
                  <a:pt x="19" y="79"/>
                  <a:pt x="21" y="79"/>
                  <a:pt x="25" y="77"/>
                </a:cubicBezTo>
                <a:lnTo>
                  <a:pt x="29" y="76"/>
                </a:lnTo>
                <a:close/>
                <a:moveTo>
                  <a:pt x="38" y="65"/>
                </a:moveTo>
                <a:cubicBezTo>
                  <a:pt x="38" y="67"/>
                  <a:pt x="37" y="68"/>
                  <a:pt x="34" y="69"/>
                </a:cubicBezTo>
                <a:lnTo>
                  <a:pt x="30" y="70"/>
                </a:lnTo>
                <a:cubicBezTo>
                  <a:pt x="26" y="71"/>
                  <a:pt x="25" y="71"/>
                  <a:pt x="28" y="69"/>
                </a:cubicBezTo>
                <a:lnTo>
                  <a:pt x="35" y="64"/>
                </a:lnTo>
                <a:cubicBezTo>
                  <a:pt x="37" y="63"/>
                  <a:pt x="38" y="63"/>
                  <a:pt x="38" y="65"/>
                </a:cubicBezTo>
                <a:close/>
                <a:moveTo>
                  <a:pt x="48" y="57"/>
                </a:moveTo>
                <a:lnTo>
                  <a:pt x="48" y="61"/>
                </a:lnTo>
                <a:cubicBezTo>
                  <a:pt x="48" y="63"/>
                  <a:pt x="50" y="63"/>
                  <a:pt x="51" y="62"/>
                </a:cubicBezTo>
                <a:cubicBezTo>
                  <a:pt x="51" y="62"/>
                  <a:pt x="51" y="61"/>
                  <a:pt x="51" y="59"/>
                </a:cubicBezTo>
                <a:cubicBezTo>
                  <a:pt x="50" y="58"/>
                  <a:pt x="49" y="57"/>
                  <a:pt x="48" y="57"/>
                </a:cubicBezTo>
                <a:close/>
                <a:moveTo>
                  <a:pt x="50" y="50"/>
                </a:moveTo>
                <a:cubicBezTo>
                  <a:pt x="48" y="50"/>
                  <a:pt x="48" y="51"/>
                  <a:pt x="48" y="52"/>
                </a:cubicBezTo>
                <a:cubicBezTo>
                  <a:pt x="49" y="53"/>
                  <a:pt x="51" y="53"/>
                  <a:pt x="53" y="51"/>
                </a:cubicBezTo>
                <a:lnTo>
                  <a:pt x="58" y="48"/>
                </a:lnTo>
                <a:cubicBezTo>
                  <a:pt x="59" y="47"/>
                  <a:pt x="59" y="47"/>
                  <a:pt x="56" y="47"/>
                </a:cubicBezTo>
                <a:lnTo>
                  <a:pt x="51" y="49"/>
                </a:lnTo>
                <a:lnTo>
                  <a:pt x="50" y="50"/>
                </a:lnTo>
                <a:close/>
                <a:moveTo>
                  <a:pt x="48" y="39"/>
                </a:moveTo>
                <a:lnTo>
                  <a:pt x="47" y="44"/>
                </a:lnTo>
                <a:cubicBezTo>
                  <a:pt x="48" y="47"/>
                  <a:pt x="49" y="47"/>
                  <a:pt x="51" y="45"/>
                </a:cubicBezTo>
                <a:cubicBezTo>
                  <a:pt x="51" y="44"/>
                  <a:pt x="52" y="43"/>
                  <a:pt x="53" y="41"/>
                </a:cubicBezTo>
                <a:cubicBezTo>
                  <a:pt x="53" y="39"/>
                  <a:pt x="52" y="39"/>
                  <a:pt x="51" y="38"/>
                </a:cubicBezTo>
                <a:cubicBezTo>
                  <a:pt x="50" y="38"/>
                  <a:pt x="49" y="38"/>
                  <a:pt x="48" y="39"/>
                </a:cubicBezTo>
                <a:close/>
                <a:moveTo>
                  <a:pt x="60" y="14"/>
                </a:moveTo>
                <a:cubicBezTo>
                  <a:pt x="60" y="15"/>
                  <a:pt x="59" y="16"/>
                  <a:pt x="58" y="17"/>
                </a:cubicBezTo>
                <a:lnTo>
                  <a:pt x="57" y="17"/>
                </a:lnTo>
                <a:cubicBezTo>
                  <a:pt x="56" y="17"/>
                  <a:pt x="55" y="18"/>
                  <a:pt x="54" y="17"/>
                </a:cubicBezTo>
                <a:lnTo>
                  <a:pt x="57" y="14"/>
                </a:lnTo>
                <a:cubicBezTo>
                  <a:pt x="58" y="14"/>
                  <a:pt x="60" y="13"/>
                  <a:pt x="60" y="14"/>
                </a:cubicBezTo>
                <a:close/>
              </a:path>
              <a:path w="489" h="98">
                <a:moveTo>
                  <a:pt x="186" y="22"/>
                </a:moveTo>
                <a:lnTo>
                  <a:pt x="193" y="17"/>
                </a:lnTo>
                <a:cubicBezTo>
                  <a:pt x="193" y="17"/>
                  <a:pt x="195" y="13"/>
                  <a:pt x="198" y="18"/>
                </a:cubicBezTo>
                <a:cubicBezTo>
                  <a:pt x="198" y="18"/>
                  <a:pt x="202" y="23"/>
                  <a:pt x="196" y="24"/>
                </a:cubicBezTo>
                <a:cubicBezTo>
                  <a:pt x="196" y="24"/>
                  <a:pt x="193" y="26"/>
                  <a:pt x="191" y="25"/>
                </a:cubicBezTo>
                <a:cubicBezTo>
                  <a:pt x="191" y="25"/>
                  <a:pt x="180" y="30"/>
                  <a:pt x="177" y="31"/>
                </a:cubicBezTo>
                <a:cubicBezTo>
                  <a:pt x="177" y="31"/>
                  <a:pt x="171" y="33"/>
                  <a:pt x="172" y="30"/>
                </a:cubicBezTo>
                <a:lnTo>
                  <a:pt x="183" y="24"/>
                </a:lnTo>
                <a:lnTo>
                  <a:pt x="186" y="22"/>
                </a:lnTo>
                <a:close/>
              </a:path>
              <a:path w="489" h="98">
                <a:moveTo>
                  <a:pt x="217" y="29"/>
                </a:moveTo>
                <a:lnTo>
                  <a:pt x="216" y="50"/>
                </a:lnTo>
                <a:lnTo>
                  <a:pt x="220" y="47"/>
                </a:lnTo>
                <a:lnTo>
                  <a:pt x="221" y="42"/>
                </a:lnTo>
                <a:cubicBezTo>
                  <a:pt x="221" y="42"/>
                  <a:pt x="221" y="39"/>
                  <a:pt x="225" y="43"/>
                </a:cubicBezTo>
                <a:cubicBezTo>
                  <a:pt x="225" y="43"/>
                  <a:pt x="229" y="46"/>
                  <a:pt x="228" y="50"/>
                </a:cubicBezTo>
                <a:cubicBezTo>
                  <a:pt x="228" y="50"/>
                  <a:pt x="220" y="52"/>
                  <a:pt x="216" y="59"/>
                </a:cubicBezTo>
                <a:lnTo>
                  <a:pt x="216" y="83"/>
                </a:lnTo>
                <a:cubicBezTo>
                  <a:pt x="216" y="83"/>
                  <a:pt x="216" y="87"/>
                  <a:pt x="215" y="89"/>
                </a:cubicBezTo>
                <a:cubicBezTo>
                  <a:pt x="215" y="89"/>
                  <a:pt x="212" y="95"/>
                  <a:pt x="211" y="94"/>
                </a:cubicBezTo>
                <a:cubicBezTo>
                  <a:pt x="211" y="94"/>
                  <a:pt x="207" y="92"/>
                  <a:pt x="209" y="86"/>
                </a:cubicBezTo>
                <a:lnTo>
                  <a:pt x="209" y="69"/>
                </a:lnTo>
                <a:cubicBezTo>
                  <a:pt x="209" y="69"/>
                  <a:pt x="210" y="63"/>
                  <a:pt x="206" y="68"/>
                </a:cubicBezTo>
                <a:cubicBezTo>
                  <a:pt x="206" y="68"/>
                  <a:pt x="202" y="74"/>
                  <a:pt x="197" y="69"/>
                </a:cubicBezTo>
                <a:cubicBezTo>
                  <a:pt x="197" y="69"/>
                  <a:pt x="192" y="67"/>
                  <a:pt x="197" y="64"/>
                </a:cubicBezTo>
                <a:cubicBezTo>
                  <a:pt x="197" y="64"/>
                  <a:pt x="198" y="64"/>
                  <a:pt x="199" y="59"/>
                </a:cubicBezTo>
                <a:lnTo>
                  <a:pt x="200" y="55"/>
                </a:lnTo>
                <a:cubicBezTo>
                  <a:pt x="200" y="55"/>
                  <a:pt x="201" y="50"/>
                  <a:pt x="198" y="50"/>
                </a:cubicBezTo>
                <a:cubicBezTo>
                  <a:pt x="198" y="50"/>
                  <a:pt x="195" y="47"/>
                  <a:pt x="197" y="45"/>
                </a:cubicBezTo>
                <a:cubicBezTo>
                  <a:pt x="197" y="45"/>
                  <a:pt x="203" y="38"/>
                  <a:pt x="196" y="32"/>
                </a:cubicBezTo>
                <a:cubicBezTo>
                  <a:pt x="196" y="32"/>
                  <a:pt x="190" y="29"/>
                  <a:pt x="195" y="28"/>
                </a:cubicBezTo>
                <a:cubicBezTo>
                  <a:pt x="195" y="28"/>
                  <a:pt x="199" y="28"/>
                  <a:pt x="199" y="29"/>
                </a:cubicBezTo>
                <a:cubicBezTo>
                  <a:pt x="199" y="29"/>
                  <a:pt x="207" y="28"/>
                  <a:pt x="207" y="34"/>
                </a:cubicBezTo>
                <a:cubicBezTo>
                  <a:pt x="207" y="34"/>
                  <a:pt x="207" y="37"/>
                  <a:pt x="205" y="37"/>
                </a:cubicBezTo>
                <a:cubicBezTo>
                  <a:pt x="205" y="37"/>
                  <a:pt x="197" y="44"/>
                  <a:pt x="203" y="44"/>
                </a:cubicBezTo>
                <a:cubicBezTo>
                  <a:pt x="203" y="44"/>
                  <a:pt x="211" y="46"/>
                  <a:pt x="205" y="52"/>
                </a:cubicBezTo>
                <a:cubicBezTo>
                  <a:pt x="205" y="52"/>
                  <a:pt x="203" y="51"/>
                  <a:pt x="202" y="57"/>
                </a:cubicBezTo>
                <a:cubicBezTo>
                  <a:pt x="202" y="57"/>
                  <a:pt x="199" y="64"/>
                  <a:pt x="204" y="61"/>
                </a:cubicBezTo>
                <a:cubicBezTo>
                  <a:pt x="204" y="61"/>
                  <a:pt x="206" y="60"/>
                  <a:pt x="209" y="57"/>
                </a:cubicBezTo>
                <a:cubicBezTo>
                  <a:pt x="209" y="57"/>
                  <a:pt x="210" y="54"/>
                  <a:pt x="210" y="51"/>
                </a:cubicBezTo>
                <a:cubicBezTo>
                  <a:pt x="210" y="51"/>
                  <a:pt x="210" y="26"/>
                  <a:pt x="209" y="20"/>
                </a:cubicBezTo>
                <a:cubicBezTo>
                  <a:pt x="209" y="20"/>
                  <a:pt x="207" y="16"/>
                  <a:pt x="211" y="14"/>
                </a:cubicBezTo>
                <a:cubicBezTo>
                  <a:pt x="211" y="14"/>
                  <a:pt x="214" y="12"/>
                  <a:pt x="218" y="16"/>
                </a:cubicBezTo>
                <a:cubicBezTo>
                  <a:pt x="218" y="16"/>
                  <a:pt x="221" y="17"/>
                  <a:pt x="218" y="21"/>
                </a:cubicBezTo>
                <a:lnTo>
                  <a:pt x="217" y="26"/>
                </a:lnTo>
                <a:lnTo>
                  <a:pt x="217" y="29"/>
                </a:lnTo>
                <a:close/>
              </a:path>
              <a:path w="489" h="98">
                <a:moveTo>
                  <a:pt x="170" y="48"/>
                </a:moveTo>
                <a:cubicBezTo>
                  <a:pt x="170" y="48"/>
                  <a:pt x="165" y="51"/>
                  <a:pt x="163" y="49"/>
                </a:cubicBezTo>
                <a:cubicBezTo>
                  <a:pt x="163" y="49"/>
                  <a:pt x="160" y="49"/>
                  <a:pt x="162" y="52"/>
                </a:cubicBezTo>
                <a:cubicBezTo>
                  <a:pt x="162" y="52"/>
                  <a:pt x="165" y="59"/>
                  <a:pt x="171" y="55"/>
                </a:cubicBezTo>
                <a:lnTo>
                  <a:pt x="179" y="49"/>
                </a:lnTo>
                <a:cubicBezTo>
                  <a:pt x="179" y="49"/>
                  <a:pt x="182" y="45"/>
                  <a:pt x="181" y="51"/>
                </a:cubicBezTo>
                <a:cubicBezTo>
                  <a:pt x="181" y="51"/>
                  <a:pt x="181" y="55"/>
                  <a:pt x="179" y="55"/>
                </a:cubicBezTo>
                <a:lnTo>
                  <a:pt x="167" y="68"/>
                </a:lnTo>
                <a:cubicBezTo>
                  <a:pt x="167" y="68"/>
                  <a:pt x="162" y="73"/>
                  <a:pt x="168" y="74"/>
                </a:cubicBezTo>
                <a:cubicBezTo>
                  <a:pt x="168" y="74"/>
                  <a:pt x="172" y="75"/>
                  <a:pt x="175" y="72"/>
                </a:cubicBezTo>
                <a:cubicBezTo>
                  <a:pt x="175" y="72"/>
                  <a:pt x="180" y="66"/>
                  <a:pt x="179" y="70"/>
                </a:cubicBezTo>
                <a:lnTo>
                  <a:pt x="179" y="79"/>
                </a:lnTo>
                <a:cubicBezTo>
                  <a:pt x="179" y="79"/>
                  <a:pt x="178" y="82"/>
                  <a:pt x="181" y="83"/>
                </a:cubicBezTo>
                <a:cubicBezTo>
                  <a:pt x="181" y="83"/>
                  <a:pt x="183" y="85"/>
                  <a:pt x="185" y="82"/>
                </a:cubicBezTo>
                <a:cubicBezTo>
                  <a:pt x="185" y="82"/>
                  <a:pt x="187" y="80"/>
                  <a:pt x="186" y="75"/>
                </a:cubicBezTo>
                <a:lnTo>
                  <a:pt x="186" y="63"/>
                </a:lnTo>
                <a:cubicBezTo>
                  <a:pt x="186" y="63"/>
                  <a:pt x="192" y="59"/>
                  <a:pt x="193" y="57"/>
                </a:cubicBezTo>
                <a:cubicBezTo>
                  <a:pt x="193" y="57"/>
                  <a:pt x="194" y="53"/>
                  <a:pt x="190" y="57"/>
                </a:cubicBezTo>
                <a:cubicBezTo>
                  <a:pt x="190" y="57"/>
                  <a:pt x="185" y="62"/>
                  <a:pt x="186" y="58"/>
                </a:cubicBezTo>
                <a:lnTo>
                  <a:pt x="186" y="52"/>
                </a:lnTo>
                <a:cubicBezTo>
                  <a:pt x="186" y="52"/>
                  <a:pt x="197" y="43"/>
                  <a:pt x="196" y="42"/>
                </a:cubicBezTo>
                <a:cubicBezTo>
                  <a:pt x="196" y="41"/>
                  <a:pt x="198" y="40"/>
                  <a:pt x="194" y="36"/>
                </a:cubicBezTo>
                <a:cubicBezTo>
                  <a:pt x="194" y="36"/>
                  <a:pt x="191" y="34"/>
                  <a:pt x="190" y="37"/>
                </a:cubicBezTo>
                <a:cubicBezTo>
                  <a:pt x="190" y="37"/>
                  <a:pt x="186" y="41"/>
                  <a:pt x="186" y="37"/>
                </a:cubicBezTo>
                <a:cubicBezTo>
                  <a:pt x="186" y="37"/>
                  <a:pt x="189" y="34"/>
                  <a:pt x="186" y="32"/>
                </a:cubicBezTo>
                <a:cubicBezTo>
                  <a:pt x="186" y="32"/>
                  <a:pt x="182" y="28"/>
                  <a:pt x="180" y="33"/>
                </a:cubicBezTo>
                <a:cubicBezTo>
                  <a:pt x="180" y="33"/>
                  <a:pt x="178" y="33"/>
                  <a:pt x="181" y="42"/>
                </a:cubicBezTo>
                <a:lnTo>
                  <a:pt x="176" y="44"/>
                </a:lnTo>
                <a:lnTo>
                  <a:pt x="173" y="46"/>
                </a:lnTo>
                <a:lnTo>
                  <a:pt x="170" y="48"/>
                </a:lnTo>
                <a:close/>
                <a:moveTo>
                  <a:pt x="186" y="43"/>
                </a:moveTo>
                <a:cubicBezTo>
                  <a:pt x="186" y="43"/>
                  <a:pt x="187" y="41"/>
                  <a:pt x="189" y="42"/>
                </a:cubicBezTo>
                <a:cubicBezTo>
                  <a:pt x="189" y="42"/>
                  <a:pt x="189" y="44"/>
                  <a:pt x="188" y="45"/>
                </a:cubicBezTo>
                <a:cubicBezTo>
                  <a:pt x="188" y="45"/>
                  <a:pt x="186" y="46"/>
                  <a:pt x="187" y="44"/>
                </a:cubicBezTo>
                <a:cubicBezTo>
                  <a:pt x="186" y="46"/>
                  <a:pt x="186" y="43"/>
                  <a:pt x="186" y="43"/>
                </a:cubicBezTo>
                <a:close/>
                <a:moveTo>
                  <a:pt x="175" y="64"/>
                </a:moveTo>
                <a:lnTo>
                  <a:pt x="178" y="61"/>
                </a:lnTo>
                <a:cubicBezTo>
                  <a:pt x="178" y="61"/>
                  <a:pt x="180" y="57"/>
                  <a:pt x="180" y="60"/>
                </a:cubicBezTo>
                <a:cubicBezTo>
                  <a:pt x="180" y="60"/>
                  <a:pt x="180" y="65"/>
                  <a:pt x="177" y="65"/>
                </a:cubicBezTo>
                <a:cubicBezTo>
                  <a:pt x="177" y="65"/>
                  <a:pt x="174" y="67"/>
                  <a:pt x="174" y="65"/>
                </a:cubicBezTo>
                <a:lnTo>
                  <a:pt x="175" y="65"/>
                </a:lnTo>
                <a:lnTo>
                  <a:pt x="175" y="64"/>
                </a:lnTo>
                <a:close/>
              </a:path>
              <a:path w="489" h="98">
                <a:moveTo>
                  <a:pt x="255" y="43"/>
                </a:moveTo>
                <a:cubicBezTo>
                  <a:pt x="255" y="43"/>
                  <a:pt x="252" y="46"/>
                  <a:pt x="249" y="46"/>
                </a:cubicBezTo>
                <a:cubicBezTo>
                  <a:pt x="249" y="46"/>
                  <a:pt x="247" y="45"/>
                  <a:pt x="248" y="48"/>
                </a:cubicBezTo>
                <a:cubicBezTo>
                  <a:pt x="248" y="48"/>
                  <a:pt x="248" y="51"/>
                  <a:pt x="253" y="52"/>
                </a:cubicBezTo>
                <a:cubicBezTo>
                  <a:pt x="253" y="52"/>
                  <a:pt x="257" y="52"/>
                  <a:pt x="257" y="51"/>
                </a:cubicBezTo>
                <a:cubicBezTo>
                  <a:pt x="257" y="51"/>
                  <a:pt x="257" y="49"/>
                  <a:pt x="260" y="48"/>
                </a:cubicBezTo>
                <a:cubicBezTo>
                  <a:pt x="260" y="48"/>
                  <a:pt x="263" y="46"/>
                  <a:pt x="264" y="45"/>
                </a:cubicBezTo>
                <a:cubicBezTo>
                  <a:pt x="264" y="45"/>
                  <a:pt x="267" y="42"/>
                  <a:pt x="266" y="46"/>
                </a:cubicBezTo>
                <a:lnTo>
                  <a:pt x="265" y="55"/>
                </a:lnTo>
                <a:cubicBezTo>
                  <a:pt x="265" y="59"/>
                  <a:pt x="258" y="64"/>
                  <a:pt x="256" y="66"/>
                </a:cubicBezTo>
                <a:cubicBezTo>
                  <a:pt x="256" y="66"/>
                  <a:pt x="253" y="69"/>
                  <a:pt x="251" y="69"/>
                </a:cubicBezTo>
                <a:cubicBezTo>
                  <a:pt x="251" y="69"/>
                  <a:pt x="249" y="68"/>
                  <a:pt x="251" y="72"/>
                </a:cubicBezTo>
                <a:cubicBezTo>
                  <a:pt x="251" y="72"/>
                  <a:pt x="255" y="76"/>
                  <a:pt x="257" y="75"/>
                </a:cubicBezTo>
                <a:lnTo>
                  <a:pt x="261" y="71"/>
                </a:lnTo>
                <a:lnTo>
                  <a:pt x="263" y="67"/>
                </a:lnTo>
                <a:cubicBezTo>
                  <a:pt x="263" y="67"/>
                  <a:pt x="266" y="63"/>
                  <a:pt x="265" y="69"/>
                </a:cubicBezTo>
                <a:cubicBezTo>
                  <a:pt x="265" y="69"/>
                  <a:pt x="265" y="77"/>
                  <a:pt x="263" y="79"/>
                </a:cubicBezTo>
                <a:cubicBezTo>
                  <a:pt x="263" y="79"/>
                  <a:pt x="262" y="79"/>
                  <a:pt x="264" y="82"/>
                </a:cubicBezTo>
                <a:cubicBezTo>
                  <a:pt x="264" y="82"/>
                  <a:pt x="266" y="87"/>
                  <a:pt x="268" y="85"/>
                </a:cubicBezTo>
                <a:lnTo>
                  <a:pt x="270" y="81"/>
                </a:lnTo>
                <a:cubicBezTo>
                  <a:pt x="270" y="81"/>
                  <a:pt x="272" y="78"/>
                  <a:pt x="271" y="76"/>
                </a:cubicBezTo>
                <a:cubicBezTo>
                  <a:pt x="270" y="75"/>
                  <a:pt x="271" y="57"/>
                  <a:pt x="271" y="57"/>
                </a:cubicBezTo>
                <a:lnTo>
                  <a:pt x="277" y="48"/>
                </a:lnTo>
                <a:cubicBezTo>
                  <a:pt x="277" y="48"/>
                  <a:pt x="281" y="44"/>
                  <a:pt x="277" y="44"/>
                </a:cubicBezTo>
                <a:cubicBezTo>
                  <a:pt x="277" y="44"/>
                  <a:pt x="275" y="46"/>
                  <a:pt x="273" y="49"/>
                </a:cubicBezTo>
                <a:cubicBezTo>
                  <a:pt x="273" y="49"/>
                  <a:pt x="271" y="51"/>
                  <a:pt x="272" y="46"/>
                </a:cubicBezTo>
                <a:lnTo>
                  <a:pt x="272" y="40"/>
                </a:lnTo>
                <a:cubicBezTo>
                  <a:pt x="272" y="40"/>
                  <a:pt x="271" y="37"/>
                  <a:pt x="275" y="36"/>
                </a:cubicBezTo>
                <a:lnTo>
                  <a:pt x="279" y="33"/>
                </a:lnTo>
                <a:cubicBezTo>
                  <a:pt x="279" y="33"/>
                  <a:pt x="282" y="31"/>
                  <a:pt x="280" y="30"/>
                </a:cubicBezTo>
                <a:cubicBezTo>
                  <a:pt x="280" y="30"/>
                  <a:pt x="276" y="26"/>
                  <a:pt x="276" y="30"/>
                </a:cubicBezTo>
                <a:lnTo>
                  <a:pt x="274" y="32"/>
                </a:lnTo>
                <a:cubicBezTo>
                  <a:pt x="274" y="32"/>
                  <a:pt x="272" y="34"/>
                  <a:pt x="273" y="30"/>
                </a:cubicBezTo>
                <a:lnTo>
                  <a:pt x="274" y="23"/>
                </a:lnTo>
                <a:cubicBezTo>
                  <a:pt x="274" y="23"/>
                  <a:pt x="274" y="18"/>
                  <a:pt x="276" y="17"/>
                </a:cubicBezTo>
                <a:cubicBezTo>
                  <a:pt x="276" y="17"/>
                  <a:pt x="273" y="11"/>
                  <a:pt x="269" y="14"/>
                </a:cubicBezTo>
                <a:cubicBezTo>
                  <a:pt x="269" y="14"/>
                  <a:pt x="263" y="17"/>
                  <a:pt x="267" y="21"/>
                </a:cubicBezTo>
                <a:lnTo>
                  <a:pt x="266" y="35"/>
                </a:lnTo>
                <a:cubicBezTo>
                  <a:pt x="266" y="35"/>
                  <a:pt x="266" y="38"/>
                  <a:pt x="264" y="38"/>
                </a:cubicBezTo>
                <a:lnTo>
                  <a:pt x="258" y="42"/>
                </a:lnTo>
                <a:lnTo>
                  <a:pt x="256" y="43"/>
                </a:lnTo>
                <a:lnTo>
                  <a:pt x="255" y="43"/>
                </a:lnTo>
                <a:close/>
              </a:path>
              <a:path w="489" h="98">
                <a:moveTo>
                  <a:pt x="303" y="56"/>
                </a:moveTo>
                <a:cubicBezTo>
                  <a:pt x="303" y="56"/>
                  <a:pt x="300" y="63"/>
                  <a:pt x="298" y="65"/>
                </a:cubicBezTo>
                <a:lnTo>
                  <a:pt x="304" y="70"/>
                </a:lnTo>
                <a:cubicBezTo>
                  <a:pt x="304" y="70"/>
                  <a:pt x="306" y="73"/>
                  <a:pt x="317" y="73"/>
                </a:cubicBezTo>
                <a:cubicBezTo>
                  <a:pt x="317" y="73"/>
                  <a:pt x="323" y="73"/>
                  <a:pt x="316" y="76"/>
                </a:cubicBezTo>
                <a:lnTo>
                  <a:pt x="307" y="81"/>
                </a:lnTo>
                <a:cubicBezTo>
                  <a:pt x="307" y="81"/>
                  <a:pt x="300" y="84"/>
                  <a:pt x="299" y="80"/>
                </a:cubicBezTo>
                <a:lnTo>
                  <a:pt x="295" y="73"/>
                </a:lnTo>
                <a:cubicBezTo>
                  <a:pt x="295" y="73"/>
                  <a:pt x="294" y="68"/>
                  <a:pt x="293" y="72"/>
                </a:cubicBezTo>
                <a:cubicBezTo>
                  <a:pt x="293" y="72"/>
                  <a:pt x="288" y="78"/>
                  <a:pt x="285" y="78"/>
                </a:cubicBezTo>
                <a:cubicBezTo>
                  <a:pt x="285" y="78"/>
                  <a:pt x="280" y="79"/>
                  <a:pt x="276" y="77"/>
                </a:cubicBezTo>
                <a:cubicBezTo>
                  <a:pt x="276" y="77"/>
                  <a:pt x="269" y="77"/>
                  <a:pt x="279" y="75"/>
                </a:cubicBezTo>
                <a:cubicBezTo>
                  <a:pt x="279" y="75"/>
                  <a:pt x="286" y="73"/>
                  <a:pt x="290" y="66"/>
                </a:cubicBezTo>
                <a:lnTo>
                  <a:pt x="283" y="58"/>
                </a:lnTo>
                <a:cubicBezTo>
                  <a:pt x="283" y="58"/>
                  <a:pt x="280" y="55"/>
                  <a:pt x="284" y="55"/>
                </a:cubicBezTo>
                <a:cubicBezTo>
                  <a:pt x="284" y="55"/>
                  <a:pt x="285" y="54"/>
                  <a:pt x="289" y="57"/>
                </a:cubicBezTo>
                <a:cubicBezTo>
                  <a:pt x="289" y="57"/>
                  <a:pt x="291" y="59"/>
                  <a:pt x="292" y="60"/>
                </a:cubicBezTo>
                <a:cubicBezTo>
                  <a:pt x="293" y="60"/>
                  <a:pt x="293" y="61"/>
                  <a:pt x="295" y="59"/>
                </a:cubicBezTo>
                <a:cubicBezTo>
                  <a:pt x="295" y="58"/>
                  <a:pt x="296" y="56"/>
                  <a:pt x="298" y="52"/>
                </a:cubicBezTo>
                <a:cubicBezTo>
                  <a:pt x="298" y="52"/>
                  <a:pt x="300" y="49"/>
                  <a:pt x="296" y="50"/>
                </a:cubicBezTo>
                <a:cubicBezTo>
                  <a:pt x="296" y="50"/>
                  <a:pt x="293" y="52"/>
                  <a:pt x="292" y="54"/>
                </a:cubicBezTo>
                <a:cubicBezTo>
                  <a:pt x="292" y="54"/>
                  <a:pt x="290" y="56"/>
                  <a:pt x="287" y="54"/>
                </a:cubicBezTo>
                <a:cubicBezTo>
                  <a:pt x="287" y="54"/>
                  <a:pt x="282" y="51"/>
                  <a:pt x="285" y="49"/>
                </a:cubicBezTo>
                <a:lnTo>
                  <a:pt x="286" y="45"/>
                </a:lnTo>
                <a:cubicBezTo>
                  <a:pt x="286" y="45"/>
                  <a:pt x="288" y="40"/>
                  <a:pt x="284" y="44"/>
                </a:cubicBezTo>
                <a:cubicBezTo>
                  <a:pt x="284" y="44"/>
                  <a:pt x="282" y="47"/>
                  <a:pt x="281" y="45"/>
                </a:cubicBezTo>
                <a:lnTo>
                  <a:pt x="276" y="41"/>
                </a:lnTo>
                <a:cubicBezTo>
                  <a:pt x="276" y="41"/>
                  <a:pt x="273" y="38"/>
                  <a:pt x="278" y="39"/>
                </a:cubicBezTo>
                <a:lnTo>
                  <a:pt x="290" y="34"/>
                </a:lnTo>
                <a:cubicBezTo>
                  <a:pt x="290" y="34"/>
                  <a:pt x="291" y="25"/>
                  <a:pt x="292" y="23"/>
                </a:cubicBezTo>
                <a:cubicBezTo>
                  <a:pt x="292" y="23"/>
                  <a:pt x="293" y="14"/>
                  <a:pt x="298" y="15"/>
                </a:cubicBezTo>
                <a:cubicBezTo>
                  <a:pt x="298" y="15"/>
                  <a:pt x="302" y="15"/>
                  <a:pt x="305" y="23"/>
                </a:cubicBezTo>
                <a:cubicBezTo>
                  <a:pt x="305" y="23"/>
                  <a:pt x="308" y="26"/>
                  <a:pt x="304" y="29"/>
                </a:cubicBezTo>
                <a:cubicBezTo>
                  <a:pt x="304" y="29"/>
                  <a:pt x="296" y="34"/>
                  <a:pt x="295" y="35"/>
                </a:cubicBezTo>
                <a:cubicBezTo>
                  <a:pt x="295" y="35"/>
                  <a:pt x="292" y="37"/>
                  <a:pt x="291" y="41"/>
                </a:cubicBezTo>
                <a:cubicBezTo>
                  <a:pt x="291" y="41"/>
                  <a:pt x="287" y="50"/>
                  <a:pt x="291" y="47"/>
                </a:cubicBezTo>
                <a:lnTo>
                  <a:pt x="301" y="40"/>
                </a:lnTo>
                <a:cubicBezTo>
                  <a:pt x="301" y="40"/>
                  <a:pt x="302" y="37"/>
                  <a:pt x="307" y="41"/>
                </a:cubicBezTo>
                <a:cubicBezTo>
                  <a:pt x="307" y="41"/>
                  <a:pt x="312" y="44"/>
                  <a:pt x="309" y="47"/>
                </a:cubicBezTo>
                <a:lnTo>
                  <a:pt x="305" y="52"/>
                </a:lnTo>
                <a:lnTo>
                  <a:pt x="303" y="54"/>
                </a:lnTo>
                <a:lnTo>
                  <a:pt x="303" y="56"/>
                </a:lnTo>
                <a:close/>
                <a:moveTo>
                  <a:pt x="295" y="27"/>
                </a:moveTo>
                <a:cubicBezTo>
                  <a:pt x="295" y="27"/>
                  <a:pt x="297" y="22"/>
                  <a:pt x="299" y="24"/>
                </a:cubicBezTo>
                <a:cubicBezTo>
                  <a:pt x="299" y="24"/>
                  <a:pt x="302" y="24"/>
                  <a:pt x="299" y="27"/>
                </a:cubicBezTo>
                <a:lnTo>
                  <a:pt x="297" y="30"/>
                </a:lnTo>
                <a:cubicBezTo>
                  <a:pt x="297" y="30"/>
                  <a:pt x="294" y="33"/>
                  <a:pt x="295" y="28"/>
                </a:cubicBezTo>
                <a:cubicBezTo>
                  <a:pt x="294" y="33"/>
                  <a:pt x="295" y="27"/>
                  <a:pt x="295" y="27"/>
                </a:cubicBezTo>
                <a:close/>
              </a:path>
              <a:path w="489" h="98">
                <a:moveTo>
                  <a:pt x="354" y="54"/>
                </a:moveTo>
                <a:cubicBezTo>
                  <a:pt x="354" y="54"/>
                  <a:pt x="348" y="58"/>
                  <a:pt x="341" y="59"/>
                </a:cubicBezTo>
                <a:cubicBezTo>
                  <a:pt x="341" y="59"/>
                  <a:pt x="336" y="59"/>
                  <a:pt x="342" y="62"/>
                </a:cubicBezTo>
                <a:lnTo>
                  <a:pt x="347" y="66"/>
                </a:lnTo>
                <a:cubicBezTo>
                  <a:pt x="347" y="66"/>
                  <a:pt x="352" y="67"/>
                  <a:pt x="354" y="64"/>
                </a:cubicBezTo>
                <a:lnTo>
                  <a:pt x="358" y="61"/>
                </a:lnTo>
                <a:cubicBezTo>
                  <a:pt x="358" y="61"/>
                  <a:pt x="364" y="56"/>
                  <a:pt x="361" y="63"/>
                </a:cubicBezTo>
                <a:cubicBezTo>
                  <a:pt x="361" y="63"/>
                  <a:pt x="357" y="73"/>
                  <a:pt x="342" y="79"/>
                </a:cubicBezTo>
                <a:cubicBezTo>
                  <a:pt x="342" y="79"/>
                  <a:pt x="335" y="81"/>
                  <a:pt x="346" y="80"/>
                </a:cubicBezTo>
                <a:cubicBezTo>
                  <a:pt x="346" y="80"/>
                  <a:pt x="365" y="83"/>
                  <a:pt x="372" y="50"/>
                </a:cubicBezTo>
                <a:cubicBezTo>
                  <a:pt x="372" y="50"/>
                  <a:pt x="385" y="41"/>
                  <a:pt x="388" y="40"/>
                </a:cubicBezTo>
                <a:cubicBezTo>
                  <a:pt x="388" y="40"/>
                  <a:pt x="393" y="37"/>
                  <a:pt x="387" y="36"/>
                </a:cubicBezTo>
                <a:cubicBezTo>
                  <a:pt x="387" y="36"/>
                  <a:pt x="383" y="33"/>
                  <a:pt x="380" y="38"/>
                </a:cubicBezTo>
                <a:lnTo>
                  <a:pt x="377" y="40"/>
                </a:lnTo>
                <a:cubicBezTo>
                  <a:pt x="377" y="40"/>
                  <a:pt x="373" y="43"/>
                  <a:pt x="374" y="37"/>
                </a:cubicBezTo>
                <a:lnTo>
                  <a:pt x="376" y="26"/>
                </a:lnTo>
                <a:cubicBezTo>
                  <a:pt x="376" y="26"/>
                  <a:pt x="377" y="22"/>
                  <a:pt x="374" y="21"/>
                </a:cubicBezTo>
                <a:cubicBezTo>
                  <a:pt x="371" y="19"/>
                  <a:pt x="368" y="15"/>
                  <a:pt x="368" y="15"/>
                </a:cubicBezTo>
                <a:cubicBezTo>
                  <a:pt x="368" y="15"/>
                  <a:pt x="365" y="12"/>
                  <a:pt x="365" y="18"/>
                </a:cubicBezTo>
                <a:cubicBezTo>
                  <a:pt x="365" y="18"/>
                  <a:pt x="368" y="35"/>
                  <a:pt x="365" y="47"/>
                </a:cubicBezTo>
                <a:lnTo>
                  <a:pt x="359" y="51"/>
                </a:lnTo>
                <a:lnTo>
                  <a:pt x="357" y="53"/>
                </a:lnTo>
                <a:lnTo>
                  <a:pt x="354" y="54"/>
                </a:lnTo>
                <a:close/>
              </a:path>
              <a:path w="489" h="98">
                <a:moveTo>
                  <a:pt x="378" y="66"/>
                </a:moveTo>
                <a:lnTo>
                  <a:pt x="383" y="76"/>
                </a:lnTo>
                <a:cubicBezTo>
                  <a:pt x="383" y="76"/>
                  <a:pt x="386" y="79"/>
                  <a:pt x="391" y="76"/>
                </a:cubicBezTo>
                <a:lnTo>
                  <a:pt x="401" y="72"/>
                </a:lnTo>
                <a:cubicBezTo>
                  <a:pt x="401" y="72"/>
                  <a:pt x="405" y="70"/>
                  <a:pt x="400" y="70"/>
                </a:cubicBezTo>
                <a:cubicBezTo>
                  <a:pt x="400" y="70"/>
                  <a:pt x="384" y="70"/>
                  <a:pt x="377" y="55"/>
                </a:cubicBezTo>
                <a:cubicBezTo>
                  <a:pt x="377" y="55"/>
                  <a:pt x="374" y="51"/>
                  <a:pt x="374" y="55"/>
                </a:cubicBezTo>
                <a:cubicBezTo>
                  <a:pt x="374" y="55"/>
                  <a:pt x="373" y="56"/>
                  <a:pt x="376" y="60"/>
                </a:cubicBezTo>
                <a:lnTo>
                  <a:pt x="377" y="63"/>
                </a:lnTo>
                <a:lnTo>
                  <a:pt x="378" y="66"/>
                </a:lnTo>
                <a:close/>
              </a:path>
              <a:path w="489" h="98">
                <a:moveTo>
                  <a:pt x="437" y="62"/>
                </a:moveTo>
                <a:cubicBezTo>
                  <a:pt x="437" y="62"/>
                  <a:pt x="428" y="68"/>
                  <a:pt x="424" y="68"/>
                </a:cubicBezTo>
                <a:cubicBezTo>
                  <a:pt x="424" y="68"/>
                  <a:pt x="420" y="68"/>
                  <a:pt x="424" y="71"/>
                </a:cubicBezTo>
                <a:lnTo>
                  <a:pt x="432" y="74"/>
                </a:lnTo>
                <a:cubicBezTo>
                  <a:pt x="432" y="74"/>
                  <a:pt x="436" y="78"/>
                  <a:pt x="438" y="73"/>
                </a:cubicBezTo>
                <a:cubicBezTo>
                  <a:pt x="438" y="73"/>
                  <a:pt x="449" y="59"/>
                  <a:pt x="452" y="59"/>
                </a:cubicBezTo>
                <a:cubicBezTo>
                  <a:pt x="452" y="59"/>
                  <a:pt x="456" y="55"/>
                  <a:pt x="456" y="60"/>
                </a:cubicBezTo>
                <a:cubicBezTo>
                  <a:pt x="456" y="60"/>
                  <a:pt x="456" y="68"/>
                  <a:pt x="456" y="77"/>
                </a:cubicBezTo>
                <a:cubicBezTo>
                  <a:pt x="456" y="77"/>
                  <a:pt x="458" y="86"/>
                  <a:pt x="450" y="85"/>
                </a:cubicBezTo>
                <a:lnTo>
                  <a:pt x="444" y="86"/>
                </a:lnTo>
                <a:lnTo>
                  <a:pt x="451" y="89"/>
                </a:lnTo>
                <a:lnTo>
                  <a:pt x="457" y="91"/>
                </a:lnTo>
                <a:cubicBezTo>
                  <a:pt x="457" y="91"/>
                  <a:pt x="462" y="94"/>
                  <a:pt x="464" y="88"/>
                </a:cubicBezTo>
                <a:cubicBezTo>
                  <a:pt x="464" y="88"/>
                  <a:pt x="465" y="86"/>
                  <a:pt x="463" y="75"/>
                </a:cubicBezTo>
                <a:lnTo>
                  <a:pt x="461" y="54"/>
                </a:lnTo>
                <a:cubicBezTo>
                  <a:pt x="461" y="54"/>
                  <a:pt x="463" y="49"/>
                  <a:pt x="467" y="53"/>
                </a:cubicBezTo>
                <a:lnTo>
                  <a:pt x="467" y="56"/>
                </a:lnTo>
                <a:cubicBezTo>
                  <a:pt x="467" y="56"/>
                  <a:pt x="466" y="60"/>
                  <a:pt x="471" y="56"/>
                </a:cubicBezTo>
                <a:cubicBezTo>
                  <a:pt x="471" y="56"/>
                  <a:pt x="474" y="53"/>
                  <a:pt x="477" y="53"/>
                </a:cubicBezTo>
                <a:cubicBezTo>
                  <a:pt x="477" y="53"/>
                  <a:pt x="480" y="50"/>
                  <a:pt x="476" y="49"/>
                </a:cubicBezTo>
                <a:cubicBezTo>
                  <a:pt x="476" y="49"/>
                  <a:pt x="473" y="45"/>
                  <a:pt x="468" y="46"/>
                </a:cubicBezTo>
                <a:cubicBezTo>
                  <a:pt x="468" y="46"/>
                  <a:pt x="463" y="46"/>
                  <a:pt x="469" y="41"/>
                </a:cubicBezTo>
                <a:lnTo>
                  <a:pt x="473" y="38"/>
                </a:lnTo>
                <a:cubicBezTo>
                  <a:pt x="473" y="38"/>
                  <a:pt x="477" y="35"/>
                  <a:pt x="472" y="33"/>
                </a:cubicBezTo>
                <a:lnTo>
                  <a:pt x="470" y="31"/>
                </a:lnTo>
                <a:cubicBezTo>
                  <a:pt x="470" y="31"/>
                  <a:pt x="467" y="30"/>
                  <a:pt x="473" y="25"/>
                </a:cubicBezTo>
                <a:cubicBezTo>
                  <a:pt x="473" y="25"/>
                  <a:pt x="478" y="20"/>
                  <a:pt x="483" y="19"/>
                </a:cubicBezTo>
                <a:cubicBezTo>
                  <a:pt x="483" y="19"/>
                  <a:pt x="489" y="15"/>
                  <a:pt x="483" y="9"/>
                </a:cubicBezTo>
                <a:cubicBezTo>
                  <a:pt x="483" y="9"/>
                  <a:pt x="478" y="2"/>
                  <a:pt x="472" y="6"/>
                </a:cubicBezTo>
                <a:lnTo>
                  <a:pt x="462" y="11"/>
                </a:lnTo>
                <a:cubicBezTo>
                  <a:pt x="462" y="11"/>
                  <a:pt x="458" y="14"/>
                  <a:pt x="461" y="10"/>
                </a:cubicBezTo>
                <a:cubicBezTo>
                  <a:pt x="461" y="10"/>
                  <a:pt x="463" y="6"/>
                  <a:pt x="460" y="5"/>
                </a:cubicBezTo>
                <a:lnTo>
                  <a:pt x="457" y="3"/>
                </a:lnTo>
                <a:cubicBezTo>
                  <a:pt x="457" y="3"/>
                  <a:pt x="453" y="0"/>
                  <a:pt x="453" y="4"/>
                </a:cubicBezTo>
                <a:cubicBezTo>
                  <a:pt x="453" y="4"/>
                  <a:pt x="451" y="12"/>
                  <a:pt x="447" y="10"/>
                </a:cubicBezTo>
                <a:cubicBezTo>
                  <a:pt x="447" y="10"/>
                  <a:pt x="442" y="8"/>
                  <a:pt x="442" y="11"/>
                </a:cubicBezTo>
                <a:cubicBezTo>
                  <a:pt x="442" y="11"/>
                  <a:pt x="449" y="15"/>
                  <a:pt x="446" y="18"/>
                </a:cubicBezTo>
                <a:cubicBezTo>
                  <a:pt x="446" y="18"/>
                  <a:pt x="441" y="24"/>
                  <a:pt x="439" y="18"/>
                </a:cubicBezTo>
                <a:cubicBezTo>
                  <a:pt x="439" y="18"/>
                  <a:pt x="436" y="11"/>
                  <a:pt x="430" y="9"/>
                </a:cubicBezTo>
                <a:cubicBezTo>
                  <a:pt x="430" y="9"/>
                  <a:pt x="425" y="7"/>
                  <a:pt x="428" y="11"/>
                </a:cubicBezTo>
                <a:cubicBezTo>
                  <a:pt x="428" y="11"/>
                  <a:pt x="434" y="16"/>
                  <a:pt x="435" y="21"/>
                </a:cubicBezTo>
                <a:cubicBezTo>
                  <a:pt x="435" y="21"/>
                  <a:pt x="438" y="27"/>
                  <a:pt x="433" y="23"/>
                </a:cubicBezTo>
                <a:cubicBezTo>
                  <a:pt x="433" y="23"/>
                  <a:pt x="426" y="17"/>
                  <a:pt x="427" y="21"/>
                </a:cubicBezTo>
                <a:cubicBezTo>
                  <a:pt x="427" y="21"/>
                  <a:pt x="433" y="32"/>
                  <a:pt x="436" y="37"/>
                </a:cubicBezTo>
                <a:cubicBezTo>
                  <a:pt x="436" y="37"/>
                  <a:pt x="439" y="42"/>
                  <a:pt x="439" y="36"/>
                </a:cubicBezTo>
                <a:cubicBezTo>
                  <a:pt x="439" y="36"/>
                  <a:pt x="438" y="30"/>
                  <a:pt x="442" y="34"/>
                </a:cubicBezTo>
                <a:cubicBezTo>
                  <a:pt x="442" y="34"/>
                  <a:pt x="445" y="37"/>
                  <a:pt x="447" y="35"/>
                </a:cubicBezTo>
                <a:cubicBezTo>
                  <a:pt x="447" y="35"/>
                  <a:pt x="449" y="31"/>
                  <a:pt x="447" y="31"/>
                </a:cubicBezTo>
                <a:cubicBezTo>
                  <a:pt x="444" y="30"/>
                  <a:pt x="445" y="26"/>
                  <a:pt x="445" y="26"/>
                </a:cubicBezTo>
                <a:cubicBezTo>
                  <a:pt x="445" y="26"/>
                  <a:pt x="443" y="22"/>
                  <a:pt x="445" y="22"/>
                </a:cubicBezTo>
                <a:cubicBezTo>
                  <a:pt x="445" y="22"/>
                  <a:pt x="453" y="17"/>
                  <a:pt x="450" y="22"/>
                </a:cubicBezTo>
                <a:cubicBezTo>
                  <a:pt x="450" y="22"/>
                  <a:pt x="444" y="27"/>
                  <a:pt x="452" y="32"/>
                </a:cubicBezTo>
                <a:cubicBezTo>
                  <a:pt x="452" y="32"/>
                  <a:pt x="460" y="35"/>
                  <a:pt x="463" y="28"/>
                </a:cubicBezTo>
                <a:cubicBezTo>
                  <a:pt x="463" y="28"/>
                  <a:pt x="464" y="23"/>
                  <a:pt x="462" y="21"/>
                </a:cubicBezTo>
                <a:cubicBezTo>
                  <a:pt x="462" y="21"/>
                  <a:pt x="458" y="16"/>
                  <a:pt x="463" y="16"/>
                </a:cubicBezTo>
                <a:lnTo>
                  <a:pt x="468" y="14"/>
                </a:lnTo>
                <a:cubicBezTo>
                  <a:pt x="468" y="14"/>
                  <a:pt x="473" y="12"/>
                  <a:pt x="472" y="16"/>
                </a:cubicBezTo>
                <a:lnTo>
                  <a:pt x="466" y="28"/>
                </a:lnTo>
                <a:cubicBezTo>
                  <a:pt x="466" y="28"/>
                  <a:pt x="463" y="34"/>
                  <a:pt x="460" y="34"/>
                </a:cubicBezTo>
                <a:lnTo>
                  <a:pt x="444" y="43"/>
                </a:lnTo>
                <a:cubicBezTo>
                  <a:pt x="444" y="43"/>
                  <a:pt x="437" y="45"/>
                  <a:pt x="442" y="46"/>
                </a:cubicBezTo>
                <a:cubicBezTo>
                  <a:pt x="442" y="46"/>
                  <a:pt x="447" y="48"/>
                  <a:pt x="450" y="44"/>
                </a:cubicBezTo>
                <a:lnTo>
                  <a:pt x="458" y="40"/>
                </a:lnTo>
                <a:cubicBezTo>
                  <a:pt x="458" y="40"/>
                  <a:pt x="463" y="36"/>
                  <a:pt x="460" y="42"/>
                </a:cubicBezTo>
                <a:cubicBezTo>
                  <a:pt x="460" y="42"/>
                  <a:pt x="460" y="47"/>
                  <a:pt x="453" y="52"/>
                </a:cubicBezTo>
                <a:lnTo>
                  <a:pt x="443" y="59"/>
                </a:lnTo>
                <a:lnTo>
                  <a:pt x="440" y="60"/>
                </a:lnTo>
                <a:lnTo>
                  <a:pt x="437" y="62"/>
                </a:lnTo>
                <a:close/>
                <a:moveTo>
                  <a:pt x="456" y="23"/>
                </a:moveTo>
                <a:cubicBezTo>
                  <a:pt x="457" y="23"/>
                  <a:pt x="458" y="24"/>
                  <a:pt x="458" y="25"/>
                </a:cubicBezTo>
                <a:cubicBezTo>
                  <a:pt x="458" y="27"/>
                  <a:pt x="457" y="28"/>
                  <a:pt x="456" y="28"/>
                </a:cubicBezTo>
                <a:cubicBezTo>
                  <a:pt x="455" y="28"/>
                  <a:pt x="454" y="27"/>
                  <a:pt x="454" y="25"/>
                </a:cubicBezTo>
                <a:cubicBezTo>
                  <a:pt x="454" y="24"/>
                  <a:pt x="455" y="23"/>
                  <a:pt x="456" y="23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19" name="Freeform 6"/>
          <p:cNvSpPr>
            <a:spLocks noGrp="1"/>
          </p:cNvSpPr>
          <p:nvPr/>
        </p:nvSpPr>
        <p:spPr>
          <a:xfrm>
            <a:off x="10465525" y="520851"/>
            <a:ext cx="1549319" cy="49527"/>
          </a:xfrm>
          <a:custGeom>
            <a:avLst/>
            <a:gdLst/>
            <a:ahLst/>
            <a:cxnLst/>
            <a:rect l="l" t="t" r="r" b="b"/>
            <a:pathLst>
              <a:path w="471" h="15">
                <a:moveTo>
                  <a:pt x="0" y="15"/>
                </a:moveTo>
                <a:lnTo>
                  <a:pt x="0" y="0"/>
                </a:lnTo>
                <a:lnTo>
                  <a:pt x="2" y="0"/>
                </a:lnTo>
                <a:lnTo>
                  <a:pt x="2" y="6"/>
                </a:lnTo>
                <a:lnTo>
                  <a:pt x="9" y="6"/>
                </a:lnTo>
                <a:lnTo>
                  <a:pt x="9" y="0"/>
                </a:lnTo>
                <a:lnTo>
                  <a:pt x="10" y="0"/>
                </a:lnTo>
                <a:lnTo>
                  <a:pt x="10" y="15"/>
                </a:lnTo>
                <a:lnTo>
                  <a:pt x="9" y="15"/>
                </a:lnTo>
                <a:lnTo>
                  <a:pt x="9" y="8"/>
                </a:lnTo>
                <a:lnTo>
                  <a:pt x="2" y="8"/>
                </a:lnTo>
                <a:lnTo>
                  <a:pt x="2" y="15"/>
                </a:lnTo>
                <a:lnTo>
                  <a:pt x="0" y="15"/>
                </a:lnTo>
                <a:close/>
              </a:path>
              <a:path w="471" h="15">
                <a:moveTo>
                  <a:pt x="21" y="0"/>
                </a:moveTo>
                <a:lnTo>
                  <a:pt x="22" y="0"/>
                </a:lnTo>
                <a:lnTo>
                  <a:pt x="22" y="9"/>
                </a:lnTo>
                <a:cubicBezTo>
                  <a:pt x="22" y="10"/>
                  <a:pt x="22" y="11"/>
                  <a:pt x="22" y="12"/>
                </a:cubicBezTo>
                <a:cubicBezTo>
                  <a:pt x="22" y="13"/>
                  <a:pt x="21" y="14"/>
                  <a:pt x="20" y="14"/>
                </a:cubicBezTo>
                <a:cubicBezTo>
                  <a:pt x="20" y="15"/>
                  <a:pt x="19" y="15"/>
                  <a:pt x="17" y="15"/>
                </a:cubicBezTo>
                <a:cubicBezTo>
                  <a:pt x="16" y="15"/>
                  <a:pt x="15" y="15"/>
                  <a:pt x="15" y="14"/>
                </a:cubicBezTo>
                <a:cubicBezTo>
                  <a:pt x="14" y="14"/>
                  <a:pt x="13" y="13"/>
                  <a:pt x="13" y="12"/>
                </a:cubicBezTo>
                <a:cubicBezTo>
                  <a:pt x="13" y="11"/>
                  <a:pt x="12" y="10"/>
                  <a:pt x="12" y="9"/>
                </a:cubicBezTo>
                <a:lnTo>
                  <a:pt x="12" y="0"/>
                </a:lnTo>
                <a:lnTo>
                  <a:pt x="14" y="0"/>
                </a:lnTo>
                <a:lnTo>
                  <a:pt x="14" y="9"/>
                </a:lnTo>
                <a:cubicBezTo>
                  <a:pt x="14" y="10"/>
                  <a:pt x="14" y="11"/>
                  <a:pt x="14" y="11"/>
                </a:cubicBezTo>
                <a:cubicBezTo>
                  <a:pt x="15" y="12"/>
                  <a:pt x="15" y="12"/>
                  <a:pt x="15" y="13"/>
                </a:cubicBezTo>
                <a:cubicBezTo>
                  <a:pt x="16" y="13"/>
                  <a:pt x="17" y="13"/>
                  <a:pt x="17" y="13"/>
                </a:cubicBezTo>
                <a:cubicBezTo>
                  <a:pt x="18" y="13"/>
                  <a:pt x="19" y="13"/>
                  <a:pt x="20" y="12"/>
                </a:cubicBezTo>
                <a:cubicBezTo>
                  <a:pt x="20" y="12"/>
                  <a:pt x="21" y="10"/>
                  <a:pt x="21" y="9"/>
                </a:cubicBezTo>
                <a:lnTo>
                  <a:pt x="21" y="0"/>
                </a:lnTo>
                <a:close/>
              </a:path>
              <a:path w="471" h="15">
                <a:moveTo>
                  <a:pt x="23" y="15"/>
                </a:moveTo>
                <a:lnTo>
                  <a:pt x="28" y="0"/>
                </a:lnTo>
                <a:lnTo>
                  <a:pt x="30" y="0"/>
                </a:lnTo>
                <a:lnTo>
                  <a:pt x="35" y="15"/>
                </a:lnTo>
                <a:lnTo>
                  <a:pt x="33" y="15"/>
                </a:lnTo>
                <a:lnTo>
                  <a:pt x="32" y="10"/>
                </a:lnTo>
                <a:lnTo>
                  <a:pt x="26" y="10"/>
                </a:lnTo>
                <a:lnTo>
                  <a:pt x="25" y="15"/>
                </a:lnTo>
                <a:lnTo>
                  <a:pt x="23" y="15"/>
                </a:lnTo>
                <a:close/>
                <a:moveTo>
                  <a:pt x="27" y="9"/>
                </a:moveTo>
                <a:lnTo>
                  <a:pt x="31" y="9"/>
                </a:lnTo>
                <a:lnTo>
                  <a:pt x="30" y="5"/>
                </a:lnTo>
                <a:cubicBezTo>
                  <a:pt x="29" y="4"/>
                  <a:pt x="29" y="3"/>
                  <a:pt x="29" y="2"/>
                </a:cubicBezTo>
                <a:cubicBezTo>
                  <a:pt x="29" y="3"/>
                  <a:pt x="28" y="4"/>
                  <a:pt x="28" y="5"/>
                </a:cubicBezTo>
                <a:lnTo>
                  <a:pt x="27" y="9"/>
                </a:lnTo>
                <a:close/>
              </a:path>
              <a:path w="471" h="15">
                <a:moveTo>
                  <a:pt x="35" y="15"/>
                </a:moveTo>
                <a:lnTo>
                  <a:pt x="35" y="13"/>
                </a:lnTo>
                <a:lnTo>
                  <a:pt x="41" y="4"/>
                </a:lnTo>
                <a:cubicBezTo>
                  <a:pt x="42" y="3"/>
                  <a:pt x="42" y="2"/>
                  <a:pt x="42" y="2"/>
                </a:cubicBezTo>
                <a:lnTo>
                  <a:pt x="35" y="2"/>
                </a:lnTo>
                <a:lnTo>
                  <a:pt x="35" y="0"/>
                </a:lnTo>
                <a:lnTo>
                  <a:pt x="44" y="0"/>
                </a:lnTo>
                <a:lnTo>
                  <a:pt x="44" y="2"/>
                </a:lnTo>
                <a:lnTo>
                  <a:pt x="37" y="12"/>
                </a:lnTo>
                <a:lnTo>
                  <a:pt x="37" y="13"/>
                </a:lnTo>
                <a:lnTo>
                  <a:pt x="45" y="13"/>
                </a:lnTo>
                <a:lnTo>
                  <a:pt x="45" y="15"/>
                </a:lnTo>
                <a:lnTo>
                  <a:pt x="35" y="15"/>
                </a:lnTo>
                <a:close/>
              </a:path>
              <a:path w="471" h="15">
                <a:moveTo>
                  <a:pt x="46" y="15"/>
                </a:moveTo>
                <a:lnTo>
                  <a:pt x="46" y="0"/>
                </a:lnTo>
                <a:lnTo>
                  <a:pt x="48" y="0"/>
                </a:lnTo>
                <a:lnTo>
                  <a:pt x="48" y="6"/>
                </a:lnTo>
                <a:lnTo>
                  <a:pt x="54" y="6"/>
                </a:lnTo>
                <a:lnTo>
                  <a:pt x="54" y="0"/>
                </a:lnTo>
                <a:lnTo>
                  <a:pt x="56" y="0"/>
                </a:lnTo>
                <a:lnTo>
                  <a:pt x="56" y="15"/>
                </a:lnTo>
                <a:lnTo>
                  <a:pt x="54" y="15"/>
                </a:lnTo>
                <a:lnTo>
                  <a:pt x="54" y="8"/>
                </a:lnTo>
                <a:lnTo>
                  <a:pt x="48" y="8"/>
                </a:lnTo>
                <a:lnTo>
                  <a:pt x="48" y="15"/>
                </a:lnTo>
                <a:lnTo>
                  <a:pt x="46" y="15"/>
                </a:lnTo>
                <a:close/>
              </a:path>
              <a:path w="471" h="15">
                <a:moveTo>
                  <a:pt x="58" y="8"/>
                </a:moveTo>
                <a:cubicBezTo>
                  <a:pt x="58" y="5"/>
                  <a:pt x="58" y="3"/>
                  <a:pt x="59" y="2"/>
                </a:cubicBezTo>
                <a:cubicBezTo>
                  <a:pt x="60" y="1"/>
                  <a:pt x="62" y="0"/>
                  <a:pt x="64" y="0"/>
                </a:cubicBezTo>
                <a:cubicBezTo>
                  <a:pt x="65" y="0"/>
                  <a:pt x="66" y="0"/>
                  <a:pt x="67" y="1"/>
                </a:cubicBezTo>
                <a:cubicBezTo>
                  <a:pt x="68" y="2"/>
                  <a:pt x="68" y="3"/>
                  <a:pt x="69" y="4"/>
                </a:cubicBezTo>
                <a:cubicBezTo>
                  <a:pt x="69" y="5"/>
                  <a:pt x="70" y="6"/>
                  <a:pt x="70" y="8"/>
                </a:cubicBezTo>
                <a:cubicBezTo>
                  <a:pt x="70" y="9"/>
                  <a:pt x="69" y="10"/>
                  <a:pt x="69" y="11"/>
                </a:cubicBezTo>
                <a:cubicBezTo>
                  <a:pt x="68" y="13"/>
                  <a:pt x="68" y="13"/>
                  <a:pt x="67" y="14"/>
                </a:cubicBezTo>
                <a:cubicBezTo>
                  <a:pt x="66" y="15"/>
                  <a:pt x="65" y="15"/>
                  <a:pt x="64" y="15"/>
                </a:cubicBezTo>
                <a:cubicBezTo>
                  <a:pt x="62" y="15"/>
                  <a:pt x="61" y="15"/>
                  <a:pt x="60" y="14"/>
                </a:cubicBezTo>
                <a:cubicBezTo>
                  <a:pt x="59" y="13"/>
                  <a:pt x="59" y="12"/>
                  <a:pt x="58" y="11"/>
                </a:cubicBezTo>
                <a:cubicBezTo>
                  <a:pt x="58" y="10"/>
                  <a:pt x="58" y="9"/>
                  <a:pt x="58" y="8"/>
                </a:cubicBezTo>
                <a:close/>
                <a:moveTo>
                  <a:pt x="59" y="8"/>
                </a:moveTo>
                <a:cubicBezTo>
                  <a:pt x="59" y="9"/>
                  <a:pt x="60" y="11"/>
                  <a:pt x="60" y="12"/>
                </a:cubicBezTo>
                <a:cubicBezTo>
                  <a:pt x="61" y="13"/>
                  <a:pt x="62" y="13"/>
                  <a:pt x="64" y="13"/>
                </a:cubicBezTo>
                <a:cubicBezTo>
                  <a:pt x="65" y="13"/>
                  <a:pt x="66" y="13"/>
                  <a:pt x="67" y="12"/>
                </a:cubicBezTo>
                <a:cubicBezTo>
                  <a:pt x="67" y="11"/>
                  <a:pt x="68" y="9"/>
                  <a:pt x="68" y="7"/>
                </a:cubicBezTo>
                <a:cubicBezTo>
                  <a:pt x="68" y="6"/>
                  <a:pt x="68" y="5"/>
                  <a:pt x="67" y="4"/>
                </a:cubicBezTo>
                <a:cubicBezTo>
                  <a:pt x="67" y="4"/>
                  <a:pt x="66" y="3"/>
                  <a:pt x="66" y="2"/>
                </a:cubicBezTo>
                <a:cubicBezTo>
                  <a:pt x="65" y="2"/>
                  <a:pt x="64" y="2"/>
                  <a:pt x="64" y="2"/>
                </a:cubicBezTo>
                <a:cubicBezTo>
                  <a:pt x="62" y="2"/>
                  <a:pt x="61" y="2"/>
                  <a:pt x="61" y="3"/>
                </a:cubicBezTo>
                <a:cubicBezTo>
                  <a:pt x="60" y="4"/>
                  <a:pt x="59" y="6"/>
                  <a:pt x="59" y="8"/>
                </a:cubicBezTo>
                <a:close/>
              </a:path>
              <a:path w="471" h="15">
                <a:moveTo>
                  <a:pt x="71" y="15"/>
                </a:moveTo>
                <a:lnTo>
                  <a:pt x="71" y="0"/>
                </a:lnTo>
                <a:lnTo>
                  <a:pt x="73" y="0"/>
                </a:lnTo>
                <a:lnTo>
                  <a:pt x="79" y="12"/>
                </a:lnTo>
                <a:lnTo>
                  <a:pt x="79" y="0"/>
                </a:lnTo>
                <a:lnTo>
                  <a:pt x="81" y="0"/>
                </a:lnTo>
                <a:lnTo>
                  <a:pt x="81" y="15"/>
                </a:lnTo>
                <a:lnTo>
                  <a:pt x="79" y="15"/>
                </a:lnTo>
                <a:lnTo>
                  <a:pt x="73" y="3"/>
                </a:lnTo>
                <a:lnTo>
                  <a:pt x="73" y="15"/>
                </a:lnTo>
                <a:lnTo>
                  <a:pt x="71" y="15"/>
                </a:lnTo>
                <a:close/>
              </a:path>
              <a:path w="471" h="15">
                <a:moveTo>
                  <a:pt x="89" y="9"/>
                </a:moveTo>
                <a:lnTo>
                  <a:pt x="89" y="7"/>
                </a:lnTo>
                <a:lnTo>
                  <a:pt x="94" y="7"/>
                </a:lnTo>
                <a:lnTo>
                  <a:pt x="94" y="13"/>
                </a:lnTo>
                <a:cubicBezTo>
                  <a:pt x="94" y="13"/>
                  <a:pt x="93" y="14"/>
                  <a:pt x="92" y="14"/>
                </a:cubicBezTo>
                <a:cubicBezTo>
                  <a:pt x="91" y="15"/>
                  <a:pt x="90" y="15"/>
                  <a:pt x="89" y="15"/>
                </a:cubicBezTo>
                <a:cubicBezTo>
                  <a:pt x="88" y="15"/>
                  <a:pt x="87" y="15"/>
                  <a:pt x="86" y="14"/>
                </a:cubicBezTo>
                <a:cubicBezTo>
                  <a:pt x="85" y="13"/>
                  <a:pt x="84" y="13"/>
                  <a:pt x="84" y="11"/>
                </a:cubicBezTo>
                <a:cubicBezTo>
                  <a:pt x="83" y="10"/>
                  <a:pt x="83" y="9"/>
                  <a:pt x="83" y="8"/>
                </a:cubicBezTo>
                <a:cubicBezTo>
                  <a:pt x="83" y="6"/>
                  <a:pt x="83" y="5"/>
                  <a:pt x="84" y="4"/>
                </a:cubicBezTo>
                <a:cubicBezTo>
                  <a:pt x="84" y="2"/>
                  <a:pt x="85" y="2"/>
                  <a:pt x="86" y="1"/>
                </a:cubicBezTo>
                <a:cubicBezTo>
                  <a:pt x="87" y="0"/>
                  <a:pt x="88" y="0"/>
                  <a:pt x="89" y="0"/>
                </a:cubicBezTo>
                <a:cubicBezTo>
                  <a:pt x="90" y="0"/>
                  <a:pt x="91" y="0"/>
                  <a:pt x="92" y="1"/>
                </a:cubicBezTo>
                <a:cubicBezTo>
                  <a:pt x="92" y="1"/>
                  <a:pt x="93" y="1"/>
                  <a:pt x="93" y="2"/>
                </a:cubicBezTo>
                <a:cubicBezTo>
                  <a:pt x="94" y="3"/>
                  <a:pt x="94" y="3"/>
                  <a:pt x="94" y="4"/>
                </a:cubicBezTo>
                <a:lnTo>
                  <a:pt x="93" y="5"/>
                </a:lnTo>
                <a:cubicBezTo>
                  <a:pt x="93" y="4"/>
                  <a:pt x="92" y="3"/>
                  <a:pt x="92" y="3"/>
                </a:cubicBezTo>
                <a:cubicBezTo>
                  <a:pt x="92" y="3"/>
                  <a:pt x="91" y="2"/>
                  <a:pt x="91" y="2"/>
                </a:cubicBezTo>
                <a:cubicBezTo>
                  <a:pt x="90" y="2"/>
                  <a:pt x="90" y="2"/>
                  <a:pt x="89" y="2"/>
                </a:cubicBezTo>
                <a:cubicBezTo>
                  <a:pt x="88" y="2"/>
                  <a:pt x="88" y="2"/>
                  <a:pt x="87" y="2"/>
                </a:cubicBezTo>
                <a:cubicBezTo>
                  <a:pt x="87" y="2"/>
                  <a:pt x="86" y="3"/>
                  <a:pt x="86" y="3"/>
                </a:cubicBezTo>
                <a:cubicBezTo>
                  <a:pt x="86" y="4"/>
                  <a:pt x="85" y="4"/>
                  <a:pt x="85" y="5"/>
                </a:cubicBezTo>
                <a:cubicBezTo>
                  <a:pt x="85" y="5"/>
                  <a:pt x="85" y="6"/>
                  <a:pt x="85" y="7"/>
                </a:cubicBezTo>
                <a:cubicBezTo>
                  <a:pt x="85" y="9"/>
                  <a:pt x="85" y="10"/>
                  <a:pt x="85" y="11"/>
                </a:cubicBezTo>
                <a:cubicBezTo>
                  <a:pt x="86" y="12"/>
                  <a:pt x="86" y="12"/>
                  <a:pt x="87" y="13"/>
                </a:cubicBezTo>
                <a:cubicBezTo>
                  <a:pt x="88" y="13"/>
                  <a:pt x="88" y="13"/>
                  <a:pt x="89" y="13"/>
                </a:cubicBezTo>
                <a:cubicBezTo>
                  <a:pt x="90" y="13"/>
                  <a:pt x="91" y="13"/>
                  <a:pt x="91" y="13"/>
                </a:cubicBezTo>
                <a:cubicBezTo>
                  <a:pt x="92" y="12"/>
                  <a:pt x="92" y="12"/>
                  <a:pt x="93" y="12"/>
                </a:cubicBezTo>
                <a:lnTo>
                  <a:pt x="93" y="9"/>
                </a:lnTo>
                <a:lnTo>
                  <a:pt x="89" y="9"/>
                </a:lnTo>
                <a:close/>
              </a:path>
              <a:path w="471" h="15">
                <a:moveTo>
                  <a:pt x="110" y="0"/>
                </a:moveTo>
                <a:lnTo>
                  <a:pt x="112" y="0"/>
                </a:lnTo>
                <a:lnTo>
                  <a:pt x="112" y="9"/>
                </a:lnTo>
                <a:cubicBezTo>
                  <a:pt x="112" y="10"/>
                  <a:pt x="111" y="11"/>
                  <a:pt x="111" y="12"/>
                </a:cubicBezTo>
                <a:cubicBezTo>
                  <a:pt x="111" y="13"/>
                  <a:pt x="110" y="14"/>
                  <a:pt x="110" y="14"/>
                </a:cubicBezTo>
                <a:cubicBezTo>
                  <a:pt x="109" y="15"/>
                  <a:pt x="108" y="15"/>
                  <a:pt x="107" y="15"/>
                </a:cubicBezTo>
                <a:cubicBezTo>
                  <a:pt x="106" y="15"/>
                  <a:pt x="105" y="15"/>
                  <a:pt x="104" y="14"/>
                </a:cubicBezTo>
                <a:cubicBezTo>
                  <a:pt x="103" y="14"/>
                  <a:pt x="103" y="13"/>
                  <a:pt x="102" y="12"/>
                </a:cubicBezTo>
                <a:cubicBezTo>
                  <a:pt x="102" y="11"/>
                  <a:pt x="102" y="10"/>
                  <a:pt x="102" y="9"/>
                </a:cubicBezTo>
                <a:lnTo>
                  <a:pt x="102" y="0"/>
                </a:lnTo>
                <a:lnTo>
                  <a:pt x="103" y="0"/>
                </a:lnTo>
                <a:lnTo>
                  <a:pt x="103" y="9"/>
                </a:lnTo>
                <a:cubicBezTo>
                  <a:pt x="103" y="10"/>
                  <a:pt x="104" y="11"/>
                  <a:pt x="104" y="11"/>
                </a:cubicBezTo>
                <a:cubicBezTo>
                  <a:pt x="104" y="12"/>
                  <a:pt x="104" y="12"/>
                  <a:pt x="105" y="13"/>
                </a:cubicBezTo>
                <a:cubicBezTo>
                  <a:pt x="105" y="13"/>
                  <a:pt x="106" y="13"/>
                  <a:pt x="107" y="13"/>
                </a:cubicBezTo>
                <a:cubicBezTo>
                  <a:pt x="108" y="13"/>
                  <a:pt x="109" y="13"/>
                  <a:pt x="109" y="12"/>
                </a:cubicBezTo>
                <a:cubicBezTo>
                  <a:pt x="110" y="12"/>
                  <a:pt x="110" y="10"/>
                  <a:pt x="110" y="9"/>
                </a:cubicBezTo>
                <a:lnTo>
                  <a:pt x="110" y="0"/>
                </a:lnTo>
                <a:close/>
              </a:path>
              <a:path w="471" h="15">
                <a:moveTo>
                  <a:pt x="114" y="15"/>
                </a:moveTo>
                <a:lnTo>
                  <a:pt x="114" y="0"/>
                </a:lnTo>
                <a:lnTo>
                  <a:pt x="116" y="0"/>
                </a:lnTo>
                <a:lnTo>
                  <a:pt x="122" y="12"/>
                </a:lnTo>
                <a:lnTo>
                  <a:pt x="122" y="0"/>
                </a:lnTo>
                <a:lnTo>
                  <a:pt x="124" y="0"/>
                </a:lnTo>
                <a:lnTo>
                  <a:pt x="124" y="15"/>
                </a:lnTo>
                <a:lnTo>
                  <a:pt x="122" y="15"/>
                </a:lnTo>
                <a:lnTo>
                  <a:pt x="115" y="3"/>
                </a:lnTo>
                <a:lnTo>
                  <a:pt x="115" y="15"/>
                </a:lnTo>
                <a:lnTo>
                  <a:pt x="114" y="15"/>
                </a:lnTo>
                <a:close/>
              </a:path>
              <a:path w="471" h="15">
                <a:moveTo>
                  <a:pt x="126" y="15"/>
                </a:moveTo>
                <a:lnTo>
                  <a:pt x="126" y="0"/>
                </a:lnTo>
                <a:lnTo>
                  <a:pt x="128" y="0"/>
                </a:lnTo>
                <a:lnTo>
                  <a:pt x="128" y="15"/>
                </a:lnTo>
                <a:lnTo>
                  <a:pt x="126" y="15"/>
                </a:lnTo>
                <a:close/>
              </a:path>
              <a:path w="471" h="15">
                <a:moveTo>
                  <a:pt x="134" y="15"/>
                </a:moveTo>
                <a:lnTo>
                  <a:pt x="129" y="0"/>
                </a:lnTo>
                <a:lnTo>
                  <a:pt x="131" y="0"/>
                </a:lnTo>
                <a:lnTo>
                  <a:pt x="134" y="11"/>
                </a:lnTo>
                <a:cubicBezTo>
                  <a:pt x="134" y="12"/>
                  <a:pt x="135" y="12"/>
                  <a:pt x="135" y="13"/>
                </a:cubicBezTo>
                <a:cubicBezTo>
                  <a:pt x="135" y="12"/>
                  <a:pt x="135" y="12"/>
                  <a:pt x="135" y="11"/>
                </a:cubicBezTo>
                <a:lnTo>
                  <a:pt x="139" y="0"/>
                </a:lnTo>
                <a:lnTo>
                  <a:pt x="141" y="0"/>
                </a:lnTo>
                <a:lnTo>
                  <a:pt x="136" y="15"/>
                </a:lnTo>
                <a:lnTo>
                  <a:pt x="134" y="15"/>
                </a:lnTo>
                <a:close/>
              </a:path>
              <a:path w="471" h="15">
                <a:moveTo>
                  <a:pt x="142" y="15"/>
                </a:moveTo>
                <a:lnTo>
                  <a:pt x="142" y="0"/>
                </a:lnTo>
                <a:lnTo>
                  <a:pt x="151" y="0"/>
                </a:lnTo>
                <a:lnTo>
                  <a:pt x="151" y="2"/>
                </a:lnTo>
                <a:lnTo>
                  <a:pt x="143" y="2"/>
                </a:lnTo>
                <a:lnTo>
                  <a:pt x="143" y="6"/>
                </a:lnTo>
                <a:lnTo>
                  <a:pt x="150" y="6"/>
                </a:lnTo>
                <a:lnTo>
                  <a:pt x="150" y="8"/>
                </a:lnTo>
                <a:lnTo>
                  <a:pt x="143" y="8"/>
                </a:lnTo>
                <a:lnTo>
                  <a:pt x="143" y="13"/>
                </a:lnTo>
                <a:lnTo>
                  <a:pt x="151" y="13"/>
                </a:lnTo>
                <a:lnTo>
                  <a:pt x="151" y="15"/>
                </a:lnTo>
                <a:lnTo>
                  <a:pt x="142" y="15"/>
                </a:lnTo>
                <a:close/>
              </a:path>
              <a:path w="471" h="15">
                <a:moveTo>
                  <a:pt x="153" y="15"/>
                </a:moveTo>
                <a:lnTo>
                  <a:pt x="153" y="0"/>
                </a:lnTo>
                <a:lnTo>
                  <a:pt x="158" y="0"/>
                </a:lnTo>
                <a:cubicBezTo>
                  <a:pt x="159" y="0"/>
                  <a:pt x="160" y="0"/>
                  <a:pt x="161" y="1"/>
                </a:cubicBezTo>
                <a:cubicBezTo>
                  <a:pt x="161" y="1"/>
                  <a:pt x="162" y="1"/>
                  <a:pt x="162" y="2"/>
                </a:cubicBezTo>
                <a:cubicBezTo>
                  <a:pt x="163" y="3"/>
                  <a:pt x="163" y="3"/>
                  <a:pt x="163" y="4"/>
                </a:cubicBezTo>
                <a:cubicBezTo>
                  <a:pt x="163" y="5"/>
                  <a:pt x="162" y="6"/>
                  <a:pt x="162" y="7"/>
                </a:cubicBezTo>
                <a:cubicBezTo>
                  <a:pt x="161" y="7"/>
                  <a:pt x="160" y="8"/>
                  <a:pt x="159" y="8"/>
                </a:cubicBezTo>
                <a:cubicBezTo>
                  <a:pt x="160" y="8"/>
                  <a:pt x="160" y="9"/>
                  <a:pt x="160" y="9"/>
                </a:cubicBezTo>
                <a:cubicBezTo>
                  <a:pt x="161" y="9"/>
                  <a:pt x="161" y="10"/>
                  <a:pt x="162" y="11"/>
                </a:cubicBezTo>
                <a:lnTo>
                  <a:pt x="164" y="15"/>
                </a:lnTo>
                <a:lnTo>
                  <a:pt x="162" y="15"/>
                </a:lnTo>
                <a:lnTo>
                  <a:pt x="160" y="12"/>
                </a:lnTo>
                <a:cubicBezTo>
                  <a:pt x="160" y="11"/>
                  <a:pt x="159" y="10"/>
                  <a:pt x="159" y="10"/>
                </a:cubicBezTo>
                <a:cubicBezTo>
                  <a:pt x="159" y="9"/>
                  <a:pt x="158" y="9"/>
                  <a:pt x="158" y="9"/>
                </a:cubicBezTo>
                <a:cubicBezTo>
                  <a:pt x="158" y="9"/>
                  <a:pt x="158" y="8"/>
                  <a:pt x="157" y="8"/>
                </a:cubicBezTo>
                <a:cubicBezTo>
                  <a:pt x="157" y="8"/>
                  <a:pt x="157" y="8"/>
                  <a:pt x="156" y="8"/>
                </a:cubicBezTo>
                <a:lnTo>
                  <a:pt x="154" y="8"/>
                </a:lnTo>
                <a:lnTo>
                  <a:pt x="154" y="15"/>
                </a:lnTo>
                <a:lnTo>
                  <a:pt x="153" y="15"/>
                </a:lnTo>
                <a:close/>
                <a:moveTo>
                  <a:pt x="154" y="7"/>
                </a:moveTo>
                <a:lnTo>
                  <a:pt x="158" y="7"/>
                </a:lnTo>
                <a:cubicBezTo>
                  <a:pt x="159" y="7"/>
                  <a:pt x="159" y="7"/>
                  <a:pt x="160" y="6"/>
                </a:cubicBezTo>
                <a:cubicBezTo>
                  <a:pt x="160" y="6"/>
                  <a:pt x="160" y="6"/>
                  <a:pt x="161" y="6"/>
                </a:cubicBezTo>
                <a:cubicBezTo>
                  <a:pt x="161" y="5"/>
                  <a:pt x="161" y="5"/>
                  <a:pt x="161" y="4"/>
                </a:cubicBezTo>
                <a:cubicBezTo>
                  <a:pt x="161" y="4"/>
                  <a:pt x="161" y="3"/>
                  <a:pt x="160" y="3"/>
                </a:cubicBezTo>
                <a:cubicBezTo>
                  <a:pt x="160" y="2"/>
                  <a:pt x="159" y="2"/>
                  <a:pt x="158" y="2"/>
                </a:cubicBezTo>
                <a:lnTo>
                  <a:pt x="154" y="2"/>
                </a:lnTo>
                <a:lnTo>
                  <a:pt x="154" y="7"/>
                </a:lnTo>
                <a:close/>
              </a:path>
              <a:path w="471" h="15">
                <a:moveTo>
                  <a:pt x="164" y="10"/>
                </a:moveTo>
                <a:lnTo>
                  <a:pt x="166" y="10"/>
                </a:lnTo>
                <a:cubicBezTo>
                  <a:pt x="166" y="11"/>
                  <a:pt x="166" y="11"/>
                  <a:pt x="166" y="12"/>
                </a:cubicBezTo>
                <a:cubicBezTo>
                  <a:pt x="167" y="12"/>
                  <a:pt x="167" y="13"/>
                  <a:pt x="168" y="13"/>
                </a:cubicBezTo>
                <a:cubicBezTo>
                  <a:pt x="168" y="13"/>
                  <a:pt x="169" y="13"/>
                  <a:pt x="170" y="13"/>
                </a:cubicBezTo>
                <a:cubicBezTo>
                  <a:pt x="170" y="13"/>
                  <a:pt x="171" y="13"/>
                  <a:pt x="171" y="13"/>
                </a:cubicBezTo>
                <a:cubicBezTo>
                  <a:pt x="172" y="13"/>
                  <a:pt x="172" y="12"/>
                  <a:pt x="172" y="12"/>
                </a:cubicBezTo>
                <a:cubicBezTo>
                  <a:pt x="173" y="12"/>
                  <a:pt x="173" y="11"/>
                  <a:pt x="173" y="11"/>
                </a:cubicBezTo>
                <a:cubicBezTo>
                  <a:pt x="173" y="10"/>
                  <a:pt x="173" y="10"/>
                  <a:pt x="172" y="10"/>
                </a:cubicBezTo>
                <a:cubicBezTo>
                  <a:pt x="172" y="9"/>
                  <a:pt x="172" y="9"/>
                  <a:pt x="171" y="9"/>
                </a:cubicBezTo>
                <a:cubicBezTo>
                  <a:pt x="171" y="9"/>
                  <a:pt x="170" y="8"/>
                  <a:pt x="169" y="8"/>
                </a:cubicBezTo>
                <a:cubicBezTo>
                  <a:pt x="168" y="8"/>
                  <a:pt x="167" y="7"/>
                  <a:pt x="167" y="7"/>
                </a:cubicBezTo>
                <a:cubicBezTo>
                  <a:pt x="166" y="7"/>
                  <a:pt x="166" y="6"/>
                  <a:pt x="165" y="6"/>
                </a:cubicBezTo>
                <a:cubicBezTo>
                  <a:pt x="165" y="5"/>
                  <a:pt x="165" y="5"/>
                  <a:pt x="165" y="4"/>
                </a:cubicBezTo>
                <a:cubicBezTo>
                  <a:pt x="165" y="3"/>
                  <a:pt x="165" y="3"/>
                  <a:pt x="165" y="2"/>
                </a:cubicBezTo>
                <a:cubicBezTo>
                  <a:pt x="166" y="1"/>
                  <a:pt x="166" y="1"/>
                  <a:pt x="167" y="1"/>
                </a:cubicBezTo>
                <a:cubicBezTo>
                  <a:pt x="168" y="0"/>
                  <a:pt x="168" y="0"/>
                  <a:pt x="169" y="0"/>
                </a:cubicBezTo>
                <a:cubicBezTo>
                  <a:pt x="170" y="0"/>
                  <a:pt x="171" y="0"/>
                  <a:pt x="172" y="1"/>
                </a:cubicBezTo>
                <a:cubicBezTo>
                  <a:pt x="172" y="1"/>
                  <a:pt x="173" y="1"/>
                  <a:pt x="173" y="2"/>
                </a:cubicBezTo>
                <a:cubicBezTo>
                  <a:pt x="174" y="3"/>
                  <a:pt x="174" y="3"/>
                  <a:pt x="174" y="4"/>
                </a:cubicBezTo>
                <a:lnTo>
                  <a:pt x="172" y="4"/>
                </a:lnTo>
                <a:cubicBezTo>
                  <a:pt x="172" y="4"/>
                  <a:pt x="172" y="3"/>
                  <a:pt x="171" y="2"/>
                </a:cubicBezTo>
                <a:cubicBezTo>
                  <a:pt x="171" y="2"/>
                  <a:pt x="170" y="2"/>
                  <a:pt x="169" y="2"/>
                </a:cubicBezTo>
                <a:cubicBezTo>
                  <a:pt x="168" y="2"/>
                  <a:pt x="168" y="2"/>
                  <a:pt x="167" y="2"/>
                </a:cubicBezTo>
                <a:cubicBezTo>
                  <a:pt x="167" y="3"/>
                  <a:pt x="166" y="3"/>
                  <a:pt x="166" y="4"/>
                </a:cubicBezTo>
                <a:cubicBezTo>
                  <a:pt x="166" y="4"/>
                  <a:pt x="167" y="5"/>
                  <a:pt x="167" y="5"/>
                </a:cubicBezTo>
                <a:cubicBezTo>
                  <a:pt x="167" y="5"/>
                  <a:pt x="168" y="6"/>
                  <a:pt x="169" y="6"/>
                </a:cubicBezTo>
                <a:cubicBezTo>
                  <a:pt x="171" y="7"/>
                  <a:pt x="172" y="7"/>
                  <a:pt x="172" y="7"/>
                </a:cubicBezTo>
                <a:cubicBezTo>
                  <a:pt x="173" y="7"/>
                  <a:pt x="173" y="8"/>
                  <a:pt x="174" y="9"/>
                </a:cubicBezTo>
                <a:cubicBezTo>
                  <a:pt x="174" y="9"/>
                  <a:pt x="174" y="10"/>
                  <a:pt x="174" y="11"/>
                </a:cubicBezTo>
                <a:cubicBezTo>
                  <a:pt x="174" y="11"/>
                  <a:pt x="174" y="12"/>
                  <a:pt x="174" y="13"/>
                </a:cubicBezTo>
                <a:cubicBezTo>
                  <a:pt x="173" y="13"/>
                  <a:pt x="173" y="14"/>
                  <a:pt x="172" y="14"/>
                </a:cubicBezTo>
                <a:cubicBezTo>
                  <a:pt x="171" y="15"/>
                  <a:pt x="171" y="15"/>
                  <a:pt x="170" y="15"/>
                </a:cubicBezTo>
                <a:cubicBezTo>
                  <a:pt x="169" y="15"/>
                  <a:pt x="168" y="15"/>
                  <a:pt x="167" y="14"/>
                </a:cubicBezTo>
                <a:cubicBezTo>
                  <a:pt x="166" y="14"/>
                  <a:pt x="165" y="13"/>
                  <a:pt x="165" y="13"/>
                </a:cubicBezTo>
                <a:cubicBezTo>
                  <a:pt x="165" y="12"/>
                  <a:pt x="164" y="11"/>
                  <a:pt x="164" y="10"/>
                </a:cubicBezTo>
                <a:close/>
              </a:path>
              <a:path w="471" h="15">
                <a:moveTo>
                  <a:pt x="176" y="15"/>
                </a:moveTo>
                <a:lnTo>
                  <a:pt x="176" y="0"/>
                </a:lnTo>
                <a:lnTo>
                  <a:pt x="178" y="0"/>
                </a:lnTo>
                <a:lnTo>
                  <a:pt x="178" y="15"/>
                </a:lnTo>
                <a:lnTo>
                  <a:pt x="176" y="15"/>
                </a:lnTo>
                <a:close/>
              </a:path>
              <a:path w="471" h="15">
                <a:moveTo>
                  <a:pt x="184" y="15"/>
                </a:moveTo>
                <a:lnTo>
                  <a:pt x="184" y="2"/>
                </a:lnTo>
                <a:lnTo>
                  <a:pt x="179" y="2"/>
                </a:lnTo>
                <a:lnTo>
                  <a:pt x="179" y="0"/>
                </a:lnTo>
                <a:lnTo>
                  <a:pt x="189" y="0"/>
                </a:lnTo>
                <a:lnTo>
                  <a:pt x="189" y="2"/>
                </a:lnTo>
                <a:lnTo>
                  <a:pt x="185" y="2"/>
                </a:lnTo>
                <a:lnTo>
                  <a:pt x="185" y="15"/>
                </a:lnTo>
                <a:lnTo>
                  <a:pt x="184" y="15"/>
                </a:lnTo>
                <a:close/>
              </a:path>
              <a:path w="471" h="15">
                <a:moveTo>
                  <a:pt x="194" y="15"/>
                </a:moveTo>
                <a:lnTo>
                  <a:pt x="194" y="9"/>
                </a:lnTo>
                <a:lnTo>
                  <a:pt x="189" y="0"/>
                </a:lnTo>
                <a:lnTo>
                  <a:pt x="191" y="0"/>
                </a:lnTo>
                <a:lnTo>
                  <a:pt x="194" y="5"/>
                </a:lnTo>
                <a:cubicBezTo>
                  <a:pt x="194" y="5"/>
                  <a:pt x="195" y="6"/>
                  <a:pt x="195" y="7"/>
                </a:cubicBezTo>
                <a:cubicBezTo>
                  <a:pt x="195" y="6"/>
                  <a:pt x="196" y="5"/>
                  <a:pt x="196" y="5"/>
                </a:cubicBezTo>
                <a:lnTo>
                  <a:pt x="199" y="0"/>
                </a:lnTo>
                <a:lnTo>
                  <a:pt x="201" y="0"/>
                </a:lnTo>
                <a:lnTo>
                  <a:pt x="196" y="9"/>
                </a:lnTo>
                <a:lnTo>
                  <a:pt x="196" y="15"/>
                </a:lnTo>
                <a:lnTo>
                  <a:pt x="194" y="15"/>
                </a:lnTo>
                <a:close/>
              </a:path>
              <a:path w="471" h="15">
                <a:moveTo>
                  <a:pt x="206" y="8"/>
                </a:moveTo>
                <a:cubicBezTo>
                  <a:pt x="206" y="5"/>
                  <a:pt x="207" y="3"/>
                  <a:pt x="208" y="2"/>
                </a:cubicBezTo>
                <a:cubicBezTo>
                  <a:pt x="209" y="1"/>
                  <a:pt x="211" y="0"/>
                  <a:pt x="212" y="0"/>
                </a:cubicBezTo>
                <a:cubicBezTo>
                  <a:pt x="213" y="0"/>
                  <a:pt x="214" y="0"/>
                  <a:pt x="215" y="1"/>
                </a:cubicBezTo>
                <a:cubicBezTo>
                  <a:pt x="216" y="2"/>
                  <a:pt x="217" y="3"/>
                  <a:pt x="218" y="4"/>
                </a:cubicBezTo>
                <a:cubicBezTo>
                  <a:pt x="218" y="5"/>
                  <a:pt x="218" y="6"/>
                  <a:pt x="218" y="8"/>
                </a:cubicBezTo>
                <a:cubicBezTo>
                  <a:pt x="218" y="9"/>
                  <a:pt x="218" y="10"/>
                  <a:pt x="217" y="11"/>
                </a:cubicBezTo>
                <a:cubicBezTo>
                  <a:pt x="217" y="13"/>
                  <a:pt x="216" y="13"/>
                  <a:pt x="215" y="14"/>
                </a:cubicBezTo>
                <a:cubicBezTo>
                  <a:pt x="214" y="15"/>
                  <a:pt x="213" y="15"/>
                  <a:pt x="212" y="15"/>
                </a:cubicBezTo>
                <a:cubicBezTo>
                  <a:pt x="211" y="15"/>
                  <a:pt x="210" y="15"/>
                  <a:pt x="209" y="14"/>
                </a:cubicBezTo>
                <a:cubicBezTo>
                  <a:pt x="208" y="13"/>
                  <a:pt x="207" y="12"/>
                  <a:pt x="207" y="11"/>
                </a:cubicBezTo>
                <a:cubicBezTo>
                  <a:pt x="207" y="10"/>
                  <a:pt x="206" y="9"/>
                  <a:pt x="206" y="8"/>
                </a:cubicBezTo>
                <a:close/>
                <a:moveTo>
                  <a:pt x="208" y="8"/>
                </a:moveTo>
                <a:cubicBezTo>
                  <a:pt x="208" y="9"/>
                  <a:pt x="208" y="11"/>
                  <a:pt x="209" y="12"/>
                </a:cubicBezTo>
                <a:cubicBezTo>
                  <a:pt x="210" y="13"/>
                  <a:pt x="211" y="13"/>
                  <a:pt x="212" y="13"/>
                </a:cubicBezTo>
                <a:cubicBezTo>
                  <a:pt x="214" y="13"/>
                  <a:pt x="215" y="13"/>
                  <a:pt x="215" y="12"/>
                </a:cubicBezTo>
                <a:cubicBezTo>
                  <a:pt x="216" y="11"/>
                  <a:pt x="217" y="9"/>
                  <a:pt x="217" y="7"/>
                </a:cubicBezTo>
                <a:cubicBezTo>
                  <a:pt x="217" y="6"/>
                  <a:pt x="216" y="5"/>
                  <a:pt x="216" y="4"/>
                </a:cubicBezTo>
                <a:cubicBezTo>
                  <a:pt x="216" y="4"/>
                  <a:pt x="215" y="3"/>
                  <a:pt x="215" y="2"/>
                </a:cubicBezTo>
                <a:cubicBezTo>
                  <a:pt x="214" y="2"/>
                  <a:pt x="213" y="2"/>
                  <a:pt x="212" y="2"/>
                </a:cubicBezTo>
                <a:cubicBezTo>
                  <a:pt x="211" y="2"/>
                  <a:pt x="210" y="2"/>
                  <a:pt x="209" y="3"/>
                </a:cubicBezTo>
                <a:cubicBezTo>
                  <a:pt x="208" y="4"/>
                  <a:pt x="208" y="6"/>
                  <a:pt x="208" y="8"/>
                </a:cubicBezTo>
                <a:close/>
              </a:path>
              <a:path w="471" h="15">
                <a:moveTo>
                  <a:pt x="220" y="15"/>
                </a:moveTo>
                <a:lnTo>
                  <a:pt x="220" y="0"/>
                </a:lnTo>
                <a:lnTo>
                  <a:pt x="228" y="0"/>
                </a:lnTo>
                <a:lnTo>
                  <a:pt x="228" y="2"/>
                </a:lnTo>
                <a:lnTo>
                  <a:pt x="222" y="2"/>
                </a:lnTo>
                <a:lnTo>
                  <a:pt x="222" y="6"/>
                </a:lnTo>
                <a:lnTo>
                  <a:pt x="228" y="6"/>
                </a:lnTo>
                <a:lnTo>
                  <a:pt x="228" y="8"/>
                </a:lnTo>
                <a:lnTo>
                  <a:pt x="222" y="8"/>
                </a:lnTo>
                <a:lnTo>
                  <a:pt x="222" y="15"/>
                </a:lnTo>
                <a:lnTo>
                  <a:pt x="220" y="15"/>
                </a:lnTo>
                <a:close/>
              </a:path>
              <a:path w="471" h="15">
                <a:moveTo>
                  <a:pt x="235" y="10"/>
                </a:moveTo>
                <a:lnTo>
                  <a:pt x="236" y="10"/>
                </a:lnTo>
                <a:cubicBezTo>
                  <a:pt x="237" y="11"/>
                  <a:pt x="237" y="11"/>
                  <a:pt x="237" y="12"/>
                </a:cubicBezTo>
                <a:cubicBezTo>
                  <a:pt x="237" y="12"/>
                  <a:pt x="238" y="13"/>
                  <a:pt x="238" y="13"/>
                </a:cubicBezTo>
                <a:cubicBezTo>
                  <a:pt x="239" y="13"/>
                  <a:pt x="239" y="13"/>
                  <a:pt x="240" y="13"/>
                </a:cubicBezTo>
                <a:cubicBezTo>
                  <a:pt x="241" y="13"/>
                  <a:pt x="241" y="13"/>
                  <a:pt x="242" y="13"/>
                </a:cubicBezTo>
                <a:cubicBezTo>
                  <a:pt x="242" y="13"/>
                  <a:pt x="243" y="12"/>
                  <a:pt x="243" y="12"/>
                </a:cubicBezTo>
                <a:cubicBezTo>
                  <a:pt x="243" y="12"/>
                  <a:pt x="243" y="11"/>
                  <a:pt x="243" y="11"/>
                </a:cubicBezTo>
                <a:cubicBezTo>
                  <a:pt x="243" y="10"/>
                  <a:pt x="243" y="10"/>
                  <a:pt x="243" y="10"/>
                </a:cubicBezTo>
                <a:cubicBezTo>
                  <a:pt x="243" y="9"/>
                  <a:pt x="242" y="9"/>
                  <a:pt x="242" y="9"/>
                </a:cubicBezTo>
                <a:cubicBezTo>
                  <a:pt x="241" y="9"/>
                  <a:pt x="241" y="8"/>
                  <a:pt x="240" y="8"/>
                </a:cubicBezTo>
                <a:cubicBezTo>
                  <a:pt x="238" y="8"/>
                  <a:pt x="238" y="7"/>
                  <a:pt x="237" y="7"/>
                </a:cubicBezTo>
                <a:cubicBezTo>
                  <a:pt x="237" y="7"/>
                  <a:pt x="236" y="6"/>
                  <a:pt x="236" y="6"/>
                </a:cubicBezTo>
                <a:cubicBezTo>
                  <a:pt x="235" y="5"/>
                  <a:pt x="235" y="5"/>
                  <a:pt x="235" y="4"/>
                </a:cubicBezTo>
                <a:cubicBezTo>
                  <a:pt x="235" y="3"/>
                  <a:pt x="236" y="3"/>
                  <a:pt x="236" y="2"/>
                </a:cubicBezTo>
                <a:cubicBezTo>
                  <a:pt x="236" y="1"/>
                  <a:pt x="237" y="1"/>
                  <a:pt x="237" y="1"/>
                </a:cubicBezTo>
                <a:cubicBezTo>
                  <a:pt x="238" y="0"/>
                  <a:pt x="239" y="0"/>
                  <a:pt x="240" y="0"/>
                </a:cubicBezTo>
                <a:cubicBezTo>
                  <a:pt x="241" y="0"/>
                  <a:pt x="241" y="0"/>
                  <a:pt x="242" y="1"/>
                </a:cubicBezTo>
                <a:cubicBezTo>
                  <a:pt x="243" y="1"/>
                  <a:pt x="243" y="1"/>
                  <a:pt x="244" y="2"/>
                </a:cubicBezTo>
                <a:cubicBezTo>
                  <a:pt x="244" y="3"/>
                  <a:pt x="244" y="3"/>
                  <a:pt x="244" y="4"/>
                </a:cubicBezTo>
                <a:lnTo>
                  <a:pt x="243" y="4"/>
                </a:lnTo>
                <a:cubicBezTo>
                  <a:pt x="243" y="4"/>
                  <a:pt x="242" y="3"/>
                  <a:pt x="242" y="2"/>
                </a:cubicBezTo>
                <a:cubicBezTo>
                  <a:pt x="242" y="2"/>
                  <a:pt x="241" y="2"/>
                  <a:pt x="240" y="2"/>
                </a:cubicBezTo>
                <a:cubicBezTo>
                  <a:pt x="239" y="2"/>
                  <a:pt x="238" y="2"/>
                  <a:pt x="238" y="2"/>
                </a:cubicBezTo>
                <a:cubicBezTo>
                  <a:pt x="237" y="3"/>
                  <a:pt x="237" y="3"/>
                  <a:pt x="237" y="4"/>
                </a:cubicBezTo>
                <a:cubicBezTo>
                  <a:pt x="237" y="4"/>
                  <a:pt x="237" y="5"/>
                  <a:pt x="237" y="5"/>
                </a:cubicBezTo>
                <a:cubicBezTo>
                  <a:pt x="238" y="5"/>
                  <a:pt x="239" y="6"/>
                  <a:pt x="240" y="6"/>
                </a:cubicBezTo>
                <a:cubicBezTo>
                  <a:pt x="241" y="7"/>
                  <a:pt x="242" y="7"/>
                  <a:pt x="243" y="7"/>
                </a:cubicBezTo>
                <a:cubicBezTo>
                  <a:pt x="243" y="7"/>
                  <a:pt x="244" y="8"/>
                  <a:pt x="244" y="9"/>
                </a:cubicBezTo>
                <a:cubicBezTo>
                  <a:pt x="245" y="9"/>
                  <a:pt x="245" y="10"/>
                  <a:pt x="245" y="11"/>
                </a:cubicBezTo>
                <a:cubicBezTo>
                  <a:pt x="245" y="11"/>
                  <a:pt x="245" y="12"/>
                  <a:pt x="244" y="13"/>
                </a:cubicBezTo>
                <a:cubicBezTo>
                  <a:pt x="244" y="13"/>
                  <a:pt x="243" y="14"/>
                  <a:pt x="243" y="14"/>
                </a:cubicBezTo>
                <a:cubicBezTo>
                  <a:pt x="242" y="15"/>
                  <a:pt x="241" y="15"/>
                  <a:pt x="240" y="15"/>
                </a:cubicBezTo>
                <a:cubicBezTo>
                  <a:pt x="239" y="15"/>
                  <a:pt x="238" y="15"/>
                  <a:pt x="237" y="14"/>
                </a:cubicBezTo>
                <a:cubicBezTo>
                  <a:pt x="237" y="14"/>
                  <a:pt x="236" y="13"/>
                  <a:pt x="236" y="13"/>
                </a:cubicBezTo>
                <a:cubicBezTo>
                  <a:pt x="235" y="12"/>
                  <a:pt x="235" y="11"/>
                  <a:pt x="235" y="10"/>
                </a:cubicBezTo>
                <a:close/>
              </a:path>
              <a:path w="471" h="15">
                <a:moveTo>
                  <a:pt x="256" y="10"/>
                </a:moveTo>
                <a:lnTo>
                  <a:pt x="257" y="10"/>
                </a:lnTo>
                <a:cubicBezTo>
                  <a:pt x="257" y="12"/>
                  <a:pt x="256" y="13"/>
                  <a:pt x="255" y="14"/>
                </a:cubicBezTo>
                <a:cubicBezTo>
                  <a:pt x="254" y="15"/>
                  <a:pt x="253" y="15"/>
                  <a:pt x="252" y="15"/>
                </a:cubicBezTo>
                <a:cubicBezTo>
                  <a:pt x="251" y="15"/>
                  <a:pt x="250" y="15"/>
                  <a:pt x="249" y="14"/>
                </a:cubicBezTo>
                <a:cubicBezTo>
                  <a:pt x="248" y="13"/>
                  <a:pt x="247" y="12"/>
                  <a:pt x="247" y="11"/>
                </a:cubicBezTo>
                <a:cubicBezTo>
                  <a:pt x="246" y="10"/>
                  <a:pt x="246" y="9"/>
                  <a:pt x="246" y="7"/>
                </a:cubicBezTo>
                <a:cubicBezTo>
                  <a:pt x="246" y="6"/>
                  <a:pt x="246" y="5"/>
                  <a:pt x="247" y="3"/>
                </a:cubicBezTo>
                <a:cubicBezTo>
                  <a:pt x="247" y="2"/>
                  <a:pt x="248" y="1"/>
                  <a:pt x="249" y="1"/>
                </a:cubicBezTo>
                <a:cubicBezTo>
                  <a:pt x="250" y="0"/>
                  <a:pt x="251" y="0"/>
                  <a:pt x="252" y="0"/>
                </a:cubicBezTo>
                <a:cubicBezTo>
                  <a:pt x="253" y="0"/>
                  <a:pt x="254" y="0"/>
                  <a:pt x="255" y="1"/>
                </a:cubicBezTo>
                <a:cubicBezTo>
                  <a:pt x="256" y="2"/>
                  <a:pt x="257" y="3"/>
                  <a:pt x="257" y="4"/>
                </a:cubicBezTo>
                <a:lnTo>
                  <a:pt x="255" y="5"/>
                </a:lnTo>
                <a:cubicBezTo>
                  <a:pt x="255" y="4"/>
                  <a:pt x="255" y="3"/>
                  <a:pt x="254" y="2"/>
                </a:cubicBezTo>
                <a:cubicBezTo>
                  <a:pt x="254" y="2"/>
                  <a:pt x="253" y="2"/>
                  <a:pt x="252" y="2"/>
                </a:cubicBezTo>
                <a:cubicBezTo>
                  <a:pt x="251" y="2"/>
                  <a:pt x="250" y="2"/>
                  <a:pt x="250" y="2"/>
                </a:cubicBezTo>
                <a:cubicBezTo>
                  <a:pt x="249" y="3"/>
                  <a:pt x="248" y="4"/>
                  <a:pt x="248" y="5"/>
                </a:cubicBezTo>
                <a:cubicBezTo>
                  <a:pt x="248" y="5"/>
                  <a:pt x="248" y="6"/>
                  <a:pt x="248" y="7"/>
                </a:cubicBezTo>
                <a:cubicBezTo>
                  <a:pt x="248" y="9"/>
                  <a:pt x="248" y="10"/>
                  <a:pt x="248" y="11"/>
                </a:cubicBezTo>
                <a:cubicBezTo>
                  <a:pt x="249" y="11"/>
                  <a:pt x="249" y="12"/>
                  <a:pt x="250" y="13"/>
                </a:cubicBezTo>
                <a:cubicBezTo>
                  <a:pt x="250" y="13"/>
                  <a:pt x="251" y="13"/>
                  <a:pt x="252" y="13"/>
                </a:cubicBezTo>
                <a:cubicBezTo>
                  <a:pt x="253" y="13"/>
                  <a:pt x="254" y="13"/>
                  <a:pt x="254" y="12"/>
                </a:cubicBezTo>
                <a:cubicBezTo>
                  <a:pt x="255" y="12"/>
                  <a:pt x="255" y="11"/>
                  <a:pt x="256" y="10"/>
                </a:cubicBezTo>
                <a:close/>
              </a:path>
              <a:path w="471" h="15">
                <a:moveTo>
                  <a:pt x="259" y="15"/>
                </a:moveTo>
                <a:lnTo>
                  <a:pt x="259" y="0"/>
                </a:lnTo>
                <a:lnTo>
                  <a:pt x="261" y="0"/>
                </a:lnTo>
                <a:lnTo>
                  <a:pt x="261" y="15"/>
                </a:lnTo>
                <a:lnTo>
                  <a:pt x="259" y="15"/>
                </a:lnTo>
                <a:close/>
              </a:path>
              <a:path w="471" h="15">
                <a:moveTo>
                  <a:pt x="263" y="15"/>
                </a:moveTo>
                <a:lnTo>
                  <a:pt x="263" y="0"/>
                </a:lnTo>
                <a:lnTo>
                  <a:pt x="272" y="0"/>
                </a:lnTo>
                <a:lnTo>
                  <a:pt x="272" y="2"/>
                </a:lnTo>
                <a:lnTo>
                  <a:pt x="265" y="2"/>
                </a:lnTo>
                <a:lnTo>
                  <a:pt x="265" y="6"/>
                </a:lnTo>
                <a:lnTo>
                  <a:pt x="272" y="6"/>
                </a:lnTo>
                <a:lnTo>
                  <a:pt x="272" y="8"/>
                </a:lnTo>
                <a:lnTo>
                  <a:pt x="265" y="8"/>
                </a:lnTo>
                <a:lnTo>
                  <a:pt x="265" y="13"/>
                </a:lnTo>
                <a:lnTo>
                  <a:pt x="272" y="13"/>
                </a:lnTo>
                <a:lnTo>
                  <a:pt x="272" y="15"/>
                </a:lnTo>
                <a:lnTo>
                  <a:pt x="263" y="15"/>
                </a:lnTo>
                <a:close/>
              </a:path>
              <a:path w="471" h="15">
                <a:moveTo>
                  <a:pt x="274" y="15"/>
                </a:moveTo>
                <a:lnTo>
                  <a:pt x="274" y="0"/>
                </a:lnTo>
                <a:lnTo>
                  <a:pt x="276" y="0"/>
                </a:lnTo>
                <a:lnTo>
                  <a:pt x="283" y="12"/>
                </a:lnTo>
                <a:lnTo>
                  <a:pt x="283" y="0"/>
                </a:lnTo>
                <a:lnTo>
                  <a:pt x="284" y="0"/>
                </a:lnTo>
                <a:lnTo>
                  <a:pt x="284" y="15"/>
                </a:lnTo>
                <a:lnTo>
                  <a:pt x="282" y="15"/>
                </a:lnTo>
                <a:lnTo>
                  <a:pt x="276" y="3"/>
                </a:lnTo>
                <a:lnTo>
                  <a:pt x="276" y="15"/>
                </a:lnTo>
                <a:lnTo>
                  <a:pt x="274" y="15"/>
                </a:lnTo>
                <a:close/>
              </a:path>
              <a:path w="471" h="15">
                <a:moveTo>
                  <a:pt x="295" y="10"/>
                </a:moveTo>
                <a:lnTo>
                  <a:pt x="297" y="10"/>
                </a:lnTo>
                <a:cubicBezTo>
                  <a:pt x="297" y="12"/>
                  <a:pt x="296" y="13"/>
                  <a:pt x="295" y="14"/>
                </a:cubicBezTo>
                <a:cubicBezTo>
                  <a:pt x="294" y="15"/>
                  <a:pt x="293" y="15"/>
                  <a:pt x="292" y="15"/>
                </a:cubicBezTo>
                <a:cubicBezTo>
                  <a:pt x="290" y="15"/>
                  <a:pt x="289" y="15"/>
                  <a:pt x="289" y="14"/>
                </a:cubicBezTo>
                <a:cubicBezTo>
                  <a:pt x="288" y="13"/>
                  <a:pt x="287" y="12"/>
                  <a:pt x="287" y="11"/>
                </a:cubicBezTo>
                <a:cubicBezTo>
                  <a:pt x="286" y="10"/>
                  <a:pt x="286" y="9"/>
                  <a:pt x="286" y="7"/>
                </a:cubicBezTo>
                <a:cubicBezTo>
                  <a:pt x="286" y="6"/>
                  <a:pt x="286" y="5"/>
                  <a:pt x="287" y="3"/>
                </a:cubicBezTo>
                <a:cubicBezTo>
                  <a:pt x="287" y="2"/>
                  <a:pt x="288" y="1"/>
                  <a:pt x="289" y="1"/>
                </a:cubicBezTo>
                <a:cubicBezTo>
                  <a:pt x="290" y="0"/>
                  <a:pt x="291" y="0"/>
                  <a:pt x="292" y="0"/>
                </a:cubicBezTo>
                <a:cubicBezTo>
                  <a:pt x="293" y="0"/>
                  <a:pt x="294" y="0"/>
                  <a:pt x="295" y="1"/>
                </a:cubicBezTo>
                <a:cubicBezTo>
                  <a:pt x="296" y="2"/>
                  <a:pt x="296" y="3"/>
                  <a:pt x="297" y="4"/>
                </a:cubicBezTo>
                <a:lnTo>
                  <a:pt x="295" y="5"/>
                </a:lnTo>
                <a:cubicBezTo>
                  <a:pt x="295" y="4"/>
                  <a:pt x="294" y="3"/>
                  <a:pt x="294" y="2"/>
                </a:cubicBezTo>
                <a:cubicBezTo>
                  <a:pt x="293" y="2"/>
                  <a:pt x="293" y="2"/>
                  <a:pt x="292" y="2"/>
                </a:cubicBezTo>
                <a:cubicBezTo>
                  <a:pt x="291" y="2"/>
                  <a:pt x="290" y="2"/>
                  <a:pt x="289" y="2"/>
                </a:cubicBezTo>
                <a:cubicBezTo>
                  <a:pt x="289" y="3"/>
                  <a:pt x="288" y="4"/>
                  <a:pt x="288" y="5"/>
                </a:cubicBezTo>
                <a:cubicBezTo>
                  <a:pt x="288" y="5"/>
                  <a:pt x="288" y="6"/>
                  <a:pt x="288" y="7"/>
                </a:cubicBezTo>
                <a:cubicBezTo>
                  <a:pt x="288" y="9"/>
                  <a:pt x="288" y="10"/>
                  <a:pt x="288" y="11"/>
                </a:cubicBezTo>
                <a:cubicBezTo>
                  <a:pt x="288" y="11"/>
                  <a:pt x="289" y="12"/>
                  <a:pt x="290" y="13"/>
                </a:cubicBezTo>
                <a:cubicBezTo>
                  <a:pt x="290" y="13"/>
                  <a:pt x="291" y="13"/>
                  <a:pt x="292" y="13"/>
                </a:cubicBezTo>
                <a:cubicBezTo>
                  <a:pt x="293" y="13"/>
                  <a:pt x="293" y="13"/>
                  <a:pt x="294" y="12"/>
                </a:cubicBezTo>
                <a:cubicBezTo>
                  <a:pt x="295" y="12"/>
                  <a:pt x="295" y="11"/>
                  <a:pt x="295" y="10"/>
                </a:cubicBezTo>
                <a:close/>
              </a:path>
              <a:path w="471" h="15">
                <a:moveTo>
                  <a:pt x="299" y="15"/>
                </a:moveTo>
                <a:lnTo>
                  <a:pt x="299" y="0"/>
                </a:lnTo>
                <a:lnTo>
                  <a:pt x="308" y="0"/>
                </a:lnTo>
                <a:lnTo>
                  <a:pt x="308" y="2"/>
                </a:lnTo>
                <a:lnTo>
                  <a:pt x="300" y="2"/>
                </a:lnTo>
                <a:lnTo>
                  <a:pt x="300" y="6"/>
                </a:lnTo>
                <a:lnTo>
                  <a:pt x="307" y="6"/>
                </a:lnTo>
                <a:lnTo>
                  <a:pt x="307" y="8"/>
                </a:lnTo>
                <a:lnTo>
                  <a:pt x="300" y="8"/>
                </a:lnTo>
                <a:lnTo>
                  <a:pt x="300" y="13"/>
                </a:lnTo>
                <a:lnTo>
                  <a:pt x="308" y="13"/>
                </a:lnTo>
                <a:lnTo>
                  <a:pt x="308" y="15"/>
                </a:lnTo>
                <a:lnTo>
                  <a:pt x="299" y="15"/>
                </a:lnTo>
                <a:close/>
              </a:path>
              <a:path w="471" h="15">
                <a:moveTo>
                  <a:pt x="313" y="15"/>
                </a:moveTo>
                <a:lnTo>
                  <a:pt x="318" y="0"/>
                </a:lnTo>
                <a:lnTo>
                  <a:pt x="319" y="0"/>
                </a:lnTo>
                <a:lnTo>
                  <a:pt x="324" y="15"/>
                </a:lnTo>
                <a:lnTo>
                  <a:pt x="323" y="15"/>
                </a:lnTo>
                <a:lnTo>
                  <a:pt x="321" y="10"/>
                </a:lnTo>
                <a:lnTo>
                  <a:pt x="316" y="10"/>
                </a:lnTo>
                <a:lnTo>
                  <a:pt x="314" y="15"/>
                </a:lnTo>
                <a:lnTo>
                  <a:pt x="313" y="15"/>
                </a:lnTo>
                <a:close/>
                <a:moveTo>
                  <a:pt x="316" y="9"/>
                </a:moveTo>
                <a:lnTo>
                  <a:pt x="321" y="9"/>
                </a:lnTo>
                <a:lnTo>
                  <a:pt x="319" y="5"/>
                </a:lnTo>
                <a:cubicBezTo>
                  <a:pt x="319" y="4"/>
                  <a:pt x="319" y="3"/>
                  <a:pt x="318" y="2"/>
                </a:cubicBezTo>
                <a:cubicBezTo>
                  <a:pt x="318" y="3"/>
                  <a:pt x="318" y="4"/>
                  <a:pt x="318" y="5"/>
                </a:cubicBezTo>
                <a:lnTo>
                  <a:pt x="316" y="9"/>
                </a:lnTo>
                <a:close/>
              </a:path>
              <a:path w="471" h="15">
                <a:moveTo>
                  <a:pt x="325" y="15"/>
                </a:moveTo>
                <a:lnTo>
                  <a:pt x="325" y="0"/>
                </a:lnTo>
                <a:lnTo>
                  <a:pt x="327" y="0"/>
                </a:lnTo>
                <a:lnTo>
                  <a:pt x="334" y="12"/>
                </a:lnTo>
                <a:lnTo>
                  <a:pt x="334" y="0"/>
                </a:lnTo>
                <a:lnTo>
                  <a:pt x="335" y="0"/>
                </a:lnTo>
                <a:lnTo>
                  <a:pt x="335" y="15"/>
                </a:lnTo>
                <a:lnTo>
                  <a:pt x="333" y="15"/>
                </a:lnTo>
                <a:lnTo>
                  <a:pt x="327" y="3"/>
                </a:lnTo>
                <a:lnTo>
                  <a:pt x="327" y="15"/>
                </a:lnTo>
                <a:lnTo>
                  <a:pt x="325" y="15"/>
                </a:lnTo>
                <a:close/>
              </a:path>
              <a:path w="471" h="15">
                <a:moveTo>
                  <a:pt x="337" y="15"/>
                </a:moveTo>
                <a:lnTo>
                  <a:pt x="337" y="0"/>
                </a:lnTo>
                <a:lnTo>
                  <a:pt x="342" y="0"/>
                </a:lnTo>
                <a:cubicBezTo>
                  <a:pt x="343" y="0"/>
                  <a:pt x="343" y="0"/>
                  <a:pt x="344" y="0"/>
                </a:cubicBezTo>
                <a:cubicBezTo>
                  <a:pt x="345" y="1"/>
                  <a:pt x="345" y="1"/>
                  <a:pt x="346" y="2"/>
                </a:cubicBezTo>
                <a:cubicBezTo>
                  <a:pt x="346" y="2"/>
                  <a:pt x="347" y="3"/>
                  <a:pt x="347" y="4"/>
                </a:cubicBezTo>
                <a:cubicBezTo>
                  <a:pt x="348" y="5"/>
                  <a:pt x="348" y="6"/>
                  <a:pt x="348" y="7"/>
                </a:cubicBezTo>
                <a:cubicBezTo>
                  <a:pt x="348" y="8"/>
                  <a:pt x="348" y="9"/>
                  <a:pt x="347" y="10"/>
                </a:cubicBezTo>
                <a:cubicBezTo>
                  <a:pt x="347" y="11"/>
                  <a:pt x="347" y="12"/>
                  <a:pt x="347" y="12"/>
                </a:cubicBezTo>
                <a:cubicBezTo>
                  <a:pt x="346" y="13"/>
                  <a:pt x="346" y="13"/>
                  <a:pt x="345" y="14"/>
                </a:cubicBezTo>
                <a:cubicBezTo>
                  <a:pt x="345" y="14"/>
                  <a:pt x="344" y="14"/>
                  <a:pt x="344" y="14"/>
                </a:cubicBezTo>
                <a:cubicBezTo>
                  <a:pt x="343" y="15"/>
                  <a:pt x="343" y="15"/>
                  <a:pt x="342" y="15"/>
                </a:cubicBezTo>
                <a:lnTo>
                  <a:pt x="337" y="15"/>
                </a:lnTo>
                <a:close/>
                <a:moveTo>
                  <a:pt x="339" y="13"/>
                </a:moveTo>
                <a:lnTo>
                  <a:pt x="342" y="13"/>
                </a:lnTo>
                <a:cubicBezTo>
                  <a:pt x="343" y="13"/>
                  <a:pt x="343" y="13"/>
                  <a:pt x="344" y="13"/>
                </a:cubicBezTo>
                <a:cubicBezTo>
                  <a:pt x="344" y="13"/>
                  <a:pt x="345" y="12"/>
                  <a:pt x="345" y="12"/>
                </a:cubicBezTo>
                <a:cubicBezTo>
                  <a:pt x="345" y="12"/>
                  <a:pt x="345" y="11"/>
                  <a:pt x="346" y="10"/>
                </a:cubicBezTo>
                <a:cubicBezTo>
                  <a:pt x="346" y="9"/>
                  <a:pt x="346" y="8"/>
                  <a:pt x="346" y="7"/>
                </a:cubicBezTo>
                <a:cubicBezTo>
                  <a:pt x="346" y="6"/>
                  <a:pt x="346" y="5"/>
                  <a:pt x="345" y="4"/>
                </a:cubicBezTo>
                <a:cubicBezTo>
                  <a:pt x="345" y="3"/>
                  <a:pt x="344" y="3"/>
                  <a:pt x="344" y="2"/>
                </a:cubicBezTo>
                <a:cubicBezTo>
                  <a:pt x="343" y="2"/>
                  <a:pt x="343" y="2"/>
                  <a:pt x="342" y="2"/>
                </a:cubicBezTo>
                <a:lnTo>
                  <a:pt x="339" y="2"/>
                </a:lnTo>
                <a:lnTo>
                  <a:pt x="339" y="13"/>
                </a:lnTo>
                <a:close/>
              </a:path>
              <a:path w="471" h="15">
                <a:moveTo>
                  <a:pt x="358" y="15"/>
                </a:moveTo>
                <a:lnTo>
                  <a:pt x="358" y="2"/>
                </a:lnTo>
                <a:lnTo>
                  <a:pt x="354" y="2"/>
                </a:lnTo>
                <a:lnTo>
                  <a:pt x="354" y="0"/>
                </a:lnTo>
                <a:lnTo>
                  <a:pt x="364" y="0"/>
                </a:lnTo>
                <a:lnTo>
                  <a:pt x="364" y="2"/>
                </a:lnTo>
                <a:lnTo>
                  <a:pt x="359" y="2"/>
                </a:lnTo>
                <a:lnTo>
                  <a:pt x="359" y="15"/>
                </a:lnTo>
                <a:lnTo>
                  <a:pt x="358" y="15"/>
                </a:lnTo>
                <a:close/>
              </a:path>
              <a:path w="471" h="15">
                <a:moveTo>
                  <a:pt x="365" y="15"/>
                </a:moveTo>
                <a:lnTo>
                  <a:pt x="365" y="0"/>
                </a:lnTo>
                <a:lnTo>
                  <a:pt x="374" y="0"/>
                </a:lnTo>
                <a:lnTo>
                  <a:pt x="374" y="2"/>
                </a:lnTo>
                <a:lnTo>
                  <a:pt x="366" y="2"/>
                </a:lnTo>
                <a:lnTo>
                  <a:pt x="366" y="6"/>
                </a:lnTo>
                <a:lnTo>
                  <a:pt x="373" y="6"/>
                </a:lnTo>
                <a:lnTo>
                  <a:pt x="373" y="8"/>
                </a:lnTo>
                <a:lnTo>
                  <a:pt x="366" y="8"/>
                </a:lnTo>
                <a:lnTo>
                  <a:pt x="366" y="13"/>
                </a:lnTo>
                <a:lnTo>
                  <a:pt x="374" y="13"/>
                </a:lnTo>
                <a:lnTo>
                  <a:pt x="374" y="15"/>
                </a:lnTo>
                <a:lnTo>
                  <a:pt x="365" y="15"/>
                </a:lnTo>
                <a:close/>
              </a:path>
              <a:path w="471" h="15">
                <a:moveTo>
                  <a:pt x="385" y="10"/>
                </a:moveTo>
                <a:lnTo>
                  <a:pt x="386" y="10"/>
                </a:lnTo>
                <a:cubicBezTo>
                  <a:pt x="386" y="12"/>
                  <a:pt x="386" y="13"/>
                  <a:pt x="385" y="14"/>
                </a:cubicBezTo>
                <a:cubicBezTo>
                  <a:pt x="384" y="15"/>
                  <a:pt x="383" y="15"/>
                  <a:pt x="381" y="15"/>
                </a:cubicBezTo>
                <a:cubicBezTo>
                  <a:pt x="380" y="15"/>
                  <a:pt x="379" y="15"/>
                  <a:pt x="378" y="14"/>
                </a:cubicBezTo>
                <a:cubicBezTo>
                  <a:pt x="377" y="13"/>
                  <a:pt x="377" y="12"/>
                  <a:pt x="376" y="11"/>
                </a:cubicBezTo>
                <a:cubicBezTo>
                  <a:pt x="376" y="10"/>
                  <a:pt x="375" y="9"/>
                  <a:pt x="375" y="7"/>
                </a:cubicBezTo>
                <a:cubicBezTo>
                  <a:pt x="375" y="6"/>
                  <a:pt x="376" y="5"/>
                  <a:pt x="376" y="3"/>
                </a:cubicBezTo>
                <a:cubicBezTo>
                  <a:pt x="377" y="2"/>
                  <a:pt x="377" y="1"/>
                  <a:pt x="378" y="1"/>
                </a:cubicBezTo>
                <a:cubicBezTo>
                  <a:pt x="379" y="0"/>
                  <a:pt x="380" y="0"/>
                  <a:pt x="381" y="0"/>
                </a:cubicBezTo>
                <a:cubicBezTo>
                  <a:pt x="383" y="0"/>
                  <a:pt x="384" y="0"/>
                  <a:pt x="384" y="1"/>
                </a:cubicBezTo>
                <a:cubicBezTo>
                  <a:pt x="385" y="2"/>
                  <a:pt x="386" y="3"/>
                  <a:pt x="386" y="4"/>
                </a:cubicBezTo>
                <a:lnTo>
                  <a:pt x="385" y="5"/>
                </a:lnTo>
                <a:cubicBezTo>
                  <a:pt x="384" y="4"/>
                  <a:pt x="384" y="3"/>
                  <a:pt x="383" y="2"/>
                </a:cubicBezTo>
                <a:cubicBezTo>
                  <a:pt x="383" y="2"/>
                  <a:pt x="382" y="2"/>
                  <a:pt x="381" y="2"/>
                </a:cubicBezTo>
                <a:cubicBezTo>
                  <a:pt x="380" y="2"/>
                  <a:pt x="380" y="2"/>
                  <a:pt x="379" y="2"/>
                </a:cubicBezTo>
                <a:cubicBezTo>
                  <a:pt x="378" y="3"/>
                  <a:pt x="378" y="4"/>
                  <a:pt x="378" y="5"/>
                </a:cubicBezTo>
                <a:cubicBezTo>
                  <a:pt x="377" y="5"/>
                  <a:pt x="377" y="6"/>
                  <a:pt x="377" y="7"/>
                </a:cubicBezTo>
                <a:cubicBezTo>
                  <a:pt x="377" y="9"/>
                  <a:pt x="377" y="10"/>
                  <a:pt x="378" y="11"/>
                </a:cubicBezTo>
                <a:cubicBezTo>
                  <a:pt x="378" y="11"/>
                  <a:pt x="378" y="12"/>
                  <a:pt x="379" y="13"/>
                </a:cubicBezTo>
                <a:cubicBezTo>
                  <a:pt x="380" y="13"/>
                  <a:pt x="380" y="13"/>
                  <a:pt x="381" y="13"/>
                </a:cubicBezTo>
                <a:cubicBezTo>
                  <a:pt x="382" y="13"/>
                  <a:pt x="383" y="13"/>
                  <a:pt x="384" y="12"/>
                </a:cubicBezTo>
                <a:cubicBezTo>
                  <a:pt x="384" y="12"/>
                  <a:pt x="385" y="11"/>
                  <a:pt x="385" y="10"/>
                </a:cubicBezTo>
                <a:close/>
              </a:path>
              <a:path w="471" h="15">
                <a:moveTo>
                  <a:pt x="388" y="15"/>
                </a:moveTo>
                <a:lnTo>
                  <a:pt x="388" y="0"/>
                </a:lnTo>
                <a:lnTo>
                  <a:pt x="390" y="0"/>
                </a:lnTo>
                <a:lnTo>
                  <a:pt x="390" y="6"/>
                </a:lnTo>
                <a:lnTo>
                  <a:pt x="396" y="6"/>
                </a:lnTo>
                <a:lnTo>
                  <a:pt x="396" y="0"/>
                </a:lnTo>
                <a:lnTo>
                  <a:pt x="398" y="0"/>
                </a:lnTo>
                <a:lnTo>
                  <a:pt x="398" y="15"/>
                </a:lnTo>
                <a:lnTo>
                  <a:pt x="396" y="15"/>
                </a:lnTo>
                <a:lnTo>
                  <a:pt x="396" y="8"/>
                </a:lnTo>
                <a:lnTo>
                  <a:pt x="390" y="8"/>
                </a:lnTo>
                <a:lnTo>
                  <a:pt x="390" y="15"/>
                </a:lnTo>
                <a:lnTo>
                  <a:pt x="388" y="15"/>
                </a:lnTo>
                <a:close/>
              </a:path>
              <a:path w="471" h="15">
                <a:moveTo>
                  <a:pt x="400" y="15"/>
                </a:moveTo>
                <a:lnTo>
                  <a:pt x="400" y="0"/>
                </a:lnTo>
                <a:lnTo>
                  <a:pt x="402" y="0"/>
                </a:lnTo>
                <a:lnTo>
                  <a:pt x="408" y="12"/>
                </a:lnTo>
                <a:lnTo>
                  <a:pt x="408" y="0"/>
                </a:lnTo>
                <a:lnTo>
                  <a:pt x="410" y="0"/>
                </a:lnTo>
                <a:lnTo>
                  <a:pt x="410" y="15"/>
                </a:lnTo>
                <a:lnTo>
                  <a:pt x="408" y="15"/>
                </a:lnTo>
                <a:lnTo>
                  <a:pt x="402" y="3"/>
                </a:lnTo>
                <a:lnTo>
                  <a:pt x="402" y="15"/>
                </a:lnTo>
                <a:lnTo>
                  <a:pt x="400" y="15"/>
                </a:lnTo>
                <a:close/>
              </a:path>
              <a:path w="471" h="15">
                <a:moveTo>
                  <a:pt x="412" y="8"/>
                </a:moveTo>
                <a:cubicBezTo>
                  <a:pt x="412" y="5"/>
                  <a:pt x="412" y="3"/>
                  <a:pt x="413" y="2"/>
                </a:cubicBezTo>
                <a:cubicBezTo>
                  <a:pt x="415" y="1"/>
                  <a:pt x="416" y="0"/>
                  <a:pt x="418" y="0"/>
                </a:cubicBezTo>
                <a:cubicBezTo>
                  <a:pt x="419" y="0"/>
                  <a:pt x="420" y="0"/>
                  <a:pt x="421" y="1"/>
                </a:cubicBezTo>
                <a:cubicBezTo>
                  <a:pt x="422" y="2"/>
                  <a:pt x="423" y="3"/>
                  <a:pt x="423" y="4"/>
                </a:cubicBezTo>
                <a:cubicBezTo>
                  <a:pt x="424" y="5"/>
                  <a:pt x="424" y="6"/>
                  <a:pt x="424" y="8"/>
                </a:cubicBezTo>
                <a:cubicBezTo>
                  <a:pt x="424" y="9"/>
                  <a:pt x="424" y="10"/>
                  <a:pt x="423" y="11"/>
                </a:cubicBezTo>
                <a:cubicBezTo>
                  <a:pt x="422" y="13"/>
                  <a:pt x="422" y="13"/>
                  <a:pt x="421" y="14"/>
                </a:cubicBezTo>
                <a:cubicBezTo>
                  <a:pt x="420" y="15"/>
                  <a:pt x="419" y="15"/>
                  <a:pt x="418" y="15"/>
                </a:cubicBezTo>
                <a:cubicBezTo>
                  <a:pt x="417" y="15"/>
                  <a:pt x="416" y="15"/>
                  <a:pt x="415" y="14"/>
                </a:cubicBezTo>
                <a:cubicBezTo>
                  <a:pt x="414" y="13"/>
                  <a:pt x="413" y="12"/>
                  <a:pt x="413" y="11"/>
                </a:cubicBezTo>
                <a:cubicBezTo>
                  <a:pt x="412" y="10"/>
                  <a:pt x="412" y="9"/>
                  <a:pt x="412" y="8"/>
                </a:cubicBezTo>
                <a:close/>
                <a:moveTo>
                  <a:pt x="414" y="8"/>
                </a:moveTo>
                <a:cubicBezTo>
                  <a:pt x="414" y="9"/>
                  <a:pt x="414" y="11"/>
                  <a:pt x="415" y="12"/>
                </a:cubicBezTo>
                <a:cubicBezTo>
                  <a:pt x="416" y="13"/>
                  <a:pt x="417" y="13"/>
                  <a:pt x="418" y="13"/>
                </a:cubicBezTo>
                <a:cubicBezTo>
                  <a:pt x="419" y="13"/>
                  <a:pt x="420" y="13"/>
                  <a:pt x="421" y="12"/>
                </a:cubicBezTo>
                <a:cubicBezTo>
                  <a:pt x="422" y="11"/>
                  <a:pt x="422" y="9"/>
                  <a:pt x="422" y="7"/>
                </a:cubicBezTo>
                <a:cubicBezTo>
                  <a:pt x="422" y="6"/>
                  <a:pt x="422" y="5"/>
                  <a:pt x="422" y="4"/>
                </a:cubicBezTo>
                <a:cubicBezTo>
                  <a:pt x="421" y="4"/>
                  <a:pt x="421" y="3"/>
                  <a:pt x="420" y="2"/>
                </a:cubicBezTo>
                <a:cubicBezTo>
                  <a:pt x="419" y="2"/>
                  <a:pt x="419" y="2"/>
                  <a:pt x="418" y="2"/>
                </a:cubicBezTo>
                <a:cubicBezTo>
                  <a:pt x="417" y="2"/>
                  <a:pt x="416" y="2"/>
                  <a:pt x="415" y="3"/>
                </a:cubicBezTo>
                <a:cubicBezTo>
                  <a:pt x="414" y="4"/>
                  <a:pt x="414" y="6"/>
                  <a:pt x="414" y="8"/>
                </a:cubicBezTo>
                <a:close/>
              </a:path>
              <a:path w="471" h="15">
                <a:moveTo>
                  <a:pt x="425" y="15"/>
                </a:moveTo>
                <a:lnTo>
                  <a:pt x="425" y="0"/>
                </a:lnTo>
                <a:lnTo>
                  <a:pt x="427" y="0"/>
                </a:lnTo>
                <a:lnTo>
                  <a:pt x="427" y="13"/>
                </a:lnTo>
                <a:lnTo>
                  <a:pt x="433" y="13"/>
                </a:lnTo>
                <a:lnTo>
                  <a:pt x="433" y="15"/>
                </a:lnTo>
                <a:lnTo>
                  <a:pt x="425" y="15"/>
                </a:lnTo>
                <a:close/>
              </a:path>
              <a:path w="471" h="15">
                <a:moveTo>
                  <a:pt x="434" y="8"/>
                </a:moveTo>
                <a:cubicBezTo>
                  <a:pt x="434" y="5"/>
                  <a:pt x="435" y="3"/>
                  <a:pt x="436" y="2"/>
                </a:cubicBezTo>
                <a:cubicBezTo>
                  <a:pt x="437" y="1"/>
                  <a:pt x="438" y="0"/>
                  <a:pt x="440" y="0"/>
                </a:cubicBezTo>
                <a:cubicBezTo>
                  <a:pt x="441" y="0"/>
                  <a:pt x="442" y="0"/>
                  <a:pt x="443" y="1"/>
                </a:cubicBezTo>
                <a:cubicBezTo>
                  <a:pt x="444" y="2"/>
                  <a:pt x="445" y="3"/>
                  <a:pt x="445" y="4"/>
                </a:cubicBezTo>
                <a:cubicBezTo>
                  <a:pt x="446" y="5"/>
                  <a:pt x="446" y="6"/>
                  <a:pt x="446" y="8"/>
                </a:cubicBezTo>
                <a:cubicBezTo>
                  <a:pt x="446" y="9"/>
                  <a:pt x="446" y="10"/>
                  <a:pt x="445" y="11"/>
                </a:cubicBezTo>
                <a:cubicBezTo>
                  <a:pt x="445" y="13"/>
                  <a:pt x="444" y="13"/>
                  <a:pt x="443" y="14"/>
                </a:cubicBezTo>
                <a:cubicBezTo>
                  <a:pt x="442" y="15"/>
                  <a:pt x="441" y="15"/>
                  <a:pt x="440" y="15"/>
                </a:cubicBezTo>
                <a:cubicBezTo>
                  <a:pt x="439" y="15"/>
                  <a:pt x="438" y="15"/>
                  <a:pt x="437" y="14"/>
                </a:cubicBezTo>
                <a:cubicBezTo>
                  <a:pt x="436" y="13"/>
                  <a:pt x="435" y="12"/>
                  <a:pt x="435" y="11"/>
                </a:cubicBezTo>
                <a:cubicBezTo>
                  <a:pt x="434" y="10"/>
                  <a:pt x="434" y="9"/>
                  <a:pt x="434" y="8"/>
                </a:cubicBezTo>
                <a:close/>
                <a:moveTo>
                  <a:pt x="436" y="8"/>
                </a:moveTo>
                <a:cubicBezTo>
                  <a:pt x="436" y="9"/>
                  <a:pt x="436" y="11"/>
                  <a:pt x="437" y="12"/>
                </a:cubicBezTo>
                <a:cubicBezTo>
                  <a:pt x="438" y="13"/>
                  <a:pt x="439" y="13"/>
                  <a:pt x="440" y="13"/>
                </a:cubicBezTo>
                <a:cubicBezTo>
                  <a:pt x="441" y="13"/>
                  <a:pt x="442" y="13"/>
                  <a:pt x="443" y="12"/>
                </a:cubicBezTo>
                <a:cubicBezTo>
                  <a:pt x="444" y="11"/>
                  <a:pt x="444" y="9"/>
                  <a:pt x="444" y="7"/>
                </a:cubicBezTo>
                <a:cubicBezTo>
                  <a:pt x="444" y="6"/>
                  <a:pt x="444" y="5"/>
                  <a:pt x="444" y="4"/>
                </a:cubicBezTo>
                <a:cubicBezTo>
                  <a:pt x="444" y="4"/>
                  <a:pt x="443" y="3"/>
                  <a:pt x="442" y="2"/>
                </a:cubicBezTo>
                <a:cubicBezTo>
                  <a:pt x="442" y="2"/>
                  <a:pt x="441" y="2"/>
                  <a:pt x="440" y="2"/>
                </a:cubicBezTo>
                <a:cubicBezTo>
                  <a:pt x="439" y="2"/>
                  <a:pt x="438" y="2"/>
                  <a:pt x="437" y="3"/>
                </a:cubicBezTo>
                <a:cubicBezTo>
                  <a:pt x="436" y="4"/>
                  <a:pt x="436" y="6"/>
                  <a:pt x="436" y="8"/>
                </a:cubicBezTo>
                <a:close/>
              </a:path>
              <a:path w="471" h="15">
                <a:moveTo>
                  <a:pt x="454" y="9"/>
                </a:moveTo>
                <a:lnTo>
                  <a:pt x="454" y="7"/>
                </a:lnTo>
                <a:lnTo>
                  <a:pt x="459" y="7"/>
                </a:lnTo>
                <a:lnTo>
                  <a:pt x="459" y="13"/>
                </a:lnTo>
                <a:cubicBezTo>
                  <a:pt x="458" y="13"/>
                  <a:pt x="457" y="14"/>
                  <a:pt x="456" y="14"/>
                </a:cubicBezTo>
                <a:cubicBezTo>
                  <a:pt x="456" y="15"/>
                  <a:pt x="455" y="15"/>
                  <a:pt x="454" y="15"/>
                </a:cubicBezTo>
                <a:cubicBezTo>
                  <a:pt x="453" y="15"/>
                  <a:pt x="451" y="15"/>
                  <a:pt x="450" y="14"/>
                </a:cubicBezTo>
                <a:cubicBezTo>
                  <a:pt x="449" y="13"/>
                  <a:pt x="449" y="13"/>
                  <a:pt x="448" y="11"/>
                </a:cubicBezTo>
                <a:cubicBezTo>
                  <a:pt x="448" y="10"/>
                  <a:pt x="447" y="9"/>
                  <a:pt x="447" y="8"/>
                </a:cubicBezTo>
                <a:cubicBezTo>
                  <a:pt x="447" y="6"/>
                  <a:pt x="448" y="5"/>
                  <a:pt x="448" y="4"/>
                </a:cubicBezTo>
                <a:cubicBezTo>
                  <a:pt x="449" y="2"/>
                  <a:pt x="449" y="2"/>
                  <a:pt x="450" y="1"/>
                </a:cubicBezTo>
                <a:cubicBezTo>
                  <a:pt x="451" y="0"/>
                  <a:pt x="452" y="0"/>
                  <a:pt x="454" y="0"/>
                </a:cubicBezTo>
                <a:cubicBezTo>
                  <a:pt x="455" y="0"/>
                  <a:pt x="455" y="0"/>
                  <a:pt x="456" y="1"/>
                </a:cubicBezTo>
                <a:cubicBezTo>
                  <a:pt x="457" y="1"/>
                  <a:pt x="457" y="1"/>
                  <a:pt x="458" y="2"/>
                </a:cubicBezTo>
                <a:cubicBezTo>
                  <a:pt x="458" y="3"/>
                  <a:pt x="459" y="3"/>
                  <a:pt x="459" y="4"/>
                </a:cubicBezTo>
                <a:lnTo>
                  <a:pt x="457" y="5"/>
                </a:lnTo>
                <a:cubicBezTo>
                  <a:pt x="457" y="4"/>
                  <a:pt x="457" y="3"/>
                  <a:pt x="457" y="3"/>
                </a:cubicBezTo>
                <a:cubicBezTo>
                  <a:pt x="456" y="3"/>
                  <a:pt x="456" y="2"/>
                  <a:pt x="455" y="2"/>
                </a:cubicBezTo>
                <a:cubicBezTo>
                  <a:pt x="455" y="2"/>
                  <a:pt x="454" y="2"/>
                  <a:pt x="454" y="2"/>
                </a:cubicBezTo>
                <a:cubicBezTo>
                  <a:pt x="453" y="2"/>
                  <a:pt x="452" y="2"/>
                  <a:pt x="452" y="2"/>
                </a:cubicBezTo>
                <a:cubicBezTo>
                  <a:pt x="451" y="2"/>
                  <a:pt x="451" y="3"/>
                  <a:pt x="450" y="3"/>
                </a:cubicBezTo>
                <a:cubicBezTo>
                  <a:pt x="450" y="4"/>
                  <a:pt x="450" y="4"/>
                  <a:pt x="450" y="5"/>
                </a:cubicBezTo>
                <a:cubicBezTo>
                  <a:pt x="449" y="5"/>
                  <a:pt x="449" y="6"/>
                  <a:pt x="449" y="7"/>
                </a:cubicBezTo>
                <a:cubicBezTo>
                  <a:pt x="449" y="9"/>
                  <a:pt x="449" y="10"/>
                  <a:pt x="450" y="11"/>
                </a:cubicBezTo>
                <a:cubicBezTo>
                  <a:pt x="450" y="12"/>
                  <a:pt x="451" y="12"/>
                  <a:pt x="451" y="13"/>
                </a:cubicBezTo>
                <a:cubicBezTo>
                  <a:pt x="452" y="13"/>
                  <a:pt x="453" y="13"/>
                  <a:pt x="454" y="13"/>
                </a:cubicBezTo>
                <a:cubicBezTo>
                  <a:pt x="454" y="13"/>
                  <a:pt x="455" y="13"/>
                  <a:pt x="456" y="13"/>
                </a:cubicBezTo>
                <a:cubicBezTo>
                  <a:pt x="456" y="12"/>
                  <a:pt x="457" y="12"/>
                  <a:pt x="457" y="12"/>
                </a:cubicBezTo>
                <a:lnTo>
                  <a:pt x="457" y="9"/>
                </a:lnTo>
                <a:lnTo>
                  <a:pt x="454" y="9"/>
                </a:lnTo>
                <a:close/>
              </a:path>
              <a:path w="471" h="15">
                <a:moveTo>
                  <a:pt x="464" y="15"/>
                </a:moveTo>
                <a:lnTo>
                  <a:pt x="464" y="9"/>
                </a:lnTo>
                <a:lnTo>
                  <a:pt x="460" y="0"/>
                </a:lnTo>
                <a:lnTo>
                  <a:pt x="462" y="0"/>
                </a:lnTo>
                <a:lnTo>
                  <a:pt x="464" y="5"/>
                </a:lnTo>
                <a:cubicBezTo>
                  <a:pt x="465" y="5"/>
                  <a:pt x="465" y="6"/>
                  <a:pt x="465" y="7"/>
                </a:cubicBezTo>
                <a:cubicBezTo>
                  <a:pt x="466" y="6"/>
                  <a:pt x="466" y="5"/>
                  <a:pt x="467" y="5"/>
                </a:cubicBezTo>
                <a:lnTo>
                  <a:pt x="469" y="0"/>
                </a:lnTo>
                <a:lnTo>
                  <a:pt x="471" y="0"/>
                </a:lnTo>
                <a:lnTo>
                  <a:pt x="466" y="9"/>
                </a:lnTo>
                <a:lnTo>
                  <a:pt x="466" y="15"/>
                </a:lnTo>
                <a:lnTo>
                  <a:pt x="464" y="1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pic>
        <p:nvPicPr>
          <p:cNvPr id="20" name="图片 2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3251" y="124632"/>
            <a:ext cx="627347" cy="471145"/>
          </a:xfrm>
          <a:prstGeom prst="rect">
            <a:avLst/>
          </a:prstGeom>
          <a:ln>
            <a:noFill/>
          </a:ln>
        </p:spPr>
      </p:pic>
      <p:sp>
        <p:nvSpPr>
          <p:cNvPr id="21" name="分隔线"/>
          <p:cNvSpPr/>
          <p:nvPr/>
        </p:nvSpPr>
        <p:spPr>
          <a:xfrm>
            <a:off x="457200" y="896112"/>
            <a:ext cx="11228832" cy="36576"/>
          </a:xfrm>
          <a:prstGeom prst="rect">
            <a:avLst/>
          </a:prstGeom>
          <a:solidFill>
            <a:srgbClr val="00A4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关键信息条"/>
          <p:cNvSpPr/>
          <p:nvPr/>
        </p:nvSpPr>
        <p:spPr>
          <a:xfrm>
            <a:off x="502920" y="1024128"/>
            <a:ext cx="11183112" cy="45720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关键信息"/>
          <p:cNvSpPr txBox="1"/>
          <p:nvPr/>
        </p:nvSpPr>
        <p:spPr>
          <a:xfrm>
            <a:off x="685800" y="1024128"/>
            <a:ext cx="10817352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600" b="1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对齐时始终保留原始数值和来源；修正另加标记，具体临床口径仍需要以共同确认结果为准。</a:t>
            </a:r>
            <a:endParaRPr lang="zh-CN" altLang="en-US" sz="1600" b="1" i="0">
              <a:solidFill>
                <a:srgbClr val="1137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结论框"/>
          <p:cNvSpPr/>
          <p:nvPr/>
        </p:nvSpPr>
        <p:spPr>
          <a:xfrm>
            <a:off x="502920" y="5870448"/>
            <a:ext cx="11183112" cy="420624"/>
          </a:xfrm>
          <a:prstGeom prst="rect">
            <a:avLst/>
          </a:prstGeom>
          <a:solidFill>
            <a:srgbClr val="FCEF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结论"/>
          <p:cNvSpPr txBox="1"/>
          <p:nvPr/>
        </p:nvSpPr>
        <p:spPr>
          <a:xfrm>
            <a:off x="685800" y="5870448"/>
            <a:ext cx="10817352" cy="420624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500" b="1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口径说明：</a:t>
            </a:r>
            <a:r>
              <a:rPr lang="zh-CN" altLang="en-US" sz="1500" b="0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本页数量为 CDM 对齐数据口径（全部住院 / 门诊记录），非后续转重分析的入模样本数。</a:t>
            </a:r>
            <a:endParaRPr lang="zh-CN" altLang="en-US" sz="1500" b="0" i="0">
              <a:solidFill>
                <a:srgbClr val="1137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页脚"/>
          <p:cNvSpPr txBox="1"/>
          <p:nvPr/>
        </p:nvSpPr>
        <p:spPr>
          <a:xfrm>
            <a:off x="502920" y="6455664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050" b="0" i="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老年流感多中心数据对齐与研究协作汇报</a:t>
            </a:r>
            <a:endParaRPr lang="zh-CN" altLang="en-US" sz="1050" b="0" i="0">
              <a:solidFill>
                <a:srgbClr val="646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页码"/>
          <p:cNvSpPr txBox="1"/>
          <p:nvPr/>
        </p:nvSpPr>
        <p:spPr>
          <a:xfrm>
            <a:off x="10680192" y="6455664"/>
            <a:ext cx="100584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fld id="{DB332C66-C67C-48FD-98A8-C55DB1CBE6E5}" type="slidenum">
              <a:rPr lang="zh-CN" sz="105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fld>
            <a:endParaRPr lang="zh-CN" sz="1050">
              <a:solidFill>
                <a:srgbClr val="646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502920" y="1645920"/>
            <a:ext cx="2670048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CDDAE8"/>
            </a:solidFill>
          </a:ln>
          <a:effectLst>
            <a:outerShdw blurRad="63500" dist="19050" dir="5400000" algn="t" rotWithShape="0">
              <a:srgbClr val="1F3B66">
                <a:alpha val="16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1645920"/>
            <a:ext cx="2670048" cy="402336"/>
          </a:xfrm>
          <a:prstGeom prst="rect">
            <a:avLst/>
          </a:prstGeom>
          <a:solidFill>
            <a:srgbClr val="1F4E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1645920"/>
            <a:ext cx="2395728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5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结构对齐</a:t>
            </a:r>
            <a:endParaRPr lang="zh-CN" altLang="en-US" sz="15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21792" y="2103120"/>
            <a:ext cx="2432304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2600" b="1" i="0">
                <a:solidFill>
                  <a:srgbClr val="1F4E9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张表</a:t>
            </a:r>
            <a:endParaRPr lang="zh-CN" altLang="en-US" sz="2600" b="1" i="0">
              <a:solidFill>
                <a:srgbClr val="1F4E9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621792" y="2670048"/>
            <a:ext cx="2432304" cy="11155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82880" indent="-182880"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buClr>
                <a:srgbClr val="4075BE"/>
              </a:buClr>
              <a:buFont typeface="Arial" panose="020B0604020202020204"/>
              <a:buChar char="•"/>
            </a:pPr>
            <a:r>
              <a:rPr lang="zh-CN" altLang="en-US" sz="130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统一数据模型CDM v3.1</a:t>
            </a:r>
            <a:endParaRPr lang="zh-CN" altLang="en-US" sz="1300" b="0" i="0">
              <a:solidFill>
                <a:srgbClr val="2731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182880" indent="-182880"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buClr>
                <a:srgbClr val="4075BE"/>
              </a:buClr>
              <a:buFont typeface="Arial" panose="020B0604020202020204"/>
              <a:buChar char="•"/>
            </a:pPr>
            <a:r>
              <a:rPr lang="zh-CN" altLang="en-US" sz="130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GAM住院173、门诊1,166</a:t>
            </a:r>
            <a:endParaRPr lang="zh-CN" altLang="en-US" sz="1300" b="0" i="0">
              <a:solidFill>
                <a:srgbClr val="2731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182880" indent="-182880"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buClr>
                <a:srgbClr val="4075BE"/>
              </a:buClr>
              <a:buFont typeface="Arial" panose="020B0604020202020204"/>
              <a:buChar char="•"/>
            </a:pPr>
            <a:r>
              <a:rPr lang="zh-CN" altLang="en-US" sz="130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GD住院297</a:t>
            </a:r>
            <a:endParaRPr lang="zh-CN" altLang="en-US" sz="1300" b="0" i="0">
              <a:solidFill>
                <a:srgbClr val="2731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3340608" y="1645920"/>
            <a:ext cx="2670048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CDDAE8"/>
            </a:solidFill>
          </a:ln>
          <a:effectLst>
            <a:outerShdw blurRad="63500" dist="19050" dir="5400000" algn="t" rotWithShape="0">
              <a:srgbClr val="1F3B66">
                <a:alpha val="16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340608" y="1645920"/>
            <a:ext cx="2670048" cy="402336"/>
          </a:xfrm>
          <a:prstGeom prst="rect">
            <a:avLst/>
          </a:prstGeom>
          <a:solidFill>
            <a:srgbClr val="1F4E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77768" y="1645920"/>
            <a:ext cx="2395728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5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语义与时间对齐</a:t>
            </a:r>
            <a:endParaRPr lang="zh-CN" altLang="en-US" sz="15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3459480" y="2103120"/>
            <a:ext cx="2432304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2600" b="1" i="0">
                <a:solidFill>
                  <a:srgbClr val="1F4E9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22个问题</a:t>
            </a:r>
            <a:endParaRPr lang="zh-CN" altLang="en-US" sz="2600" b="1" i="0">
              <a:solidFill>
                <a:srgbClr val="1F4E9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3459480" y="2670048"/>
            <a:ext cx="2432304" cy="11155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82880" indent="-182880"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buClr>
                <a:srgbClr val="4075BE"/>
              </a:buClr>
              <a:buFont typeface="Arial" panose="020B0604020202020204"/>
              <a:buChar char="•"/>
            </a:pPr>
            <a:r>
              <a:rPr lang="zh-CN" altLang="en-US" sz="130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统一编码、单位与时间零点</a:t>
            </a:r>
            <a:endParaRPr lang="zh-CN" altLang="en-US" sz="1300" b="0" i="0">
              <a:solidFill>
                <a:srgbClr val="2731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182880" indent="-182880"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buClr>
                <a:srgbClr val="4075BE"/>
              </a:buClr>
              <a:buFont typeface="Arial" panose="020B0604020202020204"/>
              <a:buChar char="•"/>
            </a:pPr>
            <a:r>
              <a:rPr lang="zh-CN" altLang="en-US" sz="130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确定流感索引时点</a:t>
            </a:r>
            <a:endParaRPr lang="zh-CN" altLang="en-US" sz="1300" b="0" i="0">
              <a:solidFill>
                <a:srgbClr val="2731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182880" indent="-182880"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buClr>
                <a:srgbClr val="4075BE"/>
              </a:buClr>
              <a:buFont typeface="Arial" panose="020B0604020202020204"/>
              <a:buChar char="•"/>
            </a:pPr>
            <a:r>
              <a:rPr lang="zh-CN" altLang="en-US" sz="130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症状三态、保留时间精度</a:t>
            </a:r>
            <a:endParaRPr lang="zh-CN" altLang="en-US" sz="1300" b="0" i="0">
              <a:solidFill>
                <a:srgbClr val="2731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6178296" y="1645920"/>
            <a:ext cx="2670048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CDDAE8"/>
            </a:solidFill>
          </a:ln>
          <a:effectLst>
            <a:outerShdw blurRad="63500" dist="19050" dir="5400000" algn="t" rotWithShape="0">
              <a:srgbClr val="1F3B66">
                <a:alpha val="16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78296" y="1645920"/>
            <a:ext cx="2670048" cy="402336"/>
          </a:xfrm>
          <a:prstGeom prst="rect">
            <a:avLst/>
          </a:prstGeom>
          <a:solidFill>
            <a:srgbClr val="1F4E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15456" y="1645920"/>
            <a:ext cx="2395728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5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标签对齐</a:t>
            </a:r>
            <a:endParaRPr lang="zh-CN" altLang="en-US" sz="15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6297168" y="2103120"/>
            <a:ext cx="2432304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2600" b="1" i="0">
                <a:solidFill>
                  <a:srgbClr val="1F4E9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κ=0.917</a:t>
            </a:r>
            <a:endParaRPr lang="zh-CN" altLang="en-US" sz="2600" b="1" i="0">
              <a:solidFill>
                <a:srgbClr val="1F4E9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6297168" y="2670048"/>
            <a:ext cx="2432304" cy="11155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82880" indent="-182880"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buClr>
                <a:srgbClr val="4075BE"/>
              </a:buClr>
              <a:buFont typeface="Arial" panose="020B0604020202020204"/>
              <a:buChar char="•"/>
            </a:pPr>
            <a:r>
              <a:rPr lang="zh-CN" altLang="en-US" sz="130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重症规则SEV_B与人工判定</a:t>
            </a:r>
            <a:endParaRPr lang="zh-CN" altLang="en-US" sz="1300" b="0" i="0">
              <a:solidFill>
                <a:srgbClr val="2731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182880" indent="-182880"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buClr>
                <a:srgbClr val="4075BE"/>
              </a:buClr>
              <a:buFont typeface="Arial" panose="020B0604020202020204"/>
              <a:buChar char="•"/>
            </a:pPr>
            <a:r>
              <a:rPr lang="zh-CN" altLang="en-US" sz="130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GD 293次住院中比较</a:t>
            </a:r>
            <a:endParaRPr lang="zh-CN" altLang="en-US" sz="1300" b="0" i="0">
              <a:solidFill>
                <a:srgbClr val="2731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182880" indent="-182880"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buClr>
                <a:srgbClr val="4075BE"/>
              </a:buClr>
              <a:buFont typeface="Arial" panose="020B0604020202020204"/>
              <a:buChar char="•"/>
            </a:pPr>
            <a:r>
              <a:rPr lang="zh-CN" altLang="en-US" sz="130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漏判0、多判10</a:t>
            </a:r>
            <a:endParaRPr lang="zh-CN" altLang="en-US" sz="1300" b="0" i="0">
              <a:solidFill>
                <a:srgbClr val="2731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9015984" y="1645920"/>
            <a:ext cx="2670048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CDDAE8"/>
            </a:solidFill>
          </a:ln>
          <a:effectLst>
            <a:outerShdw blurRad="63500" dist="19050" dir="5400000" algn="t" rotWithShape="0">
              <a:srgbClr val="1F3B66">
                <a:alpha val="16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015984" y="1645920"/>
            <a:ext cx="2670048" cy="402336"/>
          </a:xfrm>
          <a:prstGeom prst="rect">
            <a:avLst/>
          </a:prstGeom>
          <a:solidFill>
            <a:srgbClr val="1F4E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53144" y="1645920"/>
            <a:ext cx="2395728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5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质量检查</a:t>
            </a:r>
            <a:endParaRPr lang="zh-CN" altLang="en-US" sz="15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9134856" y="2103120"/>
            <a:ext cx="2432304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2600" b="1" i="0">
                <a:solidFill>
                  <a:srgbClr val="1F4E9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0命中</a:t>
            </a:r>
            <a:endParaRPr lang="zh-CN" altLang="en-US" sz="2600" b="1" i="0">
              <a:solidFill>
                <a:srgbClr val="1F4E9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9134856" y="2670048"/>
            <a:ext cx="2432304" cy="11155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82880" indent="-182880"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buClr>
                <a:srgbClr val="4075BE"/>
              </a:buClr>
              <a:buFont typeface="Arial" panose="020B0604020202020204"/>
              <a:buChar char="•"/>
            </a:pPr>
            <a:r>
              <a:rPr lang="zh-CN" altLang="en-US" sz="130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隐私审计0命中</a:t>
            </a:r>
            <a:endParaRPr lang="zh-CN" altLang="en-US" sz="1300" b="0" i="0">
              <a:solidFill>
                <a:srgbClr val="2731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182880" indent="-182880"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buClr>
                <a:srgbClr val="4075BE"/>
              </a:buClr>
              <a:buFont typeface="Arial" panose="020B0604020202020204"/>
              <a:buChar char="•"/>
            </a:pPr>
            <a:r>
              <a:rPr lang="zh-CN" altLang="en-US" sz="130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两院重复患者0组</a:t>
            </a:r>
            <a:endParaRPr lang="zh-CN" altLang="en-US" sz="1300" b="0" i="0">
              <a:solidFill>
                <a:srgbClr val="2731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182880" indent="-182880"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buClr>
                <a:srgbClr val="4075BE"/>
              </a:buClr>
              <a:buFont typeface="Arial" panose="020B0604020202020204"/>
              <a:buChar char="•"/>
            </a:pPr>
            <a:r>
              <a:rPr lang="zh-CN" altLang="en-US" sz="130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两次构建28个产物一致</a:t>
            </a:r>
            <a:endParaRPr lang="zh-CN" altLang="en-US" sz="1300" b="0" i="0">
              <a:solidFill>
                <a:srgbClr val="2731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502920" y="3913632"/>
            <a:ext cx="1118311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050" b="0" i="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SEV_B（重症候选规则）：ICU、有创或无创通气、ECMO、死亡、I 型或 II 型呼吸衰竭，任一发生即判为重症。</a:t>
            </a:r>
            <a:endParaRPr lang="zh-CN" altLang="en-US" sz="1050" b="0" i="0">
              <a:solidFill>
                <a:srgbClr val="646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502920" y="4315968"/>
            <a:ext cx="3657600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500" b="1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对齐流水线（9 步）</a:t>
            </a:r>
            <a:endParaRPr lang="zh-CN" altLang="en-US" sz="1500" b="1" i="0">
              <a:solidFill>
                <a:srgbClr val="1137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0" name="Pentagon 49"/>
          <p:cNvSpPr/>
          <p:nvPr/>
        </p:nvSpPr>
        <p:spPr>
          <a:xfrm>
            <a:off x="502920" y="4709160"/>
            <a:ext cx="1307592" cy="566928"/>
          </a:xfrm>
          <a:prstGeom prst="homePlate">
            <a:avLst>
              <a:gd name="adj" fmla="val 28000"/>
            </a:avLst>
          </a:prstGeom>
          <a:solidFill>
            <a:srgbClr val="1F4E94"/>
          </a:solidFill>
          <a:ln>
            <a:noFill/>
          </a:ln>
        </p:spPr>
        <p:txBody>
          <a:bodyPr wrap="square" lIns="73152" tIns="0" rIns="36576" bIns="0" rtlCol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只读读入</a:t>
            </a:r>
            <a:endParaRPr lang="zh-CN" altLang="en-US" sz="12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1" name="Chevron 50"/>
          <p:cNvSpPr/>
          <p:nvPr/>
        </p:nvSpPr>
        <p:spPr>
          <a:xfrm>
            <a:off x="1737360" y="4709160"/>
            <a:ext cx="1307592" cy="566928"/>
          </a:xfrm>
          <a:prstGeom prst="chevron">
            <a:avLst>
              <a:gd name="adj" fmla="val 28000"/>
            </a:avLst>
          </a:prstGeom>
          <a:solidFill>
            <a:srgbClr val="4075BE"/>
          </a:solidFill>
          <a:ln>
            <a:noFill/>
          </a:ln>
        </p:spPr>
        <p:txBody>
          <a:bodyPr wrap="square" lIns="73152" tIns="0" rIns="36576" bIns="0" rtlCol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识别就诊</a:t>
            </a:r>
            <a:endParaRPr lang="zh-CN" altLang="en-US" sz="12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2" name="Chevron 51"/>
          <p:cNvSpPr/>
          <p:nvPr/>
        </p:nvSpPr>
        <p:spPr>
          <a:xfrm>
            <a:off x="2971800" y="4709160"/>
            <a:ext cx="1307592" cy="566928"/>
          </a:xfrm>
          <a:prstGeom prst="chevron">
            <a:avLst>
              <a:gd name="adj" fmla="val 28000"/>
            </a:avLst>
          </a:prstGeom>
          <a:solidFill>
            <a:srgbClr val="1F4E94"/>
          </a:solidFill>
          <a:ln>
            <a:noFill/>
          </a:ln>
        </p:spPr>
        <p:txBody>
          <a:bodyPr wrap="square" lIns="73152" tIns="0" rIns="36576" bIns="0" rtlCol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化名</a:t>
            </a:r>
            <a:endParaRPr lang="zh-CN" altLang="en-US" sz="12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3" name="Chevron 52"/>
          <p:cNvSpPr/>
          <p:nvPr/>
        </p:nvSpPr>
        <p:spPr>
          <a:xfrm>
            <a:off x="4206240" y="4709160"/>
            <a:ext cx="1307592" cy="566928"/>
          </a:xfrm>
          <a:prstGeom prst="chevron">
            <a:avLst>
              <a:gd name="adj" fmla="val 28000"/>
            </a:avLst>
          </a:prstGeom>
          <a:solidFill>
            <a:srgbClr val="4075BE"/>
          </a:solidFill>
          <a:ln>
            <a:noFill/>
          </a:ln>
        </p:spPr>
        <p:txBody>
          <a:bodyPr wrap="square" lIns="73152" tIns="0" rIns="36576" bIns="0" rtlCol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变量映射</a:t>
            </a:r>
            <a:endParaRPr lang="zh-CN" altLang="en-US" sz="12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4" name="Chevron 53"/>
          <p:cNvSpPr/>
          <p:nvPr/>
        </p:nvSpPr>
        <p:spPr>
          <a:xfrm>
            <a:off x="5440680" y="4709160"/>
            <a:ext cx="1307592" cy="566928"/>
          </a:xfrm>
          <a:prstGeom prst="chevron">
            <a:avLst>
              <a:gd name="adj" fmla="val 28000"/>
            </a:avLst>
          </a:prstGeom>
          <a:solidFill>
            <a:srgbClr val="1F4E94"/>
          </a:solidFill>
          <a:ln>
            <a:noFill/>
          </a:ln>
        </p:spPr>
        <p:txBody>
          <a:bodyPr wrap="square" lIns="73152" tIns="0" rIns="36576" bIns="0" rtlCol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时间处理</a:t>
            </a:r>
            <a:endParaRPr lang="zh-CN" altLang="en-US" sz="12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5" name="Chevron 54"/>
          <p:cNvSpPr/>
          <p:nvPr/>
        </p:nvSpPr>
        <p:spPr>
          <a:xfrm>
            <a:off x="6675120" y="4709160"/>
            <a:ext cx="1307592" cy="566928"/>
          </a:xfrm>
          <a:prstGeom prst="chevron">
            <a:avLst>
              <a:gd name="adj" fmla="val 28000"/>
            </a:avLst>
          </a:prstGeom>
          <a:solidFill>
            <a:srgbClr val="4075BE"/>
          </a:solidFill>
          <a:ln>
            <a:noFill/>
          </a:ln>
        </p:spPr>
        <p:txBody>
          <a:bodyPr wrap="square" lIns="73152" tIns="0" rIns="36576" bIns="0" rtlCol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单位与范围</a:t>
            </a:r>
            <a:endParaRPr lang="zh-CN" altLang="en-US" sz="12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6" name="Chevron 55"/>
          <p:cNvSpPr/>
          <p:nvPr/>
        </p:nvSpPr>
        <p:spPr>
          <a:xfrm>
            <a:off x="7909560" y="4709160"/>
            <a:ext cx="1307592" cy="566928"/>
          </a:xfrm>
          <a:prstGeom prst="chevron">
            <a:avLst>
              <a:gd name="adj" fmla="val 28000"/>
            </a:avLst>
          </a:prstGeom>
          <a:solidFill>
            <a:srgbClr val="1F4E94"/>
          </a:solidFill>
          <a:ln>
            <a:noFill/>
          </a:ln>
        </p:spPr>
        <p:txBody>
          <a:bodyPr wrap="square" lIns="73152" tIns="0" rIns="36576" bIns="0" rtlCol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衍生候选</a:t>
            </a:r>
            <a:endParaRPr lang="zh-CN" altLang="en-US" sz="12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7" name="Chevron 56"/>
          <p:cNvSpPr/>
          <p:nvPr/>
        </p:nvSpPr>
        <p:spPr>
          <a:xfrm>
            <a:off x="9144000" y="4709160"/>
            <a:ext cx="1307592" cy="566928"/>
          </a:xfrm>
          <a:prstGeom prst="chevron">
            <a:avLst>
              <a:gd name="adj" fmla="val 28000"/>
            </a:avLst>
          </a:prstGeom>
          <a:solidFill>
            <a:srgbClr val="4075BE"/>
          </a:solidFill>
          <a:ln>
            <a:noFill/>
          </a:ln>
        </p:spPr>
        <p:txBody>
          <a:bodyPr wrap="square" lIns="73152" tIns="0" rIns="36576" bIns="0" rtlCol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写盘审计</a:t>
            </a:r>
            <a:endParaRPr lang="zh-CN" altLang="en-US" sz="12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8" name="Chevron 57"/>
          <p:cNvSpPr/>
          <p:nvPr/>
        </p:nvSpPr>
        <p:spPr>
          <a:xfrm>
            <a:off x="10378440" y="4709160"/>
            <a:ext cx="1307592" cy="566928"/>
          </a:xfrm>
          <a:prstGeom prst="chevron">
            <a:avLst>
              <a:gd name="adj" fmla="val 28000"/>
            </a:avLst>
          </a:prstGeom>
          <a:solidFill>
            <a:srgbClr val="1F4E94"/>
          </a:solidFill>
          <a:ln>
            <a:noFill/>
          </a:ln>
        </p:spPr>
        <p:txBody>
          <a:bodyPr wrap="square" lIns="73152" tIns="0" rIns="36576" bIns="0" rtlCol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质量汇总</a:t>
            </a:r>
            <a:endParaRPr lang="zh-CN" altLang="en-US" sz="12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顶部色条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F4E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标题栏"/>
          <p:cNvSpPr/>
          <p:nvPr/>
        </p:nvSpPr>
        <p:spPr>
          <a:xfrm>
            <a:off x="0" y="219456"/>
            <a:ext cx="9418320" cy="530352"/>
          </a:xfrm>
          <a:prstGeom prst="rect">
            <a:avLst/>
          </a:prstGeom>
          <a:solidFill>
            <a:srgbClr val="4075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章节标签"/>
          <p:cNvSpPr/>
          <p:nvPr/>
        </p:nvSpPr>
        <p:spPr>
          <a:xfrm>
            <a:off x="320040" y="301752"/>
            <a:ext cx="844296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 i="0">
                <a:solidFill>
                  <a:srgbClr val="1F4E9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问题三</a:t>
            </a:r>
            <a:endParaRPr lang="zh-CN" altLang="en-US" sz="1400" b="1" i="0">
              <a:solidFill>
                <a:srgbClr val="1F4E9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标题"/>
          <p:cNvSpPr txBox="1"/>
          <p:nvPr/>
        </p:nvSpPr>
        <p:spPr>
          <a:xfrm>
            <a:off x="1310640" y="219456"/>
            <a:ext cx="7970520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2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对齐后的记录如何保留原始信息</a:t>
            </a:r>
            <a:endParaRPr lang="zh-CN" altLang="en-US" sz="22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Rectangle 7"/>
          <p:cNvSpPr>
            <a:spLocks noGrp="1"/>
          </p:cNvSpPr>
          <p:nvPr/>
        </p:nvSpPr>
        <p:spPr>
          <a:xfrm>
            <a:off x="9971521" y="467514"/>
            <a:ext cx="180331" cy="6350"/>
          </a:xfrm>
          <a:prstGeom prst="rect">
            <a:avLst/>
          </a:prstGeom>
          <a:solidFill>
            <a:srgbClr val="005A9F"/>
          </a:solidFill>
          <a:ln>
            <a:noFill/>
          </a:ln>
        </p:spPr>
      </p:sp>
      <p:sp>
        <p:nvSpPr>
          <p:cNvPr id="7" name="Freeform 8"/>
          <p:cNvSpPr>
            <a:spLocks noGrp="1"/>
          </p:cNvSpPr>
          <p:nvPr/>
        </p:nvSpPr>
        <p:spPr>
          <a:xfrm>
            <a:off x="9862306" y="238926"/>
            <a:ext cx="400029" cy="256527"/>
          </a:xfrm>
          <a:custGeom>
            <a:avLst/>
            <a:gdLst/>
            <a:ahLst/>
            <a:cxnLst/>
            <a:rect l="l" t="t" r="r" b="b"/>
            <a:pathLst>
              <a:path w="259" h="165">
                <a:moveTo>
                  <a:pt x="129" y="4"/>
                </a:moveTo>
                <a:cubicBezTo>
                  <a:pt x="198" y="4"/>
                  <a:pt x="255" y="39"/>
                  <a:pt x="255" y="83"/>
                </a:cubicBezTo>
                <a:cubicBezTo>
                  <a:pt x="255" y="126"/>
                  <a:pt x="198" y="161"/>
                  <a:pt x="129" y="161"/>
                </a:cubicBezTo>
                <a:cubicBezTo>
                  <a:pt x="61" y="161"/>
                  <a:pt x="4" y="126"/>
                  <a:pt x="4" y="83"/>
                </a:cubicBezTo>
                <a:cubicBezTo>
                  <a:pt x="4" y="39"/>
                  <a:pt x="61" y="4"/>
                  <a:pt x="129" y="4"/>
                </a:cubicBezTo>
                <a:close/>
                <a:moveTo>
                  <a:pt x="129" y="0"/>
                </a:moveTo>
                <a:cubicBezTo>
                  <a:pt x="201" y="0"/>
                  <a:pt x="259" y="37"/>
                  <a:pt x="259" y="83"/>
                </a:cubicBezTo>
                <a:cubicBezTo>
                  <a:pt x="259" y="128"/>
                  <a:pt x="201" y="165"/>
                  <a:pt x="129" y="165"/>
                </a:cubicBezTo>
                <a:cubicBezTo>
                  <a:pt x="58" y="165"/>
                  <a:pt x="0" y="128"/>
                  <a:pt x="0" y="83"/>
                </a:cubicBezTo>
                <a:cubicBezTo>
                  <a:pt x="0" y="37"/>
                  <a:pt x="58" y="0"/>
                  <a:pt x="129" y="0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8" name="Freeform 9"/>
          <p:cNvSpPr>
            <a:spLocks noGrp="1"/>
          </p:cNvSpPr>
          <p:nvPr/>
        </p:nvSpPr>
        <p:spPr>
          <a:xfrm>
            <a:off x="9899134" y="238926"/>
            <a:ext cx="326373" cy="256527"/>
          </a:xfrm>
          <a:custGeom>
            <a:avLst/>
            <a:gdLst/>
            <a:ahLst/>
            <a:cxnLst/>
            <a:rect l="l" t="t" r="r" b="b"/>
            <a:pathLst>
              <a:path w="211" h="165">
                <a:moveTo>
                  <a:pt x="105" y="4"/>
                </a:moveTo>
                <a:cubicBezTo>
                  <a:pt x="161" y="4"/>
                  <a:pt x="207" y="39"/>
                  <a:pt x="207" y="83"/>
                </a:cubicBezTo>
                <a:cubicBezTo>
                  <a:pt x="207" y="126"/>
                  <a:pt x="161" y="161"/>
                  <a:pt x="105" y="161"/>
                </a:cubicBezTo>
                <a:cubicBezTo>
                  <a:pt x="50" y="161"/>
                  <a:pt x="4" y="126"/>
                  <a:pt x="4" y="83"/>
                </a:cubicBezTo>
                <a:cubicBezTo>
                  <a:pt x="4" y="39"/>
                  <a:pt x="50" y="4"/>
                  <a:pt x="105" y="4"/>
                </a:cubicBezTo>
                <a:close/>
                <a:moveTo>
                  <a:pt x="105" y="0"/>
                </a:moveTo>
                <a:cubicBezTo>
                  <a:pt x="163" y="0"/>
                  <a:pt x="211" y="37"/>
                  <a:pt x="211" y="83"/>
                </a:cubicBezTo>
                <a:cubicBezTo>
                  <a:pt x="211" y="128"/>
                  <a:pt x="163" y="165"/>
                  <a:pt x="105" y="165"/>
                </a:cubicBezTo>
                <a:cubicBezTo>
                  <a:pt x="48" y="165"/>
                  <a:pt x="0" y="128"/>
                  <a:pt x="0" y="83"/>
                </a:cubicBezTo>
                <a:cubicBezTo>
                  <a:pt x="0" y="37"/>
                  <a:pt x="48" y="0"/>
                  <a:pt x="105" y="0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9" name="Freeform 10"/>
          <p:cNvSpPr>
            <a:spLocks noGrp="1"/>
          </p:cNvSpPr>
          <p:nvPr/>
        </p:nvSpPr>
        <p:spPr>
          <a:xfrm>
            <a:off x="9777221" y="157650"/>
            <a:ext cx="568930" cy="412729"/>
          </a:xfrm>
          <a:custGeom>
            <a:avLst/>
            <a:gdLst/>
            <a:ahLst/>
            <a:cxnLst/>
            <a:rect l="l" t="t" r="r" b="b"/>
            <a:pathLst>
              <a:path w="368" h="265">
                <a:moveTo>
                  <a:pt x="184" y="0"/>
                </a:moveTo>
                <a:cubicBezTo>
                  <a:pt x="286" y="0"/>
                  <a:pt x="368" y="60"/>
                  <a:pt x="368" y="133"/>
                </a:cubicBezTo>
                <a:cubicBezTo>
                  <a:pt x="368" y="206"/>
                  <a:pt x="286" y="265"/>
                  <a:pt x="184" y="265"/>
                </a:cubicBezTo>
                <a:cubicBezTo>
                  <a:pt x="83" y="265"/>
                  <a:pt x="0" y="206"/>
                  <a:pt x="0" y="133"/>
                </a:cubicBezTo>
                <a:cubicBezTo>
                  <a:pt x="0" y="60"/>
                  <a:pt x="83" y="0"/>
                  <a:pt x="184" y="0"/>
                </a:cubicBezTo>
                <a:close/>
                <a:moveTo>
                  <a:pt x="184" y="7"/>
                </a:moveTo>
                <a:cubicBezTo>
                  <a:pt x="280" y="7"/>
                  <a:pt x="359" y="64"/>
                  <a:pt x="359" y="133"/>
                </a:cubicBezTo>
                <a:cubicBezTo>
                  <a:pt x="359" y="202"/>
                  <a:pt x="280" y="258"/>
                  <a:pt x="184" y="258"/>
                </a:cubicBezTo>
                <a:cubicBezTo>
                  <a:pt x="88" y="258"/>
                  <a:pt x="9" y="202"/>
                  <a:pt x="9" y="133"/>
                </a:cubicBezTo>
                <a:cubicBezTo>
                  <a:pt x="9" y="64"/>
                  <a:pt x="88" y="7"/>
                  <a:pt x="184" y="7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0" name="Freeform 11"/>
          <p:cNvSpPr>
            <a:spLocks noGrp="1"/>
          </p:cNvSpPr>
          <p:nvPr/>
        </p:nvSpPr>
        <p:spPr>
          <a:xfrm>
            <a:off x="10007079" y="447195"/>
            <a:ext cx="107944" cy="17779"/>
          </a:xfrm>
          <a:custGeom>
            <a:avLst/>
            <a:gdLst/>
            <a:ahLst/>
            <a:cxnLst/>
            <a:rect l="l" t="t" r="r" b="b"/>
            <a:pathLst>
              <a:path w="70" h="11">
                <a:moveTo>
                  <a:pt x="0" y="0"/>
                </a:moveTo>
                <a:lnTo>
                  <a:pt x="1" y="0"/>
                </a:lnTo>
                <a:lnTo>
                  <a:pt x="2" y="6"/>
                </a:lnTo>
                <a:cubicBezTo>
                  <a:pt x="3" y="6"/>
                  <a:pt x="3" y="7"/>
                  <a:pt x="3" y="7"/>
                </a:cubicBezTo>
                <a:cubicBezTo>
                  <a:pt x="3" y="7"/>
                  <a:pt x="3" y="8"/>
                  <a:pt x="3" y="8"/>
                </a:cubicBezTo>
                <a:cubicBezTo>
                  <a:pt x="3" y="8"/>
                  <a:pt x="3" y="7"/>
                  <a:pt x="3" y="6"/>
                </a:cubicBezTo>
                <a:cubicBezTo>
                  <a:pt x="3" y="6"/>
                  <a:pt x="3" y="6"/>
                  <a:pt x="3" y="6"/>
                </a:cubicBezTo>
                <a:lnTo>
                  <a:pt x="4" y="0"/>
                </a:lnTo>
                <a:lnTo>
                  <a:pt x="5" y="0"/>
                </a:lnTo>
                <a:lnTo>
                  <a:pt x="7" y="6"/>
                </a:lnTo>
                <a:cubicBezTo>
                  <a:pt x="7" y="6"/>
                  <a:pt x="7" y="7"/>
                  <a:pt x="7" y="7"/>
                </a:cubicBezTo>
                <a:cubicBezTo>
                  <a:pt x="7" y="7"/>
                  <a:pt x="7" y="8"/>
                  <a:pt x="7" y="8"/>
                </a:cubicBezTo>
                <a:cubicBezTo>
                  <a:pt x="7" y="8"/>
                  <a:pt x="7" y="7"/>
                  <a:pt x="7" y="7"/>
                </a:cubicBezTo>
                <a:cubicBezTo>
                  <a:pt x="7" y="7"/>
                  <a:pt x="7" y="6"/>
                  <a:pt x="7" y="6"/>
                </a:cubicBezTo>
                <a:lnTo>
                  <a:pt x="8" y="0"/>
                </a:lnTo>
                <a:lnTo>
                  <a:pt x="10" y="0"/>
                </a:lnTo>
                <a:lnTo>
                  <a:pt x="7" y="10"/>
                </a:lnTo>
                <a:lnTo>
                  <a:pt x="6" y="10"/>
                </a:lnTo>
                <a:lnTo>
                  <a:pt x="5" y="5"/>
                </a:lnTo>
                <a:cubicBezTo>
                  <a:pt x="5" y="4"/>
                  <a:pt x="5" y="4"/>
                  <a:pt x="5" y="4"/>
                </a:cubicBezTo>
                <a:cubicBezTo>
                  <a:pt x="5" y="3"/>
                  <a:pt x="5" y="3"/>
                  <a:pt x="5" y="2"/>
                </a:cubicBezTo>
                <a:cubicBezTo>
                  <a:pt x="5" y="3"/>
                  <a:pt x="5" y="3"/>
                  <a:pt x="5" y="4"/>
                </a:cubicBezTo>
                <a:cubicBezTo>
                  <a:pt x="5" y="4"/>
                  <a:pt x="5" y="4"/>
                  <a:pt x="4" y="5"/>
                </a:cubicBezTo>
                <a:lnTo>
                  <a:pt x="3" y="10"/>
                </a:lnTo>
                <a:lnTo>
                  <a:pt x="2" y="10"/>
                </a:lnTo>
                <a:lnTo>
                  <a:pt x="0" y="0"/>
                </a:lnTo>
                <a:close/>
              </a:path>
              <a:path w="70" h="11">
                <a:moveTo>
                  <a:pt x="10" y="0"/>
                </a:moveTo>
                <a:lnTo>
                  <a:pt x="12" y="0"/>
                </a:lnTo>
                <a:lnTo>
                  <a:pt x="12" y="7"/>
                </a:lnTo>
                <a:cubicBezTo>
                  <a:pt x="12" y="8"/>
                  <a:pt x="12" y="8"/>
                  <a:pt x="12" y="9"/>
                </a:cubicBezTo>
                <a:cubicBezTo>
                  <a:pt x="12" y="9"/>
                  <a:pt x="13" y="9"/>
                  <a:pt x="13" y="9"/>
                </a:cubicBezTo>
                <a:cubicBezTo>
                  <a:pt x="14" y="9"/>
                  <a:pt x="14" y="9"/>
                  <a:pt x="15" y="9"/>
                </a:cubicBezTo>
                <a:cubicBezTo>
                  <a:pt x="15" y="8"/>
                  <a:pt x="15" y="8"/>
                  <a:pt x="15" y="7"/>
                </a:cubicBezTo>
                <a:lnTo>
                  <a:pt x="15" y="0"/>
                </a:lnTo>
                <a:lnTo>
                  <a:pt x="16" y="0"/>
                </a:lnTo>
                <a:lnTo>
                  <a:pt x="16" y="7"/>
                </a:lnTo>
                <a:cubicBezTo>
                  <a:pt x="16" y="8"/>
                  <a:pt x="16" y="9"/>
                  <a:pt x="15" y="10"/>
                </a:cubicBezTo>
                <a:cubicBezTo>
                  <a:pt x="15" y="10"/>
                  <a:pt x="14" y="11"/>
                  <a:pt x="13" y="11"/>
                </a:cubicBezTo>
                <a:cubicBezTo>
                  <a:pt x="12" y="11"/>
                  <a:pt x="12" y="10"/>
                  <a:pt x="11" y="10"/>
                </a:cubicBezTo>
                <a:cubicBezTo>
                  <a:pt x="11" y="9"/>
                  <a:pt x="10" y="8"/>
                  <a:pt x="10" y="7"/>
                </a:cubicBezTo>
                <a:lnTo>
                  <a:pt x="10" y="0"/>
                </a:lnTo>
                <a:close/>
              </a:path>
              <a:path w="70" h="11">
                <a:moveTo>
                  <a:pt x="18" y="0"/>
                </a:moveTo>
                <a:lnTo>
                  <a:pt x="19" y="0"/>
                </a:lnTo>
                <a:lnTo>
                  <a:pt x="19" y="4"/>
                </a:lnTo>
                <a:lnTo>
                  <a:pt x="22" y="4"/>
                </a:lnTo>
                <a:lnTo>
                  <a:pt x="22" y="0"/>
                </a:lnTo>
                <a:lnTo>
                  <a:pt x="23" y="0"/>
                </a:lnTo>
                <a:lnTo>
                  <a:pt x="23" y="10"/>
                </a:lnTo>
                <a:lnTo>
                  <a:pt x="22" y="10"/>
                </a:lnTo>
                <a:lnTo>
                  <a:pt x="22" y="6"/>
                </a:lnTo>
                <a:lnTo>
                  <a:pt x="19" y="6"/>
                </a:lnTo>
                <a:lnTo>
                  <a:pt x="19" y="10"/>
                </a:lnTo>
                <a:lnTo>
                  <a:pt x="18" y="10"/>
                </a:lnTo>
                <a:lnTo>
                  <a:pt x="18" y="0"/>
                </a:lnTo>
                <a:close/>
              </a:path>
              <a:path w="70" h="11">
                <a:moveTo>
                  <a:pt x="26" y="0"/>
                </a:moveTo>
                <a:lnTo>
                  <a:pt x="28" y="0"/>
                </a:lnTo>
                <a:lnTo>
                  <a:pt x="30" y="10"/>
                </a:lnTo>
                <a:lnTo>
                  <a:pt x="29" y="10"/>
                </a:lnTo>
                <a:lnTo>
                  <a:pt x="29" y="8"/>
                </a:lnTo>
                <a:lnTo>
                  <a:pt x="26" y="8"/>
                </a:lnTo>
                <a:lnTo>
                  <a:pt x="25" y="10"/>
                </a:lnTo>
                <a:lnTo>
                  <a:pt x="24" y="10"/>
                </a:lnTo>
                <a:lnTo>
                  <a:pt x="26" y="0"/>
                </a:lnTo>
                <a:close/>
                <a:moveTo>
                  <a:pt x="27" y="1"/>
                </a:moveTo>
                <a:lnTo>
                  <a:pt x="26" y="6"/>
                </a:lnTo>
                <a:lnTo>
                  <a:pt x="28" y="6"/>
                </a:lnTo>
                <a:lnTo>
                  <a:pt x="27" y="1"/>
                </a:lnTo>
                <a:close/>
              </a:path>
              <a:path w="70" h="11">
                <a:moveTo>
                  <a:pt x="31" y="0"/>
                </a:moveTo>
                <a:lnTo>
                  <a:pt x="32" y="0"/>
                </a:lnTo>
                <a:lnTo>
                  <a:pt x="35" y="6"/>
                </a:lnTo>
                <a:cubicBezTo>
                  <a:pt x="35" y="6"/>
                  <a:pt x="35" y="7"/>
                  <a:pt x="35" y="7"/>
                </a:cubicBezTo>
                <a:cubicBezTo>
                  <a:pt x="36" y="7"/>
                  <a:pt x="36" y="8"/>
                  <a:pt x="36" y="8"/>
                </a:cubicBezTo>
                <a:cubicBezTo>
                  <a:pt x="36" y="8"/>
                  <a:pt x="36" y="7"/>
                  <a:pt x="36" y="7"/>
                </a:cubicBezTo>
                <a:cubicBezTo>
                  <a:pt x="36" y="7"/>
                  <a:pt x="36" y="6"/>
                  <a:pt x="36" y="6"/>
                </a:cubicBezTo>
                <a:lnTo>
                  <a:pt x="36" y="0"/>
                </a:lnTo>
                <a:lnTo>
                  <a:pt x="37" y="0"/>
                </a:lnTo>
                <a:lnTo>
                  <a:pt x="37" y="10"/>
                </a:lnTo>
                <a:lnTo>
                  <a:pt x="36" y="10"/>
                </a:lnTo>
                <a:lnTo>
                  <a:pt x="33" y="4"/>
                </a:lnTo>
                <a:cubicBezTo>
                  <a:pt x="33" y="4"/>
                  <a:pt x="33" y="4"/>
                  <a:pt x="33" y="3"/>
                </a:cubicBezTo>
                <a:cubicBezTo>
                  <a:pt x="32" y="3"/>
                  <a:pt x="32" y="2"/>
                  <a:pt x="32" y="2"/>
                </a:cubicBezTo>
                <a:cubicBezTo>
                  <a:pt x="32" y="2"/>
                  <a:pt x="32" y="2"/>
                  <a:pt x="32" y="3"/>
                </a:cubicBezTo>
                <a:cubicBezTo>
                  <a:pt x="32" y="3"/>
                  <a:pt x="32" y="4"/>
                  <a:pt x="32" y="4"/>
                </a:cubicBezTo>
                <a:lnTo>
                  <a:pt x="32" y="10"/>
                </a:lnTo>
                <a:lnTo>
                  <a:pt x="31" y="10"/>
                </a:lnTo>
                <a:lnTo>
                  <a:pt x="31" y="0"/>
                </a:lnTo>
                <a:close/>
              </a:path>
              <a:path w="70" h="11">
                <a:moveTo>
                  <a:pt x="46" y="3"/>
                </a:moveTo>
                <a:lnTo>
                  <a:pt x="45" y="3"/>
                </a:lnTo>
                <a:cubicBezTo>
                  <a:pt x="45" y="3"/>
                  <a:pt x="45" y="2"/>
                  <a:pt x="44" y="2"/>
                </a:cubicBezTo>
                <a:cubicBezTo>
                  <a:pt x="44" y="1"/>
                  <a:pt x="44" y="1"/>
                  <a:pt x="43" y="1"/>
                </a:cubicBezTo>
                <a:cubicBezTo>
                  <a:pt x="43" y="1"/>
                  <a:pt x="42" y="2"/>
                  <a:pt x="42" y="2"/>
                </a:cubicBezTo>
                <a:cubicBezTo>
                  <a:pt x="42" y="3"/>
                  <a:pt x="42" y="4"/>
                  <a:pt x="42" y="5"/>
                </a:cubicBezTo>
                <a:cubicBezTo>
                  <a:pt x="42" y="7"/>
                  <a:pt x="42" y="8"/>
                  <a:pt x="42" y="8"/>
                </a:cubicBezTo>
                <a:cubicBezTo>
                  <a:pt x="42" y="9"/>
                  <a:pt x="43" y="9"/>
                  <a:pt x="43" y="9"/>
                </a:cubicBezTo>
                <a:cubicBezTo>
                  <a:pt x="44" y="9"/>
                  <a:pt x="44" y="9"/>
                  <a:pt x="45" y="9"/>
                </a:cubicBezTo>
                <a:cubicBezTo>
                  <a:pt x="45" y="8"/>
                  <a:pt x="45" y="8"/>
                  <a:pt x="45" y="7"/>
                </a:cubicBezTo>
                <a:lnTo>
                  <a:pt x="46" y="8"/>
                </a:lnTo>
                <a:cubicBezTo>
                  <a:pt x="46" y="9"/>
                  <a:pt x="46" y="9"/>
                  <a:pt x="45" y="10"/>
                </a:cubicBezTo>
                <a:cubicBezTo>
                  <a:pt x="45" y="10"/>
                  <a:pt x="44" y="11"/>
                  <a:pt x="43" y="11"/>
                </a:cubicBezTo>
                <a:cubicBezTo>
                  <a:pt x="42" y="11"/>
                  <a:pt x="42" y="10"/>
                  <a:pt x="41" y="9"/>
                </a:cubicBezTo>
                <a:cubicBezTo>
                  <a:pt x="41" y="8"/>
                  <a:pt x="40" y="7"/>
                  <a:pt x="40" y="5"/>
                </a:cubicBezTo>
                <a:cubicBezTo>
                  <a:pt x="40" y="4"/>
                  <a:pt x="41" y="2"/>
                  <a:pt x="41" y="1"/>
                </a:cubicBezTo>
                <a:cubicBezTo>
                  <a:pt x="42" y="0"/>
                  <a:pt x="43" y="0"/>
                  <a:pt x="43" y="0"/>
                </a:cubicBezTo>
                <a:cubicBezTo>
                  <a:pt x="44" y="0"/>
                  <a:pt x="45" y="0"/>
                  <a:pt x="45" y="1"/>
                </a:cubicBezTo>
                <a:cubicBezTo>
                  <a:pt x="46" y="1"/>
                  <a:pt x="46" y="2"/>
                  <a:pt x="46" y="3"/>
                </a:cubicBezTo>
                <a:close/>
              </a:path>
              <a:path w="70" h="11">
                <a:moveTo>
                  <a:pt x="47" y="0"/>
                </a:moveTo>
                <a:lnTo>
                  <a:pt x="48" y="0"/>
                </a:lnTo>
                <a:lnTo>
                  <a:pt x="48" y="4"/>
                </a:lnTo>
                <a:lnTo>
                  <a:pt x="52" y="4"/>
                </a:lnTo>
                <a:lnTo>
                  <a:pt x="52" y="0"/>
                </a:lnTo>
                <a:lnTo>
                  <a:pt x="53" y="0"/>
                </a:lnTo>
                <a:lnTo>
                  <a:pt x="53" y="10"/>
                </a:lnTo>
                <a:lnTo>
                  <a:pt x="52" y="10"/>
                </a:lnTo>
                <a:lnTo>
                  <a:pt x="52" y="6"/>
                </a:lnTo>
                <a:lnTo>
                  <a:pt x="48" y="6"/>
                </a:lnTo>
                <a:lnTo>
                  <a:pt x="48" y="10"/>
                </a:lnTo>
                <a:lnTo>
                  <a:pt x="47" y="10"/>
                </a:lnTo>
                <a:lnTo>
                  <a:pt x="47" y="0"/>
                </a:lnTo>
                <a:close/>
              </a:path>
              <a:path w="70" h="11">
                <a:moveTo>
                  <a:pt x="55" y="0"/>
                </a:moveTo>
                <a:lnTo>
                  <a:pt x="56" y="0"/>
                </a:lnTo>
                <a:lnTo>
                  <a:pt x="56" y="10"/>
                </a:lnTo>
                <a:lnTo>
                  <a:pt x="55" y="10"/>
                </a:lnTo>
                <a:lnTo>
                  <a:pt x="55" y="0"/>
                </a:lnTo>
                <a:close/>
              </a:path>
              <a:path w="70" h="11">
                <a:moveTo>
                  <a:pt x="57" y="0"/>
                </a:moveTo>
                <a:lnTo>
                  <a:pt x="59" y="0"/>
                </a:lnTo>
                <a:lnTo>
                  <a:pt x="61" y="6"/>
                </a:lnTo>
                <a:cubicBezTo>
                  <a:pt x="61" y="6"/>
                  <a:pt x="61" y="7"/>
                  <a:pt x="62" y="7"/>
                </a:cubicBezTo>
                <a:cubicBezTo>
                  <a:pt x="62" y="7"/>
                  <a:pt x="62" y="8"/>
                  <a:pt x="62" y="8"/>
                </a:cubicBezTo>
                <a:cubicBezTo>
                  <a:pt x="62" y="8"/>
                  <a:pt x="62" y="7"/>
                  <a:pt x="62" y="7"/>
                </a:cubicBezTo>
                <a:cubicBezTo>
                  <a:pt x="62" y="7"/>
                  <a:pt x="62" y="6"/>
                  <a:pt x="62" y="6"/>
                </a:cubicBezTo>
                <a:lnTo>
                  <a:pt x="62" y="0"/>
                </a:lnTo>
                <a:lnTo>
                  <a:pt x="63" y="0"/>
                </a:lnTo>
                <a:lnTo>
                  <a:pt x="63" y="10"/>
                </a:lnTo>
                <a:lnTo>
                  <a:pt x="62" y="10"/>
                </a:lnTo>
                <a:lnTo>
                  <a:pt x="59" y="4"/>
                </a:lnTo>
                <a:cubicBezTo>
                  <a:pt x="59" y="4"/>
                  <a:pt x="59" y="4"/>
                  <a:pt x="59" y="3"/>
                </a:cubicBezTo>
                <a:cubicBezTo>
                  <a:pt x="59" y="3"/>
                  <a:pt x="59" y="2"/>
                  <a:pt x="58" y="2"/>
                </a:cubicBezTo>
                <a:cubicBezTo>
                  <a:pt x="58" y="2"/>
                  <a:pt x="58" y="2"/>
                  <a:pt x="58" y="3"/>
                </a:cubicBezTo>
                <a:cubicBezTo>
                  <a:pt x="58" y="3"/>
                  <a:pt x="58" y="4"/>
                  <a:pt x="58" y="4"/>
                </a:cubicBezTo>
                <a:lnTo>
                  <a:pt x="58" y="10"/>
                </a:lnTo>
                <a:lnTo>
                  <a:pt x="57" y="10"/>
                </a:lnTo>
                <a:lnTo>
                  <a:pt x="57" y="0"/>
                </a:lnTo>
                <a:close/>
              </a:path>
              <a:path w="70" h="11">
                <a:moveTo>
                  <a:pt x="66" y="0"/>
                </a:moveTo>
                <a:lnTo>
                  <a:pt x="68" y="0"/>
                </a:lnTo>
                <a:lnTo>
                  <a:pt x="70" y="10"/>
                </a:lnTo>
                <a:lnTo>
                  <a:pt x="69" y="10"/>
                </a:lnTo>
                <a:lnTo>
                  <a:pt x="68" y="8"/>
                </a:lnTo>
                <a:lnTo>
                  <a:pt x="66" y="8"/>
                </a:lnTo>
                <a:lnTo>
                  <a:pt x="65" y="10"/>
                </a:lnTo>
                <a:lnTo>
                  <a:pt x="64" y="10"/>
                </a:lnTo>
                <a:lnTo>
                  <a:pt x="66" y="0"/>
                </a:lnTo>
                <a:close/>
                <a:moveTo>
                  <a:pt x="67" y="1"/>
                </a:moveTo>
                <a:lnTo>
                  <a:pt x="66" y="6"/>
                </a:lnTo>
                <a:lnTo>
                  <a:pt x="68" y="6"/>
                </a:lnTo>
                <a:lnTo>
                  <a:pt x="67" y="1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1" name="Freeform 12"/>
          <p:cNvSpPr>
            <a:spLocks noGrp="1"/>
          </p:cNvSpPr>
          <p:nvPr/>
        </p:nvSpPr>
        <p:spPr>
          <a:xfrm>
            <a:off x="9914374" y="411637"/>
            <a:ext cx="297165" cy="30478"/>
          </a:xfrm>
          <a:custGeom>
            <a:avLst/>
            <a:gdLst/>
            <a:ahLst/>
            <a:cxnLst/>
            <a:rect l="l" t="t" r="r" b="b"/>
            <a:pathLst>
              <a:path w="192" h="20">
                <a:moveTo>
                  <a:pt x="0" y="0"/>
                </a:moveTo>
                <a:lnTo>
                  <a:pt x="192" y="0"/>
                </a:lnTo>
                <a:cubicBezTo>
                  <a:pt x="189" y="7"/>
                  <a:pt x="184" y="13"/>
                  <a:pt x="177" y="20"/>
                </a:cubicBezTo>
                <a:lnTo>
                  <a:pt x="14" y="19"/>
                </a:lnTo>
                <a:cubicBezTo>
                  <a:pt x="7" y="15"/>
                  <a:pt x="3" y="8"/>
                  <a:pt x="0" y="0"/>
                </a:cubicBezTo>
                <a:close/>
                <a:moveTo>
                  <a:pt x="39" y="4"/>
                </a:moveTo>
                <a:cubicBezTo>
                  <a:pt x="39" y="4"/>
                  <a:pt x="39" y="5"/>
                  <a:pt x="38" y="5"/>
                </a:cubicBezTo>
                <a:cubicBezTo>
                  <a:pt x="38" y="5"/>
                  <a:pt x="38" y="5"/>
                  <a:pt x="38" y="6"/>
                </a:cubicBezTo>
                <a:cubicBezTo>
                  <a:pt x="38" y="7"/>
                  <a:pt x="38" y="7"/>
                  <a:pt x="38" y="8"/>
                </a:cubicBezTo>
                <a:cubicBezTo>
                  <a:pt x="38" y="8"/>
                  <a:pt x="38" y="9"/>
                  <a:pt x="38" y="9"/>
                </a:cubicBezTo>
                <a:cubicBezTo>
                  <a:pt x="38" y="10"/>
                  <a:pt x="38" y="11"/>
                  <a:pt x="38" y="12"/>
                </a:cubicBezTo>
                <a:lnTo>
                  <a:pt x="38" y="14"/>
                </a:lnTo>
                <a:cubicBezTo>
                  <a:pt x="38" y="15"/>
                  <a:pt x="38" y="16"/>
                  <a:pt x="38" y="17"/>
                </a:cubicBezTo>
                <a:cubicBezTo>
                  <a:pt x="38" y="17"/>
                  <a:pt x="38" y="17"/>
                  <a:pt x="38" y="17"/>
                </a:cubicBezTo>
                <a:cubicBezTo>
                  <a:pt x="38" y="17"/>
                  <a:pt x="38" y="17"/>
                  <a:pt x="38" y="17"/>
                </a:cubicBezTo>
                <a:cubicBezTo>
                  <a:pt x="38" y="17"/>
                  <a:pt x="38" y="17"/>
                  <a:pt x="37" y="17"/>
                </a:cubicBezTo>
                <a:cubicBezTo>
                  <a:pt x="37" y="17"/>
                  <a:pt x="36" y="17"/>
                  <a:pt x="36" y="17"/>
                </a:cubicBezTo>
                <a:cubicBezTo>
                  <a:pt x="35" y="16"/>
                  <a:pt x="35" y="16"/>
                  <a:pt x="35" y="16"/>
                </a:cubicBezTo>
                <a:cubicBezTo>
                  <a:pt x="34" y="16"/>
                  <a:pt x="34" y="16"/>
                  <a:pt x="34" y="16"/>
                </a:cubicBezTo>
                <a:cubicBezTo>
                  <a:pt x="34" y="16"/>
                  <a:pt x="34" y="15"/>
                  <a:pt x="34" y="15"/>
                </a:cubicBezTo>
                <a:cubicBezTo>
                  <a:pt x="34" y="15"/>
                  <a:pt x="34" y="15"/>
                  <a:pt x="34" y="15"/>
                </a:cubicBezTo>
                <a:cubicBezTo>
                  <a:pt x="35" y="15"/>
                  <a:pt x="35" y="15"/>
                  <a:pt x="36" y="15"/>
                </a:cubicBezTo>
                <a:cubicBezTo>
                  <a:pt x="36" y="15"/>
                  <a:pt x="36" y="15"/>
                  <a:pt x="36" y="15"/>
                </a:cubicBezTo>
                <a:cubicBezTo>
                  <a:pt x="37" y="15"/>
                  <a:pt x="37" y="15"/>
                  <a:pt x="37" y="15"/>
                </a:cubicBezTo>
                <a:cubicBezTo>
                  <a:pt x="37" y="15"/>
                  <a:pt x="37" y="15"/>
                  <a:pt x="37" y="14"/>
                </a:cubicBezTo>
                <a:cubicBezTo>
                  <a:pt x="37" y="14"/>
                  <a:pt x="37" y="13"/>
                  <a:pt x="37" y="12"/>
                </a:cubicBezTo>
                <a:cubicBezTo>
                  <a:pt x="36" y="11"/>
                  <a:pt x="36" y="10"/>
                  <a:pt x="36" y="8"/>
                </a:cubicBezTo>
                <a:lnTo>
                  <a:pt x="36" y="6"/>
                </a:lnTo>
                <a:cubicBezTo>
                  <a:pt x="36" y="5"/>
                  <a:pt x="36" y="5"/>
                  <a:pt x="36" y="5"/>
                </a:cubicBezTo>
                <a:cubicBezTo>
                  <a:pt x="35" y="5"/>
                  <a:pt x="35" y="5"/>
                  <a:pt x="35" y="5"/>
                </a:cubicBezTo>
                <a:cubicBezTo>
                  <a:pt x="34" y="5"/>
                  <a:pt x="34" y="5"/>
                  <a:pt x="34" y="6"/>
                </a:cubicBezTo>
                <a:cubicBezTo>
                  <a:pt x="34" y="6"/>
                  <a:pt x="34" y="6"/>
                  <a:pt x="34" y="6"/>
                </a:cubicBezTo>
                <a:cubicBezTo>
                  <a:pt x="34" y="7"/>
                  <a:pt x="34" y="7"/>
                  <a:pt x="34" y="7"/>
                </a:cubicBezTo>
                <a:cubicBezTo>
                  <a:pt x="35" y="7"/>
                  <a:pt x="35" y="7"/>
                  <a:pt x="35" y="7"/>
                </a:cubicBezTo>
                <a:cubicBezTo>
                  <a:pt x="35" y="7"/>
                  <a:pt x="35" y="7"/>
                  <a:pt x="35" y="7"/>
                </a:cubicBezTo>
                <a:cubicBezTo>
                  <a:pt x="36" y="7"/>
                  <a:pt x="36" y="7"/>
                  <a:pt x="36" y="7"/>
                </a:cubicBezTo>
                <a:cubicBezTo>
                  <a:pt x="36" y="7"/>
                  <a:pt x="36" y="7"/>
                  <a:pt x="35" y="7"/>
                </a:cubicBezTo>
                <a:cubicBezTo>
                  <a:pt x="35" y="7"/>
                  <a:pt x="35" y="8"/>
                  <a:pt x="35" y="8"/>
                </a:cubicBezTo>
                <a:cubicBezTo>
                  <a:pt x="34" y="8"/>
                  <a:pt x="34" y="8"/>
                  <a:pt x="34" y="8"/>
                </a:cubicBezTo>
                <a:cubicBezTo>
                  <a:pt x="34" y="8"/>
                  <a:pt x="34" y="9"/>
                  <a:pt x="34" y="9"/>
                </a:cubicBezTo>
                <a:cubicBezTo>
                  <a:pt x="34" y="9"/>
                  <a:pt x="34" y="9"/>
                  <a:pt x="34" y="9"/>
                </a:cubicBezTo>
                <a:cubicBezTo>
                  <a:pt x="34" y="9"/>
                  <a:pt x="34" y="9"/>
                  <a:pt x="34" y="9"/>
                </a:cubicBezTo>
                <a:cubicBezTo>
                  <a:pt x="34" y="9"/>
                  <a:pt x="35" y="9"/>
                  <a:pt x="35" y="9"/>
                </a:cubicBezTo>
                <a:cubicBezTo>
                  <a:pt x="35" y="9"/>
                  <a:pt x="35" y="9"/>
                  <a:pt x="35" y="9"/>
                </a:cubicBezTo>
                <a:cubicBezTo>
                  <a:pt x="36" y="9"/>
                  <a:pt x="36" y="9"/>
                  <a:pt x="36" y="9"/>
                </a:cubicBezTo>
                <a:cubicBezTo>
                  <a:pt x="36" y="9"/>
                  <a:pt x="36" y="10"/>
                  <a:pt x="36" y="10"/>
                </a:cubicBezTo>
                <a:cubicBezTo>
                  <a:pt x="36" y="10"/>
                  <a:pt x="36" y="10"/>
                  <a:pt x="36" y="10"/>
                </a:cubicBezTo>
                <a:cubicBezTo>
                  <a:pt x="36" y="10"/>
                  <a:pt x="35" y="10"/>
                  <a:pt x="35" y="11"/>
                </a:cubicBezTo>
                <a:cubicBezTo>
                  <a:pt x="35" y="11"/>
                  <a:pt x="35" y="11"/>
                  <a:pt x="34" y="11"/>
                </a:cubicBezTo>
                <a:cubicBezTo>
                  <a:pt x="34" y="11"/>
                  <a:pt x="33" y="12"/>
                  <a:pt x="33" y="12"/>
                </a:cubicBezTo>
                <a:cubicBezTo>
                  <a:pt x="33" y="12"/>
                  <a:pt x="33" y="12"/>
                  <a:pt x="33" y="12"/>
                </a:cubicBezTo>
                <a:cubicBezTo>
                  <a:pt x="32" y="13"/>
                  <a:pt x="32" y="14"/>
                  <a:pt x="32" y="14"/>
                </a:cubicBezTo>
                <a:cubicBezTo>
                  <a:pt x="32" y="14"/>
                  <a:pt x="32" y="15"/>
                  <a:pt x="32" y="15"/>
                </a:cubicBezTo>
                <a:cubicBezTo>
                  <a:pt x="32" y="15"/>
                  <a:pt x="32" y="15"/>
                  <a:pt x="32" y="15"/>
                </a:cubicBezTo>
                <a:cubicBezTo>
                  <a:pt x="32" y="15"/>
                  <a:pt x="32" y="16"/>
                  <a:pt x="31" y="16"/>
                </a:cubicBezTo>
                <a:cubicBezTo>
                  <a:pt x="31" y="16"/>
                  <a:pt x="31" y="16"/>
                  <a:pt x="30" y="16"/>
                </a:cubicBezTo>
                <a:cubicBezTo>
                  <a:pt x="30" y="16"/>
                  <a:pt x="30" y="16"/>
                  <a:pt x="29" y="16"/>
                </a:cubicBezTo>
                <a:cubicBezTo>
                  <a:pt x="29" y="16"/>
                  <a:pt x="29" y="16"/>
                  <a:pt x="29" y="16"/>
                </a:cubicBezTo>
                <a:cubicBezTo>
                  <a:pt x="29" y="16"/>
                  <a:pt x="29" y="16"/>
                  <a:pt x="29" y="16"/>
                </a:cubicBezTo>
                <a:cubicBezTo>
                  <a:pt x="30" y="15"/>
                  <a:pt x="30" y="15"/>
                  <a:pt x="31" y="15"/>
                </a:cubicBezTo>
                <a:cubicBezTo>
                  <a:pt x="31" y="15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0" y="14"/>
                  <a:pt x="29" y="13"/>
                  <a:pt x="29" y="13"/>
                </a:cubicBezTo>
                <a:cubicBezTo>
                  <a:pt x="28" y="13"/>
                  <a:pt x="28" y="12"/>
                  <a:pt x="28" y="12"/>
                </a:cubicBezTo>
                <a:cubicBezTo>
                  <a:pt x="28" y="12"/>
                  <a:pt x="28" y="12"/>
                  <a:pt x="28" y="12"/>
                </a:cubicBezTo>
                <a:cubicBezTo>
                  <a:pt x="28" y="12"/>
                  <a:pt x="28" y="12"/>
                  <a:pt x="28" y="12"/>
                </a:cubicBezTo>
                <a:cubicBezTo>
                  <a:pt x="29" y="13"/>
                  <a:pt x="29" y="13"/>
                  <a:pt x="30" y="13"/>
                </a:cubicBezTo>
                <a:cubicBezTo>
                  <a:pt x="30" y="13"/>
                  <a:pt x="30" y="13"/>
                  <a:pt x="30" y="12"/>
                </a:cubicBezTo>
                <a:lnTo>
                  <a:pt x="30" y="11"/>
                </a:lnTo>
                <a:cubicBezTo>
                  <a:pt x="30" y="11"/>
                  <a:pt x="30" y="11"/>
                  <a:pt x="30" y="11"/>
                </a:cubicBezTo>
                <a:cubicBezTo>
                  <a:pt x="30" y="11"/>
                  <a:pt x="30" y="11"/>
                  <a:pt x="29" y="11"/>
                </a:cubicBezTo>
                <a:cubicBezTo>
                  <a:pt x="29" y="11"/>
                  <a:pt x="29" y="12"/>
                  <a:pt x="28" y="12"/>
                </a:cubicBezTo>
                <a:cubicBezTo>
                  <a:pt x="28" y="12"/>
                  <a:pt x="28" y="13"/>
                  <a:pt x="27" y="13"/>
                </a:cubicBezTo>
                <a:cubicBezTo>
                  <a:pt x="27" y="14"/>
                  <a:pt x="26" y="14"/>
                  <a:pt x="26" y="14"/>
                </a:cubicBezTo>
                <a:cubicBezTo>
                  <a:pt x="26" y="14"/>
                  <a:pt x="26" y="14"/>
                  <a:pt x="26" y="14"/>
                </a:cubicBezTo>
                <a:cubicBezTo>
                  <a:pt x="26" y="14"/>
                  <a:pt x="25" y="14"/>
                  <a:pt x="25" y="14"/>
                </a:cubicBezTo>
                <a:cubicBezTo>
                  <a:pt x="25" y="14"/>
                  <a:pt x="25" y="13"/>
                  <a:pt x="25" y="13"/>
                </a:cubicBezTo>
                <a:cubicBezTo>
                  <a:pt x="25" y="13"/>
                  <a:pt x="25" y="13"/>
                  <a:pt x="25" y="13"/>
                </a:cubicBezTo>
                <a:cubicBezTo>
                  <a:pt x="25" y="13"/>
                  <a:pt x="26" y="13"/>
                  <a:pt x="26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12"/>
                  <a:pt x="27" y="12"/>
                  <a:pt x="27" y="11"/>
                </a:cubicBezTo>
                <a:cubicBezTo>
                  <a:pt x="26" y="10"/>
                  <a:pt x="26" y="9"/>
                  <a:pt x="26" y="9"/>
                </a:cubicBezTo>
                <a:lnTo>
                  <a:pt x="26" y="7"/>
                </a:lnTo>
                <a:lnTo>
                  <a:pt x="26" y="6"/>
                </a:lnTo>
                <a:cubicBezTo>
                  <a:pt x="26" y="6"/>
                  <a:pt x="27" y="6"/>
                  <a:pt x="27" y="6"/>
                </a:cubicBezTo>
                <a:cubicBezTo>
                  <a:pt x="27" y="6"/>
                  <a:pt x="27" y="5"/>
                  <a:pt x="28" y="5"/>
                </a:cubicBezTo>
                <a:cubicBezTo>
                  <a:pt x="28" y="5"/>
                  <a:pt x="28" y="5"/>
                  <a:pt x="29" y="5"/>
                </a:cubicBezTo>
                <a:cubicBezTo>
                  <a:pt x="30" y="5"/>
                  <a:pt x="30" y="5"/>
                  <a:pt x="30" y="5"/>
                </a:cubicBezTo>
                <a:cubicBezTo>
                  <a:pt x="31" y="5"/>
                  <a:pt x="31" y="5"/>
                  <a:pt x="31" y="5"/>
                </a:cubicBezTo>
                <a:cubicBezTo>
                  <a:pt x="32" y="5"/>
                  <a:pt x="32" y="5"/>
                  <a:pt x="32" y="5"/>
                </a:cubicBezTo>
                <a:cubicBezTo>
                  <a:pt x="32" y="5"/>
                  <a:pt x="32" y="5"/>
                  <a:pt x="32" y="5"/>
                </a:cubicBezTo>
                <a:cubicBezTo>
                  <a:pt x="32" y="6"/>
                  <a:pt x="32" y="6"/>
                  <a:pt x="31" y="6"/>
                </a:cubicBezTo>
                <a:cubicBezTo>
                  <a:pt x="31" y="6"/>
                  <a:pt x="31" y="7"/>
                  <a:pt x="31" y="7"/>
                </a:cubicBezTo>
                <a:cubicBezTo>
                  <a:pt x="31" y="7"/>
                  <a:pt x="31" y="8"/>
                  <a:pt x="31" y="8"/>
                </a:cubicBezTo>
                <a:cubicBezTo>
                  <a:pt x="31" y="8"/>
                  <a:pt x="31" y="9"/>
                  <a:pt x="31" y="10"/>
                </a:cubicBezTo>
                <a:cubicBezTo>
                  <a:pt x="31" y="11"/>
                  <a:pt x="31" y="11"/>
                  <a:pt x="31" y="11"/>
                </a:cubicBezTo>
                <a:cubicBezTo>
                  <a:pt x="31" y="12"/>
                  <a:pt x="31" y="12"/>
                  <a:pt x="31" y="12"/>
                </a:cubicBezTo>
                <a:cubicBezTo>
                  <a:pt x="31" y="13"/>
                  <a:pt x="31" y="13"/>
                  <a:pt x="31" y="13"/>
                </a:cubicBezTo>
                <a:cubicBezTo>
                  <a:pt x="31" y="13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1" y="14"/>
                  <a:pt x="32" y="13"/>
                  <a:pt x="32" y="12"/>
                </a:cubicBezTo>
                <a:cubicBezTo>
                  <a:pt x="32" y="12"/>
                  <a:pt x="32" y="11"/>
                  <a:pt x="33" y="10"/>
                </a:cubicBezTo>
                <a:cubicBezTo>
                  <a:pt x="33" y="8"/>
                  <a:pt x="33" y="6"/>
                  <a:pt x="33" y="6"/>
                </a:cubicBezTo>
                <a:cubicBezTo>
                  <a:pt x="33" y="5"/>
                  <a:pt x="33" y="5"/>
                  <a:pt x="33" y="5"/>
                </a:cubicBezTo>
                <a:cubicBezTo>
                  <a:pt x="33" y="5"/>
                  <a:pt x="33" y="4"/>
                  <a:pt x="34" y="4"/>
                </a:cubicBezTo>
                <a:cubicBezTo>
                  <a:pt x="34" y="4"/>
                  <a:pt x="34" y="4"/>
                  <a:pt x="34" y="4"/>
                </a:cubicBezTo>
                <a:cubicBezTo>
                  <a:pt x="35" y="4"/>
                  <a:pt x="35" y="4"/>
                  <a:pt x="35" y="4"/>
                </a:cubicBezTo>
                <a:cubicBezTo>
                  <a:pt x="35" y="4"/>
                  <a:pt x="36" y="4"/>
                  <a:pt x="36" y="4"/>
                </a:cubicBezTo>
                <a:cubicBezTo>
                  <a:pt x="36" y="4"/>
                  <a:pt x="37" y="4"/>
                  <a:pt x="37" y="4"/>
                </a:cubicBezTo>
                <a:cubicBezTo>
                  <a:pt x="37" y="4"/>
                  <a:pt x="37" y="4"/>
                  <a:pt x="38" y="4"/>
                </a:cubicBezTo>
                <a:cubicBezTo>
                  <a:pt x="38" y="4"/>
                  <a:pt x="38" y="4"/>
                  <a:pt x="38" y="4"/>
                </a:cubicBezTo>
                <a:cubicBezTo>
                  <a:pt x="39" y="4"/>
                  <a:pt x="39" y="4"/>
                  <a:pt x="39" y="4"/>
                </a:cubicBezTo>
                <a:close/>
                <a:moveTo>
                  <a:pt x="52" y="6"/>
                </a:moveTo>
                <a:cubicBezTo>
                  <a:pt x="52" y="6"/>
                  <a:pt x="53" y="6"/>
                  <a:pt x="53" y="6"/>
                </a:cubicBezTo>
                <a:cubicBezTo>
                  <a:pt x="53" y="6"/>
                  <a:pt x="54" y="6"/>
                  <a:pt x="54" y="6"/>
                </a:cubicBezTo>
                <a:cubicBezTo>
                  <a:pt x="54" y="7"/>
                  <a:pt x="55" y="7"/>
                  <a:pt x="55" y="7"/>
                </a:cubicBezTo>
                <a:cubicBezTo>
                  <a:pt x="55" y="7"/>
                  <a:pt x="55" y="7"/>
                  <a:pt x="55" y="7"/>
                </a:cubicBezTo>
                <a:cubicBezTo>
                  <a:pt x="55" y="7"/>
                  <a:pt x="55" y="7"/>
                  <a:pt x="54" y="7"/>
                </a:cubicBezTo>
                <a:cubicBezTo>
                  <a:pt x="54" y="8"/>
                  <a:pt x="54" y="8"/>
                  <a:pt x="54" y="8"/>
                </a:cubicBezTo>
                <a:cubicBezTo>
                  <a:pt x="54" y="9"/>
                  <a:pt x="54" y="9"/>
                  <a:pt x="53" y="10"/>
                </a:cubicBezTo>
                <a:cubicBezTo>
                  <a:pt x="53" y="10"/>
                  <a:pt x="53" y="10"/>
                  <a:pt x="53" y="10"/>
                </a:cubicBezTo>
                <a:cubicBezTo>
                  <a:pt x="53" y="10"/>
                  <a:pt x="53" y="10"/>
                  <a:pt x="53" y="10"/>
                </a:cubicBezTo>
                <a:cubicBezTo>
                  <a:pt x="52" y="10"/>
                  <a:pt x="52" y="10"/>
                  <a:pt x="52" y="10"/>
                </a:cubicBezTo>
                <a:cubicBezTo>
                  <a:pt x="52" y="10"/>
                  <a:pt x="51" y="10"/>
                  <a:pt x="51" y="10"/>
                </a:cubicBezTo>
                <a:cubicBezTo>
                  <a:pt x="51" y="10"/>
                  <a:pt x="51" y="10"/>
                  <a:pt x="50" y="10"/>
                </a:cubicBezTo>
                <a:cubicBezTo>
                  <a:pt x="50" y="10"/>
                  <a:pt x="49" y="10"/>
                  <a:pt x="49" y="10"/>
                </a:cubicBezTo>
                <a:cubicBezTo>
                  <a:pt x="49" y="11"/>
                  <a:pt x="48" y="11"/>
                  <a:pt x="48" y="11"/>
                </a:cubicBezTo>
                <a:cubicBezTo>
                  <a:pt x="48" y="11"/>
                  <a:pt x="48" y="10"/>
                  <a:pt x="48" y="10"/>
                </a:cubicBezTo>
                <a:cubicBezTo>
                  <a:pt x="47" y="10"/>
                  <a:pt x="47" y="9"/>
                  <a:pt x="47" y="9"/>
                </a:cubicBezTo>
                <a:cubicBezTo>
                  <a:pt x="46" y="8"/>
                  <a:pt x="46" y="8"/>
                  <a:pt x="46" y="8"/>
                </a:cubicBezTo>
                <a:cubicBezTo>
                  <a:pt x="46" y="8"/>
                  <a:pt x="46" y="7"/>
                  <a:pt x="47" y="7"/>
                </a:cubicBezTo>
                <a:cubicBezTo>
                  <a:pt x="47" y="7"/>
                  <a:pt x="47" y="7"/>
                  <a:pt x="48" y="7"/>
                </a:cubicBezTo>
                <a:cubicBezTo>
                  <a:pt x="49" y="7"/>
                  <a:pt x="49" y="7"/>
                  <a:pt x="49" y="6"/>
                </a:cubicBezTo>
                <a:cubicBezTo>
                  <a:pt x="49" y="6"/>
                  <a:pt x="49" y="6"/>
                  <a:pt x="49" y="6"/>
                </a:cubicBezTo>
                <a:cubicBezTo>
                  <a:pt x="48" y="6"/>
                  <a:pt x="48" y="6"/>
                  <a:pt x="47" y="6"/>
                </a:cubicBezTo>
                <a:cubicBezTo>
                  <a:pt x="47" y="6"/>
                  <a:pt x="47" y="6"/>
                  <a:pt x="47" y="6"/>
                </a:cubicBezTo>
                <a:cubicBezTo>
                  <a:pt x="47" y="6"/>
                  <a:pt x="47" y="6"/>
                  <a:pt x="47" y="6"/>
                </a:cubicBezTo>
                <a:cubicBezTo>
                  <a:pt x="46" y="6"/>
                  <a:pt x="46" y="5"/>
                  <a:pt x="46" y="5"/>
                </a:cubicBezTo>
                <a:cubicBezTo>
                  <a:pt x="46" y="5"/>
                  <a:pt x="46" y="5"/>
                  <a:pt x="47" y="5"/>
                </a:cubicBezTo>
                <a:cubicBezTo>
                  <a:pt x="47" y="5"/>
                  <a:pt x="47" y="5"/>
                  <a:pt x="47" y="5"/>
                </a:cubicBezTo>
                <a:cubicBezTo>
                  <a:pt x="48" y="5"/>
                  <a:pt x="49" y="5"/>
                  <a:pt x="49" y="4"/>
                </a:cubicBezTo>
                <a:cubicBezTo>
                  <a:pt x="49" y="4"/>
                  <a:pt x="49" y="4"/>
                  <a:pt x="49" y="3"/>
                </a:cubicBezTo>
                <a:cubicBezTo>
                  <a:pt x="50" y="2"/>
                  <a:pt x="50" y="2"/>
                  <a:pt x="50" y="2"/>
                </a:cubicBezTo>
                <a:cubicBezTo>
                  <a:pt x="50" y="2"/>
                  <a:pt x="50" y="2"/>
                  <a:pt x="50" y="2"/>
                </a:cubicBezTo>
                <a:cubicBezTo>
                  <a:pt x="50" y="2"/>
                  <a:pt x="50" y="2"/>
                  <a:pt x="50" y="2"/>
                </a:cubicBezTo>
                <a:cubicBezTo>
                  <a:pt x="51" y="2"/>
                  <a:pt x="51" y="2"/>
                  <a:pt x="51" y="2"/>
                </a:cubicBezTo>
                <a:cubicBezTo>
                  <a:pt x="51" y="2"/>
                  <a:pt x="51" y="2"/>
                  <a:pt x="51" y="3"/>
                </a:cubicBezTo>
                <a:cubicBezTo>
                  <a:pt x="50" y="3"/>
                  <a:pt x="50" y="3"/>
                  <a:pt x="50" y="4"/>
                </a:cubicBezTo>
                <a:cubicBezTo>
                  <a:pt x="50" y="4"/>
                  <a:pt x="51" y="4"/>
                  <a:pt x="51" y="4"/>
                </a:cubicBezTo>
                <a:cubicBezTo>
                  <a:pt x="51" y="4"/>
                  <a:pt x="51" y="4"/>
                  <a:pt x="52" y="4"/>
                </a:cubicBezTo>
                <a:cubicBezTo>
                  <a:pt x="52" y="4"/>
                  <a:pt x="53" y="4"/>
                  <a:pt x="53" y="4"/>
                </a:cubicBezTo>
                <a:cubicBezTo>
                  <a:pt x="53" y="4"/>
                  <a:pt x="53" y="4"/>
                  <a:pt x="53" y="4"/>
                </a:cubicBezTo>
                <a:cubicBezTo>
                  <a:pt x="53" y="4"/>
                  <a:pt x="53" y="4"/>
                  <a:pt x="53" y="4"/>
                </a:cubicBezTo>
                <a:cubicBezTo>
                  <a:pt x="54" y="4"/>
                  <a:pt x="54" y="5"/>
                  <a:pt x="54" y="5"/>
                </a:cubicBezTo>
                <a:cubicBezTo>
                  <a:pt x="54" y="5"/>
                  <a:pt x="54" y="5"/>
                  <a:pt x="54" y="5"/>
                </a:cubicBezTo>
                <a:cubicBezTo>
                  <a:pt x="53" y="5"/>
                  <a:pt x="53" y="5"/>
                  <a:pt x="53" y="5"/>
                </a:cubicBezTo>
                <a:cubicBezTo>
                  <a:pt x="53" y="5"/>
                  <a:pt x="53" y="5"/>
                  <a:pt x="52" y="5"/>
                </a:cubicBezTo>
                <a:cubicBezTo>
                  <a:pt x="52" y="5"/>
                  <a:pt x="51" y="5"/>
                  <a:pt x="51" y="5"/>
                </a:cubicBezTo>
                <a:lnTo>
                  <a:pt x="50" y="6"/>
                </a:lnTo>
                <a:cubicBezTo>
                  <a:pt x="50" y="6"/>
                  <a:pt x="50" y="6"/>
                  <a:pt x="50" y="6"/>
                </a:cubicBezTo>
                <a:cubicBezTo>
                  <a:pt x="50" y="6"/>
                  <a:pt x="50" y="6"/>
                  <a:pt x="51" y="6"/>
                </a:cubicBezTo>
                <a:cubicBezTo>
                  <a:pt x="51" y="6"/>
                  <a:pt x="51" y="6"/>
                  <a:pt x="52" y="6"/>
                </a:cubicBezTo>
                <a:close/>
                <a:moveTo>
                  <a:pt x="45" y="3"/>
                </a:moveTo>
                <a:cubicBezTo>
                  <a:pt x="45" y="3"/>
                  <a:pt x="45" y="3"/>
                  <a:pt x="46" y="4"/>
                </a:cubicBezTo>
                <a:cubicBezTo>
                  <a:pt x="46" y="4"/>
                  <a:pt x="46" y="4"/>
                  <a:pt x="46" y="4"/>
                </a:cubicBezTo>
                <a:cubicBezTo>
                  <a:pt x="46" y="4"/>
                  <a:pt x="46" y="5"/>
                  <a:pt x="45" y="5"/>
                </a:cubicBezTo>
                <a:cubicBezTo>
                  <a:pt x="45" y="6"/>
                  <a:pt x="44" y="6"/>
                  <a:pt x="44" y="6"/>
                </a:cubicBezTo>
                <a:cubicBezTo>
                  <a:pt x="44" y="7"/>
                  <a:pt x="44" y="7"/>
                  <a:pt x="43" y="7"/>
                </a:cubicBezTo>
                <a:cubicBezTo>
                  <a:pt x="43" y="7"/>
                  <a:pt x="43" y="7"/>
                  <a:pt x="43" y="7"/>
                </a:cubicBezTo>
                <a:cubicBezTo>
                  <a:pt x="43" y="7"/>
                  <a:pt x="43" y="7"/>
                  <a:pt x="43" y="7"/>
                </a:cubicBezTo>
                <a:cubicBezTo>
                  <a:pt x="43" y="7"/>
                  <a:pt x="43" y="6"/>
                  <a:pt x="43" y="6"/>
                </a:cubicBezTo>
                <a:cubicBezTo>
                  <a:pt x="43" y="6"/>
                  <a:pt x="44" y="5"/>
                  <a:pt x="44" y="4"/>
                </a:cubicBezTo>
                <a:cubicBezTo>
                  <a:pt x="44" y="4"/>
                  <a:pt x="45" y="3"/>
                  <a:pt x="45" y="3"/>
                </a:cubicBezTo>
                <a:cubicBezTo>
                  <a:pt x="45" y="3"/>
                  <a:pt x="45" y="3"/>
                  <a:pt x="45" y="3"/>
                </a:cubicBezTo>
                <a:close/>
                <a:moveTo>
                  <a:pt x="45" y="6"/>
                </a:moveTo>
                <a:cubicBezTo>
                  <a:pt x="45" y="6"/>
                  <a:pt x="45" y="6"/>
                  <a:pt x="46" y="7"/>
                </a:cubicBezTo>
                <a:cubicBezTo>
                  <a:pt x="46" y="7"/>
                  <a:pt x="46" y="7"/>
                  <a:pt x="46" y="7"/>
                </a:cubicBezTo>
                <a:cubicBezTo>
                  <a:pt x="46" y="7"/>
                  <a:pt x="46" y="8"/>
                  <a:pt x="45" y="8"/>
                </a:cubicBezTo>
                <a:cubicBezTo>
                  <a:pt x="45" y="9"/>
                  <a:pt x="44" y="9"/>
                  <a:pt x="44" y="9"/>
                </a:cubicBezTo>
                <a:cubicBezTo>
                  <a:pt x="44" y="9"/>
                  <a:pt x="44" y="10"/>
                  <a:pt x="44" y="10"/>
                </a:cubicBezTo>
                <a:cubicBezTo>
                  <a:pt x="44" y="10"/>
                  <a:pt x="44" y="10"/>
                  <a:pt x="44" y="10"/>
                </a:cubicBezTo>
                <a:cubicBezTo>
                  <a:pt x="44" y="10"/>
                  <a:pt x="44" y="10"/>
                  <a:pt x="44" y="10"/>
                </a:cubicBezTo>
                <a:cubicBezTo>
                  <a:pt x="45" y="10"/>
                  <a:pt x="45" y="11"/>
                  <a:pt x="45" y="11"/>
                </a:cubicBezTo>
                <a:cubicBezTo>
                  <a:pt x="45" y="11"/>
                  <a:pt x="45" y="11"/>
                  <a:pt x="45" y="11"/>
                </a:cubicBezTo>
                <a:cubicBezTo>
                  <a:pt x="45" y="11"/>
                  <a:pt x="45" y="11"/>
                  <a:pt x="45" y="12"/>
                </a:cubicBezTo>
                <a:cubicBezTo>
                  <a:pt x="45" y="12"/>
                  <a:pt x="45" y="12"/>
                  <a:pt x="45" y="13"/>
                </a:cubicBezTo>
                <a:cubicBezTo>
                  <a:pt x="45" y="14"/>
                  <a:pt x="45" y="14"/>
                  <a:pt x="45" y="14"/>
                </a:cubicBezTo>
                <a:cubicBezTo>
                  <a:pt x="45" y="15"/>
                  <a:pt x="45" y="15"/>
                  <a:pt x="45" y="15"/>
                </a:cubicBezTo>
                <a:cubicBezTo>
                  <a:pt x="45" y="15"/>
                  <a:pt x="45" y="16"/>
                  <a:pt x="45" y="16"/>
                </a:cubicBezTo>
                <a:cubicBezTo>
                  <a:pt x="45" y="16"/>
                  <a:pt x="45" y="16"/>
                  <a:pt x="44" y="16"/>
                </a:cubicBezTo>
                <a:cubicBezTo>
                  <a:pt x="44" y="16"/>
                  <a:pt x="44" y="16"/>
                  <a:pt x="44" y="16"/>
                </a:cubicBezTo>
                <a:cubicBezTo>
                  <a:pt x="44" y="16"/>
                  <a:pt x="44" y="15"/>
                  <a:pt x="44" y="14"/>
                </a:cubicBezTo>
                <a:cubicBezTo>
                  <a:pt x="44" y="14"/>
                  <a:pt x="44" y="13"/>
                  <a:pt x="44" y="13"/>
                </a:cubicBezTo>
                <a:cubicBezTo>
                  <a:pt x="44" y="13"/>
                  <a:pt x="44" y="13"/>
                  <a:pt x="44" y="12"/>
                </a:cubicBezTo>
                <a:cubicBezTo>
                  <a:pt x="44" y="12"/>
                  <a:pt x="44" y="12"/>
                  <a:pt x="44" y="12"/>
                </a:cubicBezTo>
                <a:cubicBezTo>
                  <a:pt x="44" y="12"/>
                  <a:pt x="44" y="12"/>
                  <a:pt x="43" y="12"/>
                </a:cubicBezTo>
                <a:cubicBezTo>
                  <a:pt x="43" y="12"/>
                  <a:pt x="43" y="12"/>
                  <a:pt x="43" y="12"/>
                </a:cubicBezTo>
                <a:cubicBezTo>
                  <a:pt x="43" y="12"/>
                  <a:pt x="42" y="12"/>
                  <a:pt x="42" y="13"/>
                </a:cubicBezTo>
                <a:cubicBezTo>
                  <a:pt x="41" y="13"/>
                  <a:pt x="41" y="13"/>
                  <a:pt x="41" y="13"/>
                </a:cubicBezTo>
                <a:cubicBezTo>
                  <a:pt x="41" y="13"/>
                  <a:pt x="41" y="13"/>
                  <a:pt x="41" y="13"/>
                </a:cubicBezTo>
                <a:cubicBezTo>
                  <a:pt x="41" y="13"/>
                  <a:pt x="41" y="12"/>
                  <a:pt x="41" y="12"/>
                </a:cubicBezTo>
                <a:cubicBezTo>
                  <a:pt x="41" y="12"/>
                  <a:pt x="41" y="11"/>
                  <a:pt x="42" y="11"/>
                </a:cubicBezTo>
                <a:cubicBezTo>
                  <a:pt x="43" y="10"/>
                  <a:pt x="43" y="10"/>
                  <a:pt x="43" y="9"/>
                </a:cubicBezTo>
                <a:cubicBezTo>
                  <a:pt x="43" y="9"/>
                  <a:pt x="44" y="8"/>
                  <a:pt x="44" y="8"/>
                </a:cubicBezTo>
                <a:cubicBezTo>
                  <a:pt x="44" y="7"/>
                  <a:pt x="45" y="7"/>
                  <a:pt x="45" y="7"/>
                </a:cubicBezTo>
                <a:cubicBezTo>
                  <a:pt x="45" y="6"/>
                  <a:pt x="45" y="6"/>
                  <a:pt x="45" y="6"/>
                </a:cubicBezTo>
                <a:close/>
                <a:moveTo>
                  <a:pt x="52" y="12"/>
                </a:moveTo>
                <a:cubicBezTo>
                  <a:pt x="52" y="12"/>
                  <a:pt x="52" y="12"/>
                  <a:pt x="52" y="12"/>
                </a:cubicBezTo>
                <a:cubicBezTo>
                  <a:pt x="53" y="13"/>
                  <a:pt x="54" y="14"/>
                  <a:pt x="54" y="14"/>
                </a:cubicBezTo>
                <a:cubicBezTo>
                  <a:pt x="55" y="15"/>
                  <a:pt x="55" y="16"/>
                  <a:pt x="55" y="16"/>
                </a:cubicBezTo>
                <a:cubicBezTo>
                  <a:pt x="55" y="16"/>
                  <a:pt x="55" y="16"/>
                  <a:pt x="55" y="16"/>
                </a:cubicBezTo>
                <a:cubicBezTo>
                  <a:pt x="55" y="16"/>
                  <a:pt x="55" y="16"/>
                  <a:pt x="54" y="16"/>
                </a:cubicBezTo>
                <a:cubicBezTo>
                  <a:pt x="54" y="16"/>
                  <a:pt x="54" y="16"/>
                  <a:pt x="53" y="16"/>
                </a:cubicBezTo>
                <a:cubicBezTo>
                  <a:pt x="53" y="16"/>
                  <a:pt x="52" y="16"/>
                  <a:pt x="52" y="16"/>
                </a:cubicBezTo>
                <a:cubicBezTo>
                  <a:pt x="52" y="16"/>
                  <a:pt x="51" y="16"/>
                  <a:pt x="51" y="16"/>
                </a:cubicBezTo>
                <a:lnTo>
                  <a:pt x="50" y="16"/>
                </a:lnTo>
                <a:cubicBezTo>
                  <a:pt x="50" y="16"/>
                  <a:pt x="50" y="16"/>
                  <a:pt x="50" y="16"/>
                </a:cubicBezTo>
                <a:cubicBezTo>
                  <a:pt x="49" y="16"/>
                  <a:pt x="49" y="16"/>
                  <a:pt x="49" y="16"/>
                </a:cubicBezTo>
                <a:cubicBezTo>
                  <a:pt x="49" y="16"/>
                  <a:pt x="49" y="16"/>
                  <a:pt x="49" y="16"/>
                </a:cubicBezTo>
                <a:cubicBezTo>
                  <a:pt x="49" y="15"/>
                  <a:pt x="48" y="15"/>
                  <a:pt x="48" y="15"/>
                </a:cubicBezTo>
                <a:cubicBezTo>
                  <a:pt x="48" y="15"/>
                  <a:pt x="48" y="14"/>
                  <a:pt x="48" y="14"/>
                </a:cubicBezTo>
                <a:cubicBezTo>
                  <a:pt x="48" y="14"/>
                  <a:pt x="48" y="13"/>
                  <a:pt x="48" y="13"/>
                </a:cubicBezTo>
                <a:cubicBezTo>
                  <a:pt x="48" y="13"/>
                  <a:pt x="48" y="13"/>
                  <a:pt x="48" y="13"/>
                </a:cubicBezTo>
                <a:cubicBezTo>
                  <a:pt x="48" y="13"/>
                  <a:pt x="47" y="13"/>
                  <a:pt x="47" y="14"/>
                </a:cubicBezTo>
                <a:cubicBezTo>
                  <a:pt x="47" y="14"/>
                  <a:pt x="47" y="15"/>
                  <a:pt x="47" y="15"/>
                </a:cubicBezTo>
                <a:cubicBezTo>
                  <a:pt x="47" y="15"/>
                  <a:pt x="47" y="15"/>
                  <a:pt x="47" y="15"/>
                </a:cubicBezTo>
                <a:cubicBezTo>
                  <a:pt x="46" y="15"/>
                  <a:pt x="46" y="15"/>
                  <a:pt x="46" y="15"/>
                </a:cubicBezTo>
                <a:cubicBezTo>
                  <a:pt x="45" y="15"/>
                  <a:pt x="45" y="15"/>
                  <a:pt x="45" y="15"/>
                </a:cubicBezTo>
                <a:cubicBezTo>
                  <a:pt x="45" y="15"/>
                  <a:pt x="45" y="14"/>
                  <a:pt x="46" y="14"/>
                </a:cubicBezTo>
                <a:cubicBezTo>
                  <a:pt x="46" y="13"/>
                  <a:pt x="46" y="13"/>
                  <a:pt x="47" y="13"/>
                </a:cubicBezTo>
                <a:cubicBezTo>
                  <a:pt x="47" y="13"/>
                  <a:pt x="47" y="12"/>
                  <a:pt x="47" y="12"/>
                </a:cubicBezTo>
                <a:cubicBezTo>
                  <a:pt x="47" y="12"/>
                  <a:pt x="47" y="12"/>
                  <a:pt x="47" y="12"/>
                </a:cubicBezTo>
                <a:cubicBezTo>
                  <a:pt x="47" y="12"/>
                  <a:pt x="47" y="12"/>
                  <a:pt x="47" y="12"/>
                </a:cubicBezTo>
                <a:cubicBezTo>
                  <a:pt x="47" y="11"/>
                  <a:pt x="47" y="11"/>
                  <a:pt x="47" y="11"/>
                </a:cubicBezTo>
                <a:cubicBezTo>
                  <a:pt x="48" y="11"/>
                  <a:pt x="48" y="11"/>
                  <a:pt x="48" y="11"/>
                </a:cubicBezTo>
                <a:cubicBezTo>
                  <a:pt x="48" y="11"/>
                  <a:pt x="49" y="11"/>
                  <a:pt x="49" y="11"/>
                </a:cubicBezTo>
                <a:cubicBezTo>
                  <a:pt x="49" y="11"/>
                  <a:pt x="50" y="11"/>
                  <a:pt x="50" y="11"/>
                </a:cubicBezTo>
                <a:cubicBezTo>
                  <a:pt x="50" y="11"/>
                  <a:pt x="50" y="11"/>
                  <a:pt x="50" y="11"/>
                </a:cubicBezTo>
                <a:cubicBezTo>
                  <a:pt x="51" y="11"/>
                  <a:pt x="51" y="11"/>
                  <a:pt x="51" y="11"/>
                </a:cubicBezTo>
                <a:cubicBezTo>
                  <a:pt x="51" y="11"/>
                  <a:pt x="52" y="11"/>
                  <a:pt x="52" y="11"/>
                </a:cubicBezTo>
                <a:cubicBezTo>
                  <a:pt x="52" y="11"/>
                  <a:pt x="52" y="11"/>
                  <a:pt x="52" y="11"/>
                </a:cubicBezTo>
                <a:cubicBezTo>
                  <a:pt x="52" y="11"/>
                  <a:pt x="52" y="11"/>
                  <a:pt x="52" y="11"/>
                </a:cubicBezTo>
                <a:cubicBezTo>
                  <a:pt x="52" y="11"/>
                  <a:pt x="52" y="12"/>
                  <a:pt x="52" y="12"/>
                </a:cubicBezTo>
                <a:cubicBezTo>
                  <a:pt x="52" y="12"/>
                  <a:pt x="52" y="12"/>
                  <a:pt x="52" y="12"/>
                </a:cubicBezTo>
                <a:close/>
                <a:moveTo>
                  <a:pt x="57" y="13"/>
                </a:moveTo>
                <a:cubicBezTo>
                  <a:pt x="57" y="13"/>
                  <a:pt x="57" y="13"/>
                  <a:pt x="57" y="14"/>
                </a:cubicBezTo>
                <a:cubicBezTo>
                  <a:pt x="57" y="14"/>
                  <a:pt x="57" y="14"/>
                  <a:pt x="57" y="14"/>
                </a:cubicBezTo>
                <a:cubicBezTo>
                  <a:pt x="56" y="14"/>
                  <a:pt x="56" y="14"/>
                  <a:pt x="55" y="13"/>
                </a:cubicBezTo>
                <a:cubicBezTo>
                  <a:pt x="54" y="12"/>
                  <a:pt x="54" y="12"/>
                  <a:pt x="54" y="12"/>
                </a:cubicBezTo>
                <a:cubicBezTo>
                  <a:pt x="54" y="12"/>
                  <a:pt x="54" y="12"/>
                  <a:pt x="54" y="12"/>
                </a:cubicBezTo>
                <a:cubicBezTo>
                  <a:pt x="54" y="12"/>
                  <a:pt x="54" y="12"/>
                  <a:pt x="54" y="12"/>
                </a:cubicBezTo>
                <a:cubicBezTo>
                  <a:pt x="55" y="12"/>
                  <a:pt x="55" y="12"/>
                  <a:pt x="56" y="12"/>
                </a:cubicBezTo>
                <a:cubicBezTo>
                  <a:pt x="56" y="12"/>
                  <a:pt x="56" y="12"/>
                  <a:pt x="56" y="12"/>
                </a:cubicBezTo>
                <a:cubicBezTo>
                  <a:pt x="56" y="12"/>
                  <a:pt x="57" y="12"/>
                  <a:pt x="57" y="12"/>
                </a:cubicBezTo>
                <a:cubicBezTo>
                  <a:pt x="57" y="12"/>
                  <a:pt x="57" y="12"/>
                  <a:pt x="57" y="13"/>
                </a:cubicBezTo>
                <a:cubicBezTo>
                  <a:pt x="57" y="13"/>
                  <a:pt x="57" y="13"/>
                  <a:pt x="57" y="13"/>
                </a:cubicBezTo>
                <a:close/>
                <a:moveTo>
                  <a:pt x="71" y="5"/>
                </a:moveTo>
                <a:cubicBezTo>
                  <a:pt x="71" y="5"/>
                  <a:pt x="71" y="5"/>
                  <a:pt x="71" y="5"/>
                </a:cubicBezTo>
                <a:cubicBezTo>
                  <a:pt x="71" y="5"/>
                  <a:pt x="71" y="6"/>
                  <a:pt x="71" y="6"/>
                </a:cubicBezTo>
                <a:cubicBezTo>
                  <a:pt x="70" y="6"/>
                  <a:pt x="70" y="6"/>
                  <a:pt x="70" y="7"/>
                </a:cubicBezTo>
                <a:cubicBezTo>
                  <a:pt x="70" y="7"/>
                  <a:pt x="70" y="7"/>
                  <a:pt x="70" y="8"/>
                </a:cubicBezTo>
                <a:cubicBezTo>
                  <a:pt x="70" y="8"/>
                  <a:pt x="70" y="9"/>
                  <a:pt x="69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69" y="9"/>
                  <a:pt x="69" y="8"/>
                  <a:pt x="68" y="8"/>
                </a:cubicBezTo>
                <a:cubicBezTo>
                  <a:pt x="68" y="8"/>
                  <a:pt x="68" y="8"/>
                  <a:pt x="68" y="8"/>
                </a:cubicBezTo>
                <a:cubicBezTo>
                  <a:pt x="68" y="8"/>
                  <a:pt x="67" y="8"/>
                  <a:pt x="66" y="9"/>
                </a:cubicBezTo>
                <a:cubicBezTo>
                  <a:pt x="66" y="9"/>
                  <a:pt x="65" y="9"/>
                  <a:pt x="65" y="9"/>
                </a:cubicBezTo>
                <a:cubicBezTo>
                  <a:pt x="65" y="9"/>
                  <a:pt x="65" y="9"/>
                  <a:pt x="65" y="9"/>
                </a:cubicBezTo>
                <a:cubicBezTo>
                  <a:pt x="65" y="9"/>
                  <a:pt x="65" y="9"/>
                  <a:pt x="64" y="9"/>
                </a:cubicBezTo>
                <a:cubicBezTo>
                  <a:pt x="64" y="8"/>
                  <a:pt x="64" y="8"/>
                  <a:pt x="63" y="7"/>
                </a:cubicBezTo>
                <a:cubicBezTo>
                  <a:pt x="63" y="7"/>
                  <a:pt x="63" y="6"/>
                  <a:pt x="63" y="6"/>
                </a:cubicBezTo>
                <a:cubicBezTo>
                  <a:pt x="63" y="6"/>
                  <a:pt x="63" y="7"/>
                  <a:pt x="63" y="7"/>
                </a:cubicBezTo>
                <a:cubicBezTo>
                  <a:pt x="63" y="8"/>
                  <a:pt x="62" y="10"/>
                  <a:pt x="61" y="11"/>
                </a:cubicBezTo>
                <a:cubicBezTo>
                  <a:pt x="61" y="12"/>
                  <a:pt x="61" y="12"/>
                  <a:pt x="61" y="13"/>
                </a:cubicBezTo>
                <a:cubicBezTo>
                  <a:pt x="61" y="13"/>
                  <a:pt x="61" y="14"/>
                  <a:pt x="61" y="14"/>
                </a:cubicBezTo>
                <a:cubicBezTo>
                  <a:pt x="60" y="14"/>
                  <a:pt x="60" y="14"/>
                  <a:pt x="60" y="14"/>
                </a:cubicBezTo>
                <a:cubicBezTo>
                  <a:pt x="59" y="15"/>
                  <a:pt x="59" y="15"/>
                  <a:pt x="58" y="15"/>
                </a:cubicBezTo>
                <a:cubicBezTo>
                  <a:pt x="58" y="15"/>
                  <a:pt x="58" y="16"/>
                  <a:pt x="58" y="16"/>
                </a:cubicBezTo>
                <a:cubicBezTo>
                  <a:pt x="57" y="16"/>
                  <a:pt x="57" y="16"/>
                  <a:pt x="57" y="15"/>
                </a:cubicBezTo>
                <a:cubicBezTo>
                  <a:pt x="57" y="15"/>
                  <a:pt x="58" y="15"/>
                  <a:pt x="58" y="15"/>
                </a:cubicBezTo>
                <a:cubicBezTo>
                  <a:pt x="58" y="14"/>
                  <a:pt x="59" y="14"/>
                  <a:pt x="59" y="13"/>
                </a:cubicBezTo>
                <a:cubicBezTo>
                  <a:pt x="59" y="13"/>
                  <a:pt x="60" y="13"/>
                  <a:pt x="60" y="12"/>
                </a:cubicBezTo>
                <a:cubicBezTo>
                  <a:pt x="60" y="11"/>
                  <a:pt x="61" y="10"/>
                  <a:pt x="61" y="9"/>
                </a:cubicBezTo>
                <a:cubicBezTo>
                  <a:pt x="62" y="8"/>
                  <a:pt x="62" y="7"/>
                  <a:pt x="62" y="6"/>
                </a:cubicBezTo>
                <a:cubicBezTo>
                  <a:pt x="63" y="5"/>
                  <a:pt x="63" y="4"/>
                  <a:pt x="63" y="3"/>
                </a:cubicBezTo>
                <a:cubicBezTo>
                  <a:pt x="63" y="3"/>
                  <a:pt x="63" y="3"/>
                  <a:pt x="63" y="3"/>
                </a:cubicBezTo>
                <a:cubicBezTo>
                  <a:pt x="63" y="2"/>
                  <a:pt x="63" y="2"/>
                  <a:pt x="63" y="2"/>
                </a:cubicBezTo>
                <a:cubicBezTo>
                  <a:pt x="63" y="2"/>
                  <a:pt x="64" y="2"/>
                  <a:pt x="64" y="3"/>
                </a:cubicBezTo>
                <a:cubicBezTo>
                  <a:pt x="64" y="3"/>
                  <a:pt x="64" y="3"/>
                  <a:pt x="64" y="3"/>
                </a:cubicBezTo>
                <a:cubicBezTo>
                  <a:pt x="64" y="3"/>
                  <a:pt x="65" y="3"/>
                  <a:pt x="65" y="3"/>
                </a:cubicBezTo>
                <a:cubicBezTo>
                  <a:pt x="66" y="2"/>
                  <a:pt x="66" y="2"/>
                  <a:pt x="66" y="2"/>
                </a:cubicBezTo>
                <a:cubicBezTo>
                  <a:pt x="67" y="2"/>
                  <a:pt x="67" y="2"/>
                  <a:pt x="68" y="2"/>
                </a:cubicBezTo>
                <a:cubicBezTo>
                  <a:pt x="68" y="2"/>
                  <a:pt x="68" y="2"/>
                  <a:pt x="68" y="2"/>
                </a:cubicBezTo>
                <a:cubicBezTo>
                  <a:pt x="69" y="2"/>
                  <a:pt x="69" y="2"/>
                  <a:pt x="69" y="2"/>
                </a:cubicBezTo>
                <a:cubicBezTo>
                  <a:pt x="69" y="2"/>
                  <a:pt x="69" y="2"/>
                  <a:pt x="69" y="2"/>
                </a:cubicBezTo>
                <a:cubicBezTo>
                  <a:pt x="69" y="2"/>
                  <a:pt x="69" y="2"/>
                  <a:pt x="69" y="3"/>
                </a:cubicBezTo>
                <a:cubicBezTo>
                  <a:pt x="70" y="3"/>
                  <a:pt x="70" y="3"/>
                  <a:pt x="70" y="3"/>
                </a:cubicBezTo>
                <a:cubicBezTo>
                  <a:pt x="70" y="3"/>
                  <a:pt x="70" y="3"/>
                  <a:pt x="69" y="3"/>
                </a:cubicBezTo>
                <a:cubicBezTo>
                  <a:pt x="68" y="3"/>
                  <a:pt x="68" y="3"/>
                  <a:pt x="67" y="4"/>
                </a:cubicBezTo>
                <a:cubicBezTo>
                  <a:pt x="67" y="4"/>
                  <a:pt x="67" y="4"/>
                  <a:pt x="67" y="4"/>
                </a:cubicBezTo>
                <a:cubicBezTo>
                  <a:pt x="66" y="4"/>
                  <a:pt x="66" y="4"/>
                  <a:pt x="66" y="4"/>
                </a:cubicBezTo>
                <a:cubicBezTo>
                  <a:pt x="66" y="4"/>
                  <a:pt x="66" y="4"/>
                  <a:pt x="66" y="4"/>
                </a:cubicBezTo>
                <a:cubicBezTo>
                  <a:pt x="66" y="4"/>
                  <a:pt x="65" y="4"/>
                  <a:pt x="65" y="4"/>
                </a:cubicBezTo>
                <a:cubicBezTo>
                  <a:pt x="65" y="4"/>
                  <a:pt x="65" y="4"/>
                  <a:pt x="64" y="4"/>
                </a:cubicBezTo>
                <a:cubicBezTo>
                  <a:pt x="64" y="4"/>
                  <a:pt x="64" y="4"/>
                  <a:pt x="64" y="4"/>
                </a:cubicBezTo>
                <a:cubicBezTo>
                  <a:pt x="64" y="5"/>
                  <a:pt x="64" y="5"/>
                  <a:pt x="64" y="5"/>
                </a:cubicBezTo>
                <a:cubicBezTo>
                  <a:pt x="64" y="5"/>
                  <a:pt x="64" y="5"/>
                  <a:pt x="64" y="5"/>
                </a:cubicBezTo>
                <a:cubicBezTo>
                  <a:pt x="64" y="5"/>
                  <a:pt x="64" y="5"/>
                  <a:pt x="64" y="5"/>
                </a:cubicBezTo>
                <a:cubicBezTo>
                  <a:pt x="65" y="5"/>
                  <a:pt x="66" y="5"/>
                  <a:pt x="67" y="4"/>
                </a:cubicBezTo>
                <a:cubicBezTo>
                  <a:pt x="68" y="4"/>
                  <a:pt x="68" y="4"/>
                  <a:pt x="69" y="4"/>
                </a:cubicBezTo>
                <a:cubicBezTo>
                  <a:pt x="70" y="4"/>
                  <a:pt x="70" y="4"/>
                  <a:pt x="70" y="5"/>
                </a:cubicBezTo>
                <a:cubicBezTo>
                  <a:pt x="71" y="5"/>
                  <a:pt x="71" y="5"/>
                  <a:pt x="71" y="5"/>
                </a:cubicBezTo>
                <a:cubicBezTo>
                  <a:pt x="71" y="5"/>
                  <a:pt x="71" y="5"/>
                  <a:pt x="71" y="5"/>
                </a:cubicBezTo>
                <a:close/>
                <a:moveTo>
                  <a:pt x="72" y="12"/>
                </a:moveTo>
                <a:cubicBezTo>
                  <a:pt x="72" y="12"/>
                  <a:pt x="72" y="12"/>
                  <a:pt x="72" y="12"/>
                </a:cubicBezTo>
                <a:cubicBezTo>
                  <a:pt x="72" y="12"/>
                  <a:pt x="73" y="12"/>
                  <a:pt x="73" y="13"/>
                </a:cubicBezTo>
                <a:cubicBezTo>
                  <a:pt x="73" y="13"/>
                  <a:pt x="73" y="13"/>
                  <a:pt x="73" y="13"/>
                </a:cubicBezTo>
                <a:cubicBezTo>
                  <a:pt x="73" y="13"/>
                  <a:pt x="73" y="13"/>
                  <a:pt x="73" y="13"/>
                </a:cubicBezTo>
                <a:cubicBezTo>
                  <a:pt x="73" y="13"/>
                  <a:pt x="72" y="13"/>
                  <a:pt x="72" y="13"/>
                </a:cubicBezTo>
                <a:cubicBezTo>
                  <a:pt x="72" y="13"/>
                  <a:pt x="71" y="13"/>
                  <a:pt x="70" y="13"/>
                </a:cubicBezTo>
                <a:cubicBezTo>
                  <a:pt x="69" y="13"/>
                  <a:pt x="69" y="13"/>
                  <a:pt x="69" y="13"/>
                </a:cubicBezTo>
                <a:cubicBezTo>
                  <a:pt x="68" y="13"/>
                  <a:pt x="68" y="13"/>
                  <a:pt x="68" y="13"/>
                </a:cubicBezTo>
                <a:lnTo>
                  <a:pt x="68" y="14"/>
                </a:lnTo>
                <a:cubicBezTo>
                  <a:pt x="68" y="15"/>
                  <a:pt x="68" y="16"/>
                  <a:pt x="68" y="16"/>
                </a:cubicBezTo>
                <a:cubicBezTo>
                  <a:pt x="68" y="17"/>
                  <a:pt x="68" y="17"/>
                  <a:pt x="68" y="17"/>
                </a:cubicBezTo>
                <a:cubicBezTo>
                  <a:pt x="68" y="18"/>
                  <a:pt x="68" y="18"/>
                  <a:pt x="68" y="18"/>
                </a:cubicBezTo>
                <a:cubicBezTo>
                  <a:pt x="67" y="18"/>
                  <a:pt x="67" y="18"/>
                  <a:pt x="66" y="17"/>
                </a:cubicBezTo>
                <a:cubicBezTo>
                  <a:pt x="65" y="17"/>
                  <a:pt x="65" y="17"/>
                  <a:pt x="64" y="17"/>
                </a:cubicBezTo>
                <a:cubicBezTo>
                  <a:pt x="64" y="16"/>
                  <a:pt x="63" y="16"/>
                  <a:pt x="63" y="16"/>
                </a:cubicBezTo>
                <a:cubicBezTo>
                  <a:pt x="63" y="16"/>
                  <a:pt x="63" y="16"/>
                  <a:pt x="64" y="16"/>
                </a:cubicBezTo>
                <a:cubicBezTo>
                  <a:pt x="64" y="16"/>
                  <a:pt x="64" y="16"/>
                  <a:pt x="64" y="16"/>
                </a:cubicBezTo>
                <a:cubicBezTo>
                  <a:pt x="64" y="16"/>
                  <a:pt x="65" y="16"/>
                  <a:pt x="65" y="16"/>
                </a:cubicBezTo>
                <a:cubicBezTo>
                  <a:pt x="66" y="16"/>
                  <a:pt x="66" y="16"/>
                  <a:pt x="66" y="16"/>
                </a:cubicBezTo>
                <a:cubicBezTo>
                  <a:pt x="66" y="16"/>
                  <a:pt x="67" y="16"/>
                  <a:pt x="67" y="16"/>
                </a:cubicBezTo>
                <a:cubicBezTo>
                  <a:pt x="67" y="16"/>
                  <a:pt x="67" y="16"/>
                  <a:pt x="67" y="16"/>
                </a:cubicBezTo>
                <a:cubicBezTo>
                  <a:pt x="67" y="16"/>
                  <a:pt x="67" y="15"/>
                  <a:pt x="67" y="15"/>
                </a:cubicBezTo>
                <a:cubicBezTo>
                  <a:pt x="67" y="15"/>
                  <a:pt x="67" y="14"/>
                  <a:pt x="67" y="14"/>
                </a:cubicBezTo>
                <a:cubicBezTo>
                  <a:pt x="67" y="14"/>
                  <a:pt x="67" y="13"/>
                  <a:pt x="67" y="13"/>
                </a:cubicBezTo>
                <a:cubicBezTo>
                  <a:pt x="67" y="13"/>
                  <a:pt x="67" y="13"/>
                  <a:pt x="67" y="13"/>
                </a:cubicBezTo>
                <a:cubicBezTo>
                  <a:pt x="67" y="13"/>
                  <a:pt x="67" y="13"/>
                  <a:pt x="67" y="13"/>
                </a:cubicBezTo>
                <a:cubicBezTo>
                  <a:pt x="66" y="13"/>
                  <a:pt x="65" y="13"/>
                  <a:pt x="64" y="13"/>
                </a:cubicBezTo>
                <a:cubicBezTo>
                  <a:pt x="64" y="14"/>
                  <a:pt x="64" y="14"/>
                  <a:pt x="63" y="14"/>
                </a:cubicBezTo>
                <a:cubicBezTo>
                  <a:pt x="63" y="14"/>
                  <a:pt x="63" y="14"/>
                  <a:pt x="62" y="14"/>
                </a:cubicBezTo>
                <a:cubicBezTo>
                  <a:pt x="62" y="14"/>
                  <a:pt x="62" y="14"/>
                  <a:pt x="62" y="14"/>
                </a:cubicBezTo>
                <a:cubicBezTo>
                  <a:pt x="62" y="14"/>
                  <a:pt x="62" y="14"/>
                  <a:pt x="62" y="14"/>
                </a:cubicBezTo>
                <a:cubicBezTo>
                  <a:pt x="62" y="14"/>
                  <a:pt x="62" y="13"/>
                  <a:pt x="62" y="13"/>
                </a:cubicBezTo>
                <a:cubicBezTo>
                  <a:pt x="62" y="13"/>
                  <a:pt x="62" y="13"/>
                  <a:pt x="62" y="13"/>
                </a:cubicBezTo>
                <a:cubicBezTo>
                  <a:pt x="62" y="13"/>
                  <a:pt x="62" y="13"/>
                  <a:pt x="63" y="13"/>
                </a:cubicBezTo>
                <a:cubicBezTo>
                  <a:pt x="63" y="13"/>
                  <a:pt x="63" y="13"/>
                  <a:pt x="63" y="13"/>
                </a:cubicBezTo>
                <a:cubicBezTo>
                  <a:pt x="64" y="13"/>
                  <a:pt x="65" y="12"/>
                  <a:pt x="66" y="12"/>
                </a:cubicBezTo>
                <a:cubicBezTo>
                  <a:pt x="67" y="12"/>
                  <a:pt x="67" y="12"/>
                  <a:pt x="67" y="12"/>
                </a:cubicBezTo>
                <a:cubicBezTo>
                  <a:pt x="67" y="12"/>
                  <a:pt x="67" y="11"/>
                  <a:pt x="66" y="11"/>
                </a:cubicBezTo>
                <a:cubicBezTo>
                  <a:pt x="66" y="11"/>
                  <a:pt x="66" y="11"/>
                  <a:pt x="66" y="11"/>
                </a:cubicBezTo>
                <a:cubicBezTo>
                  <a:pt x="66" y="11"/>
                  <a:pt x="66" y="11"/>
                  <a:pt x="66" y="11"/>
                </a:cubicBezTo>
                <a:cubicBezTo>
                  <a:pt x="67" y="11"/>
                  <a:pt x="67" y="11"/>
                  <a:pt x="67" y="11"/>
                </a:cubicBezTo>
                <a:cubicBezTo>
                  <a:pt x="67" y="11"/>
                  <a:pt x="68" y="11"/>
                  <a:pt x="68" y="10"/>
                </a:cubicBezTo>
                <a:cubicBezTo>
                  <a:pt x="68" y="10"/>
                  <a:pt x="68" y="10"/>
                  <a:pt x="68" y="10"/>
                </a:cubicBezTo>
                <a:cubicBezTo>
                  <a:pt x="68" y="10"/>
                  <a:pt x="68" y="9"/>
                  <a:pt x="68" y="9"/>
                </a:cubicBezTo>
                <a:cubicBezTo>
                  <a:pt x="68" y="9"/>
                  <a:pt x="67" y="10"/>
                  <a:pt x="66" y="10"/>
                </a:cubicBezTo>
                <a:cubicBezTo>
                  <a:pt x="65" y="11"/>
                  <a:pt x="65" y="11"/>
                  <a:pt x="64" y="11"/>
                </a:cubicBezTo>
                <a:cubicBezTo>
                  <a:pt x="64" y="11"/>
                  <a:pt x="64" y="11"/>
                  <a:pt x="64" y="11"/>
                </a:cubicBezTo>
                <a:cubicBezTo>
                  <a:pt x="64" y="11"/>
                  <a:pt x="63" y="11"/>
                  <a:pt x="63" y="11"/>
                </a:cubicBezTo>
                <a:cubicBezTo>
                  <a:pt x="63" y="11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4" y="10"/>
                  <a:pt x="64" y="10"/>
                </a:cubicBezTo>
                <a:cubicBezTo>
                  <a:pt x="64" y="10"/>
                  <a:pt x="65" y="10"/>
                  <a:pt x="66" y="9"/>
                </a:cubicBezTo>
                <a:cubicBezTo>
                  <a:pt x="67" y="9"/>
                  <a:pt x="67" y="9"/>
                  <a:pt x="68" y="9"/>
                </a:cubicBezTo>
                <a:cubicBezTo>
                  <a:pt x="68" y="9"/>
                  <a:pt x="68" y="9"/>
                  <a:pt x="68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70" y="9"/>
                  <a:pt x="70" y="10"/>
                  <a:pt x="70" y="10"/>
                </a:cubicBezTo>
                <a:cubicBezTo>
                  <a:pt x="70" y="10"/>
                  <a:pt x="70" y="10"/>
                  <a:pt x="69" y="10"/>
                </a:cubicBezTo>
                <a:cubicBezTo>
                  <a:pt x="69" y="11"/>
                  <a:pt x="69" y="11"/>
                  <a:pt x="68" y="11"/>
                </a:cubicBezTo>
                <a:cubicBezTo>
                  <a:pt x="68" y="11"/>
                  <a:pt x="68" y="11"/>
                  <a:pt x="68" y="11"/>
                </a:cubicBezTo>
                <a:cubicBezTo>
                  <a:pt x="68" y="11"/>
                  <a:pt x="68" y="12"/>
                  <a:pt x="68" y="12"/>
                </a:cubicBezTo>
                <a:cubicBezTo>
                  <a:pt x="68" y="12"/>
                  <a:pt x="68" y="12"/>
                  <a:pt x="69" y="12"/>
                </a:cubicBezTo>
                <a:lnTo>
                  <a:pt x="70" y="12"/>
                </a:lnTo>
                <a:cubicBezTo>
                  <a:pt x="70" y="12"/>
                  <a:pt x="71" y="12"/>
                  <a:pt x="71" y="12"/>
                </a:cubicBezTo>
                <a:cubicBezTo>
                  <a:pt x="71" y="12"/>
                  <a:pt x="71" y="12"/>
                  <a:pt x="72" y="12"/>
                </a:cubicBezTo>
                <a:close/>
                <a:moveTo>
                  <a:pt x="84" y="6"/>
                </a:moveTo>
                <a:cubicBezTo>
                  <a:pt x="84" y="6"/>
                  <a:pt x="84" y="6"/>
                  <a:pt x="85" y="6"/>
                </a:cubicBezTo>
                <a:cubicBezTo>
                  <a:pt x="85" y="6"/>
                  <a:pt x="85" y="6"/>
                  <a:pt x="86" y="6"/>
                </a:cubicBezTo>
                <a:cubicBezTo>
                  <a:pt x="86" y="6"/>
                  <a:pt x="86" y="6"/>
                  <a:pt x="87" y="6"/>
                </a:cubicBezTo>
                <a:cubicBezTo>
                  <a:pt x="87" y="6"/>
                  <a:pt x="87" y="6"/>
                  <a:pt x="88" y="7"/>
                </a:cubicBezTo>
                <a:cubicBezTo>
                  <a:pt x="88" y="7"/>
                  <a:pt x="89" y="8"/>
                  <a:pt x="89" y="8"/>
                </a:cubicBezTo>
                <a:cubicBezTo>
                  <a:pt x="89" y="8"/>
                  <a:pt x="89" y="8"/>
                  <a:pt x="89" y="8"/>
                </a:cubicBezTo>
                <a:cubicBezTo>
                  <a:pt x="89" y="8"/>
                  <a:pt x="89" y="9"/>
                  <a:pt x="89" y="9"/>
                </a:cubicBezTo>
                <a:cubicBezTo>
                  <a:pt x="89" y="9"/>
                  <a:pt x="89" y="9"/>
                  <a:pt x="89" y="9"/>
                </a:cubicBezTo>
                <a:cubicBezTo>
                  <a:pt x="89" y="9"/>
                  <a:pt x="89" y="9"/>
                  <a:pt x="88" y="9"/>
                </a:cubicBezTo>
                <a:cubicBezTo>
                  <a:pt x="88" y="9"/>
                  <a:pt x="88" y="9"/>
                  <a:pt x="87" y="9"/>
                </a:cubicBezTo>
                <a:lnTo>
                  <a:pt x="86" y="9"/>
                </a:lnTo>
                <a:cubicBezTo>
                  <a:pt x="86" y="9"/>
                  <a:pt x="86" y="9"/>
                  <a:pt x="86" y="9"/>
                </a:cubicBezTo>
                <a:cubicBezTo>
                  <a:pt x="85" y="9"/>
                  <a:pt x="85" y="10"/>
                  <a:pt x="84" y="10"/>
                </a:cubicBezTo>
                <a:cubicBezTo>
                  <a:pt x="84" y="10"/>
                  <a:pt x="84" y="10"/>
                  <a:pt x="84" y="10"/>
                </a:cubicBezTo>
                <a:cubicBezTo>
                  <a:pt x="84" y="10"/>
                  <a:pt x="84" y="10"/>
                  <a:pt x="84" y="10"/>
                </a:cubicBezTo>
                <a:cubicBezTo>
                  <a:pt x="84" y="11"/>
                  <a:pt x="84" y="11"/>
                  <a:pt x="84" y="11"/>
                </a:cubicBezTo>
                <a:cubicBezTo>
                  <a:pt x="84" y="11"/>
                  <a:pt x="84" y="11"/>
                  <a:pt x="84" y="11"/>
                </a:cubicBezTo>
                <a:cubicBezTo>
                  <a:pt x="84" y="11"/>
                  <a:pt x="84" y="11"/>
                  <a:pt x="84" y="11"/>
                </a:cubicBezTo>
                <a:cubicBezTo>
                  <a:pt x="85" y="11"/>
                  <a:pt x="86" y="11"/>
                  <a:pt x="87" y="11"/>
                </a:cubicBezTo>
                <a:cubicBezTo>
                  <a:pt x="87" y="11"/>
                  <a:pt x="88" y="11"/>
                  <a:pt x="88" y="11"/>
                </a:cubicBezTo>
                <a:cubicBezTo>
                  <a:pt x="88" y="11"/>
                  <a:pt x="88" y="11"/>
                  <a:pt x="88" y="11"/>
                </a:cubicBezTo>
                <a:cubicBezTo>
                  <a:pt x="88" y="12"/>
                  <a:pt x="88" y="12"/>
                  <a:pt x="88" y="12"/>
                </a:cubicBezTo>
                <a:cubicBezTo>
                  <a:pt x="88" y="12"/>
                  <a:pt x="88" y="12"/>
                  <a:pt x="88" y="13"/>
                </a:cubicBezTo>
                <a:cubicBezTo>
                  <a:pt x="88" y="13"/>
                  <a:pt x="88" y="13"/>
                  <a:pt x="88" y="13"/>
                </a:cubicBezTo>
                <a:cubicBezTo>
                  <a:pt x="88" y="13"/>
                  <a:pt x="88" y="13"/>
                  <a:pt x="88" y="13"/>
                </a:cubicBezTo>
                <a:cubicBezTo>
                  <a:pt x="87" y="13"/>
                  <a:pt x="87" y="12"/>
                  <a:pt x="86" y="12"/>
                </a:cubicBezTo>
                <a:cubicBezTo>
                  <a:pt x="85" y="12"/>
                  <a:pt x="84" y="12"/>
                  <a:pt x="84" y="13"/>
                </a:cubicBezTo>
                <a:cubicBezTo>
                  <a:pt x="84" y="13"/>
                  <a:pt x="84" y="13"/>
                  <a:pt x="84" y="13"/>
                </a:cubicBezTo>
                <a:cubicBezTo>
                  <a:pt x="84" y="13"/>
                  <a:pt x="84" y="14"/>
                  <a:pt x="84" y="15"/>
                </a:cubicBezTo>
                <a:cubicBezTo>
                  <a:pt x="84" y="15"/>
                  <a:pt x="84" y="16"/>
                  <a:pt x="84" y="16"/>
                </a:cubicBezTo>
                <a:cubicBezTo>
                  <a:pt x="83" y="17"/>
                  <a:pt x="83" y="17"/>
                  <a:pt x="83" y="18"/>
                </a:cubicBezTo>
                <a:cubicBezTo>
                  <a:pt x="83" y="18"/>
                  <a:pt x="83" y="18"/>
                  <a:pt x="83" y="18"/>
                </a:cubicBezTo>
                <a:cubicBezTo>
                  <a:pt x="83" y="18"/>
                  <a:pt x="83" y="18"/>
                  <a:pt x="83" y="18"/>
                </a:cubicBezTo>
                <a:cubicBezTo>
                  <a:pt x="82" y="18"/>
                  <a:pt x="82" y="18"/>
                  <a:pt x="82" y="18"/>
                </a:cubicBezTo>
                <a:cubicBezTo>
                  <a:pt x="81" y="17"/>
                  <a:pt x="80" y="17"/>
                  <a:pt x="80" y="17"/>
                </a:cubicBezTo>
                <a:cubicBezTo>
                  <a:pt x="80" y="17"/>
                  <a:pt x="79" y="16"/>
                  <a:pt x="79" y="16"/>
                </a:cubicBezTo>
                <a:cubicBezTo>
                  <a:pt x="79" y="16"/>
                  <a:pt x="79" y="16"/>
                  <a:pt x="80" y="16"/>
                </a:cubicBezTo>
                <a:cubicBezTo>
                  <a:pt x="80" y="16"/>
                  <a:pt x="80" y="16"/>
                  <a:pt x="81" y="16"/>
                </a:cubicBezTo>
                <a:cubicBezTo>
                  <a:pt x="81" y="16"/>
                  <a:pt x="81" y="16"/>
                  <a:pt x="81" y="16"/>
                </a:cubicBezTo>
                <a:cubicBezTo>
                  <a:pt x="82" y="16"/>
                  <a:pt x="82" y="16"/>
                  <a:pt x="82" y="16"/>
                </a:cubicBezTo>
                <a:cubicBezTo>
                  <a:pt x="82" y="16"/>
                  <a:pt x="82" y="15"/>
                  <a:pt x="82" y="15"/>
                </a:cubicBezTo>
                <a:cubicBezTo>
                  <a:pt x="82" y="15"/>
                  <a:pt x="82" y="14"/>
                  <a:pt x="82" y="14"/>
                </a:cubicBezTo>
                <a:cubicBezTo>
                  <a:pt x="82" y="13"/>
                  <a:pt x="82" y="13"/>
                  <a:pt x="82" y="13"/>
                </a:cubicBezTo>
                <a:cubicBezTo>
                  <a:pt x="82" y="13"/>
                  <a:pt x="82" y="13"/>
                  <a:pt x="82" y="13"/>
                </a:cubicBezTo>
                <a:cubicBezTo>
                  <a:pt x="82" y="13"/>
                  <a:pt x="82" y="13"/>
                  <a:pt x="81" y="13"/>
                </a:cubicBezTo>
                <a:cubicBezTo>
                  <a:pt x="80" y="13"/>
                  <a:pt x="79" y="13"/>
                  <a:pt x="78" y="13"/>
                </a:cubicBezTo>
                <a:cubicBezTo>
                  <a:pt x="78" y="14"/>
                  <a:pt x="78" y="14"/>
                  <a:pt x="77" y="14"/>
                </a:cubicBezTo>
                <a:cubicBezTo>
                  <a:pt x="77" y="14"/>
                  <a:pt x="77" y="14"/>
                  <a:pt x="77" y="14"/>
                </a:cubicBezTo>
                <a:cubicBezTo>
                  <a:pt x="77" y="14"/>
                  <a:pt x="77" y="14"/>
                  <a:pt x="77" y="14"/>
                </a:cubicBezTo>
                <a:cubicBezTo>
                  <a:pt x="77" y="13"/>
                  <a:pt x="77" y="13"/>
                  <a:pt x="77" y="13"/>
                </a:cubicBezTo>
                <a:cubicBezTo>
                  <a:pt x="77" y="13"/>
                  <a:pt x="77" y="13"/>
                  <a:pt x="77" y="13"/>
                </a:cubicBezTo>
                <a:cubicBezTo>
                  <a:pt x="77" y="13"/>
                  <a:pt x="77" y="13"/>
                  <a:pt x="77" y="13"/>
                </a:cubicBezTo>
                <a:cubicBezTo>
                  <a:pt x="78" y="13"/>
                  <a:pt x="78" y="13"/>
                  <a:pt x="79" y="12"/>
                </a:cubicBezTo>
                <a:cubicBezTo>
                  <a:pt x="80" y="12"/>
                  <a:pt x="81" y="12"/>
                  <a:pt x="82" y="12"/>
                </a:cubicBezTo>
                <a:cubicBezTo>
                  <a:pt x="82" y="11"/>
                  <a:pt x="82" y="11"/>
                  <a:pt x="82" y="11"/>
                </a:cubicBezTo>
                <a:cubicBezTo>
                  <a:pt x="82" y="11"/>
                  <a:pt x="82" y="11"/>
                  <a:pt x="82" y="11"/>
                </a:cubicBezTo>
                <a:cubicBezTo>
                  <a:pt x="82" y="11"/>
                  <a:pt x="82" y="10"/>
                  <a:pt x="82" y="10"/>
                </a:cubicBezTo>
                <a:cubicBezTo>
                  <a:pt x="82" y="10"/>
                  <a:pt x="82" y="10"/>
                  <a:pt x="83" y="10"/>
                </a:cubicBezTo>
                <a:cubicBezTo>
                  <a:pt x="83" y="10"/>
                  <a:pt x="83" y="10"/>
                  <a:pt x="83" y="10"/>
                </a:cubicBezTo>
                <a:cubicBezTo>
                  <a:pt x="83" y="10"/>
                  <a:pt x="83" y="10"/>
                  <a:pt x="83" y="10"/>
                </a:cubicBezTo>
                <a:cubicBezTo>
                  <a:pt x="84" y="10"/>
                  <a:pt x="84" y="9"/>
                  <a:pt x="84" y="9"/>
                </a:cubicBezTo>
                <a:cubicBezTo>
                  <a:pt x="84" y="9"/>
                  <a:pt x="84" y="9"/>
                  <a:pt x="84" y="9"/>
                </a:cubicBezTo>
                <a:cubicBezTo>
                  <a:pt x="84" y="9"/>
                  <a:pt x="84" y="9"/>
                  <a:pt x="83" y="9"/>
                </a:cubicBezTo>
                <a:cubicBezTo>
                  <a:pt x="83" y="9"/>
                  <a:pt x="83" y="9"/>
                  <a:pt x="82" y="9"/>
                </a:cubicBezTo>
                <a:cubicBezTo>
                  <a:pt x="82" y="9"/>
                  <a:pt x="82" y="9"/>
                  <a:pt x="82" y="9"/>
                </a:cubicBezTo>
                <a:cubicBezTo>
                  <a:pt x="82" y="9"/>
                  <a:pt x="82" y="10"/>
                  <a:pt x="81" y="10"/>
                </a:cubicBezTo>
                <a:cubicBezTo>
                  <a:pt x="81" y="10"/>
                  <a:pt x="81" y="10"/>
                  <a:pt x="81" y="10"/>
                </a:cubicBezTo>
                <a:cubicBezTo>
                  <a:pt x="80" y="10"/>
                  <a:pt x="80" y="10"/>
                  <a:pt x="80" y="10"/>
                </a:cubicBezTo>
                <a:cubicBezTo>
                  <a:pt x="80" y="10"/>
                  <a:pt x="80" y="11"/>
                  <a:pt x="80" y="11"/>
                </a:cubicBezTo>
                <a:cubicBezTo>
                  <a:pt x="80" y="11"/>
                  <a:pt x="79" y="10"/>
                  <a:pt x="79" y="10"/>
                </a:cubicBezTo>
                <a:cubicBezTo>
                  <a:pt x="79" y="10"/>
                  <a:pt x="79" y="10"/>
                  <a:pt x="79" y="9"/>
                </a:cubicBezTo>
                <a:cubicBezTo>
                  <a:pt x="79" y="9"/>
                  <a:pt x="79" y="9"/>
                  <a:pt x="79" y="9"/>
                </a:cubicBezTo>
                <a:cubicBezTo>
                  <a:pt x="80" y="9"/>
                  <a:pt x="81" y="9"/>
                  <a:pt x="81" y="9"/>
                </a:cubicBezTo>
                <a:cubicBezTo>
                  <a:pt x="82" y="8"/>
                  <a:pt x="83" y="8"/>
                  <a:pt x="84" y="8"/>
                </a:cubicBezTo>
                <a:cubicBezTo>
                  <a:pt x="84" y="8"/>
                  <a:pt x="84" y="8"/>
                  <a:pt x="85" y="8"/>
                </a:cubicBezTo>
                <a:cubicBezTo>
                  <a:pt x="85" y="8"/>
                  <a:pt x="85" y="8"/>
                  <a:pt x="85" y="9"/>
                </a:cubicBezTo>
                <a:cubicBezTo>
                  <a:pt x="86" y="9"/>
                  <a:pt x="86" y="9"/>
                  <a:pt x="86" y="9"/>
                </a:cubicBezTo>
                <a:cubicBezTo>
                  <a:pt x="86" y="9"/>
                  <a:pt x="86" y="9"/>
                  <a:pt x="87" y="8"/>
                </a:cubicBezTo>
                <a:cubicBezTo>
                  <a:pt x="87" y="8"/>
                  <a:pt x="87" y="8"/>
                  <a:pt x="87" y="7"/>
                </a:cubicBezTo>
                <a:cubicBezTo>
                  <a:pt x="87" y="7"/>
                  <a:pt x="87" y="7"/>
                  <a:pt x="87" y="7"/>
                </a:cubicBezTo>
                <a:cubicBezTo>
                  <a:pt x="86" y="6"/>
                  <a:pt x="86" y="6"/>
                  <a:pt x="86" y="6"/>
                </a:cubicBezTo>
                <a:cubicBezTo>
                  <a:pt x="86" y="6"/>
                  <a:pt x="85" y="6"/>
                  <a:pt x="84" y="7"/>
                </a:cubicBezTo>
                <a:cubicBezTo>
                  <a:pt x="84" y="7"/>
                  <a:pt x="83" y="7"/>
                  <a:pt x="83" y="7"/>
                </a:cubicBezTo>
                <a:cubicBezTo>
                  <a:pt x="83" y="7"/>
                  <a:pt x="82" y="7"/>
                  <a:pt x="82" y="7"/>
                </a:cubicBezTo>
                <a:cubicBezTo>
                  <a:pt x="81" y="7"/>
                  <a:pt x="81" y="7"/>
                  <a:pt x="80" y="8"/>
                </a:cubicBezTo>
                <a:cubicBezTo>
                  <a:pt x="80" y="8"/>
                  <a:pt x="80" y="8"/>
                  <a:pt x="79" y="8"/>
                </a:cubicBezTo>
                <a:cubicBezTo>
                  <a:pt x="79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9" y="7"/>
                </a:cubicBezTo>
                <a:cubicBezTo>
                  <a:pt x="80" y="7"/>
                  <a:pt x="81" y="6"/>
                  <a:pt x="82" y="6"/>
                </a:cubicBezTo>
                <a:cubicBezTo>
                  <a:pt x="82" y="6"/>
                  <a:pt x="83" y="6"/>
                  <a:pt x="83" y="5"/>
                </a:cubicBezTo>
                <a:cubicBezTo>
                  <a:pt x="84" y="4"/>
                  <a:pt x="84" y="3"/>
                  <a:pt x="85" y="2"/>
                </a:cubicBezTo>
                <a:cubicBezTo>
                  <a:pt x="85" y="2"/>
                  <a:pt x="85" y="2"/>
                  <a:pt x="85" y="2"/>
                </a:cubicBezTo>
                <a:cubicBezTo>
                  <a:pt x="86" y="2"/>
                  <a:pt x="86" y="2"/>
                  <a:pt x="86" y="2"/>
                </a:cubicBezTo>
                <a:cubicBezTo>
                  <a:pt x="86" y="3"/>
                  <a:pt x="87" y="3"/>
                  <a:pt x="87" y="3"/>
                </a:cubicBezTo>
                <a:cubicBezTo>
                  <a:pt x="87" y="3"/>
                  <a:pt x="87" y="3"/>
                  <a:pt x="86" y="3"/>
                </a:cubicBezTo>
                <a:cubicBezTo>
                  <a:pt x="86" y="3"/>
                  <a:pt x="86" y="4"/>
                  <a:pt x="86" y="4"/>
                </a:cubicBezTo>
                <a:cubicBezTo>
                  <a:pt x="86" y="4"/>
                  <a:pt x="85" y="4"/>
                  <a:pt x="85" y="5"/>
                </a:cubicBezTo>
                <a:cubicBezTo>
                  <a:pt x="85" y="5"/>
                  <a:pt x="84" y="5"/>
                  <a:pt x="84" y="5"/>
                </a:cubicBezTo>
                <a:cubicBezTo>
                  <a:pt x="84" y="5"/>
                  <a:pt x="84" y="5"/>
                  <a:pt x="84" y="6"/>
                </a:cubicBezTo>
                <a:close/>
                <a:moveTo>
                  <a:pt x="83" y="2"/>
                </a:moveTo>
                <a:cubicBezTo>
                  <a:pt x="83" y="2"/>
                  <a:pt x="83" y="2"/>
                  <a:pt x="83" y="3"/>
                </a:cubicBezTo>
                <a:cubicBezTo>
                  <a:pt x="83" y="3"/>
                  <a:pt x="83" y="3"/>
                  <a:pt x="83" y="3"/>
                </a:cubicBezTo>
                <a:cubicBezTo>
                  <a:pt x="82" y="3"/>
                  <a:pt x="82" y="4"/>
                  <a:pt x="82" y="4"/>
                </a:cubicBezTo>
                <a:cubicBezTo>
                  <a:pt x="82" y="4"/>
                  <a:pt x="82" y="4"/>
                  <a:pt x="82" y="4"/>
                </a:cubicBezTo>
                <a:cubicBezTo>
                  <a:pt x="82" y="4"/>
                  <a:pt x="81" y="4"/>
                  <a:pt x="81" y="4"/>
                </a:cubicBezTo>
                <a:cubicBezTo>
                  <a:pt x="81" y="4"/>
                  <a:pt x="81" y="3"/>
                  <a:pt x="81" y="3"/>
                </a:cubicBezTo>
                <a:cubicBezTo>
                  <a:pt x="81" y="3"/>
                  <a:pt x="81" y="3"/>
                  <a:pt x="81" y="3"/>
                </a:cubicBezTo>
                <a:cubicBezTo>
                  <a:pt x="81" y="3"/>
                  <a:pt x="81" y="3"/>
                  <a:pt x="82" y="3"/>
                </a:cubicBezTo>
                <a:cubicBezTo>
                  <a:pt x="82" y="3"/>
                  <a:pt x="82" y="3"/>
                  <a:pt x="82" y="3"/>
                </a:cubicBezTo>
                <a:cubicBezTo>
                  <a:pt x="82" y="3"/>
                  <a:pt x="82" y="3"/>
                  <a:pt x="82" y="3"/>
                </a:cubicBezTo>
                <a:cubicBezTo>
                  <a:pt x="82" y="3"/>
                  <a:pt x="82" y="3"/>
                  <a:pt x="83" y="3"/>
                </a:cubicBezTo>
                <a:cubicBezTo>
                  <a:pt x="83" y="2"/>
                  <a:pt x="83" y="2"/>
                  <a:pt x="83" y="2"/>
                </a:cubicBezTo>
                <a:close/>
                <a:moveTo>
                  <a:pt x="80" y="5"/>
                </a:moveTo>
                <a:cubicBezTo>
                  <a:pt x="80" y="6"/>
                  <a:pt x="80" y="6"/>
                  <a:pt x="80" y="6"/>
                </a:cubicBezTo>
                <a:cubicBezTo>
                  <a:pt x="80" y="6"/>
                  <a:pt x="80" y="6"/>
                  <a:pt x="80" y="6"/>
                </a:cubicBezTo>
                <a:cubicBezTo>
                  <a:pt x="79" y="6"/>
                  <a:pt x="79" y="6"/>
                  <a:pt x="79" y="6"/>
                </a:cubicBezTo>
                <a:cubicBezTo>
                  <a:pt x="79" y="6"/>
                  <a:pt x="78" y="6"/>
                  <a:pt x="78" y="6"/>
                </a:cubicBezTo>
                <a:cubicBezTo>
                  <a:pt x="78" y="6"/>
                  <a:pt x="78" y="5"/>
                  <a:pt x="78" y="5"/>
                </a:cubicBezTo>
                <a:cubicBezTo>
                  <a:pt x="78" y="5"/>
                  <a:pt x="78" y="5"/>
                  <a:pt x="78" y="4"/>
                </a:cubicBezTo>
                <a:cubicBezTo>
                  <a:pt x="78" y="4"/>
                  <a:pt x="78" y="4"/>
                  <a:pt x="78" y="4"/>
                </a:cubicBezTo>
                <a:cubicBezTo>
                  <a:pt x="78" y="4"/>
                  <a:pt x="78" y="4"/>
                  <a:pt x="79" y="4"/>
                </a:cubicBezTo>
                <a:cubicBezTo>
                  <a:pt x="79" y="4"/>
                  <a:pt x="79" y="4"/>
                  <a:pt x="79" y="4"/>
                </a:cubicBezTo>
                <a:cubicBezTo>
                  <a:pt x="79" y="4"/>
                  <a:pt x="79" y="4"/>
                  <a:pt x="80" y="4"/>
                </a:cubicBezTo>
                <a:cubicBezTo>
                  <a:pt x="80" y="5"/>
                  <a:pt x="80" y="5"/>
                  <a:pt x="80" y="5"/>
                </a:cubicBezTo>
                <a:close/>
                <a:moveTo>
                  <a:pt x="77" y="9"/>
                </a:moveTo>
                <a:cubicBezTo>
                  <a:pt x="77" y="10"/>
                  <a:pt x="77" y="10"/>
                  <a:pt x="77" y="10"/>
                </a:cubicBezTo>
                <a:cubicBezTo>
                  <a:pt x="77" y="10"/>
                  <a:pt x="77" y="10"/>
                  <a:pt x="77" y="10"/>
                </a:cubicBezTo>
                <a:cubicBezTo>
                  <a:pt x="77" y="10"/>
                  <a:pt x="77" y="11"/>
                  <a:pt x="77" y="11"/>
                </a:cubicBezTo>
                <a:cubicBezTo>
                  <a:pt x="76" y="11"/>
                  <a:pt x="76" y="10"/>
                  <a:pt x="76" y="10"/>
                </a:cubicBezTo>
                <a:cubicBezTo>
                  <a:pt x="75" y="10"/>
                  <a:pt x="75" y="10"/>
                  <a:pt x="75" y="10"/>
                </a:cubicBezTo>
                <a:cubicBezTo>
                  <a:pt x="75" y="10"/>
                  <a:pt x="75" y="9"/>
                  <a:pt x="75" y="9"/>
                </a:cubicBezTo>
                <a:cubicBezTo>
                  <a:pt x="75" y="9"/>
                  <a:pt x="76" y="9"/>
                  <a:pt x="76" y="9"/>
                </a:cubicBezTo>
                <a:cubicBezTo>
                  <a:pt x="76" y="8"/>
                  <a:pt x="77" y="8"/>
                  <a:pt x="77" y="8"/>
                </a:cubicBezTo>
                <a:cubicBezTo>
                  <a:pt x="77" y="8"/>
                  <a:pt x="77" y="8"/>
                  <a:pt x="77" y="8"/>
                </a:cubicBezTo>
                <a:cubicBezTo>
                  <a:pt x="77" y="9"/>
                  <a:pt x="77" y="9"/>
                  <a:pt x="77" y="9"/>
                </a:cubicBezTo>
                <a:cubicBezTo>
                  <a:pt x="77" y="9"/>
                  <a:pt x="77" y="9"/>
                  <a:pt x="77" y="9"/>
                </a:cubicBezTo>
                <a:close/>
                <a:moveTo>
                  <a:pt x="118" y="15"/>
                </a:moveTo>
                <a:cubicBezTo>
                  <a:pt x="118" y="15"/>
                  <a:pt x="118" y="15"/>
                  <a:pt x="117" y="15"/>
                </a:cubicBezTo>
                <a:cubicBezTo>
                  <a:pt x="117" y="15"/>
                  <a:pt x="117" y="15"/>
                  <a:pt x="116" y="15"/>
                </a:cubicBezTo>
                <a:cubicBezTo>
                  <a:pt x="115" y="15"/>
                  <a:pt x="114" y="15"/>
                  <a:pt x="114" y="15"/>
                </a:cubicBezTo>
                <a:cubicBezTo>
                  <a:pt x="113" y="15"/>
                  <a:pt x="113" y="15"/>
                  <a:pt x="113" y="14"/>
                </a:cubicBezTo>
                <a:cubicBezTo>
                  <a:pt x="113" y="14"/>
                  <a:pt x="113" y="14"/>
                  <a:pt x="113" y="14"/>
                </a:cubicBezTo>
                <a:cubicBezTo>
                  <a:pt x="113" y="13"/>
                  <a:pt x="112" y="13"/>
                  <a:pt x="112" y="13"/>
                </a:cubicBezTo>
                <a:cubicBezTo>
                  <a:pt x="111" y="12"/>
                  <a:pt x="111" y="12"/>
                  <a:pt x="110" y="12"/>
                </a:cubicBezTo>
                <a:cubicBezTo>
                  <a:pt x="110" y="12"/>
                  <a:pt x="110" y="11"/>
                  <a:pt x="110" y="11"/>
                </a:cubicBezTo>
                <a:cubicBezTo>
                  <a:pt x="110" y="11"/>
                  <a:pt x="110" y="12"/>
                  <a:pt x="110" y="12"/>
                </a:cubicBezTo>
                <a:cubicBezTo>
                  <a:pt x="110" y="12"/>
                  <a:pt x="110" y="12"/>
                  <a:pt x="110" y="13"/>
                </a:cubicBezTo>
                <a:cubicBezTo>
                  <a:pt x="110" y="14"/>
                  <a:pt x="110" y="14"/>
                  <a:pt x="110" y="15"/>
                </a:cubicBezTo>
                <a:cubicBezTo>
                  <a:pt x="110" y="16"/>
                  <a:pt x="110" y="16"/>
                  <a:pt x="110" y="17"/>
                </a:cubicBezTo>
                <a:cubicBezTo>
                  <a:pt x="110" y="17"/>
                  <a:pt x="110" y="17"/>
                  <a:pt x="110" y="17"/>
                </a:cubicBezTo>
                <a:cubicBezTo>
                  <a:pt x="110" y="17"/>
                  <a:pt x="110" y="17"/>
                  <a:pt x="110" y="17"/>
                </a:cubicBezTo>
                <a:cubicBezTo>
                  <a:pt x="109" y="17"/>
                  <a:pt x="109" y="17"/>
                  <a:pt x="109" y="17"/>
                </a:cubicBezTo>
                <a:cubicBezTo>
                  <a:pt x="109" y="17"/>
                  <a:pt x="108" y="17"/>
                  <a:pt x="108" y="17"/>
                </a:cubicBezTo>
                <a:cubicBezTo>
                  <a:pt x="107" y="16"/>
                  <a:pt x="107" y="16"/>
                  <a:pt x="106" y="16"/>
                </a:cubicBezTo>
                <a:cubicBezTo>
                  <a:pt x="106" y="15"/>
                  <a:pt x="105" y="15"/>
                  <a:pt x="105" y="15"/>
                </a:cubicBezTo>
                <a:cubicBezTo>
                  <a:pt x="105" y="15"/>
                  <a:pt x="105" y="15"/>
                  <a:pt x="105" y="15"/>
                </a:cubicBezTo>
                <a:cubicBezTo>
                  <a:pt x="105" y="15"/>
                  <a:pt x="105" y="15"/>
                  <a:pt x="106" y="15"/>
                </a:cubicBezTo>
                <a:cubicBezTo>
                  <a:pt x="106" y="15"/>
                  <a:pt x="107" y="15"/>
                  <a:pt x="107" y="15"/>
                </a:cubicBezTo>
                <a:cubicBezTo>
                  <a:pt x="108" y="15"/>
                  <a:pt x="108" y="15"/>
                  <a:pt x="108" y="15"/>
                </a:cubicBezTo>
                <a:cubicBezTo>
                  <a:pt x="108" y="15"/>
                  <a:pt x="108" y="15"/>
                  <a:pt x="108" y="15"/>
                </a:cubicBezTo>
                <a:cubicBezTo>
                  <a:pt x="108" y="14"/>
                  <a:pt x="108" y="14"/>
                  <a:pt x="108" y="13"/>
                </a:cubicBezTo>
                <a:cubicBezTo>
                  <a:pt x="108" y="12"/>
                  <a:pt x="108" y="12"/>
                  <a:pt x="108" y="11"/>
                </a:cubicBezTo>
                <a:cubicBezTo>
                  <a:pt x="108" y="10"/>
                  <a:pt x="108" y="9"/>
                  <a:pt x="108" y="8"/>
                </a:cubicBezTo>
                <a:cubicBezTo>
                  <a:pt x="108" y="8"/>
                  <a:pt x="108" y="8"/>
                  <a:pt x="108" y="8"/>
                </a:cubicBezTo>
                <a:cubicBezTo>
                  <a:pt x="108" y="8"/>
                  <a:pt x="108" y="8"/>
                  <a:pt x="108" y="8"/>
                </a:cubicBezTo>
                <a:cubicBezTo>
                  <a:pt x="108" y="8"/>
                  <a:pt x="107" y="8"/>
                  <a:pt x="106" y="8"/>
                </a:cubicBezTo>
                <a:cubicBezTo>
                  <a:pt x="106" y="8"/>
                  <a:pt x="105" y="8"/>
                  <a:pt x="105" y="8"/>
                </a:cubicBezTo>
                <a:cubicBezTo>
                  <a:pt x="105" y="8"/>
                  <a:pt x="105" y="8"/>
                  <a:pt x="105" y="8"/>
                </a:cubicBezTo>
                <a:cubicBezTo>
                  <a:pt x="104" y="8"/>
                  <a:pt x="104" y="8"/>
                  <a:pt x="104" y="8"/>
                </a:cubicBezTo>
                <a:cubicBezTo>
                  <a:pt x="104" y="8"/>
                  <a:pt x="104" y="8"/>
                  <a:pt x="104" y="7"/>
                </a:cubicBezTo>
                <a:cubicBezTo>
                  <a:pt x="104" y="7"/>
                  <a:pt x="104" y="7"/>
                  <a:pt x="104" y="7"/>
                </a:cubicBezTo>
                <a:cubicBezTo>
                  <a:pt x="104" y="7"/>
                  <a:pt x="104" y="7"/>
                  <a:pt x="104" y="7"/>
                </a:cubicBezTo>
                <a:cubicBezTo>
                  <a:pt x="104" y="7"/>
                  <a:pt x="105" y="6"/>
                  <a:pt x="105" y="6"/>
                </a:cubicBezTo>
                <a:cubicBezTo>
                  <a:pt x="106" y="6"/>
                  <a:pt x="107" y="6"/>
                  <a:pt x="107" y="6"/>
                </a:cubicBezTo>
                <a:cubicBezTo>
                  <a:pt x="107" y="6"/>
                  <a:pt x="108" y="6"/>
                  <a:pt x="108" y="6"/>
                </a:cubicBezTo>
                <a:cubicBezTo>
                  <a:pt x="108" y="6"/>
                  <a:pt x="108" y="6"/>
                  <a:pt x="108" y="6"/>
                </a:cubicBezTo>
                <a:lnTo>
                  <a:pt x="108" y="5"/>
                </a:lnTo>
                <a:cubicBezTo>
                  <a:pt x="108" y="4"/>
                  <a:pt x="108" y="4"/>
                  <a:pt x="108" y="3"/>
                </a:cubicBezTo>
                <a:cubicBezTo>
                  <a:pt x="108" y="3"/>
                  <a:pt x="108" y="3"/>
                  <a:pt x="109" y="2"/>
                </a:cubicBezTo>
                <a:cubicBezTo>
                  <a:pt x="109" y="2"/>
                  <a:pt x="109" y="1"/>
                  <a:pt x="109" y="1"/>
                </a:cubicBezTo>
                <a:cubicBezTo>
                  <a:pt x="109" y="1"/>
                  <a:pt x="109" y="1"/>
                  <a:pt x="109" y="1"/>
                </a:cubicBezTo>
                <a:cubicBezTo>
                  <a:pt x="109" y="1"/>
                  <a:pt x="109" y="1"/>
                  <a:pt x="110" y="1"/>
                </a:cubicBezTo>
                <a:cubicBezTo>
                  <a:pt x="110" y="1"/>
                  <a:pt x="110" y="1"/>
                  <a:pt x="110" y="1"/>
                </a:cubicBezTo>
                <a:cubicBezTo>
                  <a:pt x="110" y="2"/>
                  <a:pt x="110" y="2"/>
                  <a:pt x="110" y="2"/>
                </a:cubicBezTo>
                <a:cubicBezTo>
                  <a:pt x="110" y="2"/>
                  <a:pt x="110" y="3"/>
                  <a:pt x="110" y="3"/>
                </a:cubicBezTo>
                <a:lnTo>
                  <a:pt x="110" y="4"/>
                </a:lnTo>
                <a:lnTo>
                  <a:pt x="110" y="5"/>
                </a:lnTo>
                <a:cubicBezTo>
                  <a:pt x="110" y="5"/>
                  <a:pt x="110" y="5"/>
                  <a:pt x="110" y="5"/>
                </a:cubicBezTo>
                <a:cubicBezTo>
                  <a:pt x="110" y="5"/>
                  <a:pt x="110" y="5"/>
                  <a:pt x="110" y="5"/>
                </a:cubicBezTo>
                <a:cubicBezTo>
                  <a:pt x="111" y="5"/>
                  <a:pt x="111" y="5"/>
                  <a:pt x="111" y="5"/>
                </a:cubicBezTo>
                <a:cubicBezTo>
                  <a:pt x="111" y="5"/>
                  <a:pt x="112" y="5"/>
                  <a:pt x="112" y="5"/>
                </a:cubicBezTo>
                <a:cubicBezTo>
                  <a:pt x="112" y="6"/>
                  <a:pt x="112" y="6"/>
                  <a:pt x="112" y="6"/>
                </a:cubicBezTo>
                <a:cubicBezTo>
                  <a:pt x="112" y="6"/>
                  <a:pt x="112" y="6"/>
                  <a:pt x="112" y="6"/>
                </a:cubicBezTo>
                <a:cubicBezTo>
                  <a:pt x="112" y="7"/>
                  <a:pt x="112" y="7"/>
                  <a:pt x="112" y="7"/>
                </a:cubicBezTo>
                <a:cubicBezTo>
                  <a:pt x="112" y="7"/>
                  <a:pt x="111" y="7"/>
                  <a:pt x="111" y="7"/>
                </a:cubicBezTo>
                <a:cubicBezTo>
                  <a:pt x="111" y="7"/>
                  <a:pt x="110" y="7"/>
                  <a:pt x="110" y="7"/>
                </a:cubicBezTo>
                <a:cubicBezTo>
                  <a:pt x="110" y="7"/>
                  <a:pt x="110" y="7"/>
                  <a:pt x="110" y="7"/>
                </a:cubicBezTo>
                <a:cubicBezTo>
                  <a:pt x="109" y="7"/>
                  <a:pt x="109" y="8"/>
                  <a:pt x="109" y="8"/>
                </a:cubicBezTo>
                <a:cubicBezTo>
                  <a:pt x="109" y="8"/>
                  <a:pt x="109" y="8"/>
                  <a:pt x="109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1" y="9"/>
                  <a:pt x="111" y="9"/>
                </a:cubicBezTo>
                <a:cubicBezTo>
                  <a:pt x="112" y="8"/>
                  <a:pt x="112" y="8"/>
                  <a:pt x="113" y="7"/>
                </a:cubicBezTo>
                <a:cubicBezTo>
                  <a:pt x="113" y="7"/>
                  <a:pt x="113" y="7"/>
                  <a:pt x="113" y="7"/>
                </a:cubicBezTo>
                <a:cubicBezTo>
                  <a:pt x="113" y="7"/>
                  <a:pt x="113" y="7"/>
                  <a:pt x="114" y="8"/>
                </a:cubicBezTo>
                <a:cubicBezTo>
                  <a:pt x="114" y="8"/>
                  <a:pt x="114" y="8"/>
                  <a:pt x="114" y="8"/>
                </a:cubicBezTo>
                <a:cubicBezTo>
                  <a:pt x="114" y="8"/>
                  <a:pt x="114" y="8"/>
                  <a:pt x="113" y="8"/>
                </a:cubicBezTo>
                <a:cubicBezTo>
                  <a:pt x="113" y="8"/>
                  <a:pt x="113" y="9"/>
                  <a:pt x="113" y="9"/>
                </a:cubicBezTo>
                <a:cubicBezTo>
                  <a:pt x="112" y="9"/>
                  <a:pt x="112" y="9"/>
                  <a:pt x="111" y="10"/>
                </a:cubicBezTo>
                <a:cubicBezTo>
                  <a:pt x="111" y="10"/>
                  <a:pt x="111" y="10"/>
                  <a:pt x="111" y="10"/>
                </a:cubicBezTo>
                <a:cubicBezTo>
                  <a:pt x="111" y="10"/>
                  <a:pt x="111" y="10"/>
                  <a:pt x="111" y="10"/>
                </a:cubicBezTo>
                <a:cubicBezTo>
                  <a:pt x="111" y="11"/>
                  <a:pt x="111" y="11"/>
                  <a:pt x="112" y="11"/>
                </a:cubicBezTo>
                <a:cubicBezTo>
                  <a:pt x="112" y="12"/>
                  <a:pt x="113" y="12"/>
                  <a:pt x="113" y="12"/>
                </a:cubicBezTo>
                <a:cubicBezTo>
                  <a:pt x="114" y="13"/>
                  <a:pt x="114" y="13"/>
                  <a:pt x="115" y="13"/>
                </a:cubicBezTo>
                <a:cubicBezTo>
                  <a:pt x="117" y="14"/>
                  <a:pt x="118" y="14"/>
                  <a:pt x="118" y="15"/>
                </a:cubicBezTo>
                <a:close/>
                <a:moveTo>
                  <a:pt x="113" y="3"/>
                </a:moveTo>
                <a:cubicBezTo>
                  <a:pt x="113" y="3"/>
                  <a:pt x="113" y="3"/>
                  <a:pt x="113" y="3"/>
                </a:cubicBezTo>
                <a:cubicBezTo>
                  <a:pt x="113" y="3"/>
                  <a:pt x="113" y="3"/>
                  <a:pt x="114" y="3"/>
                </a:cubicBezTo>
                <a:cubicBezTo>
                  <a:pt x="114" y="4"/>
                  <a:pt x="114" y="4"/>
                  <a:pt x="114" y="4"/>
                </a:cubicBezTo>
                <a:cubicBezTo>
                  <a:pt x="115" y="4"/>
                  <a:pt x="115" y="5"/>
                  <a:pt x="115" y="5"/>
                </a:cubicBezTo>
                <a:cubicBezTo>
                  <a:pt x="115" y="5"/>
                  <a:pt x="115" y="5"/>
                  <a:pt x="114" y="5"/>
                </a:cubicBezTo>
                <a:cubicBezTo>
                  <a:pt x="114" y="5"/>
                  <a:pt x="114" y="5"/>
                  <a:pt x="113" y="5"/>
                </a:cubicBezTo>
                <a:cubicBezTo>
                  <a:pt x="113" y="5"/>
                  <a:pt x="113" y="5"/>
                  <a:pt x="113" y="5"/>
                </a:cubicBezTo>
                <a:cubicBezTo>
                  <a:pt x="112" y="5"/>
                  <a:pt x="112" y="5"/>
                  <a:pt x="112" y="4"/>
                </a:cubicBezTo>
                <a:cubicBezTo>
                  <a:pt x="112" y="4"/>
                  <a:pt x="112" y="4"/>
                  <a:pt x="112" y="4"/>
                </a:cubicBezTo>
                <a:cubicBezTo>
                  <a:pt x="112" y="4"/>
                  <a:pt x="112" y="3"/>
                  <a:pt x="112" y="3"/>
                </a:cubicBezTo>
                <a:cubicBezTo>
                  <a:pt x="112" y="3"/>
                  <a:pt x="113" y="3"/>
                  <a:pt x="113" y="3"/>
                </a:cubicBezTo>
                <a:close/>
                <a:moveTo>
                  <a:pt x="105" y="9"/>
                </a:moveTo>
                <a:cubicBezTo>
                  <a:pt x="105" y="9"/>
                  <a:pt x="105" y="9"/>
                  <a:pt x="105" y="9"/>
                </a:cubicBezTo>
                <a:cubicBezTo>
                  <a:pt x="105" y="9"/>
                  <a:pt x="105" y="9"/>
                  <a:pt x="106" y="9"/>
                </a:cubicBezTo>
                <a:cubicBezTo>
                  <a:pt x="106" y="10"/>
                  <a:pt x="107" y="10"/>
                  <a:pt x="107" y="10"/>
                </a:cubicBezTo>
                <a:cubicBezTo>
                  <a:pt x="107" y="11"/>
                  <a:pt x="106" y="11"/>
                  <a:pt x="106" y="11"/>
                </a:cubicBezTo>
                <a:cubicBezTo>
                  <a:pt x="105" y="11"/>
                  <a:pt x="105" y="11"/>
                  <a:pt x="105" y="11"/>
                </a:cubicBezTo>
                <a:cubicBezTo>
                  <a:pt x="105" y="11"/>
                  <a:pt x="104" y="11"/>
                  <a:pt x="104" y="10"/>
                </a:cubicBezTo>
                <a:cubicBezTo>
                  <a:pt x="104" y="10"/>
                  <a:pt x="104" y="10"/>
                  <a:pt x="104" y="10"/>
                </a:cubicBezTo>
                <a:cubicBezTo>
                  <a:pt x="104" y="9"/>
                  <a:pt x="104" y="9"/>
                  <a:pt x="104" y="9"/>
                </a:cubicBezTo>
                <a:cubicBezTo>
                  <a:pt x="104" y="9"/>
                  <a:pt x="105" y="9"/>
                  <a:pt x="105" y="9"/>
                </a:cubicBezTo>
                <a:close/>
                <a:moveTo>
                  <a:pt x="108" y="11"/>
                </a:moveTo>
                <a:cubicBezTo>
                  <a:pt x="108" y="11"/>
                  <a:pt x="107" y="11"/>
                  <a:pt x="107" y="11"/>
                </a:cubicBezTo>
                <a:cubicBezTo>
                  <a:pt x="107" y="12"/>
                  <a:pt x="107" y="12"/>
                  <a:pt x="107" y="12"/>
                </a:cubicBezTo>
                <a:cubicBezTo>
                  <a:pt x="106" y="12"/>
                  <a:pt x="106" y="12"/>
                  <a:pt x="106" y="13"/>
                </a:cubicBezTo>
                <a:cubicBezTo>
                  <a:pt x="106" y="13"/>
                  <a:pt x="105" y="14"/>
                  <a:pt x="104" y="14"/>
                </a:cubicBezTo>
                <a:cubicBezTo>
                  <a:pt x="104" y="14"/>
                  <a:pt x="104" y="14"/>
                  <a:pt x="104" y="15"/>
                </a:cubicBezTo>
                <a:cubicBezTo>
                  <a:pt x="104" y="15"/>
                  <a:pt x="104" y="15"/>
                  <a:pt x="104" y="15"/>
                </a:cubicBezTo>
                <a:cubicBezTo>
                  <a:pt x="103" y="15"/>
                  <a:pt x="103" y="15"/>
                  <a:pt x="103" y="15"/>
                </a:cubicBezTo>
                <a:cubicBezTo>
                  <a:pt x="103" y="15"/>
                  <a:pt x="103" y="15"/>
                  <a:pt x="103" y="15"/>
                </a:cubicBezTo>
                <a:cubicBezTo>
                  <a:pt x="102" y="14"/>
                  <a:pt x="102" y="14"/>
                  <a:pt x="102" y="14"/>
                </a:cubicBezTo>
                <a:cubicBezTo>
                  <a:pt x="102" y="14"/>
                  <a:pt x="102" y="14"/>
                  <a:pt x="103" y="14"/>
                </a:cubicBezTo>
                <a:cubicBezTo>
                  <a:pt x="103" y="13"/>
                  <a:pt x="104" y="13"/>
                  <a:pt x="104" y="13"/>
                </a:cubicBezTo>
                <a:cubicBezTo>
                  <a:pt x="105" y="12"/>
                  <a:pt x="106" y="11"/>
                  <a:pt x="107" y="11"/>
                </a:cubicBezTo>
                <a:cubicBezTo>
                  <a:pt x="107" y="11"/>
                  <a:pt x="107" y="11"/>
                  <a:pt x="107" y="11"/>
                </a:cubicBezTo>
                <a:cubicBezTo>
                  <a:pt x="107" y="11"/>
                  <a:pt x="108" y="11"/>
                  <a:pt x="108" y="11"/>
                </a:cubicBezTo>
                <a:close/>
                <a:moveTo>
                  <a:pt x="127" y="13"/>
                </a:moveTo>
                <a:cubicBezTo>
                  <a:pt x="127" y="13"/>
                  <a:pt x="127" y="13"/>
                  <a:pt x="127" y="14"/>
                </a:cubicBezTo>
                <a:cubicBezTo>
                  <a:pt x="127" y="14"/>
                  <a:pt x="127" y="14"/>
                  <a:pt x="128" y="14"/>
                </a:cubicBezTo>
                <a:cubicBezTo>
                  <a:pt x="128" y="14"/>
                  <a:pt x="129" y="15"/>
                  <a:pt x="129" y="15"/>
                </a:cubicBezTo>
                <a:cubicBezTo>
                  <a:pt x="130" y="15"/>
                  <a:pt x="130" y="15"/>
                  <a:pt x="131" y="15"/>
                </a:cubicBezTo>
                <a:cubicBezTo>
                  <a:pt x="131" y="16"/>
                  <a:pt x="132" y="16"/>
                  <a:pt x="134" y="16"/>
                </a:cubicBezTo>
                <a:cubicBezTo>
                  <a:pt x="135" y="17"/>
                  <a:pt x="135" y="17"/>
                  <a:pt x="135" y="17"/>
                </a:cubicBezTo>
                <a:cubicBezTo>
                  <a:pt x="135" y="17"/>
                  <a:pt x="135" y="17"/>
                  <a:pt x="135" y="17"/>
                </a:cubicBezTo>
                <a:cubicBezTo>
                  <a:pt x="134" y="18"/>
                  <a:pt x="134" y="18"/>
                  <a:pt x="133" y="18"/>
                </a:cubicBezTo>
                <a:cubicBezTo>
                  <a:pt x="133" y="18"/>
                  <a:pt x="132" y="18"/>
                  <a:pt x="131" y="18"/>
                </a:cubicBezTo>
                <a:cubicBezTo>
                  <a:pt x="131" y="18"/>
                  <a:pt x="130" y="17"/>
                  <a:pt x="130" y="17"/>
                </a:cubicBezTo>
                <a:cubicBezTo>
                  <a:pt x="130" y="17"/>
                  <a:pt x="129" y="17"/>
                  <a:pt x="129" y="17"/>
                </a:cubicBezTo>
                <a:cubicBezTo>
                  <a:pt x="129" y="17"/>
                  <a:pt x="129" y="17"/>
                  <a:pt x="129" y="17"/>
                </a:cubicBezTo>
                <a:cubicBezTo>
                  <a:pt x="129" y="16"/>
                  <a:pt x="129" y="16"/>
                  <a:pt x="129" y="16"/>
                </a:cubicBezTo>
                <a:cubicBezTo>
                  <a:pt x="128" y="15"/>
                  <a:pt x="128" y="15"/>
                  <a:pt x="127" y="15"/>
                </a:cubicBezTo>
                <a:cubicBezTo>
                  <a:pt x="126" y="15"/>
                  <a:pt x="126" y="14"/>
                  <a:pt x="126" y="14"/>
                </a:cubicBezTo>
                <a:cubicBezTo>
                  <a:pt x="125" y="14"/>
                  <a:pt x="125" y="14"/>
                  <a:pt x="124" y="14"/>
                </a:cubicBezTo>
                <a:cubicBezTo>
                  <a:pt x="124" y="13"/>
                  <a:pt x="123" y="13"/>
                  <a:pt x="123" y="13"/>
                </a:cubicBezTo>
                <a:cubicBezTo>
                  <a:pt x="123" y="13"/>
                  <a:pt x="123" y="13"/>
                  <a:pt x="123" y="14"/>
                </a:cubicBezTo>
                <a:cubicBezTo>
                  <a:pt x="123" y="14"/>
                  <a:pt x="122" y="14"/>
                  <a:pt x="122" y="14"/>
                </a:cubicBezTo>
                <a:cubicBezTo>
                  <a:pt x="122" y="14"/>
                  <a:pt x="122" y="15"/>
                  <a:pt x="122" y="15"/>
                </a:cubicBezTo>
                <a:cubicBezTo>
                  <a:pt x="122" y="15"/>
                  <a:pt x="122" y="15"/>
                  <a:pt x="122" y="15"/>
                </a:cubicBezTo>
                <a:cubicBezTo>
                  <a:pt x="121" y="15"/>
                  <a:pt x="121" y="15"/>
                  <a:pt x="120" y="15"/>
                </a:cubicBezTo>
                <a:cubicBezTo>
                  <a:pt x="120" y="16"/>
                  <a:pt x="119" y="16"/>
                  <a:pt x="119" y="16"/>
                </a:cubicBezTo>
                <a:cubicBezTo>
                  <a:pt x="119" y="16"/>
                  <a:pt x="119" y="16"/>
                  <a:pt x="118" y="16"/>
                </a:cubicBezTo>
                <a:cubicBezTo>
                  <a:pt x="118" y="15"/>
                  <a:pt x="118" y="15"/>
                  <a:pt x="118" y="15"/>
                </a:cubicBezTo>
                <a:cubicBezTo>
                  <a:pt x="118" y="15"/>
                  <a:pt x="119" y="15"/>
                  <a:pt x="119" y="15"/>
                </a:cubicBezTo>
                <a:cubicBezTo>
                  <a:pt x="120" y="15"/>
                  <a:pt x="120" y="15"/>
                  <a:pt x="121" y="14"/>
                </a:cubicBezTo>
                <a:cubicBezTo>
                  <a:pt x="121" y="14"/>
                  <a:pt x="122" y="13"/>
                  <a:pt x="122" y="12"/>
                </a:cubicBezTo>
                <a:cubicBezTo>
                  <a:pt x="123" y="11"/>
                  <a:pt x="123" y="11"/>
                  <a:pt x="123" y="11"/>
                </a:cubicBezTo>
                <a:cubicBezTo>
                  <a:pt x="123" y="11"/>
                  <a:pt x="123" y="11"/>
                  <a:pt x="123" y="11"/>
                </a:cubicBezTo>
                <a:cubicBezTo>
                  <a:pt x="123" y="10"/>
                  <a:pt x="123" y="10"/>
                  <a:pt x="123" y="10"/>
                </a:cubicBezTo>
                <a:cubicBezTo>
                  <a:pt x="122" y="10"/>
                  <a:pt x="122" y="11"/>
                  <a:pt x="122" y="11"/>
                </a:cubicBezTo>
                <a:cubicBezTo>
                  <a:pt x="122" y="11"/>
                  <a:pt x="121" y="11"/>
                  <a:pt x="121" y="11"/>
                </a:cubicBezTo>
                <a:cubicBezTo>
                  <a:pt x="120" y="11"/>
                  <a:pt x="120" y="11"/>
                  <a:pt x="120" y="11"/>
                </a:cubicBezTo>
                <a:cubicBezTo>
                  <a:pt x="120" y="11"/>
                  <a:pt x="119" y="11"/>
                  <a:pt x="119" y="11"/>
                </a:cubicBezTo>
                <a:cubicBezTo>
                  <a:pt x="119" y="11"/>
                  <a:pt x="119" y="11"/>
                  <a:pt x="119" y="11"/>
                </a:cubicBezTo>
                <a:cubicBezTo>
                  <a:pt x="119" y="11"/>
                  <a:pt x="119" y="11"/>
                  <a:pt x="119" y="10"/>
                </a:cubicBezTo>
                <a:cubicBezTo>
                  <a:pt x="119" y="10"/>
                  <a:pt x="119" y="10"/>
                  <a:pt x="119" y="10"/>
                </a:cubicBezTo>
                <a:cubicBezTo>
                  <a:pt x="120" y="10"/>
                  <a:pt x="121" y="10"/>
                  <a:pt x="123" y="9"/>
                </a:cubicBezTo>
                <a:cubicBezTo>
                  <a:pt x="124" y="9"/>
                  <a:pt x="126" y="8"/>
                  <a:pt x="127" y="8"/>
                </a:cubicBezTo>
                <a:cubicBezTo>
                  <a:pt x="127" y="8"/>
                  <a:pt x="127" y="8"/>
                  <a:pt x="127" y="8"/>
                </a:cubicBezTo>
                <a:cubicBezTo>
                  <a:pt x="127" y="8"/>
                  <a:pt x="127" y="8"/>
                  <a:pt x="127" y="8"/>
                </a:cubicBezTo>
                <a:cubicBezTo>
                  <a:pt x="126" y="7"/>
                  <a:pt x="126" y="7"/>
                  <a:pt x="126" y="7"/>
                </a:cubicBezTo>
                <a:cubicBezTo>
                  <a:pt x="126" y="7"/>
                  <a:pt x="126" y="7"/>
                  <a:pt x="125" y="7"/>
                </a:cubicBezTo>
                <a:cubicBezTo>
                  <a:pt x="125" y="8"/>
                  <a:pt x="125" y="8"/>
                  <a:pt x="125" y="8"/>
                </a:cubicBezTo>
                <a:cubicBezTo>
                  <a:pt x="125" y="8"/>
                  <a:pt x="124" y="8"/>
                  <a:pt x="124" y="8"/>
                </a:cubicBezTo>
                <a:cubicBezTo>
                  <a:pt x="124" y="8"/>
                  <a:pt x="124" y="8"/>
                  <a:pt x="123" y="7"/>
                </a:cubicBezTo>
                <a:cubicBezTo>
                  <a:pt x="123" y="7"/>
                  <a:pt x="123" y="7"/>
                  <a:pt x="123" y="6"/>
                </a:cubicBezTo>
                <a:cubicBezTo>
                  <a:pt x="123" y="5"/>
                  <a:pt x="123" y="4"/>
                  <a:pt x="123" y="3"/>
                </a:cubicBezTo>
                <a:cubicBezTo>
                  <a:pt x="123" y="3"/>
                  <a:pt x="123" y="2"/>
                  <a:pt x="124" y="2"/>
                </a:cubicBezTo>
                <a:cubicBezTo>
                  <a:pt x="124" y="2"/>
                  <a:pt x="124" y="2"/>
                  <a:pt x="125" y="2"/>
                </a:cubicBezTo>
                <a:cubicBezTo>
                  <a:pt x="126" y="2"/>
                  <a:pt x="127" y="2"/>
                  <a:pt x="128" y="2"/>
                </a:cubicBezTo>
                <a:cubicBezTo>
                  <a:pt x="128" y="2"/>
                  <a:pt x="129" y="2"/>
                  <a:pt x="129" y="2"/>
                </a:cubicBezTo>
                <a:cubicBezTo>
                  <a:pt x="129" y="2"/>
                  <a:pt x="130" y="2"/>
                  <a:pt x="130" y="2"/>
                </a:cubicBezTo>
                <a:cubicBezTo>
                  <a:pt x="130" y="2"/>
                  <a:pt x="130" y="2"/>
                  <a:pt x="129" y="3"/>
                </a:cubicBezTo>
                <a:cubicBezTo>
                  <a:pt x="129" y="3"/>
                  <a:pt x="129" y="3"/>
                  <a:pt x="129" y="3"/>
                </a:cubicBezTo>
                <a:cubicBezTo>
                  <a:pt x="129" y="4"/>
                  <a:pt x="129" y="4"/>
                  <a:pt x="129" y="4"/>
                </a:cubicBezTo>
                <a:lnTo>
                  <a:pt x="129" y="6"/>
                </a:lnTo>
                <a:cubicBezTo>
                  <a:pt x="129" y="7"/>
                  <a:pt x="129" y="7"/>
                  <a:pt x="129" y="7"/>
                </a:cubicBezTo>
                <a:cubicBezTo>
                  <a:pt x="129" y="8"/>
                  <a:pt x="129" y="8"/>
                  <a:pt x="129" y="8"/>
                </a:cubicBezTo>
                <a:cubicBezTo>
                  <a:pt x="129" y="8"/>
                  <a:pt x="129" y="8"/>
                  <a:pt x="129" y="8"/>
                </a:cubicBezTo>
                <a:cubicBezTo>
                  <a:pt x="129" y="8"/>
                  <a:pt x="130" y="8"/>
                  <a:pt x="130" y="8"/>
                </a:cubicBezTo>
                <a:cubicBezTo>
                  <a:pt x="130" y="8"/>
                  <a:pt x="130" y="8"/>
                  <a:pt x="131" y="8"/>
                </a:cubicBezTo>
                <a:cubicBezTo>
                  <a:pt x="131" y="8"/>
                  <a:pt x="131" y="8"/>
                  <a:pt x="131" y="8"/>
                </a:cubicBezTo>
                <a:cubicBezTo>
                  <a:pt x="131" y="8"/>
                  <a:pt x="131" y="8"/>
                  <a:pt x="131" y="9"/>
                </a:cubicBezTo>
                <a:cubicBezTo>
                  <a:pt x="131" y="9"/>
                  <a:pt x="131" y="9"/>
                  <a:pt x="131" y="9"/>
                </a:cubicBezTo>
                <a:cubicBezTo>
                  <a:pt x="131" y="9"/>
                  <a:pt x="131" y="10"/>
                  <a:pt x="131" y="10"/>
                </a:cubicBezTo>
                <a:cubicBezTo>
                  <a:pt x="130" y="10"/>
                  <a:pt x="130" y="10"/>
                  <a:pt x="129" y="10"/>
                </a:cubicBezTo>
                <a:cubicBezTo>
                  <a:pt x="128" y="10"/>
                  <a:pt x="128" y="10"/>
                  <a:pt x="127" y="10"/>
                </a:cubicBezTo>
                <a:cubicBezTo>
                  <a:pt x="127" y="10"/>
                  <a:pt x="127" y="10"/>
                  <a:pt x="127" y="10"/>
                </a:cubicBezTo>
                <a:cubicBezTo>
                  <a:pt x="127" y="10"/>
                  <a:pt x="127" y="10"/>
                  <a:pt x="127" y="10"/>
                </a:cubicBezTo>
                <a:cubicBezTo>
                  <a:pt x="127" y="10"/>
                  <a:pt x="127" y="11"/>
                  <a:pt x="127" y="11"/>
                </a:cubicBezTo>
                <a:cubicBezTo>
                  <a:pt x="127" y="11"/>
                  <a:pt x="127" y="11"/>
                  <a:pt x="128" y="11"/>
                </a:cubicBezTo>
                <a:cubicBezTo>
                  <a:pt x="128" y="11"/>
                  <a:pt x="128" y="11"/>
                  <a:pt x="128" y="11"/>
                </a:cubicBezTo>
                <a:cubicBezTo>
                  <a:pt x="128" y="10"/>
                  <a:pt x="129" y="10"/>
                  <a:pt x="129" y="10"/>
                </a:cubicBezTo>
                <a:cubicBezTo>
                  <a:pt x="129" y="10"/>
                  <a:pt x="129" y="11"/>
                  <a:pt x="129" y="11"/>
                </a:cubicBezTo>
                <a:cubicBezTo>
                  <a:pt x="129" y="11"/>
                  <a:pt x="129" y="11"/>
                  <a:pt x="129" y="11"/>
                </a:cubicBezTo>
                <a:cubicBezTo>
                  <a:pt x="129" y="11"/>
                  <a:pt x="129" y="12"/>
                  <a:pt x="129" y="12"/>
                </a:cubicBezTo>
                <a:cubicBezTo>
                  <a:pt x="129" y="12"/>
                  <a:pt x="129" y="12"/>
                  <a:pt x="128" y="12"/>
                </a:cubicBezTo>
                <a:cubicBezTo>
                  <a:pt x="128" y="12"/>
                  <a:pt x="128" y="12"/>
                  <a:pt x="127" y="12"/>
                </a:cubicBezTo>
                <a:cubicBezTo>
                  <a:pt x="127" y="12"/>
                  <a:pt x="127" y="12"/>
                  <a:pt x="127" y="12"/>
                </a:cubicBezTo>
                <a:cubicBezTo>
                  <a:pt x="127" y="12"/>
                  <a:pt x="127" y="13"/>
                  <a:pt x="127" y="13"/>
                </a:cubicBezTo>
                <a:cubicBezTo>
                  <a:pt x="127" y="13"/>
                  <a:pt x="127" y="13"/>
                  <a:pt x="127" y="13"/>
                </a:cubicBezTo>
                <a:close/>
                <a:moveTo>
                  <a:pt x="148" y="11"/>
                </a:moveTo>
                <a:cubicBezTo>
                  <a:pt x="148" y="12"/>
                  <a:pt x="148" y="13"/>
                  <a:pt x="148" y="14"/>
                </a:cubicBezTo>
                <a:cubicBezTo>
                  <a:pt x="148" y="15"/>
                  <a:pt x="148" y="15"/>
                  <a:pt x="148" y="16"/>
                </a:cubicBezTo>
                <a:cubicBezTo>
                  <a:pt x="148" y="16"/>
                  <a:pt x="148" y="16"/>
                  <a:pt x="148" y="17"/>
                </a:cubicBezTo>
                <a:cubicBezTo>
                  <a:pt x="148" y="17"/>
                  <a:pt x="148" y="17"/>
                  <a:pt x="148" y="17"/>
                </a:cubicBezTo>
                <a:cubicBezTo>
                  <a:pt x="148" y="18"/>
                  <a:pt x="148" y="18"/>
                  <a:pt x="148" y="18"/>
                </a:cubicBezTo>
                <a:cubicBezTo>
                  <a:pt x="148" y="18"/>
                  <a:pt x="147" y="18"/>
                  <a:pt x="146" y="17"/>
                </a:cubicBezTo>
                <a:cubicBezTo>
                  <a:pt x="145" y="17"/>
                  <a:pt x="144" y="16"/>
                  <a:pt x="144" y="16"/>
                </a:cubicBezTo>
                <a:cubicBezTo>
                  <a:pt x="143" y="16"/>
                  <a:pt x="143" y="15"/>
                  <a:pt x="143" y="15"/>
                </a:cubicBezTo>
                <a:cubicBezTo>
                  <a:pt x="143" y="15"/>
                  <a:pt x="143" y="15"/>
                  <a:pt x="143" y="15"/>
                </a:cubicBezTo>
                <a:cubicBezTo>
                  <a:pt x="143" y="15"/>
                  <a:pt x="143" y="15"/>
                  <a:pt x="143" y="15"/>
                </a:cubicBezTo>
                <a:cubicBezTo>
                  <a:pt x="144" y="16"/>
                  <a:pt x="145" y="16"/>
                  <a:pt x="146" y="16"/>
                </a:cubicBezTo>
                <a:cubicBezTo>
                  <a:pt x="146" y="16"/>
                  <a:pt x="147" y="16"/>
                  <a:pt x="147" y="16"/>
                </a:cubicBezTo>
                <a:cubicBezTo>
                  <a:pt x="147" y="16"/>
                  <a:pt x="147" y="15"/>
                  <a:pt x="147" y="15"/>
                </a:cubicBezTo>
                <a:cubicBezTo>
                  <a:pt x="147" y="14"/>
                  <a:pt x="147" y="14"/>
                  <a:pt x="147" y="12"/>
                </a:cubicBezTo>
                <a:cubicBezTo>
                  <a:pt x="147" y="11"/>
                  <a:pt x="146" y="9"/>
                  <a:pt x="146" y="8"/>
                </a:cubicBezTo>
                <a:lnTo>
                  <a:pt x="146" y="5"/>
                </a:lnTo>
                <a:lnTo>
                  <a:pt x="146" y="3"/>
                </a:lnTo>
                <a:cubicBezTo>
                  <a:pt x="146" y="3"/>
                  <a:pt x="147" y="3"/>
                  <a:pt x="147" y="3"/>
                </a:cubicBezTo>
                <a:cubicBezTo>
                  <a:pt x="147" y="3"/>
                  <a:pt x="147" y="3"/>
                  <a:pt x="148" y="3"/>
                </a:cubicBezTo>
                <a:cubicBezTo>
                  <a:pt x="148" y="3"/>
                  <a:pt x="148" y="3"/>
                  <a:pt x="148" y="3"/>
                </a:cubicBezTo>
                <a:cubicBezTo>
                  <a:pt x="148" y="4"/>
                  <a:pt x="148" y="4"/>
                  <a:pt x="148" y="4"/>
                </a:cubicBezTo>
                <a:cubicBezTo>
                  <a:pt x="148" y="4"/>
                  <a:pt x="148" y="5"/>
                  <a:pt x="148" y="6"/>
                </a:cubicBezTo>
                <a:cubicBezTo>
                  <a:pt x="148" y="6"/>
                  <a:pt x="148" y="6"/>
                  <a:pt x="148" y="7"/>
                </a:cubicBezTo>
                <a:cubicBezTo>
                  <a:pt x="148" y="9"/>
                  <a:pt x="148" y="9"/>
                  <a:pt x="148" y="10"/>
                </a:cubicBezTo>
                <a:lnTo>
                  <a:pt x="148" y="11"/>
                </a:lnTo>
                <a:close/>
                <a:moveTo>
                  <a:pt x="143" y="7"/>
                </a:moveTo>
                <a:cubicBezTo>
                  <a:pt x="143" y="7"/>
                  <a:pt x="143" y="7"/>
                  <a:pt x="142" y="7"/>
                </a:cubicBezTo>
                <a:cubicBezTo>
                  <a:pt x="142" y="7"/>
                  <a:pt x="142" y="7"/>
                  <a:pt x="141" y="7"/>
                </a:cubicBezTo>
                <a:cubicBezTo>
                  <a:pt x="141" y="7"/>
                  <a:pt x="141" y="7"/>
                  <a:pt x="141" y="7"/>
                </a:cubicBezTo>
                <a:cubicBezTo>
                  <a:pt x="141" y="7"/>
                  <a:pt x="141" y="7"/>
                  <a:pt x="140" y="7"/>
                </a:cubicBezTo>
                <a:cubicBezTo>
                  <a:pt x="140" y="7"/>
                  <a:pt x="140" y="6"/>
                  <a:pt x="140" y="6"/>
                </a:cubicBezTo>
                <a:cubicBezTo>
                  <a:pt x="140" y="6"/>
                  <a:pt x="140" y="7"/>
                  <a:pt x="140" y="7"/>
                </a:cubicBezTo>
                <a:cubicBezTo>
                  <a:pt x="139" y="7"/>
                  <a:pt x="139" y="7"/>
                  <a:pt x="139" y="7"/>
                </a:cubicBezTo>
                <a:cubicBezTo>
                  <a:pt x="138" y="8"/>
                  <a:pt x="138" y="8"/>
                  <a:pt x="138" y="9"/>
                </a:cubicBezTo>
                <a:cubicBezTo>
                  <a:pt x="138" y="9"/>
                  <a:pt x="137" y="9"/>
                  <a:pt x="137" y="10"/>
                </a:cubicBezTo>
                <a:cubicBezTo>
                  <a:pt x="137" y="10"/>
                  <a:pt x="138" y="10"/>
                  <a:pt x="138" y="10"/>
                </a:cubicBezTo>
                <a:cubicBezTo>
                  <a:pt x="138" y="10"/>
                  <a:pt x="138" y="10"/>
                  <a:pt x="138" y="10"/>
                </a:cubicBezTo>
                <a:cubicBezTo>
                  <a:pt x="139" y="9"/>
                  <a:pt x="140" y="9"/>
                  <a:pt x="141" y="9"/>
                </a:cubicBezTo>
                <a:cubicBezTo>
                  <a:pt x="141" y="9"/>
                  <a:pt x="141" y="9"/>
                  <a:pt x="141" y="9"/>
                </a:cubicBezTo>
                <a:cubicBezTo>
                  <a:pt x="142" y="9"/>
                  <a:pt x="142" y="9"/>
                  <a:pt x="142" y="9"/>
                </a:cubicBezTo>
                <a:cubicBezTo>
                  <a:pt x="142" y="9"/>
                  <a:pt x="142" y="9"/>
                  <a:pt x="142" y="9"/>
                </a:cubicBezTo>
                <a:cubicBezTo>
                  <a:pt x="142" y="10"/>
                  <a:pt x="142" y="10"/>
                  <a:pt x="142" y="10"/>
                </a:cubicBezTo>
                <a:cubicBezTo>
                  <a:pt x="142" y="11"/>
                  <a:pt x="141" y="11"/>
                  <a:pt x="141" y="12"/>
                </a:cubicBezTo>
                <a:cubicBezTo>
                  <a:pt x="141" y="12"/>
                  <a:pt x="141" y="13"/>
                  <a:pt x="141" y="13"/>
                </a:cubicBezTo>
                <a:cubicBezTo>
                  <a:pt x="141" y="13"/>
                  <a:pt x="140" y="13"/>
                  <a:pt x="140" y="13"/>
                </a:cubicBezTo>
                <a:cubicBezTo>
                  <a:pt x="140" y="13"/>
                  <a:pt x="139" y="13"/>
                  <a:pt x="139" y="13"/>
                </a:cubicBezTo>
                <a:cubicBezTo>
                  <a:pt x="139" y="13"/>
                  <a:pt x="139" y="13"/>
                  <a:pt x="139" y="13"/>
                </a:cubicBezTo>
                <a:cubicBezTo>
                  <a:pt x="139" y="13"/>
                  <a:pt x="139" y="13"/>
                  <a:pt x="139" y="13"/>
                </a:cubicBezTo>
                <a:cubicBezTo>
                  <a:pt x="139" y="13"/>
                  <a:pt x="139" y="13"/>
                  <a:pt x="139" y="14"/>
                </a:cubicBezTo>
                <a:cubicBezTo>
                  <a:pt x="138" y="14"/>
                  <a:pt x="138" y="14"/>
                  <a:pt x="138" y="15"/>
                </a:cubicBezTo>
                <a:cubicBezTo>
                  <a:pt x="138" y="15"/>
                  <a:pt x="138" y="15"/>
                  <a:pt x="139" y="15"/>
                </a:cubicBezTo>
                <a:cubicBezTo>
                  <a:pt x="139" y="15"/>
                  <a:pt x="139" y="15"/>
                  <a:pt x="139" y="15"/>
                </a:cubicBezTo>
                <a:cubicBezTo>
                  <a:pt x="139" y="15"/>
                  <a:pt x="140" y="15"/>
                  <a:pt x="140" y="15"/>
                </a:cubicBezTo>
                <a:cubicBezTo>
                  <a:pt x="140" y="15"/>
                  <a:pt x="140" y="15"/>
                  <a:pt x="141" y="15"/>
                </a:cubicBezTo>
                <a:cubicBezTo>
                  <a:pt x="141" y="15"/>
                  <a:pt x="141" y="14"/>
                  <a:pt x="141" y="14"/>
                </a:cubicBezTo>
                <a:cubicBezTo>
                  <a:pt x="141" y="14"/>
                  <a:pt x="141" y="13"/>
                  <a:pt x="141" y="13"/>
                </a:cubicBezTo>
                <a:cubicBezTo>
                  <a:pt x="141" y="13"/>
                  <a:pt x="141" y="14"/>
                  <a:pt x="142" y="14"/>
                </a:cubicBezTo>
                <a:cubicBezTo>
                  <a:pt x="142" y="15"/>
                  <a:pt x="142" y="15"/>
                  <a:pt x="142" y="16"/>
                </a:cubicBezTo>
                <a:cubicBezTo>
                  <a:pt x="142" y="16"/>
                  <a:pt x="142" y="16"/>
                  <a:pt x="141" y="16"/>
                </a:cubicBezTo>
                <a:cubicBezTo>
                  <a:pt x="141" y="16"/>
                  <a:pt x="141" y="16"/>
                  <a:pt x="141" y="16"/>
                </a:cubicBezTo>
                <a:cubicBezTo>
                  <a:pt x="140" y="16"/>
                  <a:pt x="140" y="16"/>
                  <a:pt x="139" y="16"/>
                </a:cubicBezTo>
                <a:cubicBezTo>
                  <a:pt x="139" y="16"/>
                  <a:pt x="138" y="16"/>
                  <a:pt x="138" y="16"/>
                </a:cubicBezTo>
                <a:cubicBezTo>
                  <a:pt x="138" y="16"/>
                  <a:pt x="137" y="15"/>
                  <a:pt x="137" y="14"/>
                </a:cubicBezTo>
                <a:cubicBezTo>
                  <a:pt x="137" y="14"/>
                  <a:pt x="138" y="13"/>
                  <a:pt x="138" y="13"/>
                </a:cubicBezTo>
                <a:cubicBezTo>
                  <a:pt x="138" y="12"/>
                  <a:pt x="138" y="12"/>
                  <a:pt x="138" y="11"/>
                </a:cubicBezTo>
                <a:cubicBezTo>
                  <a:pt x="138" y="11"/>
                  <a:pt x="138" y="11"/>
                  <a:pt x="138" y="11"/>
                </a:cubicBezTo>
                <a:cubicBezTo>
                  <a:pt x="138" y="11"/>
                  <a:pt x="139" y="11"/>
                  <a:pt x="139" y="11"/>
                </a:cubicBezTo>
                <a:cubicBezTo>
                  <a:pt x="139" y="11"/>
                  <a:pt x="139" y="11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40" y="12"/>
                  <a:pt x="140" y="12"/>
                  <a:pt x="140" y="11"/>
                </a:cubicBezTo>
                <a:cubicBezTo>
                  <a:pt x="140" y="11"/>
                  <a:pt x="140" y="11"/>
                  <a:pt x="140" y="10"/>
                </a:cubicBezTo>
                <a:cubicBezTo>
                  <a:pt x="140" y="10"/>
                  <a:pt x="140" y="10"/>
                  <a:pt x="140" y="10"/>
                </a:cubicBezTo>
                <a:cubicBezTo>
                  <a:pt x="139" y="10"/>
                  <a:pt x="139" y="10"/>
                  <a:pt x="138" y="11"/>
                </a:cubicBezTo>
                <a:cubicBezTo>
                  <a:pt x="138" y="11"/>
                  <a:pt x="138" y="11"/>
                  <a:pt x="138" y="11"/>
                </a:cubicBezTo>
                <a:cubicBezTo>
                  <a:pt x="138" y="11"/>
                  <a:pt x="138" y="11"/>
                  <a:pt x="137" y="11"/>
                </a:cubicBezTo>
                <a:cubicBezTo>
                  <a:pt x="137" y="11"/>
                  <a:pt x="137" y="11"/>
                  <a:pt x="137" y="11"/>
                </a:cubicBezTo>
                <a:cubicBezTo>
                  <a:pt x="137" y="11"/>
                  <a:pt x="137" y="11"/>
                  <a:pt x="137" y="11"/>
                </a:cubicBezTo>
                <a:cubicBezTo>
                  <a:pt x="137" y="11"/>
                  <a:pt x="137" y="11"/>
                  <a:pt x="136" y="12"/>
                </a:cubicBezTo>
                <a:cubicBezTo>
                  <a:pt x="135" y="12"/>
                  <a:pt x="135" y="12"/>
                  <a:pt x="135" y="12"/>
                </a:cubicBezTo>
                <a:cubicBezTo>
                  <a:pt x="134" y="12"/>
                  <a:pt x="134" y="12"/>
                  <a:pt x="134" y="12"/>
                </a:cubicBezTo>
                <a:cubicBezTo>
                  <a:pt x="134" y="12"/>
                  <a:pt x="133" y="12"/>
                  <a:pt x="133" y="12"/>
                </a:cubicBezTo>
                <a:cubicBezTo>
                  <a:pt x="133" y="12"/>
                  <a:pt x="134" y="12"/>
                  <a:pt x="134" y="12"/>
                </a:cubicBezTo>
                <a:cubicBezTo>
                  <a:pt x="134" y="11"/>
                  <a:pt x="135" y="11"/>
                  <a:pt x="135" y="10"/>
                </a:cubicBezTo>
                <a:cubicBezTo>
                  <a:pt x="136" y="10"/>
                  <a:pt x="136" y="9"/>
                  <a:pt x="137" y="8"/>
                </a:cubicBezTo>
                <a:cubicBezTo>
                  <a:pt x="137" y="8"/>
                  <a:pt x="138" y="7"/>
                  <a:pt x="138" y="7"/>
                </a:cubicBezTo>
                <a:cubicBezTo>
                  <a:pt x="138" y="7"/>
                  <a:pt x="138" y="6"/>
                  <a:pt x="139" y="6"/>
                </a:cubicBezTo>
                <a:cubicBezTo>
                  <a:pt x="139" y="5"/>
                  <a:pt x="140" y="4"/>
                  <a:pt x="140" y="4"/>
                </a:cubicBezTo>
                <a:cubicBezTo>
                  <a:pt x="140" y="4"/>
                  <a:pt x="140" y="4"/>
                  <a:pt x="140" y="4"/>
                </a:cubicBezTo>
                <a:cubicBezTo>
                  <a:pt x="140" y="4"/>
                  <a:pt x="141" y="3"/>
                  <a:pt x="141" y="3"/>
                </a:cubicBezTo>
                <a:cubicBezTo>
                  <a:pt x="141" y="3"/>
                  <a:pt x="141" y="4"/>
                  <a:pt x="141" y="4"/>
                </a:cubicBezTo>
                <a:cubicBezTo>
                  <a:pt x="141" y="4"/>
                  <a:pt x="141" y="4"/>
                  <a:pt x="141" y="4"/>
                </a:cubicBezTo>
                <a:cubicBezTo>
                  <a:pt x="141" y="5"/>
                  <a:pt x="141" y="5"/>
                  <a:pt x="141" y="5"/>
                </a:cubicBezTo>
                <a:cubicBezTo>
                  <a:pt x="141" y="5"/>
                  <a:pt x="141" y="5"/>
                  <a:pt x="141" y="6"/>
                </a:cubicBezTo>
                <a:cubicBezTo>
                  <a:pt x="141" y="6"/>
                  <a:pt x="141" y="6"/>
                  <a:pt x="141" y="6"/>
                </a:cubicBezTo>
                <a:cubicBezTo>
                  <a:pt x="141" y="6"/>
                  <a:pt x="141" y="6"/>
                  <a:pt x="142" y="6"/>
                </a:cubicBezTo>
                <a:cubicBezTo>
                  <a:pt x="142" y="6"/>
                  <a:pt x="143" y="6"/>
                  <a:pt x="143" y="7"/>
                </a:cubicBezTo>
                <a:close/>
                <a:moveTo>
                  <a:pt x="145" y="8"/>
                </a:moveTo>
                <a:cubicBezTo>
                  <a:pt x="145" y="8"/>
                  <a:pt x="145" y="8"/>
                  <a:pt x="145" y="8"/>
                </a:cubicBezTo>
                <a:cubicBezTo>
                  <a:pt x="145" y="8"/>
                  <a:pt x="145" y="9"/>
                  <a:pt x="145" y="9"/>
                </a:cubicBezTo>
                <a:cubicBezTo>
                  <a:pt x="145" y="9"/>
                  <a:pt x="145" y="10"/>
                  <a:pt x="145" y="10"/>
                </a:cubicBezTo>
                <a:cubicBezTo>
                  <a:pt x="145" y="11"/>
                  <a:pt x="145" y="11"/>
                  <a:pt x="144" y="11"/>
                </a:cubicBezTo>
                <a:cubicBezTo>
                  <a:pt x="144" y="11"/>
                  <a:pt x="144" y="11"/>
                  <a:pt x="144" y="11"/>
                </a:cubicBezTo>
                <a:cubicBezTo>
                  <a:pt x="144" y="11"/>
                  <a:pt x="143" y="11"/>
                  <a:pt x="143" y="10"/>
                </a:cubicBezTo>
                <a:cubicBezTo>
                  <a:pt x="143" y="9"/>
                  <a:pt x="143" y="9"/>
                  <a:pt x="143" y="9"/>
                </a:cubicBezTo>
                <a:lnTo>
                  <a:pt x="143" y="8"/>
                </a:lnTo>
                <a:cubicBezTo>
                  <a:pt x="143" y="8"/>
                  <a:pt x="143" y="8"/>
                  <a:pt x="144" y="8"/>
                </a:cubicBezTo>
                <a:cubicBezTo>
                  <a:pt x="144" y="8"/>
                  <a:pt x="144" y="8"/>
                  <a:pt x="144" y="8"/>
                </a:cubicBezTo>
                <a:cubicBezTo>
                  <a:pt x="145" y="8"/>
                  <a:pt x="145" y="8"/>
                  <a:pt x="145" y="8"/>
                </a:cubicBezTo>
                <a:cubicBezTo>
                  <a:pt x="145" y="8"/>
                  <a:pt x="145" y="8"/>
                  <a:pt x="145" y="8"/>
                </a:cubicBezTo>
                <a:close/>
                <a:moveTo>
                  <a:pt x="157" y="2"/>
                </a:moveTo>
                <a:cubicBezTo>
                  <a:pt x="157" y="2"/>
                  <a:pt x="158" y="2"/>
                  <a:pt x="158" y="2"/>
                </a:cubicBezTo>
                <a:cubicBezTo>
                  <a:pt x="158" y="2"/>
                  <a:pt x="158" y="2"/>
                  <a:pt x="158" y="3"/>
                </a:cubicBezTo>
                <a:cubicBezTo>
                  <a:pt x="158" y="3"/>
                  <a:pt x="158" y="3"/>
                  <a:pt x="158" y="3"/>
                </a:cubicBezTo>
                <a:cubicBezTo>
                  <a:pt x="158" y="3"/>
                  <a:pt x="158" y="4"/>
                  <a:pt x="158" y="4"/>
                </a:cubicBezTo>
                <a:cubicBezTo>
                  <a:pt x="158" y="4"/>
                  <a:pt x="158" y="4"/>
                  <a:pt x="158" y="4"/>
                </a:cubicBezTo>
                <a:cubicBezTo>
                  <a:pt x="158" y="4"/>
                  <a:pt x="158" y="4"/>
                  <a:pt x="158" y="4"/>
                </a:cubicBezTo>
                <a:cubicBezTo>
                  <a:pt x="158" y="4"/>
                  <a:pt x="157" y="4"/>
                  <a:pt x="157" y="4"/>
                </a:cubicBezTo>
                <a:cubicBezTo>
                  <a:pt x="157" y="4"/>
                  <a:pt x="156" y="4"/>
                  <a:pt x="156" y="3"/>
                </a:cubicBezTo>
                <a:cubicBezTo>
                  <a:pt x="156" y="3"/>
                  <a:pt x="157" y="3"/>
                  <a:pt x="157" y="2"/>
                </a:cubicBezTo>
                <a:cubicBezTo>
                  <a:pt x="157" y="2"/>
                  <a:pt x="157" y="2"/>
                  <a:pt x="157" y="2"/>
                </a:cubicBezTo>
                <a:close/>
                <a:moveTo>
                  <a:pt x="159" y="5"/>
                </a:moveTo>
                <a:cubicBezTo>
                  <a:pt x="159" y="5"/>
                  <a:pt x="159" y="6"/>
                  <a:pt x="159" y="6"/>
                </a:cubicBezTo>
                <a:cubicBezTo>
                  <a:pt x="159" y="6"/>
                  <a:pt x="159" y="6"/>
                  <a:pt x="159" y="6"/>
                </a:cubicBezTo>
                <a:cubicBezTo>
                  <a:pt x="159" y="6"/>
                  <a:pt x="158" y="6"/>
                  <a:pt x="158" y="6"/>
                </a:cubicBezTo>
                <a:cubicBezTo>
                  <a:pt x="158" y="6"/>
                  <a:pt x="158" y="6"/>
                  <a:pt x="159" y="6"/>
                </a:cubicBezTo>
                <a:cubicBezTo>
                  <a:pt x="159" y="6"/>
                  <a:pt x="159" y="7"/>
                  <a:pt x="159" y="7"/>
                </a:cubicBezTo>
                <a:cubicBezTo>
                  <a:pt x="159" y="7"/>
                  <a:pt x="159" y="7"/>
                  <a:pt x="159" y="7"/>
                </a:cubicBezTo>
                <a:cubicBezTo>
                  <a:pt x="159" y="7"/>
                  <a:pt x="159" y="7"/>
                  <a:pt x="159" y="7"/>
                </a:cubicBezTo>
                <a:cubicBezTo>
                  <a:pt x="159" y="8"/>
                  <a:pt x="159" y="8"/>
                  <a:pt x="158" y="8"/>
                </a:cubicBezTo>
                <a:cubicBezTo>
                  <a:pt x="158" y="8"/>
                  <a:pt x="158" y="8"/>
                  <a:pt x="158" y="8"/>
                </a:cubicBezTo>
                <a:cubicBezTo>
                  <a:pt x="158" y="8"/>
                  <a:pt x="158" y="8"/>
                  <a:pt x="159" y="8"/>
                </a:cubicBezTo>
                <a:cubicBezTo>
                  <a:pt x="159" y="8"/>
                  <a:pt x="159" y="8"/>
                  <a:pt x="159" y="8"/>
                </a:cubicBezTo>
                <a:cubicBezTo>
                  <a:pt x="159" y="8"/>
                  <a:pt x="159" y="8"/>
                  <a:pt x="159" y="9"/>
                </a:cubicBezTo>
                <a:cubicBezTo>
                  <a:pt x="159" y="9"/>
                  <a:pt x="159" y="9"/>
                  <a:pt x="159" y="9"/>
                </a:cubicBezTo>
                <a:cubicBezTo>
                  <a:pt x="159" y="9"/>
                  <a:pt x="158" y="9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9" y="10"/>
                  <a:pt x="159" y="10"/>
                </a:cubicBezTo>
                <a:cubicBezTo>
                  <a:pt x="159" y="10"/>
                  <a:pt x="159" y="10"/>
                  <a:pt x="159" y="10"/>
                </a:cubicBezTo>
                <a:cubicBezTo>
                  <a:pt x="159" y="11"/>
                  <a:pt x="159" y="11"/>
                  <a:pt x="159" y="11"/>
                </a:cubicBezTo>
                <a:cubicBezTo>
                  <a:pt x="159" y="11"/>
                  <a:pt x="159" y="11"/>
                  <a:pt x="159" y="11"/>
                </a:cubicBezTo>
                <a:cubicBezTo>
                  <a:pt x="159" y="11"/>
                  <a:pt x="159" y="11"/>
                  <a:pt x="158" y="11"/>
                </a:cubicBezTo>
                <a:cubicBezTo>
                  <a:pt x="158" y="11"/>
                  <a:pt x="157" y="12"/>
                  <a:pt x="157" y="12"/>
                </a:cubicBezTo>
                <a:cubicBezTo>
                  <a:pt x="157" y="12"/>
                  <a:pt x="157" y="12"/>
                  <a:pt x="157" y="12"/>
                </a:cubicBezTo>
                <a:cubicBezTo>
                  <a:pt x="157" y="12"/>
                  <a:pt x="157" y="12"/>
                  <a:pt x="158" y="12"/>
                </a:cubicBezTo>
                <a:cubicBezTo>
                  <a:pt x="158" y="12"/>
                  <a:pt x="159" y="13"/>
                  <a:pt x="159" y="13"/>
                </a:cubicBezTo>
                <a:cubicBezTo>
                  <a:pt x="159" y="13"/>
                  <a:pt x="159" y="13"/>
                  <a:pt x="158" y="13"/>
                </a:cubicBezTo>
                <a:cubicBezTo>
                  <a:pt x="158" y="13"/>
                  <a:pt x="158" y="13"/>
                  <a:pt x="158" y="13"/>
                </a:cubicBezTo>
                <a:cubicBezTo>
                  <a:pt x="158" y="13"/>
                  <a:pt x="158" y="13"/>
                  <a:pt x="158" y="13"/>
                </a:cubicBezTo>
                <a:cubicBezTo>
                  <a:pt x="158" y="13"/>
                  <a:pt x="157" y="13"/>
                  <a:pt x="157" y="13"/>
                </a:cubicBezTo>
                <a:cubicBezTo>
                  <a:pt x="157" y="13"/>
                  <a:pt x="157" y="13"/>
                  <a:pt x="157" y="13"/>
                </a:cubicBezTo>
                <a:cubicBezTo>
                  <a:pt x="157" y="14"/>
                  <a:pt x="157" y="14"/>
                  <a:pt x="157" y="14"/>
                </a:cubicBezTo>
                <a:cubicBezTo>
                  <a:pt x="157" y="14"/>
                  <a:pt x="157" y="15"/>
                  <a:pt x="157" y="15"/>
                </a:cubicBezTo>
                <a:cubicBezTo>
                  <a:pt x="157" y="16"/>
                  <a:pt x="157" y="16"/>
                  <a:pt x="157" y="16"/>
                </a:cubicBezTo>
                <a:cubicBezTo>
                  <a:pt x="157" y="16"/>
                  <a:pt x="156" y="16"/>
                  <a:pt x="156" y="16"/>
                </a:cubicBezTo>
                <a:cubicBezTo>
                  <a:pt x="156" y="15"/>
                  <a:pt x="155" y="15"/>
                  <a:pt x="155" y="15"/>
                </a:cubicBezTo>
                <a:cubicBezTo>
                  <a:pt x="155" y="15"/>
                  <a:pt x="154" y="15"/>
                  <a:pt x="154" y="15"/>
                </a:cubicBezTo>
                <a:cubicBezTo>
                  <a:pt x="154" y="15"/>
                  <a:pt x="154" y="15"/>
                  <a:pt x="154" y="15"/>
                </a:cubicBezTo>
                <a:cubicBezTo>
                  <a:pt x="154" y="15"/>
                  <a:pt x="154" y="15"/>
                  <a:pt x="154" y="15"/>
                </a:cubicBezTo>
                <a:cubicBezTo>
                  <a:pt x="154" y="15"/>
                  <a:pt x="154" y="16"/>
                  <a:pt x="154" y="16"/>
                </a:cubicBezTo>
                <a:cubicBezTo>
                  <a:pt x="154" y="16"/>
                  <a:pt x="153" y="15"/>
                  <a:pt x="153" y="15"/>
                </a:cubicBezTo>
                <a:cubicBezTo>
                  <a:pt x="153" y="15"/>
                  <a:pt x="153" y="15"/>
                  <a:pt x="153" y="15"/>
                </a:cubicBezTo>
                <a:cubicBezTo>
                  <a:pt x="153" y="15"/>
                  <a:pt x="153" y="15"/>
                  <a:pt x="153" y="15"/>
                </a:cubicBezTo>
                <a:cubicBezTo>
                  <a:pt x="153" y="14"/>
                  <a:pt x="153" y="14"/>
                  <a:pt x="153" y="14"/>
                </a:cubicBezTo>
                <a:cubicBezTo>
                  <a:pt x="154" y="13"/>
                  <a:pt x="154" y="13"/>
                  <a:pt x="154" y="13"/>
                </a:cubicBezTo>
                <a:cubicBezTo>
                  <a:pt x="154" y="13"/>
                  <a:pt x="154" y="13"/>
                  <a:pt x="154" y="13"/>
                </a:cubicBezTo>
                <a:cubicBezTo>
                  <a:pt x="154" y="12"/>
                  <a:pt x="154" y="12"/>
                  <a:pt x="154" y="12"/>
                </a:cubicBezTo>
                <a:cubicBezTo>
                  <a:pt x="154" y="12"/>
                  <a:pt x="154" y="12"/>
                  <a:pt x="153" y="13"/>
                </a:cubicBezTo>
                <a:cubicBezTo>
                  <a:pt x="153" y="13"/>
                  <a:pt x="153" y="13"/>
                  <a:pt x="153" y="13"/>
                </a:cubicBezTo>
                <a:cubicBezTo>
                  <a:pt x="152" y="13"/>
                  <a:pt x="152" y="13"/>
                  <a:pt x="152" y="13"/>
                </a:cubicBezTo>
                <a:cubicBezTo>
                  <a:pt x="152" y="13"/>
                  <a:pt x="152" y="13"/>
                  <a:pt x="152" y="13"/>
                </a:cubicBezTo>
                <a:cubicBezTo>
                  <a:pt x="152" y="12"/>
                  <a:pt x="152" y="12"/>
                  <a:pt x="152" y="12"/>
                </a:cubicBezTo>
                <a:cubicBezTo>
                  <a:pt x="152" y="12"/>
                  <a:pt x="152" y="12"/>
                  <a:pt x="152" y="12"/>
                </a:cubicBezTo>
                <a:cubicBezTo>
                  <a:pt x="153" y="12"/>
                  <a:pt x="154" y="11"/>
                  <a:pt x="155" y="11"/>
                </a:cubicBezTo>
                <a:cubicBezTo>
                  <a:pt x="155" y="11"/>
                  <a:pt x="155" y="11"/>
                  <a:pt x="156" y="11"/>
                </a:cubicBezTo>
                <a:cubicBezTo>
                  <a:pt x="156" y="11"/>
                  <a:pt x="156" y="11"/>
                  <a:pt x="156" y="11"/>
                </a:cubicBezTo>
                <a:cubicBezTo>
                  <a:pt x="156" y="10"/>
                  <a:pt x="156" y="10"/>
                  <a:pt x="156" y="10"/>
                </a:cubicBezTo>
                <a:cubicBezTo>
                  <a:pt x="156" y="10"/>
                  <a:pt x="155" y="10"/>
                  <a:pt x="155" y="10"/>
                </a:cubicBezTo>
                <a:cubicBezTo>
                  <a:pt x="155" y="10"/>
                  <a:pt x="154" y="10"/>
                  <a:pt x="154" y="10"/>
                </a:cubicBezTo>
                <a:cubicBezTo>
                  <a:pt x="154" y="11"/>
                  <a:pt x="154" y="11"/>
                  <a:pt x="154" y="11"/>
                </a:cubicBezTo>
                <a:cubicBezTo>
                  <a:pt x="154" y="11"/>
                  <a:pt x="154" y="10"/>
                  <a:pt x="154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154" y="10"/>
                  <a:pt x="154" y="10"/>
                  <a:pt x="154" y="9"/>
                </a:cubicBezTo>
                <a:cubicBezTo>
                  <a:pt x="154" y="9"/>
                  <a:pt x="154" y="9"/>
                  <a:pt x="154" y="9"/>
                </a:cubicBezTo>
                <a:cubicBezTo>
                  <a:pt x="155" y="9"/>
                  <a:pt x="155" y="9"/>
                  <a:pt x="156" y="9"/>
                </a:cubicBezTo>
                <a:cubicBezTo>
                  <a:pt x="156" y="9"/>
                  <a:pt x="157" y="8"/>
                  <a:pt x="157" y="8"/>
                </a:cubicBezTo>
                <a:cubicBezTo>
                  <a:pt x="157" y="8"/>
                  <a:pt x="157" y="8"/>
                  <a:pt x="157" y="8"/>
                </a:cubicBezTo>
                <a:cubicBezTo>
                  <a:pt x="157" y="8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6" y="7"/>
                  <a:pt x="156" y="7"/>
                  <a:pt x="156" y="7"/>
                </a:cubicBezTo>
                <a:cubicBezTo>
                  <a:pt x="156" y="7"/>
                  <a:pt x="156" y="8"/>
                  <a:pt x="156" y="8"/>
                </a:cubicBezTo>
                <a:cubicBezTo>
                  <a:pt x="156" y="8"/>
                  <a:pt x="156" y="8"/>
                  <a:pt x="155" y="9"/>
                </a:cubicBezTo>
                <a:cubicBezTo>
                  <a:pt x="155" y="9"/>
                  <a:pt x="155" y="9"/>
                  <a:pt x="155" y="9"/>
                </a:cubicBezTo>
                <a:cubicBezTo>
                  <a:pt x="155" y="9"/>
                  <a:pt x="155" y="9"/>
                  <a:pt x="155" y="9"/>
                </a:cubicBezTo>
                <a:cubicBezTo>
                  <a:pt x="155" y="8"/>
                  <a:pt x="155" y="8"/>
                  <a:pt x="155" y="8"/>
                </a:cubicBezTo>
                <a:cubicBezTo>
                  <a:pt x="155" y="8"/>
                  <a:pt x="155" y="8"/>
                  <a:pt x="155" y="8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4" y="7"/>
                </a:cubicBezTo>
                <a:cubicBezTo>
                  <a:pt x="154" y="7"/>
                  <a:pt x="154" y="7"/>
                  <a:pt x="154" y="7"/>
                </a:cubicBezTo>
                <a:cubicBezTo>
                  <a:pt x="154" y="7"/>
                  <a:pt x="154" y="7"/>
                  <a:pt x="154" y="7"/>
                </a:cubicBezTo>
                <a:cubicBezTo>
                  <a:pt x="154" y="6"/>
                  <a:pt x="154" y="6"/>
                  <a:pt x="154" y="6"/>
                </a:cubicBezTo>
                <a:cubicBezTo>
                  <a:pt x="154" y="6"/>
                  <a:pt x="154" y="6"/>
                  <a:pt x="154" y="6"/>
                </a:cubicBezTo>
                <a:cubicBezTo>
                  <a:pt x="154" y="6"/>
                  <a:pt x="155" y="6"/>
                  <a:pt x="156" y="6"/>
                </a:cubicBezTo>
                <a:cubicBezTo>
                  <a:pt x="157" y="5"/>
                  <a:pt x="158" y="5"/>
                  <a:pt x="159" y="5"/>
                </a:cubicBezTo>
                <a:cubicBezTo>
                  <a:pt x="159" y="5"/>
                  <a:pt x="159" y="5"/>
                  <a:pt x="159" y="5"/>
                </a:cubicBezTo>
                <a:cubicBezTo>
                  <a:pt x="159" y="5"/>
                  <a:pt x="159" y="5"/>
                  <a:pt x="159" y="5"/>
                </a:cubicBezTo>
                <a:close/>
                <a:moveTo>
                  <a:pt x="166" y="8"/>
                </a:moveTo>
                <a:cubicBezTo>
                  <a:pt x="166" y="8"/>
                  <a:pt x="166" y="8"/>
                  <a:pt x="166" y="8"/>
                </a:cubicBezTo>
                <a:cubicBezTo>
                  <a:pt x="166" y="8"/>
                  <a:pt x="166" y="8"/>
                  <a:pt x="166" y="9"/>
                </a:cubicBezTo>
                <a:cubicBezTo>
                  <a:pt x="167" y="9"/>
                  <a:pt x="167" y="9"/>
                  <a:pt x="167" y="9"/>
                </a:cubicBezTo>
                <a:cubicBezTo>
                  <a:pt x="167" y="9"/>
                  <a:pt x="167" y="9"/>
                  <a:pt x="167" y="10"/>
                </a:cubicBezTo>
                <a:cubicBezTo>
                  <a:pt x="167" y="10"/>
                  <a:pt x="167" y="10"/>
                  <a:pt x="167" y="10"/>
                </a:cubicBezTo>
                <a:cubicBezTo>
                  <a:pt x="167" y="10"/>
                  <a:pt x="166" y="10"/>
                  <a:pt x="166" y="10"/>
                </a:cubicBezTo>
                <a:cubicBezTo>
                  <a:pt x="166" y="10"/>
                  <a:pt x="166" y="10"/>
                  <a:pt x="165" y="10"/>
                </a:cubicBezTo>
                <a:cubicBezTo>
                  <a:pt x="165" y="10"/>
                  <a:pt x="164" y="10"/>
                  <a:pt x="164" y="10"/>
                </a:cubicBezTo>
                <a:cubicBezTo>
                  <a:pt x="164" y="10"/>
                  <a:pt x="164" y="10"/>
                  <a:pt x="164" y="11"/>
                </a:cubicBezTo>
                <a:cubicBezTo>
                  <a:pt x="164" y="12"/>
                  <a:pt x="164" y="12"/>
                  <a:pt x="164" y="13"/>
                </a:cubicBezTo>
                <a:cubicBezTo>
                  <a:pt x="164" y="13"/>
                  <a:pt x="164" y="13"/>
                  <a:pt x="164" y="14"/>
                </a:cubicBezTo>
                <a:cubicBezTo>
                  <a:pt x="164" y="14"/>
                  <a:pt x="164" y="14"/>
                  <a:pt x="164" y="15"/>
                </a:cubicBezTo>
                <a:cubicBezTo>
                  <a:pt x="164" y="15"/>
                  <a:pt x="164" y="15"/>
                  <a:pt x="164" y="16"/>
                </a:cubicBezTo>
                <a:cubicBezTo>
                  <a:pt x="164" y="16"/>
                  <a:pt x="164" y="16"/>
                  <a:pt x="164" y="16"/>
                </a:cubicBezTo>
                <a:cubicBezTo>
                  <a:pt x="164" y="17"/>
                  <a:pt x="164" y="17"/>
                  <a:pt x="164" y="17"/>
                </a:cubicBezTo>
                <a:cubicBezTo>
                  <a:pt x="164" y="17"/>
                  <a:pt x="164" y="18"/>
                  <a:pt x="164" y="18"/>
                </a:cubicBezTo>
                <a:cubicBezTo>
                  <a:pt x="164" y="18"/>
                  <a:pt x="164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lnTo>
                  <a:pt x="163" y="17"/>
                </a:lnTo>
                <a:cubicBezTo>
                  <a:pt x="163" y="17"/>
                  <a:pt x="163" y="15"/>
                  <a:pt x="163" y="14"/>
                </a:cubicBezTo>
                <a:cubicBezTo>
                  <a:pt x="163" y="12"/>
                  <a:pt x="163" y="11"/>
                  <a:pt x="163" y="11"/>
                </a:cubicBezTo>
                <a:cubicBezTo>
                  <a:pt x="163" y="11"/>
                  <a:pt x="162" y="10"/>
                  <a:pt x="162" y="10"/>
                </a:cubicBezTo>
                <a:cubicBezTo>
                  <a:pt x="162" y="10"/>
                  <a:pt x="162" y="10"/>
                  <a:pt x="162" y="10"/>
                </a:cubicBezTo>
                <a:cubicBezTo>
                  <a:pt x="162" y="10"/>
                  <a:pt x="162" y="10"/>
                  <a:pt x="162" y="10"/>
                </a:cubicBezTo>
                <a:cubicBezTo>
                  <a:pt x="161" y="10"/>
                  <a:pt x="161" y="10"/>
                  <a:pt x="161" y="11"/>
                </a:cubicBezTo>
                <a:cubicBezTo>
                  <a:pt x="161" y="11"/>
                  <a:pt x="161" y="11"/>
                  <a:pt x="161" y="11"/>
                </a:cubicBezTo>
                <a:cubicBezTo>
                  <a:pt x="161" y="11"/>
                  <a:pt x="161" y="11"/>
                  <a:pt x="161" y="11"/>
                </a:cubicBezTo>
                <a:cubicBezTo>
                  <a:pt x="160" y="12"/>
                  <a:pt x="160" y="12"/>
                  <a:pt x="160" y="12"/>
                </a:cubicBezTo>
                <a:lnTo>
                  <a:pt x="160" y="13"/>
                </a:lnTo>
                <a:cubicBezTo>
                  <a:pt x="160" y="13"/>
                  <a:pt x="160" y="13"/>
                  <a:pt x="160" y="14"/>
                </a:cubicBezTo>
                <a:cubicBezTo>
                  <a:pt x="160" y="14"/>
                  <a:pt x="159" y="14"/>
                  <a:pt x="159" y="15"/>
                </a:cubicBezTo>
                <a:cubicBezTo>
                  <a:pt x="159" y="15"/>
                  <a:pt x="158" y="15"/>
                  <a:pt x="158" y="15"/>
                </a:cubicBezTo>
                <a:cubicBezTo>
                  <a:pt x="158" y="15"/>
                  <a:pt x="158" y="15"/>
                  <a:pt x="158" y="15"/>
                </a:cubicBezTo>
                <a:cubicBezTo>
                  <a:pt x="158" y="15"/>
                  <a:pt x="158" y="14"/>
                  <a:pt x="159" y="14"/>
                </a:cubicBezTo>
                <a:cubicBezTo>
                  <a:pt x="159" y="13"/>
                  <a:pt x="159" y="12"/>
                  <a:pt x="160" y="12"/>
                </a:cubicBezTo>
                <a:cubicBezTo>
                  <a:pt x="160" y="11"/>
                  <a:pt x="160" y="11"/>
                  <a:pt x="160" y="10"/>
                </a:cubicBezTo>
                <a:cubicBezTo>
                  <a:pt x="160" y="9"/>
                  <a:pt x="160" y="8"/>
                  <a:pt x="160" y="8"/>
                </a:cubicBezTo>
                <a:lnTo>
                  <a:pt x="160" y="7"/>
                </a:lnTo>
                <a:cubicBezTo>
                  <a:pt x="160" y="7"/>
                  <a:pt x="160" y="6"/>
                  <a:pt x="160" y="6"/>
                </a:cubicBezTo>
                <a:cubicBezTo>
                  <a:pt x="160" y="6"/>
                  <a:pt x="160" y="6"/>
                  <a:pt x="161" y="6"/>
                </a:cubicBezTo>
                <a:cubicBezTo>
                  <a:pt x="161" y="6"/>
                  <a:pt x="162" y="6"/>
                  <a:pt x="162" y="6"/>
                </a:cubicBezTo>
                <a:cubicBezTo>
                  <a:pt x="163" y="5"/>
                  <a:pt x="164" y="5"/>
                  <a:pt x="164" y="5"/>
                </a:cubicBezTo>
                <a:cubicBezTo>
                  <a:pt x="164" y="5"/>
                  <a:pt x="165" y="5"/>
                  <a:pt x="165" y="5"/>
                </a:cubicBezTo>
                <a:cubicBezTo>
                  <a:pt x="165" y="6"/>
                  <a:pt x="165" y="6"/>
                  <a:pt x="165" y="6"/>
                </a:cubicBezTo>
                <a:cubicBezTo>
                  <a:pt x="165" y="6"/>
                  <a:pt x="165" y="6"/>
                  <a:pt x="165" y="6"/>
                </a:cubicBezTo>
                <a:cubicBezTo>
                  <a:pt x="165" y="7"/>
                  <a:pt x="164" y="7"/>
                  <a:pt x="164" y="7"/>
                </a:cubicBezTo>
                <a:cubicBezTo>
                  <a:pt x="164" y="7"/>
                  <a:pt x="164" y="7"/>
                  <a:pt x="164" y="7"/>
                </a:cubicBezTo>
                <a:cubicBezTo>
                  <a:pt x="163" y="7"/>
                  <a:pt x="163" y="7"/>
                  <a:pt x="163" y="7"/>
                </a:cubicBezTo>
                <a:cubicBezTo>
                  <a:pt x="162" y="7"/>
                  <a:pt x="162" y="7"/>
                  <a:pt x="161" y="8"/>
                </a:cubicBezTo>
                <a:cubicBezTo>
                  <a:pt x="161" y="8"/>
                  <a:pt x="161" y="9"/>
                  <a:pt x="161" y="9"/>
                </a:cubicBezTo>
                <a:cubicBezTo>
                  <a:pt x="161" y="9"/>
                  <a:pt x="161" y="9"/>
                  <a:pt x="161" y="9"/>
                </a:cubicBezTo>
                <a:cubicBezTo>
                  <a:pt x="161" y="9"/>
                  <a:pt x="162" y="9"/>
                  <a:pt x="163" y="9"/>
                </a:cubicBezTo>
                <a:cubicBezTo>
                  <a:pt x="163" y="8"/>
                  <a:pt x="164" y="8"/>
                  <a:pt x="165" y="8"/>
                </a:cubicBezTo>
                <a:cubicBezTo>
                  <a:pt x="165" y="8"/>
                  <a:pt x="165" y="8"/>
                  <a:pt x="166" y="8"/>
                </a:cubicBezTo>
                <a:close/>
              </a:path>
              <a:path w="192" h="20">
                <a:moveTo>
                  <a:pt x="28" y="11"/>
                </a:moveTo>
                <a:cubicBezTo>
                  <a:pt x="28" y="11"/>
                  <a:pt x="28" y="11"/>
                  <a:pt x="28" y="11"/>
                </a:cubicBezTo>
                <a:cubicBezTo>
                  <a:pt x="28" y="11"/>
                  <a:pt x="29" y="10"/>
                  <a:pt x="30" y="10"/>
                </a:cubicBezTo>
                <a:cubicBezTo>
                  <a:pt x="30" y="10"/>
                  <a:pt x="30" y="10"/>
                  <a:pt x="30" y="10"/>
                </a:cubicBezTo>
                <a:cubicBezTo>
                  <a:pt x="30" y="10"/>
                  <a:pt x="30" y="9"/>
                  <a:pt x="30" y="9"/>
                </a:cubicBezTo>
                <a:lnTo>
                  <a:pt x="30" y="7"/>
                </a:lnTo>
                <a:cubicBezTo>
                  <a:pt x="30" y="6"/>
                  <a:pt x="30" y="6"/>
                  <a:pt x="30" y="6"/>
                </a:cubicBezTo>
                <a:cubicBezTo>
                  <a:pt x="29" y="6"/>
                  <a:pt x="29" y="6"/>
                  <a:pt x="29" y="6"/>
                </a:cubicBezTo>
                <a:cubicBezTo>
                  <a:pt x="29" y="6"/>
                  <a:pt x="29" y="6"/>
                  <a:pt x="29" y="6"/>
                </a:cubicBezTo>
                <a:cubicBezTo>
                  <a:pt x="28" y="6"/>
                  <a:pt x="28" y="6"/>
                  <a:pt x="28" y="6"/>
                </a:cubicBezTo>
                <a:cubicBezTo>
                  <a:pt x="28" y="7"/>
                  <a:pt x="28" y="7"/>
                  <a:pt x="28" y="7"/>
                </a:cubicBezTo>
                <a:cubicBezTo>
                  <a:pt x="28" y="7"/>
                  <a:pt x="28" y="7"/>
                  <a:pt x="28" y="7"/>
                </a:cubicBezTo>
                <a:cubicBezTo>
                  <a:pt x="28" y="8"/>
                  <a:pt x="29" y="8"/>
                  <a:pt x="29" y="8"/>
                </a:cubicBezTo>
                <a:cubicBezTo>
                  <a:pt x="29" y="8"/>
                  <a:pt x="29" y="8"/>
                  <a:pt x="29" y="9"/>
                </a:cubicBezTo>
                <a:cubicBezTo>
                  <a:pt x="29" y="9"/>
                  <a:pt x="29" y="9"/>
                  <a:pt x="29" y="9"/>
                </a:cubicBezTo>
                <a:cubicBezTo>
                  <a:pt x="29" y="9"/>
                  <a:pt x="28" y="9"/>
                  <a:pt x="28" y="9"/>
                </a:cubicBezTo>
                <a:cubicBezTo>
                  <a:pt x="28" y="9"/>
                  <a:pt x="28" y="9"/>
                  <a:pt x="28" y="10"/>
                </a:cubicBezTo>
                <a:cubicBezTo>
                  <a:pt x="28" y="10"/>
                  <a:pt x="28" y="10"/>
                  <a:pt x="28" y="10"/>
                </a:cubicBezTo>
                <a:cubicBezTo>
                  <a:pt x="28" y="10"/>
                  <a:pt x="28" y="11"/>
                  <a:pt x="28" y="11"/>
                </a:cubicBezTo>
                <a:cubicBezTo>
                  <a:pt x="28" y="11"/>
                  <a:pt x="28" y="11"/>
                  <a:pt x="28" y="11"/>
                </a:cubicBezTo>
                <a:close/>
              </a:path>
              <a:path w="192" h="20">
                <a:moveTo>
                  <a:pt x="53" y="8"/>
                </a:moveTo>
                <a:cubicBezTo>
                  <a:pt x="53" y="7"/>
                  <a:pt x="53" y="7"/>
                  <a:pt x="52" y="7"/>
                </a:cubicBezTo>
                <a:cubicBezTo>
                  <a:pt x="52" y="7"/>
                  <a:pt x="52" y="7"/>
                  <a:pt x="52" y="7"/>
                </a:cubicBezTo>
                <a:cubicBezTo>
                  <a:pt x="52" y="7"/>
                  <a:pt x="52" y="7"/>
                  <a:pt x="52" y="7"/>
                </a:cubicBezTo>
                <a:cubicBezTo>
                  <a:pt x="52" y="7"/>
                  <a:pt x="52" y="7"/>
                  <a:pt x="52" y="8"/>
                </a:cubicBezTo>
                <a:cubicBezTo>
                  <a:pt x="51" y="8"/>
                  <a:pt x="51" y="9"/>
                  <a:pt x="51" y="9"/>
                </a:cubicBezTo>
                <a:cubicBezTo>
                  <a:pt x="51" y="9"/>
                  <a:pt x="52" y="9"/>
                  <a:pt x="52" y="9"/>
                </a:cubicBezTo>
                <a:cubicBezTo>
                  <a:pt x="52" y="9"/>
                  <a:pt x="52" y="9"/>
                  <a:pt x="52" y="9"/>
                </a:cubicBezTo>
                <a:cubicBezTo>
                  <a:pt x="53" y="8"/>
                  <a:pt x="53" y="8"/>
                  <a:pt x="53" y="8"/>
                </a:cubicBezTo>
                <a:close/>
              </a:path>
              <a:path w="192" h="20">
                <a:moveTo>
                  <a:pt x="50" y="8"/>
                </a:moveTo>
                <a:cubicBezTo>
                  <a:pt x="50" y="8"/>
                  <a:pt x="50" y="8"/>
                  <a:pt x="50" y="7"/>
                </a:cubicBezTo>
                <a:cubicBezTo>
                  <a:pt x="50" y="7"/>
                  <a:pt x="50" y="7"/>
                  <a:pt x="50" y="7"/>
                </a:cubicBezTo>
                <a:cubicBezTo>
                  <a:pt x="50" y="7"/>
                  <a:pt x="50" y="7"/>
                  <a:pt x="50" y="7"/>
                </a:cubicBezTo>
                <a:cubicBezTo>
                  <a:pt x="50" y="7"/>
                  <a:pt x="50" y="8"/>
                  <a:pt x="50" y="8"/>
                </a:cubicBezTo>
                <a:cubicBezTo>
                  <a:pt x="50" y="8"/>
                  <a:pt x="50" y="8"/>
                  <a:pt x="50" y="9"/>
                </a:cubicBezTo>
                <a:cubicBezTo>
                  <a:pt x="50" y="9"/>
                  <a:pt x="50" y="9"/>
                  <a:pt x="50" y="9"/>
                </a:cubicBezTo>
                <a:cubicBezTo>
                  <a:pt x="50" y="9"/>
                  <a:pt x="50" y="9"/>
                  <a:pt x="50" y="9"/>
                </a:cubicBezTo>
                <a:cubicBezTo>
                  <a:pt x="50" y="8"/>
                  <a:pt x="50" y="8"/>
                  <a:pt x="50" y="8"/>
                </a:cubicBezTo>
                <a:close/>
              </a:path>
              <a:path w="192" h="20">
                <a:moveTo>
                  <a:pt x="49" y="9"/>
                </a:moveTo>
                <a:cubicBezTo>
                  <a:pt x="49" y="9"/>
                  <a:pt x="49" y="9"/>
                  <a:pt x="49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9"/>
                  <a:pt x="48" y="9"/>
                  <a:pt x="48" y="9"/>
                </a:cubicBezTo>
                <a:cubicBezTo>
                  <a:pt x="48" y="9"/>
                  <a:pt x="48" y="9"/>
                  <a:pt x="48" y="9"/>
                </a:cubicBezTo>
                <a:cubicBezTo>
                  <a:pt x="49" y="9"/>
                  <a:pt x="49" y="9"/>
                  <a:pt x="49" y="9"/>
                </a:cubicBezTo>
                <a:close/>
              </a:path>
              <a:path w="192" h="20">
                <a:moveTo>
                  <a:pt x="51" y="13"/>
                </a:moveTo>
                <a:cubicBezTo>
                  <a:pt x="51" y="13"/>
                  <a:pt x="51" y="13"/>
                  <a:pt x="51" y="13"/>
                </a:cubicBezTo>
                <a:cubicBezTo>
                  <a:pt x="51" y="13"/>
                  <a:pt x="52" y="13"/>
                  <a:pt x="52" y="13"/>
                </a:cubicBezTo>
                <a:cubicBezTo>
                  <a:pt x="52" y="13"/>
                  <a:pt x="52" y="12"/>
                  <a:pt x="52" y="12"/>
                </a:cubicBezTo>
                <a:cubicBezTo>
                  <a:pt x="52" y="12"/>
                  <a:pt x="52" y="12"/>
                  <a:pt x="51" y="12"/>
                </a:cubicBezTo>
                <a:cubicBezTo>
                  <a:pt x="51" y="12"/>
                  <a:pt x="51" y="12"/>
                  <a:pt x="51" y="12"/>
                </a:cubicBezTo>
                <a:cubicBezTo>
                  <a:pt x="51" y="12"/>
                  <a:pt x="51" y="12"/>
                  <a:pt x="50" y="12"/>
                </a:cubicBezTo>
                <a:cubicBezTo>
                  <a:pt x="50" y="12"/>
                  <a:pt x="50" y="12"/>
                  <a:pt x="50" y="12"/>
                </a:cubicBezTo>
                <a:cubicBezTo>
                  <a:pt x="50" y="12"/>
                  <a:pt x="50" y="12"/>
                  <a:pt x="50" y="13"/>
                </a:cubicBezTo>
                <a:cubicBezTo>
                  <a:pt x="50" y="13"/>
                  <a:pt x="50" y="13"/>
                  <a:pt x="51" y="13"/>
                </a:cubicBezTo>
                <a:close/>
              </a:path>
              <a:path w="192" h="20">
                <a:moveTo>
                  <a:pt x="51" y="15"/>
                </a:moveTo>
                <a:cubicBezTo>
                  <a:pt x="52" y="15"/>
                  <a:pt x="52" y="15"/>
                  <a:pt x="52" y="15"/>
                </a:cubicBezTo>
                <a:cubicBezTo>
                  <a:pt x="53" y="15"/>
                  <a:pt x="53" y="15"/>
                  <a:pt x="53" y="14"/>
                </a:cubicBezTo>
                <a:cubicBezTo>
                  <a:pt x="53" y="14"/>
                  <a:pt x="53" y="14"/>
                  <a:pt x="53" y="13"/>
                </a:cubicBezTo>
                <a:cubicBezTo>
                  <a:pt x="52" y="13"/>
                  <a:pt x="52" y="13"/>
                  <a:pt x="52" y="13"/>
                </a:cubicBezTo>
                <a:cubicBezTo>
                  <a:pt x="52" y="13"/>
                  <a:pt x="52" y="13"/>
                  <a:pt x="52" y="13"/>
                </a:cubicBezTo>
                <a:cubicBezTo>
                  <a:pt x="52" y="13"/>
                  <a:pt x="51" y="14"/>
                  <a:pt x="51" y="14"/>
                </a:cubicBezTo>
                <a:cubicBezTo>
                  <a:pt x="51" y="14"/>
                  <a:pt x="51" y="14"/>
                  <a:pt x="51" y="14"/>
                </a:cubicBezTo>
                <a:lnTo>
                  <a:pt x="50" y="14"/>
                </a:lnTo>
                <a:cubicBezTo>
                  <a:pt x="50" y="14"/>
                  <a:pt x="50" y="14"/>
                  <a:pt x="49" y="12"/>
                </a:cubicBezTo>
                <a:cubicBezTo>
                  <a:pt x="49" y="12"/>
                  <a:pt x="49" y="12"/>
                  <a:pt x="49" y="12"/>
                </a:cubicBezTo>
                <a:cubicBezTo>
                  <a:pt x="49" y="12"/>
                  <a:pt x="49" y="12"/>
                  <a:pt x="49" y="12"/>
                </a:cubicBezTo>
                <a:cubicBezTo>
                  <a:pt x="49" y="12"/>
                  <a:pt x="49" y="12"/>
                  <a:pt x="49" y="13"/>
                </a:cubicBezTo>
                <a:cubicBezTo>
                  <a:pt x="49" y="13"/>
                  <a:pt x="49" y="13"/>
                  <a:pt x="49" y="13"/>
                </a:cubicBezTo>
                <a:cubicBezTo>
                  <a:pt x="49" y="14"/>
                  <a:pt x="49" y="14"/>
                  <a:pt x="49" y="15"/>
                </a:cubicBezTo>
                <a:cubicBezTo>
                  <a:pt x="50" y="15"/>
                  <a:pt x="50" y="15"/>
                  <a:pt x="51" y="15"/>
                </a:cubicBezTo>
                <a:close/>
              </a:path>
              <a:path w="192" h="20">
                <a:moveTo>
                  <a:pt x="68" y="8"/>
                </a:moveTo>
                <a:cubicBezTo>
                  <a:pt x="68" y="8"/>
                  <a:pt x="69" y="8"/>
                  <a:pt x="69" y="8"/>
                </a:cubicBezTo>
                <a:cubicBezTo>
                  <a:pt x="69" y="8"/>
                  <a:pt x="69" y="7"/>
                  <a:pt x="69" y="7"/>
                </a:cubicBezTo>
                <a:cubicBezTo>
                  <a:pt x="69" y="7"/>
                  <a:pt x="69" y="6"/>
                  <a:pt x="69" y="6"/>
                </a:cubicBezTo>
                <a:cubicBezTo>
                  <a:pt x="69" y="6"/>
                  <a:pt x="69" y="5"/>
                  <a:pt x="69" y="5"/>
                </a:cubicBezTo>
                <a:cubicBezTo>
                  <a:pt x="68" y="5"/>
                  <a:pt x="68" y="5"/>
                  <a:pt x="68" y="5"/>
                </a:cubicBezTo>
                <a:cubicBezTo>
                  <a:pt x="68" y="5"/>
                  <a:pt x="67" y="5"/>
                  <a:pt x="67" y="5"/>
                </a:cubicBezTo>
                <a:cubicBezTo>
                  <a:pt x="67" y="5"/>
                  <a:pt x="67" y="5"/>
                  <a:pt x="66" y="5"/>
                </a:cubicBezTo>
                <a:cubicBezTo>
                  <a:pt x="66" y="6"/>
                  <a:pt x="66" y="6"/>
                  <a:pt x="65" y="6"/>
                </a:cubicBezTo>
                <a:cubicBezTo>
                  <a:pt x="65" y="6"/>
                  <a:pt x="65" y="6"/>
                  <a:pt x="65" y="6"/>
                </a:cubicBezTo>
                <a:cubicBezTo>
                  <a:pt x="65" y="6"/>
                  <a:pt x="65" y="6"/>
                  <a:pt x="65" y="6"/>
                </a:cubicBezTo>
                <a:cubicBezTo>
                  <a:pt x="65" y="7"/>
                  <a:pt x="65" y="7"/>
                  <a:pt x="65" y="8"/>
                </a:cubicBezTo>
                <a:cubicBezTo>
                  <a:pt x="65" y="8"/>
                  <a:pt x="65" y="8"/>
                  <a:pt x="65" y="8"/>
                </a:cubicBezTo>
                <a:cubicBezTo>
                  <a:pt x="66" y="8"/>
                  <a:pt x="66" y="8"/>
                  <a:pt x="66" y="8"/>
                </a:cubicBezTo>
                <a:cubicBezTo>
                  <a:pt x="67" y="7"/>
                  <a:pt x="68" y="7"/>
                  <a:pt x="68" y="7"/>
                </a:cubicBezTo>
                <a:cubicBezTo>
                  <a:pt x="68" y="7"/>
                  <a:pt x="68" y="7"/>
                  <a:pt x="68" y="8"/>
                </a:cubicBezTo>
                <a:cubicBezTo>
                  <a:pt x="68" y="8"/>
                  <a:pt x="68" y="8"/>
                  <a:pt x="68" y="8"/>
                </a:cubicBezTo>
                <a:close/>
                <a:moveTo>
                  <a:pt x="68" y="6"/>
                </a:moveTo>
                <a:cubicBezTo>
                  <a:pt x="68" y="6"/>
                  <a:pt x="68" y="6"/>
                  <a:pt x="68" y="6"/>
                </a:cubicBezTo>
                <a:cubicBezTo>
                  <a:pt x="68" y="7"/>
                  <a:pt x="68" y="7"/>
                  <a:pt x="67" y="7"/>
                </a:cubicBezTo>
                <a:cubicBezTo>
                  <a:pt x="67" y="7"/>
                  <a:pt x="66" y="7"/>
                  <a:pt x="66" y="7"/>
                </a:cubicBezTo>
                <a:cubicBezTo>
                  <a:pt x="66" y="7"/>
                  <a:pt x="66" y="7"/>
                  <a:pt x="66" y="7"/>
                </a:cubicBezTo>
                <a:cubicBezTo>
                  <a:pt x="65" y="7"/>
                  <a:pt x="65" y="7"/>
                  <a:pt x="65" y="6"/>
                </a:cubicBezTo>
                <a:cubicBezTo>
                  <a:pt x="65" y="6"/>
                  <a:pt x="66" y="6"/>
                  <a:pt x="66" y="6"/>
                </a:cubicBezTo>
                <a:cubicBezTo>
                  <a:pt x="66" y="6"/>
                  <a:pt x="67" y="6"/>
                  <a:pt x="67" y="6"/>
                </a:cubicBezTo>
                <a:cubicBezTo>
                  <a:pt x="67" y="6"/>
                  <a:pt x="67" y="6"/>
                  <a:pt x="68" y="6"/>
                </a:cubicBezTo>
                <a:close/>
              </a:path>
              <a:path w="192" h="20">
                <a:moveTo>
                  <a:pt x="127" y="7"/>
                </a:moveTo>
                <a:cubicBezTo>
                  <a:pt x="127" y="7"/>
                  <a:pt x="127" y="7"/>
                  <a:pt x="127" y="7"/>
                </a:cubicBezTo>
                <a:cubicBezTo>
                  <a:pt x="127" y="7"/>
                  <a:pt x="127" y="7"/>
                  <a:pt x="127" y="6"/>
                </a:cubicBezTo>
                <a:cubicBezTo>
                  <a:pt x="127" y="6"/>
                  <a:pt x="127" y="5"/>
                  <a:pt x="127" y="5"/>
                </a:cubicBezTo>
                <a:cubicBezTo>
                  <a:pt x="127" y="4"/>
                  <a:pt x="127" y="4"/>
                  <a:pt x="127" y="3"/>
                </a:cubicBezTo>
                <a:cubicBezTo>
                  <a:pt x="127" y="3"/>
                  <a:pt x="127" y="3"/>
                  <a:pt x="127" y="3"/>
                </a:cubicBezTo>
                <a:cubicBezTo>
                  <a:pt x="127" y="3"/>
                  <a:pt x="127" y="3"/>
                  <a:pt x="127" y="3"/>
                </a:cubicBezTo>
                <a:cubicBezTo>
                  <a:pt x="127" y="3"/>
                  <a:pt x="126" y="3"/>
                  <a:pt x="126" y="3"/>
                </a:cubicBezTo>
                <a:cubicBezTo>
                  <a:pt x="125" y="3"/>
                  <a:pt x="125" y="3"/>
                  <a:pt x="125" y="4"/>
                </a:cubicBezTo>
                <a:cubicBezTo>
                  <a:pt x="125" y="4"/>
                  <a:pt x="125" y="4"/>
                  <a:pt x="125" y="4"/>
                </a:cubicBezTo>
                <a:cubicBezTo>
                  <a:pt x="125" y="4"/>
                  <a:pt x="125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5"/>
                  <a:pt x="126" y="5"/>
                  <a:pt x="126" y="5"/>
                </a:cubicBezTo>
                <a:cubicBezTo>
                  <a:pt x="125" y="5"/>
                  <a:pt x="125" y="5"/>
                  <a:pt x="125" y="5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6" y="6"/>
                </a:cubicBezTo>
                <a:cubicBezTo>
                  <a:pt x="126" y="6"/>
                  <a:pt x="126" y="6"/>
                  <a:pt x="126" y="6"/>
                </a:cubicBezTo>
                <a:cubicBezTo>
                  <a:pt x="126" y="6"/>
                  <a:pt x="126" y="6"/>
                  <a:pt x="126" y="6"/>
                </a:cubicBezTo>
                <a:cubicBezTo>
                  <a:pt x="126" y="6"/>
                  <a:pt x="126" y="6"/>
                  <a:pt x="127" y="7"/>
                </a:cubicBezTo>
                <a:cubicBezTo>
                  <a:pt x="127" y="7"/>
                  <a:pt x="127" y="7"/>
                  <a:pt x="127" y="7"/>
                </a:cubicBezTo>
                <a:close/>
              </a:path>
              <a:path w="192" h="20">
                <a:moveTo>
                  <a:pt x="125" y="13"/>
                </a:moveTo>
                <a:cubicBezTo>
                  <a:pt x="125" y="13"/>
                  <a:pt x="125" y="13"/>
                  <a:pt x="125" y="13"/>
                </a:cubicBezTo>
                <a:cubicBezTo>
                  <a:pt x="125" y="13"/>
                  <a:pt x="125" y="12"/>
                  <a:pt x="125" y="12"/>
                </a:cubicBezTo>
                <a:cubicBezTo>
                  <a:pt x="126" y="12"/>
                  <a:pt x="126" y="11"/>
                  <a:pt x="126" y="11"/>
                </a:cubicBezTo>
                <a:cubicBezTo>
                  <a:pt x="126" y="11"/>
                  <a:pt x="125" y="11"/>
                  <a:pt x="125" y="10"/>
                </a:cubicBezTo>
                <a:cubicBezTo>
                  <a:pt x="125" y="10"/>
                  <a:pt x="125" y="10"/>
                  <a:pt x="125" y="10"/>
                </a:cubicBezTo>
                <a:cubicBezTo>
                  <a:pt x="125" y="10"/>
                  <a:pt x="125" y="10"/>
                  <a:pt x="125" y="10"/>
                </a:cubicBezTo>
                <a:cubicBezTo>
                  <a:pt x="124" y="10"/>
                  <a:pt x="124" y="10"/>
                  <a:pt x="124" y="11"/>
                </a:cubicBezTo>
                <a:cubicBezTo>
                  <a:pt x="124" y="11"/>
                  <a:pt x="124" y="11"/>
                  <a:pt x="124" y="11"/>
                </a:cubicBezTo>
                <a:cubicBezTo>
                  <a:pt x="124" y="12"/>
                  <a:pt x="124" y="12"/>
                  <a:pt x="124" y="12"/>
                </a:cubicBezTo>
                <a:cubicBezTo>
                  <a:pt x="125" y="12"/>
                  <a:pt x="125" y="12"/>
                  <a:pt x="125" y="12"/>
                </a:cubicBezTo>
                <a:cubicBezTo>
                  <a:pt x="125" y="13"/>
                  <a:pt x="125" y="13"/>
                  <a:pt x="125" y="13"/>
                </a:cubicBezTo>
                <a:close/>
              </a:path>
              <a:path w="192" h="20">
                <a:moveTo>
                  <a:pt x="156" y="13"/>
                </a:moveTo>
                <a:cubicBezTo>
                  <a:pt x="156" y="13"/>
                  <a:pt x="156" y="12"/>
                  <a:pt x="156" y="12"/>
                </a:cubicBezTo>
                <a:cubicBezTo>
                  <a:pt x="156" y="12"/>
                  <a:pt x="156" y="12"/>
                  <a:pt x="156" y="12"/>
                </a:cubicBezTo>
                <a:cubicBezTo>
                  <a:pt x="156" y="12"/>
                  <a:pt x="156" y="12"/>
                  <a:pt x="156" y="12"/>
                </a:cubicBezTo>
                <a:cubicBezTo>
                  <a:pt x="156" y="12"/>
                  <a:pt x="156" y="12"/>
                  <a:pt x="155" y="12"/>
                </a:cubicBezTo>
                <a:cubicBezTo>
                  <a:pt x="155" y="12"/>
                  <a:pt x="155" y="12"/>
                  <a:pt x="155" y="12"/>
                </a:cubicBezTo>
                <a:cubicBezTo>
                  <a:pt x="155" y="12"/>
                  <a:pt x="155" y="12"/>
                  <a:pt x="155" y="13"/>
                </a:cubicBezTo>
                <a:cubicBezTo>
                  <a:pt x="155" y="13"/>
                  <a:pt x="155" y="13"/>
                  <a:pt x="155" y="13"/>
                </a:cubicBezTo>
                <a:cubicBezTo>
                  <a:pt x="155" y="14"/>
                  <a:pt x="155" y="14"/>
                  <a:pt x="155" y="14"/>
                </a:cubicBezTo>
                <a:cubicBezTo>
                  <a:pt x="155" y="14"/>
                  <a:pt x="155" y="14"/>
                  <a:pt x="155" y="14"/>
                </a:cubicBezTo>
                <a:cubicBezTo>
                  <a:pt x="155" y="14"/>
                  <a:pt x="155" y="14"/>
                  <a:pt x="156" y="14"/>
                </a:cubicBezTo>
                <a:cubicBezTo>
                  <a:pt x="156" y="14"/>
                  <a:pt x="156" y="14"/>
                  <a:pt x="156" y="14"/>
                </a:cubicBezTo>
                <a:cubicBezTo>
                  <a:pt x="156" y="14"/>
                  <a:pt x="156" y="14"/>
                  <a:pt x="156" y="14"/>
                </a:cubicBezTo>
                <a:cubicBezTo>
                  <a:pt x="156" y="13"/>
                  <a:pt x="156" y="13"/>
                  <a:pt x="156" y="13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2" name="Rectangle 13"/>
          <p:cNvSpPr>
            <a:spLocks noGrp="1"/>
          </p:cNvSpPr>
          <p:nvPr/>
        </p:nvSpPr>
        <p:spPr>
          <a:xfrm>
            <a:off x="9971521" y="260515"/>
            <a:ext cx="182870" cy="6350"/>
          </a:xfrm>
          <a:prstGeom prst="rect">
            <a:avLst/>
          </a:prstGeom>
          <a:solidFill>
            <a:srgbClr val="005A9F"/>
          </a:solidFill>
          <a:ln>
            <a:noFill/>
          </a:ln>
        </p:spPr>
      </p:sp>
      <p:sp>
        <p:nvSpPr>
          <p:cNvPr id="13" name="Freeform 14"/>
          <p:cNvSpPr>
            <a:spLocks noGrp="1"/>
          </p:cNvSpPr>
          <p:nvPr/>
        </p:nvSpPr>
        <p:spPr>
          <a:xfrm>
            <a:off x="9881355" y="177969"/>
            <a:ext cx="358121" cy="91435"/>
          </a:xfrm>
          <a:custGeom>
            <a:avLst/>
            <a:gdLst/>
            <a:ahLst/>
            <a:cxnLst/>
            <a:rect l="l" t="t" r="r" b="b"/>
            <a:pathLst>
              <a:path w="232" h="59">
                <a:moveTo>
                  <a:pt x="7" y="34"/>
                </a:moveTo>
                <a:lnTo>
                  <a:pt x="2" y="31"/>
                </a:lnTo>
                <a:lnTo>
                  <a:pt x="1" y="31"/>
                </a:lnTo>
                <a:lnTo>
                  <a:pt x="1" y="30"/>
                </a:lnTo>
                <a:lnTo>
                  <a:pt x="2" y="30"/>
                </a:lnTo>
                <a:lnTo>
                  <a:pt x="3" y="30"/>
                </a:lnTo>
                <a:lnTo>
                  <a:pt x="3" y="29"/>
                </a:lnTo>
                <a:lnTo>
                  <a:pt x="4" y="29"/>
                </a:lnTo>
                <a:lnTo>
                  <a:pt x="5" y="30"/>
                </a:lnTo>
                <a:lnTo>
                  <a:pt x="6" y="30"/>
                </a:lnTo>
                <a:lnTo>
                  <a:pt x="7" y="31"/>
                </a:lnTo>
                <a:lnTo>
                  <a:pt x="7" y="32"/>
                </a:lnTo>
                <a:lnTo>
                  <a:pt x="8" y="34"/>
                </a:lnTo>
                <a:lnTo>
                  <a:pt x="9" y="33"/>
                </a:lnTo>
                <a:lnTo>
                  <a:pt x="9" y="28"/>
                </a:lnTo>
                <a:lnTo>
                  <a:pt x="9" y="27"/>
                </a:lnTo>
                <a:lnTo>
                  <a:pt x="9" y="26"/>
                </a:lnTo>
                <a:lnTo>
                  <a:pt x="10" y="26"/>
                </a:lnTo>
                <a:lnTo>
                  <a:pt x="11" y="26"/>
                </a:lnTo>
                <a:lnTo>
                  <a:pt x="12" y="26"/>
                </a:lnTo>
                <a:lnTo>
                  <a:pt x="13" y="26"/>
                </a:lnTo>
                <a:lnTo>
                  <a:pt x="14" y="27"/>
                </a:lnTo>
                <a:lnTo>
                  <a:pt x="14" y="28"/>
                </a:lnTo>
                <a:lnTo>
                  <a:pt x="15" y="28"/>
                </a:lnTo>
                <a:lnTo>
                  <a:pt x="15" y="29"/>
                </a:lnTo>
                <a:lnTo>
                  <a:pt x="14" y="29"/>
                </a:lnTo>
                <a:lnTo>
                  <a:pt x="12" y="32"/>
                </a:lnTo>
                <a:lnTo>
                  <a:pt x="12" y="33"/>
                </a:lnTo>
                <a:lnTo>
                  <a:pt x="11" y="33"/>
                </a:lnTo>
                <a:lnTo>
                  <a:pt x="11" y="34"/>
                </a:lnTo>
                <a:lnTo>
                  <a:pt x="11" y="35"/>
                </a:lnTo>
                <a:lnTo>
                  <a:pt x="11" y="37"/>
                </a:lnTo>
                <a:lnTo>
                  <a:pt x="13" y="37"/>
                </a:lnTo>
                <a:lnTo>
                  <a:pt x="14" y="36"/>
                </a:lnTo>
                <a:lnTo>
                  <a:pt x="14" y="35"/>
                </a:lnTo>
                <a:lnTo>
                  <a:pt x="14" y="34"/>
                </a:lnTo>
                <a:lnTo>
                  <a:pt x="14" y="33"/>
                </a:lnTo>
                <a:lnTo>
                  <a:pt x="13" y="33"/>
                </a:lnTo>
                <a:lnTo>
                  <a:pt x="13" y="32"/>
                </a:lnTo>
                <a:lnTo>
                  <a:pt x="14" y="32"/>
                </a:lnTo>
                <a:lnTo>
                  <a:pt x="16" y="32"/>
                </a:lnTo>
                <a:lnTo>
                  <a:pt x="17" y="32"/>
                </a:lnTo>
                <a:lnTo>
                  <a:pt x="18" y="32"/>
                </a:lnTo>
                <a:lnTo>
                  <a:pt x="18" y="33"/>
                </a:lnTo>
                <a:lnTo>
                  <a:pt x="18" y="34"/>
                </a:lnTo>
                <a:lnTo>
                  <a:pt x="17" y="34"/>
                </a:lnTo>
                <a:lnTo>
                  <a:pt x="17" y="35"/>
                </a:lnTo>
                <a:lnTo>
                  <a:pt x="17" y="36"/>
                </a:lnTo>
                <a:lnTo>
                  <a:pt x="16" y="36"/>
                </a:lnTo>
                <a:lnTo>
                  <a:pt x="16" y="38"/>
                </a:lnTo>
                <a:lnTo>
                  <a:pt x="17" y="38"/>
                </a:lnTo>
                <a:lnTo>
                  <a:pt x="19" y="35"/>
                </a:lnTo>
                <a:lnTo>
                  <a:pt x="19" y="34"/>
                </a:lnTo>
                <a:lnTo>
                  <a:pt x="20" y="34"/>
                </a:lnTo>
                <a:lnTo>
                  <a:pt x="21" y="34"/>
                </a:lnTo>
                <a:lnTo>
                  <a:pt x="22" y="34"/>
                </a:lnTo>
                <a:lnTo>
                  <a:pt x="22" y="35"/>
                </a:lnTo>
                <a:lnTo>
                  <a:pt x="23" y="35"/>
                </a:lnTo>
                <a:lnTo>
                  <a:pt x="23" y="36"/>
                </a:lnTo>
                <a:lnTo>
                  <a:pt x="22" y="36"/>
                </a:lnTo>
                <a:lnTo>
                  <a:pt x="19" y="42"/>
                </a:lnTo>
                <a:lnTo>
                  <a:pt x="18" y="42"/>
                </a:lnTo>
                <a:lnTo>
                  <a:pt x="18" y="43"/>
                </a:lnTo>
                <a:lnTo>
                  <a:pt x="19" y="43"/>
                </a:lnTo>
                <a:lnTo>
                  <a:pt x="20" y="43"/>
                </a:lnTo>
                <a:lnTo>
                  <a:pt x="22" y="43"/>
                </a:lnTo>
                <a:lnTo>
                  <a:pt x="23" y="43"/>
                </a:lnTo>
                <a:lnTo>
                  <a:pt x="23" y="44"/>
                </a:lnTo>
                <a:lnTo>
                  <a:pt x="20" y="48"/>
                </a:lnTo>
                <a:lnTo>
                  <a:pt x="24" y="54"/>
                </a:lnTo>
                <a:lnTo>
                  <a:pt x="24" y="56"/>
                </a:lnTo>
                <a:lnTo>
                  <a:pt x="25" y="57"/>
                </a:lnTo>
                <a:lnTo>
                  <a:pt x="25" y="58"/>
                </a:lnTo>
                <a:lnTo>
                  <a:pt x="25" y="59"/>
                </a:lnTo>
                <a:lnTo>
                  <a:pt x="24" y="59"/>
                </a:lnTo>
                <a:lnTo>
                  <a:pt x="23" y="59"/>
                </a:lnTo>
                <a:lnTo>
                  <a:pt x="22" y="59"/>
                </a:lnTo>
                <a:lnTo>
                  <a:pt x="22" y="58"/>
                </a:lnTo>
                <a:lnTo>
                  <a:pt x="17" y="51"/>
                </a:lnTo>
                <a:lnTo>
                  <a:pt x="13" y="57"/>
                </a:lnTo>
                <a:lnTo>
                  <a:pt x="12" y="58"/>
                </a:lnTo>
                <a:lnTo>
                  <a:pt x="11" y="58"/>
                </a:lnTo>
                <a:lnTo>
                  <a:pt x="10" y="58"/>
                </a:lnTo>
                <a:lnTo>
                  <a:pt x="10" y="57"/>
                </a:lnTo>
                <a:lnTo>
                  <a:pt x="12" y="52"/>
                </a:lnTo>
                <a:lnTo>
                  <a:pt x="14" y="47"/>
                </a:lnTo>
                <a:lnTo>
                  <a:pt x="14" y="46"/>
                </a:lnTo>
                <a:lnTo>
                  <a:pt x="13" y="46"/>
                </a:lnTo>
                <a:lnTo>
                  <a:pt x="8" y="53"/>
                </a:lnTo>
                <a:lnTo>
                  <a:pt x="7" y="54"/>
                </a:lnTo>
                <a:lnTo>
                  <a:pt x="7" y="55"/>
                </a:lnTo>
                <a:lnTo>
                  <a:pt x="6" y="55"/>
                </a:lnTo>
                <a:lnTo>
                  <a:pt x="5" y="56"/>
                </a:lnTo>
                <a:lnTo>
                  <a:pt x="3" y="56"/>
                </a:lnTo>
                <a:lnTo>
                  <a:pt x="2" y="55"/>
                </a:lnTo>
                <a:lnTo>
                  <a:pt x="12" y="44"/>
                </a:lnTo>
                <a:lnTo>
                  <a:pt x="11" y="42"/>
                </a:lnTo>
                <a:lnTo>
                  <a:pt x="11" y="43"/>
                </a:lnTo>
                <a:lnTo>
                  <a:pt x="10" y="43"/>
                </a:lnTo>
                <a:lnTo>
                  <a:pt x="10" y="44"/>
                </a:lnTo>
                <a:lnTo>
                  <a:pt x="10" y="45"/>
                </a:lnTo>
                <a:lnTo>
                  <a:pt x="10" y="46"/>
                </a:lnTo>
                <a:lnTo>
                  <a:pt x="9" y="47"/>
                </a:lnTo>
                <a:lnTo>
                  <a:pt x="5" y="46"/>
                </a:lnTo>
                <a:lnTo>
                  <a:pt x="5" y="45"/>
                </a:lnTo>
                <a:lnTo>
                  <a:pt x="5" y="44"/>
                </a:lnTo>
                <a:lnTo>
                  <a:pt x="3" y="43"/>
                </a:lnTo>
                <a:lnTo>
                  <a:pt x="3" y="42"/>
                </a:lnTo>
                <a:lnTo>
                  <a:pt x="4" y="42"/>
                </a:lnTo>
                <a:lnTo>
                  <a:pt x="7" y="42"/>
                </a:lnTo>
                <a:lnTo>
                  <a:pt x="8" y="42"/>
                </a:lnTo>
                <a:lnTo>
                  <a:pt x="8" y="41"/>
                </a:lnTo>
                <a:lnTo>
                  <a:pt x="9" y="41"/>
                </a:lnTo>
                <a:lnTo>
                  <a:pt x="10" y="41"/>
                </a:lnTo>
                <a:lnTo>
                  <a:pt x="10" y="40"/>
                </a:lnTo>
                <a:lnTo>
                  <a:pt x="8" y="39"/>
                </a:lnTo>
                <a:lnTo>
                  <a:pt x="8" y="38"/>
                </a:lnTo>
                <a:lnTo>
                  <a:pt x="8" y="37"/>
                </a:lnTo>
                <a:lnTo>
                  <a:pt x="9" y="37"/>
                </a:lnTo>
                <a:lnTo>
                  <a:pt x="10" y="37"/>
                </a:lnTo>
                <a:lnTo>
                  <a:pt x="10" y="36"/>
                </a:lnTo>
                <a:lnTo>
                  <a:pt x="10" y="35"/>
                </a:lnTo>
                <a:lnTo>
                  <a:pt x="9" y="35"/>
                </a:lnTo>
                <a:lnTo>
                  <a:pt x="5" y="39"/>
                </a:lnTo>
                <a:lnTo>
                  <a:pt x="4" y="40"/>
                </a:lnTo>
                <a:lnTo>
                  <a:pt x="3" y="40"/>
                </a:lnTo>
                <a:lnTo>
                  <a:pt x="2" y="40"/>
                </a:lnTo>
                <a:lnTo>
                  <a:pt x="1" y="40"/>
                </a:lnTo>
                <a:lnTo>
                  <a:pt x="0" y="40"/>
                </a:lnTo>
                <a:lnTo>
                  <a:pt x="0" y="39"/>
                </a:lnTo>
                <a:lnTo>
                  <a:pt x="1" y="38"/>
                </a:lnTo>
                <a:lnTo>
                  <a:pt x="7" y="34"/>
                </a:lnTo>
                <a:close/>
                <a:moveTo>
                  <a:pt x="17" y="45"/>
                </a:moveTo>
                <a:lnTo>
                  <a:pt x="17" y="45"/>
                </a:lnTo>
                <a:lnTo>
                  <a:pt x="18" y="45"/>
                </a:lnTo>
                <a:lnTo>
                  <a:pt x="18" y="46"/>
                </a:lnTo>
                <a:lnTo>
                  <a:pt x="19" y="46"/>
                </a:lnTo>
                <a:lnTo>
                  <a:pt x="19" y="45"/>
                </a:lnTo>
                <a:lnTo>
                  <a:pt x="18" y="44"/>
                </a:lnTo>
                <a:lnTo>
                  <a:pt x="17" y="44"/>
                </a:lnTo>
                <a:lnTo>
                  <a:pt x="17" y="45"/>
                </a:lnTo>
                <a:close/>
                <a:moveTo>
                  <a:pt x="16" y="42"/>
                </a:moveTo>
                <a:lnTo>
                  <a:pt x="18" y="39"/>
                </a:lnTo>
                <a:lnTo>
                  <a:pt x="19" y="39"/>
                </a:lnTo>
                <a:lnTo>
                  <a:pt x="17" y="42"/>
                </a:lnTo>
                <a:lnTo>
                  <a:pt x="17" y="43"/>
                </a:lnTo>
                <a:lnTo>
                  <a:pt x="16" y="43"/>
                </a:lnTo>
                <a:lnTo>
                  <a:pt x="16" y="42"/>
                </a:lnTo>
                <a:close/>
                <a:moveTo>
                  <a:pt x="13" y="38"/>
                </a:moveTo>
                <a:lnTo>
                  <a:pt x="15" y="41"/>
                </a:lnTo>
                <a:lnTo>
                  <a:pt x="15" y="40"/>
                </a:lnTo>
                <a:lnTo>
                  <a:pt x="16" y="40"/>
                </a:lnTo>
                <a:lnTo>
                  <a:pt x="16" y="39"/>
                </a:lnTo>
                <a:lnTo>
                  <a:pt x="15" y="39"/>
                </a:lnTo>
                <a:lnTo>
                  <a:pt x="15" y="38"/>
                </a:lnTo>
                <a:lnTo>
                  <a:pt x="15" y="37"/>
                </a:lnTo>
                <a:lnTo>
                  <a:pt x="14" y="37"/>
                </a:lnTo>
                <a:lnTo>
                  <a:pt x="13" y="38"/>
                </a:lnTo>
                <a:close/>
                <a:moveTo>
                  <a:pt x="11" y="29"/>
                </a:moveTo>
                <a:lnTo>
                  <a:pt x="11" y="29"/>
                </a:lnTo>
                <a:lnTo>
                  <a:pt x="11" y="28"/>
                </a:lnTo>
                <a:lnTo>
                  <a:pt x="12" y="28"/>
                </a:lnTo>
                <a:lnTo>
                  <a:pt x="12" y="29"/>
                </a:lnTo>
                <a:lnTo>
                  <a:pt x="12" y="30"/>
                </a:lnTo>
                <a:lnTo>
                  <a:pt x="12" y="31"/>
                </a:lnTo>
                <a:lnTo>
                  <a:pt x="11" y="31"/>
                </a:lnTo>
                <a:lnTo>
                  <a:pt x="11" y="30"/>
                </a:lnTo>
                <a:lnTo>
                  <a:pt x="11" y="29"/>
                </a:lnTo>
                <a:close/>
                <a:moveTo>
                  <a:pt x="15" y="48"/>
                </a:moveTo>
                <a:lnTo>
                  <a:pt x="16" y="49"/>
                </a:lnTo>
                <a:lnTo>
                  <a:pt x="13" y="53"/>
                </a:lnTo>
                <a:lnTo>
                  <a:pt x="12" y="53"/>
                </a:lnTo>
                <a:lnTo>
                  <a:pt x="15" y="48"/>
                </a:lnTo>
                <a:close/>
              </a:path>
              <a:path w="232" h="59">
                <a:moveTo>
                  <a:pt x="204" y="57"/>
                </a:moveTo>
                <a:cubicBezTo>
                  <a:pt x="202" y="54"/>
                  <a:pt x="202" y="53"/>
                  <a:pt x="201" y="52"/>
                </a:cubicBezTo>
                <a:cubicBezTo>
                  <a:pt x="201" y="52"/>
                  <a:pt x="201" y="52"/>
                  <a:pt x="201" y="52"/>
                </a:cubicBezTo>
                <a:cubicBezTo>
                  <a:pt x="203" y="53"/>
                  <a:pt x="204" y="54"/>
                  <a:pt x="206" y="52"/>
                </a:cubicBezTo>
                <a:cubicBezTo>
                  <a:pt x="208" y="50"/>
                  <a:pt x="209" y="48"/>
                  <a:pt x="210" y="46"/>
                </a:cubicBezTo>
                <a:cubicBezTo>
                  <a:pt x="210" y="45"/>
                  <a:pt x="210" y="45"/>
                  <a:pt x="210" y="45"/>
                </a:cubicBezTo>
                <a:cubicBezTo>
                  <a:pt x="207" y="45"/>
                  <a:pt x="204" y="46"/>
                  <a:pt x="200" y="46"/>
                </a:cubicBezTo>
                <a:cubicBezTo>
                  <a:pt x="199" y="45"/>
                  <a:pt x="198" y="43"/>
                  <a:pt x="198" y="42"/>
                </a:cubicBezTo>
                <a:cubicBezTo>
                  <a:pt x="198" y="42"/>
                  <a:pt x="198" y="42"/>
                  <a:pt x="198" y="42"/>
                </a:cubicBezTo>
                <a:cubicBezTo>
                  <a:pt x="203" y="42"/>
                  <a:pt x="208" y="44"/>
                  <a:pt x="213" y="43"/>
                </a:cubicBezTo>
                <a:cubicBezTo>
                  <a:pt x="214" y="43"/>
                  <a:pt x="217" y="41"/>
                  <a:pt x="216" y="41"/>
                </a:cubicBezTo>
                <a:cubicBezTo>
                  <a:pt x="215" y="39"/>
                  <a:pt x="210" y="41"/>
                  <a:pt x="209" y="38"/>
                </a:cubicBezTo>
                <a:cubicBezTo>
                  <a:pt x="209" y="38"/>
                  <a:pt x="209" y="38"/>
                  <a:pt x="209" y="38"/>
                </a:cubicBezTo>
                <a:cubicBezTo>
                  <a:pt x="213" y="38"/>
                  <a:pt x="216" y="39"/>
                  <a:pt x="219" y="39"/>
                </a:cubicBezTo>
                <a:cubicBezTo>
                  <a:pt x="221" y="38"/>
                  <a:pt x="223" y="37"/>
                  <a:pt x="224" y="37"/>
                </a:cubicBezTo>
                <a:cubicBezTo>
                  <a:pt x="225" y="36"/>
                  <a:pt x="225" y="36"/>
                  <a:pt x="226" y="35"/>
                </a:cubicBezTo>
                <a:cubicBezTo>
                  <a:pt x="225" y="34"/>
                  <a:pt x="222" y="33"/>
                  <a:pt x="222" y="34"/>
                </a:cubicBezTo>
                <a:cubicBezTo>
                  <a:pt x="221" y="36"/>
                  <a:pt x="221" y="38"/>
                  <a:pt x="218" y="38"/>
                </a:cubicBezTo>
                <a:cubicBezTo>
                  <a:pt x="216" y="38"/>
                  <a:pt x="216" y="37"/>
                  <a:pt x="215" y="36"/>
                </a:cubicBezTo>
                <a:cubicBezTo>
                  <a:pt x="215" y="33"/>
                  <a:pt x="217" y="33"/>
                  <a:pt x="218" y="32"/>
                </a:cubicBezTo>
                <a:cubicBezTo>
                  <a:pt x="217" y="31"/>
                  <a:pt x="216" y="32"/>
                  <a:pt x="215" y="32"/>
                </a:cubicBezTo>
                <a:cubicBezTo>
                  <a:pt x="215" y="33"/>
                  <a:pt x="215" y="33"/>
                  <a:pt x="214" y="34"/>
                </a:cubicBezTo>
                <a:cubicBezTo>
                  <a:pt x="214" y="35"/>
                  <a:pt x="214" y="36"/>
                  <a:pt x="213" y="36"/>
                </a:cubicBezTo>
                <a:cubicBezTo>
                  <a:pt x="212" y="36"/>
                  <a:pt x="212" y="34"/>
                  <a:pt x="212" y="34"/>
                </a:cubicBezTo>
                <a:cubicBezTo>
                  <a:pt x="211" y="34"/>
                  <a:pt x="211" y="35"/>
                  <a:pt x="210" y="36"/>
                </a:cubicBezTo>
                <a:cubicBezTo>
                  <a:pt x="209" y="36"/>
                  <a:pt x="209" y="36"/>
                  <a:pt x="209" y="35"/>
                </a:cubicBezTo>
                <a:cubicBezTo>
                  <a:pt x="210" y="33"/>
                  <a:pt x="210" y="29"/>
                  <a:pt x="211" y="27"/>
                </a:cubicBezTo>
                <a:cubicBezTo>
                  <a:pt x="212" y="27"/>
                  <a:pt x="211" y="29"/>
                  <a:pt x="212" y="30"/>
                </a:cubicBezTo>
                <a:cubicBezTo>
                  <a:pt x="212" y="30"/>
                  <a:pt x="213" y="30"/>
                  <a:pt x="213" y="30"/>
                </a:cubicBezTo>
                <a:cubicBezTo>
                  <a:pt x="213" y="28"/>
                  <a:pt x="213" y="26"/>
                  <a:pt x="213" y="24"/>
                </a:cubicBezTo>
                <a:cubicBezTo>
                  <a:pt x="213" y="24"/>
                  <a:pt x="213" y="24"/>
                  <a:pt x="213" y="24"/>
                </a:cubicBezTo>
                <a:cubicBezTo>
                  <a:pt x="214" y="23"/>
                  <a:pt x="215" y="26"/>
                  <a:pt x="215" y="27"/>
                </a:cubicBezTo>
                <a:cubicBezTo>
                  <a:pt x="215" y="28"/>
                  <a:pt x="215" y="29"/>
                  <a:pt x="215" y="30"/>
                </a:cubicBezTo>
                <a:cubicBezTo>
                  <a:pt x="216" y="31"/>
                  <a:pt x="217" y="31"/>
                  <a:pt x="218" y="30"/>
                </a:cubicBezTo>
                <a:cubicBezTo>
                  <a:pt x="218" y="29"/>
                  <a:pt x="217" y="28"/>
                  <a:pt x="218" y="27"/>
                </a:cubicBezTo>
                <a:cubicBezTo>
                  <a:pt x="219" y="27"/>
                  <a:pt x="219" y="29"/>
                  <a:pt x="221" y="29"/>
                </a:cubicBezTo>
                <a:cubicBezTo>
                  <a:pt x="221" y="28"/>
                  <a:pt x="222" y="28"/>
                  <a:pt x="223" y="27"/>
                </a:cubicBezTo>
                <a:cubicBezTo>
                  <a:pt x="224" y="28"/>
                  <a:pt x="225" y="30"/>
                  <a:pt x="224" y="31"/>
                </a:cubicBezTo>
                <a:cubicBezTo>
                  <a:pt x="224" y="31"/>
                  <a:pt x="223" y="31"/>
                  <a:pt x="223" y="32"/>
                </a:cubicBezTo>
                <a:cubicBezTo>
                  <a:pt x="224" y="32"/>
                  <a:pt x="228" y="33"/>
                  <a:pt x="229" y="33"/>
                </a:cubicBezTo>
                <a:cubicBezTo>
                  <a:pt x="230" y="33"/>
                  <a:pt x="232" y="37"/>
                  <a:pt x="230" y="39"/>
                </a:cubicBezTo>
                <a:cubicBezTo>
                  <a:pt x="229" y="39"/>
                  <a:pt x="226" y="39"/>
                  <a:pt x="225" y="39"/>
                </a:cubicBezTo>
                <a:cubicBezTo>
                  <a:pt x="223" y="39"/>
                  <a:pt x="223" y="39"/>
                  <a:pt x="222" y="39"/>
                </a:cubicBezTo>
                <a:cubicBezTo>
                  <a:pt x="221" y="40"/>
                  <a:pt x="221" y="40"/>
                  <a:pt x="222" y="42"/>
                </a:cubicBezTo>
                <a:cubicBezTo>
                  <a:pt x="221" y="44"/>
                  <a:pt x="218" y="42"/>
                  <a:pt x="217" y="44"/>
                </a:cubicBezTo>
                <a:cubicBezTo>
                  <a:pt x="218" y="45"/>
                  <a:pt x="220" y="46"/>
                  <a:pt x="219" y="48"/>
                </a:cubicBezTo>
                <a:cubicBezTo>
                  <a:pt x="218" y="49"/>
                  <a:pt x="215" y="49"/>
                  <a:pt x="214" y="48"/>
                </a:cubicBezTo>
                <a:cubicBezTo>
                  <a:pt x="215" y="46"/>
                  <a:pt x="215" y="46"/>
                  <a:pt x="215" y="46"/>
                </a:cubicBezTo>
                <a:cubicBezTo>
                  <a:pt x="215" y="46"/>
                  <a:pt x="215" y="46"/>
                  <a:pt x="214" y="46"/>
                </a:cubicBezTo>
                <a:cubicBezTo>
                  <a:pt x="212" y="46"/>
                  <a:pt x="210" y="51"/>
                  <a:pt x="209" y="53"/>
                </a:cubicBezTo>
                <a:cubicBezTo>
                  <a:pt x="208" y="54"/>
                  <a:pt x="207" y="58"/>
                  <a:pt x="204" y="57"/>
                </a:cubicBezTo>
                <a:close/>
                <a:moveTo>
                  <a:pt x="218" y="36"/>
                </a:moveTo>
                <a:cubicBezTo>
                  <a:pt x="218" y="35"/>
                  <a:pt x="218" y="35"/>
                  <a:pt x="218" y="35"/>
                </a:cubicBezTo>
                <a:cubicBezTo>
                  <a:pt x="218" y="35"/>
                  <a:pt x="219" y="34"/>
                  <a:pt x="219" y="34"/>
                </a:cubicBezTo>
                <a:cubicBezTo>
                  <a:pt x="219" y="35"/>
                  <a:pt x="219" y="35"/>
                  <a:pt x="218" y="36"/>
                </a:cubicBezTo>
                <a:cubicBezTo>
                  <a:pt x="218" y="36"/>
                  <a:pt x="218" y="36"/>
                  <a:pt x="218" y="36"/>
                </a:cubicBezTo>
                <a:close/>
              </a:path>
              <a:path w="232" h="59">
                <a:moveTo>
                  <a:pt x="177" y="37"/>
                </a:moveTo>
                <a:cubicBezTo>
                  <a:pt x="176" y="36"/>
                  <a:pt x="176" y="36"/>
                  <a:pt x="176" y="35"/>
                </a:cubicBezTo>
                <a:cubicBezTo>
                  <a:pt x="177" y="33"/>
                  <a:pt x="177" y="28"/>
                  <a:pt x="178" y="27"/>
                </a:cubicBezTo>
                <a:cubicBezTo>
                  <a:pt x="179" y="27"/>
                  <a:pt x="179" y="27"/>
                  <a:pt x="179" y="27"/>
                </a:cubicBezTo>
                <a:cubicBezTo>
                  <a:pt x="179" y="27"/>
                  <a:pt x="179" y="27"/>
                  <a:pt x="179" y="28"/>
                </a:cubicBezTo>
                <a:cubicBezTo>
                  <a:pt x="179" y="32"/>
                  <a:pt x="180" y="35"/>
                  <a:pt x="183" y="38"/>
                </a:cubicBezTo>
                <a:cubicBezTo>
                  <a:pt x="183" y="38"/>
                  <a:pt x="183" y="38"/>
                  <a:pt x="183" y="38"/>
                </a:cubicBezTo>
                <a:cubicBezTo>
                  <a:pt x="183" y="39"/>
                  <a:pt x="178" y="37"/>
                  <a:pt x="177" y="37"/>
                </a:cubicBezTo>
                <a:close/>
              </a:path>
              <a:path w="232" h="59">
                <a:moveTo>
                  <a:pt x="163" y="29"/>
                </a:moveTo>
                <a:cubicBezTo>
                  <a:pt x="163" y="28"/>
                  <a:pt x="163" y="28"/>
                  <a:pt x="162" y="28"/>
                </a:cubicBezTo>
                <a:cubicBezTo>
                  <a:pt x="162" y="27"/>
                  <a:pt x="162" y="27"/>
                  <a:pt x="162" y="27"/>
                </a:cubicBezTo>
                <a:cubicBezTo>
                  <a:pt x="164" y="28"/>
                  <a:pt x="165" y="28"/>
                  <a:pt x="166" y="28"/>
                </a:cubicBezTo>
                <a:cubicBezTo>
                  <a:pt x="169" y="28"/>
                  <a:pt x="171" y="27"/>
                  <a:pt x="173" y="26"/>
                </a:cubicBezTo>
                <a:cubicBezTo>
                  <a:pt x="172" y="25"/>
                  <a:pt x="170" y="25"/>
                  <a:pt x="169" y="26"/>
                </a:cubicBezTo>
                <a:cubicBezTo>
                  <a:pt x="167" y="25"/>
                  <a:pt x="166" y="21"/>
                  <a:pt x="166" y="21"/>
                </a:cubicBezTo>
                <a:cubicBezTo>
                  <a:pt x="168" y="21"/>
                  <a:pt x="172" y="23"/>
                  <a:pt x="173" y="22"/>
                </a:cubicBezTo>
                <a:cubicBezTo>
                  <a:pt x="178" y="23"/>
                  <a:pt x="178" y="21"/>
                  <a:pt x="181" y="17"/>
                </a:cubicBezTo>
                <a:cubicBezTo>
                  <a:pt x="182" y="16"/>
                  <a:pt x="184" y="12"/>
                  <a:pt x="185" y="12"/>
                </a:cubicBezTo>
                <a:cubicBezTo>
                  <a:pt x="186" y="13"/>
                  <a:pt x="186" y="15"/>
                  <a:pt x="186" y="17"/>
                </a:cubicBezTo>
                <a:cubicBezTo>
                  <a:pt x="185" y="19"/>
                  <a:pt x="183" y="20"/>
                  <a:pt x="182" y="23"/>
                </a:cubicBezTo>
                <a:cubicBezTo>
                  <a:pt x="184" y="24"/>
                  <a:pt x="185" y="22"/>
                  <a:pt x="187" y="24"/>
                </a:cubicBezTo>
                <a:cubicBezTo>
                  <a:pt x="187" y="25"/>
                  <a:pt x="187" y="25"/>
                  <a:pt x="187" y="25"/>
                </a:cubicBezTo>
                <a:cubicBezTo>
                  <a:pt x="186" y="26"/>
                  <a:pt x="184" y="25"/>
                  <a:pt x="183" y="25"/>
                </a:cubicBezTo>
                <a:cubicBezTo>
                  <a:pt x="180" y="25"/>
                  <a:pt x="180" y="25"/>
                  <a:pt x="179" y="25"/>
                </a:cubicBezTo>
                <a:cubicBezTo>
                  <a:pt x="175" y="28"/>
                  <a:pt x="169" y="33"/>
                  <a:pt x="163" y="29"/>
                </a:cubicBezTo>
                <a:close/>
              </a:path>
              <a:path w="232" h="59">
                <a:moveTo>
                  <a:pt x="134" y="18"/>
                </a:moveTo>
                <a:cubicBezTo>
                  <a:pt x="133" y="16"/>
                  <a:pt x="134" y="15"/>
                  <a:pt x="134" y="14"/>
                </a:cubicBezTo>
                <a:cubicBezTo>
                  <a:pt x="134" y="14"/>
                  <a:pt x="134" y="14"/>
                  <a:pt x="134" y="14"/>
                </a:cubicBezTo>
                <a:cubicBezTo>
                  <a:pt x="133" y="15"/>
                  <a:pt x="132" y="15"/>
                  <a:pt x="132" y="15"/>
                </a:cubicBezTo>
                <a:cubicBezTo>
                  <a:pt x="131" y="16"/>
                  <a:pt x="130" y="17"/>
                  <a:pt x="129" y="19"/>
                </a:cubicBezTo>
                <a:cubicBezTo>
                  <a:pt x="129" y="20"/>
                  <a:pt x="129" y="30"/>
                  <a:pt x="126" y="30"/>
                </a:cubicBezTo>
                <a:cubicBezTo>
                  <a:pt x="124" y="28"/>
                  <a:pt x="125" y="27"/>
                  <a:pt x="125" y="25"/>
                </a:cubicBezTo>
                <a:cubicBezTo>
                  <a:pt x="125" y="24"/>
                  <a:pt x="125" y="24"/>
                  <a:pt x="126" y="23"/>
                </a:cubicBezTo>
                <a:cubicBezTo>
                  <a:pt x="125" y="23"/>
                  <a:pt x="123" y="25"/>
                  <a:pt x="123" y="25"/>
                </a:cubicBezTo>
                <a:cubicBezTo>
                  <a:pt x="121" y="26"/>
                  <a:pt x="120" y="25"/>
                  <a:pt x="120" y="23"/>
                </a:cubicBezTo>
                <a:cubicBezTo>
                  <a:pt x="122" y="23"/>
                  <a:pt x="124" y="21"/>
                  <a:pt x="126" y="19"/>
                </a:cubicBezTo>
                <a:cubicBezTo>
                  <a:pt x="126" y="17"/>
                  <a:pt x="126" y="17"/>
                  <a:pt x="126" y="14"/>
                </a:cubicBezTo>
                <a:cubicBezTo>
                  <a:pt x="126" y="14"/>
                  <a:pt x="126" y="14"/>
                  <a:pt x="126" y="14"/>
                </a:cubicBezTo>
                <a:cubicBezTo>
                  <a:pt x="125" y="15"/>
                  <a:pt x="125" y="15"/>
                  <a:pt x="124" y="16"/>
                </a:cubicBezTo>
                <a:cubicBezTo>
                  <a:pt x="122" y="18"/>
                  <a:pt x="119" y="16"/>
                  <a:pt x="120" y="14"/>
                </a:cubicBezTo>
                <a:cubicBezTo>
                  <a:pt x="122" y="14"/>
                  <a:pt x="124" y="12"/>
                  <a:pt x="126" y="11"/>
                </a:cubicBezTo>
                <a:cubicBezTo>
                  <a:pt x="127" y="9"/>
                  <a:pt x="127" y="6"/>
                  <a:pt x="127" y="4"/>
                </a:cubicBezTo>
                <a:cubicBezTo>
                  <a:pt x="126" y="3"/>
                  <a:pt x="128" y="2"/>
                  <a:pt x="129" y="1"/>
                </a:cubicBezTo>
                <a:cubicBezTo>
                  <a:pt x="132" y="2"/>
                  <a:pt x="130" y="5"/>
                  <a:pt x="130" y="7"/>
                </a:cubicBezTo>
                <a:cubicBezTo>
                  <a:pt x="130" y="8"/>
                  <a:pt x="130" y="8"/>
                  <a:pt x="130" y="9"/>
                </a:cubicBezTo>
                <a:cubicBezTo>
                  <a:pt x="130" y="9"/>
                  <a:pt x="131" y="8"/>
                  <a:pt x="132" y="8"/>
                </a:cubicBezTo>
                <a:cubicBezTo>
                  <a:pt x="132" y="8"/>
                  <a:pt x="132" y="8"/>
                  <a:pt x="132" y="9"/>
                </a:cubicBezTo>
                <a:cubicBezTo>
                  <a:pt x="129" y="12"/>
                  <a:pt x="129" y="11"/>
                  <a:pt x="129" y="15"/>
                </a:cubicBezTo>
                <a:cubicBezTo>
                  <a:pt x="130" y="15"/>
                  <a:pt x="131" y="14"/>
                  <a:pt x="131" y="13"/>
                </a:cubicBezTo>
                <a:cubicBezTo>
                  <a:pt x="130" y="12"/>
                  <a:pt x="130" y="12"/>
                  <a:pt x="130" y="12"/>
                </a:cubicBezTo>
                <a:cubicBezTo>
                  <a:pt x="132" y="12"/>
                  <a:pt x="134" y="11"/>
                  <a:pt x="136" y="10"/>
                </a:cubicBezTo>
                <a:cubicBezTo>
                  <a:pt x="136" y="8"/>
                  <a:pt x="137" y="7"/>
                  <a:pt x="138" y="4"/>
                </a:cubicBezTo>
                <a:cubicBezTo>
                  <a:pt x="140" y="2"/>
                  <a:pt x="143" y="5"/>
                  <a:pt x="142" y="8"/>
                </a:cubicBezTo>
                <a:cubicBezTo>
                  <a:pt x="142" y="9"/>
                  <a:pt x="138" y="11"/>
                  <a:pt x="137" y="12"/>
                </a:cubicBezTo>
                <a:cubicBezTo>
                  <a:pt x="137" y="12"/>
                  <a:pt x="136" y="15"/>
                  <a:pt x="136" y="15"/>
                </a:cubicBezTo>
                <a:cubicBezTo>
                  <a:pt x="138" y="16"/>
                  <a:pt x="139" y="11"/>
                  <a:pt x="142" y="13"/>
                </a:cubicBezTo>
                <a:cubicBezTo>
                  <a:pt x="143" y="14"/>
                  <a:pt x="143" y="14"/>
                  <a:pt x="143" y="15"/>
                </a:cubicBezTo>
                <a:cubicBezTo>
                  <a:pt x="142" y="17"/>
                  <a:pt x="140" y="20"/>
                  <a:pt x="139" y="23"/>
                </a:cubicBezTo>
                <a:cubicBezTo>
                  <a:pt x="141" y="25"/>
                  <a:pt x="143" y="26"/>
                  <a:pt x="146" y="27"/>
                </a:cubicBezTo>
                <a:cubicBezTo>
                  <a:pt x="146" y="27"/>
                  <a:pt x="142" y="29"/>
                  <a:pt x="141" y="29"/>
                </a:cubicBezTo>
                <a:cubicBezTo>
                  <a:pt x="138" y="30"/>
                  <a:pt x="138" y="27"/>
                  <a:pt x="137" y="25"/>
                </a:cubicBezTo>
                <a:cubicBezTo>
                  <a:pt x="135" y="27"/>
                  <a:pt x="132" y="28"/>
                  <a:pt x="129" y="27"/>
                </a:cubicBezTo>
                <a:cubicBezTo>
                  <a:pt x="129" y="27"/>
                  <a:pt x="129" y="27"/>
                  <a:pt x="129" y="27"/>
                </a:cubicBezTo>
                <a:cubicBezTo>
                  <a:pt x="131" y="26"/>
                  <a:pt x="133" y="26"/>
                  <a:pt x="134" y="24"/>
                </a:cubicBezTo>
                <a:cubicBezTo>
                  <a:pt x="137" y="22"/>
                  <a:pt x="132" y="20"/>
                  <a:pt x="133" y="18"/>
                </a:cubicBezTo>
                <a:cubicBezTo>
                  <a:pt x="133" y="18"/>
                  <a:pt x="133" y="18"/>
                  <a:pt x="134" y="18"/>
                </a:cubicBezTo>
                <a:cubicBezTo>
                  <a:pt x="134" y="19"/>
                  <a:pt x="136" y="20"/>
                  <a:pt x="137" y="20"/>
                </a:cubicBezTo>
                <a:cubicBezTo>
                  <a:pt x="137" y="19"/>
                  <a:pt x="138" y="18"/>
                  <a:pt x="139" y="17"/>
                </a:cubicBezTo>
                <a:cubicBezTo>
                  <a:pt x="138" y="17"/>
                  <a:pt x="137" y="18"/>
                  <a:pt x="136" y="19"/>
                </a:cubicBezTo>
                <a:cubicBezTo>
                  <a:pt x="136" y="18"/>
                  <a:pt x="135" y="18"/>
                  <a:pt x="134" y="18"/>
                </a:cubicBezTo>
                <a:close/>
              </a:path>
              <a:path w="232" h="59">
                <a:moveTo>
                  <a:pt x="84" y="9"/>
                </a:moveTo>
                <a:cubicBezTo>
                  <a:pt x="86" y="9"/>
                  <a:pt x="87" y="10"/>
                  <a:pt x="87" y="12"/>
                </a:cubicBezTo>
                <a:cubicBezTo>
                  <a:pt x="88" y="11"/>
                  <a:pt x="87" y="10"/>
                  <a:pt x="90" y="11"/>
                </a:cubicBezTo>
                <a:cubicBezTo>
                  <a:pt x="90" y="12"/>
                  <a:pt x="90" y="12"/>
                  <a:pt x="90" y="14"/>
                </a:cubicBezTo>
                <a:cubicBezTo>
                  <a:pt x="89" y="15"/>
                  <a:pt x="88" y="16"/>
                  <a:pt x="87" y="17"/>
                </a:cubicBezTo>
                <a:cubicBezTo>
                  <a:pt x="88" y="19"/>
                  <a:pt x="87" y="19"/>
                  <a:pt x="88" y="20"/>
                </a:cubicBezTo>
                <a:cubicBezTo>
                  <a:pt x="88" y="20"/>
                  <a:pt x="89" y="19"/>
                  <a:pt x="90" y="18"/>
                </a:cubicBezTo>
                <a:cubicBezTo>
                  <a:pt x="90" y="20"/>
                  <a:pt x="89" y="20"/>
                  <a:pt x="88" y="21"/>
                </a:cubicBezTo>
                <a:cubicBezTo>
                  <a:pt x="88" y="24"/>
                  <a:pt x="90" y="28"/>
                  <a:pt x="88" y="30"/>
                </a:cubicBezTo>
                <a:cubicBezTo>
                  <a:pt x="85" y="31"/>
                  <a:pt x="86" y="26"/>
                  <a:pt x="85" y="25"/>
                </a:cubicBezTo>
                <a:cubicBezTo>
                  <a:pt x="85" y="25"/>
                  <a:pt x="85" y="25"/>
                  <a:pt x="85" y="25"/>
                </a:cubicBezTo>
                <a:cubicBezTo>
                  <a:pt x="84" y="26"/>
                  <a:pt x="82" y="28"/>
                  <a:pt x="81" y="27"/>
                </a:cubicBezTo>
                <a:cubicBezTo>
                  <a:pt x="80" y="26"/>
                  <a:pt x="81" y="24"/>
                  <a:pt x="82" y="22"/>
                </a:cubicBezTo>
                <a:cubicBezTo>
                  <a:pt x="83" y="21"/>
                  <a:pt x="85" y="18"/>
                  <a:pt x="85" y="18"/>
                </a:cubicBezTo>
                <a:cubicBezTo>
                  <a:pt x="85" y="17"/>
                  <a:pt x="85" y="17"/>
                  <a:pt x="85" y="17"/>
                </a:cubicBezTo>
                <a:cubicBezTo>
                  <a:pt x="85" y="17"/>
                  <a:pt x="84" y="16"/>
                  <a:pt x="84" y="16"/>
                </a:cubicBezTo>
                <a:cubicBezTo>
                  <a:pt x="83" y="18"/>
                  <a:pt x="81" y="20"/>
                  <a:pt x="79" y="20"/>
                </a:cubicBezTo>
                <a:cubicBezTo>
                  <a:pt x="78" y="19"/>
                  <a:pt x="78" y="19"/>
                  <a:pt x="78" y="18"/>
                </a:cubicBezTo>
                <a:cubicBezTo>
                  <a:pt x="80" y="17"/>
                  <a:pt x="82" y="15"/>
                  <a:pt x="84" y="14"/>
                </a:cubicBezTo>
                <a:cubicBezTo>
                  <a:pt x="84" y="12"/>
                  <a:pt x="83" y="11"/>
                  <a:pt x="84" y="9"/>
                </a:cubicBezTo>
                <a:cubicBezTo>
                  <a:pt x="82" y="9"/>
                  <a:pt x="81" y="10"/>
                  <a:pt x="80" y="10"/>
                </a:cubicBezTo>
                <a:cubicBezTo>
                  <a:pt x="80" y="10"/>
                  <a:pt x="80" y="10"/>
                  <a:pt x="81" y="9"/>
                </a:cubicBezTo>
                <a:cubicBezTo>
                  <a:pt x="85" y="6"/>
                  <a:pt x="86" y="5"/>
                  <a:pt x="86" y="4"/>
                </a:cubicBezTo>
                <a:cubicBezTo>
                  <a:pt x="87" y="3"/>
                  <a:pt x="87" y="2"/>
                  <a:pt x="89" y="3"/>
                </a:cubicBezTo>
                <a:cubicBezTo>
                  <a:pt x="90" y="3"/>
                  <a:pt x="90" y="5"/>
                  <a:pt x="90" y="5"/>
                </a:cubicBezTo>
                <a:cubicBezTo>
                  <a:pt x="88" y="7"/>
                  <a:pt x="86" y="8"/>
                  <a:pt x="84" y="9"/>
                </a:cubicBezTo>
                <a:cubicBezTo>
                  <a:pt x="84" y="9"/>
                  <a:pt x="84" y="9"/>
                  <a:pt x="84" y="9"/>
                </a:cubicBezTo>
                <a:close/>
                <a:moveTo>
                  <a:pt x="84" y="23"/>
                </a:moveTo>
                <a:cubicBezTo>
                  <a:pt x="84" y="22"/>
                  <a:pt x="84" y="22"/>
                  <a:pt x="85" y="21"/>
                </a:cubicBezTo>
                <a:cubicBezTo>
                  <a:pt x="85" y="21"/>
                  <a:pt x="85" y="21"/>
                  <a:pt x="85" y="22"/>
                </a:cubicBezTo>
                <a:cubicBezTo>
                  <a:pt x="85" y="22"/>
                  <a:pt x="85" y="23"/>
                  <a:pt x="84" y="23"/>
                </a:cubicBezTo>
                <a:close/>
              </a:path>
              <a:path w="232" h="59">
                <a:moveTo>
                  <a:pt x="99" y="32"/>
                </a:moveTo>
                <a:cubicBezTo>
                  <a:pt x="99" y="32"/>
                  <a:pt x="98" y="32"/>
                  <a:pt x="98" y="31"/>
                </a:cubicBezTo>
                <a:cubicBezTo>
                  <a:pt x="98" y="28"/>
                  <a:pt x="97" y="25"/>
                  <a:pt x="97" y="22"/>
                </a:cubicBezTo>
                <a:cubicBezTo>
                  <a:pt x="96" y="22"/>
                  <a:pt x="95" y="23"/>
                  <a:pt x="94" y="24"/>
                </a:cubicBezTo>
                <a:cubicBezTo>
                  <a:pt x="93" y="24"/>
                  <a:pt x="92" y="24"/>
                  <a:pt x="92" y="23"/>
                </a:cubicBezTo>
                <a:cubicBezTo>
                  <a:pt x="92" y="23"/>
                  <a:pt x="92" y="22"/>
                  <a:pt x="92" y="22"/>
                </a:cubicBezTo>
                <a:cubicBezTo>
                  <a:pt x="92" y="20"/>
                  <a:pt x="93" y="16"/>
                  <a:pt x="91" y="16"/>
                </a:cubicBezTo>
                <a:cubicBezTo>
                  <a:pt x="90" y="15"/>
                  <a:pt x="90" y="15"/>
                  <a:pt x="90" y="14"/>
                </a:cubicBezTo>
                <a:cubicBezTo>
                  <a:pt x="92" y="14"/>
                  <a:pt x="91" y="11"/>
                  <a:pt x="91" y="10"/>
                </a:cubicBezTo>
                <a:cubicBezTo>
                  <a:pt x="89" y="9"/>
                  <a:pt x="87" y="8"/>
                  <a:pt x="89" y="7"/>
                </a:cubicBezTo>
                <a:cubicBezTo>
                  <a:pt x="91" y="7"/>
                  <a:pt x="93" y="7"/>
                  <a:pt x="94" y="9"/>
                </a:cubicBezTo>
                <a:cubicBezTo>
                  <a:pt x="94" y="10"/>
                  <a:pt x="92" y="12"/>
                  <a:pt x="92" y="13"/>
                </a:cubicBezTo>
                <a:cubicBezTo>
                  <a:pt x="94" y="13"/>
                  <a:pt x="95" y="14"/>
                  <a:pt x="95" y="16"/>
                </a:cubicBezTo>
                <a:cubicBezTo>
                  <a:pt x="93" y="17"/>
                  <a:pt x="93" y="18"/>
                  <a:pt x="94" y="20"/>
                </a:cubicBezTo>
                <a:cubicBezTo>
                  <a:pt x="95" y="19"/>
                  <a:pt x="95" y="18"/>
                  <a:pt x="96" y="17"/>
                </a:cubicBezTo>
                <a:cubicBezTo>
                  <a:pt x="96" y="11"/>
                  <a:pt x="93" y="7"/>
                  <a:pt x="93" y="2"/>
                </a:cubicBezTo>
                <a:cubicBezTo>
                  <a:pt x="94" y="0"/>
                  <a:pt x="96" y="0"/>
                  <a:pt x="97" y="2"/>
                </a:cubicBezTo>
                <a:cubicBezTo>
                  <a:pt x="97" y="5"/>
                  <a:pt x="97" y="11"/>
                  <a:pt x="99" y="14"/>
                </a:cubicBezTo>
                <a:cubicBezTo>
                  <a:pt x="99" y="13"/>
                  <a:pt x="100" y="12"/>
                  <a:pt x="100" y="11"/>
                </a:cubicBezTo>
                <a:cubicBezTo>
                  <a:pt x="101" y="11"/>
                  <a:pt x="102" y="12"/>
                  <a:pt x="103" y="14"/>
                </a:cubicBezTo>
                <a:cubicBezTo>
                  <a:pt x="101" y="15"/>
                  <a:pt x="100" y="16"/>
                  <a:pt x="99" y="18"/>
                </a:cubicBezTo>
                <a:cubicBezTo>
                  <a:pt x="100" y="23"/>
                  <a:pt x="100" y="26"/>
                  <a:pt x="101" y="29"/>
                </a:cubicBezTo>
                <a:cubicBezTo>
                  <a:pt x="100" y="30"/>
                  <a:pt x="100" y="32"/>
                  <a:pt x="99" y="32"/>
                </a:cubicBezTo>
                <a:close/>
              </a:path>
              <a:path w="232" h="59">
                <a:moveTo>
                  <a:pt x="58" y="41"/>
                </a:moveTo>
                <a:cubicBezTo>
                  <a:pt x="58" y="42"/>
                  <a:pt x="57" y="41"/>
                  <a:pt x="57" y="41"/>
                </a:cubicBezTo>
                <a:cubicBezTo>
                  <a:pt x="52" y="36"/>
                  <a:pt x="53" y="29"/>
                  <a:pt x="50" y="25"/>
                </a:cubicBezTo>
                <a:cubicBezTo>
                  <a:pt x="48" y="26"/>
                  <a:pt x="48" y="30"/>
                  <a:pt x="47" y="31"/>
                </a:cubicBezTo>
                <a:cubicBezTo>
                  <a:pt x="44" y="33"/>
                  <a:pt x="43" y="28"/>
                  <a:pt x="43" y="26"/>
                </a:cubicBezTo>
                <a:cubicBezTo>
                  <a:pt x="43" y="25"/>
                  <a:pt x="43" y="24"/>
                  <a:pt x="43" y="23"/>
                </a:cubicBezTo>
                <a:cubicBezTo>
                  <a:pt x="44" y="23"/>
                  <a:pt x="45" y="25"/>
                  <a:pt x="46" y="26"/>
                </a:cubicBezTo>
                <a:cubicBezTo>
                  <a:pt x="47" y="26"/>
                  <a:pt x="47" y="26"/>
                  <a:pt x="47" y="26"/>
                </a:cubicBezTo>
                <a:cubicBezTo>
                  <a:pt x="50" y="21"/>
                  <a:pt x="47" y="18"/>
                  <a:pt x="44" y="15"/>
                </a:cubicBezTo>
                <a:cubicBezTo>
                  <a:pt x="44" y="14"/>
                  <a:pt x="44" y="13"/>
                  <a:pt x="45" y="12"/>
                </a:cubicBezTo>
                <a:cubicBezTo>
                  <a:pt x="45" y="12"/>
                  <a:pt x="47" y="12"/>
                  <a:pt x="48" y="12"/>
                </a:cubicBezTo>
                <a:cubicBezTo>
                  <a:pt x="48" y="12"/>
                  <a:pt x="48" y="12"/>
                  <a:pt x="48" y="12"/>
                </a:cubicBezTo>
                <a:cubicBezTo>
                  <a:pt x="49" y="14"/>
                  <a:pt x="50" y="16"/>
                  <a:pt x="50" y="17"/>
                </a:cubicBezTo>
                <a:cubicBezTo>
                  <a:pt x="50" y="17"/>
                  <a:pt x="51" y="17"/>
                  <a:pt x="51" y="17"/>
                </a:cubicBezTo>
                <a:cubicBezTo>
                  <a:pt x="52" y="16"/>
                  <a:pt x="53" y="14"/>
                  <a:pt x="54" y="12"/>
                </a:cubicBezTo>
                <a:cubicBezTo>
                  <a:pt x="55" y="12"/>
                  <a:pt x="57" y="10"/>
                  <a:pt x="58" y="13"/>
                </a:cubicBezTo>
                <a:cubicBezTo>
                  <a:pt x="58" y="15"/>
                  <a:pt x="53" y="19"/>
                  <a:pt x="57" y="20"/>
                </a:cubicBezTo>
                <a:cubicBezTo>
                  <a:pt x="57" y="20"/>
                  <a:pt x="57" y="21"/>
                  <a:pt x="57" y="21"/>
                </a:cubicBezTo>
                <a:cubicBezTo>
                  <a:pt x="57" y="23"/>
                  <a:pt x="55" y="25"/>
                  <a:pt x="53" y="26"/>
                </a:cubicBezTo>
                <a:cubicBezTo>
                  <a:pt x="54" y="30"/>
                  <a:pt x="57" y="34"/>
                  <a:pt x="58" y="37"/>
                </a:cubicBezTo>
                <a:cubicBezTo>
                  <a:pt x="59" y="39"/>
                  <a:pt x="59" y="40"/>
                  <a:pt x="58" y="41"/>
                </a:cubicBezTo>
                <a:close/>
                <a:moveTo>
                  <a:pt x="53" y="23"/>
                </a:moveTo>
                <a:cubicBezTo>
                  <a:pt x="52" y="23"/>
                  <a:pt x="51" y="21"/>
                  <a:pt x="51" y="21"/>
                </a:cubicBezTo>
                <a:cubicBezTo>
                  <a:pt x="51" y="20"/>
                  <a:pt x="52" y="18"/>
                  <a:pt x="53" y="18"/>
                </a:cubicBezTo>
                <a:cubicBezTo>
                  <a:pt x="54" y="20"/>
                  <a:pt x="54" y="21"/>
                  <a:pt x="53" y="23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14" name="Freeform 15"/>
          <p:cNvSpPr>
            <a:spLocks noGrp="1"/>
          </p:cNvSpPr>
          <p:nvPr/>
        </p:nvSpPr>
        <p:spPr>
          <a:xfrm>
            <a:off x="9802619" y="257975"/>
            <a:ext cx="519403" cy="294625"/>
          </a:xfrm>
          <a:custGeom>
            <a:avLst/>
            <a:gdLst/>
            <a:ahLst/>
            <a:cxnLst/>
            <a:rect l="l" t="t" r="r" b="b"/>
            <a:pathLst>
              <a:path w="336" h="189">
                <a:moveTo>
                  <a:pt x="293" y="24"/>
                </a:moveTo>
                <a:lnTo>
                  <a:pt x="299" y="19"/>
                </a:lnTo>
                <a:lnTo>
                  <a:pt x="300" y="19"/>
                </a:lnTo>
                <a:cubicBezTo>
                  <a:pt x="298" y="20"/>
                  <a:pt x="297" y="22"/>
                  <a:pt x="297" y="23"/>
                </a:cubicBezTo>
                <a:cubicBezTo>
                  <a:pt x="296" y="24"/>
                  <a:pt x="296" y="26"/>
                  <a:pt x="297" y="27"/>
                </a:cubicBezTo>
                <a:cubicBezTo>
                  <a:pt x="298" y="28"/>
                  <a:pt x="299" y="28"/>
                  <a:pt x="302" y="27"/>
                </a:cubicBezTo>
                <a:cubicBezTo>
                  <a:pt x="304" y="27"/>
                  <a:pt x="307" y="25"/>
                  <a:pt x="309" y="23"/>
                </a:cubicBezTo>
                <a:cubicBezTo>
                  <a:pt x="311" y="22"/>
                  <a:pt x="313" y="20"/>
                  <a:pt x="314" y="19"/>
                </a:cubicBezTo>
                <a:cubicBezTo>
                  <a:pt x="316" y="17"/>
                  <a:pt x="316" y="16"/>
                  <a:pt x="317" y="14"/>
                </a:cubicBezTo>
                <a:cubicBezTo>
                  <a:pt x="317" y="13"/>
                  <a:pt x="317" y="12"/>
                  <a:pt x="317" y="12"/>
                </a:cubicBezTo>
                <a:cubicBezTo>
                  <a:pt x="316" y="11"/>
                  <a:pt x="316" y="11"/>
                  <a:pt x="315" y="11"/>
                </a:cubicBezTo>
                <a:cubicBezTo>
                  <a:pt x="315" y="11"/>
                  <a:pt x="314" y="10"/>
                  <a:pt x="314" y="10"/>
                </a:cubicBezTo>
                <a:lnTo>
                  <a:pt x="308" y="15"/>
                </a:lnTo>
                <a:cubicBezTo>
                  <a:pt x="307" y="16"/>
                  <a:pt x="306" y="16"/>
                  <a:pt x="306" y="17"/>
                </a:cubicBezTo>
                <a:cubicBezTo>
                  <a:pt x="305" y="17"/>
                  <a:pt x="305" y="17"/>
                  <a:pt x="305" y="18"/>
                </a:cubicBezTo>
                <a:cubicBezTo>
                  <a:pt x="305" y="18"/>
                  <a:pt x="305" y="18"/>
                  <a:pt x="306" y="19"/>
                </a:cubicBezTo>
                <a:lnTo>
                  <a:pt x="305" y="19"/>
                </a:lnTo>
                <a:lnTo>
                  <a:pt x="302" y="15"/>
                </a:lnTo>
                <a:lnTo>
                  <a:pt x="303" y="15"/>
                </a:lnTo>
                <a:cubicBezTo>
                  <a:pt x="303" y="15"/>
                  <a:pt x="304" y="15"/>
                  <a:pt x="304" y="15"/>
                </a:cubicBezTo>
                <a:cubicBezTo>
                  <a:pt x="305" y="15"/>
                  <a:pt x="305" y="14"/>
                  <a:pt x="307" y="13"/>
                </a:cubicBezTo>
                <a:lnTo>
                  <a:pt x="313" y="9"/>
                </a:lnTo>
                <a:cubicBezTo>
                  <a:pt x="314" y="9"/>
                  <a:pt x="315" y="9"/>
                  <a:pt x="316" y="9"/>
                </a:cubicBezTo>
                <a:cubicBezTo>
                  <a:pt x="316" y="10"/>
                  <a:pt x="317" y="10"/>
                  <a:pt x="318" y="11"/>
                </a:cubicBezTo>
                <a:cubicBezTo>
                  <a:pt x="319" y="13"/>
                  <a:pt x="319" y="15"/>
                  <a:pt x="317" y="18"/>
                </a:cubicBezTo>
                <a:cubicBezTo>
                  <a:pt x="316" y="21"/>
                  <a:pt x="314" y="23"/>
                  <a:pt x="311" y="25"/>
                </a:cubicBezTo>
                <a:cubicBezTo>
                  <a:pt x="309" y="26"/>
                  <a:pt x="307" y="27"/>
                  <a:pt x="305" y="28"/>
                </a:cubicBezTo>
                <a:cubicBezTo>
                  <a:pt x="303" y="29"/>
                  <a:pt x="301" y="29"/>
                  <a:pt x="299" y="29"/>
                </a:cubicBezTo>
                <a:cubicBezTo>
                  <a:pt x="298" y="29"/>
                  <a:pt x="296" y="29"/>
                  <a:pt x="296" y="28"/>
                </a:cubicBezTo>
                <a:cubicBezTo>
                  <a:pt x="295" y="27"/>
                  <a:pt x="295" y="27"/>
                  <a:pt x="295" y="26"/>
                </a:cubicBezTo>
                <a:cubicBezTo>
                  <a:pt x="295" y="26"/>
                  <a:pt x="295" y="25"/>
                  <a:pt x="295" y="24"/>
                </a:cubicBezTo>
                <a:cubicBezTo>
                  <a:pt x="295" y="24"/>
                  <a:pt x="295" y="24"/>
                  <a:pt x="295" y="24"/>
                </a:cubicBezTo>
                <a:cubicBezTo>
                  <a:pt x="295" y="23"/>
                  <a:pt x="295" y="23"/>
                  <a:pt x="294" y="24"/>
                </a:cubicBezTo>
                <a:cubicBezTo>
                  <a:pt x="294" y="24"/>
                  <a:pt x="294" y="24"/>
                  <a:pt x="293" y="24"/>
                </a:cubicBezTo>
                <a:close/>
              </a:path>
              <a:path w="336" h="189">
                <a:moveTo>
                  <a:pt x="293" y="145"/>
                </a:moveTo>
                <a:lnTo>
                  <a:pt x="292" y="145"/>
                </a:lnTo>
                <a:lnTo>
                  <a:pt x="293" y="144"/>
                </a:lnTo>
                <a:cubicBezTo>
                  <a:pt x="293" y="144"/>
                  <a:pt x="293" y="144"/>
                  <a:pt x="293" y="143"/>
                </a:cubicBezTo>
                <a:cubicBezTo>
                  <a:pt x="293" y="143"/>
                  <a:pt x="292" y="142"/>
                  <a:pt x="292" y="141"/>
                </a:cubicBezTo>
                <a:lnTo>
                  <a:pt x="282" y="128"/>
                </a:lnTo>
                <a:cubicBezTo>
                  <a:pt x="281" y="126"/>
                  <a:pt x="280" y="126"/>
                  <a:pt x="280" y="126"/>
                </a:cubicBezTo>
                <a:cubicBezTo>
                  <a:pt x="279" y="125"/>
                  <a:pt x="279" y="125"/>
                  <a:pt x="278" y="126"/>
                </a:cubicBezTo>
                <a:lnTo>
                  <a:pt x="277" y="125"/>
                </a:lnTo>
                <a:lnTo>
                  <a:pt x="282" y="122"/>
                </a:lnTo>
                <a:cubicBezTo>
                  <a:pt x="283" y="121"/>
                  <a:pt x="284" y="120"/>
                  <a:pt x="286" y="121"/>
                </a:cubicBezTo>
                <a:cubicBezTo>
                  <a:pt x="287" y="121"/>
                  <a:pt x="288" y="121"/>
                  <a:pt x="290" y="123"/>
                </a:cubicBezTo>
                <a:cubicBezTo>
                  <a:pt x="292" y="124"/>
                  <a:pt x="293" y="125"/>
                  <a:pt x="295" y="128"/>
                </a:cubicBezTo>
                <a:cubicBezTo>
                  <a:pt x="297" y="130"/>
                  <a:pt x="299" y="133"/>
                  <a:pt x="299" y="135"/>
                </a:cubicBezTo>
                <a:cubicBezTo>
                  <a:pt x="300" y="138"/>
                  <a:pt x="299" y="140"/>
                  <a:pt x="297" y="142"/>
                </a:cubicBezTo>
                <a:lnTo>
                  <a:pt x="293" y="145"/>
                </a:lnTo>
                <a:close/>
                <a:moveTo>
                  <a:pt x="295" y="142"/>
                </a:moveTo>
                <a:cubicBezTo>
                  <a:pt x="295" y="141"/>
                  <a:pt x="296" y="141"/>
                  <a:pt x="296" y="141"/>
                </a:cubicBezTo>
                <a:cubicBezTo>
                  <a:pt x="298" y="140"/>
                  <a:pt x="298" y="139"/>
                  <a:pt x="297" y="136"/>
                </a:cubicBezTo>
                <a:cubicBezTo>
                  <a:pt x="297" y="134"/>
                  <a:pt x="296" y="132"/>
                  <a:pt x="293" y="129"/>
                </a:cubicBezTo>
                <a:cubicBezTo>
                  <a:pt x="291" y="126"/>
                  <a:pt x="289" y="124"/>
                  <a:pt x="287" y="123"/>
                </a:cubicBezTo>
                <a:cubicBezTo>
                  <a:pt x="285" y="122"/>
                  <a:pt x="284" y="122"/>
                  <a:pt x="283" y="123"/>
                </a:cubicBezTo>
                <a:cubicBezTo>
                  <a:pt x="282" y="123"/>
                  <a:pt x="282" y="124"/>
                  <a:pt x="281" y="125"/>
                </a:cubicBezTo>
                <a:lnTo>
                  <a:pt x="295" y="142"/>
                </a:lnTo>
                <a:close/>
              </a:path>
              <a:path w="336" h="189">
                <a:moveTo>
                  <a:pt x="266" y="134"/>
                </a:moveTo>
                <a:lnTo>
                  <a:pt x="268" y="132"/>
                </a:lnTo>
                <a:lnTo>
                  <a:pt x="286" y="143"/>
                </a:lnTo>
                <a:lnTo>
                  <a:pt x="277" y="131"/>
                </a:lnTo>
                <a:cubicBezTo>
                  <a:pt x="276" y="130"/>
                  <a:pt x="276" y="129"/>
                  <a:pt x="275" y="129"/>
                </a:cubicBezTo>
                <a:cubicBezTo>
                  <a:pt x="275" y="129"/>
                  <a:pt x="274" y="129"/>
                  <a:pt x="274" y="129"/>
                </a:cubicBezTo>
                <a:lnTo>
                  <a:pt x="273" y="129"/>
                </a:lnTo>
                <a:lnTo>
                  <a:pt x="277" y="126"/>
                </a:lnTo>
                <a:lnTo>
                  <a:pt x="277" y="127"/>
                </a:lnTo>
                <a:cubicBezTo>
                  <a:pt x="276" y="127"/>
                  <a:pt x="276" y="128"/>
                  <a:pt x="276" y="128"/>
                </a:cubicBezTo>
                <a:cubicBezTo>
                  <a:pt x="277" y="129"/>
                  <a:pt x="277" y="129"/>
                  <a:pt x="278" y="130"/>
                </a:cubicBezTo>
                <a:lnTo>
                  <a:pt x="291" y="147"/>
                </a:lnTo>
                <a:lnTo>
                  <a:pt x="290" y="148"/>
                </a:lnTo>
                <a:lnTo>
                  <a:pt x="272" y="136"/>
                </a:lnTo>
                <a:lnTo>
                  <a:pt x="281" y="149"/>
                </a:lnTo>
                <a:cubicBezTo>
                  <a:pt x="282" y="150"/>
                  <a:pt x="283" y="151"/>
                  <a:pt x="283" y="151"/>
                </a:cubicBezTo>
                <a:cubicBezTo>
                  <a:pt x="284" y="151"/>
                  <a:pt x="284" y="151"/>
                  <a:pt x="284" y="151"/>
                </a:cubicBezTo>
                <a:lnTo>
                  <a:pt x="285" y="151"/>
                </a:lnTo>
                <a:lnTo>
                  <a:pt x="282" y="154"/>
                </a:lnTo>
                <a:lnTo>
                  <a:pt x="281" y="153"/>
                </a:lnTo>
                <a:lnTo>
                  <a:pt x="282" y="153"/>
                </a:lnTo>
                <a:cubicBezTo>
                  <a:pt x="282" y="153"/>
                  <a:pt x="282" y="152"/>
                  <a:pt x="282" y="152"/>
                </a:cubicBezTo>
                <a:cubicBezTo>
                  <a:pt x="282" y="151"/>
                  <a:pt x="281" y="150"/>
                  <a:pt x="280" y="149"/>
                </a:cubicBezTo>
                <a:lnTo>
                  <a:pt x="270" y="135"/>
                </a:lnTo>
                <a:cubicBezTo>
                  <a:pt x="269" y="135"/>
                  <a:pt x="268" y="135"/>
                  <a:pt x="268" y="134"/>
                </a:cubicBezTo>
                <a:cubicBezTo>
                  <a:pt x="268" y="134"/>
                  <a:pt x="267" y="134"/>
                  <a:pt x="267" y="134"/>
                </a:cubicBezTo>
                <a:cubicBezTo>
                  <a:pt x="267" y="134"/>
                  <a:pt x="267" y="135"/>
                  <a:pt x="266" y="135"/>
                </a:cubicBezTo>
                <a:lnTo>
                  <a:pt x="266" y="134"/>
                </a:lnTo>
                <a:close/>
              </a:path>
              <a:path w="336" h="189">
                <a:moveTo>
                  <a:pt x="272" y="151"/>
                </a:moveTo>
                <a:lnTo>
                  <a:pt x="268" y="154"/>
                </a:lnTo>
                <a:lnTo>
                  <a:pt x="270" y="157"/>
                </a:lnTo>
                <a:cubicBezTo>
                  <a:pt x="270" y="158"/>
                  <a:pt x="270" y="159"/>
                  <a:pt x="271" y="159"/>
                </a:cubicBezTo>
                <a:cubicBezTo>
                  <a:pt x="271" y="160"/>
                  <a:pt x="271" y="160"/>
                  <a:pt x="272" y="160"/>
                </a:cubicBezTo>
                <a:cubicBezTo>
                  <a:pt x="272" y="160"/>
                  <a:pt x="272" y="160"/>
                  <a:pt x="273" y="160"/>
                </a:cubicBezTo>
                <a:lnTo>
                  <a:pt x="270" y="163"/>
                </a:lnTo>
                <a:lnTo>
                  <a:pt x="270" y="162"/>
                </a:lnTo>
                <a:cubicBezTo>
                  <a:pt x="270" y="162"/>
                  <a:pt x="270" y="161"/>
                  <a:pt x="270" y="161"/>
                </a:cubicBezTo>
                <a:cubicBezTo>
                  <a:pt x="270" y="160"/>
                  <a:pt x="270" y="159"/>
                  <a:pt x="269" y="157"/>
                </a:cubicBezTo>
                <a:lnTo>
                  <a:pt x="260" y="138"/>
                </a:lnTo>
                <a:lnTo>
                  <a:pt x="276" y="152"/>
                </a:lnTo>
                <a:cubicBezTo>
                  <a:pt x="277" y="153"/>
                  <a:pt x="278" y="154"/>
                  <a:pt x="279" y="154"/>
                </a:cubicBezTo>
                <a:cubicBezTo>
                  <a:pt x="279" y="154"/>
                  <a:pt x="280" y="154"/>
                  <a:pt x="280" y="154"/>
                </a:cubicBezTo>
                <a:lnTo>
                  <a:pt x="281" y="155"/>
                </a:lnTo>
                <a:lnTo>
                  <a:pt x="277" y="158"/>
                </a:lnTo>
                <a:lnTo>
                  <a:pt x="276" y="157"/>
                </a:lnTo>
                <a:cubicBezTo>
                  <a:pt x="277" y="157"/>
                  <a:pt x="277" y="156"/>
                  <a:pt x="277" y="156"/>
                </a:cubicBezTo>
                <a:cubicBezTo>
                  <a:pt x="277" y="156"/>
                  <a:pt x="277" y="155"/>
                  <a:pt x="276" y="155"/>
                </a:cubicBezTo>
                <a:cubicBezTo>
                  <a:pt x="276" y="155"/>
                  <a:pt x="276" y="154"/>
                  <a:pt x="275" y="153"/>
                </a:cubicBezTo>
                <a:lnTo>
                  <a:pt x="272" y="151"/>
                </a:lnTo>
                <a:close/>
                <a:moveTo>
                  <a:pt x="271" y="150"/>
                </a:moveTo>
                <a:lnTo>
                  <a:pt x="263" y="143"/>
                </a:lnTo>
                <a:lnTo>
                  <a:pt x="267" y="152"/>
                </a:lnTo>
                <a:lnTo>
                  <a:pt x="271" y="150"/>
                </a:lnTo>
                <a:close/>
              </a:path>
              <a:path w="336" h="189">
                <a:moveTo>
                  <a:pt x="319" y="86"/>
                </a:moveTo>
                <a:lnTo>
                  <a:pt x="320" y="81"/>
                </a:lnTo>
                <a:lnTo>
                  <a:pt x="313" y="79"/>
                </a:lnTo>
                <a:cubicBezTo>
                  <a:pt x="311" y="79"/>
                  <a:pt x="311" y="79"/>
                  <a:pt x="310" y="79"/>
                </a:cubicBezTo>
                <a:cubicBezTo>
                  <a:pt x="310" y="79"/>
                  <a:pt x="310" y="79"/>
                  <a:pt x="309" y="79"/>
                </a:cubicBezTo>
                <a:cubicBezTo>
                  <a:pt x="309" y="79"/>
                  <a:pt x="309" y="80"/>
                  <a:pt x="309" y="80"/>
                </a:cubicBezTo>
                <a:lnTo>
                  <a:pt x="308" y="80"/>
                </a:lnTo>
                <a:lnTo>
                  <a:pt x="309" y="75"/>
                </a:lnTo>
                <a:lnTo>
                  <a:pt x="310" y="75"/>
                </a:lnTo>
                <a:cubicBezTo>
                  <a:pt x="309" y="76"/>
                  <a:pt x="310" y="76"/>
                  <a:pt x="310" y="76"/>
                </a:cubicBezTo>
                <a:cubicBezTo>
                  <a:pt x="310" y="77"/>
                  <a:pt x="310" y="77"/>
                  <a:pt x="311" y="77"/>
                </a:cubicBezTo>
                <a:cubicBezTo>
                  <a:pt x="311" y="77"/>
                  <a:pt x="312" y="77"/>
                  <a:pt x="313" y="77"/>
                </a:cubicBezTo>
                <a:lnTo>
                  <a:pt x="330" y="80"/>
                </a:lnTo>
                <a:cubicBezTo>
                  <a:pt x="331" y="81"/>
                  <a:pt x="332" y="81"/>
                  <a:pt x="332" y="81"/>
                </a:cubicBezTo>
                <a:cubicBezTo>
                  <a:pt x="333" y="81"/>
                  <a:pt x="333" y="81"/>
                  <a:pt x="333" y="81"/>
                </a:cubicBezTo>
                <a:cubicBezTo>
                  <a:pt x="334" y="80"/>
                  <a:pt x="334" y="80"/>
                  <a:pt x="334" y="80"/>
                </a:cubicBezTo>
                <a:lnTo>
                  <a:pt x="334" y="79"/>
                </a:lnTo>
                <a:lnTo>
                  <a:pt x="335" y="80"/>
                </a:lnTo>
                <a:lnTo>
                  <a:pt x="334" y="85"/>
                </a:lnTo>
                <a:lnTo>
                  <a:pt x="333" y="85"/>
                </a:lnTo>
                <a:lnTo>
                  <a:pt x="333" y="84"/>
                </a:lnTo>
                <a:cubicBezTo>
                  <a:pt x="333" y="84"/>
                  <a:pt x="333" y="83"/>
                  <a:pt x="332" y="83"/>
                </a:cubicBezTo>
                <a:cubicBezTo>
                  <a:pt x="332" y="83"/>
                  <a:pt x="331" y="83"/>
                  <a:pt x="329" y="82"/>
                </a:cubicBezTo>
                <a:lnTo>
                  <a:pt x="322" y="81"/>
                </a:lnTo>
                <a:lnTo>
                  <a:pt x="320" y="87"/>
                </a:lnTo>
                <a:lnTo>
                  <a:pt x="328" y="88"/>
                </a:lnTo>
                <a:cubicBezTo>
                  <a:pt x="330" y="88"/>
                  <a:pt x="331" y="88"/>
                  <a:pt x="331" y="88"/>
                </a:cubicBezTo>
                <a:cubicBezTo>
                  <a:pt x="331" y="88"/>
                  <a:pt x="332" y="88"/>
                  <a:pt x="332" y="88"/>
                </a:cubicBezTo>
                <a:cubicBezTo>
                  <a:pt x="332" y="88"/>
                  <a:pt x="332" y="88"/>
                  <a:pt x="333" y="87"/>
                </a:cubicBezTo>
                <a:lnTo>
                  <a:pt x="332" y="92"/>
                </a:lnTo>
                <a:cubicBezTo>
                  <a:pt x="332" y="91"/>
                  <a:pt x="331" y="91"/>
                  <a:pt x="331" y="90"/>
                </a:cubicBezTo>
                <a:cubicBezTo>
                  <a:pt x="331" y="90"/>
                  <a:pt x="330" y="90"/>
                  <a:pt x="328" y="90"/>
                </a:cubicBezTo>
                <a:lnTo>
                  <a:pt x="311" y="87"/>
                </a:lnTo>
                <a:cubicBezTo>
                  <a:pt x="310" y="86"/>
                  <a:pt x="309" y="86"/>
                  <a:pt x="309" y="86"/>
                </a:cubicBezTo>
                <a:cubicBezTo>
                  <a:pt x="308" y="86"/>
                  <a:pt x="308" y="86"/>
                  <a:pt x="308" y="87"/>
                </a:cubicBezTo>
                <a:cubicBezTo>
                  <a:pt x="307" y="87"/>
                  <a:pt x="307" y="87"/>
                  <a:pt x="307" y="87"/>
                </a:cubicBezTo>
                <a:lnTo>
                  <a:pt x="307" y="88"/>
                </a:lnTo>
                <a:lnTo>
                  <a:pt x="306" y="88"/>
                </a:lnTo>
                <a:lnTo>
                  <a:pt x="307" y="82"/>
                </a:lnTo>
                <a:lnTo>
                  <a:pt x="308" y="82"/>
                </a:lnTo>
                <a:lnTo>
                  <a:pt x="308" y="83"/>
                </a:lnTo>
                <a:cubicBezTo>
                  <a:pt x="308" y="83"/>
                  <a:pt x="308" y="84"/>
                  <a:pt x="308" y="84"/>
                </a:cubicBezTo>
                <a:cubicBezTo>
                  <a:pt x="309" y="84"/>
                  <a:pt x="309" y="84"/>
                  <a:pt x="309" y="84"/>
                </a:cubicBezTo>
                <a:cubicBezTo>
                  <a:pt x="310" y="85"/>
                  <a:pt x="310" y="85"/>
                  <a:pt x="312" y="85"/>
                </a:cubicBezTo>
                <a:lnTo>
                  <a:pt x="319" y="86"/>
                </a:lnTo>
                <a:close/>
              </a:path>
              <a:path w="336" h="189">
                <a:moveTo>
                  <a:pt x="305" y="89"/>
                </a:moveTo>
                <a:lnTo>
                  <a:pt x="314" y="91"/>
                </a:lnTo>
                <a:cubicBezTo>
                  <a:pt x="311" y="91"/>
                  <a:pt x="309" y="91"/>
                  <a:pt x="308" y="92"/>
                </a:cubicBezTo>
                <a:cubicBezTo>
                  <a:pt x="307" y="92"/>
                  <a:pt x="306" y="93"/>
                  <a:pt x="306" y="94"/>
                </a:cubicBezTo>
                <a:cubicBezTo>
                  <a:pt x="305" y="95"/>
                  <a:pt x="306" y="95"/>
                  <a:pt x="306" y="96"/>
                </a:cubicBezTo>
                <a:cubicBezTo>
                  <a:pt x="307" y="97"/>
                  <a:pt x="308" y="98"/>
                  <a:pt x="310" y="99"/>
                </a:cubicBezTo>
                <a:cubicBezTo>
                  <a:pt x="312" y="99"/>
                  <a:pt x="314" y="100"/>
                  <a:pt x="317" y="101"/>
                </a:cubicBezTo>
                <a:cubicBezTo>
                  <a:pt x="320" y="101"/>
                  <a:pt x="322" y="101"/>
                  <a:pt x="323" y="101"/>
                </a:cubicBezTo>
                <a:cubicBezTo>
                  <a:pt x="325" y="101"/>
                  <a:pt x="327" y="101"/>
                  <a:pt x="328" y="100"/>
                </a:cubicBezTo>
                <a:cubicBezTo>
                  <a:pt x="329" y="100"/>
                  <a:pt x="329" y="99"/>
                  <a:pt x="330" y="98"/>
                </a:cubicBezTo>
                <a:cubicBezTo>
                  <a:pt x="330" y="97"/>
                  <a:pt x="330" y="97"/>
                  <a:pt x="329" y="96"/>
                </a:cubicBezTo>
                <a:cubicBezTo>
                  <a:pt x="328" y="95"/>
                  <a:pt x="327" y="94"/>
                  <a:pt x="325" y="93"/>
                </a:cubicBezTo>
                <a:lnTo>
                  <a:pt x="326" y="93"/>
                </a:lnTo>
                <a:cubicBezTo>
                  <a:pt x="328" y="94"/>
                  <a:pt x="329" y="95"/>
                  <a:pt x="330" y="96"/>
                </a:cubicBezTo>
                <a:cubicBezTo>
                  <a:pt x="331" y="97"/>
                  <a:pt x="331" y="98"/>
                  <a:pt x="331" y="99"/>
                </a:cubicBezTo>
                <a:cubicBezTo>
                  <a:pt x="331" y="101"/>
                  <a:pt x="329" y="102"/>
                  <a:pt x="325" y="103"/>
                </a:cubicBezTo>
                <a:cubicBezTo>
                  <a:pt x="323" y="103"/>
                  <a:pt x="320" y="103"/>
                  <a:pt x="317" y="103"/>
                </a:cubicBezTo>
                <a:cubicBezTo>
                  <a:pt x="314" y="102"/>
                  <a:pt x="312" y="101"/>
                  <a:pt x="310" y="100"/>
                </a:cubicBezTo>
                <a:cubicBezTo>
                  <a:pt x="308" y="99"/>
                  <a:pt x="306" y="98"/>
                  <a:pt x="305" y="97"/>
                </a:cubicBezTo>
                <a:cubicBezTo>
                  <a:pt x="304" y="96"/>
                  <a:pt x="304" y="95"/>
                  <a:pt x="304" y="94"/>
                </a:cubicBezTo>
                <a:cubicBezTo>
                  <a:pt x="304" y="93"/>
                  <a:pt x="305" y="92"/>
                  <a:pt x="306" y="91"/>
                </a:cubicBezTo>
                <a:cubicBezTo>
                  <a:pt x="306" y="91"/>
                  <a:pt x="307" y="91"/>
                  <a:pt x="307" y="91"/>
                </a:cubicBezTo>
                <a:cubicBezTo>
                  <a:pt x="307" y="91"/>
                  <a:pt x="307" y="90"/>
                  <a:pt x="306" y="90"/>
                </a:cubicBezTo>
                <a:cubicBezTo>
                  <a:pt x="306" y="90"/>
                  <a:pt x="306" y="90"/>
                  <a:pt x="305" y="90"/>
                </a:cubicBezTo>
                <a:lnTo>
                  <a:pt x="305" y="89"/>
                </a:lnTo>
                <a:close/>
              </a:path>
              <a:path w="336" h="189">
                <a:moveTo>
                  <a:pt x="300" y="104"/>
                </a:moveTo>
                <a:lnTo>
                  <a:pt x="309" y="109"/>
                </a:lnTo>
                <a:lnTo>
                  <a:pt x="311" y="106"/>
                </a:lnTo>
                <a:cubicBezTo>
                  <a:pt x="311" y="105"/>
                  <a:pt x="311" y="105"/>
                  <a:pt x="311" y="104"/>
                </a:cubicBezTo>
                <a:cubicBezTo>
                  <a:pt x="310" y="104"/>
                  <a:pt x="309" y="103"/>
                  <a:pt x="308" y="102"/>
                </a:cubicBezTo>
                <a:lnTo>
                  <a:pt x="317" y="106"/>
                </a:lnTo>
                <a:lnTo>
                  <a:pt x="316" y="106"/>
                </a:lnTo>
                <a:cubicBezTo>
                  <a:pt x="315" y="106"/>
                  <a:pt x="314" y="106"/>
                  <a:pt x="314" y="106"/>
                </a:cubicBezTo>
                <a:cubicBezTo>
                  <a:pt x="314" y="106"/>
                  <a:pt x="313" y="106"/>
                  <a:pt x="313" y="106"/>
                </a:cubicBezTo>
                <a:cubicBezTo>
                  <a:pt x="312" y="106"/>
                  <a:pt x="312" y="106"/>
                  <a:pt x="312" y="107"/>
                </a:cubicBezTo>
                <a:lnTo>
                  <a:pt x="311" y="109"/>
                </a:lnTo>
                <a:lnTo>
                  <a:pt x="319" y="113"/>
                </a:lnTo>
                <a:cubicBezTo>
                  <a:pt x="320" y="113"/>
                  <a:pt x="320" y="114"/>
                  <a:pt x="321" y="114"/>
                </a:cubicBezTo>
                <a:cubicBezTo>
                  <a:pt x="321" y="114"/>
                  <a:pt x="321" y="114"/>
                  <a:pt x="321" y="114"/>
                </a:cubicBezTo>
                <a:cubicBezTo>
                  <a:pt x="321" y="114"/>
                  <a:pt x="322" y="114"/>
                  <a:pt x="322" y="113"/>
                </a:cubicBezTo>
                <a:lnTo>
                  <a:pt x="323" y="111"/>
                </a:lnTo>
                <a:cubicBezTo>
                  <a:pt x="323" y="111"/>
                  <a:pt x="323" y="110"/>
                  <a:pt x="323" y="110"/>
                </a:cubicBezTo>
                <a:cubicBezTo>
                  <a:pt x="323" y="109"/>
                  <a:pt x="323" y="109"/>
                  <a:pt x="322" y="108"/>
                </a:cubicBezTo>
                <a:cubicBezTo>
                  <a:pt x="322" y="108"/>
                  <a:pt x="321" y="107"/>
                  <a:pt x="320" y="106"/>
                </a:cubicBezTo>
                <a:lnTo>
                  <a:pt x="320" y="105"/>
                </a:lnTo>
                <a:lnTo>
                  <a:pt x="325" y="109"/>
                </a:lnTo>
                <a:lnTo>
                  <a:pt x="321" y="118"/>
                </a:lnTo>
                <a:lnTo>
                  <a:pt x="320" y="118"/>
                </a:lnTo>
                <a:lnTo>
                  <a:pt x="321" y="118"/>
                </a:lnTo>
                <a:cubicBezTo>
                  <a:pt x="321" y="117"/>
                  <a:pt x="321" y="117"/>
                  <a:pt x="320" y="117"/>
                </a:cubicBezTo>
                <a:cubicBezTo>
                  <a:pt x="320" y="116"/>
                  <a:pt x="320" y="116"/>
                  <a:pt x="320" y="116"/>
                </a:cubicBezTo>
                <a:cubicBezTo>
                  <a:pt x="319" y="115"/>
                  <a:pt x="319" y="115"/>
                  <a:pt x="318" y="115"/>
                </a:cubicBezTo>
                <a:lnTo>
                  <a:pt x="302" y="107"/>
                </a:lnTo>
                <a:cubicBezTo>
                  <a:pt x="301" y="106"/>
                  <a:pt x="300" y="106"/>
                  <a:pt x="299" y="106"/>
                </a:cubicBezTo>
                <a:cubicBezTo>
                  <a:pt x="299" y="106"/>
                  <a:pt x="298" y="106"/>
                  <a:pt x="298" y="107"/>
                </a:cubicBezTo>
                <a:lnTo>
                  <a:pt x="297" y="107"/>
                </a:lnTo>
                <a:lnTo>
                  <a:pt x="301" y="98"/>
                </a:lnTo>
                <a:lnTo>
                  <a:pt x="307" y="100"/>
                </a:lnTo>
                <a:cubicBezTo>
                  <a:pt x="305" y="100"/>
                  <a:pt x="304" y="100"/>
                  <a:pt x="304" y="100"/>
                </a:cubicBezTo>
                <a:cubicBezTo>
                  <a:pt x="303" y="99"/>
                  <a:pt x="303" y="100"/>
                  <a:pt x="302" y="100"/>
                </a:cubicBezTo>
                <a:cubicBezTo>
                  <a:pt x="302" y="100"/>
                  <a:pt x="302" y="100"/>
                  <a:pt x="302" y="101"/>
                </a:cubicBezTo>
                <a:lnTo>
                  <a:pt x="300" y="104"/>
                </a:lnTo>
                <a:close/>
              </a:path>
              <a:path w="336" h="189">
                <a:moveTo>
                  <a:pt x="298" y="108"/>
                </a:moveTo>
                <a:lnTo>
                  <a:pt x="303" y="111"/>
                </a:lnTo>
                <a:cubicBezTo>
                  <a:pt x="302" y="111"/>
                  <a:pt x="301" y="110"/>
                  <a:pt x="301" y="110"/>
                </a:cubicBezTo>
                <a:cubicBezTo>
                  <a:pt x="300" y="110"/>
                  <a:pt x="299" y="110"/>
                  <a:pt x="299" y="110"/>
                </a:cubicBezTo>
                <a:cubicBezTo>
                  <a:pt x="299" y="110"/>
                  <a:pt x="298" y="111"/>
                  <a:pt x="298" y="111"/>
                </a:cubicBezTo>
                <a:lnTo>
                  <a:pt x="297" y="113"/>
                </a:lnTo>
                <a:lnTo>
                  <a:pt x="315" y="122"/>
                </a:lnTo>
                <a:cubicBezTo>
                  <a:pt x="316" y="123"/>
                  <a:pt x="317" y="123"/>
                  <a:pt x="318" y="123"/>
                </a:cubicBezTo>
                <a:cubicBezTo>
                  <a:pt x="318" y="123"/>
                  <a:pt x="319" y="123"/>
                  <a:pt x="319" y="123"/>
                </a:cubicBezTo>
                <a:lnTo>
                  <a:pt x="319" y="122"/>
                </a:lnTo>
                <a:lnTo>
                  <a:pt x="320" y="123"/>
                </a:lnTo>
                <a:lnTo>
                  <a:pt x="317" y="128"/>
                </a:lnTo>
                <a:lnTo>
                  <a:pt x="317" y="127"/>
                </a:lnTo>
                <a:cubicBezTo>
                  <a:pt x="317" y="126"/>
                  <a:pt x="317" y="126"/>
                  <a:pt x="317" y="125"/>
                </a:cubicBezTo>
                <a:cubicBezTo>
                  <a:pt x="316" y="125"/>
                  <a:pt x="315" y="124"/>
                  <a:pt x="314" y="124"/>
                </a:cubicBezTo>
                <a:lnTo>
                  <a:pt x="296" y="114"/>
                </a:lnTo>
                <a:lnTo>
                  <a:pt x="296" y="116"/>
                </a:lnTo>
                <a:cubicBezTo>
                  <a:pt x="295" y="116"/>
                  <a:pt x="295" y="117"/>
                  <a:pt x="295" y="117"/>
                </a:cubicBezTo>
                <a:cubicBezTo>
                  <a:pt x="295" y="117"/>
                  <a:pt x="296" y="118"/>
                  <a:pt x="296" y="118"/>
                </a:cubicBezTo>
                <a:cubicBezTo>
                  <a:pt x="297" y="119"/>
                  <a:pt x="297" y="120"/>
                  <a:pt x="298" y="120"/>
                </a:cubicBezTo>
                <a:lnTo>
                  <a:pt x="293" y="117"/>
                </a:lnTo>
                <a:lnTo>
                  <a:pt x="298" y="108"/>
                </a:lnTo>
                <a:close/>
              </a:path>
              <a:path w="336" h="189">
                <a:moveTo>
                  <a:pt x="307" y="54"/>
                </a:moveTo>
                <a:cubicBezTo>
                  <a:pt x="307" y="53"/>
                  <a:pt x="308" y="51"/>
                  <a:pt x="310" y="50"/>
                </a:cubicBezTo>
                <a:cubicBezTo>
                  <a:pt x="313" y="49"/>
                  <a:pt x="316" y="48"/>
                  <a:pt x="320" y="48"/>
                </a:cubicBezTo>
                <a:cubicBezTo>
                  <a:pt x="324" y="48"/>
                  <a:pt x="327" y="48"/>
                  <a:pt x="330" y="50"/>
                </a:cubicBezTo>
                <a:cubicBezTo>
                  <a:pt x="333" y="51"/>
                  <a:pt x="334" y="52"/>
                  <a:pt x="334" y="54"/>
                </a:cubicBezTo>
                <a:cubicBezTo>
                  <a:pt x="334" y="56"/>
                  <a:pt x="333" y="57"/>
                  <a:pt x="330" y="59"/>
                </a:cubicBezTo>
                <a:cubicBezTo>
                  <a:pt x="328" y="60"/>
                  <a:pt x="325" y="61"/>
                  <a:pt x="320" y="61"/>
                </a:cubicBezTo>
                <a:cubicBezTo>
                  <a:pt x="316" y="61"/>
                  <a:pt x="313" y="60"/>
                  <a:pt x="310" y="59"/>
                </a:cubicBezTo>
                <a:cubicBezTo>
                  <a:pt x="308" y="57"/>
                  <a:pt x="307" y="56"/>
                  <a:pt x="307" y="54"/>
                </a:cubicBezTo>
                <a:close/>
                <a:moveTo>
                  <a:pt x="308" y="55"/>
                </a:moveTo>
                <a:cubicBezTo>
                  <a:pt x="308" y="56"/>
                  <a:pt x="309" y="57"/>
                  <a:pt x="311" y="57"/>
                </a:cubicBezTo>
                <a:cubicBezTo>
                  <a:pt x="313" y="58"/>
                  <a:pt x="316" y="58"/>
                  <a:pt x="320" y="58"/>
                </a:cubicBezTo>
                <a:cubicBezTo>
                  <a:pt x="325" y="58"/>
                  <a:pt x="328" y="58"/>
                  <a:pt x="330" y="57"/>
                </a:cubicBezTo>
                <a:cubicBezTo>
                  <a:pt x="332" y="56"/>
                  <a:pt x="333" y="55"/>
                  <a:pt x="333" y="54"/>
                </a:cubicBezTo>
                <a:cubicBezTo>
                  <a:pt x="333" y="53"/>
                  <a:pt x="332" y="52"/>
                  <a:pt x="330" y="51"/>
                </a:cubicBezTo>
                <a:cubicBezTo>
                  <a:pt x="328" y="50"/>
                  <a:pt x="325" y="50"/>
                  <a:pt x="321" y="50"/>
                </a:cubicBezTo>
                <a:cubicBezTo>
                  <a:pt x="316" y="50"/>
                  <a:pt x="313" y="51"/>
                  <a:pt x="311" y="52"/>
                </a:cubicBezTo>
                <a:cubicBezTo>
                  <a:pt x="309" y="52"/>
                  <a:pt x="308" y="53"/>
                  <a:pt x="308" y="55"/>
                </a:cubicBezTo>
                <a:close/>
              </a:path>
              <a:path w="336" h="189">
                <a:moveTo>
                  <a:pt x="310" y="75"/>
                </a:moveTo>
                <a:lnTo>
                  <a:pt x="310" y="71"/>
                </a:lnTo>
                <a:lnTo>
                  <a:pt x="329" y="63"/>
                </a:lnTo>
                <a:lnTo>
                  <a:pt x="314" y="63"/>
                </a:lnTo>
                <a:cubicBezTo>
                  <a:pt x="313" y="63"/>
                  <a:pt x="312" y="63"/>
                  <a:pt x="311" y="63"/>
                </a:cubicBezTo>
                <a:cubicBezTo>
                  <a:pt x="311" y="63"/>
                  <a:pt x="310" y="64"/>
                  <a:pt x="310" y="64"/>
                </a:cubicBezTo>
                <a:lnTo>
                  <a:pt x="310" y="65"/>
                </a:lnTo>
                <a:lnTo>
                  <a:pt x="310" y="60"/>
                </a:lnTo>
                <a:lnTo>
                  <a:pt x="310" y="61"/>
                </a:lnTo>
                <a:cubicBezTo>
                  <a:pt x="310" y="61"/>
                  <a:pt x="311" y="62"/>
                  <a:pt x="311" y="62"/>
                </a:cubicBezTo>
                <a:cubicBezTo>
                  <a:pt x="312" y="62"/>
                  <a:pt x="313" y="62"/>
                  <a:pt x="314" y="62"/>
                </a:cubicBezTo>
                <a:lnTo>
                  <a:pt x="336" y="62"/>
                </a:lnTo>
                <a:lnTo>
                  <a:pt x="315" y="71"/>
                </a:lnTo>
                <a:lnTo>
                  <a:pt x="332" y="71"/>
                </a:lnTo>
                <a:cubicBezTo>
                  <a:pt x="333" y="71"/>
                  <a:pt x="334" y="71"/>
                  <a:pt x="335" y="70"/>
                </a:cubicBezTo>
                <a:cubicBezTo>
                  <a:pt x="335" y="70"/>
                  <a:pt x="335" y="70"/>
                  <a:pt x="335" y="69"/>
                </a:cubicBezTo>
                <a:lnTo>
                  <a:pt x="336" y="69"/>
                </a:lnTo>
                <a:lnTo>
                  <a:pt x="336" y="73"/>
                </a:lnTo>
                <a:lnTo>
                  <a:pt x="335" y="73"/>
                </a:lnTo>
                <a:cubicBezTo>
                  <a:pt x="335" y="72"/>
                  <a:pt x="335" y="72"/>
                  <a:pt x="334" y="72"/>
                </a:cubicBezTo>
                <a:cubicBezTo>
                  <a:pt x="334" y="72"/>
                  <a:pt x="333" y="72"/>
                  <a:pt x="332" y="72"/>
                </a:cubicBezTo>
                <a:lnTo>
                  <a:pt x="313" y="72"/>
                </a:lnTo>
                <a:cubicBezTo>
                  <a:pt x="312" y="72"/>
                  <a:pt x="312" y="73"/>
                  <a:pt x="311" y="73"/>
                </a:cubicBezTo>
                <a:cubicBezTo>
                  <a:pt x="311" y="73"/>
                  <a:pt x="311" y="73"/>
                  <a:pt x="311" y="74"/>
                </a:cubicBezTo>
                <a:cubicBezTo>
                  <a:pt x="311" y="74"/>
                  <a:pt x="311" y="74"/>
                  <a:pt x="311" y="75"/>
                </a:cubicBezTo>
                <a:lnTo>
                  <a:pt x="310" y="75"/>
                </a:lnTo>
                <a:close/>
              </a:path>
              <a:path w="336" h="189">
                <a:moveTo>
                  <a:pt x="301" y="38"/>
                </a:moveTo>
                <a:cubicBezTo>
                  <a:pt x="300" y="36"/>
                  <a:pt x="301" y="34"/>
                  <a:pt x="303" y="32"/>
                </a:cubicBezTo>
                <a:cubicBezTo>
                  <a:pt x="305" y="30"/>
                  <a:pt x="307" y="28"/>
                  <a:pt x="311" y="27"/>
                </a:cubicBezTo>
                <a:cubicBezTo>
                  <a:pt x="315" y="25"/>
                  <a:pt x="318" y="25"/>
                  <a:pt x="321" y="25"/>
                </a:cubicBezTo>
                <a:cubicBezTo>
                  <a:pt x="324" y="25"/>
                  <a:pt x="326" y="26"/>
                  <a:pt x="326" y="27"/>
                </a:cubicBezTo>
                <a:cubicBezTo>
                  <a:pt x="327" y="29"/>
                  <a:pt x="326" y="31"/>
                  <a:pt x="325" y="33"/>
                </a:cubicBezTo>
                <a:cubicBezTo>
                  <a:pt x="323" y="35"/>
                  <a:pt x="320" y="37"/>
                  <a:pt x="316" y="39"/>
                </a:cubicBezTo>
                <a:cubicBezTo>
                  <a:pt x="312" y="40"/>
                  <a:pt x="309" y="41"/>
                  <a:pt x="306" y="41"/>
                </a:cubicBezTo>
                <a:cubicBezTo>
                  <a:pt x="303" y="40"/>
                  <a:pt x="302" y="39"/>
                  <a:pt x="301" y="38"/>
                </a:cubicBezTo>
                <a:close/>
                <a:moveTo>
                  <a:pt x="302" y="38"/>
                </a:moveTo>
                <a:cubicBezTo>
                  <a:pt x="303" y="39"/>
                  <a:pt x="304" y="39"/>
                  <a:pt x="306" y="39"/>
                </a:cubicBezTo>
                <a:cubicBezTo>
                  <a:pt x="308" y="39"/>
                  <a:pt x="311" y="38"/>
                  <a:pt x="315" y="37"/>
                </a:cubicBezTo>
                <a:cubicBezTo>
                  <a:pt x="319" y="35"/>
                  <a:pt x="322" y="33"/>
                  <a:pt x="324" y="31"/>
                </a:cubicBezTo>
                <a:cubicBezTo>
                  <a:pt x="325" y="30"/>
                  <a:pt x="326" y="29"/>
                  <a:pt x="325" y="28"/>
                </a:cubicBezTo>
                <a:cubicBezTo>
                  <a:pt x="325" y="27"/>
                  <a:pt x="323" y="26"/>
                  <a:pt x="321" y="26"/>
                </a:cubicBezTo>
                <a:cubicBezTo>
                  <a:pt x="319" y="26"/>
                  <a:pt x="316" y="27"/>
                  <a:pt x="312" y="29"/>
                </a:cubicBezTo>
                <a:cubicBezTo>
                  <a:pt x="308" y="30"/>
                  <a:pt x="305" y="32"/>
                  <a:pt x="304" y="34"/>
                </a:cubicBezTo>
                <a:cubicBezTo>
                  <a:pt x="302" y="35"/>
                  <a:pt x="302" y="36"/>
                  <a:pt x="302" y="38"/>
                </a:cubicBezTo>
                <a:close/>
              </a:path>
              <a:path w="336" h="189">
                <a:moveTo>
                  <a:pt x="323" y="35"/>
                </a:moveTo>
                <a:lnTo>
                  <a:pt x="324" y="35"/>
                </a:lnTo>
                <a:lnTo>
                  <a:pt x="331" y="35"/>
                </a:lnTo>
                <a:lnTo>
                  <a:pt x="332" y="45"/>
                </a:lnTo>
                <a:cubicBezTo>
                  <a:pt x="331" y="44"/>
                  <a:pt x="331" y="44"/>
                  <a:pt x="330" y="44"/>
                </a:cubicBezTo>
                <a:cubicBezTo>
                  <a:pt x="330" y="44"/>
                  <a:pt x="329" y="44"/>
                  <a:pt x="327" y="44"/>
                </a:cubicBezTo>
                <a:lnTo>
                  <a:pt x="311" y="47"/>
                </a:lnTo>
                <a:cubicBezTo>
                  <a:pt x="309" y="47"/>
                  <a:pt x="308" y="47"/>
                  <a:pt x="308" y="47"/>
                </a:cubicBezTo>
                <a:cubicBezTo>
                  <a:pt x="307" y="48"/>
                  <a:pt x="307" y="48"/>
                  <a:pt x="307" y="49"/>
                </a:cubicBezTo>
                <a:lnTo>
                  <a:pt x="306" y="49"/>
                </a:lnTo>
                <a:lnTo>
                  <a:pt x="305" y="43"/>
                </a:lnTo>
                <a:lnTo>
                  <a:pt x="306" y="43"/>
                </a:lnTo>
                <a:cubicBezTo>
                  <a:pt x="306" y="44"/>
                  <a:pt x="306" y="44"/>
                  <a:pt x="307" y="45"/>
                </a:cubicBezTo>
                <a:cubicBezTo>
                  <a:pt x="307" y="45"/>
                  <a:pt x="307" y="45"/>
                  <a:pt x="308" y="45"/>
                </a:cubicBezTo>
                <a:cubicBezTo>
                  <a:pt x="308" y="45"/>
                  <a:pt x="309" y="45"/>
                  <a:pt x="311" y="45"/>
                </a:cubicBezTo>
                <a:lnTo>
                  <a:pt x="327" y="42"/>
                </a:lnTo>
                <a:cubicBezTo>
                  <a:pt x="328" y="42"/>
                  <a:pt x="329" y="42"/>
                  <a:pt x="329" y="42"/>
                </a:cubicBezTo>
                <a:cubicBezTo>
                  <a:pt x="330" y="41"/>
                  <a:pt x="330" y="41"/>
                  <a:pt x="330" y="41"/>
                </a:cubicBezTo>
                <a:cubicBezTo>
                  <a:pt x="330" y="41"/>
                  <a:pt x="330" y="40"/>
                  <a:pt x="330" y="40"/>
                </a:cubicBezTo>
                <a:lnTo>
                  <a:pt x="330" y="39"/>
                </a:lnTo>
                <a:cubicBezTo>
                  <a:pt x="330" y="38"/>
                  <a:pt x="329" y="37"/>
                  <a:pt x="329" y="37"/>
                </a:cubicBezTo>
                <a:cubicBezTo>
                  <a:pt x="329" y="36"/>
                  <a:pt x="328" y="36"/>
                  <a:pt x="327" y="36"/>
                </a:cubicBezTo>
                <a:cubicBezTo>
                  <a:pt x="326" y="36"/>
                  <a:pt x="325" y="35"/>
                  <a:pt x="323" y="35"/>
                </a:cubicBezTo>
                <a:close/>
              </a:path>
              <a:path w="336" h="189">
                <a:moveTo>
                  <a:pt x="286" y="18"/>
                </a:moveTo>
                <a:lnTo>
                  <a:pt x="283" y="14"/>
                </a:lnTo>
                <a:lnTo>
                  <a:pt x="284" y="14"/>
                </a:lnTo>
                <a:cubicBezTo>
                  <a:pt x="284" y="14"/>
                  <a:pt x="284" y="14"/>
                  <a:pt x="285" y="14"/>
                </a:cubicBezTo>
                <a:cubicBezTo>
                  <a:pt x="285" y="14"/>
                  <a:pt x="285" y="14"/>
                  <a:pt x="286" y="14"/>
                </a:cubicBezTo>
                <a:cubicBezTo>
                  <a:pt x="287" y="14"/>
                  <a:pt x="288" y="14"/>
                  <a:pt x="289" y="13"/>
                </a:cubicBezTo>
                <a:lnTo>
                  <a:pt x="298" y="9"/>
                </a:lnTo>
                <a:lnTo>
                  <a:pt x="303" y="4"/>
                </a:lnTo>
                <a:cubicBezTo>
                  <a:pt x="304" y="3"/>
                  <a:pt x="305" y="3"/>
                  <a:pt x="305" y="2"/>
                </a:cubicBezTo>
                <a:cubicBezTo>
                  <a:pt x="306" y="2"/>
                  <a:pt x="306" y="1"/>
                  <a:pt x="305" y="1"/>
                </a:cubicBezTo>
                <a:lnTo>
                  <a:pt x="305" y="0"/>
                </a:lnTo>
                <a:lnTo>
                  <a:pt x="309" y="4"/>
                </a:lnTo>
                <a:lnTo>
                  <a:pt x="309" y="5"/>
                </a:lnTo>
                <a:lnTo>
                  <a:pt x="308" y="4"/>
                </a:lnTo>
                <a:cubicBezTo>
                  <a:pt x="308" y="4"/>
                  <a:pt x="307" y="4"/>
                  <a:pt x="307" y="4"/>
                </a:cubicBezTo>
                <a:cubicBezTo>
                  <a:pt x="306" y="4"/>
                  <a:pt x="306" y="5"/>
                  <a:pt x="304" y="6"/>
                </a:cubicBezTo>
                <a:lnTo>
                  <a:pt x="300" y="10"/>
                </a:lnTo>
                <a:lnTo>
                  <a:pt x="294" y="20"/>
                </a:lnTo>
                <a:cubicBezTo>
                  <a:pt x="293" y="21"/>
                  <a:pt x="293" y="22"/>
                  <a:pt x="293" y="22"/>
                </a:cubicBezTo>
                <a:cubicBezTo>
                  <a:pt x="293" y="23"/>
                  <a:pt x="293" y="23"/>
                  <a:pt x="292" y="24"/>
                </a:cubicBezTo>
                <a:cubicBezTo>
                  <a:pt x="292" y="24"/>
                  <a:pt x="293" y="24"/>
                  <a:pt x="293" y="24"/>
                </a:cubicBezTo>
                <a:lnTo>
                  <a:pt x="292" y="25"/>
                </a:lnTo>
                <a:lnTo>
                  <a:pt x="288" y="21"/>
                </a:lnTo>
                <a:lnTo>
                  <a:pt x="289" y="20"/>
                </a:lnTo>
                <a:cubicBezTo>
                  <a:pt x="289" y="21"/>
                  <a:pt x="290" y="21"/>
                  <a:pt x="290" y="21"/>
                </a:cubicBezTo>
                <a:cubicBezTo>
                  <a:pt x="290" y="21"/>
                  <a:pt x="291" y="20"/>
                  <a:pt x="291" y="20"/>
                </a:cubicBezTo>
                <a:cubicBezTo>
                  <a:pt x="292" y="20"/>
                  <a:pt x="292" y="19"/>
                  <a:pt x="293" y="18"/>
                </a:cubicBezTo>
                <a:lnTo>
                  <a:pt x="297" y="10"/>
                </a:lnTo>
                <a:lnTo>
                  <a:pt x="290" y="14"/>
                </a:lnTo>
                <a:cubicBezTo>
                  <a:pt x="288" y="14"/>
                  <a:pt x="288" y="15"/>
                  <a:pt x="287" y="15"/>
                </a:cubicBezTo>
                <a:cubicBezTo>
                  <a:pt x="287" y="15"/>
                  <a:pt x="287" y="16"/>
                  <a:pt x="286" y="16"/>
                </a:cubicBezTo>
                <a:cubicBezTo>
                  <a:pt x="286" y="16"/>
                  <a:pt x="286" y="16"/>
                  <a:pt x="286" y="17"/>
                </a:cubicBezTo>
                <a:cubicBezTo>
                  <a:pt x="286" y="17"/>
                  <a:pt x="286" y="17"/>
                  <a:pt x="287" y="17"/>
                </a:cubicBezTo>
                <a:lnTo>
                  <a:pt x="286" y="18"/>
                </a:lnTo>
                <a:close/>
              </a:path>
              <a:path w="336" h="189">
                <a:moveTo>
                  <a:pt x="35" y="20"/>
                </a:moveTo>
                <a:lnTo>
                  <a:pt x="32" y="25"/>
                </a:lnTo>
                <a:lnTo>
                  <a:pt x="39" y="29"/>
                </a:lnTo>
                <a:cubicBezTo>
                  <a:pt x="40" y="29"/>
                  <a:pt x="41" y="30"/>
                  <a:pt x="41" y="30"/>
                </a:cubicBezTo>
                <a:cubicBezTo>
                  <a:pt x="42" y="30"/>
                  <a:pt x="42" y="30"/>
                  <a:pt x="42" y="30"/>
                </a:cubicBezTo>
                <a:cubicBezTo>
                  <a:pt x="43" y="30"/>
                  <a:pt x="43" y="30"/>
                  <a:pt x="43" y="29"/>
                </a:cubicBezTo>
                <a:lnTo>
                  <a:pt x="44" y="29"/>
                </a:lnTo>
                <a:lnTo>
                  <a:pt x="41" y="34"/>
                </a:lnTo>
                <a:lnTo>
                  <a:pt x="41" y="33"/>
                </a:lnTo>
                <a:cubicBezTo>
                  <a:pt x="41" y="33"/>
                  <a:pt x="41" y="33"/>
                  <a:pt x="41" y="33"/>
                </a:cubicBezTo>
                <a:cubicBezTo>
                  <a:pt x="41" y="32"/>
                  <a:pt x="41" y="32"/>
                  <a:pt x="40" y="32"/>
                </a:cubicBezTo>
                <a:cubicBezTo>
                  <a:pt x="40" y="31"/>
                  <a:pt x="39" y="31"/>
                  <a:pt x="38" y="30"/>
                </a:cubicBezTo>
                <a:lnTo>
                  <a:pt x="23" y="22"/>
                </a:lnTo>
                <a:cubicBezTo>
                  <a:pt x="22" y="21"/>
                  <a:pt x="21" y="21"/>
                  <a:pt x="21" y="21"/>
                </a:cubicBezTo>
                <a:cubicBezTo>
                  <a:pt x="21" y="21"/>
                  <a:pt x="20" y="21"/>
                  <a:pt x="20" y="21"/>
                </a:cubicBezTo>
                <a:cubicBezTo>
                  <a:pt x="19" y="21"/>
                  <a:pt x="19" y="21"/>
                  <a:pt x="19" y="21"/>
                </a:cubicBezTo>
                <a:lnTo>
                  <a:pt x="19" y="22"/>
                </a:lnTo>
                <a:lnTo>
                  <a:pt x="18" y="21"/>
                </a:lnTo>
                <a:lnTo>
                  <a:pt x="21" y="17"/>
                </a:lnTo>
                <a:lnTo>
                  <a:pt x="22" y="17"/>
                </a:lnTo>
                <a:lnTo>
                  <a:pt x="21" y="17"/>
                </a:lnTo>
                <a:cubicBezTo>
                  <a:pt x="21" y="18"/>
                  <a:pt x="21" y="18"/>
                  <a:pt x="22" y="19"/>
                </a:cubicBezTo>
                <a:cubicBezTo>
                  <a:pt x="22" y="19"/>
                  <a:pt x="23" y="20"/>
                  <a:pt x="24" y="20"/>
                </a:cubicBezTo>
                <a:lnTo>
                  <a:pt x="31" y="24"/>
                </a:lnTo>
                <a:lnTo>
                  <a:pt x="34" y="19"/>
                </a:lnTo>
                <a:lnTo>
                  <a:pt x="27" y="15"/>
                </a:lnTo>
                <a:cubicBezTo>
                  <a:pt x="26" y="15"/>
                  <a:pt x="25" y="14"/>
                  <a:pt x="25" y="14"/>
                </a:cubicBezTo>
                <a:cubicBezTo>
                  <a:pt x="24" y="14"/>
                  <a:pt x="24" y="14"/>
                  <a:pt x="24" y="14"/>
                </a:cubicBezTo>
                <a:cubicBezTo>
                  <a:pt x="23" y="14"/>
                  <a:pt x="23" y="14"/>
                  <a:pt x="23" y="14"/>
                </a:cubicBezTo>
                <a:lnTo>
                  <a:pt x="23" y="15"/>
                </a:lnTo>
                <a:lnTo>
                  <a:pt x="22" y="15"/>
                </a:lnTo>
                <a:lnTo>
                  <a:pt x="25" y="10"/>
                </a:lnTo>
                <a:cubicBezTo>
                  <a:pt x="25" y="11"/>
                  <a:pt x="25" y="11"/>
                  <a:pt x="25" y="12"/>
                </a:cubicBezTo>
                <a:cubicBezTo>
                  <a:pt x="26" y="12"/>
                  <a:pt x="27" y="13"/>
                  <a:pt x="28" y="14"/>
                </a:cubicBezTo>
                <a:lnTo>
                  <a:pt x="43" y="22"/>
                </a:lnTo>
                <a:cubicBezTo>
                  <a:pt x="44" y="22"/>
                  <a:pt x="45" y="23"/>
                  <a:pt x="45" y="23"/>
                </a:cubicBezTo>
                <a:cubicBezTo>
                  <a:pt x="45" y="23"/>
                  <a:pt x="46" y="23"/>
                  <a:pt x="46" y="23"/>
                </a:cubicBezTo>
                <a:cubicBezTo>
                  <a:pt x="46" y="23"/>
                  <a:pt x="47" y="23"/>
                  <a:pt x="47" y="23"/>
                </a:cubicBezTo>
                <a:lnTo>
                  <a:pt x="47" y="22"/>
                </a:lnTo>
                <a:lnTo>
                  <a:pt x="48" y="22"/>
                </a:lnTo>
                <a:lnTo>
                  <a:pt x="45" y="27"/>
                </a:lnTo>
                <a:lnTo>
                  <a:pt x="44" y="27"/>
                </a:lnTo>
                <a:lnTo>
                  <a:pt x="45" y="27"/>
                </a:lnTo>
                <a:cubicBezTo>
                  <a:pt x="45" y="26"/>
                  <a:pt x="45" y="26"/>
                  <a:pt x="45" y="26"/>
                </a:cubicBezTo>
                <a:cubicBezTo>
                  <a:pt x="45" y="25"/>
                  <a:pt x="44" y="25"/>
                  <a:pt x="44" y="25"/>
                </a:cubicBezTo>
                <a:cubicBezTo>
                  <a:pt x="44" y="25"/>
                  <a:pt x="43" y="24"/>
                  <a:pt x="42" y="23"/>
                </a:cubicBezTo>
                <a:lnTo>
                  <a:pt x="35" y="20"/>
                </a:lnTo>
                <a:close/>
              </a:path>
              <a:path w="336" h="189">
                <a:moveTo>
                  <a:pt x="36" y="43"/>
                </a:moveTo>
                <a:lnTo>
                  <a:pt x="36" y="43"/>
                </a:lnTo>
                <a:lnTo>
                  <a:pt x="34" y="47"/>
                </a:lnTo>
                <a:lnTo>
                  <a:pt x="33" y="47"/>
                </a:lnTo>
                <a:lnTo>
                  <a:pt x="34" y="47"/>
                </a:lnTo>
                <a:cubicBezTo>
                  <a:pt x="34" y="46"/>
                  <a:pt x="34" y="46"/>
                  <a:pt x="33" y="45"/>
                </a:cubicBezTo>
                <a:cubicBezTo>
                  <a:pt x="33" y="45"/>
                  <a:pt x="32" y="44"/>
                  <a:pt x="31" y="43"/>
                </a:cubicBezTo>
                <a:lnTo>
                  <a:pt x="21" y="38"/>
                </a:lnTo>
                <a:cubicBezTo>
                  <a:pt x="19" y="37"/>
                  <a:pt x="17" y="36"/>
                  <a:pt x="16" y="35"/>
                </a:cubicBezTo>
                <a:cubicBezTo>
                  <a:pt x="15" y="34"/>
                  <a:pt x="14" y="33"/>
                  <a:pt x="14" y="32"/>
                </a:cubicBezTo>
                <a:cubicBezTo>
                  <a:pt x="13" y="30"/>
                  <a:pt x="13" y="29"/>
                  <a:pt x="14" y="28"/>
                </a:cubicBezTo>
                <a:cubicBezTo>
                  <a:pt x="14" y="27"/>
                  <a:pt x="15" y="26"/>
                  <a:pt x="17" y="26"/>
                </a:cubicBezTo>
                <a:cubicBezTo>
                  <a:pt x="18" y="26"/>
                  <a:pt x="19" y="26"/>
                  <a:pt x="21" y="27"/>
                </a:cubicBezTo>
                <a:cubicBezTo>
                  <a:pt x="22" y="27"/>
                  <a:pt x="24" y="28"/>
                  <a:pt x="27" y="30"/>
                </a:cubicBezTo>
                <a:lnTo>
                  <a:pt x="36" y="35"/>
                </a:lnTo>
                <a:cubicBezTo>
                  <a:pt x="37" y="35"/>
                  <a:pt x="38" y="36"/>
                  <a:pt x="39" y="36"/>
                </a:cubicBezTo>
                <a:cubicBezTo>
                  <a:pt x="39" y="36"/>
                  <a:pt x="40" y="36"/>
                  <a:pt x="40" y="35"/>
                </a:cubicBezTo>
                <a:lnTo>
                  <a:pt x="41" y="35"/>
                </a:lnTo>
                <a:lnTo>
                  <a:pt x="38" y="40"/>
                </a:lnTo>
                <a:lnTo>
                  <a:pt x="37" y="40"/>
                </a:lnTo>
                <a:lnTo>
                  <a:pt x="38" y="39"/>
                </a:lnTo>
                <a:cubicBezTo>
                  <a:pt x="38" y="39"/>
                  <a:pt x="38" y="38"/>
                  <a:pt x="37" y="38"/>
                </a:cubicBezTo>
                <a:cubicBezTo>
                  <a:pt x="37" y="37"/>
                  <a:pt x="36" y="37"/>
                  <a:pt x="35" y="36"/>
                </a:cubicBezTo>
                <a:lnTo>
                  <a:pt x="25" y="31"/>
                </a:lnTo>
                <a:cubicBezTo>
                  <a:pt x="24" y="30"/>
                  <a:pt x="23" y="30"/>
                  <a:pt x="22" y="29"/>
                </a:cubicBezTo>
                <a:cubicBezTo>
                  <a:pt x="20" y="28"/>
                  <a:pt x="19" y="28"/>
                  <a:pt x="19" y="28"/>
                </a:cubicBezTo>
                <a:cubicBezTo>
                  <a:pt x="18" y="28"/>
                  <a:pt x="17" y="28"/>
                  <a:pt x="17" y="28"/>
                </a:cubicBezTo>
                <a:cubicBezTo>
                  <a:pt x="16" y="28"/>
                  <a:pt x="15" y="29"/>
                  <a:pt x="15" y="29"/>
                </a:cubicBezTo>
                <a:cubicBezTo>
                  <a:pt x="15" y="30"/>
                  <a:pt x="15" y="31"/>
                  <a:pt x="15" y="32"/>
                </a:cubicBezTo>
                <a:cubicBezTo>
                  <a:pt x="15" y="33"/>
                  <a:pt x="16" y="33"/>
                  <a:pt x="17" y="34"/>
                </a:cubicBezTo>
                <a:cubicBezTo>
                  <a:pt x="18" y="35"/>
                  <a:pt x="19" y="36"/>
                  <a:pt x="22" y="37"/>
                </a:cubicBezTo>
                <a:lnTo>
                  <a:pt x="31" y="43"/>
                </a:lnTo>
                <a:cubicBezTo>
                  <a:pt x="33" y="43"/>
                  <a:pt x="34" y="44"/>
                  <a:pt x="34" y="44"/>
                </a:cubicBezTo>
                <a:cubicBezTo>
                  <a:pt x="35" y="44"/>
                  <a:pt x="35" y="44"/>
                  <a:pt x="35" y="43"/>
                </a:cubicBezTo>
                <a:lnTo>
                  <a:pt x="36" y="43"/>
                </a:lnTo>
                <a:close/>
              </a:path>
              <a:path w="336" h="189">
                <a:moveTo>
                  <a:pt x="15" y="45"/>
                </a:moveTo>
                <a:lnTo>
                  <a:pt x="16" y="40"/>
                </a:lnTo>
                <a:lnTo>
                  <a:pt x="13" y="38"/>
                </a:lnTo>
                <a:cubicBezTo>
                  <a:pt x="12" y="37"/>
                  <a:pt x="11" y="37"/>
                  <a:pt x="11" y="37"/>
                </a:cubicBezTo>
                <a:cubicBezTo>
                  <a:pt x="11" y="37"/>
                  <a:pt x="10" y="37"/>
                  <a:pt x="10" y="37"/>
                </a:cubicBezTo>
                <a:cubicBezTo>
                  <a:pt x="9" y="37"/>
                  <a:pt x="9" y="37"/>
                  <a:pt x="9" y="38"/>
                </a:cubicBezTo>
                <a:lnTo>
                  <a:pt x="8" y="37"/>
                </a:lnTo>
                <a:lnTo>
                  <a:pt x="10" y="33"/>
                </a:lnTo>
                <a:lnTo>
                  <a:pt x="10" y="34"/>
                </a:lnTo>
                <a:cubicBezTo>
                  <a:pt x="10" y="34"/>
                  <a:pt x="10" y="35"/>
                  <a:pt x="11" y="35"/>
                </a:cubicBezTo>
                <a:cubicBezTo>
                  <a:pt x="11" y="36"/>
                  <a:pt x="12" y="36"/>
                  <a:pt x="14" y="37"/>
                </a:cubicBezTo>
                <a:lnTo>
                  <a:pt x="32" y="50"/>
                </a:lnTo>
                <a:lnTo>
                  <a:pt x="10" y="46"/>
                </a:lnTo>
                <a:cubicBezTo>
                  <a:pt x="8" y="46"/>
                  <a:pt x="7" y="46"/>
                  <a:pt x="7" y="46"/>
                </a:cubicBezTo>
                <a:cubicBezTo>
                  <a:pt x="6" y="46"/>
                  <a:pt x="6" y="46"/>
                  <a:pt x="5" y="47"/>
                </a:cubicBezTo>
                <a:lnTo>
                  <a:pt x="5" y="46"/>
                </a:lnTo>
                <a:lnTo>
                  <a:pt x="6" y="42"/>
                </a:lnTo>
                <a:lnTo>
                  <a:pt x="7" y="42"/>
                </a:lnTo>
                <a:cubicBezTo>
                  <a:pt x="7" y="42"/>
                  <a:pt x="7" y="43"/>
                  <a:pt x="7" y="43"/>
                </a:cubicBezTo>
                <a:cubicBezTo>
                  <a:pt x="7" y="43"/>
                  <a:pt x="8" y="44"/>
                  <a:pt x="8" y="44"/>
                </a:cubicBezTo>
                <a:cubicBezTo>
                  <a:pt x="9" y="44"/>
                  <a:pt x="10" y="44"/>
                  <a:pt x="11" y="44"/>
                </a:cubicBezTo>
                <a:lnTo>
                  <a:pt x="15" y="45"/>
                </a:lnTo>
                <a:close/>
                <a:moveTo>
                  <a:pt x="16" y="45"/>
                </a:moveTo>
                <a:lnTo>
                  <a:pt x="27" y="47"/>
                </a:lnTo>
                <a:lnTo>
                  <a:pt x="18" y="41"/>
                </a:lnTo>
                <a:lnTo>
                  <a:pt x="16" y="45"/>
                </a:lnTo>
                <a:close/>
              </a:path>
              <a:path w="336" h="189">
                <a:moveTo>
                  <a:pt x="29" y="62"/>
                </a:moveTo>
                <a:lnTo>
                  <a:pt x="5" y="52"/>
                </a:lnTo>
                <a:lnTo>
                  <a:pt x="5" y="57"/>
                </a:lnTo>
                <a:cubicBezTo>
                  <a:pt x="5" y="58"/>
                  <a:pt x="5" y="59"/>
                  <a:pt x="6" y="59"/>
                </a:cubicBezTo>
                <a:cubicBezTo>
                  <a:pt x="6" y="60"/>
                  <a:pt x="8" y="60"/>
                  <a:pt x="10" y="61"/>
                </a:cubicBezTo>
                <a:lnTo>
                  <a:pt x="3" y="60"/>
                </a:lnTo>
                <a:lnTo>
                  <a:pt x="4" y="49"/>
                </a:lnTo>
                <a:lnTo>
                  <a:pt x="28" y="59"/>
                </a:lnTo>
                <a:lnTo>
                  <a:pt x="28" y="55"/>
                </a:lnTo>
                <a:cubicBezTo>
                  <a:pt x="28" y="54"/>
                  <a:pt x="28" y="53"/>
                  <a:pt x="28" y="53"/>
                </a:cubicBezTo>
                <a:cubicBezTo>
                  <a:pt x="27" y="53"/>
                  <a:pt x="27" y="53"/>
                  <a:pt x="26" y="52"/>
                </a:cubicBezTo>
                <a:cubicBezTo>
                  <a:pt x="26" y="52"/>
                  <a:pt x="25" y="52"/>
                  <a:pt x="23" y="52"/>
                </a:cubicBezTo>
                <a:lnTo>
                  <a:pt x="23" y="51"/>
                </a:lnTo>
                <a:lnTo>
                  <a:pt x="30" y="52"/>
                </a:lnTo>
                <a:lnTo>
                  <a:pt x="29" y="62"/>
                </a:lnTo>
                <a:close/>
              </a:path>
              <a:path w="336" h="189">
                <a:moveTo>
                  <a:pt x="29" y="82"/>
                </a:moveTo>
                <a:cubicBezTo>
                  <a:pt x="29" y="84"/>
                  <a:pt x="28" y="85"/>
                  <a:pt x="25" y="87"/>
                </a:cubicBezTo>
                <a:cubicBezTo>
                  <a:pt x="22" y="88"/>
                  <a:pt x="19" y="89"/>
                  <a:pt x="15" y="89"/>
                </a:cubicBezTo>
                <a:cubicBezTo>
                  <a:pt x="11" y="89"/>
                  <a:pt x="8" y="89"/>
                  <a:pt x="5" y="87"/>
                </a:cubicBezTo>
                <a:cubicBezTo>
                  <a:pt x="3" y="86"/>
                  <a:pt x="1" y="85"/>
                  <a:pt x="1" y="83"/>
                </a:cubicBezTo>
                <a:cubicBezTo>
                  <a:pt x="1" y="81"/>
                  <a:pt x="2" y="80"/>
                  <a:pt x="5" y="78"/>
                </a:cubicBezTo>
                <a:cubicBezTo>
                  <a:pt x="7" y="77"/>
                  <a:pt x="11" y="76"/>
                  <a:pt x="15" y="76"/>
                </a:cubicBezTo>
                <a:cubicBezTo>
                  <a:pt x="19" y="76"/>
                  <a:pt x="22" y="77"/>
                  <a:pt x="25" y="78"/>
                </a:cubicBezTo>
                <a:cubicBezTo>
                  <a:pt x="27" y="79"/>
                  <a:pt x="29" y="80"/>
                  <a:pt x="29" y="82"/>
                </a:cubicBezTo>
                <a:close/>
                <a:moveTo>
                  <a:pt x="27" y="82"/>
                </a:moveTo>
                <a:cubicBezTo>
                  <a:pt x="27" y="81"/>
                  <a:pt x="26" y="80"/>
                  <a:pt x="25" y="79"/>
                </a:cubicBezTo>
                <a:cubicBezTo>
                  <a:pt x="22" y="78"/>
                  <a:pt x="19" y="78"/>
                  <a:pt x="15" y="78"/>
                </a:cubicBezTo>
                <a:cubicBezTo>
                  <a:pt x="11" y="79"/>
                  <a:pt x="7" y="79"/>
                  <a:pt x="5" y="80"/>
                </a:cubicBezTo>
                <a:cubicBezTo>
                  <a:pt x="3" y="81"/>
                  <a:pt x="2" y="82"/>
                  <a:pt x="3" y="83"/>
                </a:cubicBezTo>
                <a:cubicBezTo>
                  <a:pt x="3" y="84"/>
                  <a:pt x="4" y="85"/>
                  <a:pt x="6" y="86"/>
                </a:cubicBezTo>
                <a:cubicBezTo>
                  <a:pt x="8" y="87"/>
                  <a:pt x="11" y="87"/>
                  <a:pt x="15" y="87"/>
                </a:cubicBezTo>
                <a:cubicBezTo>
                  <a:pt x="19" y="87"/>
                  <a:pt x="23" y="86"/>
                  <a:pt x="25" y="85"/>
                </a:cubicBezTo>
                <a:cubicBezTo>
                  <a:pt x="26" y="84"/>
                  <a:pt x="27" y="83"/>
                  <a:pt x="27" y="82"/>
                </a:cubicBezTo>
                <a:close/>
              </a:path>
              <a:path w="336" h="189">
                <a:moveTo>
                  <a:pt x="16" y="66"/>
                </a:moveTo>
                <a:lnTo>
                  <a:pt x="15" y="72"/>
                </a:lnTo>
                <a:lnTo>
                  <a:pt x="22" y="73"/>
                </a:lnTo>
                <a:cubicBezTo>
                  <a:pt x="24" y="73"/>
                  <a:pt x="24" y="73"/>
                  <a:pt x="25" y="73"/>
                </a:cubicBezTo>
                <a:cubicBezTo>
                  <a:pt x="25" y="73"/>
                  <a:pt x="26" y="73"/>
                  <a:pt x="26" y="73"/>
                </a:cubicBezTo>
                <a:cubicBezTo>
                  <a:pt x="26" y="73"/>
                  <a:pt x="26" y="72"/>
                  <a:pt x="26" y="72"/>
                </a:cubicBezTo>
                <a:lnTo>
                  <a:pt x="27" y="72"/>
                </a:lnTo>
                <a:lnTo>
                  <a:pt x="26" y="77"/>
                </a:lnTo>
                <a:cubicBezTo>
                  <a:pt x="26" y="76"/>
                  <a:pt x="26" y="76"/>
                  <a:pt x="25" y="76"/>
                </a:cubicBezTo>
                <a:cubicBezTo>
                  <a:pt x="25" y="76"/>
                  <a:pt x="25" y="75"/>
                  <a:pt x="25" y="75"/>
                </a:cubicBezTo>
                <a:cubicBezTo>
                  <a:pt x="24" y="75"/>
                  <a:pt x="23" y="75"/>
                  <a:pt x="22" y="75"/>
                </a:cubicBezTo>
                <a:lnTo>
                  <a:pt x="5" y="73"/>
                </a:lnTo>
                <a:cubicBezTo>
                  <a:pt x="4" y="72"/>
                  <a:pt x="3" y="72"/>
                  <a:pt x="3" y="72"/>
                </a:cubicBezTo>
                <a:cubicBezTo>
                  <a:pt x="2" y="72"/>
                  <a:pt x="2" y="72"/>
                  <a:pt x="2" y="73"/>
                </a:cubicBezTo>
                <a:cubicBezTo>
                  <a:pt x="1" y="73"/>
                  <a:pt x="1" y="73"/>
                  <a:pt x="1" y="73"/>
                </a:cubicBezTo>
                <a:lnTo>
                  <a:pt x="1" y="74"/>
                </a:lnTo>
                <a:lnTo>
                  <a:pt x="0" y="74"/>
                </a:lnTo>
                <a:lnTo>
                  <a:pt x="1" y="68"/>
                </a:lnTo>
                <a:lnTo>
                  <a:pt x="2" y="68"/>
                </a:lnTo>
                <a:lnTo>
                  <a:pt x="2" y="69"/>
                </a:lnTo>
                <a:cubicBezTo>
                  <a:pt x="2" y="69"/>
                  <a:pt x="2" y="70"/>
                  <a:pt x="2" y="70"/>
                </a:cubicBezTo>
                <a:cubicBezTo>
                  <a:pt x="3" y="70"/>
                  <a:pt x="4" y="71"/>
                  <a:pt x="5" y="71"/>
                </a:cubicBezTo>
                <a:lnTo>
                  <a:pt x="13" y="72"/>
                </a:lnTo>
                <a:lnTo>
                  <a:pt x="14" y="66"/>
                </a:lnTo>
                <a:lnTo>
                  <a:pt x="6" y="65"/>
                </a:lnTo>
                <a:cubicBezTo>
                  <a:pt x="5" y="65"/>
                  <a:pt x="4" y="65"/>
                  <a:pt x="4" y="65"/>
                </a:cubicBezTo>
                <a:cubicBezTo>
                  <a:pt x="3" y="65"/>
                  <a:pt x="3" y="65"/>
                  <a:pt x="3" y="65"/>
                </a:cubicBezTo>
                <a:cubicBezTo>
                  <a:pt x="2" y="65"/>
                  <a:pt x="2" y="65"/>
                  <a:pt x="2" y="66"/>
                </a:cubicBezTo>
                <a:lnTo>
                  <a:pt x="1" y="66"/>
                </a:lnTo>
                <a:lnTo>
                  <a:pt x="2" y="60"/>
                </a:lnTo>
                <a:lnTo>
                  <a:pt x="3" y="61"/>
                </a:lnTo>
                <a:cubicBezTo>
                  <a:pt x="3" y="62"/>
                  <a:pt x="3" y="62"/>
                  <a:pt x="3" y="62"/>
                </a:cubicBezTo>
                <a:cubicBezTo>
                  <a:pt x="4" y="63"/>
                  <a:pt x="5" y="63"/>
                  <a:pt x="6" y="63"/>
                </a:cubicBezTo>
                <a:lnTo>
                  <a:pt x="23" y="65"/>
                </a:lnTo>
                <a:cubicBezTo>
                  <a:pt x="25" y="65"/>
                  <a:pt x="25" y="65"/>
                  <a:pt x="26" y="65"/>
                </a:cubicBezTo>
                <a:cubicBezTo>
                  <a:pt x="26" y="65"/>
                  <a:pt x="27" y="65"/>
                  <a:pt x="27" y="65"/>
                </a:cubicBezTo>
                <a:cubicBezTo>
                  <a:pt x="27" y="65"/>
                  <a:pt x="27" y="65"/>
                  <a:pt x="27" y="64"/>
                </a:cubicBezTo>
                <a:lnTo>
                  <a:pt x="28" y="64"/>
                </a:lnTo>
                <a:lnTo>
                  <a:pt x="27" y="69"/>
                </a:lnTo>
                <a:cubicBezTo>
                  <a:pt x="27" y="69"/>
                  <a:pt x="27" y="68"/>
                  <a:pt x="26" y="68"/>
                </a:cubicBezTo>
                <a:cubicBezTo>
                  <a:pt x="26" y="68"/>
                  <a:pt x="26" y="67"/>
                  <a:pt x="26" y="67"/>
                </a:cubicBezTo>
                <a:cubicBezTo>
                  <a:pt x="25" y="67"/>
                  <a:pt x="24" y="67"/>
                  <a:pt x="23" y="67"/>
                </a:cubicBezTo>
                <a:lnTo>
                  <a:pt x="16" y="66"/>
                </a:lnTo>
                <a:close/>
              </a:path>
              <a:path w="336" h="189">
                <a:moveTo>
                  <a:pt x="29" y="84"/>
                </a:moveTo>
                <a:lnTo>
                  <a:pt x="30" y="88"/>
                </a:lnTo>
                <a:lnTo>
                  <a:pt x="14" y="101"/>
                </a:lnTo>
                <a:lnTo>
                  <a:pt x="28" y="97"/>
                </a:lnTo>
                <a:cubicBezTo>
                  <a:pt x="30" y="96"/>
                  <a:pt x="31" y="96"/>
                  <a:pt x="31" y="95"/>
                </a:cubicBezTo>
                <a:cubicBezTo>
                  <a:pt x="32" y="95"/>
                  <a:pt x="32" y="95"/>
                  <a:pt x="32" y="94"/>
                </a:cubicBezTo>
                <a:lnTo>
                  <a:pt x="31" y="94"/>
                </a:lnTo>
                <a:lnTo>
                  <a:pt x="32" y="93"/>
                </a:lnTo>
                <a:lnTo>
                  <a:pt x="33" y="98"/>
                </a:lnTo>
                <a:cubicBezTo>
                  <a:pt x="32" y="97"/>
                  <a:pt x="32" y="97"/>
                  <a:pt x="31" y="97"/>
                </a:cubicBezTo>
                <a:cubicBezTo>
                  <a:pt x="31" y="97"/>
                  <a:pt x="30" y="97"/>
                  <a:pt x="29" y="97"/>
                </a:cubicBezTo>
                <a:lnTo>
                  <a:pt x="7" y="104"/>
                </a:lnTo>
                <a:lnTo>
                  <a:pt x="25" y="89"/>
                </a:lnTo>
                <a:lnTo>
                  <a:pt x="9" y="94"/>
                </a:lnTo>
                <a:cubicBezTo>
                  <a:pt x="8" y="95"/>
                  <a:pt x="7" y="95"/>
                  <a:pt x="7" y="95"/>
                </a:cubicBezTo>
                <a:cubicBezTo>
                  <a:pt x="6" y="96"/>
                  <a:pt x="6" y="96"/>
                  <a:pt x="6" y="97"/>
                </a:cubicBezTo>
                <a:lnTo>
                  <a:pt x="4" y="93"/>
                </a:lnTo>
                <a:lnTo>
                  <a:pt x="5" y="93"/>
                </a:lnTo>
                <a:cubicBezTo>
                  <a:pt x="5" y="94"/>
                  <a:pt x="6" y="94"/>
                  <a:pt x="6" y="94"/>
                </a:cubicBezTo>
                <a:cubicBezTo>
                  <a:pt x="7" y="94"/>
                  <a:pt x="8" y="94"/>
                  <a:pt x="9" y="93"/>
                </a:cubicBezTo>
                <a:lnTo>
                  <a:pt x="27" y="88"/>
                </a:lnTo>
                <a:cubicBezTo>
                  <a:pt x="27" y="87"/>
                  <a:pt x="28" y="87"/>
                  <a:pt x="28" y="86"/>
                </a:cubicBezTo>
                <a:cubicBezTo>
                  <a:pt x="28" y="86"/>
                  <a:pt x="28" y="86"/>
                  <a:pt x="29" y="85"/>
                </a:cubicBezTo>
                <a:cubicBezTo>
                  <a:pt x="29" y="85"/>
                  <a:pt x="29" y="85"/>
                  <a:pt x="28" y="84"/>
                </a:cubicBezTo>
                <a:lnTo>
                  <a:pt x="29" y="84"/>
                </a:lnTo>
                <a:close/>
              </a:path>
              <a:path w="336" h="189">
                <a:moveTo>
                  <a:pt x="38" y="107"/>
                </a:moveTo>
                <a:lnTo>
                  <a:pt x="30" y="110"/>
                </a:lnTo>
                <a:cubicBezTo>
                  <a:pt x="32" y="109"/>
                  <a:pt x="33" y="108"/>
                  <a:pt x="34" y="107"/>
                </a:cubicBezTo>
                <a:cubicBezTo>
                  <a:pt x="35" y="106"/>
                  <a:pt x="36" y="105"/>
                  <a:pt x="35" y="104"/>
                </a:cubicBezTo>
                <a:cubicBezTo>
                  <a:pt x="35" y="102"/>
                  <a:pt x="33" y="101"/>
                  <a:pt x="30" y="101"/>
                </a:cubicBezTo>
                <a:cubicBezTo>
                  <a:pt x="28" y="102"/>
                  <a:pt x="25" y="102"/>
                  <a:pt x="22" y="103"/>
                </a:cubicBezTo>
                <a:cubicBezTo>
                  <a:pt x="20" y="104"/>
                  <a:pt x="18" y="105"/>
                  <a:pt x="16" y="106"/>
                </a:cubicBezTo>
                <a:cubicBezTo>
                  <a:pt x="14" y="107"/>
                  <a:pt x="13" y="108"/>
                  <a:pt x="12" y="109"/>
                </a:cubicBezTo>
                <a:cubicBezTo>
                  <a:pt x="12" y="110"/>
                  <a:pt x="11" y="111"/>
                  <a:pt x="12" y="112"/>
                </a:cubicBezTo>
                <a:cubicBezTo>
                  <a:pt x="12" y="112"/>
                  <a:pt x="12" y="113"/>
                  <a:pt x="12" y="113"/>
                </a:cubicBezTo>
                <a:cubicBezTo>
                  <a:pt x="13" y="113"/>
                  <a:pt x="13" y="114"/>
                  <a:pt x="14" y="114"/>
                </a:cubicBezTo>
                <a:lnTo>
                  <a:pt x="21" y="112"/>
                </a:lnTo>
                <a:cubicBezTo>
                  <a:pt x="22" y="111"/>
                  <a:pt x="23" y="111"/>
                  <a:pt x="24" y="111"/>
                </a:cubicBezTo>
                <a:cubicBezTo>
                  <a:pt x="24" y="110"/>
                  <a:pt x="24" y="110"/>
                  <a:pt x="24" y="110"/>
                </a:cubicBezTo>
                <a:cubicBezTo>
                  <a:pt x="24" y="110"/>
                  <a:pt x="24" y="109"/>
                  <a:pt x="24" y="109"/>
                </a:cubicBezTo>
                <a:lnTo>
                  <a:pt x="25" y="108"/>
                </a:lnTo>
                <a:lnTo>
                  <a:pt x="27" y="113"/>
                </a:lnTo>
                <a:lnTo>
                  <a:pt x="26" y="113"/>
                </a:lnTo>
                <a:cubicBezTo>
                  <a:pt x="26" y="113"/>
                  <a:pt x="25" y="113"/>
                  <a:pt x="24" y="113"/>
                </a:cubicBezTo>
                <a:cubicBezTo>
                  <a:pt x="24" y="113"/>
                  <a:pt x="23" y="113"/>
                  <a:pt x="22" y="113"/>
                </a:cubicBezTo>
                <a:lnTo>
                  <a:pt x="14" y="116"/>
                </a:lnTo>
                <a:cubicBezTo>
                  <a:pt x="13" y="115"/>
                  <a:pt x="12" y="115"/>
                  <a:pt x="12" y="114"/>
                </a:cubicBezTo>
                <a:cubicBezTo>
                  <a:pt x="11" y="114"/>
                  <a:pt x="11" y="113"/>
                  <a:pt x="10" y="112"/>
                </a:cubicBezTo>
                <a:cubicBezTo>
                  <a:pt x="10" y="110"/>
                  <a:pt x="11" y="108"/>
                  <a:pt x="13" y="105"/>
                </a:cubicBezTo>
                <a:cubicBezTo>
                  <a:pt x="15" y="104"/>
                  <a:pt x="18" y="102"/>
                  <a:pt x="21" y="101"/>
                </a:cubicBezTo>
                <a:cubicBezTo>
                  <a:pt x="23" y="100"/>
                  <a:pt x="25" y="100"/>
                  <a:pt x="27" y="100"/>
                </a:cubicBezTo>
                <a:cubicBezTo>
                  <a:pt x="30" y="100"/>
                  <a:pt x="32" y="100"/>
                  <a:pt x="34" y="101"/>
                </a:cubicBezTo>
                <a:cubicBezTo>
                  <a:pt x="35" y="101"/>
                  <a:pt x="36" y="102"/>
                  <a:pt x="36" y="103"/>
                </a:cubicBezTo>
                <a:cubicBezTo>
                  <a:pt x="37" y="104"/>
                  <a:pt x="37" y="104"/>
                  <a:pt x="37" y="104"/>
                </a:cubicBezTo>
                <a:cubicBezTo>
                  <a:pt x="37" y="105"/>
                  <a:pt x="36" y="106"/>
                  <a:pt x="36" y="106"/>
                </a:cubicBezTo>
                <a:cubicBezTo>
                  <a:pt x="36" y="107"/>
                  <a:pt x="36" y="107"/>
                  <a:pt x="36" y="107"/>
                </a:cubicBezTo>
                <a:cubicBezTo>
                  <a:pt x="36" y="107"/>
                  <a:pt x="36" y="107"/>
                  <a:pt x="36" y="107"/>
                </a:cubicBezTo>
                <a:cubicBezTo>
                  <a:pt x="37" y="107"/>
                  <a:pt x="37" y="107"/>
                  <a:pt x="38" y="107"/>
                </a:cubicBezTo>
                <a:close/>
              </a:path>
              <a:path w="336" h="189">
                <a:moveTo>
                  <a:pt x="47" y="119"/>
                </a:moveTo>
                <a:lnTo>
                  <a:pt x="48" y="118"/>
                </a:lnTo>
                <a:lnTo>
                  <a:pt x="51" y="122"/>
                </a:lnTo>
                <a:lnTo>
                  <a:pt x="50" y="122"/>
                </a:lnTo>
                <a:cubicBezTo>
                  <a:pt x="49" y="121"/>
                  <a:pt x="49" y="121"/>
                  <a:pt x="48" y="122"/>
                </a:cubicBezTo>
                <a:cubicBezTo>
                  <a:pt x="48" y="122"/>
                  <a:pt x="47" y="122"/>
                  <a:pt x="46" y="123"/>
                </a:cubicBezTo>
                <a:lnTo>
                  <a:pt x="38" y="130"/>
                </a:lnTo>
                <a:cubicBezTo>
                  <a:pt x="36" y="132"/>
                  <a:pt x="34" y="133"/>
                  <a:pt x="33" y="134"/>
                </a:cubicBezTo>
                <a:cubicBezTo>
                  <a:pt x="31" y="135"/>
                  <a:pt x="30" y="135"/>
                  <a:pt x="29" y="135"/>
                </a:cubicBezTo>
                <a:cubicBezTo>
                  <a:pt x="27" y="135"/>
                  <a:pt x="26" y="135"/>
                  <a:pt x="26" y="134"/>
                </a:cubicBezTo>
                <a:cubicBezTo>
                  <a:pt x="25" y="133"/>
                  <a:pt x="24" y="131"/>
                  <a:pt x="25" y="130"/>
                </a:cubicBezTo>
                <a:cubicBezTo>
                  <a:pt x="25" y="129"/>
                  <a:pt x="26" y="128"/>
                  <a:pt x="27" y="126"/>
                </a:cubicBezTo>
                <a:cubicBezTo>
                  <a:pt x="27" y="126"/>
                  <a:pt x="29" y="124"/>
                  <a:pt x="32" y="122"/>
                </a:cubicBezTo>
                <a:lnTo>
                  <a:pt x="39" y="115"/>
                </a:lnTo>
                <a:cubicBezTo>
                  <a:pt x="41" y="114"/>
                  <a:pt x="41" y="114"/>
                  <a:pt x="42" y="113"/>
                </a:cubicBezTo>
                <a:cubicBezTo>
                  <a:pt x="42" y="113"/>
                  <a:pt x="42" y="112"/>
                  <a:pt x="42" y="112"/>
                </a:cubicBezTo>
                <a:lnTo>
                  <a:pt x="41" y="111"/>
                </a:lnTo>
                <a:lnTo>
                  <a:pt x="42" y="111"/>
                </a:lnTo>
                <a:lnTo>
                  <a:pt x="45" y="115"/>
                </a:lnTo>
                <a:lnTo>
                  <a:pt x="45" y="116"/>
                </a:lnTo>
                <a:lnTo>
                  <a:pt x="45" y="115"/>
                </a:lnTo>
                <a:cubicBezTo>
                  <a:pt x="44" y="115"/>
                  <a:pt x="44" y="115"/>
                  <a:pt x="43" y="115"/>
                </a:cubicBezTo>
                <a:cubicBezTo>
                  <a:pt x="43" y="115"/>
                  <a:pt x="42" y="116"/>
                  <a:pt x="41" y="117"/>
                </a:cubicBezTo>
                <a:lnTo>
                  <a:pt x="32" y="124"/>
                </a:lnTo>
                <a:cubicBezTo>
                  <a:pt x="31" y="125"/>
                  <a:pt x="30" y="126"/>
                  <a:pt x="29" y="127"/>
                </a:cubicBezTo>
                <a:cubicBezTo>
                  <a:pt x="28" y="127"/>
                  <a:pt x="28" y="128"/>
                  <a:pt x="27" y="129"/>
                </a:cubicBezTo>
                <a:cubicBezTo>
                  <a:pt x="27" y="130"/>
                  <a:pt x="26" y="130"/>
                  <a:pt x="26" y="131"/>
                </a:cubicBezTo>
                <a:cubicBezTo>
                  <a:pt x="26" y="132"/>
                  <a:pt x="26" y="132"/>
                  <a:pt x="27" y="133"/>
                </a:cubicBezTo>
                <a:cubicBezTo>
                  <a:pt x="27" y="133"/>
                  <a:pt x="28" y="134"/>
                  <a:pt x="29" y="134"/>
                </a:cubicBezTo>
                <a:cubicBezTo>
                  <a:pt x="30" y="134"/>
                  <a:pt x="31" y="133"/>
                  <a:pt x="32" y="133"/>
                </a:cubicBezTo>
                <a:cubicBezTo>
                  <a:pt x="33" y="132"/>
                  <a:pt x="35" y="131"/>
                  <a:pt x="37" y="129"/>
                </a:cubicBezTo>
                <a:lnTo>
                  <a:pt x="45" y="123"/>
                </a:lnTo>
                <a:cubicBezTo>
                  <a:pt x="47" y="122"/>
                  <a:pt x="47" y="121"/>
                  <a:pt x="48" y="120"/>
                </a:cubicBezTo>
                <a:cubicBezTo>
                  <a:pt x="48" y="120"/>
                  <a:pt x="48" y="119"/>
                  <a:pt x="47" y="119"/>
                </a:cubicBezTo>
                <a:close/>
              </a:path>
              <a:path w="336" h="189">
                <a:moveTo>
                  <a:pt x="51" y="121"/>
                </a:moveTo>
                <a:lnTo>
                  <a:pt x="53" y="123"/>
                </a:lnTo>
                <a:lnTo>
                  <a:pt x="46" y="143"/>
                </a:lnTo>
                <a:lnTo>
                  <a:pt x="56" y="132"/>
                </a:lnTo>
                <a:cubicBezTo>
                  <a:pt x="57" y="131"/>
                  <a:pt x="58" y="130"/>
                  <a:pt x="58" y="130"/>
                </a:cubicBezTo>
                <a:cubicBezTo>
                  <a:pt x="58" y="129"/>
                  <a:pt x="58" y="128"/>
                  <a:pt x="58" y="128"/>
                </a:cubicBezTo>
                <a:lnTo>
                  <a:pt x="57" y="128"/>
                </a:lnTo>
                <a:lnTo>
                  <a:pt x="58" y="127"/>
                </a:lnTo>
                <a:lnTo>
                  <a:pt x="61" y="130"/>
                </a:lnTo>
                <a:lnTo>
                  <a:pt x="61" y="131"/>
                </a:lnTo>
                <a:lnTo>
                  <a:pt x="60" y="131"/>
                </a:lnTo>
                <a:cubicBezTo>
                  <a:pt x="60" y="130"/>
                  <a:pt x="60" y="130"/>
                  <a:pt x="59" y="131"/>
                </a:cubicBezTo>
                <a:cubicBezTo>
                  <a:pt x="59" y="131"/>
                  <a:pt x="58" y="131"/>
                  <a:pt x="57" y="133"/>
                </a:cubicBezTo>
                <a:lnTo>
                  <a:pt x="42" y="149"/>
                </a:lnTo>
                <a:lnTo>
                  <a:pt x="50" y="127"/>
                </a:lnTo>
                <a:lnTo>
                  <a:pt x="39" y="140"/>
                </a:lnTo>
                <a:cubicBezTo>
                  <a:pt x="38" y="141"/>
                  <a:pt x="37" y="142"/>
                  <a:pt x="37" y="142"/>
                </a:cubicBezTo>
                <a:cubicBezTo>
                  <a:pt x="37" y="143"/>
                  <a:pt x="37" y="143"/>
                  <a:pt x="37" y="143"/>
                </a:cubicBezTo>
                <a:lnTo>
                  <a:pt x="38" y="144"/>
                </a:lnTo>
                <a:lnTo>
                  <a:pt x="37" y="144"/>
                </a:lnTo>
                <a:lnTo>
                  <a:pt x="34" y="141"/>
                </a:lnTo>
                <a:lnTo>
                  <a:pt x="35" y="141"/>
                </a:lnTo>
                <a:cubicBezTo>
                  <a:pt x="35" y="141"/>
                  <a:pt x="36" y="141"/>
                  <a:pt x="36" y="141"/>
                </a:cubicBezTo>
                <a:cubicBezTo>
                  <a:pt x="37" y="141"/>
                  <a:pt x="37" y="140"/>
                  <a:pt x="38" y="139"/>
                </a:cubicBezTo>
                <a:lnTo>
                  <a:pt x="50" y="125"/>
                </a:lnTo>
                <a:cubicBezTo>
                  <a:pt x="51" y="124"/>
                  <a:pt x="51" y="124"/>
                  <a:pt x="51" y="123"/>
                </a:cubicBezTo>
                <a:cubicBezTo>
                  <a:pt x="51" y="123"/>
                  <a:pt x="51" y="123"/>
                  <a:pt x="51" y="122"/>
                </a:cubicBezTo>
                <a:cubicBezTo>
                  <a:pt x="51" y="122"/>
                  <a:pt x="50" y="122"/>
                  <a:pt x="50" y="121"/>
                </a:cubicBezTo>
                <a:lnTo>
                  <a:pt x="51" y="121"/>
                </a:lnTo>
                <a:close/>
              </a:path>
              <a:path w="336" h="189">
                <a:moveTo>
                  <a:pt x="51" y="155"/>
                </a:moveTo>
                <a:lnTo>
                  <a:pt x="50" y="156"/>
                </a:lnTo>
                <a:lnTo>
                  <a:pt x="46" y="152"/>
                </a:lnTo>
                <a:lnTo>
                  <a:pt x="47" y="151"/>
                </a:lnTo>
                <a:lnTo>
                  <a:pt x="47" y="152"/>
                </a:lnTo>
                <a:cubicBezTo>
                  <a:pt x="47" y="152"/>
                  <a:pt x="48" y="152"/>
                  <a:pt x="49" y="152"/>
                </a:cubicBezTo>
                <a:cubicBezTo>
                  <a:pt x="49" y="152"/>
                  <a:pt x="50" y="151"/>
                  <a:pt x="51" y="150"/>
                </a:cubicBezTo>
                <a:lnTo>
                  <a:pt x="62" y="137"/>
                </a:lnTo>
                <a:cubicBezTo>
                  <a:pt x="63" y="136"/>
                  <a:pt x="63" y="135"/>
                  <a:pt x="63" y="135"/>
                </a:cubicBezTo>
                <a:cubicBezTo>
                  <a:pt x="64" y="134"/>
                  <a:pt x="64" y="134"/>
                  <a:pt x="64" y="134"/>
                </a:cubicBezTo>
                <a:cubicBezTo>
                  <a:pt x="64" y="133"/>
                  <a:pt x="64" y="133"/>
                  <a:pt x="63" y="133"/>
                </a:cubicBezTo>
                <a:lnTo>
                  <a:pt x="63" y="132"/>
                </a:lnTo>
                <a:lnTo>
                  <a:pt x="68" y="136"/>
                </a:lnTo>
                <a:lnTo>
                  <a:pt x="67" y="136"/>
                </a:lnTo>
                <a:cubicBezTo>
                  <a:pt x="66" y="136"/>
                  <a:pt x="66" y="136"/>
                  <a:pt x="65" y="136"/>
                </a:cubicBezTo>
                <a:cubicBezTo>
                  <a:pt x="65" y="136"/>
                  <a:pt x="64" y="137"/>
                  <a:pt x="63" y="138"/>
                </a:cubicBezTo>
                <a:lnTo>
                  <a:pt x="52" y="151"/>
                </a:lnTo>
                <a:cubicBezTo>
                  <a:pt x="51" y="152"/>
                  <a:pt x="51" y="153"/>
                  <a:pt x="50" y="153"/>
                </a:cubicBezTo>
                <a:cubicBezTo>
                  <a:pt x="50" y="153"/>
                  <a:pt x="50" y="153"/>
                  <a:pt x="50" y="154"/>
                </a:cubicBezTo>
                <a:cubicBezTo>
                  <a:pt x="50" y="154"/>
                  <a:pt x="50" y="155"/>
                  <a:pt x="51" y="155"/>
                </a:cubicBezTo>
                <a:close/>
              </a:path>
              <a:path w="336" h="189">
                <a:moveTo>
                  <a:pt x="81" y="143"/>
                </a:moveTo>
                <a:lnTo>
                  <a:pt x="80" y="143"/>
                </a:lnTo>
                <a:cubicBezTo>
                  <a:pt x="80" y="143"/>
                  <a:pt x="79" y="143"/>
                  <a:pt x="79" y="144"/>
                </a:cubicBezTo>
                <a:cubicBezTo>
                  <a:pt x="78" y="144"/>
                  <a:pt x="78" y="145"/>
                  <a:pt x="77" y="146"/>
                </a:cubicBezTo>
                <a:lnTo>
                  <a:pt x="61" y="163"/>
                </a:lnTo>
                <a:lnTo>
                  <a:pt x="61" y="162"/>
                </a:lnTo>
                <a:lnTo>
                  <a:pt x="68" y="140"/>
                </a:lnTo>
                <a:cubicBezTo>
                  <a:pt x="69" y="139"/>
                  <a:pt x="69" y="139"/>
                  <a:pt x="69" y="138"/>
                </a:cubicBezTo>
                <a:cubicBezTo>
                  <a:pt x="69" y="138"/>
                  <a:pt x="69" y="137"/>
                  <a:pt x="69" y="137"/>
                </a:cubicBezTo>
                <a:cubicBezTo>
                  <a:pt x="69" y="137"/>
                  <a:pt x="69" y="137"/>
                  <a:pt x="68" y="136"/>
                </a:cubicBezTo>
                <a:lnTo>
                  <a:pt x="69" y="136"/>
                </a:lnTo>
                <a:lnTo>
                  <a:pt x="73" y="138"/>
                </a:lnTo>
                <a:lnTo>
                  <a:pt x="73" y="139"/>
                </a:lnTo>
                <a:cubicBezTo>
                  <a:pt x="72" y="139"/>
                  <a:pt x="72" y="139"/>
                  <a:pt x="72" y="139"/>
                </a:cubicBezTo>
                <a:cubicBezTo>
                  <a:pt x="71" y="139"/>
                  <a:pt x="71" y="139"/>
                  <a:pt x="71" y="140"/>
                </a:cubicBezTo>
                <a:cubicBezTo>
                  <a:pt x="71" y="140"/>
                  <a:pt x="70" y="141"/>
                  <a:pt x="70" y="143"/>
                </a:cubicBezTo>
                <a:lnTo>
                  <a:pt x="65" y="158"/>
                </a:lnTo>
                <a:lnTo>
                  <a:pt x="75" y="146"/>
                </a:lnTo>
                <a:cubicBezTo>
                  <a:pt x="76" y="145"/>
                  <a:pt x="77" y="144"/>
                  <a:pt x="77" y="144"/>
                </a:cubicBezTo>
                <a:cubicBezTo>
                  <a:pt x="77" y="143"/>
                  <a:pt x="77" y="143"/>
                  <a:pt x="77" y="143"/>
                </a:cubicBezTo>
                <a:cubicBezTo>
                  <a:pt x="77" y="142"/>
                  <a:pt x="77" y="142"/>
                  <a:pt x="77" y="141"/>
                </a:cubicBezTo>
                <a:cubicBezTo>
                  <a:pt x="77" y="141"/>
                  <a:pt x="77" y="141"/>
                  <a:pt x="77" y="141"/>
                </a:cubicBezTo>
                <a:lnTo>
                  <a:pt x="81" y="143"/>
                </a:lnTo>
                <a:close/>
              </a:path>
              <a:path w="336" h="189">
                <a:moveTo>
                  <a:pt x="153" y="160"/>
                </a:moveTo>
                <a:cubicBezTo>
                  <a:pt x="155" y="160"/>
                  <a:pt x="156" y="161"/>
                  <a:pt x="157" y="164"/>
                </a:cubicBezTo>
                <a:cubicBezTo>
                  <a:pt x="159" y="166"/>
                  <a:pt x="159" y="170"/>
                  <a:pt x="159" y="174"/>
                </a:cubicBezTo>
                <a:cubicBezTo>
                  <a:pt x="159" y="178"/>
                  <a:pt x="159" y="181"/>
                  <a:pt x="157" y="184"/>
                </a:cubicBezTo>
                <a:cubicBezTo>
                  <a:pt x="156" y="186"/>
                  <a:pt x="155" y="187"/>
                  <a:pt x="153" y="187"/>
                </a:cubicBezTo>
                <a:cubicBezTo>
                  <a:pt x="151" y="187"/>
                  <a:pt x="150" y="186"/>
                  <a:pt x="148" y="184"/>
                </a:cubicBezTo>
                <a:cubicBezTo>
                  <a:pt x="147" y="181"/>
                  <a:pt x="147" y="178"/>
                  <a:pt x="147" y="174"/>
                </a:cubicBezTo>
                <a:cubicBezTo>
                  <a:pt x="147" y="169"/>
                  <a:pt x="147" y="166"/>
                  <a:pt x="149" y="163"/>
                </a:cubicBezTo>
                <a:cubicBezTo>
                  <a:pt x="150" y="161"/>
                  <a:pt x="151" y="160"/>
                  <a:pt x="153" y="160"/>
                </a:cubicBezTo>
                <a:close/>
                <a:moveTo>
                  <a:pt x="153" y="161"/>
                </a:moveTo>
                <a:cubicBezTo>
                  <a:pt x="152" y="161"/>
                  <a:pt x="151" y="162"/>
                  <a:pt x="150" y="164"/>
                </a:cubicBezTo>
                <a:cubicBezTo>
                  <a:pt x="149" y="166"/>
                  <a:pt x="149" y="169"/>
                  <a:pt x="149" y="174"/>
                </a:cubicBezTo>
                <a:cubicBezTo>
                  <a:pt x="149" y="178"/>
                  <a:pt x="149" y="181"/>
                  <a:pt x="150" y="183"/>
                </a:cubicBezTo>
                <a:cubicBezTo>
                  <a:pt x="151" y="185"/>
                  <a:pt x="152" y="186"/>
                  <a:pt x="153" y="186"/>
                </a:cubicBezTo>
                <a:cubicBezTo>
                  <a:pt x="154" y="186"/>
                  <a:pt x="155" y="185"/>
                  <a:pt x="156" y="183"/>
                </a:cubicBezTo>
                <a:cubicBezTo>
                  <a:pt x="157" y="181"/>
                  <a:pt x="157" y="178"/>
                  <a:pt x="157" y="174"/>
                </a:cubicBezTo>
                <a:cubicBezTo>
                  <a:pt x="157" y="170"/>
                  <a:pt x="157" y="166"/>
                  <a:pt x="156" y="164"/>
                </a:cubicBezTo>
                <a:cubicBezTo>
                  <a:pt x="155" y="162"/>
                  <a:pt x="154" y="161"/>
                  <a:pt x="153" y="161"/>
                </a:cubicBezTo>
                <a:close/>
              </a:path>
              <a:path w="336" h="189">
                <a:moveTo>
                  <a:pt x="165" y="162"/>
                </a:moveTo>
                <a:lnTo>
                  <a:pt x="165" y="172"/>
                </a:lnTo>
                <a:lnTo>
                  <a:pt x="167" y="172"/>
                </a:lnTo>
                <a:cubicBezTo>
                  <a:pt x="168" y="172"/>
                  <a:pt x="168" y="172"/>
                  <a:pt x="168" y="172"/>
                </a:cubicBezTo>
                <a:cubicBezTo>
                  <a:pt x="168" y="171"/>
                  <a:pt x="169" y="170"/>
                  <a:pt x="169" y="169"/>
                </a:cubicBezTo>
                <a:lnTo>
                  <a:pt x="169" y="178"/>
                </a:lnTo>
                <a:cubicBezTo>
                  <a:pt x="169" y="177"/>
                  <a:pt x="169" y="176"/>
                  <a:pt x="169" y="175"/>
                </a:cubicBezTo>
                <a:cubicBezTo>
                  <a:pt x="168" y="175"/>
                  <a:pt x="168" y="175"/>
                  <a:pt x="168" y="174"/>
                </a:cubicBezTo>
                <a:cubicBezTo>
                  <a:pt x="168" y="174"/>
                  <a:pt x="167" y="174"/>
                  <a:pt x="167" y="174"/>
                </a:cubicBezTo>
                <a:lnTo>
                  <a:pt x="165" y="174"/>
                </a:lnTo>
                <a:lnTo>
                  <a:pt x="165" y="182"/>
                </a:lnTo>
                <a:cubicBezTo>
                  <a:pt x="165" y="184"/>
                  <a:pt x="165" y="184"/>
                  <a:pt x="165" y="185"/>
                </a:cubicBezTo>
                <a:cubicBezTo>
                  <a:pt x="165" y="185"/>
                  <a:pt x="165" y="185"/>
                  <a:pt x="165" y="186"/>
                </a:cubicBezTo>
                <a:cubicBezTo>
                  <a:pt x="165" y="186"/>
                  <a:pt x="166" y="186"/>
                  <a:pt x="166" y="186"/>
                </a:cubicBezTo>
                <a:lnTo>
                  <a:pt x="167" y="186"/>
                </a:lnTo>
                <a:lnTo>
                  <a:pt x="167" y="187"/>
                </a:lnTo>
                <a:lnTo>
                  <a:pt x="161" y="187"/>
                </a:lnTo>
                <a:lnTo>
                  <a:pt x="161" y="186"/>
                </a:lnTo>
                <a:cubicBezTo>
                  <a:pt x="162" y="186"/>
                  <a:pt x="162" y="186"/>
                  <a:pt x="163" y="185"/>
                </a:cubicBezTo>
                <a:cubicBezTo>
                  <a:pt x="163" y="185"/>
                  <a:pt x="163" y="184"/>
                  <a:pt x="163" y="182"/>
                </a:cubicBezTo>
                <a:lnTo>
                  <a:pt x="163" y="165"/>
                </a:lnTo>
                <a:cubicBezTo>
                  <a:pt x="163" y="164"/>
                  <a:pt x="163" y="163"/>
                  <a:pt x="163" y="163"/>
                </a:cubicBezTo>
                <a:cubicBezTo>
                  <a:pt x="163" y="162"/>
                  <a:pt x="162" y="162"/>
                  <a:pt x="162" y="162"/>
                </a:cubicBezTo>
                <a:cubicBezTo>
                  <a:pt x="162" y="161"/>
                  <a:pt x="162" y="161"/>
                  <a:pt x="161" y="161"/>
                </a:cubicBezTo>
                <a:lnTo>
                  <a:pt x="171" y="161"/>
                </a:lnTo>
                <a:lnTo>
                  <a:pt x="171" y="166"/>
                </a:lnTo>
                <a:lnTo>
                  <a:pt x="170" y="166"/>
                </a:lnTo>
                <a:cubicBezTo>
                  <a:pt x="170" y="165"/>
                  <a:pt x="170" y="164"/>
                  <a:pt x="170" y="164"/>
                </a:cubicBezTo>
                <a:cubicBezTo>
                  <a:pt x="170" y="163"/>
                  <a:pt x="169" y="163"/>
                  <a:pt x="169" y="162"/>
                </a:cubicBezTo>
                <a:cubicBezTo>
                  <a:pt x="169" y="162"/>
                  <a:pt x="168" y="162"/>
                  <a:pt x="168" y="162"/>
                </a:cubicBezTo>
                <a:lnTo>
                  <a:pt x="165" y="162"/>
                </a:lnTo>
                <a:close/>
              </a:path>
              <a:path w="336" h="189">
                <a:moveTo>
                  <a:pt x="92" y="176"/>
                </a:moveTo>
                <a:lnTo>
                  <a:pt x="89" y="175"/>
                </a:lnTo>
                <a:lnTo>
                  <a:pt x="91" y="162"/>
                </a:lnTo>
                <a:cubicBezTo>
                  <a:pt x="90" y="162"/>
                  <a:pt x="90" y="161"/>
                  <a:pt x="90" y="161"/>
                </a:cubicBezTo>
                <a:cubicBezTo>
                  <a:pt x="90" y="161"/>
                  <a:pt x="90" y="161"/>
                  <a:pt x="90" y="161"/>
                </a:cubicBezTo>
                <a:cubicBezTo>
                  <a:pt x="90" y="161"/>
                  <a:pt x="90" y="161"/>
                  <a:pt x="89" y="161"/>
                </a:cubicBezTo>
                <a:lnTo>
                  <a:pt x="86" y="168"/>
                </a:lnTo>
                <a:cubicBezTo>
                  <a:pt x="85" y="169"/>
                  <a:pt x="85" y="170"/>
                  <a:pt x="84" y="171"/>
                </a:cubicBezTo>
                <a:cubicBezTo>
                  <a:pt x="84" y="171"/>
                  <a:pt x="85" y="172"/>
                  <a:pt x="85" y="172"/>
                </a:cubicBezTo>
                <a:lnTo>
                  <a:pt x="85" y="173"/>
                </a:lnTo>
                <a:lnTo>
                  <a:pt x="80" y="170"/>
                </a:lnTo>
                <a:lnTo>
                  <a:pt x="81" y="169"/>
                </a:lnTo>
                <a:lnTo>
                  <a:pt x="81" y="170"/>
                </a:lnTo>
                <a:cubicBezTo>
                  <a:pt x="81" y="170"/>
                  <a:pt x="82" y="170"/>
                  <a:pt x="83" y="169"/>
                </a:cubicBezTo>
                <a:cubicBezTo>
                  <a:pt x="83" y="169"/>
                  <a:pt x="83" y="168"/>
                  <a:pt x="84" y="167"/>
                </a:cubicBezTo>
                <a:lnTo>
                  <a:pt x="92" y="152"/>
                </a:lnTo>
                <a:cubicBezTo>
                  <a:pt x="93" y="151"/>
                  <a:pt x="94" y="150"/>
                  <a:pt x="94" y="149"/>
                </a:cubicBezTo>
                <a:cubicBezTo>
                  <a:pt x="94" y="149"/>
                  <a:pt x="94" y="148"/>
                  <a:pt x="93" y="148"/>
                </a:cubicBezTo>
                <a:lnTo>
                  <a:pt x="93" y="147"/>
                </a:lnTo>
                <a:lnTo>
                  <a:pt x="97" y="149"/>
                </a:lnTo>
                <a:cubicBezTo>
                  <a:pt x="98" y="150"/>
                  <a:pt x="99" y="151"/>
                  <a:pt x="100" y="151"/>
                </a:cubicBezTo>
                <a:cubicBezTo>
                  <a:pt x="100" y="152"/>
                  <a:pt x="100" y="153"/>
                  <a:pt x="100" y="154"/>
                </a:cubicBezTo>
                <a:cubicBezTo>
                  <a:pt x="100" y="155"/>
                  <a:pt x="99" y="157"/>
                  <a:pt x="99" y="158"/>
                </a:cubicBezTo>
                <a:cubicBezTo>
                  <a:pt x="98" y="159"/>
                  <a:pt x="97" y="160"/>
                  <a:pt x="96" y="161"/>
                </a:cubicBezTo>
                <a:cubicBezTo>
                  <a:pt x="95" y="162"/>
                  <a:pt x="94" y="162"/>
                  <a:pt x="93" y="162"/>
                </a:cubicBezTo>
                <a:lnTo>
                  <a:pt x="91" y="170"/>
                </a:lnTo>
                <a:cubicBezTo>
                  <a:pt x="91" y="172"/>
                  <a:pt x="91" y="173"/>
                  <a:pt x="91" y="174"/>
                </a:cubicBezTo>
                <a:cubicBezTo>
                  <a:pt x="91" y="175"/>
                  <a:pt x="91" y="175"/>
                  <a:pt x="92" y="176"/>
                </a:cubicBezTo>
                <a:close/>
                <a:moveTo>
                  <a:pt x="90" y="160"/>
                </a:moveTo>
                <a:cubicBezTo>
                  <a:pt x="90" y="160"/>
                  <a:pt x="90" y="160"/>
                  <a:pt x="90" y="160"/>
                </a:cubicBezTo>
                <a:cubicBezTo>
                  <a:pt x="90" y="160"/>
                  <a:pt x="90" y="160"/>
                  <a:pt x="91" y="160"/>
                </a:cubicBezTo>
                <a:cubicBezTo>
                  <a:pt x="92" y="161"/>
                  <a:pt x="93" y="161"/>
                  <a:pt x="94" y="160"/>
                </a:cubicBezTo>
                <a:cubicBezTo>
                  <a:pt x="95" y="160"/>
                  <a:pt x="96" y="158"/>
                  <a:pt x="97" y="157"/>
                </a:cubicBezTo>
                <a:cubicBezTo>
                  <a:pt x="97" y="156"/>
                  <a:pt x="98" y="154"/>
                  <a:pt x="98" y="153"/>
                </a:cubicBezTo>
                <a:cubicBezTo>
                  <a:pt x="98" y="152"/>
                  <a:pt x="98" y="151"/>
                  <a:pt x="97" y="151"/>
                </a:cubicBezTo>
                <a:cubicBezTo>
                  <a:pt x="97" y="151"/>
                  <a:pt x="96" y="150"/>
                  <a:pt x="95" y="150"/>
                </a:cubicBezTo>
                <a:lnTo>
                  <a:pt x="90" y="160"/>
                </a:lnTo>
                <a:close/>
              </a:path>
              <a:path w="336" h="189">
                <a:moveTo>
                  <a:pt x="110" y="153"/>
                </a:moveTo>
                <a:lnTo>
                  <a:pt x="107" y="161"/>
                </a:lnTo>
                <a:cubicBezTo>
                  <a:pt x="107" y="160"/>
                  <a:pt x="108" y="158"/>
                  <a:pt x="108" y="157"/>
                </a:cubicBezTo>
                <a:cubicBezTo>
                  <a:pt x="108" y="156"/>
                  <a:pt x="108" y="155"/>
                  <a:pt x="107" y="154"/>
                </a:cubicBezTo>
                <a:cubicBezTo>
                  <a:pt x="107" y="154"/>
                  <a:pt x="107" y="153"/>
                  <a:pt x="106" y="153"/>
                </a:cubicBezTo>
                <a:cubicBezTo>
                  <a:pt x="105" y="153"/>
                  <a:pt x="105" y="153"/>
                  <a:pt x="104" y="154"/>
                </a:cubicBezTo>
                <a:cubicBezTo>
                  <a:pt x="103" y="154"/>
                  <a:pt x="103" y="155"/>
                  <a:pt x="103" y="156"/>
                </a:cubicBezTo>
                <a:cubicBezTo>
                  <a:pt x="102" y="157"/>
                  <a:pt x="102" y="157"/>
                  <a:pt x="102" y="158"/>
                </a:cubicBezTo>
                <a:cubicBezTo>
                  <a:pt x="102" y="159"/>
                  <a:pt x="103" y="161"/>
                  <a:pt x="104" y="163"/>
                </a:cubicBezTo>
                <a:cubicBezTo>
                  <a:pt x="104" y="164"/>
                  <a:pt x="105" y="166"/>
                  <a:pt x="105" y="166"/>
                </a:cubicBezTo>
                <a:cubicBezTo>
                  <a:pt x="105" y="167"/>
                  <a:pt x="105" y="168"/>
                  <a:pt x="105" y="169"/>
                </a:cubicBezTo>
                <a:cubicBezTo>
                  <a:pt x="105" y="170"/>
                  <a:pt x="105" y="171"/>
                  <a:pt x="104" y="172"/>
                </a:cubicBezTo>
                <a:cubicBezTo>
                  <a:pt x="104" y="174"/>
                  <a:pt x="103" y="175"/>
                  <a:pt x="101" y="177"/>
                </a:cubicBezTo>
                <a:cubicBezTo>
                  <a:pt x="100" y="178"/>
                  <a:pt x="99" y="178"/>
                  <a:pt x="98" y="178"/>
                </a:cubicBezTo>
                <a:cubicBezTo>
                  <a:pt x="97" y="177"/>
                  <a:pt x="97" y="177"/>
                  <a:pt x="97" y="177"/>
                </a:cubicBezTo>
                <a:cubicBezTo>
                  <a:pt x="97" y="177"/>
                  <a:pt x="96" y="177"/>
                  <a:pt x="96" y="176"/>
                </a:cubicBezTo>
                <a:cubicBezTo>
                  <a:pt x="96" y="175"/>
                  <a:pt x="95" y="175"/>
                  <a:pt x="95" y="175"/>
                </a:cubicBezTo>
                <a:cubicBezTo>
                  <a:pt x="95" y="175"/>
                  <a:pt x="95" y="175"/>
                  <a:pt x="95" y="175"/>
                </a:cubicBezTo>
                <a:cubicBezTo>
                  <a:pt x="94" y="175"/>
                  <a:pt x="94" y="176"/>
                  <a:pt x="94" y="176"/>
                </a:cubicBezTo>
                <a:lnTo>
                  <a:pt x="97" y="168"/>
                </a:lnTo>
                <a:cubicBezTo>
                  <a:pt x="97" y="170"/>
                  <a:pt x="96" y="171"/>
                  <a:pt x="96" y="172"/>
                </a:cubicBezTo>
                <a:cubicBezTo>
                  <a:pt x="96" y="173"/>
                  <a:pt x="96" y="174"/>
                  <a:pt x="97" y="175"/>
                </a:cubicBezTo>
                <a:cubicBezTo>
                  <a:pt x="97" y="175"/>
                  <a:pt x="98" y="176"/>
                  <a:pt x="98" y="176"/>
                </a:cubicBezTo>
                <a:cubicBezTo>
                  <a:pt x="99" y="176"/>
                  <a:pt x="100" y="176"/>
                  <a:pt x="100" y="176"/>
                </a:cubicBezTo>
                <a:cubicBezTo>
                  <a:pt x="101" y="175"/>
                  <a:pt x="102" y="174"/>
                  <a:pt x="102" y="173"/>
                </a:cubicBezTo>
                <a:cubicBezTo>
                  <a:pt x="102" y="172"/>
                  <a:pt x="102" y="172"/>
                  <a:pt x="103" y="171"/>
                </a:cubicBezTo>
                <a:cubicBezTo>
                  <a:pt x="103" y="170"/>
                  <a:pt x="103" y="170"/>
                  <a:pt x="102" y="169"/>
                </a:cubicBezTo>
                <a:cubicBezTo>
                  <a:pt x="102" y="169"/>
                  <a:pt x="102" y="168"/>
                  <a:pt x="101" y="166"/>
                </a:cubicBezTo>
                <a:cubicBezTo>
                  <a:pt x="101" y="164"/>
                  <a:pt x="100" y="163"/>
                  <a:pt x="100" y="162"/>
                </a:cubicBezTo>
                <a:cubicBezTo>
                  <a:pt x="100" y="161"/>
                  <a:pt x="100" y="161"/>
                  <a:pt x="100" y="160"/>
                </a:cubicBezTo>
                <a:cubicBezTo>
                  <a:pt x="100" y="159"/>
                  <a:pt x="100" y="158"/>
                  <a:pt x="101" y="157"/>
                </a:cubicBezTo>
                <a:cubicBezTo>
                  <a:pt x="101" y="155"/>
                  <a:pt x="102" y="153"/>
                  <a:pt x="103" y="152"/>
                </a:cubicBezTo>
                <a:cubicBezTo>
                  <a:pt x="105" y="151"/>
                  <a:pt x="106" y="151"/>
                  <a:pt x="107" y="151"/>
                </a:cubicBezTo>
                <a:cubicBezTo>
                  <a:pt x="107" y="152"/>
                  <a:pt x="108" y="152"/>
                  <a:pt x="108" y="153"/>
                </a:cubicBezTo>
                <a:cubicBezTo>
                  <a:pt x="109" y="154"/>
                  <a:pt x="109" y="154"/>
                  <a:pt x="109" y="154"/>
                </a:cubicBezTo>
                <a:cubicBezTo>
                  <a:pt x="109" y="154"/>
                  <a:pt x="109" y="154"/>
                  <a:pt x="109" y="154"/>
                </a:cubicBezTo>
                <a:cubicBezTo>
                  <a:pt x="110" y="154"/>
                  <a:pt x="110" y="153"/>
                  <a:pt x="110" y="153"/>
                </a:cubicBezTo>
                <a:close/>
              </a:path>
              <a:path w="336" h="189">
                <a:moveTo>
                  <a:pt x="138" y="160"/>
                </a:moveTo>
                <a:lnTo>
                  <a:pt x="143" y="160"/>
                </a:lnTo>
                <a:lnTo>
                  <a:pt x="143" y="161"/>
                </a:lnTo>
                <a:lnTo>
                  <a:pt x="142" y="161"/>
                </a:lnTo>
                <a:cubicBezTo>
                  <a:pt x="142" y="161"/>
                  <a:pt x="142" y="161"/>
                  <a:pt x="142" y="161"/>
                </a:cubicBezTo>
                <a:cubicBezTo>
                  <a:pt x="141" y="162"/>
                  <a:pt x="141" y="162"/>
                  <a:pt x="141" y="163"/>
                </a:cubicBezTo>
                <a:cubicBezTo>
                  <a:pt x="140" y="163"/>
                  <a:pt x="140" y="164"/>
                  <a:pt x="139" y="165"/>
                </a:cubicBezTo>
                <a:lnTo>
                  <a:pt x="135" y="175"/>
                </a:lnTo>
                <a:lnTo>
                  <a:pt x="134" y="181"/>
                </a:lnTo>
                <a:cubicBezTo>
                  <a:pt x="134" y="183"/>
                  <a:pt x="134" y="184"/>
                  <a:pt x="134" y="184"/>
                </a:cubicBezTo>
                <a:cubicBezTo>
                  <a:pt x="135" y="185"/>
                  <a:pt x="135" y="185"/>
                  <a:pt x="135" y="185"/>
                </a:cubicBezTo>
                <a:lnTo>
                  <a:pt x="136" y="185"/>
                </a:lnTo>
                <a:lnTo>
                  <a:pt x="136" y="186"/>
                </a:lnTo>
                <a:lnTo>
                  <a:pt x="130" y="185"/>
                </a:lnTo>
                <a:lnTo>
                  <a:pt x="131" y="185"/>
                </a:lnTo>
                <a:cubicBezTo>
                  <a:pt x="131" y="185"/>
                  <a:pt x="132" y="184"/>
                  <a:pt x="132" y="184"/>
                </a:cubicBezTo>
                <a:cubicBezTo>
                  <a:pt x="132" y="183"/>
                  <a:pt x="132" y="183"/>
                  <a:pt x="133" y="181"/>
                </a:cubicBezTo>
                <a:lnTo>
                  <a:pt x="133" y="175"/>
                </a:lnTo>
                <a:lnTo>
                  <a:pt x="131" y="164"/>
                </a:lnTo>
                <a:cubicBezTo>
                  <a:pt x="131" y="162"/>
                  <a:pt x="130" y="161"/>
                  <a:pt x="130" y="161"/>
                </a:cubicBezTo>
                <a:cubicBezTo>
                  <a:pt x="130" y="161"/>
                  <a:pt x="130" y="160"/>
                  <a:pt x="130" y="160"/>
                </a:cubicBezTo>
                <a:cubicBezTo>
                  <a:pt x="129" y="160"/>
                  <a:pt x="129" y="160"/>
                  <a:pt x="129" y="159"/>
                </a:cubicBezTo>
                <a:lnTo>
                  <a:pt x="135" y="159"/>
                </a:lnTo>
                <a:lnTo>
                  <a:pt x="135" y="160"/>
                </a:lnTo>
                <a:lnTo>
                  <a:pt x="134" y="160"/>
                </a:lnTo>
                <a:cubicBezTo>
                  <a:pt x="134" y="160"/>
                  <a:pt x="134" y="160"/>
                  <a:pt x="133" y="160"/>
                </a:cubicBezTo>
                <a:cubicBezTo>
                  <a:pt x="133" y="161"/>
                  <a:pt x="133" y="161"/>
                  <a:pt x="133" y="162"/>
                </a:cubicBezTo>
                <a:cubicBezTo>
                  <a:pt x="133" y="162"/>
                  <a:pt x="133" y="163"/>
                  <a:pt x="133" y="164"/>
                </a:cubicBezTo>
                <a:lnTo>
                  <a:pt x="135" y="173"/>
                </a:lnTo>
                <a:lnTo>
                  <a:pt x="138" y="165"/>
                </a:lnTo>
                <a:cubicBezTo>
                  <a:pt x="139" y="164"/>
                  <a:pt x="139" y="163"/>
                  <a:pt x="139" y="163"/>
                </a:cubicBezTo>
                <a:cubicBezTo>
                  <a:pt x="139" y="162"/>
                  <a:pt x="139" y="162"/>
                  <a:pt x="139" y="162"/>
                </a:cubicBezTo>
                <a:cubicBezTo>
                  <a:pt x="139" y="161"/>
                  <a:pt x="139" y="161"/>
                  <a:pt x="139" y="161"/>
                </a:cubicBezTo>
                <a:cubicBezTo>
                  <a:pt x="139" y="161"/>
                  <a:pt x="139" y="161"/>
                  <a:pt x="138" y="161"/>
                </a:cubicBezTo>
                <a:lnTo>
                  <a:pt x="138" y="160"/>
                </a:lnTo>
                <a:close/>
              </a:path>
              <a:path w="336" h="189">
                <a:moveTo>
                  <a:pt x="84" y="146"/>
                </a:moveTo>
                <a:lnTo>
                  <a:pt x="79" y="155"/>
                </a:lnTo>
                <a:lnTo>
                  <a:pt x="82" y="156"/>
                </a:lnTo>
                <a:cubicBezTo>
                  <a:pt x="83" y="157"/>
                  <a:pt x="83" y="157"/>
                  <a:pt x="84" y="156"/>
                </a:cubicBezTo>
                <a:cubicBezTo>
                  <a:pt x="84" y="156"/>
                  <a:pt x="85" y="155"/>
                  <a:pt x="86" y="154"/>
                </a:cubicBezTo>
                <a:lnTo>
                  <a:pt x="82" y="162"/>
                </a:lnTo>
                <a:lnTo>
                  <a:pt x="81" y="162"/>
                </a:lnTo>
                <a:cubicBezTo>
                  <a:pt x="82" y="161"/>
                  <a:pt x="82" y="160"/>
                  <a:pt x="82" y="160"/>
                </a:cubicBezTo>
                <a:cubicBezTo>
                  <a:pt x="82" y="159"/>
                  <a:pt x="82" y="159"/>
                  <a:pt x="82" y="158"/>
                </a:cubicBezTo>
                <a:cubicBezTo>
                  <a:pt x="82" y="158"/>
                  <a:pt x="82" y="158"/>
                  <a:pt x="81" y="157"/>
                </a:cubicBezTo>
                <a:lnTo>
                  <a:pt x="79" y="156"/>
                </a:lnTo>
                <a:lnTo>
                  <a:pt x="75" y="164"/>
                </a:lnTo>
                <a:cubicBezTo>
                  <a:pt x="74" y="165"/>
                  <a:pt x="74" y="165"/>
                  <a:pt x="74" y="166"/>
                </a:cubicBezTo>
                <a:cubicBezTo>
                  <a:pt x="74" y="166"/>
                  <a:pt x="74" y="166"/>
                  <a:pt x="74" y="166"/>
                </a:cubicBezTo>
                <a:cubicBezTo>
                  <a:pt x="74" y="166"/>
                  <a:pt x="74" y="167"/>
                  <a:pt x="74" y="167"/>
                </a:cubicBezTo>
                <a:lnTo>
                  <a:pt x="76" y="168"/>
                </a:lnTo>
                <a:cubicBezTo>
                  <a:pt x="77" y="168"/>
                  <a:pt x="77" y="168"/>
                  <a:pt x="78" y="168"/>
                </a:cubicBezTo>
                <a:cubicBezTo>
                  <a:pt x="78" y="168"/>
                  <a:pt x="79" y="168"/>
                  <a:pt x="79" y="168"/>
                </a:cubicBezTo>
                <a:cubicBezTo>
                  <a:pt x="80" y="167"/>
                  <a:pt x="81" y="166"/>
                  <a:pt x="82" y="165"/>
                </a:cubicBezTo>
                <a:lnTo>
                  <a:pt x="78" y="171"/>
                </a:lnTo>
                <a:lnTo>
                  <a:pt x="69" y="166"/>
                </a:lnTo>
                <a:lnTo>
                  <a:pt x="70" y="165"/>
                </a:lnTo>
                <a:cubicBezTo>
                  <a:pt x="70" y="166"/>
                  <a:pt x="71" y="166"/>
                  <a:pt x="71" y="165"/>
                </a:cubicBezTo>
                <a:cubicBezTo>
                  <a:pt x="71" y="165"/>
                  <a:pt x="72" y="165"/>
                  <a:pt x="72" y="165"/>
                </a:cubicBezTo>
                <a:cubicBezTo>
                  <a:pt x="72" y="164"/>
                  <a:pt x="73" y="164"/>
                  <a:pt x="73" y="163"/>
                </a:cubicBezTo>
                <a:lnTo>
                  <a:pt x="81" y="148"/>
                </a:lnTo>
                <a:cubicBezTo>
                  <a:pt x="82" y="146"/>
                  <a:pt x="82" y="145"/>
                  <a:pt x="82" y="145"/>
                </a:cubicBezTo>
                <a:cubicBezTo>
                  <a:pt x="82" y="144"/>
                  <a:pt x="82" y="144"/>
                  <a:pt x="82" y="144"/>
                </a:cubicBezTo>
                <a:lnTo>
                  <a:pt x="81" y="143"/>
                </a:lnTo>
                <a:lnTo>
                  <a:pt x="82" y="143"/>
                </a:lnTo>
                <a:lnTo>
                  <a:pt x="91" y="147"/>
                </a:lnTo>
                <a:lnTo>
                  <a:pt x="88" y="153"/>
                </a:lnTo>
                <a:lnTo>
                  <a:pt x="88" y="152"/>
                </a:lnTo>
                <a:cubicBezTo>
                  <a:pt x="88" y="151"/>
                  <a:pt x="89" y="150"/>
                  <a:pt x="89" y="150"/>
                </a:cubicBezTo>
                <a:cubicBezTo>
                  <a:pt x="89" y="149"/>
                  <a:pt x="89" y="149"/>
                  <a:pt x="89" y="148"/>
                </a:cubicBezTo>
                <a:cubicBezTo>
                  <a:pt x="88" y="148"/>
                  <a:pt x="88" y="148"/>
                  <a:pt x="87" y="147"/>
                </a:cubicBezTo>
                <a:lnTo>
                  <a:pt x="84" y="146"/>
                </a:lnTo>
                <a:close/>
              </a:path>
              <a:path w="336" h="189">
                <a:moveTo>
                  <a:pt x="108" y="180"/>
                </a:moveTo>
                <a:lnTo>
                  <a:pt x="108" y="180"/>
                </a:lnTo>
                <a:lnTo>
                  <a:pt x="103" y="178"/>
                </a:lnTo>
                <a:lnTo>
                  <a:pt x="103" y="177"/>
                </a:lnTo>
                <a:lnTo>
                  <a:pt x="104" y="178"/>
                </a:lnTo>
                <a:cubicBezTo>
                  <a:pt x="104" y="178"/>
                  <a:pt x="105" y="178"/>
                  <a:pt x="105" y="177"/>
                </a:cubicBezTo>
                <a:cubicBezTo>
                  <a:pt x="105" y="177"/>
                  <a:pt x="106" y="176"/>
                  <a:pt x="106" y="174"/>
                </a:cubicBezTo>
                <a:lnTo>
                  <a:pt x="113" y="159"/>
                </a:lnTo>
                <a:cubicBezTo>
                  <a:pt x="113" y="157"/>
                  <a:pt x="113" y="157"/>
                  <a:pt x="113" y="156"/>
                </a:cubicBezTo>
                <a:cubicBezTo>
                  <a:pt x="113" y="156"/>
                  <a:pt x="113" y="156"/>
                  <a:pt x="113" y="155"/>
                </a:cubicBezTo>
                <a:cubicBezTo>
                  <a:pt x="113" y="155"/>
                  <a:pt x="113" y="155"/>
                  <a:pt x="113" y="154"/>
                </a:cubicBezTo>
                <a:lnTo>
                  <a:pt x="112" y="154"/>
                </a:lnTo>
                <a:lnTo>
                  <a:pt x="113" y="154"/>
                </a:lnTo>
                <a:lnTo>
                  <a:pt x="118" y="156"/>
                </a:lnTo>
                <a:lnTo>
                  <a:pt x="117" y="156"/>
                </a:lnTo>
                <a:cubicBezTo>
                  <a:pt x="117" y="156"/>
                  <a:pt x="116" y="156"/>
                  <a:pt x="116" y="157"/>
                </a:cubicBezTo>
                <a:cubicBezTo>
                  <a:pt x="115" y="157"/>
                  <a:pt x="115" y="158"/>
                  <a:pt x="114" y="159"/>
                </a:cubicBezTo>
                <a:lnTo>
                  <a:pt x="108" y="175"/>
                </a:lnTo>
                <a:cubicBezTo>
                  <a:pt x="108" y="176"/>
                  <a:pt x="107" y="177"/>
                  <a:pt x="107" y="178"/>
                </a:cubicBezTo>
                <a:cubicBezTo>
                  <a:pt x="107" y="178"/>
                  <a:pt x="107" y="178"/>
                  <a:pt x="107" y="179"/>
                </a:cubicBezTo>
                <a:cubicBezTo>
                  <a:pt x="107" y="179"/>
                  <a:pt x="108" y="179"/>
                  <a:pt x="108" y="179"/>
                </a:cubicBezTo>
                <a:lnTo>
                  <a:pt x="108" y="180"/>
                </a:lnTo>
                <a:close/>
              </a:path>
              <a:path w="336" h="189">
                <a:moveTo>
                  <a:pt x="129" y="158"/>
                </a:moveTo>
                <a:lnTo>
                  <a:pt x="128" y="164"/>
                </a:lnTo>
                <a:cubicBezTo>
                  <a:pt x="128" y="163"/>
                  <a:pt x="128" y="162"/>
                  <a:pt x="128" y="162"/>
                </a:cubicBezTo>
                <a:cubicBezTo>
                  <a:pt x="128" y="161"/>
                  <a:pt x="128" y="161"/>
                  <a:pt x="128" y="160"/>
                </a:cubicBezTo>
                <a:cubicBezTo>
                  <a:pt x="127" y="160"/>
                  <a:pt x="127" y="159"/>
                  <a:pt x="126" y="159"/>
                </a:cubicBezTo>
                <a:lnTo>
                  <a:pt x="125" y="159"/>
                </a:lnTo>
                <a:lnTo>
                  <a:pt x="120" y="178"/>
                </a:lnTo>
                <a:cubicBezTo>
                  <a:pt x="119" y="180"/>
                  <a:pt x="119" y="181"/>
                  <a:pt x="119" y="181"/>
                </a:cubicBezTo>
                <a:cubicBezTo>
                  <a:pt x="119" y="182"/>
                  <a:pt x="119" y="182"/>
                  <a:pt x="120" y="182"/>
                </a:cubicBezTo>
                <a:lnTo>
                  <a:pt x="120" y="183"/>
                </a:lnTo>
                <a:lnTo>
                  <a:pt x="115" y="182"/>
                </a:lnTo>
                <a:lnTo>
                  <a:pt x="115" y="181"/>
                </a:lnTo>
                <a:cubicBezTo>
                  <a:pt x="116" y="181"/>
                  <a:pt x="116" y="181"/>
                  <a:pt x="117" y="180"/>
                </a:cubicBezTo>
                <a:cubicBezTo>
                  <a:pt x="117" y="180"/>
                  <a:pt x="117" y="179"/>
                  <a:pt x="118" y="178"/>
                </a:cubicBezTo>
                <a:lnTo>
                  <a:pt x="123" y="158"/>
                </a:lnTo>
                <a:lnTo>
                  <a:pt x="121" y="158"/>
                </a:lnTo>
                <a:cubicBezTo>
                  <a:pt x="121" y="158"/>
                  <a:pt x="120" y="158"/>
                  <a:pt x="120" y="158"/>
                </a:cubicBezTo>
                <a:cubicBezTo>
                  <a:pt x="120" y="158"/>
                  <a:pt x="119" y="158"/>
                  <a:pt x="119" y="159"/>
                </a:cubicBezTo>
                <a:cubicBezTo>
                  <a:pt x="119" y="160"/>
                  <a:pt x="118" y="160"/>
                  <a:pt x="118" y="162"/>
                </a:cubicBezTo>
                <a:lnTo>
                  <a:pt x="117" y="161"/>
                </a:lnTo>
                <a:lnTo>
                  <a:pt x="119" y="156"/>
                </a:lnTo>
                <a:lnTo>
                  <a:pt x="129" y="158"/>
                </a:lnTo>
                <a:close/>
              </a:path>
              <a:path w="336" h="189">
                <a:moveTo>
                  <a:pt x="209" y="181"/>
                </a:moveTo>
                <a:lnTo>
                  <a:pt x="210" y="181"/>
                </a:lnTo>
                <a:lnTo>
                  <a:pt x="204" y="183"/>
                </a:lnTo>
                <a:lnTo>
                  <a:pt x="204" y="182"/>
                </a:lnTo>
                <a:lnTo>
                  <a:pt x="205" y="182"/>
                </a:lnTo>
                <a:cubicBezTo>
                  <a:pt x="205" y="182"/>
                  <a:pt x="205" y="181"/>
                  <a:pt x="206" y="181"/>
                </a:cubicBezTo>
                <a:cubicBezTo>
                  <a:pt x="206" y="180"/>
                  <a:pt x="205" y="179"/>
                  <a:pt x="205" y="178"/>
                </a:cubicBezTo>
                <a:lnTo>
                  <a:pt x="202" y="161"/>
                </a:lnTo>
                <a:cubicBezTo>
                  <a:pt x="201" y="160"/>
                  <a:pt x="201" y="159"/>
                  <a:pt x="201" y="159"/>
                </a:cubicBezTo>
                <a:cubicBezTo>
                  <a:pt x="201" y="158"/>
                  <a:pt x="201" y="158"/>
                  <a:pt x="200" y="158"/>
                </a:cubicBezTo>
                <a:cubicBezTo>
                  <a:pt x="200" y="158"/>
                  <a:pt x="200" y="158"/>
                  <a:pt x="199" y="158"/>
                </a:cubicBezTo>
                <a:lnTo>
                  <a:pt x="199" y="157"/>
                </a:lnTo>
                <a:lnTo>
                  <a:pt x="204" y="156"/>
                </a:lnTo>
                <a:lnTo>
                  <a:pt x="204" y="157"/>
                </a:lnTo>
                <a:cubicBezTo>
                  <a:pt x="203" y="157"/>
                  <a:pt x="203" y="157"/>
                  <a:pt x="203" y="158"/>
                </a:cubicBezTo>
                <a:cubicBezTo>
                  <a:pt x="203" y="158"/>
                  <a:pt x="203" y="159"/>
                  <a:pt x="203" y="161"/>
                </a:cubicBezTo>
                <a:lnTo>
                  <a:pt x="207" y="177"/>
                </a:lnTo>
                <a:cubicBezTo>
                  <a:pt x="207" y="179"/>
                  <a:pt x="207" y="179"/>
                  <a:pt x="208" y="180"/>
                </a:cubicBezTo>
                <a:cubicBezTo>
                  <a:pt x="208" y="180"/>
                  <a:pt x="208" y="180"/>
                  <a:pt x="208" y="181"/>
                </a:cubicBezTo>
                <a:cubicBezTo>
                  <a:pt x="208" y="181"/>
                  <a:pt x="209" y="181"/>
                  <a:pt x="209" y="181"/>
                </a:cubicBezTo>
                <a:close/>
              </a:path>
              <a:path w="336" h="189">
                <a:moveTo>
                  <a:pt x="197" y="157"/>
                </a:moveTo>
                <a:lnTo>
                  <a:pt x="199" y="166"/>
                </a:lnTo>
                <a:cubicBezTo>
                  <a:pt x="198" y="163"/>
                  <a:pt x="197" y="162"/>
                  <a:pt x="196" y="161"/>
                </a:cubicBezTo>
                <a:cubicBezTo>
                  <a:pt x="195" y="160"/>
                  <a:pt x="194" y="159"/>
                  <a:pt x="193" y="160"/>
                </a:cubicBezTo>
                <a:cubicBezTo>
                  <a:pt x="193" y="160"/>
                  <a:pt x="192" y="160"/>
                  <a:pt x="192" y="161"/>
                </a:cubicBezTo>
                <a:cubicBezTo>
                  <a:pt x="191" y="162"/>
                  <a:pt x="191" y="164"/>
                  <a:pt x="191" y="166"/>
                </a:cubicBezTo>
                <a:cubicBezTo>
                  <a:pt x="191" y="168"/>
                  <a:pt x="191" y="170"/>
                  <a:pt x="192" y="173"/>
                </a:cubicBezTo>
                <a:cubicBezTo>
                  <a:pt x="192" y="175"/>
                  <a:pt x="193" y="177"/>
                  <a:pt x="194" y="179"/>
                </a:cubicBezTo>
                <a:cubicBezTo>
                  <a:pt x="194" y="181"/>
                  <a:pt x="195" y="182"/>
                  <a:pt x="196" y="183"/>
                </a:cubicBezTo>
                <a:cubicBezTo>
                  <a:pt x="197" y="183"/>
                  <a:pt x="198" y="184"/>
                  <a:pt x="199" y="183"/>
                </a:cubicBezTo>
                <a:cubicBezTo>
                  <a:pt x="200" y="183"/>
                  <a:pt x="200" y="183"/>
                  <a:pt x="201" y="182"/>
                </a:cubicBezTo>
                <a:cubicBezTo>
                  <a:pt x="201" y="181"/>
                  <a:pt x="202" y="179"/>
                  <a:pt x="202" y="177"/>
                </a:cubicBezTo>
                <a:cubicBezTo>
                  <a:pt x="202" y="180"/>
                  <a:pt x="202" y="182"/>
                  <a:pt x="201" y="183"/>
                </a:cubicBezTo>
                <a:cubicBezTo>
                  <a:pt x="201" y="184"/>
                  <a:pt x="200" y="185"/>
                  <a:pt x="199" y="185"/>
                </a:cubicBezTo>
                <a:cubicBezTo>
                  <a:pt x="197" y="186"/>
                  <a:pt x="195" y="184"/>
                  <a:pt x="193" y="182"/>
                </a:cubicBezTo>
                <a:cubicBezTo>
                  <a:pt x="191" y="179"/>
                  <a:pt x="190" y="177"/>
                  <a:pt x="190" y="174"/>
                </a:cubicBezTo>
                <a:cubicBezTo>
                  <a:pt x="189" y="171"/>
                  <a:pt x="189" y="169"/>
                  <a:pt x="189" y="166"/>
                </a:cubicBezTo>
                <a:cubicBezTo>
                  <a:pt x="189" y="164"/>
                  <a:pt x="190" y="162"/>
                  <a:pt x="190" y="161"/>
                </a:cubicBezTo>
                <a:cubicBezTo>
                  <a:pt x="191" y="159"/>
                  <a:pt x="192" y="159"/>
                  <a:pt x="193" y="158"/>
                </a:cubicBezTo>
                <a:cubicBezTo>
                  <a:pt x="194" y="158"/>
                  <a:pt x="195" y="158"/>
                  <a:pt x="196" y="159"/>
                </a:cubicBezTo>
                <a:cubicBezTo>
                  <a:pt x="196" y="159"/>
                  <a:pt x="196" y="159"/>
                  <a:pt x="197" y="159"/>
                </a:cubicBezTo>
                <a:cubicBezTo>
                  <a:pt x="197" y="159"/>
                  <a:pt x="197" y="159"/>
                  <a:pt x="197" y="159"/>
                </a:cubicBezTo>
                <a:cubicBezTo>
                  <a:pt x="197" y="158"/>
                  <a:pt x="197" y="158"/>
                  <a:pt x="197" y="157"/>
                </a:cubicBezTo>
                <a:close/>
              </a:path>
              <a:path w="336" h="189">
                <a:moveTo>
                  <a:pt x="183" y="160"/>
                </a:moveTo>
                <a:lnTo>
                  <a:pt x="185" y="169"/>
                </a:lnTo>
                <a:cubicBezTo>
                  <a:pt x="184" y="167"/>
                  <a:pt x="184" y="166"/>
                  <a:pt x="183" y="165"/>
                </a:cubicBezTo>
                <a:cubicBezTo>
                  <a:pt x="183" y="164"/>
                  <a:pt x="182" y="163"/>
                  <a:pt x="182" y="163"/>
                </a:cubicBezTo>
                <a:cubicBezTo>
                  <a:pt x="181" y="162"/>
                  <a:pt x="180" y="162"/>
                  <a:pt x="180" y="162"/>
                </a:cubicBezTo>
                <a:cubicBezTo>
                  <a:pt x="179" y="163"/>
                  <a:pt x="179" y="163"/>
                  <a:pt x="178" y="164"/>
                </a:cubicBezTo>
                <a:cubicBezTo>
                  <a:pt x="178" y="165"/>
                  <a:pt x="178" y="166"/>
                  <a:pt x="178" y="167"/>
                </a:cubicBezTo>
                <a:cubicBezTo>
                  <a:pt x="179" y="168"/>
                  <a:pt x="179" y="168"/>
                  <a:pt x="179" y="169"/>
                </a:cubicBezTo>
                <a:cubicBezTo>
                  <a:pt x="180" y="170"/>
                  <a:pt x="181" y="171"/>
                  <a:pt x="183" y="172"/>
                </a:cubicBezTo>
                <a:cubicBezTo>
                  <a:pt x="184" y="173"/>
                  <a:pt x="185" y="174"/>
                  <a:pt x="186" y="175"/>
                </a:cubicBezTo>
                <a:cubicBezTo>
                  <a:pt x="186" y="175"/>
                  <a:pt x="187" y="176"/>
                  <a:pt x="187" y="177"/>
                </a:cubicBezTo>
                <a:cubicBezTo>
                  <a:pt x="188" y="178"/>
                  <a:pt x="188" y="179"/>
                  <a:pt x="188" y="180"/>
                </a:cubicBezTo>
                <a:cubicBezTo>
                  <a:pt x="189" y="182"/>
                  <a:pt x="189" y="183"/>
                  <a:pt x="188" y="185"/>
                </a:cubicBezTo>
                <a:cubicBezTo>
                  <a:pt x="188" y="186"/>
                  <a:pt x="187" y="187"/>
                  <a:pt x="186" y="188"/>
                </a:cubicBezTo>
                <a:cubicBezTo>
                  <a:pt x="185" y="188"/>
                  <a:pt x="185" y="188"/>
                  <a:pt x="185" y="188"/>
                </a:cubicBezTo>
                <a:cubicBezTo>
                  <a:pt x="185" y="188"/>
                  <a:pt x="184" y="188"/>
                  <a:pt x="184" y="187"/>
                </a:cubicBezTo>
                <a:cubicBezTo>
                  <a:pt x="183" y="187"/>
                  <a:pt x="182" y="187"/>
                  <a:pt x="182" y="187"/>
                </a:cubicBezTo>
                <a:cubicBezTo>
                  <a:pt x="182" y="187"/>
                  <a:pt x="182" y="187"/>
                  <a:pt x="182" y="187"/>
                </a:cubicBezTo>
                <a:cubicBezTo>
                  <a:pt x="182" y="188"/>
                  <a:pt x="182" y="188"/>
                  <a:pt x="182" y="189"/>
                </a:cubicBezTo>
                <a:lnTo>
                  <a:pt x="180" y="180"/>
                </a:lnTo>
                <a:cubicBezTo>
                  <a:pt x="181" y="182"/>
                  <a:pt x="181" y="183"/>
                  <a:pt x="182" y="184"/>
                </a:cubicBezTo>
                <a:cubicBezTo>
                  <a:pt x="182" y="185"/>
                  <a:pt x="183" y="185"/>
                  <a:pt x="183" y="186"/>
                </a:cubicBezTo>
                <a:cubicBezTo>
                  <a:pt x="184" y="186"/>
                  <a:pt x="185" y="186"/>
                  <a:pt x="185" y="186"/>
                </a:cubicBezTo>
                <a:cubicBezTo>
                  <a:pt x="186" y="186"/>
                  <a:pt x="187" y="185"/>
                  <a:pt x="187" y="185"/>
                </a:cubicBezTo>
                <a:cubicBezTo>
                  <a:pt x="187" y="184"/>
                  <a:pt x="187" y="183"/>
                  <a:pt x="187" y="181"/>
                </a:cubicBezTo>
                <a:cubicBezTo>
                  <a:pt x="187" y="181"/>
                  <a:pt x="187" y="180"/>
                  <a:pt x="186" y="180"/>
                </a:cubicBezTo>
                <a:cubicBezTo>
                  <a:pt x="186" y="179"/>
                  <a:pt x="186" y="178"/>
                  <a:pt x="185" y="178"/>
                </a:cubicBezTo>
                <a:cubicBezTo>
                  <a:pt x="185" y="178"/>
                  <a:pt x="184" y="177"/>
                  <a:pt x="183" y="176"/>
                </a:cubicBezTo>
                <a:cubicBezTo>
                  <a:pt x="181" y="175"/>
                  <a:pt x="180" y="174"/>
                  <a:pt x="180" y="174"/>
                </a:cubicBezTo>
                <a:cubicBezTo>
                  <a:pt x="179" y="173"/>
                  <a:pt x="179" y="172"/>
                  <a:pt x="178" y="171"/>
                </a:cubicBezTo>
                <a:cubicBezTo>
                  <a:pt x="178" y="171"/>
                  <a:pt x="177" y="170"/>
                  <a:pt x="177" y="169"/>
                </a:cubicBezTo>
                <a:cubicBezTo>
                  <a:pt x="177" y="167"/>
                  <a:pt x="177" y="165"/>
                  <a:pt x="177" y="164"/>
                </a:cubicBezTo>
                <a:cubicBezTo>
                  <a:pt x="178" y="162"/>
                  <a:pt x="178" y="161"/>
                  <a:pt x="179" y="161"/>
                </a:cubicBezTo>
                <a:cubicBezTo>
                  <a:pt x="180" y="161"/>
                  <a:pt x="181" y="161"/>
                  <a:pt x="182" y="161"/>
                </a:cubicBezTo>
                <a:cubicBezTo>
                  <a:pt x="182" y="162"/>
                  <a:pt x="182" y="162"/>
                  <a:pt x="182" y="162"/>
                </a:cubicBezTo>
                <a:cubicBezTo>
                  <a:pt x="183" y="162"/>
                  <a:pt x="183" y="162"/>
                  <a:pt x="183" y="161"/>
                </a:cubicBezTo>
                <a:cubicBezTo>
                  <a:pt x="183" y="161"/>
                  <a:pt x="183" y="161"/>
                  <a:pt x="183" y="160"/>
                </a:cubicBezTo>
                <a:close/>
              </a:path>
              <a:path w="336" h="189">
                <a:moveTo>
                  <a:pt x="209" y="157"/>
                </a:moveTo>
                <a:lnTo>
                  <a:pt x="212" y="167"/>
                </a:lnTo>
                <a:lnTo>
                  <a:pt x="214" y="166"/>
                </a:lnTo>
                <a:cubicBezTo>
                  <a:pt x="215" y="166"/>
                  <a:pt x="215" y="166"/>
                  <a:pt x="216" y="165"/>
                </a:cubicBezTo>
                <a:cubicBezTo>
                  <a:pt x="216" y="165"/>
                  <a:pt x="216" y="164"/>
                  <a:pt x="215" y="162"/>
                </a:cubicBezTo>
                <a:lnTo>
                  <a:pt x="216" y="162"/>
                </a:lnTo>
                <a:lnTo>
                  <a:pt x="218" y="171"/>
                </a:lnTo>
                <a:lnTo>
                  <a:pt x="217" y="171"/>
                </a:lnTo>
                <a:cubicBezTo>
                  <a:pt x="217" y="170"/>
                  <a:pt x="217" y="169"/>
                  <a:pt x="217" y="169"/>
                </a:cubicBezTo>
                <a:cubicBezTo>
                  <a:pt x="216" y="168"/>
                  <a:pt x="216" y="168"/>
                  <a:pt x="216" y="168"/>
                </a:cubicBezTo>
                <a:cubicBezTo>
                  <a:pt x="216" y="168"/>
                  <a:pt x="215" y="167"/>
                  <a:pt x="215" y="168"/>
                </a:cubicBezTo>
                <a:lnTo>
                  <a:pt x="212" y="168"/>
                </a:lnTo>
                <a:lnTo>
                  <a:pt x="214" y="177"/>
                </a:lnTo>
                <a:cubicBezTo>
                  <a:pt x="214" y="178"/>
                  <a:pt x="214" y="179"/>
                  <a:pt x="214" y="179"/>
                </a:cubicBezTo>
                <a:cubicBezTo>
                  <a:pt x="215" y="179"/>
                  <a:pt x="215" y="179"/>
                  <a:pt x="215" y="179"/>
                </a:cubicBezTo>
                <a:cubicBezTo>
                  <a:pt x="215" y="179"/>
                  <a:pt x="215" y="179"/>
                  <a:pt x="216" y="179"/>
                </a:cubicBezTo>
                <a:lnTo>
                  <a:pt x="218" y="179"/>
                </a:lnTo>
                <a:cubicBezTo>
                  <a:pt x="218" y="179"/>
                  <a:pt x="219" y="178"/>
                  <a:pt x="219" y="178"/>
                </a:cubicBezTo>
                <a:cubicBezTo>
                  <a:pt x="219" y="178"/>
                  <a:pt x="219" y="177"/>
                  <a:pt x="220" y="177"/>
                </a:cubicBezTo>
                <a:cubicBezTo>
                  <a:pt x="220" y="176"/>
                  <a:pt x="220" y="175"/>
                  <a:pt x="220" y="173"/>
                </a:cubicBezTo>
                <a:lnTo>
                  <a:pt x="221" y="180"/>
                </a:lnTo>
                <a:lnTo>
                  <a:pt x="212" y="182"/>
                </a:lnTo>
                <a:lnTo>
                  <a:pt x="211" y="181"/>
                </a:lnTo>
                <a:lnTo>
                  <a:pt x="212" y="181"/>
                </a:lnTo>
                <a:cubicBezTo>
                  <a:pt x="212" y="181"/>
                  <a:pt x="212" y="181"/>
                  <a:pt x="213" y="180"/>
                </a:cubicBezTo>
                <a:cubicBezTo>
                  <a:pt x="213" y="180"/>
                  <a:pt x="213" y="180"/>
                  <a:pt x="213" y="179"/>
                </a:cubicBezTo>
                <a:cubicBezTo>
                  <a:pt x="213" y="179"/>
                  <a:pt x="213" y="178"/>
                  <a:pt x="212" y="177"/>
                </a:cubicBezTo>
                <a:lnTo>
                  <a:pt x="208" y="160"/>
                </a:lnTo>
                <a:cubicBezTo>
                  <a:pt x="208" y="159"/>
                  <a:pt x="208" y="158"/>
                  <a:pt x="208" y="157"/>
                </a:cubicBezTo>
                <a:cubicBezTo>
                  <a:pt x="207" y="157"/>
                  <a:pt x="207" y="157"/>
                  <a:pt x="206" y="157"/>
                </a:cubicBezTo>
                <a:lnTo>
                  <a:pt x="206" y="156"/>
                </a:lnTo>
                <a:lnTo>
                  <a:pt x="215" y="154"/>
                </a:lnTo>
                <a:lnTo>
                  <a:pt x="216" y="159"/>
                </a:lnTo>
                <a:lnTo>
                  <a:pt x="216" y="160"/>
                </a:lnTo>
                <a:cubicBezTo>
                  <a:pt x="215" y="158"/>
                  <a:pt x="215" y="157"/>
                  <a:pt x="215" y="157"/>
                </a:cubicBezTo>
                <a:cubicBezTo>
                  <a:pt x="215" y="156"/>
                  <a:pt x="214" y="156"/>
                  <a:pt x="214" y="156"/>
                </a:cubicBezTo>
                <a:cubicBezTo>
                  <a:pt x="214" y="156"/>
                  <a:pt x="213" y="156"/>
                  <a:pt x="213" y="156"/>
                </a:cubicBezTo>
                <a:lnTo>
                  <a:pt x="209" y="157"/>
                </a:lnTo>
                <a:close/>
              </a:path>
              <a:path w="336" h="189">
                <a:moveTo>
                  <a:pt x="217" y="153"/>
                </a:moveTo>
                <a:lnTo>
                  <a:pt x="220" y="153"/>
                </a:lnTo>
                <a:lnTo>
                  <a:pt x="231" y="170"/>
                </a:lnTo>
                <a:lnTo>
                  <a:pt x="228" y="155"/>
                </a:lnTo>
                <a:cubicBezTo>
                  <a:pt x="228" y="154"/>
                  <a:pt x="227" y="153"/>
                  <a:pt x="227" y="152"/>
                </a:cubicBezTo>
                <a:cubicBezTo>
                  <a:pt x="227" y="152"/>
                  <a:pt x="226" y="152"/>
                  <a:pt x="226" y="152"/>
                </a:cubicBezTo>
                <a:lnTo>
                  <a:pt x="225" y="152"/>
                </a:lnTo>
                <a:lnTo>
                  <a:pt x="225" y="151"/>
                </a:lnTo>
                <a:lnTo>
                  <a:pt x="229" y="150"/>
                </a:lnTo>
                <a:lnTo>
                  <a:pt x="230" y="151"/>
                </a:lnTo>
                <a:lnTo>
                  <a:pt x="229" y="151"/>
                </a:lnTo>
                <a:cubicBezTo>
                  <a:pt x="229" y="151"/>
                  <a:pt x="228" y="151"/>
                  <a:pt x="228" y="152"/>
                </a:cubicBezTo>
                <a:cubicBezTo>
                  <a:pt x="228" y="153"/>
                  <a:pt x="228" y="154"/>
                  <a:pt x="229" y="155"/>
                </a:cubicBezTo>
                <a:lnTo>
                  <a:pt x="234" y="177"/>
                </a:lnTo>
                <a:lnTo>
                  <a:pt x="233" y="177"/>
                </a:lnTo>
                <a:lnTo>
                  <a:pt x="221" y="158"/>
                </a:lnTo>
                <a:lnTo>
                  <a:pt x="224" y="174"/>
                </a:lnTo>
                <a:cubicBezTo>
                  <a:pt x="225" y="175"/>
                  <a:pt x="225" y="176"/>
                  <a:pt x="225" y="177"/>
                </a:cubicBezTo>
                <a:cubicBezTo>
                  <a:pt x="226" y="177"/>
                  <a:pt x="226" y="177"/>
                  <a:pt x="226" y="177"/>
                </a:cubicBezTo>
                <a:lnTo>
                  <a:pt x="227" y="177"/>
                </a:lnTo>
                <a:lnTo>
                  <a:pt x="227" y="178"/>
                </a:lnTo>
                <a:lnTo>
                  <a:pt x="223" y="179"/>
                </a:lnTo>
                <a:lnTo>
                  <a:pt x="223" y="178"/>
                </a:lnTo>
                <a:cubicBezTo>
                  <a:pt x="224" y="178"/>
                  <a:pt x="224" y="178"/>
                  <a:pt x="224" y="177"/>
                </a:cubicBezTo>
                <a:cubicBezTo>
                  <a:pt x="224" y="176"/>
                  <a:pt x="224" y="175"/>
                  <a:pt x="224" y="174"/>
                </a:cubicBezTo>
                <a:lnTo>
                  <a:pt x="220" y="156"/>
                </a:lnTo>
                <a:cubicBezTo>
                  <a:pt x="219" y="155"/>
                  <a:pt x="219" y="155"/>
                  <a:pt x="218" y="155"/>
                </a:cubicBezTo>
                <a:cubicBezTo>
                  <a:pt x="218" y="154"/>
                  <a:pt x="218" y="154"/>
                  <a:pt x="217" y="154"/>
                </a:cubicBezTo>
                <a:cubicBezTo>
                  <a:pt x="217" y="154"/>
                  <a:pt x="217" y="154"/>
                  <a:pt x="217" y="154"/>
                </a:cubicBezTo>
                <a:lnTo>
                  <a:pt x="217" y="153"/>
                </a:lnTo>
                <a:close/>
              </a:path>
              <a:path w="336" h="189">
                <a:moveTo>
                  <a:pt x="238" y="146"/>
                </a:moveTo>
                <a:lnTo>
                  <a:pt x="242" y="155"/>
                </a:lnTo>
                <a:cubicBezTo>
                  <a:pt x="240" y="152"/>
                  <a:pt x="239" y="151"/>
                  <a:pt x="238" y="150"/>
                </a:cubicBezTo>
                <a:cubicBezTo>
                  <a:pt x="237" y="149"/>
                  <a:pt x="236" y="149"/>
                  <a:pt x="235" y="149"/>
                </a:cubicBezTo>
                <a:cubicBezTo>
                  <a:pt x="234" y="149"/>
                  <a:pt x="233" y="150"/>
                  <a:pt x="233" y="151"/>
                </a:cubicBezTo>
                <a:cubicBezTo>
                  <a:pt x="233" y="152"/>
                  <a:pt x="233" y="154"/>
                  <a:pt x="233" y="156"/>
                </a:cubicBezTo>
                <a:cubicBezTo>
                  <a:pt x="233" y="158"/>
                  <a:pt x="234" y="160"/>
                  <a:pt x="235" y="163"/>
                </a:cubicBezTo>
                <a:cubicBezTo>
                  <a:pt x="236" y="165"/>
                  <a:pt x="237" y="167"/>
                  <a:pt x="237" y="168"/>
                </a:cubicBezTo>
                <a:cubicBezTo>
                  <a:pt x="238" y="170"/>
                  <a:pt x="239" y="171"/>
                  <a:pt x="240" y="172"/>
                </a:cubicBezTo>
                <a:cubicBezTo>
                  <a:pt x="241" y="172"/>
                  <a:pt x="242" y="172"/>
                  <a:pt x="243" y="172"/>
                </a:cubicBezTo>
                <a:cubicBezTo>
                  <a:pt x="244" y="172"/>
                  <a:pt x="245" y="171"/>
                  <a:pt x="245" y="170"/>
                </a:cubicBezTo>
                <a:cubicBezTo>
                  <a:pt x="245" y="169"/>
                  <a:pt x="246" y="168"/>
                  <a:pt x="246" y="165"/>
                </a:cubicBezTo>
                <a:lnTo>
                  <a:pt x="246" y="166"/>
                </a:lnTo>
                <a:cubicBezTo>
                  <a:pt x="246" y="168"/>
                  <a:pt x="246" y="170"/>
                  <a:pt x="246" y="171"/>
                </a:cubicBezTo>
                <a:cubicBezTo>
                  <a:pt x="245" y="173"/>
                  <a:pt x="244" y="174"/>
                  <a:pt x="243" y="174"/>
                </a:cubicBezTo>
                <a:cubicBezTo>
                  <a:pt x="241" y="175"/>
                  <a:pt x="239" y="174"/>
                  <a:pt x="237" y="171"/>
                </a:cubicBezTo>
                <a:cubicBezTo>
                  <a:pt x="235" y="169"/>
                  <a:pt x="234" y="167"/>
                  <a:pt x="233" y="164"/>
                </a:cubicBezTo>
                <a:cubicBezTo>
                  <a:pt x="232" y="161"/>
                  <a:pt x="231" y="159"/>
                  <a:pt x="231" y="156"/>
                </a:cubicBezTo>
                <a:cubicBezTo>
                  <a:pt x="231" y="154"/>
                  <a:pt x="231" y="152"/>
                  <a:pt x="232" y="151"/>
                </a:cubicBezTo>
                <a:cubicBezTo>
                  <a:pt x="232" y="149"/>
                  <a:pt x="233" y="148"/>
                  <a:pt x="234" y="148"/>
                </a:cubicBezTo>
                <a:cubicBezTo>
                  <a:pt x="235" y="148"/>
                  <a:pt x="236" y="148"/>
                  <a:pt x="237" y="148"/>
                </a:cubicBezTo>
                <a:cubicBezTo>
                  <a:pt x="238" y="148"/>
                  <a:pt x="238" y="149"/>
                  <a:pt x="238" y="149"/>
                </a:cubicBezTo>
                <a:cubicBezTo>
                  <a:pt x="238" y="148"/>
                  <a:pt x="238" y="148"/>
                  <a:pt x="238" y="148"/>
                </a:cubicBezTo>
                <a:cubicBezTo>
                  <a:pt x="238" y="148"/>
                  <a:pt x="238" y="147"/>
                  <a:pt x="238" y="147"/>
                </a:cubicBezTo>
                <a:lnTo>
                  <a:pt x="238" y="146"/>
                </a:lnTo>
                <a:close/>
              </a:path>
              <a:path w="336" h="189">
                <a:moveTo>
                  <a:pt x="245" y="146"/>
                </a:moveTo>
                <a:lnTo>
                  <a:pt x="248" y="156"/>
                </a:lnTo>
                <a:lnTo>
                  <a:pt x="251" y="155"/>
                </a:lnTo>
                <a:cubicBezTo>
                  <a:pt x="252" y="155"/>
                  <a:pt x="252" y="155"/>
                  <a:pt x="252" y="154"/>
                </a:cubicBezTo>
                <a:cubicBezTo>
                  <a:pt x="252" y="153"/>
                  <a:pt x="252" y="152"/>
                  <a:pt x="252" y="151"/>
                </a:cubicBezTo>
                <a:lnTo>
                  <a:pt x="255" y="159"/>
                </a:lnTo>
                <a:cubicBezTo>
                  <a:pt x="254" y="158"/>
                  <a:pt x="254" y="158"/>
                  <a:pt x="254" y="157"/>
                </a:cubicBezTo>
                <a:cubicBezTo>
                  <a:pt x="253" y="157"/>
                  <a:pt x="253" y="157"/>
                  <a:pt x="253" y="156"/>
                </a:cubicBezTo>
                <a:cubicBezTo>
                  <a:pt x="252" y="156"/>
                  <a:pt x="252" y="156"/>
                  <a:pt x="251" y="156"/>
                </a:cubicBezTo>
                <a:lnTo>
                  <a:pt x="249" y="157"/>
                </a:lnTo>
                <a:lnTo>
                  <a:pt x="252" y="166"/>
                </a:lnTo>
                <a:cubicBezTo>
                  <a:pt x="252" y="167"/>
                  <a:pt x="252" y="167"/>
                  <a:pt x="252" y="168"/>
                </a:cubicBezTo>
                <a:cubicBezTo>
                  <a:pt x="253" y="168"/>
                  <a:pt x="253" y="168"/>
                  <a:pt x="253" y="168"/>
                </a:cubicBezTo>
                <a:cubicBezTo>
                  <a:pt x="253" y="168"/>
                  <a:pt x="253" y="168"/>
                  <a:pt x="254" y="168"/>
                </a:cubicBezTo>
                <a:lnTo>
                  <a:pt x="256" y="167"/>
                </a:lnTo>
                <a:cubicBezTo>
                  <a:pt x="256" y="167"/>
                  <a:pt x="257" y="167"/>
                  <a:pt x="257" y="166"/>
                </a:cubicBezTo>
                <a:cubicBezTo>
                  <a:pt x="257" y="166"/>
                  <a:pt x="258" y="166"/>
                  <a:pt x="258" y="165"/>
                </a:cubicBezTo>
                <a:cubicBezTo>
                  <a:pt x="258" y="164"/>
                  <a:pt x="258" y="163"/>
                  <a:pt x="258" y="161"/>
                </a:cubicBezTo>
                <a:lnTo>
                  <a:pt x="259" y="168"/>
                </a:lnTo>
                <a:lnTo>
                  <a:pt x="250" y="171"/>
                </a:lnTo>
                <a:lnTo>
                  <a:pt x="249" y="170"/>
                </a:lnTo>
                <a:lnTo>
                  <a:pt x="250" y="170"/>
                </a:lnTo>
                <a:cubicBezTo>
                  <a:pt x="250" y="170"/>
                  <a:pt x="250" y="170"/>
                  <a:pt x="251" y="169"/>
                </a:cubicBezTo>
                <a:cubicBezTo>
                  <a:pt x="251" y="169"/>
                  <a:pt x="251" y="169"/>
                  <a:pt x="251" y="168"/>
                </a:cubicBezTo>
                <a:cubicBezTo>
                  <a:pt x="251" y="168"/>
                  <a:pt x="250" y="167"/>
                  <a:pt x="250" y="166"/>
                </a:cubicBezTo>
                <a:lnTo>
                  <a:pt x="244" y="150"/>
                </a:lnTo>
                <a:cubicBezTo>
                  <a:pt x="244" y="148"/>
                  <a:pt x="243" y="147"/>
                  <a:pt x="243" y="147"/>
                </a:cubicBezTo>
                <a:cubicBezTo>
                  <a:pt x="242" y="147"/>
                  <a:pt x="242" y="147"/>
                  <a:pt x="241" y="147"/>
                </a:cubicBezTo>
                <a:lnTo>
                  <a:pt x="241" y="146"/>
                </a:lnTo>
                <a:lnTo>
                  <a:pt x="250" y="143"/>
                </a:lnTo>
                <a:lnTo>
                  <a:pt x="252" y="148"/>
                </a:lnTo>
                <a:cubicBezTo>
                  <a:pt x="251" y="147"/>
                  <a:pt x="251" y="146"/>
                  <a:pt x="251" y="146"/>
                </a:cubicBezTo>
                <a:cubicBezTo>
                  <a:pt x="250" y="145"/>
                  <a:pt x="250" y="145"/>
                  <a:pt x="249" y="145"/>
                </a:cubicBezTo>
                <a:cubicBezTo>
                  <a:pt x="249" y="145"/>
                  <a:pt x="249" y="145"/>
                  <a:pt x="248" y="145"/>
                </a:cubicBezTo>
                <a:lnTo>
                  <a:pt x="245" y="146"/>
                </a:lnTo>
                <a:close/>
              </a:path>
            </a:pathLst>
          </a:custGeom>
          <a:solidFill>
            <a:srgbClr val="24211D"/>
          </a:solidFill>
          <a:ln>
            <a:noFill/>
          </a:ln>
        </p:spPr>
      </p:sp>
      <p:sp>
        <p:nvSpPr>
          <p:cNvPr id="15" name="Freeform 16"/>
          <p:cNvSpPr>
            <a:spLocks noGrp="1"/>
          </p:cNvSpPr>
          <p:nvPr/>
        </p:nvSpPr>
        <p:spPr>
          <a:xfrm>
            <a:off x="9943582" y="268135"/>
            <a:ext cx="220968" cy="125723"/>
          </a:xfrm>
          <a:custGeom>
            <a:avLst/>
            <a:gdLst/>
            <a:ahLst/>
            <a:cxnLst/>
            <a:rect l="l" t="t" r="r" b="b"/>
            <a:pathLst>
              <a:path w="143" h="81">
                <a:moveTo>
                  <a:pt x="102" y="38"/>
                </a:moveTo>
                <a:lnTo>
                  <a:pt x="129" y="38"/>
                </a:lnTo>
                <a:cubicBezTo>
                  <a:pt x="135" y="33"/>
                  <a:pt x="68" y="12"/>
                  <a:pt x="53" y="18"/>
                </a:cubicBezTo>
                <a:cubicBezTo>
                  <a:pt x="44" y="22"/>
                  <a:pt x="65" y="31"/>
                  <a:pt x="77" y="41"/>
                </a:cubicBezTo>
                <a:cubicBezTo>
                  <a:pt x="84" y="46"/>
                  <a:pt x="94" y="54"/>
                  <a:pt x="96" y="58"/>
                </a:cubicBezTo>
                <a:cubicBezTo>
                  <a:pt x="101" y="65"/>
                  <a:pt x="97" y="72"/>
                  <a:pt x="88" y="81"/>
                </a:cubicBezTo>
                <a:lnTo>
                  <a:pt x="0" y="81"/>
                </a:lnTo>
                <a:cubicBezTo>
                  <a:pt x="3" y="78"/>
                  <a:pt x="7" y="76"/>
                  <a:pt x="10" y="76"/>
                </a:cubicBezTo>
                <a:lnTo>
                  <a:pt x="57" y="76"/>
                </a:lnTo>
                <a:cubicBezTo>
                  <a:pt x="65" y="75"/>
                  <a:pt x="82" y="73"/>
                  <a:pt x="82" y="53"/>
                </a:cubicBezTo>
                <a:cubicBezTo>
                  <a:pt x="79" y="40"/>
                  <a:pt x="48" y="37"/>
                  <a:pt x="39" y="27"/>
                </a:cubicBezTo>
                <a:cubicBezTo>
                  <a:pt x="35" y="23"/>
                  <a:pt x="41" y="17"/>
                  <a:pt x="53" y="17"/>
                </a:cubicBezTo>
                <a:cubicBezTo>
                  <a:pt x="75" y="0"/>
                  <a:pt x="143" y="8"/>
                  <a:pt x="141" y="24"/>
                </a:cubicBezTo>
                <a:cubicBezTo>
                  <a:pt x="140" y="33"/>
                  <a:pt x="134" y="39"/>
                  <a:pt x="127" y="45"/>
                </a:cubicBezTo>
                <a:lnTo>
                  <a:pt x="118" y="45"/>
                </a:lnTo>
                <a:lnTo>
                  <a:pt x="108" y="81"/>
                </a:lnTo>
                <a:lnTo>
                  <a:pt x="96" y="81"/>
                </a:lnTo>
                <a:lnTo>
                  <a:pt x="106" y="45"/>
                </a:lnTo>
                <a:lnTo>
                  <a:pt x="95" y="45"/>
                </a:lnTo>
                <a:lnTo>
                  <a:pt x="102" y="38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6" name="Freeform 17"/>
          <p:cNvSpPr>
            <a:spLocks noGrp="1"/>
          </p:cNvSpPr>
          <p:nvPr/>
        </p:nvSpPr>
        <p:spPr>
          <a:xfrm>
            <a:off x="9962631" y="339251"/>
            <a:ext cx="50797" cy="41908"/>
          </a:xfrm>
          <a:custGeom>
            <a:avLst/>
            <a:gdLst/>
            <a:ahLst/>
            <a:cxnLst/>
            <a:rect l="l" t="t" r="r" b="b"/>
            <a:pathLst>
              <a:path w="33" h="27">
                <a:moveTo>
                  <a:pt x="7" y="0"/>
                </a:moveTo>
                <a:lnTo>
                  <a:pt x="18" y="0"/>
                </a:lnTo>
                <a:lnTo>
                  <a:pt x="13" y="17"/>
                </a:lnTo>
                <a:lnTo>
                  <a:pt x="18" y="17"/>
                </a:lnTo>
                <a:lnTo>
                  <a:pt x="22" y="0"/>
                </a:lnTo>
                <a:lnTo>
                  <a:pt x="33" y="0"/>
                </a:lnTo>
                <a:lnTo>
                  <a:pt x="25" y="27"/>
                </a:lnTo>
                <a:lnTo>
                  <a:pt x="15" y="27"/>
                </a:lnTo>
                <a:lnTo>
                  <a:pt x="17" y="20"/>
                </a:lnTo>
                <a:lnTo>
                  <a:pt x="13" y="20"/>
                </a:lnTo>
                <a:lnTo>
                  <a:pt x="11" y="27"/>
                </a:lnTo>
                <a:lnTo>
                  <a:pt x="0" y="27"/>
                </a:lnTo>
                <a:lnTo>
                  <a:pt x="7" y="0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7" name="Freeform 18"/>
          <p:cNvSpPr>
            <a:spLocks noGrp="1"/>
          </p:cNvSpPr>
          <p:nvPr/>
        </p:nvSpPr>
        <p:spPr>
          <a:xfrm>
            <a:off x="10007079" y="339251"/>
            <a:ext cx="50797" cy="41908"/>
          </a:xfrm>
          <a:custGeom>
            <a:avLst/>
            <a:gdLst/>
            <a:ahLst/>
            <a:cxnLst/>
            <a:rect l="l" t="t" r="r" b="b"/>
            <a:pathLst>
              <a:path w="33" h="27">
                <a:moveTo>
                  <a:pt x="8" y="0"/>
                </a:moveTo>
                <a:lnTo>
                  <a:pt x="0" y="27"/>
                </a:lnTo>
                <a:lnTo>
                  <a:pt x="25" y="27"/>
                </a:lnTo>
                <a:lnTo>
                  <a:pt x="33" y="0"/>
                </a:lnTo>
                <a:lnTo>
                  <a:pt x="22" y="0"/>
                </a:lnTo>
                <a:lnTo>
                  <a:pt x="15" y="24"/>
                </a:lnTo>
                <a:lnTo>
                  <a:pt x="11" y="24"/>
                </a:lnTo>
                <a:lnTo>
                  <a:pt x="18" y="0"/>
                </a:lnTo>
                <a:lnTo>
                  <a:pt x="8" y="0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8" name="Freeform 5"/>
          <p:cNvSpPr>
            <a:spLocks noGrp="1"/>
          </p:cNvSpPr>
          <p:nvPr/>
        </p:nvSpPr>
        <p:spPr>
          <a:xfrm>
            <a:off x="10436316" y="152571"/>
            <a:ext cx="1607736" cy="325103"/>
          </a:xfrm>
          <a:custGeom>
            <a:avLst/>
            <a:gdLst/>
            <a:ahLst/>
            <a:cxnLst/>
            <a:rect l="l" t="t" r="r" b="b"/>
            <a:pathLst>
              <a:path w="489" h="98">
                <a:moveTo>
                  <a:pt x="98" y="37"/>
                </a:moveTo>
                <a:cubicBezTo>
                  <a:pt x="98" y="37"/>
                  <a:pt x="101" y="31"/>
                  <a:pt x="102" y="39"/>
                </a:cubicBezTo>
                <a:lnTo>
                  <a:pt x="104" y="45"/>
                </a:lnTo>
                <a:cubicBezTo>
                  <a:pt x="104" y="45"/>
                  <a:pt x="106" y="49"/>
                  <a:pt x="109" y="43"/>
                </a:cubicBezTo>
                <a:lnTo>
                  <a:pt x="112" y="40"/>
                </a:lnTo>
                <a:cubicBezTo>
                  <a:pt x="112" y="40"/>
                  <a:pt x="114" y="40"/>
                  <a:pt x="114" y="37"/>
                </a:cubicBezTo>
                <a:lnTo>
                  <a:pt x="113" y="28"/>
                </a:lnTo>
                <a:cubicBezTo>
                  <a:pt x="113" y="28"/>
                  <a:pt x="113" y="22"/>
                  <a:pt x="111" y="22"/>
                </a:cubicBezTo>
                <a:cubicBezTo>
                  <a:pt x="111" y="22"/>
                  <a:pt x="108" y="16"/>
                  <a:pt x="112" y="15"/>
                </a:cubicBezTo>
                <a:cubicBezTo>
                  <a:pt x="112" y="15"/>
                  <a:pt x="113" y="11"/>
                  <a:pt x="119" y="14"/>
                </a:cubicBezTo>
                <a:cubicBezTo>
                  <a:pt x="119" y="14"/>
                  <a:pt x="125" y="16"/>
                  <a:pt x="123" y="21"/>
                </a:cubicBezTo>
                <a:lnTo>
                  <a:pt x="122" y="29"/>
                </a:lnTo>
                <a:cubicBezTo>
                  <a:pt x="122" y="29"/>
                  <a:pt x="121" y="33"/>
                  <a:pt x="127" y="28"/>
                </a:cubicBezTo>
                <a:lnTo>
                  <a:pt x="135" y="23"/>
                </a:lnTo>
                <a:cubicBezTo>
                  <a:pt x="135" y="23"/>
                  <a:pt x="143" y="20"/>
                  <a:pt x="145" y="24"/>
                </a:cubicBezTo>
                <a:cubicBezTo>
                  <a:pt x="145" y="24"/>
                  <a:pt x="147" y="27"/>
                  <a:pt x="143" y="30"/>
                </a:cubicBezTo>
                <a:cubicBezTo>
                  <a:pt x="143" y="30"/>
                  <a:pt x="131" y="33"/>
                  <a:pt x="133" y="42"/>
                </a:cubicBezTo>
                <a:cubicBezTo>
                  <a:pt x="133" y="42"/>
                  <a:pt x="139" y="43"/>
                  <a:pt x="134" y="48"/>
                </a:cubicBezTo>
                <a:cubicBezTo>
                  <a:pt x="134" y="48"/>
                  <a:pt x="128" y="49"/>
                  <a:pt x="125" y="52"/>
                </a:cubicBezTo>
                <a:lnTo>
                  <a:pt x="121" y="53"/>
                </a:lnTo>
                <a:lnTo>
                  <a:pt x="121" y="86"/>
                </a:lnTo>
                <a:cubicBezTo>
                  <a:pt x="121" y="86"/>
                  <a:pt x="121" y="96"/>
                  <a:pt x="115" y="92"/>
                </a:cubicBezTo>
                <a:cubicBezTo>
                  <a:pt x="115" y="92"/>
                  <a:pt x="109" y="84"/>
                  <a:pt x="113" y="74"/>
                </a:cubicBezTo>
                <a:lnTo>
                  <a:pt x="114" y="49"/>
                </a:lnTo>
                <a:cubicBezTo>
                  <a:pt x="114" y="49"/>
                  <a:pt x="115" y="41"/>
                  <a:pt x="109" y="50"/>
                </a:cubicBezTo>
                <a:lnTo>
                  <a:pt x="104" y="57"/>
                </a:lnTo>
                <a:cubicBezTo>
                  <a:pt x="104" y="57"/>
                  <a:pt x="102" y="60"/>
                  <a:pt x="98" y="58"/>
                </a:cubicBezTo>
                <a:cubicBezTo>
                  <a:pt x="98" y="58"/>
                  <a:pt x="90" y="54"/>
                  <a:pt x="94" y="47"/>
                </a:cubicBezTo>
                <a:cubicBezTo>
                  <a:pt x="96" y="45"/>
                  <a:pt x="97" y="40"/>
                  <a:pt x="98" y="37"/>
                </a:cubicBezTo>
                <a:close/>
                <a:moveTo>
                  <a:pt x="121" y="39"/>
                </a:moveTo>
                <a:lnTo>
                  <a:pt x="121" y="45"/>
                </a:lnTo>
                <a:cubicBezTo>
                  <a:pt x="121" y="45"/>
                  <a:pt x="120" y="48"/>
                  <a:pt x="125" y="45"/>
                </a:cubicBezTo>
                <a:cubicBezTo>
                  <a:pt x="125" y="45"/>
                  <a:pt x="128" y="42"/>
                  <a:pt x="128" y="40"/>
                </a:cubicBezTo>
                <a:cubicBezTo>
                  <a:pt x="128" y="40"/>
                  <a:pt x="128" y="35"/>
                  <a:pt x="130" y="35"/>
                </a:cubicBezTo>
                <a:cubicBezTo>
                  <a:pt x="130" y="35"/>
                  <a:pt x="131" y="31"/>
                  <a:pt x="126" y="33"/>
                </a:cubicBezTo>
                <a:lnTo>
                  <a:pt x="123" y="37"/>
                </a:lnTo>
                <a:lnTo>
                  <a:pt x="122" y="37"/>
                </a:lnTo>
                <a:cubicBezTo>
                  <a:pt x="122" y="37"/>
                  <a:pt x="121" y="38"/>
                  <a:pt x="121" y="39"/>
                </a:cubicBezTo>
                <a:close/>
              </a:path>
              <a:path w="489" h="98">
                <a:moveTo>
                  <a:pt x="29" y="76"/>
                </a:moveTo>
                <a:cubicBezTo>
                  <a:pt x="34" y="73"/>
                  <a:pt x="37" y="72"/>
                  <a:pt x="38" y="73"/>
                </a:cubicBezTo>
                <a:cubicBezTo>
                  <a:pt x="39" y="73"/>
                  <a:pt x="39" y="80"/>
                  <a:pt x="39" y="92"/>
                </a:cubicBezTo>
                <a:cubicBezTo>
                  <a:pt x="39" y="98"/>
                  <a:pt x="43" y="98"/>
                  <a:pt x="45" y="95"/>
                </a:cubicBezTo>
                <a:cubicBezTo>
                  <a:pt x="47" y="92"/>
                  <a:pt x="48" y="86"/>
                  <a:pt x="48" y="78"/>
                </a:cubicBezTo>
                <a:lnTo>
                  <a:pt x="48" y="71"/>
                </a:lnTo>
                <a:lnTo>
                  <a:pt x="50" y="68"/>
                </a:lnTo>
                <a:lnTo>
                  <a:pt x="59" y="64"/>
                </a:lnTo>
                <a:cubicBezTo>
                  <a:pt x="62" y="63"/>
                  <a:pt x="62" y="61"/>
                  <a:pt x="59" y="60"/>
                </a:cubicBezTo>
                <a:lnTo>
                  <a:pt x="54" y="56"/>
                </a:lnTo>
                <a:cubicBezTo>
                  <a:pt x="53" y="54"/>
                  <a:pt x="53" y="53"/>
                  <a:pt x="56" y="52"/>
                </a:cubicBezTo>
                <a:lnTo>
                  <a:pt x="71" y="44"/>
                </a:lnTo>
                <a:cubicBezTo>
                  <a:pt x="73" y="44"/>
                  <a:pt x="74" y="42"/>
                  <a:pt x="71" y="39"/>
                </a:cubicBezTo>
                <a:cubicBezTo>
                  <a:pt x="69" y="37"/>
                  <a:pt x="67" y="37"/>
                  <a:pt x="64" y="39"/>
                </a:cubicBezTo>
                <a:lnTo>
                  <a:pt x="59" y="41"/>
                </a:lnTo>
                <a:cubicBezTo>
                  <a:pt x="56" y="44"/>
                  <a:pt x="55" y="42"/>
                  <a:pt x="59" y="37"/>
                </a:cubicBezTo>
                <a:lnTo>
                  <a:pt x="64" y="34"/>
                </a:lnTo>
                <a:cubicBezTo>
                  <a:pt x="68" y="32"/>
                  <a:pt x="66" y="30"/>
                  <a:pt x="63" y="29"/>
                </a:cubicBezTo>
                <a:lnTo>
                  <a:pt x="59" y="26"/>
                </a:lnTo>
                <a:cubicBezTo>
                  <a:pt x="57" y="25"/>
                  <a:pt x="56" y="25"/>
                  <a:pt x="55" y="28"/>
                </a:cubicBezTo>
                <a:cubicBezTo>
                  <a:pt x="55" y="32"/>
                  <a:pt x="54" y="34"/>
                  <a:pt x="52" y="35"/>
                </a:cubicBezTo>
                <a:cubicBezTo>
                  <a:pt x="50" y="36"/>
                  <a:pt x="48" y="36"/>
                  <a:pt x="47" y="35"/>
                </a:cubicBezTo>
                <a:cubicBezTo>
                  <a:pt x="45" y="33"/>
                  <a:pt x="45" y="32"/>
                  <a:pt x="47" y="30"/>
                </a:cubicBezTo>
                <a:cubicBezTo>
                  <a:pt x="49" y="27"/>
                  <a:pt x="52" y="25"/>
                  <a:pt x="56" y="25"/>
                </a:cubicBezTo>
                <a:cubicBezTo>
                  <a:pt x="60" y="23"/>
                  <a:pt x="64" y="21"/>
                  <a:pt x="65" y="18"/>
                </a:cubicBezTo>
                <a:cubicBezTo>
                  <a:pt x="66" y="17"/>
                  <a:pt x="65" y="14"/>
                  <a:pt x="62" y="11"/>
                </a:cubicBezTo>
                <a:cubicBezTo>
                  <a:pt x="59" y="6"/>
                  <a:pt x="55" y="5"/>
                  <a:pt x="52" y="10"/>
                </a:cubicBezTo>
                <a:lnTo>
                  <a:pt x="47" y="22"/>
                </a:lnTo>
                <a:lnTo>
                  <a:pt x="43" y="22"/>
                </a:lnTo>
                <a:lnTo>
                  <a:pt x="44" y="14"/>
                </a:lnTo>
                <a:cubicBezTo>
                  <a:pt x="45" y="12"/>
                  <a:pt x="43" y="10"/>
                  <a:pt x="40" y="7"/>
                </a:cubicBezTo>
                <a:cubicBezTo>
                  <a:pt x="36" y="5"/>
                  <a:pt x="34" y="4"/>
                  <a:pt x="33" y="7"/>
                </a:cubicBezTo>
                <a:cubicBezTo>
                  <a:pt x="32" y="7"/>
                  <a:pt x="33" y="9"/>
                  <a:pt x="36" y="13"/>
                </a:cubicBezTo>
                <a:cubicBezTo>
                  <a:pt x="38" y="15"/>
                  <a:pt x="39" y="18"/>
                  <a:pt x="41" y="23"/>
                </a:cubicBezTo>
                <a:cubicBezTo>
                  <a:pt x="36" y="23"/>
                  <a:pt x="31" y="24"/>
                  <a:pt x="26" y="23"/>
                </a:cubicBezTo>
                <a:cubicBezTo>
                  <a:pt x="20" y="23"/>
                  <a:pt x="17" y="24"/>
                  <a:pt x="20" y="27"/>
                </a:cubicBezTo>
                <a:cubicBezTo>
                  <a:pt x="21" y="29"/>
                  <a:pt x="23" y="30"/>
                  <a:pt x="24" y="32"/>
                </a:cubicBezTo>
                <a:lnTo>
                  <a:pt x="38" y="28"/>
                </a:lnTo>
                <a:cubicBezTo>
                  <a:pt x="45" y="27"/>
                  <a:pt x="45" y="27"/>
                  <a:pt x="43" y="30"/>
                </a:cubicBezTo>
                <a:cubicBezTo>
                  <a:pt x="43" y="31"/>
                  <a:pt x="41" y="31"/>
                  <a:pt x="39" y="30"/>
                </a:cubicBezTo>
                <a:cubicBezTo>
                  <a:pt x="36" y="31"/>
                  <a:pt x="36" y="33"/>
                  <a:pt x="37" y="35"/>
                </a:cubicBezTo>
                <a:cubicBezTo>
                  <a:pt x="38" y="39"/>
                  <a:pt x="38" y="40"/>
                  <a:pt x="35" y="38"/>
                </a:cubicBezTo>
                <a:cubicBezTo>
                  <a:pt x="34" y="38"/>
                  <a:pt x="33" y="38"/>
                  <a:pt x="33" y="39"/>
                </a:cubicBezTo>
                <a:cubicBezTo>
                  <a:pt x="32" y="40"/>
                  <a:pt x="30" y="40"/>
                  <a:pt x="28" y="37"/>
                </a:cubicBezTo>
                <a:cubicBezTo>
                  <a:pt x="24" y="33"/>
                  <a:pt x="21" y="32"/>
                  <a:pt x="20" y="35"/>
                </a:cubicBezTo>
                <a:lnTo>
                  <a:pt x="21" y="38"/>
                </a:lnTo>
                <a:cubicBezTo>
                  <a:pt x="23" y="42"/>
                  <a:pt x="23" y="44"/>
                  <a:pt x="20" y="44"/>
                </a:cubicBezTo>
                <a:cubicBezTo>
                  <a:pt x="19" y="45"/>
                  <a:pt x="20" y="46"/>
                  <a:pt x="21" y="47"/>
                </a:cubicBezTo>
                <a:lnTo>
                  <a:pt x="24" y="50"/>
                </a:lnTo>
                <a:cubicBezTo>
                  <a:pt x="26" y="53"/>
                  <a:pt x="28" y="53"/>
                  <a:pt x="32" y="49"/>
                </a:cubicBezTo>
                <a:cubicBezTo>
                  <a:pt x="36" y="44"/>
                  <a:pt x="38" y="43"/>
                  <a:pt x="38" y="47"/>
                </a:cubicBezTo>
                <a:cubicBezTo>
                  <a:pt x="38" y="50"/>
                  <a:pt x="37" y="51"/>
                  <a:pt x="34" y="51"/>
                </a:cubicBezTo>
                <a:lnTo>
                  <a:pt x="1" y="61"/>
                </a:lnTo>
                <a:cubicBezTo>
                  <a:pt x="0" y="61"/>
                  <a:pt x="0" y="61"/>
                  <a:pt x="0" y="61"/>
                </a:cubicBezTo>
                <a:lnTo>
                  <a:pt x="7" y="66"/>
                </a:lnTo>
                <a:cubicBezTo>
                  <a:pt x="8" y="66"/>
                  <a:pt x="10" y="66"/>
                  <a:pt x="11" y="66"/>
                </a:cubicBezTo>
                <a:lnTo>
                  <a:pt x="20" y="63"/>
                </a:lnTo>
                <a:lnTo>
                  <a:pt x="33" y="56"/>
                </a:lnTo>
                <a:cubicBezTo>
                  <a:pt x="37" y="55"/>
                  <a:pt x="39" y="55"/>
                  <a:pt x="38" y="58"/>
                </a:cubicBezTo>
                <a:cubicBezTo>
                  <a:pt x="38" y="59"/>
                  <a:pt x="37" y="60"/>
                  <a:pt x="35" y="61"/>
                </a:cubicBezTo>
                <a:cubicBezTo>
                  <a:pt x="29" y="64"/>
                  <a:pt x="23" y="69"/>
                  <a:pt x="17" y="74"/>
                </a:cubicBezTo>
                <a:cubicBezTo>
                  <a:pt x="14" y="77"/>
                  <a:pt x="13" y="78"/>
                  <a:pt x="17" y="78"/>
                </a:cubicBezTo>
                <a:cubicBezTo>
                  <a:pt x="19" y="79"/>
                  <a:pt x="21" y="79"/>
                  <a:pt x="25" y="77"/>
                </a:cubicBezTo>
                <a:lnTo>
                  <a:pt x="29" y="76"/>
                </a:lnTo>
                <a:close/>
                <a:moveTo>
                  <a:pt x="38" y="65"/>
                </a:moveTo>
                <a:cubicBezTo>
                  <a:pt x="38" y="67"/>
                  <a:pt x="37" y="68"/>
                  <a:pt x="34" y="69"/>
                </a:cubicBezTo>
                <a:lnTo>
                  <a:pt x="30" y="70"/>
                </a:lnTo>
                <a:cubicBezTo>
                  <a:pt x="26" y="71"/>
                  <a:pt x="25" y="71"/>
                  <a:pt x="28" y="69"/>
                </a:cubicBezTo>
                <a:lnTo>
                  <a:pt x="35" y="64"/>
                </a:lnTo>
                <a:cubicBezTo>
                  <a:pt x="37" y="63"/>
                  <a:pt x="38" y="63"/>
                  <a:pt x="38" y="65"/>
                </a:cubicBezTo>
                <a:close/>
                <a:moveTo>
                  <a:pt x="48" y="57"/>
                </a:moveTo>
                <a:lnTo>
                  <a:pt x="48" y="61"/>
                </a:lnTo>
                <a:cubicBezTo>
                  <a:pt x="48" y="63"/>
                  <a:pt x="50" y="63"/>
                  <a:pt x="51" y="62"/>
                </a:cubicBezTo>
                <a:cubicBezTo>
                  <a:pt x="51" y="62"/>
                  <a:pt x="51" y="61"/>
                  <a:pt x="51" y="59"/>
                </a:cubicBezTo>
                <a:cubicBezTo>
                  <a:pt x="50" y="58"/>
                  <a:pt x="49" y="57"/>
                  <a:pt x="48" y="57"/>
                </a:cubicBezTo>
                <a:close/>
                <a:moveTo>
                  <a:pt x="50" y="50"/>
                </a:moveTo>
                <a:cubicBezTo>
                  <a:pt x="48" y="50"/>
                  <a:pt x="48" y="51"/>
                  <a:pt x="48" y="52"/>
                </a:cubicBezTo>
                <a:cubicBezTo>
                  <a:pt x="49" y="53"/>
                  <a:pt x="51" y="53"/>
                  <a:pt x="53" y="51"/>
                </a:cubicBezTo>
                <a:lnTo>
                  <a:pt x="58" y="48"/>
                </a:lnTo>
                <a:cubicBezTo>
                  <a:pt x="59" y="47"/>
                  <a:pt x="59" y="47"/>
                  <a:pt x="56" y="47"/>
                </a:cubicBezTo>
                <a:lnTo>
                  <a:pt x="51" y="49"/>
                </a:lnTo>
                <a:lnTo>
                  <a:pt x="50" y="50"/>
                </a:lnTo>
                <a:close/>
                <a:moveTo>
                  <a:pt x="48" y="39"/>
                </a:moveTo>
                <a:lnTo>
                  <a:pt x="47" y="44"/>
                </a:lnTo>
                <a:cubicBezTo>
                  <a:pt x="48" y="47"/>
                  <a:pt x="49" y="47"/>
                  <a:pt x="51" y="45"/>
                </a:cubicBezTo>
                <a:cubicBezTo>
                  <a:pt x="51" y="44"/>
                  <a:pt x="52" y="43"/>
                  <a:pt x="53" y="41"/>
                </a:cubicBezTo>
                <a:cubicBezTo>
                  <a:pt x="53" y="39"/>
                  <a:pt x="52" y="39"/>
                  <a:pt x="51" y="38"/>
                </a:cubicBezTo>
                <a:cubicBezTo>
                  <a:pt x="50" y="38"/>
                  <a:pt x="49" y="38"/>
                  <a:pt x="48" y="39"/>
                </a:cubicBezTo>
                <a:close/>
                <a:moveTo>
                  <a:pt x="60" y="14"/>
                </a:moveTo>
                <a:cubicBezTo>
                  <a:pt x="60" y="15"/>
                  <a:pt x="59" y="16"/>
                  <a:pt x="58" y="17"/>
                </a:cubicBezTo>
                <a:lnTo>
                  <a:pt x="57" y="17"/>
                </a:lnTo>
                <a:cubicBezTo>
                  <a:pt x="56" y="17"/>
                  <a:pt x="55" y="18"/>
                  <a:pt x="54" y="17"/>
                </a:cubicBezTo>
                <a:lnTo>
                  <a:pt x="57" y="14"/>
                </a:lnTo>
                <a:cubicBezTo>
                  <a:pt x="58" y="14"/>
                  <a:pt x="60" y="13"/>
                  <a:pt x="60" y="14"/>
                </a:cubicBezTo>
                <a:close/>
              </a:path>
              <a:path w="489" h="98">
                <a:moveTo>
                  <a:pt x="186" y="22"/>
                </a:moveTo>
                <a:lnTo>
                  <a:pt x="193" y="17"/>
                </a:lnTo>
                <a:cubicBezTo>
                  <a:pt x="193" y="17"/>
                  <a:pt x="195" y="13"/>
                  <a:pt x="198" y="18"/>
                </a:cubicBezTo>
                <a:cubicBezTo>
                  <a:pt x="198" y="18"/>
                  <a:pt x="202" y="23"/>
                  <a:pt x="196" y="24"/>
                </a:cubicBezTo>
                <a:cubicBezTo>
                  <a:pt x="196" y="24"/>
                  <a:pt x="193" y="26"/>
                  <a:pt x="191" y="25"/>
                </a:cubicBezTo>
                <a:cubicBezTo>
                  <a:pt x="191" y="25"/>
                  <a:pt x="180" y="30"/>
                  <a:pt x="177" y="31"/>
                </a:cubicBezTo>
                <a:cubicBezTo>
                  <a:pt x="177" y="31"/>
                  <a:pt x="171" y="33"/>
                  <a:pt x="172" y="30"/>
                </a:cubicBezTo>
                <a:lnTo>
                  <a:pt x="183" y="24"/>
                </a:lnTo>
                <a:lnTo>
                  <a:pt x="186" y="22"/>
                </a:lnTo>
                <a:close/>
              </a:path>
              <a:path w="489" h="98">
                <a:moveTo>
                  <a:pt x="217" y="29"/>
                </a:moveTo>
                <a:lnTo>
                  <a:pt x="216" y="50"/>
                </a:lnTo>
                <a:lnTo>
                  <a:pt x="220" y="47"/>
                </a:lnTo>
                <a:lnTo>
                  <a:pt x="221" y="42"/>
                </a:lnTo>
                <a:cubicBezTo>
                  <a:pt x="221" y="42"/>
                  <a:pt x="221" y="39"/>
                  <a:pt x="225" y="43"/>
                </a:cubicBezTo>
                <a:cubicBezTo>
                  <a:pt x="225" y="43"/>
                  <a:pt x="229" y="46"/>
                  <a:pt x="228" y="50"/>
                </a:cubicBezTo>
                <a:cubicBezTo>
                  <a:pt x="228" y="50"/>
                  <a:pt x="220" y="52"/>
                  <a:pt x="216" y="59"/>
                </a:cubicBezTo>
                <a:lnTo>
                  <a:pt x="216" y="83"/>
                </a:lnTo>
                <a:cubicBezTo>
                  <a:pt x="216" y="83"/>
                  <a:pt x="216" y="87"/>
                  <a:pt x="215" y="89"/>
                </a:cubicBezTo>
                <a:cubicBezTo>
                  <a:pt x="215" y="89"/>
                  <a:pt x="212" y="95"/>
                  <a:pt x="211" y="94"/>
                </a:cubicBezTo>
                <a:cubicBezTo>
                  <a:pt x="211" y="94"/>
                  <a:pt x="207" y="92"/>
                  <a:pt x="209" y="86"/>
                </a:cubicBezTo>
                <a:lnTo>
                  <a:pt x="209" y="69"/>
                </a:lnTo>
                <a:cubicBezTo>
                  <a:pt x="209" y="69"/>
                  <a:pt x="210" y="63"/>
                  <a:pt x="206" y="68"/>
                </a:cubicBezTo>
                <a:cubicBezTo>
                  <a:pt x="206" y="68"/>
                  <a:pt x="202" y="74"/>
                  <a:pt x="197" y="69"/>
                </a:cubicBezTo>
                <a:cubicBezTo>
                  <a:pt x="197" y="69"/>
                  <a:pt x="192" y="67"/>
                  <a:pt x="197" y="64"/>
                </a:cubicBezTo>
                <a:cubicBezTo>
                  <a:pt x="197" y="64"/>
                  <a:pt x="198" y="64"/>
                  <a:pt x="199" y="59"/>
                </a:cubicBezTo>
                <a:lnTo>
                  <a:pt x="200" y="55"/>
                </a:lnTo>
                <a:cubicBezTo>
                  <a:pt x="200" y="55"/>
                  <a:pt x="201" y="50"/>
                  <a:pt x="198" y="50"/>
                </a:cubicBezTo>
                <a:cubicBezTo>
                  <a:pt x="198" y="50"/>
                  <a:pt x="195" y="47"/>
                  <a:pt x="197" y="45"/>
                </a:cubicBezTo>
                <a:cubicBezTo>
                  <a:pt x="197" y="45"/>
                  <a:pt x="203" y="38"/>
                  <a:pt x="196" y="32"/>
                </a:cubicBezTo>
                <a:cubicBezTo>
                  <a:pt x="196" y="32"/>
                  <a:pt x="190" y="29"/>
                  <a:pt x="195" y="28"/>
                </a:cubicBezTo>
                <a:cubicBezTo>
                  <a:pt x="195" y="28"/>
                  <a:pt x="199" y="28"/>
                  <a:pt x="199" y="29"/>
                </a:cubicBezTo>
                <a:cubicBezTo>
                  <a:pt x="199" y="29"/>
                  <a:pt x="207" y="28"/>
                  <a:pt x="207" y="34"/>
                </a:cubicBezTo>
                <a:cubicBezTo>
                  <a:pt x="207" y="34"/>
                  <a:pt x="207" y="37"/>
                  <a:pt x="205" y="37"/>
                </a:cubicBezTo>
                <a:cubicBezTo>
                  <a:pt x="205" y="37"/>
                  <a:pt x="197" y="44"/>
                  <a:pt x="203" y="44"/>
                </a:cubicBezTo>
                <a:cubicBezTo>
                  <a:pt x="203" y="44"/>
                  <a:pt x="211" y="46"/>
                  <a:pt x="205" y="52"/>
                </a:cubicBezTo>
                <a:cubicBezTo>
                  <a:pt x="205" y="52"/>
                  <a:pt x="203" y="51"/>
                  <a:pt x="202" y="57"/>
                </a:cubicBezTo>
                <a:cubicBezTo>
                  <a:pt x="202" y="57"/>
                  <a:pt x="199" y="64"/>
                  <a:pt x="204" y="61"/>
                </a:cubicBezTo>
                <a:cubicBezTo>
                  <a:pt x="204" y="61"/>
                  <a:pt x="206" y="60"/>
                  <a:pt x="209" y="57"/>
                </a:cubicBezTo>
                <a:cubicBezTo>
                  <a:pt x="209" y="57"/>
                  <a:pt x="210" y="54"/>
                  <a:pt x="210" y="51"/>
                </a:cubicBezTo>
                <a:cubicBezTo>
                  <a:pt x="210" y="51"/>
                  <a:pt x="210" y="26"/>
                  <a:pt x="209" y="20"/>
                </a:cubicBezTo>
                <a:cubicBezTo>
                  <a:pt x="209" y="20"/>
                  <a:pt x="207" y="16"/>
                  <a:pt x="211" y="14"/>
                </a:cubicBezTo>
                <a:cubicBezTo>
                  <a:pt x="211" y="14"/>
                  <a:pt x="214" y="12"/>
                  <a:pt x="218" y="16"/>
                </a:cubicBezTo>
                <a:cubicBezTo>
                  <a:pt x="218" y="16"/>
                  <a:pt x="221" y="17"/>
                  <a:pt x="218" y="21"/>
                </a:cubicBezTo>
                <a:lnTo>
                  <a:pt x="217" y="26"/>
                </a:lnTo>
                <a:lnTo>
                  <a:pt x="217" y="29"/>
                </a:lnTo>
                <a:close/>
              </a:path>
              <a:path w="489" h="98">
                <a:moveTo>
                  <a:pt x="170" y="48"/>
                </a:moveTo>
                <a:cubicBezTo>
                  <a:pt x="170" y="48"/>
                  <a:pt x="165" y="51"/>
                  <a:pt x="163" y="49"/>
                </a:cubicBezTo>
                <a:cubicBezTo>
                  <a:pt x="163" y="49"/>
                  <a:pt x="160" y="49"/>
                  <a:pt x="162" y="52"/>
                </a:cubicBezTo>
                <a:cubicBezTo>
                  <a:pt x="162" y="52"/>
                  <a:pt x="165" y="59"/>
                  <a:pt x="171" y="55"/>
                </a:cubicBezTo>
                <a:lnTo>
                  <a:pt x="179" y="49"/>
                </a:lnTo>
                <a:cubicBezTo>
                  <a:pt x="179" y="49"/>
                  <a:pt x="182" y="45"/>
                  <a:pt x="181" y="51"/>
                </a:cubicBezTo>
                <a:cubicBezTo>
                  <a:pt x="181" y="51"/>
                  <a:pt x="181" y="55"/>
                  <a:pt x="179" y="55"/>
                </a:cubicBezTo>
                <a:lnTo>
                  <a:pt x="167" y="68"/>
                </a:lnTo>
                <a:cubicBezTo>
                  <a:pt x="167" y="68"/>
                  <a:pt x="162" y="73"/>
                  <a:pt x="168" y="74"/>
                </a:cubicBezTo>
                <a:cubicBezTo>
                  <a:pt x="168" y="74"/>
                  <a:pt x="172" y="75"/>
                  <a:pt x="175" y="72"/>
                </a:cubicBezTo>
                <a:cubicBezTo>
                  <a:pt x="175" y="72"/>
                  <a:pt x="180" y="66"/>
                  <a:pt x="179" y="70"/>
                </a:cubicBezTo>
                <a:lnTo>
                  <a:pt x="179" y="79"/>
                </a:lnTo>
                <a:cubicBezTo>
                  <a:pt x="179" y="79"/>
                  <a:pt x="178" y="82"/>
                  <a:pt x="181" y="83"/>
                </a:cubicBezTo>
                <a:cubicBezTo>
                  <a:pt x="181" y="83"/>
                  <a:pt x="183" y="85"/>
                  <a:pt x="185" y="82"/>
                </a:cubicBezTo>
                <a:cubicBezTo>
                  <a:pt x="185" y="82"/>
                  <a:pt x="187" y="80"/>
                  <a:pt x="186" y="75"/>
                </a:cubicBezTo>
                <a:lnTo>
                  <a:pt x="186" y="63"/>
                </a:lnTo>
                <a:cubicBezTo>
                  <a:pt x="186" y="63"/>
                  <a:pt x="192" y="59"/>
                  <a:pt x="193" y="57"/>
                </a:cubicBezTo>
                <a:cubicBezTo>
                  <a:pt x="193" y="57"/>
                  <a:pt x="194" y="53"/>
                  <a:pt x="190" y="57"/>
                </a:cubicBezTo>
                <a:cubicBezTo>
                  <a:pt x="190" y="57"/>
                  <a:pt x="185" y="62"/>
                  <a:pt x="186" y="58"/>
                </a:cubicBezTo>
                <a:lnTo>
                  <a:pt x="186" y="52"/>
                </a:lnTo>
                <a:cubicBezTo>
                  <a:pt x="186" y="52"/>
                  <a:pt x="197" y="43"/>
                  <a:pt x="196" y="42"/>
                </a:cubicBezTo>
                <a:cubicBezTo>
                  <a:pt x="196" y="41"/>
                  <a:pt x="198" y="40"/>
                  <a:pt x="194" y="36"/>
                </a:cubicBezTo>
                <a:cubicBezTo>
                  <a:pt x="194" y="36"/>
                  <a:pt x="191" y="34"/>
                  <a:pt x="190" y="37"/>
                </a:cubicBezTo>
                <a:cubicBezTo>
                  <a:pt x="190" y="37"/>
                  <a:pt x="186" y="41"/>
                  <a:pt x="186" y="37"/>
                </a:cubicBezTo>
                <a:cubicBezTo>
                  <a:pt x="186" y="37"/>
                  <a:pt x="189" y="34"/>
                  <a:pt x="186" y="32"/>
                </a:cubicBezTo>
                <a:cubicBezTo>
                  <a:pt x="186" y="32"/>
                  <a:pt x="182" y="28"/>
                  <a:pt x="180" y="33"/>
                </a:cubicBezTo>
                <a:cubicBezTo>
                  <a:pt x="180" y="33"/>
                  <a:pt x="178" y="33"/>
                  <a:pt x="181" y="42"/>
                </a:cubicBezTo>
                <a:lnTo>
                  <a:pt x="176" y="44"/>
                </a:lnTo>
                <a:lnTo>
                  <a:pt x="173" y="46"/>
                </a:lnTo>
                <a:lnTo>
                  <a:pt x="170" y="48"/>
                </a:lnTo>
                <a:close/>
                <a:moveTo>
                  <a:pt x="186" y="43"/>
                </a:moveTo>
                <a:cubicBezTo>
                  <a:pt x="186" y="43"/>
                  <a:pt x="187" y="41"/>
                  <a:pt x="189" y="42"/>
                </a:cubicBezTo>
                <a:cubicBezTo>
                  <a:pt x="189" y="42"/>
                  <a:pt x="189" y="44"/>
                  <a:pt x="188" y="45"/>
                </a:cubicBezTo>
                <a:cubicBezTo>
                  <a:pt x="188" y="45"/>
                  <a:pt x="186" y="46"/>
                  <a:pt x="187" y="44"/>
                </a:cubicBezTo>
                <a:cubicBezTo>
                  <a:pt x="186" y="46"/>
                  <a:pt x="186" y="43"/>
                  <a:pt x="186" y="43"/>
                </a:cubicBezTo>
                <a:close/>
                <a:moveTo>
                  <a:pt x="175" y="64"/>
                </a:moveTo>
                <a:lnTo>
                  <a:pt x="178" y="61"/>
                </a:lnTo>
                <a:cubicBezTo>
                  <a:pt x="178" y="61"/>
                  <a:pt x="180" y="57"/>
                  <a:pt x="180" y="60"/>
                </a:cubicBezTo>
                <a:cubicBezTo>
                  <a:pt x="180" y="60"/>
                  <a:pt x="180" y="65"/>
                  <a:pt x="177" y="65"/>
                </a:cubicBezTo>
                <a:cubicBezTo>
                  <a:pt x="177" y="65"/>
                  <a:pt x="174" y="67"/>
                  <a:pt x="174" y="65"/>
                </a:cubicBezTo>
                <a:lnTo>
                  <a:pt x="175" y="65"/>
                </a:lnTo>
                <a:lnTo>
                  <a:pt x="175" y="64"/>
                </a:lnTo>
                <a:close/>
              </a:path>
              <a:path w="489" h="98">
                <a:moveTo>
                  <a:pt x="255" y="43"/>
                </a:moveTo>
                <a:cubicBezTo>
                  <a:pt x="255" y="43"/>
                  <a:pt x="252" y="46"/>
                  <a:pt x="249" y="46"/>
                </a:cubicBezTo>
                <a:cubicBezTo>
                  <a:pt x="249" y="46"/>
                  <a:pt x="247" y="45"/>
                  <a:pt x="248" y="48"/>
                </a:cubicBezTo>
                <a:cubicBezTo>
                  <a:pt x="248" y="48"/>
                  <a:pt x="248" y="51"/>
                  <a:pt x="253" y="52"/>
                </a:cubicBezTo>
                <a:cubicBezTo>
                  <a:pt x="253" y="52"/>
                  <a:pt x="257" y="52"/>
                  <a:pt x="257" y="51"/>
                </a:cubicBezTo>
                <a:cubicBezTo>
                  <a:pt x="257" y="51"/>
                  <a:pt x="257" y="49"/>
                  <a:pt x="260" y="48"/>
                </a:cubicBezTo>
                <a:cubicBezTo>
                  <a:pt x="260" y="48"/>
                  <a:pt x="263" y="46"/>
                  <a:pt x="264" y="45"/>
                </a:cubicBezTo>
                <a:cubicBezTo>
                  <a:pt x="264" y="45"/>
                  <a:pt x="267" y="42"/>
                  <a:pt x="266" y="46"/>
                </a:cubicBezTo>
                <a:lnTo>
                  <a:pt x="265" y="55"/>
                </a:lnTo>
                <a:cubicBezTo>
                  <a:pt x="265" y="59"/>
                  <a:pt x="258" y="64"/>
                  <a:pt x="256" y="66"/>
                </a:cubicBezTo>
                <a:cubicBezTo>
                  <a:pt x="256" y="66"/>
                  <a:pt x="253" y="69"/>
                  <a:pt x="251" y="69"/>
                </a:cubicBezTo>
                <a:cubicBezTo>
                  <a:pt x="251" y="69"/>
                  <a:pt x="249" y="68"/>
                  <a:pt x="251" y="72"/>
                </a:cubicBezTo>
                <a:cubicBezTo>
                  <a:pt x="251" y="72"/>
                  <a:pt x="255" y="76"/>
                  <a:pt x="257" y="75"/>
                </a:cubicBezTo>
                <a:lnTo>
                  <a:pt x="261" y="71"/>
                </a:lnTo>
                <a:lnTo>
                  <a:pt x="263" y="67"/>
                </a:lnTo>
                <a:cubicBezTo>
                  <a:pt x="263" y="67"/>
                  <a:pt x="266" y="63"/>
                  <a:pt x="265" y="69"/>
                </a:cubicBezTo>
                <a:cubicBezTo>
                  <a:pt x="265" y="69"/>
                  <a:pt x="265" y="77"/>
                  <a:pt x="263" y="79"/>
                </a:cubicBezTo>
                <a:cubicBezTo>
                  <a:pt x="263" y="79"/>
                  <a:pt x="262" y="79"/>
                  <a:pt x="264" y="82"/>
                </a:cubicBezTo>
                <a:cubicBezTo>
                  <a:pt x="264" y="82"/>
                  <a:pt x="266" y="87"/>
                  <a:pt x="268" y="85"/>
                </a:cubicBezTo>
                <a:lnTo>
                  <a:pt x="270" y="81"/>
                </a:lnTo>
                <a:cubicBezTo>
                  <a:pt x="270" y="81"/>
                  <a:pt x="272" y="78"/>
                  <a:pt x="271" y="76"/>
                </a:cubicBezTo>
                <a:cubicBezTo>
                  <a:pt x="270" y="75"/>
                  <a:pt x="271" y="57"/>
                  <a:pt x="271" y="57"/>
                </a:cubicBezTo>
                <a:lnTo>
                  <a:pt x="277" y="48"/>
                </a:lnTo>
                <a:cubicBezTo>
                  <a:pt x="277" y="48"/>
                  <a:pt x="281" y="44"/>
                  <a:pt x="277" y="44"/>
                </a:cubicBezTo>
                <a:cubicBezTo>
                  <a:pt x="277" y="44"/>
                  <a:pt x="275" y="46"/>
                  <a:pt x="273" y="49"/>
                </a:cubicBezTo>
                <a:cubicBezTo>
                  <a:pt x="273" y="49"/>
                  <a:pt x="271" y="51"/>
                  <a:pt x="272" y="46"/>
                </a:cubicBezTo>
                <a:lnTo>
                  <a:pt x="272" y="40"/>
                </a:lnTo>
                <a:cubicBezTo>
                  <a:pt x="272" y="40"/>
                  <a:pt x="271" y="37"/>
                  <a:pt x="275" y="36"/>
                </a:cubicBezTo>
                <a:lnTo>
                  <a:pt x="279" y="33"/>
                </a:lnTo>
                <a:cubicBezTo>
                  <a:pt x="279" y="33"/>
                  <a:pt x="282" y="31"/>
                  <a:pt x="280" y="30"/>
                </a:cubicBezTo>
                <a:cubicBezTo>
                  <a:pt x="280" y="30"/>
                  <a:pt x="276" y="26"/>
                  <a:pt x="276" y="30"/>
                </a:cubicBezTo>
                <a:lnTo>
                  <a:pt x="274" y="32"/>
                </a:lnTo>
                <a:cubicBezTo>
                  <a:pt x="274" y="32"/>
                  <a:pt x="272" y="34"/>
                  <a:pt x="273" y="30"/>
                </a:cubicBezTo>
                <a:lnTo>
                  <a:pt x="274" y="23"/>
                </a:lnTo>
                <a:cubicBezTo>
                  <a:pt x="274" y="23"/>
                  <a:pt x="274" y="18"/>
                  <a:pt x="276" y="17"/>
                </a:cubicBezTo>
                <a:cubicBezTo>
                  <a:pt x="276" y="17"/>
                  <a:pt x="273" y="11"/>
                  <a:pt x="269" y="14"/>
                </a:cubicBezTo>
                <a:cubicBezTo>
                  <a:pt x="269" y="14"/>
                  <a:pt x="263" y="17"/>
                  <a:pt x="267" y="21"/>
                </a:cubicBezTo>
                <a:lnTo>
                  <a:pt x="266" y="35"/>
                </a:lnTo>
                <a:cubicBezTo>
                  <a:pt x="266" y="35"/>
                  <a:pt x="266" y="38"/>
                  <a:pt x="264" y="38"/>
                </a:cubicBezTo>
                <a:lnTo>
                  <a:pt x="258" y="42"/>
                </a:lnTo>
                <a:lnTo>
                  <a:pt x="256" y="43"/>
                </a:lnTo>
                <a:lnTo>
                  <a:pt x="255" y="43"/>
                </a:lnTo>
                <a:close/>
              </a:path>
              <a:path w="489" h="98">
                <a:moveTo>
                  <a:pt x="303" y="56"/>
                </a:moveTo>
                <a:cubicBezTo>
                  <a:pt x="303" y="56"/>
                  <a:pt x="300" y="63"/>
                  <a:pt x="298" y="65"/>
                </a:cubicBezTo>
                <a:lnTo>
                  <a:pt x="304" y="70"/>
                </a:lnTo>
                <a:cubicBezTo>
                  <a:pt x="304" y="70"/>
                  <a:pt x="306" y="73"/>
                  <a:pt x="317" y="73"/>
                </a:cubicBezTo>
                <a:cubicBezTo>
                  <a:pt x="317" y="73"/>
                  <a:pt x="323" y="73"/>
                  <a:pt x="316" y="76"/>
                </a:cubicBezTo>
                <a:lnTo>
                  <a:pt x="307" y="81"/>
                </a:lnTo>
                <a:cubicBezTo>
                  <a:pt x="307" y="81"/>
                  <a:pt x="300" y="84"/>
                  <a:pt x="299" y="80"/>
                </a:cubicBezTo>
                <a:lnTo>
                  <a:pt x="295" y="73"/>
                </a:lnTo>
                <a:cubicBezTo>
                  <a:pt x="295" y="73"/>
                  <a:pt x="294" y="68"/>
                  <a:pt x="293" y="72"/>
                </a:cubicBezTo>
                <a:cubicBezTo>
                  <a:pt x="293" y="72"/>
                  <a:pt x="288" y="78"/>
                  <a:pt x="285" y="78"/>
                </a:cubicBezTo>
                <a:cubicBezTo>
                  <a:pt x="285" y="78"/>
                  <a:pt x="280" y="79"/>
                  <a:pt x="276" y="77"/>
                </a:cubicBezTo>
                <a:cubicBezTo>
                  <a:pt x="276" y="77"/>
                  <a:pt x="269" y="77"/>
                  <a:pt x="279" y="75"/>
                </a:cubicBezTo>
                <a:cubicBezTo>
                  <a:pt x="279" y="75"/>
                  <a:pt x="286" y="73"/>
                  <a:pt x="290" y="66"/>
                </a:cubicBezTo>
                <a:lnTo>
                  <a:pt x="283" y="58"/>
                </a:lnTo>
                <a:cubicBezTo>
                  <a:pt x="283" y="58"/>
                  <a:pt x="280" y="55"/>
                  <a:pt x="284" y="55"/>
                </a:cubicBezTo>
                <a:cubicBezTo>
                  <a:pt x="284" y="55"/>
                  <a:pt x="285" y="54"/>
                  <a:pt x="289" y="57"/>
                </a:cubicBezTo>
                <a:cubicBezTo>
                  <a:pt x="289" y="57"/>
                  <a:pt x="291" y="59"/>
                  <a:pt x="292" y="60"/>
                </a:cubicBezTo>
                <a:cubicBezTo>
                  <a:pt x="293" y="60"/>
                  <a:pt x="293" y="61"/>
                  <a:pt x="295" y="59"/>
                </a:cubicBezTo>
                <a:cubicBezTo>
                  <a:pt x="295" y="58"/>
                  <a:pt x="296" y="56"/>
                  <a:pt x="298" y="52"/>
                </a:cubicBezTo>
                <a:cubicBezTo>
                  <a:pt x="298" y="52"/>
                  <a:pt x="300" y="49"/>
                  <a:pt x="296" y="50"/>
                </a:cubicBezTo>
                <a:cubicBezTo>
                  <a:pt x="296" y="50"/>
                  <a:pt x="293" y="52"/>
                  <a:pt x="292" y="54"/>
                </a:cubicBezTo>
                <a:cubicBezTo>
                  <a:pt x="292" y="54"/>
                  <a:pt x="290" y="56"/>
                  <a:pt x="287" y="54"/>
                </a:cubicBezTo>
                <a:cubicBezTo>
                  <a:pt x="287" y="54"/>
                  <a:pt x="282" y="51"/>
                  <a:pt x="285" y="49"/>
                </a:cubicBezTo>
                <a:lnTo>
                  <a:pt x="286" y="45"/>
                </a:lnTo>
                <a:cubicBezTo>
                  <a:pt x="286" y="45"/>
                  <a:pt x="288" y="40"/>
                  <a:pt x="284" y="44"/>
                </a:cubicBezTo>
                <a:cubicBezTo>
                  <a:pt x="284" y="44"/>
                  <a:pt x="282" y="47"/>
                  <a:pt x="281" y="45"/>
                </a:cubicBezTo>
                <a:lnTo>
                  <a:pt x="276" y="41"/>
                </a:lnTo>
                <a:cubicBezTo>
                  <a:pt x="276" y="41"/>
                  <a:pt x="273" y="38"/>
                  <a:pt x="278" y="39"/>
                </a:cubicBezTo>
                <a:lnTo>
                  <a:pt x="290" y="34"/>
                </a:lnTo>
                <a:cubicBezTo>
                  <a:pt x="290" y="34"/>
                  <a:pt x="291" y="25"/>
                  <a:pt x="292" y="23"/>
                </a:cubicBezTo>
                <a:cubicBezTo>
                  <a:pt x="292" y="23"/>
                  <a:pt x="293" y="14"/>
                  <a:pt x="298" y="15"/>
                </a:cubicBezTo>
                <a:cubicBezTo>
                  <a:pt x="298" y="15"/>
                  <a:pt x="302" y="15"/>
                  <a:pt x="305" y="23"/>
                </a:cubicBezTo>
                <a:cubicBezTo>
                  <a:pt x="305" y="23"/>
                  <a:pt x="308" y="26"/>
                  <a:pt x="304" y="29"/>
                </a:cubicBezTo>
                <a:cubicBezTo>
                  <a:pt x="304" y="29"/>
                  <a:pt x="296" y="34"/>
                  <a:pt x="295" y="35"/>
                </a:cubicBezTo>
                <a:cubicBezTo>
                  <a:pt x="295" y="35"/>
                  <a:pt x="292" y="37"/>
                  <a:pt x="291" y="41"/>
                </a:cubicBezTo>
                <a:cubicBezTo>
                  <a:pt x="291" y="41"/>
                  <a:pt x="287" y="50"/>
                  <a:pt x="291" y="47"/>
                </a:cubicBezTo>
                <a:lnTo>
                  <a:pt x="301" y="40"/>
                </a:lnTo>
                <a:cubicBezTo>
                  <a:pt x="301" y="40"/>
                  <a:pt x="302" y="37"/>
                  <a:pt x="307" y="41"/>
                </a:cubicBezTo>
                <a:cubicBezTo>
                  <a:pt x="307" y="41"/>
                  <a:pt x="312" y="44"/>
                  <a:pt x="309" y="47"/>
                </a:cubicBezTo>
                <a:lnTo>
                  <a:pt x="305" y="52"/>
                </a:lnTo>
                <a:lnTo>
                  <a:pt x="303" y="54"/>
                </a:lnTo>
                <a:lnTo>
                  <a:pt x="303" y="56"/>
                </a:lnTo>
                <a:close/>
                <a:moveTo>
                  <a:pt x="295" y="27"/>
                </a:moveTo>
                <a:cubicBezTo>
                  <a:pt x="295" y="27"/>
                  <a:pt x="297" y="22"/>
                  <a:pt x="299" y="24"/>
                </a:cubicBezTo>
                <a:cubicBezTo>
                  <a:pt x="299" y="24"/>
                  <a:pt x="302" y="24"/>
                  <a:pt x="299" y="27"/>
                </a:cubicBezTo>
                <a:lnTo>
                  <a:pt x="297" y="30"/>
                </a:lnTo>
                <a:cubicBezTo>
                  <a:pt x="297" y="30"/>
                  <a:pt x="294" y="33"/>
                  <a:pt x="295" y="28"/>
                </a:cubicBezTo>
                <a:cubicBezTo>
                  <a:pt x="294" y="33"/>
                  <a:pt x="295" y="27"/>
                  <a:pt x="295" y="27"/>
                </a:cubicBezTo>
                <a:close/>
              </a:path>
              <a:path w="489" h="98">
                <a:moveTo>
                  <a:pt x="354" y="54"/>
                </a:moveTo>
                <a:cubicBezTo>
                  <a:pt x="354" y="54"/>
                  <a:pt x="348" y="58"/>
                  <a:pt x="341" y="59"/>
                </a:cubicBezTo>
                <a:cubicBezTo>
                  <a:pt x="341" y="59"/>
                  <a:pt x="336" y="59"/>
                  <a:pt x="342" y="62"/>
                </a:cubicBezTo>
                <a:lnTo>
                  <a:pt x="347" y="66"/>
                </a:lnTo>
                <a:cubicBezTo>
                  <a:pt x="347" y="66"/>
                  <a:pt x="352" y="67"/>
                  <a:pt x="354" y="64"/>
                </a:cubicBezTo>
                <a:lnTo>
                  <a:pt x="358" y="61"/>
                </a:lnTo>
                <a:cubicBezTo>
                  <a:pt x="358" y="61"/>
                  <a:pt x="364" y="56"/>
                  <a:pt x="361" y="63"/>
                </a:cubicBezTo>
                <a:cubicBezTo>
                  <a:pt x="361" y="63"/>
                  <a:pt x="357" y="73"/>
                  <a:pt x="342" y="79"/>
                </a:cubicBezTo>
                <a:cubicBezTo>
                  <a:pt x="342" y="79"/>
                  <a:pt x="335" y="81"/>
                  <a:pt x="346" y="80"/>
                </a:cubicBezTo>
                <a:cubicBezTo>
                  <a:pt x="346" y="80"/>
                  <a:pt x="365" y="83"/>
                  <a:pt x="372" y="50"/>
                </a:cubicBezTo>
                <a:cubicBezTo>
                  <a:pt x="372" y="50"/>
                  <a:pt x="385" y="41"/>
                  <a:pt x="388" y="40"/>
                </a:cubicBezTo>
                <a:cubicBezTo>
                  <a:pt x="388" y="40"/>
                  <a:pt x="393" y="37"/>
                  <a:pt x="387" y="36"/>
                </a:cubicBezTo>
                <a:cubicBezTo>
                  <a:pt x="387" y="36"/>
                  <a:pt x="383" y="33"/>
                  <a:pt x="380" y="38"/>
                </a:cubicBezTo>
                <a:lnTo>
                  <a:pt x="377" y="40"/>
                </a:lnTo>
                <a:cubicBezTo>
                  <a:pt x="377" y="40"/>
                  <a:pt x="373" y="43"/>
                  <a:pt x="374" y="37"/>
                </a:cubicBezTo>
                <a:lnTo>
                  <a:pt x="376" y="26"/>
                </a:lnTo>
                <a:cubicBezTo>
                  <a:pt x="376" y="26"/>
                  <a:pt x="377" y="22"/>
                  <a:pt x="374" y="21"/>
                </a:cubicBezTo>
                <a:cubicBezTo>
                  <a:pt x="371" y="19"/>
                  <a:pt x="368" y="15"/>
                  <a:pt x="368" y="15"/>
                </a:cubicBezTo>
                <a:cubicBezTo>
                  <a:pt x="368" y="15"/>
                  <a:pt x="365" y="12"/>
                  <a:pt x="365" y="18"/>
                </a:cubicBezTo>
                <a:cubicBezTo>
                  <a:pt x="365" y="18"/>
                  <a:pt x="368" y="35"/>
                  <a:pt x="365" y="47"/>
                </a:cubicBezTo>
                <a:lnTo>
                  <a:pt x="359" y="51"/>
                </a:lnTo>
                <a:lnTo>
                  <a:pt x="357" y="53"/>
                </a:lnTo>
                <a:lnTo>
                  <a:pt x="354" y="54"/>
                </a:lnTo>
                <a:close/>
              </a:path>
              <a:path w="489" h="98">
                <a:moveTo>
                  <a:pt x="378" y="66"/>
                </a:moveTo>
                <a:lnTo>
                  <a:pt x="383" y="76"/>
                </a:lnTo>
                <a:cubicBezTo>
                  <a:pt x="383" y="76"/>
                  <a:pt x="386" y="79"/>
                  <a:pt x="391" y="76"/>
                </a:cubicBezTo>
                <a:lnTo>
                  <a:pt x="401" y="72"/>
                </a:lnTo>
                <a:cubicBezTo>
                  <a:pt x="401" y="72"/>
                  <a:pt x="405" y="70"/>
                  <a:pt x="400" y="70"/>
                </a:cubicBezTo>
                <a:cubicBezTo>
                  <a:pt x="400" y="70"/>
                  <a:pt x="384" y="70"/>
                  <a:pt x="377" y="55"/>
                </a:cubicBezTo>
                <a:cubicBezTo>
                  <a:pt x="377" y="55"/>
                  <a:pt x="374" y="51"/>
                  <a:pt x="374" y="55"/>
                </a:cubicBezTo>
                <a:cubicBezTo>
                  <a:pt x="374" y="55"/>
                  <a:pt x="373" y="56"/>
                  <a:pt x="376" y="60"/>
                </a:cubicBezTo>
                <a:lnTo>
                  <a:pt x="377" y="63"/>
                </a:lnTo>
                <a:lnTo>
                  <a:pt x="378" y="66"/>
                </a:lnTo>
                <a:close/>
              </a:path>
              <a:path w="489" h="98">
                <a:moveTo>
                  <a:pt x="437" y="62"/>
                </a:moveTo>
                <a:cubicBezTo>
                  <a:pt x="437" y="62"/>
                  <a:pt x="428" y="68"/>
                  <a:pt x="424" y="68"/>
                </a:cubicBezTo>
                <a:cubicBezTo>
                  <a:pt x="424" y="68"/>
                  <a:pt x="420" y="68"/>
                  <a:pt x="424" y="71"/>
                </a:cubicBezTo>
                <a:lnTo>
                  <a:pt x="432" y="74"/>
                </a:lnTo>
                <a:cubicBezTo>
                  <a:pt x="432" y="74"/>
                  <a:pt x="436" y="78"/>
                  <a:pt x="438" y="73"/>
                </a:cubicBezTo>
                <a:cubicBezTo>
                  <a:pt x="438" y="73"/>
                  <a:pt x="449" y="59"/>
                  <a:pt x="452" y="59"/>
                </a:cubicBezTo>
                <a:cubicBezTo>
                  <a:pt x="452" y="59"/>
                  <a:pt x="456" y="55"/>
                  <a:pt x="456" y="60"/>
                </a:cubicBezTo>
                <a:cubicBezTo>
                  <a:pt x="456" y="60"/>
                  <a:pt x="456" y="68"/>
                  <a:pt x="456" y="77"/>
                </a:cubicBezTo>
                <a:cubicBezTo>
                  <a:pt x="456" y="77"/>
                  <a:pt x="458" y="86"/>
                  <a:pt x="450" y="85"/>
                </a:cubicBezTo>
                <a:lnTo>
                  <a:pt x="444" y="86"/>
                </a:lnTo>
                <a:lnTo>
                  <a:pt x="451" y="89"/>
                </a:lnTo>
                <a:lnTo>
                  <a:pt x="457" y="91"/>
                </a:lnTo>
                <a:cubicBezTo>
                  <a:pt x="457" y="91"/>
                  <a:pt x="462" y="94"/>
                  <a:pt x="464" y="88"/>
                </a:cubicBezTo>
                <a:cubicBezTo>
                  <a:pt x="464" y="88"/>
                  <a:pt x="465" y="86"/>
                  <a:pt x="463" y="75"/>
                </a:cubicBezTo>
                <a:lnTo>
                  <a:pt x="461" y="54"/>
                </a:lnTo>
                <a:cubicBezTo>
                  <a:pt x="461" y="54"/>
                  <a:pt x="463" y="49"/>
                  <a:pt x="467" y="53"/>
                </a:cubicBezTo>
                <a:lnTo>
                  <a:pt x="467" y="56"/>
                </a:lnTo>
                <a:cubicBezTo>
                  <a:pt x="467" y="56"/>
                  <a:pt x="466" y="60"/>
                  <a:pt x="471" y="56"/>
                </a:cubicBezTo>
                <a:cubicBezTo>
                  <a:pt x="471" y="56"/>
                  <a:pt x="474" y="53"/>
                  <a:pt x="477" y="53"/>
                </a:cubicBezTo>
                <a:cubicBezTo>
                  <a:pt x="477" y="53"/>
                  <a:pt x="480" y="50"/>
                  <a:pt x="476" y="49"/>
                </a:cubicBezTo>
                <a:cubicBezTo>
                  <a:pt x="476" y="49"/>
                  <a:pt x="473" y="45"/>
                  <a:pt x="468" y="46"/>
                </a:cubicBezTo>
                <a:cubicBezTo>
                  <a:pt x="468" y="46"/>
                  <a:pt x="463" y="46"/>
                  <a:pt x="469" y="41"/>
                </a:cubicBezTo>
                <a:lnTo>
                  <a:pt x="473" y="38"/>
                </a:lnTo>
                <a:cubicBezTo>
                  <a:pt x="473" y="38"/>
                  <a:pt x="477" y="35"/>
                  <a:pt x="472" y="33"/>
                </a:cubicBezTo>
                <a:lnTo>
                  <a:pt x="470" y="31"/>
                </a:lnTo>
                <a:cubicBezTo>
                  <a:pt x="470" y="31"/>
                  <a:pt x="467" y="30"/>
                  <a:pt x="473" y="25"/>
                </a:cubicBezTo>
                <a:cubicBezTo>
                  <a:pt x="473" y="25"/>
                  <a:pt x="478" y="20"/>
                  <a:pt x="483" y="19"/>
                </a:cubicBezTo>
                <a:cubicBezTo>
                  <a:pt x="483" y="19"/>
                  <a:pt x="489" y="15"/>
                  <a:pt x="483" y="9"/>
                </a:cubicBezTo>
                <a:cubicBezTo>
                  <a:pt x="483" y="9"/>
                  <a:pt x="478" y="2"/>
                  <a:pt x="472" y="6"/>
                </a:cubicBezTo>
                <a:lnTo>
                  <a:pt x="462" y="11"/>
                </a:lnTo>
                <a:cubicBezTo>
                  <a:pt x="462" y="11"/>
                  <a:pt x="458" y="14"/>
                  <a:pt x="461" y="10"/>
                </a:cubicBezTo>
                <a:cubicBezTo>
                  <a:pt x="461" y="10"/>
                  <a:pt x="463" y="6"/>
                  <a:pt x="460" y="5"/>
                </a:cubicBezTo>
                <a:lnTo>
                  <a:pt x="457" y="3"/>
                </a:lnTo>
                <a:cubicBezTo>
                  <a:pt x="457" y="3"/>
                  <a:pt x="453" y="0"/>
                  <a:pt x="453" y="4"/>
                </a:cubicBezTo>
                <a:cubicBezTo>
                  <a:pt x="453" y="4"/>
                  <a:pt x="451" y="12"/>
                  <a:pt x="447" y="10"/>
                </a:cubicBezTo>
                <a:cubicBezTo>
                  <a:pt x="447" y="10"/>
                  <a:pt x="442" y="8"/>
                  <a:pt x="442" y="11"/>
                </a:cubicBezTo>
                <a:cubicBezTo>
                  <a:pt x="442" y="11"/>
                  <a:pt x="449" y="15"/>
                  <a:pt x="446" y="18"/>
                </a:cubicBezTo>
                <a:cubicBezTo>
                  <a:pt x="446" y="18"/>
                  <a:pt x="441" y="24"/>
                  <a:pt x="439" y="18"/>
                </a:cubicBezTo>
                <a:cubicBezTo>
                  <a:pt x="439" y="18"/>
                  <a:pt x="436" y="11"/>
                  <a:pt x="430" y="9"/>
                </a:cubicBezTo>
                <a:cubicBezTo>
                  <a:pt x="430" y="9"/>
                  <a:pt x="425" y="7"/>
                  <a:pt x="428" y="11"/>
                </a:cubicBezTo>
                <a:cubicBezTo>
                  <a:pt x="428" y="11"/>
                  <a:pt x="434" y="16"/>
                  <a:pt x="435" y="21"/>
                </a:cubicBezTo>
                <a:cubicBezTo>
                  <a:pt x="435" y="21"/>
                  <a:pt x="438" y="27"/>
                  <a:pt x="433" y="23"/>
                </a:cubicBezTo>
                <a:cubicBezTo>
                  <a:pt x="433" y="23"/>
                  <a:pt x="426" y="17"/>
                  <a:pt x="427" y="21"/>
                </a:cubicBezTo>
                <a:cubicBezTo>
                  <a:pt x="427" y="21"/>
                  <a:pt x="433" y="32"/>
                  <a:pt x="436" y="37"/>
                </a:cubicBezTo>
                <a:cubicBezTo>
                  <a:pt x="436" y="37"/>
                  <a:pt x="439" y="42"/>
                  <a:pt x="439" y="36"/>
                </a:cubicBezTo>
                <a:cubicBezTo>
                  <a:pt x="439" y="36"/>
                  <a:pt x="438" y="30"/>
                  <a:pt x="442" y="34"/>
                </a:cubicBezTo>
                <a:cubicBezTo>
                  <a:pt x="442" y="34"/>
                  <a:pt x="445" y="37"/>
                  <a:pt x="447" y="35"/>
                </a:cubicBezTo>
                <a:cubicBezTo>
                  <a:pt x="447" y="35"/>
                  <a:pt x="449" y="31"/>
                  <a:pt x="447" y="31"/>
                </a:cubicBezTo>
                <a:cubicBezTo>
                  <a:pt x="444" y="30"/>
                  <a:pt x="445" y="26"/>
                  <a:pt x="445" y="26"/>
                </a:cubicBezTo>
                <a:cubicBezTo>
                  <a:pt x="445" y="26"/>
                  <a:pt x="443" y="22"/>
                  <a:pt x="445" y="22"/>
                </a:cubicBezTo>
                <a:cubicBezTo>
                  <a:pt x="445" y="22"/>
                  <a:pt x="453" y="17"/>
                  <a:pt x="450" y="22"/>
                </a:cubicBezTo>
                <a:cubicBezTo>
                  <a:pt x="450" y="22"/>
                  <a:pt x="444" y="27"/>
                  <a:pt x="452" y="32"/>
                </a:cubicBezTo>
                <a:cubicBezTo>
                  <a:pt x="452" y="32"/>
                  <a:pt x="460" y="35"/>
                  <a:pt x="463" y="28"/>
                </a:cubicBezTo>
                <a:cubicBezTo>
                  <a:pt x="463" y="28"/>
                  <a:pt x="464" y="23"/>
                  <a:pt x="462" y="21"/>
                </a:cubicBezTo>
                <a:cubicBezTo>
                  <a:pt x="462" y="21"/>
                  <a:pt x="458" y="16"/>
                  <a:pt x="463" y="16"/>
                </a:cubicBezTo>
                <a:lnTo>
                  <a:pt x="468" y="14"/>
                </a:lnTo>
                <a:cubicBezTo>
                  <a:pt x="468" y="14"/>
                  <a:pt x="473" y="12"/>
                  <a:pt x="472" y="16"/>
                </a:cubicBezTo>
                <a:lnTo>
                  <a:pt x="466" y="28"/>
                </a:lnTo>
                <a:cubicBezTo>
                  <a:pt x="466" y="28"/>
                  <a:pt x="463" y="34"/>
                  <a:pt x="460" y="34"/>
                </a:cubicBezTo>
                <a:lnTo>
                  <a:pt x="444" y="43"/>
                </a:lnTo>
                <a:cubicBezTo>
                  <a:pt x="444" y="43"/>
                  <a:pt x="437" y="45"/>
                  <a:pt x="442" y="46"/>
                </a:cubicBezTo>
                <a:cubicBezTo>
                  <a:pt x="442" y="46"/>
                  <a:pt x="447" y="48"/>
                  <a:pt x="450" y="44"/>
                </a:cubicBezTo>
                <a:lnTo>
                  <a:pt x="458" y="40"/>
                </a:lnTo>
                <a:cubicBezTo>
                  <a:pt x="458" y="40"/>
                  <a:pt x="463" y="36"/>
                  <a:pt x="460" y="42"/>
                </a:cubicBezTo>
                <a:cubicBezTo>
                  <a:pt x="460" y="42"/>
                  <a:pt x="460" y="47"/>
                  <a:pt x="453" y="52"/>
                </a:cubicBezTo>
                <a:lnTo>
                  <a:pt x="443" y="59"/>
                </a:lnTo>
                <a:lnTo>
                  <a:pt x="440" y="60"/>
                </a:lnTo>
                <a:lnTo>
                  <a:pt x="437" y="62"/>
                </a:lnTo>
                <a:close/>
                <a:moveTo>
                  <a:pt x="456" y="23"/>
                </a:moveTo>
                <a:cubicBezTo>
                  <a:pt x="457" y="23"/>
                  <a:pt x="458" y="24"/>
                  <a:pt x="458" y="25"/>
                </a:cubicBezTo>
                <a:cubicBezTo>
                  <a:pt x="458" y="27"/>
                  <a:pt x="457" y="28"/>
                  <a:pt x="456" y="28"/>
                </a:cubicBezTo>
                <a:cubicBezTo>
                  <a:pt x="455" y="28"/>
                  <a:pt x="454" y="27"/>
                  <a:pt x="454" y="25"/>
                </a:cubicBezTo>
                <a:cubicBezTo>
                  <a:pt x="454" y="24"/>
                  <a:pt x="455" y="23"/>
                  <a:pt x="456" y="23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19" name="Freeform 6"/>
          <p:cNvSpPr>
            <a:spLocks noGrp="1"/>
          </p:cNvSpPr>
          <p:nvPr/>
        </p:nvSpPr>
        <p:spPr>
          <a:xfrm>
            <a:off x="10465525" y="520851"/>
            <a:ext cx="1549319" cy="49527"/>
          </a:xfrm>
          <a:custGeom>
            <a:avLst/>
            <a:gdLst/>
            <a:ahLst/>
            <a:cxnLst/>
            <a:rect l="l" t="t" r="r" b="b"/>
            <a:pathLst>
              <a:path w="471" h="15">
                <a:moveTo>
                  <a:pt x="0" y="15"/>
                </a:moveTo>
                <a:lnTo>
                  <a:pt x="0" y="0"/>
                </a:lnTo>
                <a:lnTo>
                  <a:pt x="2" y="0"/>
                </a:lnTo>
                <a:lnTo>
                  <a:pt x="2" y="6"/>
                </a:lnTo>
                <a:lnTo>
                  <a:pt x="9" y="6"/>
                </a:lnTo>
                <a:lnTo>
                  <a:pt x="9" y="0"/>
                </a:lnTo>
                <a:lnTo>
                  <a:pt x="10" y="0"/>
                </a:lnTo>
                <a:lnTo>
                  <a:pt x="10" y="15"/>
                </a:lnTo>
                <a:lnTo>
                  <a:pt x="9" y="15"/>
                </a:lnTo>
                <a:lnTo>
                  <a:pt x="9" y="8"/>
                </a:lnTo>
                <a:lnTo>
                  <a:pt x="2" y="8"/>
                </a:lnTo>
                <a:lnTo>
                  <a:pt x="2" y="15"/>
                </a:lnTo>
                <a:lnTo>
                  <a:pt x="0" y="15"/>
                </a:lnTo>
                <a:close/>
              </a:path>
              <a:path w="471" h="15">
                <a:moveTo>
                  <a:pt x="21" y="0"/>
                </a:moveTo>
                <a:lnTo>
                  <a:pt x="22" y="0"/>
                </a:lnTo>
                <a:lnTo>
                  <a:pt x="22" y="9"/>
                </a:lnTo>
                <a:cubicBezTo>
                  <a:pt x="22" y="10"/>
                  <a:pt x="22" y="11"/>
                  <a:pt x="22" y="12"/>
                </a:cubicBezTo>
                <a:cubicBezTo>
                  <a:pt x="22" y="13"/>
                  <a:pt x="21" y="14"/>
                  <a:pt x="20" y="14"/>
                </a:cubicBezTo>
                <a:cubicBezTo>
                  <a:pt x="20" y="15"/>
                  <a:pt x="19" y="15"/>
                  <a:pt x="17" y="15"/>
                </a:cubicBezTo>
                <a:cubicBezTo>
                  <a:pt x="16" y="15"/>
                  <a:pt x="15" y="15"/>
                  <a:pt x="15" y="14"/>
                </a:cubicBezTo>
                <a:cubicBezTo>
                  <a:pt x="14" y="14"/>
                  <a:pt x="13" y="13"/>
                  <a:pt x="13" y="12"/>
                </a:cubicBezTo>
                <a:cubicBezTo>
                  <a:pt x="13" y="11"/>
                  <a:pt x="12" y="10"/>
                  <a:pt x="12" y="9"/>
                </a:cubicBezTo>
                <a:lnTo>
                  <a:pt x="12" y="0"/>
                </a:lnTo>
                <a:lnTo>
                  <a:pt x="14" y="0"/>
                </a:lnTo>
                <a:lnTo>
                  <a:pt x="14" y="9"/>
                </a:lnTo>
                <a:cubicBezTo>
                  <a:pt x="14" y="10"/>
                  <a:pt x="14" y="11"/>
                  <a:pt x="14" y="11"/>
                </a:cubicBezTo>
                <a:cubicBezTo>
                  <a:pt x="15" y="12"/>
                  <a:pt x="15" y="12"/>
                  <a:pt x="15" y="13"/>
                </a:cubicBezTo>
                <a:cubicBezTo>
                  <a:pt x="16" y="13"/>
                  <a:pt x="17" y="13"/>
                  <a:pt x="17" y="13"/>
                </a:cubicBezTo>
                <a:cubicBezTo>
                  <a:pt x="18" y="13"/>
                  <a:pt x="19" y="13"/>
                  <a:pt x="20" y="12"/>
                </a:cubicBezTo>
                <a:cubicBezTo>
                  <a:pt x="20" y="12"/>
                  <a:pt x="21" y="10"/>
                  <a:pt x="21" y="9"/>
                </a:cubicBezTo>
                <a:lnTo>
                  <a:pt x="21" y="0"/>
                </a:lnTo>
                <a:close/>
              </a:path>
              <a:path w="471" h="15">
                <a:moveTo>
                  <a:pt x="23" y="15"/>
                </a:moveTo>
                <a:lnTo>
                  <a:pt x="28" y="0"/>
                </a:lnTo>
                <a:lnTo>
                  <a:pt x="30" y="0"/>
                </a:lnTo>
                <a:lnTo>
                  <a:pt x="35" y="15"/>
                </a:lnTo>
                <a:lnTo>
                  <a:pt x="33" y="15"/>
                </a:lnTo>
                <a:lnTo>
                  <a:pt x="32" y="10"/>
                </a:lnTo>
                <a:lnTo>
                  <a:pt x="26" y="10"/>
                </a:lnTo>
                <a:lnTo>
                  <a:pt x="25" y="15"/>
                </a:lnTo>
                <a:lnTo>
                  <a:pt x="23" y="15"/>
                </a:lnTo>
                <a:close/>
                <a:moveTo>
                  <a:pt x="27" y="9"/>
                </a:moveTo>
                <a:lnTo>
                  <a:pt x="31" y="9"/>
                </a:lnTo>
                <a:lnTo>
                  <a:pt x="30" y="5"/>
                </a:lnTo>
                <a:cubicBezTo>
                  <a:pt x="29" y="4"/>
                  <a:pt x="29" y="3"/>
                  <a:pt x="29" y="2"/>
                </a:cubicBezTo>
                <a:cubicBezTo>
                  <a:pt x="29" y="3"/>
                  <a:pt x="28" y="4"/>
                  <a:pt x="28" y="5"/>
                </a:cubicBezTo>
                <a:lnTo>
                  <a:pt x="27" y="9"/>
                </a:lnTo>
                <a:close/>
              </a:path>
              <a:path w="471" h="15">
                <a:moveTo>
                  <a:pt x="35" y="15"/>
                </a:moveTo>
                <a:lnTo>
                  <a:pt x="35" y="13"/>
                </a:lnTo>
                <a:lnTo>
                  <a:pt x="41" y="4"/>
                </a:lnTo>
                <a:cubicBezTo>
                  <a:pt x="42" y="3"/>
                  <a:pt x="42" y="2"/>
                  <a:pt x="42" y="2"/>
                </a:cubicBezTo>
                <a:lnTo>
                  <a:pt x="35" y="2"/>
                </a:lnTo>
                <a:lnTo>
                  <a:pt x="35" y="0"/>
                </a:lnTo>
                <a:lnTo>
                  <a:pt x="44" y="0"/>
                </a:lnTo>
                <a:lnTo>
                  <a:pt x="44" y="2"/>
                </a:lnTo>
                <a:lnTo>
                  <a:pt x="37" y="12"/>
                </a:lnTo>
                <a:lnTo>
                  <a:pt x="37" y="13"/>
                </a:lnTo>
                <a:lnTo>
                  <a:pt x="45" y="13"/>
                </a:lnTo>
                <a:lnTo>
                  <a:pt x="45" y="15"/>
                </a:lnTo>
                <a:lnTo>
                  <a:pt x="35" y="15"/>
                </a:lnTo>
                <a:close/>
              </a:path>
              <a:path w="471" h="15">
                <a:moveTo>
                  <a:pt x="46" y="15"/>
                </a:moveTo>
                <a:lnTo>
                  <a:pt x="46" y="0"/>
                </a:lnTo>
                <a:lnTo>
                  <a:pt x="48" y="0"/>
                </a:lnTo>
                <a:lnTo>
                  <a:pt x="48" y="6"/>
                </a:lnTo>
                <a:lnTo>
                  <a:pt x="54" y="6"/>
                </a:lnTo>
                <a:lnTo>
                  <a:pt x="54" y="0"/>
                </a:lnTo>
                <a:lnTo>
                  <a:pt x="56" y="0"/>
                </a:lnTo>
                <a:lnTo>
                  <a:pt x="56" y="15"/>
                </a:lnTo>
                <a:lnTo>
                  <a:pt x="54" y="15"/>
                </a:lnTo>
                <a:lnTo>
                  <a:pt x="54" y="8"/>
                </a:lnTo>
                <a:lnTo>
                  <a:pt x="48" y="8"/>
                </a:lnTo>
                <a:lnTo>
                  <a:pt x="48" y="15"/>
                </a:lnTo>
                <a:lnTo>
                  <a:pt x="46" y="15"/>
                </a:lnTo>
                <a:close/>
              </a:path>
              <a:path w="471" h="15">
                <a:moveTo>
                  <a:pt x="58" y="8"/>
                </a:moveTo>
                <a:cubicBezTo>
                  <a:pt x="58" y="5"/>
                  <a:pt x="58" y="3"/>
                  <a:pt x="59" y="2"/>
                </a:cubicBezTo>
                <a:cubicBezTo>
                  <a:pt x="60" y="1"/>
                  <a:pt x="62" y="0"/>
                  <a:pt x="64" y="0"/>
                </a:cubicBezTo>
                <a:cubicBezTo>
                  <a:pt x="65" y="0"/>
                  <a:pt x="66" y="0"/>
                  <a:pt x="67" y="1"/>
                </a:cubicBezTo>
                <a:cubicBezTo>
                  <a:pt x="68" y="2"/>
                  <a:pt x="68" y="3"/>
                  <a:pt x="69" y="4"/>
                </a:cubicBezTo>
                <a:cubicBezTo>
                  <a:pt x="69" y="5"/>
                  <a:pt x="70" y="6"/>
                  <a:pt x="70" y="8"/>
                </a:cubicBezTo>
                <a:cubicBezTo>
                  <a:pt x="70" y="9"/>
                  <a:pt x="69" y="10"/>
                  <a:pt x="69" y="11"/>
                </a:cubicBezTo>
                <a:cubicBezTo>
                  <a:pt x="68" y="13"/>
                  <a:pt x="68" y="13"/>
                  <a:pt x="67" y="14"/>
                </a:cubicBezTo>
                <a:cubicBezTo>
                  <a:pt x="66" y="15"/>
                  <a:pt x="65" y="15"/>
                  <a:pt x="64" y="15"/>
                </a:cubicBezTo>
                <a:cubicBezTo>
                  <a:pt x="62" y="15"/>
                  <a:pt x="61" y="15"/>
                  <a:pt x="60" y="14"/>
                </a:cubicBezTo>
                <a:cubicBezTo>
                  <a:pt x="59" y="13"/>
                  <a:pt x="59" y="12"/>
                  <a:pt x="58" y="11"/>
                </a:cubicBezTo>
                <a:cubicBezTo>
                  <a:pt x="58" y="10"/>
                  <a:pt x="58" y="9"/>
                  <a:pt x="58" y="8"/>
                </a:cubicBezTo>
                <a:close/>
                <a:moveTo>
                  <a:pt x="59" y="8"/>
                </a:moveTo>
                <a:cubicBezTo>
                  <a:pt x="59" y="9"/>
                  <a:pt x="60" y="11"/>
                  <a:pt x="60" y="12"/>
                </a:cubicBezTo>
                <a:cubicBezTo>
                  <a:pt x="61" y="13"/>
                  <a:pt x="62" y="13"/>
                  <a:pt x="64" y="13"/>
                </a:cubicBezTo>
                <a:cubicBezTo>
                  <a:pt x="65" y="13"/>
                  <a:pt x="66" y="13"/>
                  <a:pt x="67" y="12"/>
                </a:cubicBezTo>
                <a:cubicBezTo>
                  <a:pt x="67" y="11"/>
                  <a:pt x="68" y="9"/>
                  <a:pt x="68" y="7"/>
                </a:cubicBezTo>
                <a:cubicBezTo>
                  <a:pt x="68" y="6"/>
                  <a:pt x="68" y="5"/>
                  <a:pt x="67" y="4"/>
                </a:cubicBezTo>
                <a:cubicBezTo>
                  <a:pt x="67" y="4"/>
                  <a:pt x="66" y="3"/>
                  <a:pt x="66" y="2"/>
                </a:cubicBezTo>
                <a:cubicBezTo>
                  <a:pt x="65" y="2"/>
                  <a:pt x="64" y="2"/>
                  <a:pt x="64" y="2"/>
                </a:cubicBezTo>
                <a:cubicBezTo>
                  <a:pt x="62" y="2"/>
                  <a:pt x="61" y="2"/>
                  <a:pt x="61" y="3"/>
                </a:cubicBezTo>
                <a:cubicBezTo>
                  <a:pt x="60" y="4"/>
                  <a:pt x="59" y="6"/>
                  <a:pt x="59" y="8"/>
                </a:cubicBezTo>
                <a:close/>
              </a:path>
              <a:path w="471" h="15">
                <a:moveTo>
                  <a:pt x="71" y="15"/>
                </a:moveTo>
                <a:lnTo>
                  <a:pt x="71" y="0"/>
                </a:lnTo>
                <a:lnTo>
                  <a:pt x="73" y="0"/>
                </a:lnTo>
                <a:lnTo>
                  <a:pt x="79" y="12"/>
                </a:lnTo>
                <a:lnTo>
                  <a:pt x="79" y="0"/>
                </a:lnTo>
                <a:lnTo>
                  <a:pt x="81" y="0"/>
                </a:lnTo>
                <a:lnTo>
                  <a:pt x="81" y="15"/>
                </a:lnTo>
                <a:lnTo>
                  <a:pt x="79" y="15"/>
                </a:lnTo>
                <a:lnTo>
                  <a:pt x="73" y="3"/>
                </a:lnTo>
                <a:lnTo>
                  <a:pt x="73" y="15"/>
                </a:lnTo>
                <a:lnTo>
                  <a:pt x="71" y="15"/>
                </a:lnTo>
                <a:close/>
              </a:path>
              <a:path w="471" h="15">
                <a:moveTo>
                  <a:pt x="89" y="9"/>
                </a:moveTo>
                <a:lnTo>
                  <a:pt x="89" y="7"/>
                </a:lnTo>
                <a:lnTo>
                  <a:pt x="94" y="7"/>
                </a:lnTo>
                <a:lnTo>
                  <a:pt x="94" y="13"/>
                </a:lnTo>
                <a:cubicBezTo>
                  <a:pt x="94" y="13"/>
                  <a:pt x="93" y="14"/>
                  <a:pt x="92" y="14"/>
                </a:cubicBezTo>
                <a:cubicBezTo>
                  <a:pt x="91" y="15"/>
                  <a:pt x="90" y="15"/>
                  <a:pt x="89" y="15"/>
                </a:cubicBezTo>
                <a:cubicBezTo>
                  <a:pt x="88" y="15"/>
                  <a:pt x="87" y="15"/>
                  <a:pt x="86" y="14"/>
                </a:cubicBezTo>
                <a:cubicBezTo>
                  <a:pt x="85" y="13"/>
                  <a:pt x="84" y="13"/>
                  <a:pt x="84" y="11"/>
                </a:cubicBezTo>
                <a:cubicBezTo>
                  <a:pt x="83" y="10"/>
                  <a:pt x="83" y="9"/>
                  <a:pt x="83" y="8"/>
                </a:cubicBezTo>
                <a:cubicBezTo>
                  <a:pt x="83" y="6"/>
                  <a:pt x="83" y="5"/>
                  <a:pt x="84" y="4"/>
                </a:cubicBezTo>
                <a:cubicBezTo>
                  <a:pt x="84" y="2"/>
                  <a:pt x="85" y="2"/>
                  <a:pt x="86" y="1"/>
                </a:cubicBezTo>
                <a:cubicBezTo>
                  <a:pt x="87" y="0"/>
                  <a:pt x="88" y="0"/>
                  <a:pt x="89" y="0"/>
                </a:cubicBezTo>
                <a:cubicBezTo>
                  <a:pt x="90" y="0"/>
                  <a:pt x="91" y="0"/>
                  <a:pt x="92" y="1"/>
                </a:cubicBezTo>
                <a:cubicBezTo>
                  <a:pt x="92" y="1"/>
                  <a:pt x="93" y="1"/>
                  <a:pt x="93" y="2"/>
                </a:cubicBezTo>
                <a:cubicBezTo>
                  <a:pt x="94" y="3"/>
                  <a:pt x="94" y="3"/>
                  <a:pt x="94" y="4"/>
                </a:cubicBezTo>
                <a:lnTo>
                  <a:pt x="93" y="5"/>
                </a:lnTo>
                <a:cubicBezTo>
                  <a:pt x="93" y="4"/>
                  <a:pt x="92" y="3"/>
                  <a:pt x="92" y="3"/>
                </a:cubicBezTo>
                <a:cubicBezTo>
                  <a:pt x="92" y="3"/>
                  <a:pt x="91" y="2"/>
                  <a:pt x="91" y="2"/>
                </a:cubicBezTo>
                <a:cubicBezTo>
                  <a:pt x="90" y="2"/>
                  <a:pt x="90" y="2"/>
                  <a:pt x="89" y="2"/>
                </a:cubicBezTo>
                <a:cubicBezTo>
                  <a:pt x="88" y="2"/>
                  <a:pt x="88" y="2"/>
                  <a:pt x="87" y="2"/>
                </a:cubicBezTo>
                <a:cubicBezTo>
                  <a:pt x="87" y="2"/>
                  <a:pt x="86" y="3"/>
                  <a:pt x="86" y="3"/>
                </a:cubicBezTo>
                <a:cubicBezTo>
                  <a:pt x="86" y="4"/>
                  <a:pt x="85" y="4"/>
                  <a:pt x="85" y="5"/>
                </a:cubicBezTo>
                <a:cubicBezTo>
                  <a:pt x="85" y="5"/>
                  <a:pt x="85" y="6"/>
                  <a:pt x="85" y="7"/>
                </a:cubicBezTo>
                <a:cubicBezTo>
                  <a:pt x="85" y="9"/>
                  <a:pt x="85" y="10"/>
                  <a:pt x="85" y="11"/>
                </a:cubicBezTo>
                <a:cubicBezTo>
                  <a:pt x="86" y="12"/>
                  <a:pt x="86" y="12"/>
                  <a:pt x="87" y="13"/>
                </a:cubicBezTo>
                <a:cubicBezTo>
                  <a:pt x="88" y="13"/>
                  <a:pt x="88" y="13"/>
                  <a:pt x="89" y="13"/>
                </a:cubicBezTo>
                <a:cubicBezTo>
                  <a:pt x="90" y="13"/>
                  <a:pt x="91" y="13"/>
                  <a:pt x="91" y="13"/>
                </a:cubicBezTo>
                <a:cubicBezTo>
                  <a:pt x="92" y="12"/>
                  <a:pt x="92" y="12"/>
                  <a:pt x="93" y="12"/>
                </a:cubicBezTo>
                <a:lnTo>
                  <a:pt x="93" y="9"/>
                </a:lnTo>
                <a:lnTo>
                  <a:pt x="89" y="9"/>
                </a:lnTo>
                <a:close/>
              </a:path>
              <a:path w="471" h="15">
                <a:moveTo>
                  <a:pt x="110" y="0"/>
                </a:moveTo>
                <a:lnTo>
                  <a:pt x="112" y="0"/>
                </a:lnTo>
                <a:lnTo>
                  <a:pt x="112" y="9"/>
                </a:lnTo>
                <a:cubicBezTo>
                  <a:pt x="112" y="10"/>
                  <a:pt x="111" y="11"/>
                  <a:pt x="111" y="12"/>
                </a:cubicBezTo>
                <a:cubicBezTo>
                  <a:pt x="111" y="13"/>
                  <a:pt x="110" y="14"/>
                  <a:pt x="110" y="14"/>
                </a:cubicBezTo>
                <a:cubicBezTo>
                  <a:pt x="109" y="15"/>
                  <a:pt x="108" y="15"/>
                  <a:pt x="107" y="15"/>
                </a:cubicBezTo>
                <a:cubicBezTo>
                  <a:pt x="106" y="15"/>
                  <a:pt x="105" y="15"/>
                  <a:pt x="104" y="14"/>
                </a:cubicBezTo>
                <a:cubicBezTo>
                  <a:pt x="103" y="14"/>
                  <a:pt x="103" y="13"/>
                  <a:pt x="102" y="12"/>
                </a:cubicBezTo>
                <a:cubicBezTo>
                  <a:pt x="102" y="11"/>
                  <a:pt x="102" y="10"/>
                  <a:pt x="102" y="9"/>
                </a:cubicBezTo>
                <a:lnTo>
                  <a:pt x="102" y="0"/>
                </a:lnTo>
                <a:lnTo>
                  <a:pt x="103" y="0"/>
                </a:lnTo>
                <a:lnTo>
                  <a:pt x="103" y="9"/>
                </a:lnTo>
                <a:cubicBezTo>
                  <a:pt x="103" y="10"/>
                  <a:pt x="104" y="11"/>
                  <a:pt x="104" y="11"/>
                </a:cubicBezTo>
                <a:cubicBezTo>
                  <a:pt x="104" y="12"/>
                  <a:pt x="104" y="12"/>
                  <a:pt x="105" y="13"/>
                </a:cubicBezTo>
                <a:cubicBezTo>
                  <a:pt x="105" y="13"/>
                  <a:pt x="106" y="13"/>
                  <a:pt x="107" y="13"/>
                </a:cubicBezTo>
                <a:cubicBezTo>
                  <a:pt x="108" y="13"/>
                  <a:pt x="109" y="13"/>
                  <a:pt x="109" y="12"/>
                </a:cubicBezTo>
                <a:cubicBezTo>
                  <a:pt x="110" y="12"/>
                  <a:pt x="110" y="10"/>
                  <a:pt x="110" y="9"/>
                </a:cubicBezTo>
                <a:lnTo>
                  <a:pt x="110" y="0"/>
                </a:lnTo>
                <a:close/>
              </a:path>
              <a:path w="471" h="15">
                <a:moveTo>
                  <a:pt x="114" y="15"/>
                </a:moveTo>
                <a:lnTo>
                  <a:pt x="114" y="0"/>
                </a:lnTo>
                <a:lnTo>
                  <a:pt x="116" y="0"/>
                </a:lnTo>
                <a:lnTo>
                  <a:pt x="122" y="12"/>
                </a:lnTo>
                <a:lnTo>
                  <a:pt x="122" y="0"/>
                </a:lnTo>
                <a:lnTo>
                  <a:pt x="124" y="0"/>
                </a:lnTo>
                <a:lnTo>
                  <a:pt x="124" y="15"/>
                </a:lnTo>
                <a:lnTo>
                  <a:pt x="122" y="15"/>
                </a:lnTo>
                <a:lnTo>
                  <a:pt x="115" y="3"/>
                </a:lnTo>
                <a:lnTo>
                  <a:pt x="115" y="15"/>
                </a:lnTo>
                <a:lnTo>
                  <a:pt x="114" y="15"/>
                </a:lnTo>
                <a:close/>
              </a:path>
              <a:path w="471" h="15">
                <a:moveTo>
                  <a:pt x="126" y="15"/>
                </a:moveTo>
                <a:lnTo>
                  <a:pt x="126" y="0"/>
                </a:lnTo>
                <a:lnTo>
                  <a:pt x="128" y="0"/>
                </a:lnTo>
                <a:lnTo>
                  <a:pt x="128" y="15"/>
                </a:lnTo>
                <a:lnTo>
                  <a:pt x="126" y="15"/>
                </a:lnTo>
                <a:close/>
              </a:path>
              <a:path w="471" h="15">
                <a:moveTo>
                  <a:pt x="134" y="15"/>
                </a:moveTo>
                <a:lnTo>
                  <a:pt x="129" y="0"/>
                </a:lnTo>
                <a:lnTo>
                  <a:pt x="131" y="0"/>
                </a:lnTo>
                <a:lnTo>
                  <a:pt x="134" y="11"/>
                </a:lnTo>
                <a:cubicBezTo>
                  <a:pt x="134" y="12"/>
                  <a:pt x="135" y="12"/>
                  <a:pt x="135" y="13"/>
                </a:cubicBezTo>
                <a:cubicBezTo>
                  <a:pt x="135" y="12"/>
                  <a:pt x="135" y="12"/>
                  <a:pt x="135" y="11"/>
                </a:cubicBezTo>
                <a:lnTo>
                  <a:pt x="139" y="0"/>
                </a:lnTo>
                <a:lnTo>
                  <a:pt x="141" y="0"/>
                </a:lnTo>
                <a:lnTo>
                  <a:pt x="136" y="15"/>
                </a:lnTo>
                <a:lnTo>
                  <a:pt x="134" y="15"/>
                </a:lnTo>
                <a:close/>
              </a:path>
              <a:path w="471" h="15">
                <a:moveTo>
                  <a:pt x="142" y="15"/>
                </a:moveTo>
                <a:lnTo>
                  <a:pt x="142" y="0"/>
                </a:lnTo>
                <a:lnTo>
                  <a:pt x="151" y="0"/>
                </a:lnTo>
                <a:lnTo>
                  <a:pt x="151" y="2"/>
                </a:lnTo>
                <a:lnTo>
                  <a:pt x="143" y="2"/>
                </a:lnTo>
                <a:lnTo>
                  <a:pt x="143" y="6"/>
                </a:lnTo>
                <a:lnTo>
                  <a:pt x="150" y="6"/>
                </a:lnTo>
                <a:lnTo>
                  <a:pt x="150" y="8"/>
                </a:lnTo>
                <a:lnTo>
                  <a:pt x="143" y="8"/>
                </a:lnTo>
                <a:lnTo>
                  <a:pt x="143" y="13"/>
                </a:lnTo>
                <a:lnTo>
                  <a:pt x="151" y="13"/>
                </a:lnTo>
                <a:lnTo>
                  <a:pt x="151" y="15"/>
                </a:lnTo>
                <a:lnTo>
                  <a:pt x="142" y="15"/>
                </a:lnTo>
                <a:close/>
              </a:path>
              <a:path w="471" h="15">
                <a:moveTo>
                  <a:pt x="153" y="15"/>
                </a:moveTo>
                <a:lnTo>
                  <a:pt x="153" y="0"/>
                </a:lnTo>
                <a:lnTo>
                  <a:pt x="158" y="0"/>
                </a:lnTo>
                <a:cubicBezTo>
                  <a:pt x="159" y="0"/>
                  <a:pt x="160" y="0"/>
                  <a:pt x="161" y="1"/>
                </a:cubicBezTo>
                <a:cubicBezTo>
                  <a:pt x="161" y="1"/>
                  <a:pt x="162" y="1"/>
                  <a:pt x="162" y="2"/>
                </a:cubicBezTo>
                <a:cubicBezTo>
                  <a:pt x="163" y="3"/>
                  <a:pt x="163" y="3"/>
                  <a:pt x="163" y="4"/>
                </a:cubicBezTo>
                <a:cubicBezTo>
                  <a:pt x="163" y="5"/>
                  <a:pt x="162" y="6"/>
                  <a:pt x="162" y="7"/>
                </a:cubicBezTo>
                <a:cubicBezTo>
                  <a:pt x="161" y="7"/>
                  <a:pt x="160" y="8"/>
                  <a:pt x="159" y="8"/>
                </a:cubicBezTo>
                <a:cubicBezTo>
                  <a:pt x="160" y="8"/>
                  <a:pt x="160" y="9"/>
                  <a:pt x="160" y="9"/>
                </a:cubicBezTo>
                <a:cubicBezTo>
                  <a:pt x="161" y="9"/>
                  <a:pt x="161" y="10"/>
                  <a:pt x="162" y="11"/>
                </a:cubicBezTo>
                <a:lnTo>
                  <a:pt x="164" y="15"/>
                </a:lnTo>
                <a:lnTo>
                  <a:pt x="162" y="15"/>
                </a:lnTo>
                <a:lnTo>
                  <a:pt x="160" y="12"/>
                </a:lnTo>
                <a:cubicBezTo>
                  <a:pt x="160" y="11"/>
                  <a:pt x="159" y="10"/>
                  <a:pt x="159" y="10"/>
                </a:cubicBezTo>
                <a:cubicBezTo>
                  <a:pt x="159" y="9"/>
                  <a:pt x="158" y="9"/>
                  <a:pt x="158" y="9"/>
                </a:cubicBezTo>
                <a:cubicBezTo>
                  <a:pt x="158" y="9"/>
                  <a:pt x="158" y="8"/>
                  <a:pt x="157" y="8"/>
                </a:cubicBezTo>
                <a:cubicBezTo>
                  <a:pt x="157" y="8"/>
                  <a:pt x="157" y="8"/>
                  <a:pt x="156" y="8"/>
                </a:cubicBezTo>
                <a:lnTo>
                  <a:pt x="154" y="8"/>
                </a:lnTo>
                <a:lnTo>
                  <a:pt x="154" y="15"/>
                </a:lnTo>
                <a:lnTo>
                  <a:pt x="153" y="15"/>
                </a:lnTo>
                <a:close/>
                <a:moveTo>
                  <a:pt x="154" y="7"/>
                </a:moveTo>
                <a:lnTo>
                  <a:pt x="158" y="7"/>
                </a:lnTo>
                <a:cubicBezTo>
                  <a:pt x="159" y="7"/>
                  <a:pt x="159" y="7"/>
                  <a:pt x="160" y="6"/>
                </a:cubicBezTo>
                <a:cubicBezTo>
                  <a:pt x="160" y="6"/>
                  <a:pt x="160" y="6"/>
                  <a:pt x="161" y="6"/>
                </a:cubicBezTo>
                <a:cubicBezTo>
                  <a:pt x="161" y="5"/>
                  <a:pt x="161" y="5"/>
                  <a:pt x="161" y="4"/>
                </a:cubicBezTo>
                <a:cubicBezTo>
                  <a:pt x="161" y="4"/>
                  <a:pt x="161" y="3"/>
                  <a:pt x="160" y="3"/>
                </a:cubicBezTo>
                <a:cubicBezTo>
                  <a:pt x="160" y="2"/>
                  <a:pt x="159" y="2"/>
                  <a:pt x="158" y="2"/>
                </a:cubicBezTo>
                <a:lnTo>
                  <a:pt x="154" y="2"/>
                </a:lnTo>
                <a:lnTo>
                  <a:pt x="154" y="7"/>
                </a:lnTo>
                <a:close/>
              </a:path>
              <a:path w="471" h="15">
                <a:moveTo>
                  <a:pt x="164" y="10"/>
                </a:moveTo>
                <a:lnTo>
                  <a:pt x="166" y="10"/>
                </a:lnTo>
                <a:cubicBezTo>
                  <a:pt x="166" y="11"/>
                  <a:pt x="166" y="11"/>
                  <a:pt x="166" y="12"/>
                </a:cubicBezTo>
                <a:cubicBezTo>
                  <a:pt x="167" y="12"/>
                  <a:pt x="167" y="13"/>
                  <a:pt x="168" y="13"/>
                </a:cubicBezTo>
                <a:cubicBezTo>
                  <a:pt x="168" y="13"/>
                  <a:pt x="169" y="13"/>
                  <a:pt x="170" y="13"/>
                </a:cubicBezTo>
                <a:cubicBezTo>
                  <a:pt x="170" y="13"/>
                  <a:pt x="171" y="13"/>
                  <a:pt x="171" y="13"/>
                </a:cubicBezTo>
                <a:cubicBezTo>
                  <a:pt x="172" y="13"/>
                  <a:pt x="172" y="12"/>
                  <a:pt x="172" y="12"/>
                </a:cubicBezTo>
                <a:cubicBezTo>
                  <a:pt x="173" y="12"/>
                  <a:pt x="173" y="11"/>
                  <a:pt x="173" y="11"/>
                </a:cubicBezTo>
                <a:cubicBezTo>
                  <a:pt x="173" y="10"/>
                  <a:pt x="173" y="10"/>
                  <a:pt x="172" y="10"/>
                </a:cubicBezTo>
                <a:cubicBezTo>
                  <a:pt x="172" y="9"/>
                  <a:pt x="172" y="9"/>
                  <a:pt x="171" y="9"/>
                </a:cubicBezTo>
                <a:cubicBezTo>
                  <a:pt x="171" y="9"/>
                  <a:pt x="170" y="8"/>
                  <a:pt x="169" y="8"/>
                </a:cubicBezTo>
                <a:cubicBezTo>
                  <a:pt x="168" y="8"/>
                  <a:pt x="167" y="7"/>
                  <a:pt x="167" y="7"/>
                </a:cubicBezTo>
                <a:cubicBezTo>
                  <a:pt x="166" y="7"/>
                  <a:pt x="166" y="6"/>
                  <a:pt x="165" y="6"/>
                </a:cubicBezTo>
                <a:cubicBezTo>
                  <a:pt x="165" y="5"/>
                  <a:pt x="165" y="5"/>
                  <a:pt x="165" y="4"/>
                </a:cubicBezTo>
                <a:cubicBezTo>
                  <a:pt x="165" y="3"/>
                  <a:pt x="165" y="3"/>
                  <a:pt x="165" y="2"/>
                </a:cubicBezTo>
                <a:cubicBezTo>
                  <a:pt x="166" y="1"/>
                  <a:pt x="166" y="1"/>
                  <a:pt x="167" y="1"/>
                </a:cubicBezTo>
                <a:cubicBezTo>
                  <a:pt x="168" y="0"/>
                  <a:pt x="168" y="0"/>
                  <a:pt x="169" y="0"/>
                </a:cubicBezTo>
                <a:cubicBezTo>
                  <a:pt x="170" y="0"/>
                  <a:pt x="171" y="0"/>
                  <a:pt x="172" y="1"/>
                </a:cubicBezTo>
                <a:cubicBezTo>
                  <a:pt x="172" y="1"/>
                  <a:pt x="173" y="1"/>
                  <a:pt x="173" y="2"/>
                </a:cubicBezTo>
                <a:cubicBezTo>
                  <a:pt x="174" y="3"/>
                  <a:pt x="174" y="3"/>
                  <a:pt x="174" y="4"/>
                </a:cubicBezTo>
                <a:lnTo>
                  <a:pt x="172" y="4"/>
                </a:lnTo>
                <a:cubicBezTo>
                  <a:pt x="172" y="4"/>
                  <a:pt x="172" y="3"/>
                  <a:pt x="171" y="2"/>
                </a:cubicBezTo>
                <a:cubicBezTo>
                  <a:pt x="171" y="2"/>
                  <a:pt x="170" y="2"/>
                  <a:pt x="169" y="2"/>
                </a:cubicBezTo>
                <a:cubicBezTo>
                  <a:pt x="168" y="2"/>
                  <a:pt x="168" y="2"/>
                  <a:pt x="167" y="2"/>
                </a:cubicBezTo>
                <a:cubicBezTo>
                  <a:pt x="167" y="3"/>
                  <a:pt x="166" y="3"/>
                  <a:pt x="166" y="4"/>
                </a:cubicBezTo>
                <a:cubicBezTo>
                  <a:pt x="166" y="4"/>
                  <a:pt x="167" y="5"/>
                  <a:pt x="167" y="5"/>
                </a:cubicBezTo>
                <a:cubicBezTo>
                  <a:pt x="167" y="5"/>
                  <a:pt x="168" y="6"/>
                  <a:pt x="169" y="6"/>
                </a:cubicBezTo>
                <a:cubicBezTo>
                  <a:pt x="171" y="7"/>
                  <a:pt x="172" y="7"/>
                  <a:pt x="172" y="7"/>
                </a:cubicBezTo>
                <a:cubicBezTo>
                  <a:pt x="173" y="7"/>
                  <a:pt x="173" y="8"/>
                  <a:pt x="174" y="9"/>
                </a:cubicBezTo>
                <a:cubicBezTo>
                  <a:pt x="174" y="9"/>
                  <a:pt x="174" y="10"/>
                  <a:pt x="174" y="11"/>
                </a:cubicBezTo>
                <a:cubicBezTo>
                  <a:pt x="174" y="11"/>
                  <a:pt x="174" y="12"/>
                  <a:pt x="174" y="13"/>
                </a:cubicBezTo>
                <a:cubicBezTo>
                  <a:pt x="173" y="13"/>
                  <a:pt x="173" y="14"/>
                  <a:pt x="172" y="14"/>
                </a:cubicBezTo>
                <a:cubicBezTo>
                  <a:pt x="171" y="15"/>
                  <a:pt x="171" y="15"/>
                  <a:pt x="170" y="15"/>
                </a:cubicBezTo>
                <a:cubicBezTo>
                  <a:pt x="169" y="15"/>
                  <a:pt x="168" y="15"/>
                  <a:pt x="167" y="14"/>
                </a:cubicBezTo>
                <a:cubicBezTo>
                  <a:pt x="166" y="14"/>
                  <a:pt x="165" y="13"/>
                  <a:pt x="165" y="13"/>
                </a:cubicBezTo>
                <a:cubicBezTo>
                  <a:pt x="165" y="12"/>
                  <a:pt x="164" y="11"/>
                  <a:pt x="164" y="10"/>
                </a:cubicBezTo>
                <a:close/>
              </a:path>
              <a:path w="471" h="15">
                <a:moveTo>
                  <a:pt x="176" y="15"/>
                </a:moveTo>
                <a:lnTo>
                  <a:pt x="176" y="0"/>
                </a:lnTo>
                <a:lnTo>
                  <a:pt x="178" y="0"/>
                </a:lnTo>
                <a:lnTo>
                  <a:pt x="178" y="15"/>
                </a:lnTo>
                <a:lnTo>
                  <a:pt x="176" y="15"/>
                </a:lnTo>
                <a:close/>
              </a:path>
              <a:path w="471" h="15">
                <a:moveTo>
                  <a:pt x="184" y="15"/>
                </a:moveTo>
                <a:lnTo>
                  <a:pt x="184" y="2"/>
                </a:lnTo>
                <a:lnTo>
                  <a:pt x="179" y="2"/>
                </a:lnTo>
                <a:lnTo>
                  <a:pt x="179" y="0"/>
                </a:lnTo>
                <a:lnTo>
                  <a:pt x="189" y="0"/>
                </a:lnTo>
                <a:lnTo>
                  <a:pt x="189" y="2"/>
                </a:lnTo>
                <a:lnTo>
                  <a:pt x="185" y="2"/>
                </a:lnTo>
                <a:lnTo>
                  <a:pt x="185" y="15"/>
                </a:lnTo>
                <a:lnTo>
                  <a:pt x="184" y="15"/>
                </a:lnTo>
                <a:close/>
              </a:path>
              <a:path w="471" h="15">
                <a:moveTo>
                  <a:pt x="194" y="15"/>
                </a:moveTo>
                <a:lnTo>
                  <a:pt x="194" y="9"/>
                </a:lnTo>
                <a:lnTo>
                  <a:pt x="189" y="0"/>
                </a:lnTo>
                <a:lnTo>
                  <a:pt x="191" y="0"/>
                </a:lnTo>
                <a:lnTo>
                  <a:pt x="194" y="5"/>
                </a:lnTo>
                <a:cubicBezTo>
                  <a:pt x="194" y="5"/>
                  <a:pt x="195" y="6"/>
                  <a:pt x="195" y="7"/>
                </a:cubicBezTo>
                <a:cubicBezTo>
                  <a:pt x="195" y="6"/>
                  <a:pt x="196" y="5"/>
                  <a:pt x="196" y="5"/>
                </a:cubicBezTo>
                <a:lnTo>
                  <a:pt x="199" y="0"/>
                </a:lnTo>
                <a:lnTo>
                  <a:pt x="201" y="0"/>
                </a:lnTo>
                <a:lnTo>
                  <a:pt x="196" y="9"/>
                </a:lnTo>
                <a:lnTo>
                  <a:pt x="196" y="15"/>
                </a:lnTo>
                <a:lnTo>
                  <a:pt x="194" y="15"/>
                </a:lnTo>
                <a:close/>
              </a:path>
              <a:path w="471" h="15">
                <a:moveTo>
                  <a:pt x="206" y="8"/>
                </a:moveTo>
                <a:cubicBezTo>
                  <a:pt x="206" y="5"/>
                  <a:pt x="207" y="3"/>
                  <a:pt x="208" y="2"/>
                </a:cubicBezTo>
                <a:cubicBezTo>
                  <a:pt x="209" y="1"/>
                  <a:pt x="211" y="0"/>
                  <a:pt x="212" y="0"/>
                </a:cubicBezTo>
                <a:cubicBezTo>
                  <a:pt x="213" y="0"/>
                  <a:pt x="214" y="0"/>
                  <a:pt x="215" y="1"/>
                </a:cubicBezTo>
                <a:cubicBezTo>
                  <a:pt x="216" y="2"/>
                  <a:pt x="217" y="3"/>
                  <a:pt x="218" y="4"/>
                </a:cubicBezTo>
                <a:cubicBezTo>
                  <a:pt x="218" y="5"/>
                  <a:pt x="218" y="6"/>
                  <a:pt x="218" y="8"/>
                </a:cubicBezTo>
                <a:cubicBezTo>
                  <a:pt x="218" y="9"/>
                  <a:pt x="218" y="10"/>
                  <a:pt x="217" y="11"/>
                </a:cubicBezTo>
                <a:cubicBezTo>
                  <a:pt x="217" y="13"/>
                  <a:pt x="216" y="13"/>
                  <a:pt x="215" y="14"/>
                </a:cubicBezTo>
                <a:cubicBezTo>
                  <a:pt x="214" y="15"/>
                  <a:pt x="213" y="15"/>
                  <a:pt x="212" y="15"/>
                </a:cubicBezTo>
                <a:cubicBezTo>
                  <a:pt x="211" y="15"/>
                  <a:pt x="210" y="15"/>
                  <a:pt x="209" y="14"/>
                </a:cubicBezTo>
                <a:cubicBezTo>
                  <a:pt x="208" y="13"/>
                  <a:pt x="207" y="12"/>
                  <a:pt x="207" y="11"/>
                </a:cubicBezTo>
                <a:cubicBezTo>
                  <a:pt x="207" y="10"/>
                  <a:pt x="206" y="9"/>
                  <a:pt x="206" y="8"/>
                </a:cubicBezTo>
                <a:close/>
                <a:moveTo>
                  <a:pt x="208" y="8"/>
                </a:moveTo>
                <a:cubicBezTo>
                  <a:pt x="208" y="9"/>
                  <a:pt x="208" y="11"/>
                  <a:pt x="209" y="12"/>
                </a:cubicBezTo>
                <a:cubicBezTo>
                  <a:pt x="210" y="13"/>
                  <a:pt x="211" y="13"/>
                  <a:pt x="212" y="13"/>
                </a:cubicBezTo>
                <a:cubicBezTo>
                  <a:pt x="214" y="13"/>
                  <a:pt x="215" y="13"/>
                  <a:pt x="215" y="12"/>
                </a:cubicBezTo>
                <a:cubicBezTo>
                  <a:pt x="216" y="11"/>
                  <a:pt x="217" y="9"/>
                  <a:pt x="217" y="7"/>
                </a:cubicBezTo>
                <a:cubicBezTo>
                  <a:pt x="217" y="6"/>
                  <a:pt x="216" y="5"/>
                  <a:pt x="216" y="4"/>
                </a:cubicBezTo>
                <a:cubicBezTo>
                  <a:pt x="216" y="4"/>
                  <a:pt x="215" y="3"/>
                  <a:pt x="215" y="2"/>
                </a:cubicBezTo>
                <a:cubicBezTo>
                  <a:pt x="214" y="2"/>
                  <a:pt x="213" y="2"/>
                  <a:pt x="212" y="2"/>
                </a:cubicBezTo>
                <a:cubicBezTo>
                  <a:pt x="211" y="2"/>
                  <a:pt x="210" y="2"/>
                  <a:pt x="209" y="3"/>
                </a:cubicBezTo>
                <a:cubicBezTo>
                  <a:pt x="208" y="4"/>
                  <a:pt x="208" y="6"/>
                  <a:pt x="208" y="8"/>
                </a:cubicBezTo>
                <a:close/>
              </a:path>
              <a:path w="471" h="15">
                <a:moveTo>
                  <a:pt x="220" y="15"/>
                </a:moveTo>
                <a:lnTo>
                  <a:pt x="220" y="0"/>
                </a:lnTo>
                <a:lnTo>
                  <a:pt x="228" y="0"/>
                </a:lnTo>
                <a:lnTo>
                  <a:pt x="228" y="2"/>
                </a:lnTo>
                <a:lnTo>
                  <a:pt x="222" y="2"/>
                </a:lnTo>
                <a:lnTo>
                  <a:pt x="222" y="6"/>
                </a:lnTo>
                <a:lnTo>
                  <a:pt x="228" y="6"/>
                </a:lnTo>
                <a:lnTo>
                  <a:pt x="228" y="8"/>
                </a:lnTo>
                <a:lnTo>
                  <a:pt x="222" y="8"/>
                </a:lnTo>
                <a:lnTo>
                  <a:pt x="222" y="15"/>
                </a:lnTo>
                <a:lnTo>
                  <a:pt x="220" y="15"/>
                </a:lnTo>
                <a:close/>
              </a:path>
              <a:path w="471" h="15">
                <a:moveTo>
                  <a:pt x="235" y="10"/>
                </a:moveTo>
                <a:lnTo>
                  <a:pt x="236" y="10"/>
                </a:lnTo>
                <a:cubicBezTo>
                  <a:pt x="237" y="11"/>
                  <a:pt x="237" y="11"/>
                  <a:pt x="237" y="12"/>
                </a:cubicBezTo>
                <a:cubicBezTo>
                  <a:pt x="237" y="12"/>
                  <a:pt x="238" y="13"/>
                  <a:pt x="238" y="13"/>
                </a:cubicBezTo>
                <a:cubicBezTo>
                  <a:pt x="239" y="13"/>
                  <a:pt x="239" y="13"/>
                  <a:pt x="240" y="13"/>
                </a:cubicBezTo>
                <a:cubicBezTo>
                  <a:pt x="241" y="13"/>
                  <a:pt x="241" y="13"/>
                  <a:pt x="242" y="13"/>
                </a:cubicBezTo>
                <a:cubicBezTo>
                  <a:pt x="242" y="13"/>
                  <a:pt x="243" y="12"/>
                  <a:pt x="243" y="12"/>
                </a:cubicBezTo>
                <a:cubicBezTo>
                  <a:pt x="243" y="12"/>
                  <a:pt x="243" y="11"/>
                  <a:pt x="243" y="11"/>
                </a:cubicBezTo>
                <a:cubicBezTo>
                  <a:pt x="243" y="10"/>
                  <a:pt x="243" y="10"/>
                  <a:pt x="243" y="10"/>
                </a:cubicBezTo>
                <a:cubicBezTo>
                  <a:pt x="243" y="9"/>
                  <a:pt x="242" y="9"/>
                  <a:pt x="242" y="9"/>
                </a:cubicBezTo>
                <a:cubicBezTo>
                  <a:pt x="241" y="9"/>
                  <a:pt x="241" y="8"/>
                  <a:pt x="240" y="8"/>
                </a:cubicBezTo>
                <a:cubicBezTo>
                  <a:pt x="238" y="8"/>
                  <a:pt x="238" y="7"/>
                  <a:pt x="237" y="7"/>
                </a:cubicBezTo>
                <a:cubicBezTo>
                  <a:pt x="237" y="7"/>
                  <a:pt x="236" y="6"/>
                  <a:pt x="236" y="6"/>
                </a:cubicBezTo>
                <a:cubicBezTo>
                  <a:pt x="235" y="5"/>
                  <a:pt x="235" y="5"/>
                  <a:pt x="235" y="4"/>
                </a:cubicBezTo>
                <a:cubicBezTo>
                  <a:pt x="235" y="3"/>
                  <a:pt x="236" y="3"/>
                  <a:pt x="236" y="2"/>
                </a:cubicBezTo>
                <a:cubicBezTo>
                  <a:pt x="236" y="1"/>
                  <a:pt x="237" y="1"/>
                  <a:pt x="237" y="1"/>
                </a:cubicBezTo>
                <a:cubicBezTo>
                  <a:pt x="238" y="0"/>
                  <a:pt x="239" y="0"/>
                  <a:pt x="240" y="0"/>
                </a:cubicBezTo>
                <a:cubicBezTo>
                  <a:pt x="241" y="0"/>
                  <a:pt x="241" y="0"/>
                  <a:pt x="242" y="1"/>
                </a:cubicBezTo>
                <a:cubicBezTo>
                  <a:pt x="243" y="1"/>
                  <a:pt x="243" y="1"/>
                  <a:pt x="244" y="2"/>
                </a:cubicBezTo>
                <a:cubicBezTo>
                  <a:pt x="244" y="3"/>
                  <a:pt x="244" y="3"/>
                  <a:pt x="244" y="4"/>
                </a:cubicBezTo>
                <a:lnTo>
                  <a:pt x="243" y="4"/>
                </a:lnTo>
                <a:cubicBezTo>
                  <a:pt x="243" y="4"/>
                  <a:pt x="242" y="3"/>
                  <a:pt x="242" y="2"/>
                </a:cubicBezTo>
                <a:cubicBezTo>
                  <a:pt x="242" y="2"/>
                  <a:pt x="241" y="2"/>
                  <a:pt x="240" y="2"/>
                </a:cubicBezTo>
                <a:cubicBezTo>
                  <a:pt x="239" y="2"/>
                  <a:pt x="238" y="2"/>
                  <a:pt x="238" y="2"/>
                </a:cubicBezTo>
                <a:cubicBezTo>
                  <a:pt x="237" y="3"/>
                  <a:pt x="237" y="3"/>
                  <a:pt x="237" y="4"/>
                </a:cubicBezTo>
                <a:cubicBezTo>
                  <a:pt x="237" y="4"/>
                  <a:pt x="237" y="5"/>
                  <a:pt x="237" y="5"/>
                </a:cubicBezTo>
                <a:cubicBezTo>
                  <a:pt x="238" y="5"/>
                  <a:pt x="239" y="6"/>
                  <a:pt x="240" y="6"/>
                </a:cubicBezTo>
                <a:cubicBezTo>
                  <a:pt x="241" y="7"/>
                  <a:pt x="242" y="7"/>
                  <a:pt x="243" y="7"/>
                </a:cubicBezTo>
                <a:cubicBezTo>
                  <a:pt x="243" y="7"/>
                  <a:pt x="244" y="8"/>
                  <a:pt x="244" y="9"/>
                </a:cubicBezTo>
                <a:cubicBezTo>
                  <a:pt x="245" y="9"/>
                  <a:pt x="245" y="10"/>
                  <a:pt x="245" y="11"/>
                </a:cubicBezTo>
                <a:cubicBezTo>
                  <a:pt x="245" y="11"/>
                  <a:pt x="245" y="12"/>
                  <a:pt x="244" y="13"/>
                </a:cubicBezTo>
                <a:cubicBezTo>
                  <a:pt x="244" y="13"/>
                  <a:pt x="243" y="14"/>
                  <a:pt x="243" y="14"/>
                </a:cubicBezTo>
                <a:cubicBezTo>
                  <a:pt x="242" y="15"/>
                  <a:pt x="241" y="15"/>
                  <a:pt x="240" y="15"/>
                </a:cubicBezTo>
                <a:cubicBezTo>
                  <a:pt x="239" y="15"/>
                  <a:pt x="238" y="15"/>
                  <a:pt x="237" y="14"/>
                </a:cubicBezTo>
                <a:cubicBezTo>
                  <a:pt x="237" y="14"/>
                  <a:pt x="236" y="13"/>
                  <a:pt x="236" y="13"/>
                </a:cubicBezTo>
                <a:cubicBezTo>
                  <a:pt x="235" y="12"/>
                  <a:pt x="235" y="11"/>
                  <a:pt x="235" y="10"/>
                </a:cubicBezTo>
                <a:close/>
              </a:path>
              <a:path w="471" h="15">
                <a:moveTo>
                  <a:pt x="256" y="10"/>
                </a:moveTo>
                <a:lnTo>
                  <a:pt x="257" y="10"/>
                </a:lnTo>
                <a:cubicBezTo>
                  <a:pt x="257" y="12"/>
                  <a:pt x="256" y="13"/>
                  <a:pt x="255" y="14"/>
                </a:cubicBezTo>
                <a:cubicBezTo>
                  <a:pt x="254" y="15"/>
                  <a:pt x="253" y="15"/>
                  <a:pt x="252" y="15"/>
                </a:cubicBezTo>
                <a:cubicBezTo>
                  <a:pt x="251" y="15"/>
                  <a:pt x="250" y="15"/>
                  <a:pt x="249" y="14"/>
                </a:cubicBezTo>
                <a:cubicBezTo>
                  <a:pt x="248" y="13"/>
                  <a:pt x="247" y="12"/>
                  <a:pt x="247" y="11"/>
                </a:cubicBezTo>
                <a:cubicBezTo>
                  <a:pt x="246" y="10"/>
                  <a:pt x="246" y="9"/>
                  <a:pt x="246" y="7"/>
                </a:cubicBezTo>
                <a:cubicBezTo>
                  <a:pt x="246" y="6"/>
                  <a:pt x="246" y="5"/>
                  <a:pt x="247" y="3"/>
                </a:cubicBezTo>
                <a:cubicBezTo>
                  <a:pt x="247" y="2"/>
                  <a:pt x="248" y="1"/>
                  <a:pt x="249" y="1"/>
                </a:cubicBezTo>
                <a:cubicBezTo>
                  <a:pt x="250" y="0"/>
                  <a:pt x="251" y="0"/>
                  <a:pt x="252" y="0"/>
                </a:cubicBezTo>
                <a:cubicBezTo>
                  <a:pt x="253" y="0"/>
                  <a:pt x="254" y="0"/>
                  <a:pt x="255" y="1"/>
                </a:cubicBezTo>
                <a:cubicBezTo>
                  <a:pt x="256" y="2"/>
                  <a:pt x="257" y="3"/>
                  <a:pt x="257" y="4"/>
                </a:cubicBezTo>
                <a:lnTo>
                  <a:pt x="255" y="5"/>
                </a:lnTo>
                <a:cubicBezTo>
                  <a:pt x="255" y="4"/>
                  <a:pt x="255" y="3"/>
                  <a:pt x="254" y="2"/>
                </a:cubicBezTo>
                <a:cubicBezTo>
                  <a:pt x="254" y="2"/>
                  <a:pt x="253" y="2"/>
                  <a:pt x="252" y="2"/>
                </a:cubicBezTo>
                <a:cubicBezTo>
                  <a:pt x="251" y="2"/>
                  <a:pt x="250" y="2"/>
                  <a:pt x="250" y="2"/>
                </a:cubicBezTo>
                <a:cubicBezTo>
                  <a:pt x="249" y="3"/>
                  <a:pt x="248" y="4"/>
                  <a:pt x="248" y="5"/>
                </a:cubicBezTo>
                <a:cubicBezTo>
                  <a:pt x="248" y="5"/>
                  <a:pt x="248" y="6"/>
                  <a:pt x="248" y="7"/>
                </a:cubicBezTo>
                <a:cubicBezTo>
                  <a:pt x="248" y="9"/>
                  <a:pt x="248" y="10"/>
                  <a:pt x="248" y="11"/>
                </a:cubicBezTo>
                <a:cubicBezTo>
                  <a:pt x="249" y="11"/>
                  <a:pt x="249" y="12"/>
                  <a:pt x="250" y="13"/>
                </a:cubicBezTo>
                <a:cubicBezTo>
                  <a:pt x="250" y="13"/>
                  <a:pt x="251" y="13"/>
                  <a:pt x="252" y="13"/>
                </a:cubicBezTo>
                <a:cubicBezTo>
                  <a:pt x="253" y="13"/>
                  <a:pt x="254" y="13"/>
                  <a:pt x="254" y="12"/>
                </a:cubicBezTo>
                <a:cubicBezTo>
                  <a:pt x="255" y="12"/>
                  <a:pt x="255" y="11"/>
                  <a:pt x="256" y="10"/>
                </a:cubicBezTo>
                <a:close/>
              </a:path>
              <a:path w="471" h="15">
                <a:moveTo>
                  <a:pt x="259" y="15"/>
                </a:moveTo>
                <a:lnTo>
                  <a:pt x="259" y="0"/>
                </a:lnTo>
                <a:lnTo>
                  <a:pt x="261" y="0"/>
                </a:lnTo>
                <a:lnTo>
                  <a:pt x="261" y="15"/>
                </a:lnTo>
                <a:lnTo>
                  <a:pt x="259" y="15"/>
                </a:lnTo>
                <a:close/>
              </a:path>
              <a:path w="471" h="15">
                <a:moveTo>
                  <a:pt x="263" y="15"/>
                </a:moveTo>
                <a:lnTo>
                  <a:pt x="263" y="0"/>
                </a:lnTo>
                <a:lnTo>
                  <a:pt x="272" y="0"/>
                </a:lnTo>
                <a:lnTo>
                  <a:pt x="272" y="2"/>
                </a:lnTo>
                <a:lnTo>
                  <a:pt x="265" y="2"/>
                </a:lnTo>
                <a:lnTo>
                  <a:pt x="265" y="6"/>
                </a:lnTo>
                <a:lnTo>
                  <a:pt x="272" y="6"/>
                </a:lnTo>
                <a:lnTo>
                  <a:pt x="272" y="8"/>
                </a:lnTo>
                <a:lnTo>
                  <a:pt x="265" y="8"/>
                </a:lnTo>
                <a:lnTo>
                  <a:pt x="265" y="13"/>
                </a:lnTo>
                <a:lnTo>
                  <a:pt x="272" y="13"/>
                </a:lnTo>
                <a:lnTo>
                  <a:pt x="272" y="15"/>
                </a:lnTo>
                <a:lnTo>
                  <a:pt x="263" y="15"/>
                </a:lnTo>
                <a:close/>
              </a:path>
              <a:path w="471" h="15">
                <a:moveTo>
                  <a:pt x="274" y="15"/>
                </a:moveTo>
                <a:lnTo>
                  <a:pt x="274" y="0"/>
                </a:lnTo>
                <a:lnTo>
                  <a:pt x="276" y="0"/>
                </a:lnTo>
                <a:lnTo>
                  <a:pt x="283" y="12"/>
                </a:lnTo>
                <a:lnTo>
                  <a:pt x="283" y="0"/>
                </a:lnTo>
                <a:lnTo>
                  <a:pt x="284" y="0"/>
                </a:lnTo>
                <a:lnTo>
                  <a:pt x="284" y="15"/>
                </a:lnTo>
                <a:lnTo>
                  <a:pt x="282" y="15"/>
                </a:lnTo>
                <a:lnTo>
                  <a:pt x="276" y="3"/>
                </a:lnTo>
                <a:lnTo>
                  <a:pt x="276" y="15"/>
                </a:lnTo>
                <a:lnTo>
                  <a:pt x="274" y="15"/>
                </a:lnTo>
                <a:close/>
              </a:path>
              <a:path w="471" h="15">
                <a:moveTo>
                  <a:pt x="295" y="10"/>
                </a:moveTo>
                <a:lnTo>
                  <a:pt x="297" y="10"/>
                </a:lnTo>
                <a:cubicBezTo>
                  <a:pt x="297" y="12"/>
                  <a:pt x="296" y="13"/>
                  <a:pt x="295" y="14"/>
                </a:cubicBezTo>
                <a:cubicBezTo>
                  <a:pt x="294" y="15"/>
                  <a:pt x="293" y="15"/>
                  <a:pt x="292" y="15"/>
                </a:cubicBezTo>
                <a:cubicBezTo>
                  <a:pt x="290" y="15"/>
                  <a:pt x="289" y="15"/>
                  <a:pt x="289" y="14"/>
                </a:cubicBezTo>
                <a:cubicBezTo>
                  <a:pt x="288" y="13"/>
                  <a:pt x="287" y="12"/>
                  <a:pt x="287" y="11"/>
                </a:cubicBezTo>
                <a:cubicBezTo>
                  <a:pt x="286" y="10"/>
                  <a:pt x="286" y="9"/>
                  <a:pt x="286" y="7"/>
                </a:cubicBezTo>
                <a:cubicBezTo>
                  <a:pt x="286" y="6"/>
                  <a:pt x="286" y="5"/>
                  <a:pt x="287" y="3"/>
                </a:cubicBezTo>
                <a:cubicBezTo>
                  <a:pt x="287" y="2"/>
                  <a:pt x="288" y="1"/>
                  <a:pt x="289" y="1"/>
                </a:cubicBezTo>
                <a:cubicBezTo>
                  <a:pt x="290" y="0"/>
                  <a:pt x="291" y="0"/>
                  <a:pt x="292" y="0"/>
                </a:cubicBezTo>
                <a:cubicBezTo>
                  <a:pt x="293" y="0"/>
                  <a:pt x="294" y="0"/>
                  <a:pt x="295" y="1"/>
                </a:cubicBezTo>
                <a:cubicBezTo>
                  <a:pt x="296" y="2"/>
                  <a:pt x="296" y="3"/>
                  <a:pt x="297" y="4"/>
                </a:cubicBezTo>
                <a:lnTo>
                  <a:pt x="295" y="5"/>
                </a:lnTo>
                <a:cubicBezTo>
                  <a:pt x="295" y="4"/>
                  <a:pt x="294" y="3"/>
                  <a:pt x="294" y="2"/>
                </a:cubicBezTo>
                <a:cubicBezTo>
                  <a:pt x="293" y="2"/>
                  <a:pt x="293" y="2"/>
                  <a:pt x="292" y="2"/>
                </a:cubicBezTo>
                <a:cubicBezTo>
                  <a:pt x="291" y="2"/>
                  <a:pt x="290" y="2"/>
                  <a:pt x="289" y="2"/>
                </a:cubicBezTo>
                <a:cubicBezTo>
                  <a:pt x="289" y="3"/>
                  <a:pt x="288" y="4"/>
                  <a:pt x="288" y="5"/>
                </a:cubicBezTo>
                <a:cubicBezTo>
                  <a:pt x="288" y="5"/>
                  <a:pt x="288" y="6"/>
                  <a:pt x="288" y="7"/>
                </a:cubicBezTo>
                <a:cubicBezTo>
                  <a:pt x="288" y="9"/>
                  <a:pt x="288" y="10"/>
                  <a:pt x="288" y="11"/>
                </a:cubicBezTo>
                <a:cubicBezTo>
                  <a:pt x="288" y="11"/>
                  <a:pt x="289" y="12"/>
                  <a:pt x="290" y="13"/>
                </a:cubicBezTo>
                <a:cubicBezTo>
                  <a:pt x="290" y="13"/>
                  <a:pt x="291" y="13"/>
                  <a:pt x="292" y="13"/>
                </a:cubicBezTo>
                <a:cubicBezTo>
                  <a:pt x="293" y="13"/>
                  <a:pt x="293" y="13"/>
                  <a:pt x="294" y="12"/>
                </a:cubicBezTo>
                <a:cubicBezTo>
                  <a:pt x="295" y="12"/>
                  <a:pt x="295" y="11"/>
                  <a:pt x="295" y="10"/>
                </a:cubicBezTo>
                <a:close/>
              </a:path>
              <a:path w="471" h="15">
                <a:moveTo>
                  <a:pt x="299" y="15"/>
                </a:moveTo>
                <a:lnTo>
                  <a:pt x="299" y="0"/>
                </a:lnTo>
                <a:lnTo>
                  <a:pt x="308" y="0"/>
                </a:lnTo>
                <a:lnTo>
                  <a:pt x="308" y="2"/>
                </a:lnTo>
                <a:lnTo>
                  <a:pt x="300" y="2"/>
                </a:lnTo>
                <a:lnTo>
                  <a:pt x="300" y="6"/>
                </a:lnTo>
                <a:lnTo>
                  <a:pt x="307" y="6"/>
                </a:lnTo>
                <a:lnTo>
                  <a:pt x="307" y="8"/>
                </a:lnTo>
                <a:lnTo>
                  <a:pt x="300" y="8"/>
                </a:lnTo>
                <a:lnTo>
                  <a:pt x="300" y="13"/>
                </a:lnTo>
                <a:lnTo>
                  <a:pt x="308" y="13"/>
                </a:lnTo>
                <a:lnTo>
                  <a:pt x="308" y="15"/>
                </a:lnTo>
                <a:lnTo>
                  <a:pt x="299" y="15"/>
                </a:lnTo>
                <a:close/>
              </a:path>
              <a:path w="471" h="15">
                <a:moveTo>
                  <a:pt x="313" y="15"/>
                </a:moveTo>
                <a:lnTo>
                  <a:pt x="318" y="0"/>
                </a:lnTo>
                <a:lnTo>
                  <a:pt x="319" y="0"/>
                </a:lnTo>
                <a:lnTo>
                  <a:pt x="324" y="15"/>
                </a:lnTo>
                <a:lnTo>
                  <a:pt x="323" y="15"/>
                </a:lnTo>
                <a:lnTo>
                  <a:pt x="321" y="10"/>
                </a:lnTo>
                <a:lnTo>
                  <a:pt x="316" y="10"/>
                </a:lnTo>
                <a:lnTo>
                  <a:pt x="314" y="15"/>
                </a:lnTo>
                <a:lnTo>
                  <a:pt x="313" y="15"/>
                </a:lnTo>
                <a:close/>
                <a:moveTo>
                  <a:pt x="316" y="9"/>
                </a:moveTo>
                <a:lnTo>
                  <a:pt x="321" y="9"/>
                </a:lnTo>
                <a:lnTo>
                  <a:pt x="319" y="5"/>
                </a:lnTo>
                <a:cubicBezTo>
                  <a:pt x="319" y="4"/>
                  <a:pt x="319" y="3"/>
                  <a:pt x="318" y="2"/>
                </a:cubicBezTo>
                <a:cubicBezTo>
                  <a:pt x="318" y="3"/>
                  <a:pt x="318" y="4"/>
                  <a:pt x="318" y="5"/>
                </a:cubicBezTo>
                <a:lnTo>
                  <a:pt x="316" y="9"/>
                </a:lnTo>
                <a:close/>
              </a:path>
              <a:path w="471" h="15">
                <a:moveTo>
                  <a:pt x="325" y="15"/>
                </a:moveTo>
                <a:lnTo>
                  <a:pt x="325" y="0"/>
                </a:lnTo>
                <a:lnTo>
                  <a:pt x="327" y="0"/>
                </a:lnTo>
                <a:lnTo>
                  <a:pt x="334" y="12"/>
                </a:lnTo>
                <a:lnTo>
                  <a:pt x="334" y="0"/>
                </a:lnTo>
                <a:lnTo>
                  <a:pt x="335" y="0"/>
                </a:lnTo>
                <a:lnTo>
                  <a:pt x="335" y="15"/>
                </a:lnTo>
                <a:lnTo>
                  <a:pt x="333" y="15"/>
                </a:lnTo>
                <a:lnTo>
                  <a:pt x="327" y="3"/>
                </a:lnTo>
                <a:lnTo>
                  <a:pt x="327" y="15"/>
                </a:lnTo>
                <a:lnTo>
                  <a:pt x="325" y="15"/>
                </a:lnTo>
                <a:close/>
              </a:path>
              <a:path w="471" h="15">
                <a:moveTo>
                  <a:pt x="337" y="15"/>
                </a:moveTo>
                <a:lnTo>
                  <a:pt x="337" y="0"/>
                </a:lnTo>
                <a:lnTo>
                  <a:pt x="342" y="0"/>
                </a:lnTo>
                <a:cubicBezTo>
                  <a:pt x="343" y="0"/>
                  <a:pt x="343" y="0"/>
                  <a:pt x="344" y="0"/>
                </a:cubicBezTo>
                <a:cubicBezTo>
                  <a:pt x="345" y="1"/>
                  <a:pt x="345" y="1"/>
                  <a:pt x="346" y="2"/>
                </a:cubicBezTo>
                <a:cubicBezTo>
                  <a:pt x="346" y="2"/>
                  <a:pt x="347" y="3"/>
                  <a:pt x="347" y="4"/>
                </a:cubicBezTo>
                <a:cubicBezTo>
                  <a:pt x="348" y="5"/>
                  <a:pt x="348" y="6"/>
                  <a:pt x="348" y="7"/>
                </a:cubicBezTo>
                <a:cubicBezTo>
                  <a:pt x="348" y="8"/>
                  <a:pt x="348" y="9"/>
                  <a:pt x="347" y="10"/>
                </a:cubicBezTo>
                <a:cubicBezTo>
                  <a:pt x="347" y="11"/>
                  <a:pt x="347" y="12"/>
                  <a:pt x="347" y="12"/>
                </a:cubicBezTo>
                <a:cubicBezTo>
                  <a:pt x="346" y="13"/>
                  <a:pt x="346" y="13"/>
                  <a:pt x="345" y="14"/>
                </a:cubicBezTo>
                <a:cubicBezTo>
                  <a:pt x="345" y="14"/>
                  <a:pt x="344" y="14"/>
                  <a:pt x="344" y="14"/>
                </a:cubicBezTo>
                <a:cubicBezTo>
                  <a:pt x="343" y="15"/>
                  <a:pt x="343" y="15"/>
                  <a:pt x="342" y="15"/>
                </a:cubicBezTo>
                <a:lnTo>
                  <a:pt x="337" y="15"/>
                </a:lnTo>
                <a:close/>
                <a:moveTo>
                  <a:pt x="339" y="13"/>
                </a:moveTo>
                <a:lnTo>
                  <a:pt x="342" y="13"/>
                </a:lnTo>
                <a:cubicBezTo>
                  <a:pt x="343" y="13"/>
                  <a:pt x="343" y="13"/>
                  <a:pt x="344" y="13"/>
                </a:cubicBezTo>
                <a:cubicBezTo>
                  <a:pt x="344" y="13"/>
                  <a:pt x="345" y="12"/>
                  <a:pt x="345" y="12"/>
                </a:cubicBezTo>
                <a:cubicBezTo>
                  <a:pt x="345" y="12"/>
                  <a:pt x="345" y="11"/>
                  <a:pt x="346" y="10"/>
                </a:cubicBezTo>
                <a:cubicBezTo>
                  <a:pt x="346" y="9"/>
                  <a:pt x="346" y="8"/>
                  <a:pt x="346" y="7"/>
                </a:cubicBezTo>
                <a:cubicBezTo>
                  <a:pt x="346" y="6"/>
                  <a:pt x="346" y="5"/>
                  <a:pt x="345" y="4"/>
                </a:cubicBezTo>
                <a:cubicBezTo>
                  <a:pt x="345" y="3"/>
                  <a:pt x="344" y="3"/>
                  <a:pt x="344" y="2"/>
                </a:cubicBezTo>
                <a:cubicBezTo>
                  <a:pt x="343" y="2"/>
                  <a:pt x="343" y="2"/>
                  <a:pt x="342" y="2"/>
                </a:cubicBezTo>
                <a:lnTo>
                  <a:pt x="339" y="2"/>
                </a:lnTo>
                <a:lnTo>
                  <a:pt x="339" y="13"/>
                </a:lnTo>
                <a:close/>
              </a:path>
              <a:path w="471" h="15">
                <a:moveTo>
                  <a:pt x="358" y="15"/>
                </a:moveTo>
                <a:lnTo>
                  <a:pt x="358" y="2"/>
                </a:lnTo>
                <a:lnTo>
                  <a:pt x="354" y="2"/>
                </a:lnTo>
                <a:lnTo>
                  <a:pt x="354" y="0"/>
                </a:lnTo>
                <a:lnTo>
                  <a:pt x="364" y="0"/>
                </a:lnTo>
                <a:lnTo>
                  <a:pt x="364" y="2"/>
                </a:lnTo>
                <a:lnTo>
                  <a:pt x="359" y="2"/>
                </a:lnTo>
                <a:lnTo>
                  <a:pt x="359" y="15"/>
                </a:lnTo>
                <a:lnTo>
                  <a:pt x="358" y="15"/>
                </a:lnTo>
                <a:close/>
              </a:path>
              <a:path w="471" h="15">
                <a:moveTo>
                  <a:pt x="365" y="15"/>
                </a:moveTo>
                <a:lnTo>
                  <a:pt x="365" y="0"/>
                </a:lnTo>
                <a:lnTo>
                  <a:pt x="374" y="0"/>
                </a:lnTo>
                <a:lnTo>
                  <a:pt x="374" y="2"/>
                </a:lnTo>
                <a:lnTo>
                  <a:pt x="366" y="2"/>
                </a:lnTo>
                <a:lnTo>
                  <a:pt x="366" y="6"/>
                </a:lnTo>
                <a:lnTo>
                  <a:pt x="373" y="6"/>
                </a:lnTo>
                <a:lnTo>
                  <a:pt x="373" y="8"/>
                </a:lnTo>
                <a:lnTo>
                  <a:pt x="366" y="8"/>
                </a:lnTo>
                <a:lnTo>
                  <a:pt x="366" y="13"/>
                </a:lnTo>
                <a:lnTo>
                  <a:pt x="374" y="13"/>
                </a:lnTo>
                <a:lnTo>
                  <a:pt x="374" y="15"/>
                </a:lnTo>
                <a:lnTo>
                  <a:pt x="365" y="15"/>
                </a:lnTo>
                <a:close/>
              </a:path>
              <a:path w="471" h="15">
                <a:moveTo>
                  <a:pt x="385" y="10"/>
                </a:moveTo>
                <a:lnTo>
                  <a:pt x="386" y="10"/>
                </a:lnTo>
                <a:cubicBezTo>
                  <a:pt x="386" y="12"/>
                  <a:pt x="386" y="13"/>
                  <a:pt x="385" y="14"/>
                </a:cubicBezTo>
                <a:cubicBezTo>
                  <a:pt x="384" y="15"/>
                  <a:pt x="383" y="15"/>
                  <a:pt x="381" y="15"/>
                </a:cubicBezTo>
                <a:cubicBezTo>
                  <a:pt x="380" y="15"/>
                  <a:pt x="379" y="15"/>
                  <a:pt x="378" y="14"/>
                </a:cubicBezTo>
                <a:cubicBezTo>
                  <a:pt x="377" y="13"/>
                  <a:pt x="377" y="12"/>
                  <a:pt x="376" y="11"/>
                </a:cubicBezTo>
                <a:cubicBezTo>
                  <a:pt x="376" y="10"/>
                  <a:pt x="375" y="9"/>
                  <a:pt x="375" y="7"/>
                </a:cubicBezTo>
                <a:cubicBezTo>
                  <a:pt x="375" y="6"/>
                  <a:pt x="376" y="5"/>
                  <a:pt x="376" y="3"/>
                </a:cubicBezTo>
                <a:cubicBezTo>
                  <a:pt x="377" y="2"/>
                  <a:pt x="377" y="1"/>
                  <a:pt x="378" y="1"/>
                </a:cubicBezTo>
                <a:cubicBezTo>
                  <a:pt x="379" y="0"/>
                  <a:pt x="380" y="0"/>
                  <a:pt x="381" y="0"/>
                </a:cubicBezTo>
                <a:cubicBezTo>
                  <a:pt x="383" y="0"/>
                  <a:pt x="384" y="0"/>
                  <a:pt x="384" y="1"/>
                </a:cubicBezTo>
                <a:cubicBezTo>
                  <a:pt x="385" y="2"/>
                  <a:pt x="386" y="3"/>
                  <a:pt x="386" y="4"/>
                </a:cubicBezTo>
                <a:lnTo>
                  <a:pt x="385" y="5"/>
                </a:lnTo>
                <a:cubicBezTo>
                  <a:pt x="384" y="4"/>
                  <a:pt x="384" y="3"/>
                  <a:pt x="383" y="2"/>
                </a:cubicBezTo>
                <a:cubicBezTo>
                  <a:pt x="383" y="2"/>
                  <a:pt x="382" y="2"/>
                  <a:pt x="381" y="2"/>
                </a:cubicBezTo>
                <a:cubicBezTo>
                  <a:pt x="380" y="2"/>
                  <a:pt x="380" y="2"/>
                  <a:pt x="379" y="2"/>
                </a:cubicBezTo>
                <a:cubicBezTo>
                  <a:pt x="378" y="3"/>
                  <a:pt x="378" y="4"/>
                  <a:pt x="378" y="5"/>
                </a:cubicBezTo>
                <a:cubicBezTo>
                  <a:pt x="377" y="5"/>
                  <a:pt x="377" y="6"/>
                  <a:pt x="377" y="7"/>
                </a:cubicBezTo>
                <a:cubicBezTo>
                  <a:pt x="377" y="9"/>
                  <a:pt x="377" y="10"/>
                  <a:pt x="378" y="11"/>
                </a:cubicBezTo>
                <a:cubicBezTo>
                  <a:pt x="378" y="11"/>
                  <a:pt x="378" y="12"/>
                  <a:pt x="379" y="13"/>
                </a:cubicBezTo>
                <a:cubicBezTo>
                  <a:pt x="380" y="13"/>
                  <a:pt x="380" y="13"/>
                  <a:pt x="381" y="13"/>
                </a:cubicBezTo>
                <a:cubicBezTo>
                  <a:pt x="382" y="13"/>
                  <a:pt x="383" y="13"/>
                  <a:pt x="384" y="12"/>
                </a:cubicBezTo>
                <a:cubicBezTo>
                  <a:pt x="384" y="12"/>
                  <a:pt x="385" y="11"/>
                  <a:pt x="385" y="10"/>
                </a:cubicBezTo>
                <a:close/>
              </a:path>
              <a:path w="471" h="15">
                <a:moveTo>
                  <a:pt x="388" y="15"/>
                </a:moveTo>
                <a:lnTo>
                  <a:pt x="388" y="0"/>
                </a:lnTo>
                <a:lnTo>
                  <a:pt x="390" y="0"/>
                </a:lnTo>
                <a:lnTo>
                  <a:pt x="390" y="6"/>
                </a:lnTo>
                <a:lnTo>
                  <a:pt x="396" y="6"/>
                </a:lnTo>
                <a:lnTo>
                  <a:pt x="396" y="0"/>
                </a:lnTo>
                <a:lnTo>
                  <a:pt x="398" y="0"/>
                </a:lnTo>
                <a:lnTo>
                  <a:pt x="398" y="15"/>
                </a:lnTo>
                <a:lnTo>
                  <a:pt x="396" y="15"/>
                </a:lnTo>
                <a:lnTo>
                  <a:pt x="396" y="8"/>
                </a:lnTo>
                <a:lnTo>
                  <a:pt x="390" y="8"/>
                </a:lnTo>
                <a:lnTo>
                  <a:pt x="390" y="15"/>
                </a:lnTo>
                <a:lnTo>
                  <a:pt x="388" y="15"/>
                </a:lnTo>
                <a:close/>
              </a:path>
              <a:path w="471" h="15">
                <a:moveTo>
                  <a:pt x="400" y="15"/>
                </a:moveTo>
                <a:lnTo>
                  <a:pt x="400" y="0"/>
                </a:lnTo>
                <a:lnTo>
                  <a:pt x="402" y="0"/>
                </a:lnTo>
                <a:lnTo>
                  <a:pt x="408" y="12"/>
                </a:lnTo>
                <a:lnTo>
                  <a:pt x="408" y="0"/>
                </a:lnTo>
                <a:lnTo>
                  <a:pt x="410" y="0"/>
                </a:lnTo>
                <a:lnTo>
                  <a:pt x="410" y="15"/>
                </a:lnTo>
                <a:lnTo>
                  <a:pt x="408" y="15"/>
                </a:lnTo>
                <a:lnTo>
                  <a:pt x="402" y="3"/>
                </a:lnTo>
                <a:lnTo>
                  <a:pt x="402" y="15"/>
                </a:lnTo>
                <a:lnTo>
                  <a:pt x="400" y="15"/>
                </a:lnTo>
                <a:close/>
              </a:path>
              <a:path w="471" h="15">
                <a:moveTo>
                  <a:pt x="412" y="8"/>
                </a:moveTo>
                <a:cubicBezTo>
                  <a:pt x="412" y="5"/>
                  <a:pt x="412" y="3"/>
                  <a:pt x="413" y="2"/>
                </a:cubicBezTo>
                <a:cubicBezTo>
                  <a:pt x="415" y="1"/>
                  <a:pt x="416" y="0"/>
                  <a:pt x="418" y="0"/>
                </a:cubicBezTo>
                <a:cubicBezTo>
                  <a:pt x="419" y="0"/>
                  <a:pt x="420" y="0"/>
                  <a:pt x="421" y="1"/>
                </a:cubicBezTo>
                <a:cubicBezTo>
                  <a:pt x="422" y="2"/>
                  <a:pt x="423" y="3"/>
                  <a:pt x="423" y="4"/>
                </a:cubicBezTo>
                <a:cubicBezTo>
                  <a:pt x="424" y="5"/>
                  <a:pt x="424" y="6"/>
                  <a:pt x="424" y="8"/>
                </a:cubicBezTo>
                <a:cubicBezTo>
                  <a:pt x="424" y="9"/>
                  <a:pt x="424" y="10"/>
                  <a:pt x="423" y="11"/>
                </a:cubicBezTo>
                <a:cubicBezTo>
                  <a:pt x="422" y="13"/>
                  <a:pt x="422" y="13"/>
                  <a:pt x="421" y="14"/>
                </a:cubicBezTo>
                <a:cubicBezTo>
                  <a:pt x="420" y="15"/>
                  <a:pt x="419" y="15"/>
                  <a:pt x="418" y="15"/>
                </a:cubicBezTo>
                <a:cubicBezTo>
                  <a:pt x="417" y="15"/>
                  <a:pt x="416" y="15"/>
                  <a:pt x="415" y="14"/>
                </a:cubicBezTo>
                <a:cubicBezTo>
                  <a:pt x="414" y="13"/>
                  <a:pt x="413" y="12"/>
                  <a:pt x="413" y="11"/>
                </a:cubicBezTo>
                <a:cubicBezTo>
                  <a:pt x="412" y="10"/>
                  <a:pt x="412" y="9"/>
                  <a:pt x="412" y="8"/>
                </a:cubicBezTo>
                <a:close/>
                <a:moveTo>
                  <a:pt x="414" y="8"/>
                </a:moveTo>
                <a:cubicBezTo>
                  <a:pt x="414" y="9"/>
                  <a:pt x="414" y="11"/>
                  <a:pt x="415" y="12"/>
                </a:cubicBezTo>
                <a:cubicBezTo>
                  <a:pt x="416" y="13"/>
                  <a:pt x="417" y="13"/>
                  <a:pt x="418" y="13"/>
                </a:cubicBezTo>
                <a:cubicBezTo>
                  <a:pt x="419" y="13"/>
                  <a:pt x="420" y="13"/>
                  <a:pt x="421" y="12"/>
                </a:cubicBezTo>
                <a:cubicBezTo>
                  <a:pt x="422" y="11"/>
                  <a:pt x="422" y="9"/>
                  <a:pt x="422" y="7"/>
                </a:cubicBezTo>
                <a:cubicBezTo>
                  <a:pt x="422" y="6"/>
                  <a:pt x="422" y="5"/>
                  <a:pt x="422" y="4"/>
                </a:cubicBezTo>
                <a:cubicBezTo>
                  <a:pt x="421" y="4"/>
                  <a:pt x="421" y="3"/>
                  <a:pt x="420" y="2"/>
                </a:cubicBezTo>
                <a:cubicBezTo>
                  <a:pt x="419" y="2"/>
                  <a:pt x="419" y="2"/>
                  <a:pt x="418" y="2"/>
                </a:cubicBezTo>
                <a:cubicBezTo>
                  <a:pt x="417" y="2"/>
                  <a:pt x="416" y="2"/>
                  <a:pt x="415" y="3"/>
                </a:cubicBezTo>
                <a:cubicBezTo>
                  <a:pt x="414" y="4"/>
                  <a:pt x="414" y="6"/>
                  <a:pt x="414" y="8"/>
                </a:cubicBezTo>
                <a:close/>
              </a:path>
              <a:path w="471" h="15">
                <a:moveTo>
                  <a:pt x="425" y="15"/>
                </a:moveTo>
                <a:lnTo>
                  <a:pt x="425" y="0"/>
                </a:lnTo>
                <a:lnTo>
                  <a:pt x="427" y="0"/>
                </a:lnTo>
                <a:lnTo>
                  <a:pt x="427" y="13"/>
                </a:lnTo>
                <a:lnTo>
                  <a:pt x="433" y="13"/>
                </a:lnTo>
                <a:lnTo>
                  <a:pt x="433" y="15"/>
                </a:lnTo>
                <a:lnTo>
                  <a:pt x="425" y="15"/>
                </a:lnTo>
                <a:close/>
              </a:path>
              <a:path w="471" h="15">
                <a:moveTo>
                  <a:pt x="434" y="8"/>
                </a:moveTo>
                <a:cubicBezTo>
                  <a:pt x="434" y="5"/>
                  <a:pt x="435" y="3"/>
                  <a:pt x="436" y="2"/>
                </a:cubicBezTo>
                <a:cubicBezTo>
                  <a:pt x="437" y="1"/>
                  <a:pt x="438" y="0"/>
                  <a:pt x="440" y="0"/>
                </a:cubicBezTo>
                <a:cubicBezTo>
                  <a:pt x="441" y="0"/>
                  <a:pt x="442" y="0"/>
                  <a:pt x="443" y="1"/>
                </a:cubicBezTo>
                <a:cubicBezTo>
                  <a:pt x="444" y="2"/>
                  <a:pt x="445" y="3"/>
                  <a:pt x="445" y="4"/>
                </a:cubicBezTo>
                <a:cubicBezTo>
                  <a:pt x="446" y="5"/>
                  <a:pt x="446" y="6"/>
                  <a:pt x="446" y="8"/>
                </a:cubicBezTo>
                <a:cubicBezTo>
                  <a:pt x="446" y="9"/>
                  <a:pt x="446" y="10"/>
                  <a:pt x="445" y="11"/>
                </a:cubicBezTo>
                <a:cubicBezTo>
                  <a:pt x="445" y="13"/>
                  <a:pt x="444" y="13"/>
                  <a:pt x="443" y="14"/>
                </a:cubicBezTo>
                <a:cubicBezTo>
                  <a:pt x="442" y="15"/>
                  <a:pt x="441" y="15"/>
                  <a:pt x="440" y="15"/>
                </a:cubicBezTo>
                <a:cubicBezTo>
                  <a:pt x="439" y="15"/>
                  <a:pt x="438" y="15"/>
                  <a:pt x="437" y="14"/>
                </a:cubicBezTo>
                <a:cubicBezTo>
                  <a:pt x="436" y="13"/>
                  <a:pt x="435" y="12"/>
                  <a:pt x="435" y="11"/>
                </a:cubicBezTo>
                <a:cubicBezTo>
                  <a:pt x="434" y="10"/>
                  <a:pt x="434" y="9"/>
                  <a:pt x="434" y="8"/>
                </a:cubicBezTo>
                <a:close/>
                <a:moveTo>
                  <a:pt x="436" y="8"/>
                </a:moveTo>
                <a:cubicBezTo>
                  <a:pt x="436" y="9"/>
                  <a:pt x="436" y="11"/>
                  <a:pt x="437" y="12"/>
                </a:cubicBezTo>
                <a:cubicBezTo>
                  <a:pt x="438" y="13"/>
                  <a:pt x="439" y="13"/>
                  <a:pt x="440" y="13"/>
                </a:cubicBezTo>
                <a:cubicBezTo>
                  <a:pt x="441" y="13"/>
                  <a:pt x="442" y="13"/>
                  <a:pt x="443" y="12"/>
                </a:cubicBezTo>
                <a:cubicBezTo>
                  <a:pt x="444" y="11"/>
                  <a:pt x="444" y="9"/>
                  <a:pt x="444" y="7"/>
                </a:cubicBezTo>
                <a:cubicBezTo>
                  <a:pt x="444" y="6"/>
                  <a:pt x="444" y="5"/>
                  <a:pt x="444" y="4"/>
                </a:cubicBezTo>
                <a:cubicBezTo>
                  <a:pt x="444" y="4"/>
                  <a:pt x="443" y="3"/>
                  <a:pt x="442" y="2"/>
                </a:cubicBezTo>
                <a:cubicBezTo>
                  <a:pt x="442" y="2"/>
                  <a:pt x="441" y="2"/>
                  <a:pt x="440" y="2"/>
                </a:cubicBezTo>
                <a:cubicBezTo>
                  <a:pt x="439" y="2"/>
                  <a:pt x="438" y="2"/>
                  <a:pt x="437" y="3"/>
                </a:cubicBezTo>
                <a:cubicBezTo>
                  <a:pt x="436" y="4"/>
                  <a:pt x="436" y="6"/>
                  <a:pt x="436" y="8"/>
                </a:cubicBezTo>
                <a:close/>
              </a:path>
              <a:path w="471" h="15">
                <a:moveTo>
                  <a:pt x="454" y="9"/>
                </a:moveTo>
                <a:lnTo>
                  <a:pt x="454" y="7"/>
                </a:lnTo>
                <a:lnTo>
                  <a:pt x="459" y="7"/>
                </a:lnTo>
                <a:lnTo>
                  <a:pt x="459" y="13"/>
                </a:lnTo>
                <a:cubicBezTo>
                  <a:pt x="458" y="13"/>
                  <a:pt x="457" y="14"/>
                  <a:pt x="456" y="14"/>
                </a:cubicBezTo>
                <a:cubicBezTo>
                  <a:pt x="456" y="15"/>
                  <a:pt x="455" y="15"/>
                  <a:pt x="454" y="15"/>
                </a:cubicBezTo>
                <a:cubicBezTo>
                  <a:pt x="453" y="15"/>
                  <a:pt x="451" y="15"/>
                  <a:pt x="450" y="14"/>
                </a:cubicBezTo>
                <a:cubicBezTo>
                  <a:pt x="449" y="13"/>
                  <a:pt x="449" y="13"/>
                  <a:pt x="448" y="11"/>
                </a:cubicBezTo>
                <a:cubicBezTo>
                  <a:pt x="448" y="10"/>
                  <a:pt x="447" y="9"/>
                  <a:pt x="447" y="8"/>
                </a:cubicBezTo>
                <a:cubicBezTo>
                  <a:pt x="447" y="6"/>
                  <a:pt x="448" y="5"/>
                  <a:pt x="448" y="4"/>
                </a:cubicBezTo>
                <a:cubicBezTo>
                  <a:pt x="449" y="2"/>
                  <a:pt x="449" y="2"/>
                  <a:pt x="450" y="1"/>
                </a:cubicBezTo>
                <a:cubicBezTo>
                  <a:pt x="451" y="0"/>
                  <a:pt x="452" y="0"/>
                  <a:pt x="454" y="0"/>
                </a:cubicBezTo>
                <a:cubicBezTo>
                  <a:pt x="455" y="0"/>
                  <a:pt x="455" y="0"/>
                  <a:pt x="456" y="1"/>
                </a:cubicBezTo>
                <a:cubicBezTo>
                  <a:pt x="457" y="1"/>
                  <a:pt x="457" y="1"/>
                  <a:pt x="458" y="2"/>
                </a:cubicBezTo>
                <a:cubicBezTo>
                  <a:pt x="458" y="3"/>
                  <a:pt x="459" y="3"/>
                  <a:pt x="459" y="4"/>
                </a:cubicBezTo>
                <a:lnTo>
                  <a:pt x="457" y="5"/>
                </a:lnTo>
                <a:cubicBezTo>
                  <a:pt x="457" y="4"/>
                  <a:pt x="457" y="3"/>
                  <a:pt x="457" y="3"/>
                </a:cubicBezTo>
                <a:cubicBezTo>
                  <a:pt x="456" y="3"/>
                  <a:pt x="456" y="2"/>
                  <a:pt x="455" y="2"/>
                </a:cubicBezTo>
                <a:cubicBezTo>
                  <a:pt x="455" y="2"/>
                  <a:pt x="454" y="2"/>
                  <a:pt x="454" y="2"/>
                </a:cubicBezTo>
                <a:cubicBezTo>
                  <a:pt x="453" y="2"/>
                  <a:pt x="452" y="2"/>
                  <a:pt x="452" y="2"/>
                </a:cubicBezTo>
                <a:cubicBezTo>
                  <a:pt x="451" y="2"/>
                  <a:pt x="451" y="3"/>
                  <a:pt x="450" y="3"/>
                </a:cubicBezTo>
                <a:cubicBezTo>
                  <a:pt x="450" y="4"/>
                  <a:pt x="450" y="4"/>
                  <a:pt x="450" y="5"/>
                </a:cubicBezTo>
                <a:cubicBezTo>
                  <a:pt x="449" y="5"/>
                  <a:pt x="449" y="6"/>
                  <a:pt x="449" y="7"/>
                </a:cubicBezTo>
                <a:cubicBezTo>
                  <a:pt x="449" y="9"/>
                  <a:pt x="449" y="10"/>
                  <a:pt x="450" y="11"/>
                </a:cubicBezTo>
                <a:cubicBezTo>
                  <a:pt x="450" y="12"/>
                  <a:pt x="451" y="12"/>
                  <a:pt x="451" y="13"/>
                </a:cubicBezTo>
                <a:cubicBezTo>
                  <a:pt x="452" y="13"/>
                  <a:pt x="453" y="13"/>
                  <a:pt x="454" y="13"/>
                </a:cubicBezTo>
                <a:cubicBezTo>
                  <a:pt x="454" y="13"/>
                  <a:pt x="455" y="13"/>
                  <a:pt x="456" y="13"/>
                </a:cubicBezTo>
                <a:cubicBezTo>
                  <a:pt x="456" y="12"/>
                  <a:pt x="457" y="12"/>
                  <a:pt x="457" y="12"/>
                </a:cubicBezTo>
                <a:lnTo>
                  <a:pt x="457" y="9"/>
                </a:lnTo>
                <a:lnTo>
                  <a:pt x="454" y="9"/>
                </a:lnTo>
                <a:close/>
              </a:path>
              <a:path w="471" h="15">
                <a:moveTo>
                  <a:pt x="464" y="15"/>
                </a:moveTo>
                <a:lnTo>
                  <a:pt x="464" y="9"/>
                </a:lnTo>
                <a:lnTo>
                  <a:pt x="460" y="0"/>
                </a:lnTo>
                <a:lnTo>
                  <a:pt x="462" y="0"/>
                </a:lnTo>
                <a:lnTo>
                  <a:pt x="464" y="5"/>
                </a:lnTo>
                <a:cubicBezTo>
                  <a:pt x="465" y="5"/>
                  <a:pt x="465" y="6"/>
                  <a:pt x="465" y="7"/>
                </a:cubicBezTo>
                <a:cubicBezTo>
                  <a:pt x="466" y="6"/>
                  <a:pt x="466" y="5"/>
                  <a:pt x="467" y="5"/>
                </a:cubicBezTo>
                <a:lnTo>
                  <a:pt x="469" y="0"/>
                </a:lnTo>
                <a:lnTo>
                  <a:pt x="471" y="0"/>
                </a:lnTo>
                <a:lnTo>
                  <a:pt x="466" y="9"/>
                </a:lnTo>
                <a:lnTo>
                  <a:pt x="466" y="15"/>
                </a:lnTo>
                <a:lnTo>
                  <a:pt x="464" y="1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pic>
        <p:nvPicPr>
          <p:cNvPr id="20" name="图片 2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3251" y="124632"/>
            <a:ext cx="627347" cy="471145"/>
          </a:xfrm>
          <a:prstGeom prst="rect">
            <a:avLst/>
          </a:prstGeom>
          <a:ln>
            <a:noFill/>
          </a:ln>
        </p:spPr>
      </p:pic>
      <p:sp>
        <p:nvSpPr>
          <p:cNvPr id="21" name="分隔线"/>
          <p:cNvSpPr/>
          <p:nvPr/>
        </p:nvSpPr>
        <p:spPr>
          <a:xfrm>
            <a:off x="457200" y="896112"/>
            <a:ext cx="11228832" cy="36576"/>
          </a:xfrm>
          <a:prstGeom prst="rect">
            <a:avLst/>
          </a:prstGeom>
          <a:solidFill>
            <a:srgbClr val="00A4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关键信息条"/>
          <p:cNvSpPr/>
          <p:nvPr/>
        </p:nvSpPr>
        <p:spPr>
          <a:xfrm>
            <a:off x="502920" y="1024128"/>
            <a:ext cx="11183112" cy="45720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关键信息"/>
          <p:cNvSpPr txBox="1"/>
          <p:nvPr/>
        </p:nvSpPr>
        <p:spPr>
          <a:xfrm>
            <a:off x="685800" y="1024128"/>
            <a:ext cx="10817352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600" b="1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以下为虚构记录示例，仅用于说明实际采用的数据结构与可追溯原则。</a:t>
            </a:r>
            <a:endParaRPr lang="zh-CN" altLang="en-US" sz="1600" b="1" i="0">
              <a:solidFill>
                <a:srgbClr val="1137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结论框"/>
          <p:cNvSpPr/>
          <p:nvPr/>
        </p:nvSpPr>
        <p:spPr>
          <a:xfrm>
            <a:off x="502920" y="5870448"/>
            <a:ext cx="11183112" cy="420624"/>
          </a:xfrm>
          <a:prstGeom prst="rect">
            <a:avLst/>
          </a:prstGeom>
          <a:solidFill>
            <a:srgbClr val="FCEF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结论"/>
          <p:cNvSpPr txBox="1"/>
          <p:nvPr/>
        </p:nvSpPr>
        <p:spPr>
          <a:xfrm>
            <a:off x="685800" y="5870448"/>
            <a:ext cx="10817352" cy="420624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500" b="1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原则：</a:t>
            </a:r>
            <a:r>
              <a:rPr lang="zh-CN" altLang="en-US" sz="1500" b="0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统一数据不覆盖原始数据；文本提及的时间也不直接等同于事件真实发生时间。</a:t>
            </a:r>
            <a:endParaRPr lang="zh-CN" altLang="en-US" sz="1500" b="0" i="0">
              <a:solidFill>
                <a:srgbClr val="1137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页脚"/>
          <p:cNvSpPr txBox="1"/>
          <p:nvPr/>
        </p:nvSpPr>
        <p:spPr>
          <a:xfrm>
            <a:off x="502920" y="6455664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050" b="0" i="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老年流感多中心数据对齐与研究协作汇报</a:t>
            </a:r>
            <a:endParaRPr lang="zh-CN" altLang="en-US" sz="1050" b="0" i="0">
              <a:solidFill>
                <a:srgbClr val="646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页码"/>
          <p:cNvSpPr txBox="1"/>
          <p:nvPr/>
        </p:nvSpPr>
        <p:spPr>
          <a:xfrm>
            <a:off x="10680192" y="6455664"/>
            <a:ext cx="100584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fld id="{3BB2E4A3-57BB-403D-B6F5-119DC90D7933}" type="slidenum">
              <a:rPr lang="zh-CN" sz="105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fld>
            <a:endParaRPr lang="zh-CN" sz="1050">
              <a:solidFill>
                <a:srgbClr val="646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502920" y="1645920"/>
            <a:ext cx="4434840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CDDAE8"/>
            </a:solidFill>
          </a:ln>
          <a:effectLst>
            <a:outerShdw blurRad="63500" dist="19050" dir="5400000" algn="t" rotWithShape="0">
              <a:srgbClr val="1F3B66">
                <a:alpha val="16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1645920"/>
            <a:ext cx="4434840" cy="384048"/>
          </a:xfrm>
          <a:prstGeom prst="rect">
            <a:avLst/>
          </a:prstGeom>
          <a:solidFill>
            <a:srgbClr val="1F4E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1645920"/>
            <a:ext cx="416052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GD 原始 CRF（一次住院占多行）</a:t>
            </a:r>
            <a:endParaRPr lang="zh-CN" altLang="en-US" sz="14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640080" y="2121408"/>
          <a:ext cx="4160520" cy="6583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81328"/>
                <a:gridCol w="603504"/>
                <a:gridCol w="1188720"/>
                <a:gridCol w="886968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150" b="1" i="0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体征记录时间</a:t>
                      </a:r>
                      <a:endParaRPr lang="zh-CN" altLang="en-US" sz="1150" b="1" i="0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5A7FB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150" b="1" i="0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体温</a:t>
                      </a:r>
                      <a:endParaRPr lang="zh-CN" altLang="en-US" sz="1150" b="1" i="0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5A7FB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150" b="1" i="0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检验记录时间</a:t>
                      </a:r>
                      <a:endParaRPr lang="zh-CN" altLang="en-US" sz="1150" b="1" i="0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5A7FB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150" b="1" i="0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PCT</a:t>
                      </a:r>
                      <a:endParaRPr lang="zh-CN" altLang="en-US" sz="1150" b="1" i="0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5A7FB8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200" b="0" i="0">
                          <a:solidFill>
                            <a:srgbClr val="2731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2024-01-03 10:30</a:t>
                      </a:r>
                      <a:endParaRPr lang="zh-CN" altLang="en-US" sz="1200" b="0" i="0">
                        <a:solidFill>
                          <a:srgbClr val="2731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200" b="0" i="0">
                          <a:solidFill>
                            <a:srgbClr val="2731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38.6</a:t>
                      </a:r>
                      <a:endParaRPr lang="zh-CN" altLang="en-US" sz="1200" b="0" i="0">
                        <a:solidFill>
                          <a:srgbClr val="2731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200" b="0" i="0">
                          <a:solidFill>
                            <a:srgbClr val="2731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2024-01-08</a:t>
                      </a:r>
                      <a:endParaRPr lang="zh-CN" altLang="en-US" sz="1200" b="0" i="0">
                        <a:solidFill>
                          <a:srgbClr val="2731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200" b="0" i="0">
                          <a:solidFill>
                            <a:srgbClr val="2731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&lt;0.05</a:t>
                      </a:r>
                      <a:endParaRPr lang="zh-CN" altLang="en-US" sz="1200" b="0" i="0">
                        <a:solidFill>
                          <a:srgbClr val="2731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640080" y="2807208"/>
            <a:ext cx="416052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50" b="0" i="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体征、检验、症状各有自己的“记录时间”，分别展开。</a:t>
            </a:r>
            <a:endParaRPr lang="zh-CN" altLang="en-US" sz="1150" b="0" i="0">
              <a:solidFill>
                <a:srgbClr val="646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502920" y="3364992"/>
            <a:ext cx="4434840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CDDAE8"/>
            </a:solidFill>
          </a:ln>
          <a:effectLst>
            <a:outerShdw blurRad="63500" dist="19050" dir="5400000" algn="t" rotWithShape="0">
              <a:srgbClr val="1F3B66">
                <a:alpha val="16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02920" y="3364992"/>
            <a:ext cx="4434840" cy="384048"/>
          </a:xfrm>
          <a:prstGeom prst="rect">
            <a:avLst/>
          </a:prstGeom>
          <a:solidFill>
            <a:srgbClr val="1F4E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3364992"/>
            <a:ext cx="416052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GAM 病历文本（日常病程）</a:t>
            </a:r>
            <a:endParaRPr lang="zh-CN" altLang="en-US" sz="14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40080" y="3803904"/>
            <a:ext cx="4160520" cy="10972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200" b="0" i="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2024-01-05 08:30　</a:t>
            </a:r>
            <a:endParaRPr lang="zh-CN" altLang="en-US" sz="1200" b="0" i="0">
              <a:solidFill>
                <a:srgbClr val="646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30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患者喘憋加重，</a:t>
            </a:r>
            <a:r>
              <a:rPr lang="zh-CN" altLang="en-US" sz="1300" b="1" i="0">
                <a:solidFill>
                  <a:srgbClr val="4075B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SpO₂ 88%</a:t>
            </a:r>
            <a:r>
              <a:rPr lang="zh-CN" altLang="en-US" sz="130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（鼻导管吸氧 3 L/min），予</a:t>
            </a:r>
            <a:r>
              <a:rPr lang="zh-CN" altLang="en-US" sz="1300" b="1" i="0">
                <a:solidFill>
                  <a:srgbClr val="2E7D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无创呼吸机辅助通气</a:t>
            </a:r>
            <a:r>
              <a:rPr lang="zh-CN" altLang="en-US" sz="130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。……病情加重</a:t>
            </a:r>
            <a:r>
              <a:rPr lang="zh-CN" altLang="en-US" sz="1300" b="1" i="0">
                <a:solidFill>
                  <a:srgbClr val="8A94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必要时气管插管</a:t>
            </a:r>
            <a:r>
              <a:rPr lang="zh-CN" altLang="en-US" sz="130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  <a:endParaRPr lang="zh-CN" altLang="en-US" sz="1300" b="0" i="0">
              <a:solidFill>
                <a:srgbClr val="2731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640080" y="4535424"/>
            <a:ext cx="4160520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50" b="0" i="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同一段文字拆出 2 条记录，并排除 1 处假设语境。</a:t>
            </a:r>
            <a:endParaRPr lang="zh-CN" altLang="en-US" sz="1150" b="0" i="0">
              <a:solidFill>
                <a:srgbClr val="646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8" name="转换箭头"/>
          <p:cNvSpPr/>
          <p:nvPr/>
        </p:nvSpPr>
        <p:spPr>
          <a:xfrm>
            <a:off x="5047488" y="2971800"/>
            <a:ext cx="457200" cy="640080"/>
          </a:xfrm>
          <a:prstGeom prst="rightArrow">
            <a:avLst/>
          </a:prstGeom>
          <a:solidFill>
            <a:srgbClr val="00A4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14416" y="1645920"/>
            <a:ext cx="6071616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500" b="1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统一 CDM 记录（events / treatments 表）</a:t>
            </a:r>
            <a:endParaRPr lang="zh-CN" altLang="en-US" sz="1500" b="1" i="0">
              <a:solidFill>
                <a:srgbClr val="1137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40" name="Table 39"/>
          <p:cNvGraphicFramePr>
            <a:graphicFrameLocks noGrp="1"/>
          </p:cNvGraphicFramePr>
          <p:nvPr/>
        </p:nvGraphicFramePr>
        <p:xfrm>
          <a:off x="5614416" y="2011680"/>
          <a:ext cx="6071616" cy="290779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51560"/>
                <a:gridCol w="1554480"/>
                <a:gridCol w="566928"/>
                <a:gridCol w="1554480"/>
                <a:gridCol w="1344168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250" b="1" i="0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表</a:t>
                      </a:r>
                      <a:endParaRPr lang="zh-CN" altLang="en-US" sz="1250" b="1" i="0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F4E9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250" b="1" i="0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编码与变量</a:t>
                      </a:r>
                      <a:endParaRPr lang="zh-CN" altLang="en-US" sz="1250" b="1" i="0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F4E9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250" b="1" i="0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数值</a:t>
                      </a:r>
                      <a:endParaRPr lang="zh-CN" altLang="en-US" sz="1250" b="1" i="0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F4E9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250" b="1" i="0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时间与精度</a:t>
                      </a:r>
                      <a:endParaRPr lang="zh-CN" altLang="en-US" sz="1250" b="1" i="0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F4E9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250" b="1" i="0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来源 / 标记</a:t>
                      </a:r>
                      <a:endParaRPr lang="zh-CN" altLang="en-US" sz="1250" b="1" i="0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F4E9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200" b="0" i="0">
                          <a:solidFill>
                            <a:srgbClr val="2731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events</a:t>
                      </a:r>
                      <a:endParaRPr lang="zh-CN" altLang="en-US" sz="1200" b="0" i="0">
                        <a:solidFill>
                          <a:srgbClr val="2731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200" b="1" i="0">
                          <a:solidFill>
                            <a:srgbClr val="11376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VS001 体温</a:t>
                      </a:r>
                      <a:endParaRPr lang="zh-CN" altLang="en-US" sz="1200" b="1" i="0">
                        <a:solidFill>
                          <a:srgbClr val="11376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200" b="0" i="0">
                          <a:solidFill>
                            <a:srgbClr val="2731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38.6</a:t>
                      </a:r>
                      <a:endParaRPr lang="zh-CN" altLang="en-US" sz="1200" b="0" i="0">
                        <a:solidFill>
                          <a:srgbClr val="2731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200" b="0" i="0">
                          <a:solidFill>
                            <a:srgbClr val="2731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2024-01-03 10:30</a:t>
                      </a:r>
                      <a:endParaRPr lang="zh-CN" altLang="en-US" sz="1200" b="0" i="0">
                        <a:solidFill>
                          <a:srgbClr val="2731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100" b="0" i="0">
                          <a:solidFill>
                            <a:srgbClr val="646E7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到分钟</a:t>
                      </a:r>
                      <a:endParaRPr lang="zh-CN" altLang="en-US" sz="1100" b="0" i="0">
                        <a:solidFill>
                          <a:srgbClr val="646E7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200" b="0" i="0">
                          <a:solidFill>
                            <a:srgbClr val="2731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GD CRF</a:t>
                      </a:r>
                      <a:endParaRPr lang="zh-CN" altLang="en-US" sz="1200" b="0" i="0">
                        <a:solidFill>
                          <a:srgbClr val="2731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200" b="0" i="0">
                          <a:solidFill>
                            <a:srgbClr val="2731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events</a:t>
                      </a:r>
                      <a:endParaRPr lang="zh-CN" altLang="en-US" sz="1200" b="0" i="0">
                        <a:solidFill>
                          <a:srgbClr val="2731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200" b="1" i="0">
                          <a:solidFill>
                            <a:srgbClr val="11376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LAB007 PCT</a:t>
                      </a:r>
                      <a:endParaRPr lang="zh-CN" altLang="en-US" sz="1200" b="1" i="0">
                        <a:solidFill>
                          <a:srgbClr val="11376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200" b="0" i="0">
                          <a:solidFill>
                            <a:srgbClr val="2731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0.05</a:t>
                      </a:r>
                      <a:endParaRPr lang="zh-CN" altLang="en-US" sz="1200" b="0" i="0">
                        <a:solidFill>
                          <a:srgbClr val="2731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200" b="0" i="0">
                          <a:solidFill>
                            <a:srgbClr val="2731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2024-01-08</a:t>
                      </a:r>
                      <a:endParaRPr lang="zh-CN" altLang="en-US" sz="1200" b="0" i="0">
                        <a:solidFill>
                          <a:srgbClr val="2731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100" b="0" i="0">
                          <a:solidFill>
                            <a:srgbClr val="646E7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只有日期</a:t>
                      </a:r>
                      <a:endParaRPr lang="zh-CN" altLang="en-US" sz="1100" b="0" i="0">
                        <a:solidFill>
                          <a:srgbClr val="646E7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200" b="0" i="0">
                          <a:solidFill>
                            <a:srgbClr val="2731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删失标记“&lt;”</a:t>
                      </a:r>
                      <a:endParaRPr lang="zh-CN" altLang="en-US" sz="1200" b="0" i="0">
                        <a:solidFill>
                          <a:srgbClr val="2731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200" b="0" i="0">
                          <a:solidFill>
                            <a:srgbClr val="2731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events</a:t>
                      </a:r>
                      <a:endParaRPr lang="zh-CN" altLang="en-US" sz="1200" b="0" i="0">
                        <a:solidFill>
                          <a:srgbClr val="2731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200" b="1" i="0">
                          <a:solidFill>
                            <a:srgbClr val="11376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VS006 SpO₂</a:t>
                      </a:r>
                      <a:endParaRPr lang="zh-CN" altLang="en-US" sz="1200" b="1" i="0">
                        <a:solidFill>
                          <a:srgbClr val="11376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200" b="0" i="0">
                          <a:solidFill>
                            <a:srgbClr val="2731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88</a:t>
                      </a:r>
                      <a:endParaRPr lang="zh-CN" altLang="en-US" sz="1200" b="0" i="0">
                        <a:solidFill>
                          <a:srgbClr val="2731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200" b="0" i="0">
                          <a:solidFill>
                            <a:srgbClr val="2731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2024-01-05 08:30</a:t>
                      </a:r>
                      <a:endParaRPr lang="zh-CN" altLang="en-US" sz="1200" b="0" i="0">
                        <a:solidFill>
                          <a:srgbClr val="2731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100" b="0" i="0">
                          <a:solidFill>
                            <a:srgbClr val="646E7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病历书写时间</a:t>
                      </a:r>
                      <a:endParaRPr lang="zh-CN" altLang="en-US" sz="1100" b="0" i="0">
                        <a:solidFill>
                          <a:srgbClr val="646E7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200" b="0" i="0">
                          <a:solidFill>
                            <a:srgbClr val="2731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GAM 病历</a:t>
                      </a:r>
                      <a:endParaRPr lang="zh-CN" altLang="en-US" sz="1200" b="0" i="0">
                        <a:solidFill>
                          <a:srgbClr val="2731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200" b="0" i="0">
                          <a:solidFill>
                            <a:srgbClr val="2731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treatments</a:t>
                      </a:r>
                      <a:endParaRPr lang="zh-CN" altLang="en-US" sz="1200" b="0" i="0">
                        <a:solidFill>
                          <a:srgbClr val="2731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200" b="1" i="0">
                          <a:solidFill>
                            <a:srgbClr val="11376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TRT006 无创通气</a:t>
                      </a:r>
                      <a:endParaRPr lang="zh-CN" altLang="en-US" sz="1200" b="1" i="0">
                        <a:solidFill>
                          <a:srgbClr val="11376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200" b="0" i="0">
                          <a:solidFill>
                            <a:srgbClr val="2731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</a:t>
                      </a:r>
                      <a:endParaRPr lang="zh-CN" altLang="en-US" sz="1200" b="0" i="0">
                        <a:solidFill>
                          <a:srgbClr val="2731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200" b="0" i="0">
                          <a:solidFill>
                            <a:srgbClr val="2731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2024-01-05 08:30</a:t>
                      </a:r>
                      <a:endParaRPr lang="zh-CN" altLang="en-US" sz="1200" b="0" i="0">
                        <a:solidFill>
                          <a:srgbClr val="2731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100" b="0" i="0">
                          <a:solidFill>
                            <a:srgbClr val="646E7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首次肯定提及</a:t>
                      </a:r>
                      <a:endParaRPr lang="zh-CN" altLang="en-US" sz="1100" b="0" i="0">
                        <a:solidFill>
                          <a:srgbClr val="646E7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200" b="0" i="0">
                          <a:solidFill>
                            <a:srgbClr val="2731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GAM 病历</a:t>
                      </a:r>
                      <a:endParaRPr lang="zh-CN" altLang="en-US" sz="1200" b="0" i="0">
                        <a:solidFill>
                          <a:srgbClr val="2731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200" b="0" i="0">
                          <a:solidFill>
                            <a:srgbClr val="2731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treatments</a:t>
                      </a:r>
                      <a:endParaRPr lang="zh-CN" altLang="en-US" sz="1200" b="0" i="0">
                        <a:solidFill>
                          <a:srgbClr val="2731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200" b="1" i="0">
                          <a:solidFill>
                            <a:srgbClr val="11376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TRT007 有创通气</a:t>
                      </a:r>
                      <a:endParaRPr lang="zh-CN" altLang="en-US" sz="1200" b="1" i="0">
                        <a:solidFill>
                          <a:srgbClr val="11376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200" b="0" i="0">
                          <a:solidFill>
                            <a:srgbClr val="2731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不记</a:t>
                      </a:r>
                      <a:endParaRPr lang="zh-CN" altLang="en-US" sz="1200" b="0" i="0">
                        <a:solidFill>
                          <a:srgbClr val="2731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200" b="0" i="0">
                          <a:solidFill>
                            <a:srgbClr val="2731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—</a:t>
                      </a:r>
                      <a:endParaRPr lang="zh-CN" altLang="en-US" sz="1200" b="0" i="0">
                        <a:solidFill>
                          <a:srgbClr val="2731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200" b="0" i="0">
                          <a:solidFill>
                            <a:srgbClr val="2731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假设语境</a:t>
                      </a:r>
                      <a:endParaRPr lang="zh-CN" altLang="en-US" sz="1200" b="0" i="0">
                        <a:solidFill>
                          <a:srgbClr val="2731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100" b="0" i="0">
                          <a:solidFill>
                            <a:srgbClr val="646E7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“必要时”插管</a:t>
                      </a:r>
                      <a:endParaRPr lang="zh-CN" altLang="en-US" sz="1100" b="0" i="0">
                        <a:solidFill>
                          <a:srgbClr val="646E7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1" name="Rectangle 40"/>
          <p:cNvSpPr/>
          <p:nvPr/>
        </p:nvSpPr>
        <p:spPr>
          <a:xfrm>
            <a:off x="502920" y="5102352"/>
            <a:ext cx="11183112" cy="566928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5102352"/>
            <a:ext cx="169164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每条记录同步保留</a:t>
            </a:r>
            <a:endParaRPr lang="zh-CN" altLang="en-US" sz="1400" b="1" i="0">
              <a:solidFill>
                <a:srgbClr val="1137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2423160" y="5221224"/>
            <a:ext cx="1486408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DDAE8"/>
            </a:solidFill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250" b="0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原值 raw_value</a:t>
            </a:r>
            <a:endParaRPr lang="zh-CN" altLang="en-US" sz="1250" b="0" i="0">
              <a:solidFill>
                <a:srgbClr val="1137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4019296" y="5221224"/>
            <a:ext cx="1553083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DDAE8"/>
            </a:solidFill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250" b="0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原时间 time_raw</a:t>
            </a:r>
            <a:endParaRPr lang="zh-CN" altLang="en-US" sz="1250" b="0" i="0">
              <a:solidFill>
                <a:srgbClr val="1137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5682107" y="5221224"/>
            <a:ext cx="2264283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DDAE8"/>
            </a:solidFill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250" b="0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时间精度 time_precision</a:t>
            </a:r>
            <a:endParaRPr lang="zh-CN" altLang="en-US" sz="1250" b="0" i="0">
              <a:solidFill>
                <a:srgbClr val="1137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8056118" y="5221224"/>
            <a:ext cx="1210183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DDAE8"/>
            </a:solidFill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250" b="0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来源 origin</a:t>
            </a:r>
            <a:endParaRPr lang="zh-CN" altLang="en-US" sz="1250" b="0" i="0">
              <a:solidFill>
                <a:srgbClr val="1137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9376029" y="5221224"/>
            <a:ext cx="200393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DDAE8"/>
            </a:solidFill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250" b="0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修正标记（如 year+1）</a:t>
            </a:r>
            <a:endParaRPr lang="zh-CN" altLang="en-US" sz="1250" b="0" i="0">
              <a:solidFill>
                <a:srgbClr val="1137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顶部色条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F4E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标题栏"/>
          <p:cNvSpPr/>
          <p:nvPr/>
        </p:nvSpPr>
        <p:spPr>
          <a:xfrm>
            <a:off x="0" y="219456"/>
            <a:ext cx="9418320" cy="530352"/>
          </a:xfrm>
          <a:prstGeom prst="rect">
            <a:avLst/>
          </a:prstGeom>
          <a:solidFill>
            <a:srgbClr val="4075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章节标签"/>
          <p:cNvSpPr/>
          <p:nvPr/>
        </p:nvSpPr>
        <p:spPr>
          <a:xfrm>
            <a:off x="320040" y="301752"/>
            <a:ext cx="844296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 i="0">
                <a:solidFill>
                  <a:srgbClr val="1F4E9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问题四</a:t>
            </a:r>
            <a:endParaRPr lang="zh-CN" altLang="en-US" sz="1400" b="1" i="0">
              <a:solidFill>
                <a:srgbClr val="1F4E9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标题"/>
          <p:cNvSpPr txBox="1"/>
          <p:nvPr/>
        </p:nvSpPr>
        <p:spPr>
          <a:xfrm>
            <a:off x="1310640" y="219456"/>
            <a:ext cx="7970520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2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A. 研究样本与可识别的转重事件数</a:t>
            </a:r>
            <a:endParaRPr lang="zh-CN" altLang="en-US" sz="22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Rectangle 7"/>
          <p:cNvSpPr>
            <a:spLocks noGrp="1"/>
          </p:cNvSpPr>
          <p:nvPr/>
        </p:nvSpPr>
        <p:spPr>
          <a:xfrm>
            <a:off x="9971521" y="467514"/>
            <a:ext cx="180331" cy="6350"/>
          </a:xfrm>
          <a:prstGeom prst="rect">
            <a:avLst/>
          </a:prstGeom>
          <a:solidFill>
            <a:srgbClr val="005A9F"/>
          </a:solidFill>
          <a:ln>
            <a:noFill/>
          </a:ln>
        </p:spPr>
      </p:sp>
      <p:sp>
        <p:nvSpPr>
          <p:cNvPr id="7" name="Freeform 8"/>
          <p:cNvSpPr>
            <a:spLocks noGrp="1"/>
          </p:cNvSpPr>
          <p:nvPr/>
        </p:nvSpPr>
        <p:spPr>
          <a:xfrm>
            <a:off x="9862306" y="238926"/>
            <a:ext cx="400029" cy="256527"/>
          </a:xfrm>
          <a:custGeom>
            <a:avLst/>
            <a:gdLst/>
            <a:ahLst/>
            <a:cxnLst/>
            <a:rect l="l" t="t" r="r" b="b"/>
            <a:pathLst>
              <a:path w="259" h="165">
                <a:moveTo>
                  <a:pt x="129" y="4"/>
                </a:moveTo>
                <a:cubicBezTo>
                  <a:pt x="198" y="4"/>
                  <a:pt x="255" y="39"/>
                  <a:pt x="255" y="83"/>
                </a:cubicBezTo>
                <a:cubicBezTo>
                  <a:pt x="255" y="126"/>
                  <a:pt x="198" y="161"/>
                  <a:pt x="129" y="161"/>
                </a:cubicBezTo>
                <a:cubicBezTo>
                  <a:pt x="61" y="161"/>
                  <a:pt x="4" y="126"/>
                  <a:pt x="4" y="83"/>
                </a:cubicBezTo>
                <a:cubicBezTo>
                  <a:pt x="4" y="39"/>
                  <a:pt x="61" y="4"/>
                  <a:pt x="129" y="4"/>
                </a:cubicBezTo>
                <a:close/>
                <a:moveTo>
                  <a:pt x="129" y="0"/>
                </a:moveTo>
                <a:cubicBezTo>
                  <a:pt x="201" y="0"/>
                  <a:pt x="259" y="37"/>
                  <a:pt x="259" y="83"/>
                </a:cubicBezTo>
                <a:cubicBezTo>
                  <a:pt x="259" y="128"/>
                  <a:pt x="201" y="165"/>
                  <a:pt x="129" y="165"/>
                </a:cubicBezTo>
                <a:cubicBezTo>
                  <a:pt x="58" y="165"/>
                  <a:pt x="0" y="128"/>
                  <a:pt x="0" y="83"/>
                </a:cubicBezTo>
                <a:cubicBezTo>
                  <a:pt x="0" y="37"/>
                  <a:pt x="58" y="0"/>
                  <a:pt x="129" y="0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8" name="Freeform 9"/>
          <p:cNvSpPr>
            <a:spLocks noGrp="1"/>
          </p:cNvSpPr>
          <p:nvPr/>
        </p:nvSpPr>
        <p:spPr>
          <a:xfrm>
            <a:off x="9899134" y="238926"/>
            <a:ext cx="326373" cy="256527"/>
          </a:xfrm>
          <a:custGeom>
            <a:avLst/>
            <a:gdLst/>
            <a:ahLst/>
            <a:cxnLst/>
            <a:rect l="l" t="t" r="r" b="b"/>
            <a:pathLst>
              <a:path w="211" h="165">
                <a:moveTo>
                  <a:pt x="105" y="4"/>
                </a:moveTo>
                <a:cubicBezTo>
                  <a:pt x="161" y="4"/>
                  <a:pt x="207" y="39"/>
                  <a:pt x="207" y="83"/>
                </a:cubicBezTo>
                <a:cubicBezTo>
                  <a:pt x="207" y="126"/>
                  <a:pt x="161" y="161"/>
                  <a:pt x="105" y="161"/>
                </a:cubicBezTo>
                <a:cubicBezTo>
                  <a:pt x="50" y="161"/>
                  <a:pt x="4" y="126"/>
                  <a:pt x="4" y="83"/>
                </a:cubicBezTo>
                <a:cubicBezTo>
                  <a:pt x="4" y="39"/>
                  <a:pt x="50" y="4"/>
                  <a:pt x="105" y="4"/>
                </a:cubicBezTo>
                <a:close/>
                <a:moveTo>
                  <a:pt x="105" y="0"/>
                </a:moveTo>
                <a:cubicBezTo>
                  <a:pt x="163" y="0"/>
                  <a:pt x="211" y="37"/>
                  <a:pt x="211" y="83"/>
                </a:cubicBezTo>
                <a:cubicBezTo>
                  <a:pt x="211" y="128"/>
                  <a:pt x="163" y="165"/>
                  <a:pt x="105" y="165"/>
                </a:cubicBezTo>
                <a:cubicBezTo>
                  <a:pt x="48" y="165"/>
                  <a:pt x="0" y="128"/>
                  <a:pt x="0" y="83"/>
                </a:cubicBezTo>
                <a:cubicBezTo>
                  <a:pt x="0" y="37"/>
                  <a:pt x="48" y="0"/>
                  <a:pt x="105" y="0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9" name="Freeform 10"/>
          <p:cNvSpPr>
            <a:spLocks noGrp="1"/>
          </p:cNvSpPr>
          <p:nvPr/>
        </p:nvSpPr>
        <p:spPr>
          <a:xfrm>
            <a:off x="9777221" y="157650"/>
            <a:ext cx="568930" cy="412729"/>
          </a:xfrm>
          <a:custGeom>
            <a:avLst/>
            <a:gdLst/>
            <a:ahLst/>
            <a:cxnLst/>
            <a:rect l="l" t="t" r="r" b="b"/>
            <a:pathLst>
              <a:path w="368" h="265">
                <a:moveTo>
                  <a:pt x="184" y="0"/>
                </a:moveTo>
                <a:cubicBezTo>
                  <a:pt x="286" y="0"/>
                  <a:pt x="368" y="60"/>
                  <a:pt x="368" y="133"/>
                </a:cubicBezTo>
                <a:cubicBezTo>
                  <a:pt x="368" y="206"/>
                  <a:pt x="286" y="265"/>
                  <a:pt x="184" y="265"/>
                </a:cubicBezTo>
                <a:cubicBezTo>
                  <a:pt x="83" y="265"/>
                  <a:pt x="0" y="206"/>
                  <a:pt x="0" y="133"/>
                </a:cubicBezTo>
                <a:cubicBezTo>
                  <a:pt x="0" y="60"/>
                  <a:pt x="83" y="0"/>
                  <a:pt x="184" y="0"/>
                </a:cubicBezTo>
                <a:close/>
                <a:moveTo>
                  <a:pt x="184" y="7"/>
                </a:moveTo>
                <a:cubicBezTo>
                  <a:pt x="280" y="7"/>
                  <a:pt x="359" y="64"/>
                  <a:pt x="359" y="133"/>
                </a:cubicBezTo>
                <a:cubicBezTo>
                  <a:pt x="359" y="202"/>
                  <a:pt x="280" y="258"/>
                  <a:pt x="184" y="258"/>
                </a:cubicBezTo>
                <a:cubicBezTo>
                  <a:pt x="88" y="258"/>
                  <a:pt x="9" y="202"/>
                  <a:pt x="9" y="133"/>
                </a:cubicBezTo>
                <a:cubicBezTo>
                  <a:pt x="9" y="64"/>
                  <a:pt x="88" y="7"/>
                  <a:pt x="184" y="7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0" name="Freeform 11"/>
          <p:cNvSpPr>
            <a:spLocks noGrp="1"/>
          </p:cNvSpPr>
          <p:nvPr/>
        </p:nvSpPr>
        <p:spPr>
          <a:xfrm>
            <a:off x="10007079" y="447195"/>
            <a:ext cx="107944" cy="17779"/>
          </a:xfrm>
          <a:custGeom>
            <a:avLst/>
            <a:gdLst/>
            <a:ahLst/>
            <a:cxnLst/>
            <a:rect l="l" t="t" r="r" b="b"/>
            <a:pathLst>
              <a:path w="70" h="11">
                <a:moveTo>
                  <a:pt x="0" y="0"/>
                </a:moveTo>
                <a:lnTo>
                  <a:pt x="1" y="0"/>
                </a:lnTo>
                <a:lnTo>
                  <a:pt x="2" y="6"/>
                </a:lnTo>
                <a:cubicBezTo>
                  <a:pt x="3" y="6"/>
                  <a:pt x="3" y="7"/>
                  <a:pt x="3" y="7"/>
                </a:cubicBezTo>
                <a:cubicBezTo>
                  <a:pt x="3" y="7"/>
                  <a:pt x="3" y="8"/>
                  <a:pt x="3" y="8"/>
                </a:cubicBezTo>
                <a:cubicBezTo>
                  <a:pt x="3" y="8"/>
                  <a:pt x="3" y="7"/>
                  <a:pt x="3" y="6"/>
                </a:cubicBezTo>
                <a:cubicBezTo>
                  <a:pt x="3" y="6"/>
                  <a:pt x="3" y="6"/>
                  <a:pt x="3" y="6"/>
                </a:cubicBezTo>
                <a:lnTo>
                  <a:pt x="4" y="0"/>
                </a:lnTo>
                <a:lnTo>
                  <a:pt x="5" y="0"/>
                </a:lnTo>
                <a:lnTo>
                  <a:pt x="7" y="6"/>
                </a:lnTo>
                <a:cubicBezTo>
                  <a:pt x="7" y="6"/>
                  <a:pt x="7" y="7"/>
                  <a:pt x="7" y="7"/>
                </a:cubicBezTo>
                <a:cubicBezTo>
                  <a:pt x="7" y="7"/>
                  <a:pt x="7" y="8"/>
                  <a:pt x="7" y="8"/>
                </a:cubicBezTo>
                <a:cubicBezTo>
                  <a:pt x="7" y="8"/>
                  <a:pt x="7" y="7"/>
                  <a:pt x="7" y="7"/>
                </a:cubicBezTo>
                <a:cubicBezTo>
                  <a:pt x="7" y="7"/>
                  <a:pt x="7" y="6"/>
                  <a:pt x="7" y="6"/>
                </a:cubicBezTo>
                <a:lnTo>
                  <a:pt x="8" y="0"/>
                </a:lnTo>
                <a:lnTo>
                  <a:pt x="10" y="0"/>
                </a:lnTo>
                <a:lnTo>
                  <a:pt x="7" y="10"/>
                </a:lnTo>
                <a:lnTo>
                  <a:pt x="6" y="10"/>
                </a:lnTo>
                <a:lnTo>
                  <a:pt x="5" y="5"/>
                </a:lnTo>
                <a:cubicBezTo>
                  <a:pt x="5" y="4"/>
                  <a:pt x="5" y="4"/>
                  <a:pt x="5" y="4"/>
                </a:cubicBezTo>
                <a:cubicBezTo>
                  <a:pt x="5" y="3"/>
                  <a:pt x="5" y="3"/>
                  <a:pt x="5" y="2"/>
                </a:cubicBezTo>
                <a:cubicBezTo>
                  <a:pt x="5" y="3"/>
                  <a:pt x="5" y="3"/>
                  <a:pt x="5" y="4"/>
                </a:cubicBezTo>
                <a:cubicBezTo>
                  <a:pt x="5" y="4"/>
                  <a:pt x="5" y="4"/>
                  <a:pt x="4" y="5"/>
                </a:cubicBezTo>
                <a:lnTo>
                  <a:pt x="3" y="10"/>
                </a:lnTo>
                <a:lnTo>
                  <a:pt x="2" y="10"/>
                </a:lnTo>
                <a:lnTo>
                  <a:pt x="0" y="0"/>
                </a:lnTo>
                <a:close/>
              </a:path>
              <a:path w="70" h="11">
                <a:moveTo>
                  <a:pt x="10" y="0"/>
                </a:moveTo>
                <a:lnTo>
                  <a:pt x="12" y="0"/>
                </a:lnTo>
                <a:lnTo>
                  <a:pt x="12" y="7"/>
                </a:lnTo>
                <a:cubicBezTo>
                  <a:pt x="12" y="8"/>
                  <a:pt x="12" y="8"/>
                  <a:pt x="12" y="9"/>
                </a:cubicBezTo>
                <a:cubicBezTo>
                  <a:pt x="12" y="9"/>
                  <a:pt x="13" y="9"/>
                  <a:pt x="13" y="9"/>
                </a:cubicBezTo>
                <a:cubicBezTo>
                  <a:pt x="14" y="9"/>
                  <a:pt x="14" y="9"/>
                  <a:pt x="15" y="9"/>
                </a:cubicBezTo>
                <a:cubicBezTo>
                  <a:pt x="15" y="8"/>
                  <a:pt x="15" y="8"/>
                  <a:pt x="15" y="7"/>
                </a:cubicBezTo>
                <a:lnTo>
                  <a:pt x="15" y="0"/>
                </a:lnTo>
                <a:lnTo>
                  <a:pt x="16" y="0"/>
                </a:lnTo>
                <a:lnTo>
                  <a:pt x="16" y="7"/>
                </a:lnTo>
                <a:cubicBezTo>
                  <a:pt x="16" y="8"/>
                  <a:pt x="16" y="9"/>
                  <a:pt x="15" y="10"/>
                </a:cubicBezTo>
                <a:cubicBezTo>
                  <a:pt x="15" y="10"/>
                  <a:pt x="14" y="11"/>
                  <a:pt x="13" y="11"/>
                </a:cubicBezTo>
                <a:cubicBezTo>
                  <a:pt x="12" y="11"/>
                  <a:pt x="12" y="10"/>
                  <a:pt x="11" y="10"/>
                </a:cubicBezTo>
                <a:cubicBezTo>
                  <a:pt x="11" y="9"/>
                  <a:pt x="10" y="8"/>
                  <a:pt x="10" y="7"/>
                </a:cubicBezTo>
                <a:lnTo>
                  <a:pt x="10" y="0"/>
                </a:lnTo>
                <a:close/>
              </a:path>
              <a:path w="70" h="11">
                <a:moveTo>
                  <a:pt x="18" y="0"/>
                </a:moveTo>
                <a:lnTo>
                  <a:pt x="19" y="0"/>
                </a:lnTo>
                <a:lnTo>
                  <a:pt x="19" y="4"/>
                </a:lnTo>
                <a:lnTo>
                  <a:pt x="22" y="4"/>
                </a:lnTo>
                <a:lnTo>
                  <a:pt x="22" y="0"/>
                </a:lnTo>
                <a:lnTo>
                  <a:pt x="23" y="0"/>
                </a:lnTo>
                <a:lnTo>
                  <a:pt x="23" y="10"/>
                </a:lnTo>
                <a:lnTo>
                  <a:pt x="22" y="10"/>
                </a:lnTo>
                <a:lnTo>
                  <a:pt x="22" y="6"/>
                </a:lnTo>
                <a:lnTo>
                  <a:pt x="19" y="6"/>
                </a:lnTo>
                <a:lnTo>
                  <a:pt x="19" y="10"/>
                </a:lnTo>
                <a:lnTo>
                  <a:pt x="18" y="10"/>
                </a:lnTo>
                <a:lnTo>
                  <a:pt x="18" y="0"/>
                </a:lnTo>
                <a:close/>
              </a:path>
              <a:path w="70" h="11">
                <a:moveTo>
                  <a:pt x="26" y="0"/>
                </a:moveTo>
                <a:lnTo>
                  <a:pt x="28" y="0"/>
                </a:lnTo>
                <a:lnTo>
                  <a:pt x="30" y="10"/>
                </a:lnTo>
                <a:lnTo>
                  <a:pt x="29" y="10"/>
                </a:lnTo>
                <a:lnTo>
                  <a:pt x="29" y="8"/>
                </a:lnTo>
                <a:lnTo>
                  <a:pt x="26" y="8"/>
                </a:lnTo>
                <a:lnTo>
                  <a:pt x="25" y="10"/>
                </a:lnTo>
                <a:lnTo>
                  <a:pt x="24" y="10"/>
                </a:lnTo>
                <a:lnTo>
                  <a:pt x="26" y="0"/>
                </a:lnTo>
                <a:close/>
                <a:moveTo>
                  <a:pt x="27" y="1"/>
                </a:moveTo>
                <a:lnTo>
                  <a:pt x="26" y="6"/>
                </a:lnTo>
                <a:lnTo>
                  <a:pt x="28" y="6"/>
                </a:lnTo>
                <a:lnTo>
                  <a:pt x="27" y="1"/>
                </a:lnTo>
                <a:close/>
              </a:path>
              <a:path w="70" h="11">
                <a:moveTo>
                  <a:pt x="31" y="0"/>
                </a:moveTo>
                <a:lnTo>
                  <a:pt x="32" y="0"/>
                </a:lnTo>
                <a:lnTo>
                  <a:pt x="35" y="6"/>
                </a:lnTo>
                <a:cubicBezTo>
                  <a:pt x="35" y="6"/>
                  <a:pt x="35" y="7"/>
                  <a:pt x="35" y="7"/>
                </a:cubicBezTo>
                <a:cubicBezTo>
                  <a:pt x="36" y="7"/>
                  <a:pt x="36" y="8"/>
                  <a:pt x="36" y="8"/>
                </a:cubicBezTo>
                <a:cubicBezTo>
                  <a:pt x="36" y="8"/>
                  <a:pt x="36" y="7"/>
                  <a:pt x="36" y="7"/>
                </a:cubicBezTo>
                <a:cubicBezTo>
                  <a:pt x="36" y="7"/>
                  <a:pt x="36" y="6"/>
                  <a:pt x="36" y="6"/>
                </a:cubicBezTo>
                <a:lnTo>
                  <a:pt x="36" y="0"/>
                </a:lnTo>
                <a:lnTo>
                  <a:pt x="37" y="0"/>
                </a:lnTo>
                <a:lnTo>
                  <a:pt x="37" y="10"/>
                </a:lnTo>
                <a:lnTo>
                  <a:pt x="36" y="10"/>
                </a:lnTo>
                <a:lnTo>
                  <a:pt x="33" y="4"/>
                </a:lnTo>
                <a:cubicBezTo>
                  <a:pt x="33" y="4"/>
                  <a:pt x="33" y="4"/>
                  <a:pt x="33" y="3"/>
                </a:cubicBezTo>
                <a:cubicBezTo>
                  <a:pt x="32" y="3"/>
                  <a:pt x="32" y="2"/>
                  <a:pt x="32" y="2"/>
                </a:cubicBezTo>
                <a:cubicBezTo>
                  <a:pt x="32" y="2"/>
                  <a:pt x="32" y="2"/>
                  <a:pt x="32" y="3"/>
                </a:cubicBezTo>
                <a:cubicBezTo>
                  <a:pt x="32" y="3"/>
                  <a:pt x="32" y="4"/>
                  <a:pt x="32" y="4"/>
                </a:cubicBezTo>
                <a:lnTo>
                  <a:pt x="32" y="10"/>
                </a:lnTo>
                <a:lnTo>
                  <a:pt x="31" y="10"/>
                </a:lnTo>
                <a:lnTo>
                  <a:pt x="31" y="0"/>
                </a:lnTo>
                <a:close/>
              </a:path>
              <a:path w="70" h="11">
                <a:moveTo>
                  <a:pt x="46" y="3"/>
                </a:moveTo>
                <a:lnTo>
                  <a:pt x="45" y="3"/>
                </a:lnTo>
                <a:cubicBezTo>
                  <a:pt x="45" y="3"/>
                  <a:pt x="45" y="2"/>
                  <a:pt x="44" y="2"/>
                </a:cubicBezTo>
                <a:cubicBezTo>
                  <a:pt x="44" y="1"/>
                  <a:pt x="44" y="1"/>
                  <a:pt x="43" y="1"/>
                </a:cubicBezTo>
                <a:cubicBezTo>
                  <a:pt x="43" y="1"/>
                  <a:pt x="42" y="2"/>
                  <a:pt x="42" y="2"/>
                </a:cubicBezTo>
                <a:cubicBezTo>
                  <a:pt x="42" y="3"/>
                  <a:pt x="42" y="4"/>
                  <a:pt x="42" y="5"/>
                </a:cubicBezTo>
                <a:cubicBezTo>
                  <a:pt x="42" y="7"/>
                  <a:pt x="42" y="8"/>
                  <a:pt x="42" y="8"/>
                </a:cubicBezTo>
                <a:cubicBezTo>
                  <a:pt x="42" y="9"/>
                  <a:pt x="43" y="9"/>
                  <a:pt x="43" y="9"/>
                </a:cubicBezTo>
                <a:cubicBezTo>
                  <a:pt x="44" y="9"/>
                  <a:pt x="44" y="9"/>
                  <a:pt x="45" y="9"/>
                </a:cubicBezTo>
                <a:cubicBezTo>
                  <a:pt x="45" y="8"/>
                  <a:pt x="45" y="8"/>
                  <a:pt x="45" y="7"/>
                </a:cubicBezTo>
                <a:lnTo>
                  <a:pt x="46" y="8"/>
                </a:lnTo>
                <a:cubicBezTo>
                  <a:pt x="46" y="9"/>
                  <a:pt x="46" y="9"/>
                  <a:pt x="45" y="10"/>
                </a:cubicBezTo>
                <a:cubicBezTo>
                  <a:pt x="45" y="10"/>
                  <a:pt x="44" y="11"/>
                  <a:pt x="43" y="11"/>
                </a:cubicBezTo>
                <a:cubicBezTo>
                  <a:pt x="42" y="11"/>
                  <a:pt x="42" y="10"/>
                  <a:pt x="41" y="9"/>
                </a:cubicBezTo>
                <a:cubicBezTo>
                  <a:pt x="41" y="8"/>
                  <a:pt x="40" y="7"/>
                  <a:pt x="40" y="5"/>
                </a:cubicBezTo>
                <a:cubicBezTo>
                  <a:pt x="40" y="4"/>
                  <a:pt x="41" y="2"/>
                  <a:pt x="41" y="1"/>
                </a:cubicBezTo>
                <a:cubicBezTo>
                  <a:pt x="42" y="0"/>
                  <a:pt x="43" y="0"/>
                  <a:pt x="43" y="0"/>
                </a:cubicBezTo>
                <a:cubicBezTo>
                  <a:pt x="44" y="0"/>
                  <a:pt x="45" y="0"/>
                  <a:pt x="45" y="1"/>
                </a:cubicBezTo>
                <a:cubicBezTo>
                  <a:pt x="46" y="1"/>
                  <a:pt x="46" y="2"/>
                  <a:pt x="46" y="3"/>
                </a:cubicBezTo>
                <a:close/>
              </a:path>
              <a:path w="70" h="11">
                <a:moveTo>
                  <a:pt x="47" y="0"/>
                </a:moveTo>
                <a:lnTo>
                  <a:pt x="48" y="0"/>
                </a:lnTo>
                <a:lnTo>
                  <a:pt x="48" y="4"/>
                </a:lnTo>
                <a:lnTo>
                  <a:pt x="52" y="4"/>
                </a:lnTo>
                <a:lnTo>
                  <a:pt x="52" y="0"/>
                </a:lnTo>
                <a:lnTo>
                  <a:pt x="53" y="0"/>
                </a:lnTo>
                <a:lnTo>
                  <a:pt x="53" y="10"/>
                </a:lnTo>
                <a:lnTo>
                  <a:pt x="52" y="10"/>
                </a:lnTo>
                <a:lnTo>
                  <a:pt x="52" y="6"/>
                </a:lnTo>
                <a:lnTo>
                  <a:pt x="48" y="6"/>
                </a:lnTo>
                <a:lnTo>
                  <a:pt x="48" y="10"/>
                </a:lnTo>
                <a:lnTo>
                  <a:pt x="47" y="10"/>
                </a:lnTo>
                <a:lnTo>
                  <a:pt x="47" y="0"/>
                </a:lnTo>
                <a:close/>
              </a:path>
              <a:path w="70" h="11">
                <a:moveTo>
                  <a:pt x="55" y="0"/>
                </a:moveTo>
                <a:lnTo>
                  <a:pt x="56" y="0"/>
                </a:lnTo>
                <a:lnTo>
                  <a:pt x="56" y="10"/>
                </a:lnTo>
                <a:lnTo>
                  <a:pt x="55" y="10"/>
                </a:lnTo>
                <a:lnTo>
                  <a:pt x="55" y="0"/>
                </a:lnTo>
                <a:close/>
              </a:path>
              <a:path w="70" h="11">
                <a:moveTo>
                  <a:pt x="57" y="0"/>
                </a:moveTo>
                <a:lnTo>
                  <a:pt x="59" y="0"/>
                </a:lnTo>
                <a:lnTo>
                  <a:pt x="61" y="6"/>
                </a:lnTo>
                <a:cubicBezTo>
                  <a:pt x="61" y="6"/>
                  <a:pt x="61" y="7"/>
                  <a:pt x="62" y="7"/>
                </a:cubicBezTo>
                <a:cubicBezTo>
                  <a:pt x="62" y="7"/>
                  <a:pt x="62" y="8"/>
                  <a:pt x="62" y="8"/>
                </a:cubicBezTo>
                <a:cubicBezTo>
                  <a:pt x="62" y="8"/>
                  <a:pt x="62" y="7"/>
                  <a:pt x="62" y="7"/>
                </a:cubicBezTo>
                <a:cubicBezTo>
                  <a:pt x="62" y="7"/>
                  <a:pt x="62" y="6"/>
                  <a:pt x="62" y="6"/>
                </a:cubicBezTo>
                <a:lnTo>
                  <a:pt x="62" y="0"/>
                </a:lnTo>
                <a:lnTo>
                  <a:pt x="63" y="0"/>
                </a:lnTo>
                <a:lnTo>
                  <a:pt x="63" y="10"/>
                </a:lnTo>
                <a:lnTo>
                  <a:pt x="62" y="10"/>
                </a:lnTo>
                <a:lnTo>
                  <a:pt x="59" y="4"/>
                </a:lnTo>
                <a:cubicBezTo>
                  <a:pt x="59" y="4"/>
                  <a:pt x="59" y="4"/>
                  <a:pt x="59" y="3"/>
                </a:cubicBezTo>
                <a:cubicBezTo>
                  <a:pt x="59" y="3"/>
                  <a:pt x="59" y="2"/>
                  <a:pt x="58" y="2"/>
                </a:cubicBezTo>
                <a:cubicBezTo>
                  <a:pt x="58" y="2"/>
                  <a:pt x="58" y="2"/>
                  <a:pt x="58" y="3"/>
                </a:cubicBezTo>
                <a:cubicBezTo>
                  <a:pt x="58" y="3"/>
                  <a:pt x="58" y="4"/>
                  <a:pt x="58" y="4"/>
                </a:cubicBezTo>
                <a:lnTo>
                  <a:pt x="58" y="10"/>
                </a:lnTo>
                <a:lnTo>
                  <a:pt x="57" y="10"/>
                </a:lnTo>
                <a:lnTo>
                  <a:pt x="57" y="0"/>
                </a:lnTo>
                <a:close/>
              </a:path>
              <a:path w="70" h="11">
                <a:moveTo>
                  <a:pt x="66" y="0"/>
                </a:moveTo>
                <a:lnTo>
                  <a:pt x="68" y="0"/>
                </a:lnTo>
                <a:lnTo>
                  <a:pt x="70" y="10"/>
                </a:lnTo>
                <a:lnTo>
                  <a:pt x="69" y="10"/>
                </a:lnTo>
                <a:lnTo>
                  <a:pt x="68" y="8"/>
                </a:lnTo>
                <a:lnTo>
                  <a:pt x="66" y="8"/>
                </a:lnTo>
                <a:lnTo>
                  <a:pt x="65" y="10"/>
                </a:lnTo>
                <a:lnTo>
                  <a:pt x="64" y="10"/>
                </a:lnTo>
                <a:lnTo>
                  <a:pt x="66" y="0"/>
                </a:lnTo>
                <a:close/>
                <a:moveTo>
                  <a:pt x="67" y="1"/>
                </a:moveTo>
                <a:lnTo>
                  <a:pt x="66" y="6"/>
                </a:lnTo>
                <a:lnTo>
                  <a:pt x="68" y="6"/>
                </a:lnTo>
                <a:lnTo>
                  <a:pt x="67" y="1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1" name="Freeform 12"/>
          <p:cNvSpPr>
            <a:spLocks noGrp="1"/>
          </p:cNvSpPr>
          <p:nvPr/>
        </p:nvSpPr>
        <p:spPr>
          <a:xfrm>
            <a:off x="9914374" y="411637"/>
            <a:ext cx="297165" cy="30478"/>
          </a:xfrm>
          <a:custGeom>
            <a:avLst/>
            <a:gdLst/>
            <a:ahLst/>
            <a:cxnLst/>
            <a:rect l="l" t="t" r="r" b="b"/>
            <a:pathLst>
              <a:path w="192" h="20">
                <a:moveTo>
                  <a:pt x="0" y="0"/>
                </a:moveTo>
                <a:lnTo>
                  <a:pt x="192" y="0"/>
                </a:lnTo>
                <a:cubicBezTo>
                  <a:pt x="189" y="7"/>
                  <a:pt x="184" y="13"/>
                  <a:pt x="177" y="20"/>
                </a:cubicBezTo>
                <a:lnTo>
                  <a:pt x="14" y="19"/>
                </a:lnTo>
                <a:cubicBezTo>
                  <a:pt x="7" y="15"/>
                  <a:pt x="3" y="8"/>
                  <a:pt x="0" y="0"/>
                </a:cubicBezTo>
                <a:close/>
                <a:moveTo>
                  <a:pt x="39" y="4"/>
                </a:moveTo>
                <a:cubicBezTo>
                  <a:pt x="39" y="4"/>
                  <a:pt x="39" y="5"/>
                  <a:pt x="38" y="5"/>
                </a:cubicBezTo>
                <a:cubicBezTo>
                  <a:pt x="38" y="5"/>
                  <a:pt x="38" y="5"/>
                  <a:pt x="38" y="6"/>
                </a:cubicBezTo>
                <a:cubicBezTo>
                  <a:pt x="38" y="7"/>
                  <a:pt x="38" y="7"/>
                  <a:pt x="38" y="8"/>
                </a:cubicBezTo>
                <a:cubicBezTo>
                  <a:pt x="38" y="8"/>
                  <a:pt x="38" y="9"/>
                  <a:pt x="38" y="9"/>
                </a:cubicBezTo>
                <a:cubicBezTo>
                  <a:pt x="38" y="10"/>
                  <a:pt x="38" y="11"/>
                  <a:pt x="38" y="12"/>
                </a:cubicBezTo>
                <a:lnTo>
                  <a:pt x="38" y="14"/>
                </a:lnTo>
                <a:cubicBezTo>
                  <a:pt x="38" y="15"/>
                  <a:pt x="38" y="16"/>
                  <a:pt x="38" y="17"/>
                </a:cubicBezTo>
                <a:cubicBezTo>
                  <a:pt x="38" y="17"/>
                  <a:pt x="38" y="17"/>
                  <a:pt x="38" y="17"/>
                </a:cubicBezTo>
                <a:cubicBezTo>
                  <a:pt x="38" y="17"/>
                  <a:pt x="38" y="17"/>
                  <a:pt x="38" y="17"/>
                </a:cubicBezTo>
                <a:cubicBezTo>
                  <a:pt x="38" y="17"/>
                  <a:pt x="38" y="17"/>
                  <a:pt x="37" y="17"/>
                </a:cubicBezTo>
                <a:cubicBezTo>
                  <a:pt x="37" y="17"/>
                  <a:pt x="36" y="17"/>
                  <a:pt x="36" y="17"/>
                </a:cubicBezTo>
                <a:cubicBezTo>
                  <a:pt x="35" y="16"/>
                  <a:pt x="35" y="16"/>
                  <a:pt x="35" y="16"/>
                </a:cubicBezTo>
                <a:cubicBezTo>
                  <a:pt x="34" y="16"/>
                  <a:pt x="34" y="16"/>
                  <a:pt x="34" y="16"/>
                </a:cubicBezTo>
                <a:cubicBezTo>
                  <a:pt x="34" y="16"/>
                  <a:pt x="34" y="15"/>
                  <a:pt x="34" y="15"/>
                </a:cubicBezTo>
                <a:cubicBezTo>
                  <a:pt x="34" y="15"/>
                  <a:pt x="34" y="15"/>
                  <a:pt x="34" y="15"/>
                </a:cubicBezTo>
                <a:cubicBezTo>
                  <a:pt x="35" y="15"/>
                  <a:pt x="35" y="15"/>
                  <a:pt x="36" y="15"/>
                </a:cubicBezTo>
                <a:cubicBezTo>
                  <a:pt x="36" y="15"/>
                  <a:pt x="36" y="15"/>
                  <a:pt x="36" y="15"/>
                </a:cubicBezTo>
                <a:cubicBezTo>
                  <a:pt x="37" y="15"/>
                  <a:pt x="37" y="15"/>
                  <a:pt x="37" y="15"/>
                </a:cubicBezTo>
                <a:cubicBezTo>
                  <a:pt x="37" y="15"/>
                  <a:pt x="37" y="15"/>
                  <a:pt x="37" y="14"/>
                </a:cubicBezTo>
                <a:cubicBezTo>
                  <a:pt x="37" y="14"/>
                  <a:pt x="37" y="13"/>
                  <a:pt x="37" y="12"/>
                </a:cubicBezTo>
                <a:cubicBezTo>
                  <a:pt x="36" y="11"/>
                  <a:pt x="36" y="10"/>
                  <a:pt x="36" y="8"/>
                </a:cubicBezTo>
                <a:lnTo>
                  <a:pt x="36" y="6"/>
                </a:lnTo>
                <a:cubicBezTo>
                  <a:pt x="36" y="5"/>
                  <a:pt x="36" y="5"/>
                  <a:pt x="36" y="5"/>
                </a:cubicBezTo>
                <a:cubicBezTo>
                  <a:pt x="35" y="5"/>
                  <a:pt x="35" y="5"/>
                  <a:pt x="35" y="5"/>
                </a:cubicBezTo>
                <a:cubicBezTo>
                  <a:pt x="34" y="5"/>
                  <a:pt x="34" y="5"/>
                  <a:pt x="34" y="6"/>
                </a:cubicBezTo>
                <a:cubicBezTo>
                  <a:pt x="34" y="6"/>
                  <a:pt x="34" y="6"/>
                  <a:pt x="34" y="6"/>
                </a:cubicBezTo>
                <a:cubicBezTo>
                  <a:pt x="34" y="7"/>
                  <a:pt x="34" y="7"/>
                  <a:pt x="34" y="7"/>
                </a:cubicBezTo>
                <a:cubicBezTo>
                  <a:pt x="35" y="7"/>
                  <a:pt x="35" y="7"/>
                  <a:pt x="35" y="7"/>
                </a:cubicBezTo>
                <a:cubicBezTo>
                  <a:pt x="35" y="7"/>
                  <a:pt x="35" y="7"/>
                  <a:pt x="35" y="7"/>
                </a:cubicBezTo>
                <a:cubicBezTo>
                  <a:pt x="36" y="7"/>
                  <a:pt x="36" y="7"/>
                  <a:pt x="36" y="7"/>
                </a:cubicBezTo>
                <a:cubicBezTo>
                  <a:pt x="36" y="7"/>
                  <a:pt x="36" y="7"/>
                  <a:pt x="35" y="7"/>
                </a:cubicBezTo>
                <a:cubicBezTo>
                  <a:pt x="35" y="7"/>
                  <a:pt x="35" y="8"/>
                  <a:pt x="35" y="8"/>
                </a:cubicBezTo>
                <a:cubicBezTo>
                  <a:pt x="34" y="8"/>
                  <a:pt x="34" y="8"/>
                  <a:pt x="34" y="8"/>
                </a:cubicBezTo>
                <a:cubicBezTo>
                  <a:pt x="34" y="8"/>
                  <a:pt x="34" y="9"/>
                  <a:pt x="34" y="9"/>
                </a:cubicBezTo>
                <a:cubicBezTo>
                  <a:pt x="34" y="9"/>
                  <a:pt x="34" y="9"/>
                  <a:pt x="34" y="9"/>
                </a:cubicBezTo>
                <a:cubicBezTo>
                  <a:pt x="34" y="9"/>
                  <a:pt x="34" y="9"/>
                  <a:pt x="34" y="9"/>
                </a:cubicBezTo>
                <a:cubicBezTo>
                  <a:pt x="34" y="9"/>
                  <a:pt x="35" y="9"/>
                  <a:pt x="35" y="9"/>
                </a:cubicBezTo>
                <a:cubicBezTo>
                  <a:pt x="35" y="9"/>
                  <a:pt x="35" y="9"/>
                  <a:pt x="35" y="9"/>
                </a:cubicBezTo>
                <a:cubicBezTo>
                  <a:pt x="36" y="9"/>
                  <a:pt x="36" y="9"/>
                  <a:pt x="36" y="9"/>
                </a:cubicBezTo>
                <a:cubicBezTo>
                  <a:pt x="36" y="9"/>
                  <a:pt x="36" y="10"/>
                  <a:pt x="36" y="10"/>
                </a:cubicBezTo>
                <a:cubicBezTo>
                  <a:pt x="36" y="10"/>
                  <a:pt x="36" y="10"/>
                  <a:pt x="36" y="10"/>
                </a:cubicBezTo>
                <a:cubicBezTo>
                  <a:pt x="36" y="10"/>
                  <a:pt x="35" y="10"/>
                  <a:pt x="35" y="11"/>
                </a:cubicBezTo>
                <a:cubicBezTo>
                  <a:pt x="35" y="11"/>
                  <a:pt x="35" y="11"/>
                  <a:pt x="34" y="11"/>
                </a:cubicBezTo>
                <a:cubicBezTo>
                  <a:pt x="34" y="11"/>
                  <a:pt x="33" y="12"/>
                  <a:pt x="33" y="12"/>
                </a:cubicBezTo>
                <a:cubicBezTo>
                  <a:pt x="33" y="12"/>
                  <a:pt x="33" y="12"/>
                  <a:pt x="33" y="12"/>
                </a:cubicBezTo>
                <a:cubicBezTo>
                  <a:pt x="32" y="13"/>
                  <a:pt x="32" y="14"/>
                  <a:pt x="32" y="14"/>
                </a:cubicBezTo>
                <a:cubicBezTo>
                  <a:pt x="32" y="14"/>
                  <a:pt x="32" y="15"/>
                  <a:pt x="32" y="15"/>
                </a:cubicBezTo>
                <a:cubicBezTo>
                  <a:pt x="32" y="15"/>
                  <a:pt x="32" y="15"/>
                  <a:pt x="32" y="15"/>
                </a:cubicBezTo>
                <a:cubicBezTo>
                  <a:pt x="32" y="15"/>
                  <a:pt x="32" y="16"/>
                  <a:pt x="31" y="16"/>
                </a:cubicBezTo>
                <a:cubicBezTo>
                  <a:pt x="31" y="16"/>
                  <a:pt x="31" y="16"/>
                  <a:pt x="30" y="16"/>
                </a:cubicBezTo>
                <a:cubicBezTo>
                  <a:pt x="30" y="16"/>
                  <a:pt x="30" y="16"/>
                  <a:pt x="29" y="16"/>
                </a:cubicBezTo>
                <a:cubicBezTo>
                  <a:pt x="29" y="16"/>
                  <a:pt x="29" y="16"/>
                  <a:pt x="29" y="16"/>
                </a:cubicBezTo>
                <a:cubicBezTo>
                  <a:pt x="29" y="16"/>
                  <a:pt x="29" y="16"/>
                  <a:pt x="29" y="16"/>
                </a:cubicBezTo>
                <a:cubicBezTo>
                  <a:pt x="30" y="15"/>
                  <a:pt x="30" y="15"/>
                  <a:pt x="31" y="15"/>
                </a:cubicBezTo>
                <a:cubicBezTo>
                  <a:pt x="31" y="15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0" y="14"/>
                  <a:pt x="29" y="13"/>
                  <a:pt x="29" y="13"/>
                </a:cubicBezTo>
                <a:cubicBezTo>
                  <a:pt x="28" y="13"/>
                  <a:pt x="28" y="12"/>
                  <a:pt x="28" y="12"/>
                </a:cubicBezTo>
                <a:cubicBezTo>
                  <a:pt x="28" y="12"/>
                  <a:pt x="28" y="12"/>
                  <a:pt x="28" y="12"/>
                </a:cubicBezTo>
                <a:cubicBezTo>
                  <a:pt x="28" y="12"/>
                  <a:pt x="28" y="12"/>
                  <a:pt x="28" y="12"/>
                </a:cubicBezTo>
                <a:cubicBezTo>
                  <a:pt x="29" y="13"/>
                  <a:pt x="29" y="13"/>
                  <a:pt x="30" y="13"/>
                </a:cubicBezTo>
                <a:cubicBezTo>
                  <a:pt x="30" y="13"/>
                  <a:pt x="30" y="13"/>
                  <a:pt x="30" y="12"/>
                </a:cubicBezTo>
                <a:lnTo>
                  <a:pt x="30" y="11"/>
                </a:lnTo>
                <a:cubicBezTo>
                  <a:pt x="30" y="11"/>
                  <a:pt x="30" y="11"/>
                  <a:pt x="30" y="11"/>
                </a:cubicBezTo>
                <a:cubicBezTo>
                  <a:pt x="30" y="11"/>
                  <a:pt x="30" y="11"/>
                  <a:pt x="29" y="11"/>
                </a:cubicBezTo>
                <a:cubicBezTo>
                  <a:pt x="29" y="11"/>
                  <a:pt x="29" y="12"/>
                  <a:pt x="28" y="12"/>
                </a:cubicBezTo>
                <a:cubicBezTo>
                  <a:pt x="28" y="12"/>
                  <a:pt x="28" y="13"/>
                  <a:pt x="27" y="13"/>
                </a:cubicBezTo>
                <a:cubicBezTo>
                  <a:pt x="27" y="14"/>
                  <a:pt x="26" y="14"/>
                  <a:pt x="26" y="14"/>
                </a:cubicBezTo>
                <a:cubicBezTo>
                  <a:pt x="26" y="14"/>
                  <a:pt x="26" y="14"/>
                  <a:pt x="26" y="14"/>
                </a:cubicBezTo>
                <a:cubicBezTo>
                  <a:pt x="26" y="14"/>
                  <a:pt x="25" y="14"/>
                  <a:pt x="25" y="14"/>
                </a:cubicBezTo>
                <a:cubicBezTo>
                  <a:pt x="25" y="14"/>
                  <a:pt x="25" y="13"/>
                  <a:pt x="25" y="13"/>
                </a:cubicBezTo>
                <a:cubicBezTo>
                  <a:pt x="25" y="13"/>
                  <a:pt x="25" y="13"/>
                  <a:pt x="25" y="13"/>
                </a:cubicBezTo>
                <a:cubicBezTo>
                  <a:pt x="25" y="13"/>
                  <a:pt x="26" y="13"/>
                  <a:pt x="26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12"/>
                  <a:pt x="27" y="12"/>
                  <a:pt x="27" y="11"/>
                </a:cubicBezTo>
                <a:cubicBezTo>
                  <a:pt x="26" y="10"/>
                  <a:pt x="26" y="9"/>
                  <a:pt x="26" y="9"/>
                </a:cubicBezTo>
                <a:lnTo>
                  <a:pt x="26" y="7"/>
                </a:lnTo>
                <a:lnTo>
                  <a:pt x="26" y="6"/>
                </a:lnTo>
                <a:cubicBezTo>
                  <a:pt x="26" y="6"/>
                  <a:pt x="27" y="6"/>
                  <a:pt x="27" y="6"/>
                </a:cubicBezTo>
                <a:cubicBezTo>
                  <a:pt x="27" y="6"/>
                  <a:pt x="27" y="5"/>
                  <a:pt x="28" y="5"/>
                </a:cubicBezTo>
                <a:cubicBezTo>
                  <a:pt x="28" y="5"/>
                  <a:pt x="28" y="5"/>
                  <a:pt x="29" y="5"/>
                </a:cubicBezTo>
                <a:cubicBezTo>
                  <a:pt x="30" y="5"/>
                  <a:pt x="30" y="5"/>
                  <a:pt x="30" y="5"/>
                </a:cubicBezTo>
                <a:cubicBezTo>
                  <a:pt x="31" y="5"/>
                  <a:pt x="31" y="5"/>
                  <a:pt x="31" y="5"/>
                </a:cubicBezTo>
                <a:cubicBezTo>
                  <a:pt x="32" y="5"/>
                  <a:pt x="32" y="5"/>
                  <a:pt x="32" y="5"/>
                </a:cubicBezTo>
                <a:cubicBezTo>
                  <a:pt x="32" y="5"/>
                  <a:pt x="32" y="5"/>
                  <a:pt x="32" y="5"/>
                </a:cubicBezTo>
                <a:cubicBezTo>
                  <a:pt x="32" y="6"/>
                  <a:pt x="32" y="6"/>
                  <a:pt x="31" y="6"/>
                </a:cubicBezTo>
                <a:cubicBezTo>
                  <a:pt x="31" y="6"/>
                  <a:pt x="31" y="7"/>
                  <a:pt x="31" y="7"/>
                </a:cubicBezTo>
                <a:cubicBezTo>
                  <a:pt x="31" y="7"/>
                  <a:pt x="31" y="8"/>
                  <a:pt x="31" y="8"/>
                </a:cubicBezTo>
                <a:cubicBezTo>
                  <a:pt x="31" y="8"/>
                  <a:pt x="31" y="9"/>
                  <a:pt x="31" y="10"/>
                </a:cubicBezTo>
                <a:cubicBezTo>
                  <a:pt x="31" y="11"/>
                  <a:pt x="31" y="11"/>
                  <a:pt x="31" y="11"/>
                </a:cubicBezTo>
                <a:cubicBezTo>
                  <a:pt x="31" y="12"/>
                  <a:pt x="31" y="12"/>
                  <a:pt x="31" y="12"/>
                </a:cubicBezTo>
                <a:cubicBezTo>
                  <a:pt x="31" y="13"/>
                  <a:pt x="31" y="13"/>
                  <a:pt x="31" y="13"/>
                </a:cubicBezTo>
                <a:cubicBezTo>
                  <a:pt x="31" y="13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1" y="14"/>
                  <a:pt x="32" y="13"/>
                  <a:pt x="32" y="12"/>
                </a:cubicBezTo>
                <a:cubicBezTo>
                  <a:pt x="32" y="12"/>
                  <a:pt x="32" y="11"/>
                  <a:pt x="33" y="10"/>
                </a:cubicBezTo>
                <a:cubicBezTo>
                  <a:pt x="33" y="8"/>
                  <a:pt x="33" y="6"/>
                  <a:pt x="33" y="6"/>
                </a:cubicBezTo>
                <a:cubicBezTo>
                  <a:pt x="33" y="5"/>
                  <a:pt x="33" y="5"/>
                  <a:pt x="33" y="5"/>
                </a:cubicBezTo>
                <a:cubicBezTo>
                  <a:pt x="33" y="5"/>
                  <a:pt x="33" y="4"/>
                  <a:pt x="34" y="4"/>
                </a:cubicBezTo>
                <a:cubicBezTo>
                  <a:pt x="34" y="4"/>
                  <a:pt x="34" y="4"/>
                  <a:pt x="34" y="4"/>
                </a:cubicBezTo>
                <a:cubicBezTo>
                  <a:pt x="35" y="4"/>
                  <a:pt x="35" y="4"/>
                  <a:pt x="35" y="4"/>
                </a:cubicBezTo>
                <a:cubicBezTo>
                  <a:pt x="35" y="4"/>
                  <a:pt x="36" y="4"/>
                  <a:pt x="36" y="4"/>
                </a:cubicBezTo>
                <a:cubicBezTo>
                  <a:pt x="36" y="4"/>
                  <a:pt x="37" y="4"/>
                  <a:pt x="37" y="4"/>
                </a:cubicBezTo>
                <a:cubicBezTo>
                  <a:pt x="37" y="4"/>
                  <a:pt x="37" y="4"/>
                  <a:pt x="38" y="4"/>
                </a:cubicBezTo>
                <a:cubicBezTo>
                  <a:pt x="38" y="4"/>
                  <a:pt x="38" y="4"/>
                  <a:pt x="38" y="4"/>
                </a:cubicBezTo>
                <a:cubicBezTo>
                  <a:pt x="39" y="4"/>
                  <a:pt x="39" y="4"/>
                  <a:pt x="39" y="4"/>
                </a:cubicBezTo>
                <a:close/>
                <a:moveTo>
                  <a:pt x="52" y="6"/>
                </a:moveTo>
                <a:cubicBezTo>
                  <a:pt x="52" y="6"/>
                  <a:pt x="53" y="6"/>
                  <a:pt x="53" y="6"/>
                </a:cubicBezTo>
                <a:cubicBezTo>
                  <a:pt x="53" y="6"/>
                  <a:pt x="54" y="6"/>
                  <a:pt x="54" y="6"/>
                </a:cubicBezTo>
                <a:cubicBezTo>
                  <a:pt x="54" y="7"/>
                  <a:pt x="55" y="7"/>
                  <a:pt x="55" y="7"/>
                </a:cubicBezTo>
                <a:cubicBezTo>
                  <a:pt x="55" y="7"/>
                  <a:pt x="55" y="7"/>
                  <a:pt x="55" y="7"/>
                </a:cubicBezTo>
                <a:cubicBezTo>
                  <a:pt x="55" y="7"/>
                  <a:pt x="55" y="7"/>
                  <a:pt x="54" y="7"/>
                </a:cubicBezTo>
                <a:cubicBezTo>
                  <a:pt x="54" y="8"/>
                  <a:pt x="54" y="8"/>
                  <a:pt x="54" y="8"/>
                </a:cubicBezTo>
                <a:cubicBezTo>
                  <a:pt x="54" y="9"/>
                  <a:pt x="54" y="9"/>
                  <a:pt x="53" y="10"/>
                </a:cubicBezTo>
                <a:cubicBezTo>
                  <a:pt x="53" y="10"/>
                  <a:pt x="53" y="10"/>
                  <a:pt x="53" y="10"/>
                </a:cubicBezTo>
                <a:cubicBezTo>
                  <a:pt x="53" y="10"/>
                  <a:pt x="53" y="10"/>
                  <a:pt x="53" y="10"/>
                </a:cubicBezTo>
                <a:cubicBezTo>
                  <a:pt x="52" y="10"/>
                  <a:pt x="52" y="10"/>
                  <a:pt x="52" y="10"/>
                </a:cubicBezTo>
                <a:cubicBezTo>
                  <a:pt x="52" y="10"/>
                  <a:pt x="51" y="10"/>
                  <a:pt x="51" y="10"/>
                </a:cubicBezTo>
                <a:cubicBezTo>
                  <a:pt x="51" y="10"/>
                  <a:pt x="51" y="10"/>
                  <a:pt x="50" y="10"/>
                </a:cubicBezTo>
                <a:cubicBezTo>
                  <a:pt x="50" y="10"/>
                  <a:pt x="49" y="10"/>
                  <a:pt x="49" y="10"/>
                </a:cubicBezTo>
                <a:cubicBezTo>
                  <a:pt x="49" y="11"/>
                  <a:pt x="48" y="11"/>
                  <a:pt x="48" y="11"/>
                </a:cubicBezTo>
                <a:cubicBezTo>
                  <a:pt x="48" y="11"/>
                  <a:pt x="48" y="10"/>
                  <a:pt x="48" y="10"/>
                </a:cubicBezTo>
                <a:cubicBezTo>
                  <a:pt x="47" y="10"/>
                  <a:pt x="47" y="9"/>
                  <a:pt x="47" y="9"/>
                </a:cubicBezTo>
                <a:cubicBezTo>
                  <a:pt x="46" y="8"/>
                  <a:pt x="46" y="8"/>
                  <a:pt x="46" y="8"/>
                </a:cubicBezTo>
                <a:cubicBezTo>
                  <a:pt x="46" y="8"/>
                  <a:pt x="46" y="7"/>
                  <a:pt x="47" y="7"/>
                </a:cubicBezTo>
                <a:cubicBezTo>
                  <a:pt x="47" y="7"/>
                  <a:pt x="47" y="7"/>
                  <a:pt x="48" y="7"/>
                </a:cubicBezTo>
                <a:cubicBezTo>
                  <a:pt x="49" y="7"/>
                  <a:pt x="49" y="7"/>
                  <a:pt x="49" y="6"/>
                </a:cubicBezTo>
                <a:cubicBezTo>
                  <a:pt x="49" y="6"/>
                  <a:pt x="49" y="6"/>
                  <a:pt x="49" y="6"/>
                </a:cubicBezTo>
                <a:cubicBezTo>
                  <a:pt x="48" y="6"/>
                  <a:pt x="48" y="6"/>
                  <a:pt x="47" y="6"/>
                </a:cubicBezTo>
                <a:cubicBezTo>
                  <a:pt x="47" y="6"/>
                  <a:pt x="47" y="6"/>
                  <a:pt x="47" y="6"/>
                </a:cubicBezTo>
                <a:cubicBezTo>
                  <a:pt x="47" y="6"/>
                  <a:pt x="47" y="6"/>
                  <a:pt x="47" y="6"/>
                </a:cubicBezTo>
                <a:cubicBezTo>
                  <a:pt x="46" y="6"/>
                  <a:pt x="46" y="5"/>
                  <a:pt x="46" y="5"/>
                </a:cubicBezTo>
                <a:cubicBezTo>
                  <a:pt x="46" y="5"/>
                  <a:pt x="46" y="5"/>
                  <a:pt x="47" y="5"/>
                </a:cubicBezTo>
                <a:cubicBezTo>
                  <a:pt x="47" y="5"/>
                  <a:pt x="47" y="5"/>
                  <a:pt x="47" y="5"/>
                </a:cubicBezTo>
                <a:cubicBezTo>
                  <a:pt x="48" y="5"/>
                  <a:pt x="49" y="5"/>
                  <a:pt x="49" y="4"/>
                </a:cubicBezTo>
                <a:cubicBezTo>
                  <a:pt x="49" y="4"/>
                  <a:pt x="49" y="4"/>
                  <a:pt x="49" y="3"/>
                </a:cubicBezTo>
                <a:cubicBezTo>
                  <a:pt x="50" y="2"/>
                  <a:pt x="50" y="2"/>
                  <a:pt x="50" y="2"/>
                </a:cubicBezTo>
                <a:cubicBezTo>
                  <a:pt x="50" y="2"/>
                  <a:pt x="50" y="2"/>
                  <a:pt x="50" y="2"/>
                </a:cubicBezTo>
                <a:cubicBezTo>
                  <a:pt x="50" y="2"/>
                  <a:pt x="50" y="2"/>
                  <a:pt x="50" y="2"/>
                </a:cubicBezTo>
                <a:cubicBezTo>
                  <a:pt x="51" y="2"/>
                  <a:pt x="51" y="2"/>
                  <a:pt x="51" y="2"/>
                </a:cubicBezTo>
                <a:cubicBezTo>
                  <a:pt x="51" y="2"/>
                  <a:pt x="51" y="2"/>
                  <a:pt x="51" y="3"/>
                </a:cubicBezTo>
                <a:cubicBezTo>
                  <a:pt x="50" y="3"/>
                  <a:pt x="50" y="3"/>
                  <a:pt x="50" y="4"/>
                </a:cubicBezTo>
                <a:cubicBezTo>
                  <a:pt x="50" y="4"/>
                  <a:pt x="51" y="4"/>
                  <a:pt x="51" y="4"/>
                </a:cubicBezTo>
                <a:cubicBezTo>
                  <a:pt x="51" y="4"/>
                  <a:pt x="51" y="4"/>
                  <a:pt x="52" y="4"/>
                </a:cubicBezTo>
                <a:cubicBezTo>
                  <a:pt x="52" y="4"/>
                  <a:pt x="53" y="4"/>
                  <a:pt x="53" y="4"/>
                </a:cubicBezTo>
                <a:cubicBezTo>
                  <a:pt x="53" y="4"/>
                  <a:pt x="53" y="4"/>
                  <a:pt x="53" y="4"/>
                </a:cubicBezTo>
                <a:cubicBezTo>
                  <a:pt x="53" y="4"/>
                  <a:pt x="53" y="4"/>
                  <a:pt x="53" y="4"/>
                </a:cubicBezTo>
                <a:cubicBezTo>
                  <a:pt x="54" y="4"/>
                  <a:pt x="54" y="5"/>
                  <a:pt x="54" y="5"/>
                </a:cubicBezTo>
                <a:cubicBezTo>
                  <a:pt x="54" y="5"/>
                  <a:pt x="54" y="5"/>
                  <a:pt x="54" y="5"/>
                </a:cubicBezTo>
                <a:cubicBezTo>
                  <a:pt x="53" y="5"/>
                  <a:pt x="53" y="5"/>
                  <a:pt x="53" y="5"/>
                </a:cubicBezTo>
                <a:cubicBezTo>
                  <a:pt x="53" y="5"/>
                  <a:pt x="53" y="5"/>
                  <a:pt x="52" y="5"/>
                </a:cubicBezTo>
                <a:cubicBezTo>
                  <a:pt x="52" y="5"/>
                  <a:pt x="51" y="5"/>
                  <a:pt x="51" y="5"/>
                </a:cubicBezTo>
                <a:lnTo>
                  <a:pt x="50" y="6"/>
                </a:lnTo>
                <a:cubicBezTo>
                  <a:pt x="50" y="6"/>
                  <a:pt x="50" y="6"/>
                  <a:pt x="50" y="6"/>
                </a:cubicBezTo>
                <a:cubicBezTo>
                  <a:pt x="50" y="6"/>
                  <a:pt x="50" y="6"/>
                  <a:pt x="51" y="6"/>
                </a:cubicBezTo>
                <a:cubicBezTo>
                  <a:pt x="51" y="6"/>
                  <a:pt x="51" y="6"/>
                  <a:pt x="52" y="6"/>
                </a:cubicBezTo>
                <a:close/>
                <a:moveTo>
                  <a:pt x="45" y="3"/>
                </a:moveTo>
                <a:cubicBezTo>
                  <a:pt x="45" y="3"/>
                  <a:pt x="45" y="3"/>
                  <a:pt x="46" y="4"/>
                </a:cubicBezTo>
                <a:cubicBezTo>
                  <a:pt x="46" y="4"/>
                  <a:pt x="46" y="4"/>
                  <a:pt x="46" y="4"/>
                </a:cubicBezTo>
                <a:cubicBezTo>
                  <a:pt x="46" y="4"/>
                  <a:pt x="46" y="5"/>
                  <a:pt x="45" y="5"/>
                </a:cubicBezTo>
                <a:cubicBezTo>
                  <a:pt x="45" y="6"/>
                  <a:pt x="44" y="6"/>
                  <a:pt x="44" y="6"/>
                </a:cubicBezTo>
                <a:cubicBezTo>
                  <a:pt x="44" y="7"/>
                  <a:pt x="44" y="7"/>
                  <a:pt x="43" y="7"/>
                </a:cubicBezTo>
                <a:cubicBezTo>
                  <a:pt x="43" y="7"/>
                  <a:pt x="43" y="7"/>
                  <a:pt x="43" y="7"/>
                </a:cubicBezTo>
                <a:cubicBezTo>
                  <a:pt x="43" y="7"/>
                  <a:pt x="43" y="7"/>
                  <a:pt x="43" y="7"/>
                </a:cubicBezTo>
                <a:cubicBezTo>
                  <a:pt x="43" y="7"/>
                  <a:pt x="43" y="6"/>
                  <a:pt x="43" y="6"/>
                </a:cubicBezTo>
                <a:cubicBezTo>
                  <a:pt x="43" y="6"/>
                  <a:pt x="44" y="5"/>
                  <a:pt x="44" y="4"/>
                </a:cubicBezTo>
                <a:cubicBezTo>
                  <a:pt x="44" y="4"/>
                  <a:pt x="45" y="3"/>
                  <a:pt x="45" y="3"/>
                </a:cubicBezTo>
                <a:cubicBezTo>
                  <a:pt x="45" y="3"/>
                  <a:pt x="45" y="3"/>
                  <a:pt x="45" y="3"/>
                </a:cubicBezTo>
                <a:close/>
                <a:moveTo>
                  <a:pt x="45" y="6"/>
                </a:moveTo>
                <a:cubicBezTo>
                  <a:pt x="45" y="6"/>
                  <a:pt x="45" y="6"/>
                  <a:pt x="46" y="7"/>
                </a:cubicBezTo>
                <a:cubicBezTo>
                  <a:pt x="46" y="7"/>
                  <a:pt x="46" y="7"/>
                  <a:pt x="46" y="7"/>
                </a:cubicBezTo>
                <a:cubicBezTo>
                  <a:pt x="46" y="7"/>
                  <a:pt x="46" y="8"/>
                  <a:pt x="45" y="8"/>
                </a:cubicBezTo>
                <a:cubicBezTo>
                  <a:pt x="45" y="9"/>
                  <a:pt x="44" y="9"/>
                  <a:pt x="44" y="9"/>
                </a:cubicBezTo>
                <a:cubicBezTo>
                  <a:pt x="44" y="9"/>
                  <a:pt x="44" y="10"/>
                  <a:pt x="44" y="10"/>
                </a:cubicBezTo>
                <a:cubicBezTo>
                  <a:pt x="44" y="10"/>
                  <a:pt x="44" y="10"/>
                  <a:pt x="44" y="10"/>
                </a:cubicBezTo>
                <a:cubicBezTo>
                  <a:pt x="44" y="10"/>
                  <a:pt x="44" y="10"/>
                  <a:pt x="44" y="10"/>
                </a:cubicBezTo>
                <a:cubicBezTo>
                  <a:pt x="45" y="10"/>
                  <a:pt x="45" y="11"/>
                  <a:pt x="45" y="11"/>
                </a:cubicBezTo>
                <a:cubicBezTo>
                  <a:pt x="45" y="11"/>
                  <a:pt x="45" y="11"/>
                  <a:pt x="45" y="11"/>
                </a:cubicBezTo>
                <a:cubicBezTo>
                  <a:pt x="45" y="11"/>
                  <a:pt x="45" y="11"/>
                  <a:pt x="45" y="12"/>
                </a:cubicBezTo>
                <a:cubicBezTo>
                  <a:pt x="45" y="12"/>
                  <a:pt x="45" y="12"/>
                  <a:pt x="45" y="13"/>
                </a:cubicBezTo>
                <a:cubicBezTo>
                  <a:pt x="45" y="14"/>
                  <a:pt x="45" y="14"/>
                  <a:pt x="45" y="14"/>
                </a:cubicBezTo>
                <a:cubicBezTo>
                  <a:pt x="45" y="15"/>
                  <a:pt x="45" y="15"/>
                  <a:pt x="45" y="15"/>
                </a:cubicBezTo>
                <a:cubicBezTo>
                  <a:pt x="45" y="15"/>
                  <a:pt x="45" y="16"/>
                  <a:pt x="45" y="16"/>
                </a:cubicBezTo>
                <a:cubicBezTo>
                  <a:pt x="45" y="16"/>
                  <a:pt x="45" y="16"/>
                  <a:pt x="44" y="16"/>
                </a:cubicBezTo>
                <a:cubicBezTo>
                  <a:pt x="44" y="16"/>
                  <a:pt x="44" y="16"/>
                  <a:pt x="44" y="16"/>
                </a:cubicBezTo>
                <a:cubicBezTo>
                  <a:pt x="44" y="16"/>
                  <a:pt x="44" y="15"/>
                  <a:pt x="44" y="14"/>
                </a:cubicBezTo>
                <a:cubicBezTo>
                  <a:pt x="44" y="14"/>
                  <a:pt x="44" y="13"/>
                  <a:pt x="44" y="13"/>
                </a:cubicBezTo>
                <a:cubicBezTo>
                  <a:pt x="44" y="13"/>
                  <a:pt x="44" y="13"/>
                  <a:pt x="44" y="12"/>
                </a:cubicBezTo>
                <a:cubicBezTo>
                  <a:pt x="44" y="12"/>
                  <a:pt x="44" y="12"/>
                  <a:pt x="44" y="12"/>
                </a:cubicBezTo>
                <a:cubicBezTo>
                  <a:pt x="44" y="12"/>
                  <a:pt x="44" y="12"/>
                  <a:pt x="43" y="12"/>
                </a:cubicBezTo>
                <a:cubicBezTo>
                  <a:pt x="43" y="12"/>
                  <a:pt x="43" y="12"/>
                  <a:pt x="43" y="12"/>
                </a:cubicBezTo>
                <a:cubicBezTo>
                  <a:pt x="43" y="12"/>
                  <a:pt x="42" y="12"/>
                  <a:pt x="42" y="13"/>
                </a:cubicBezTo>
                <a:cubicBezTo>
                  <a:pt x="41" y="13"/>
                  <a:pt x="41" y="13"/>
                  <a:pt x="41" y="13"/>
                </a:cubicBezTo>
                <a:cubicBezTo>
                  <a:pt x="41" y="13"/>
                  <a:pt x="41" y="13"/>
                  <a:pt x="41" y="13"/>
                </a:cubicBezTo>
                <a:cubicBezTo>
                  <a:pt x="41" y="13"/>
                  <a:pt x="41" y="12"/>
                  <a:pt x="41" y="12"/>
                </a:cubicBezTo>
                <a:cubicBezTo>
                  <a:pt x="41" y="12"/>
                  <a:pt x="41" y="11"/>
                  <a:pt x="42" y="11"/>
                </a:cubicBezTo>
                <a:cubicBezTo>
                  <a:pt x="43" y="10"/>
                  <a:pt x="43" y="10"/>
                  <a:pt x="43" y="9"/>
                </a:cubicBezTo>
                <a:cubicBezTo>
                  <a:pt x="43" y="9"/>
                  <a:pt x="44" y="8"/>
                  <a:pt x="44" y="8"/>
                </a:cubicBezTo>
                <a:cubicBezTo>
                  <a:pt x="44" y="7"/>
                  <a:pt x="45" y="7"/>
                  <a:pt x="45" y="7"/>
                </a:cubicBezTo>
                <a:cubicBezTo>
                  <a:pt x="45" y="6"/>
                  <a:pt x="45" y="6"/>
                  <a:pt x="45" y="6"/>
                </a:cubicBezTo>
                <a:close/>
                <a:moveTo>
                  <a:pt x="52" y="12"/>
                </a:moveTo>
                <a:cubicBezTo>
                  <a:pt x="52" y="12"/>
                  <a:pt x="52" y="12"/>
                  <a:pt x="52" y="12"/>
                </a:cubicBezTo>
                <a:cubicBezTo>
                  <a:pt x="53" y="13"/>
                  <a:pt x="54" y="14"/>
                  <a:pt x="54" y="14"/>
                </a:cubicBezTo>
                <a:cubicBezTo>
                  <a:pt x="55" y="15"/>
                  <a:pt x="55" y="16"/>
                  <a:pt x="55" y="16"/>
                </a:cubicBezTo>
                <a:cubicBezTo>
                  <a:pt x="55" y="16"/>
                  <a:pt x="55" y="16"/>
                  <a:pt x="55" y="16"/>
                </a:cubicBezTo>
                <a:cubicBezTo>
                  <a:pt x="55" y="16"/>
                  <a:pt x="55" y="16"/>
                  <a:pt x="54" y="16"/>
                </a:cubicBezTo>
                <a:cubicBezTo>
                  <a:pt x="54" y="16"/>
                  <a:pt x="54" y="16"/>
                  <a:pt x="53" y="16"/>
                </a:cubicBezTo>
                <a:cubicBezTo>
                  <a:pt x="53" y="16"/>
                  <a:pt x="52" y="16"/>
                  <a:pt x="52" y="16"/>
                </a:cubicBezTo>
                <a:cubicBezTo>
                  <a:pt x="52" y="16"/>
                  <a:pt x="51" y="16"/>
                  <a:pt x="51" y="16"/>
                </a:cubicBezTo>
                <a:lnTo>
                  <a:pt x="50" y="16"/>
                </a:lnTo>
                <a:cubicBezTo>
                  <a:pt x="50" y="16"/>
                  <a:pt x="50" y="16"/>
                  <a:pt x="50" y="16"/>
                </a:cubicBezTo>
                <a:cubicBezTo>
                  <a:pt x="49" y="16"/>
                  <a:pt x="49" y="16"/>
                  <a:pt x="49" y="16"/>
                </a:cubicBezTo>
                <a:cubicBezTo>
                  <a:pt x="49" y="16"/>
                  <a:pt x="49" y="16"/>
                  <a:pt x="49" y="16"/>
                </a:cubicBezTo>
                <a:cubicBezTo>
                  <a:pt x="49" y="15"/>
                  <a:pt x="48" y="15"/>
                  <a:pt x="48" y="15"/>
                </a:cubicBezTo>
                <a:cubicBezTo>
                  <a:pt x="48" y="15"/>
                  <a:pt x="48" y="14"/>
                  <a:pt x="48" y="14"/>
                </a:cubicBezTo>
                <a:cubicBezTo>
                  <a:pt x="48" y="14"/>
                  <a:pt x="48" y="13"/>
                  <a:pt x="48" y="13"/>
                </a:cubicBezTo>
                <a:cubicBezTo>
                  <a:pt x="48" y="13"/>
                  <a:pt x="48" y="13"/>
                  <a:pt x="48" y="13"/>
                </a:cubicBezTo>
                <a:cubicBezTo>
                  <a:pt x="48" y="13"/>
                  <a:pt x="47" y="13"/>
                  <a:pt x="47" y="14"/>
                </a:cubicBezTo>
                <a:cubicBezTo>
                  <a:pt x="47" y="14"/>
                  <a:pt x="47" y="15"/>
                  <a:pt x="47" y="15"/>
                </a:cubicBezTo>
                <a:cubicBezTo>
                  <a:pt x="47" y="15"/>
                  <a:pt x="47" y="15"/>
                  <a:pt x="47" y="15"/>
                </a:cubicBezTo>
                <a:cubicBezTo>
                  <a:pt x="46" y="15"/>
                  <a:pt x="46" y="15"/>
                  <a:pt x="46" y="15"/>
                </a:cubicBezTo>
                <a:cubicBezTo>
                  <a:pt x="45" y="15"/>
                  <a:pt x="45" y="15"/>
                  <a:pt x="45" y="15"/>
                </a:cubicBezTo>
                <a:cubicBezTo>
                  <a:pt x="45" y="15"/>
                  <a:pt x="45" y="14"/>
                  <a:pt x="46" y="14"/>
                </a:cubicBezTo>
                <a:cubicBezTo>
                  <a:pt x="46" y="13"/>
                  <a:pt x="46" y="13"/>
                  <a:pt x="47" y="13"/>
                </a:cubicBezTo>
                <a:cubicBezTo>
                  <a:pt x="47" y="13"/>
                  <a:pt x="47" y="12"/>
                  <a:pt x="47" y="12"/>
                </a:cubicBezTo>
                <a:cubicBezTo>
                  <a:pt x="47" y="12"/>
                  <a:pt x="47" y="12"/>
                  <a:pt x="47" y="12"/>
                </a:cubicBezTo>
                <a:cubicBezTo>
                  <a:pt x="47" y="12"/>
                  <a:pt x="47" y="12"/>
                  <a:pt x="47" y="12"/>
                </a:cubicBezTo>
                <a:cubicBezTo>
                  <a:pt x="47" y="11"/>
                  <a:pt x="47" y="11"/>
                  <a:pt x="47" y="11"/>
                </a:cubicBezTo>
                <a:cubicBezTo>
                  <a:pt x="48" y="11"/>
                  <a:pt x="48" y="11"/>
                  <a:pt x="48" y="11"/>
                </a:cubicBezTo>
                <a:cubicBezTo>
                  <a:pt x="48" y="11"/>
                  <a:pt x="49" y="11"/>
                  <a:pt x="49" y="11"/>
                </a:cubicBezTo>
                <a:cubicBezTo>
                  <a:pt x="49" y="11"/>
                  <a:pt x="50" y="11"/>
                  <a:pt x="50" y="11"/>
                </a:cubicBezTo>
                <a:cubicBezTo>
                  <a:pt x="50" y="11"/>
                  <a:pt x="50" y="11"/>
                  <a:pt x="50" y="11"/>
                </a:cubicBezTo>
                <a:cubicBezTo>
                  <a:pt x="51" y="11"/>
                  <a:pt x="51" y="11"/>
                  <a:pt x="51" y="11"/>
                </a:cubicBezTo>
                <a:cubicBezTo>
                  <a:pt x="51" y="11"/>
                  <a:pt x="52" y="11"/>
                  <a:pt x="52" y="11"/>
                </a:cubicBezTo>
                <a:cubicBezTo>
                  <a:pt x="52" y="11"/>
                  <a:pt x="52" y="11"/>
                  <a:pt x="52" y="11"/>
                </a:cubicBezTo>
                <a:cubicBezTo>
                  <a:pt x="52" y="11"/>
                  <a:pt x="52" y="11"/>
                  <a:pt x="52" y="11"/>
                </a:cubicBezTo>
                <a:cubicBezTo>
                  <a:pt x="52" y="11"/>
                  <a:pt x="52" y="12"/>
                  <a:pt x="52" y="12"/>
                </a:cubicBezTo>
                <a:cubicBezTo>
                  <a:pt x="52" y="12"/>
                  <a:pt x="52" y="12"/>
                  <a:pt x="52" y="12"/>
                </a:cubicBezTo>
                <a:close/>
                <a:moveTo>
                  <a:pt x="57" y="13"/>
                </a:moveTo>
                <a:cubicBezTo>
                  <a:pt x="57" y="13"/>
                  <a:pt x="57" y="13"/>
                  <a:pt x="57" y="14"/>
                </a:cubicBezTo>
                <a:cubicBezTo>
                  <a:pt x="57" y="14"/>
                  <a:pt x="57" y="14"/>
                  <a:pt x="57" y="14"/>
                </a:cubicBezTo>
                <a:cubicBezTo>
                  <a:pt x="56" y="14"/>
                  <a:pt x="56" y="14"/>
                  <a:pt x="55" y="13"/>
                </a:cubicBezTo>
                <a:cubicBezTo>
                  <a:pt x="54" y="12"/>
                  <a:pt x="54" y="12"/>
                  <a:pt x="54" y="12"/>
                </a:cubicBezTo>
                <a:cubicBezTo>
                  <a:pt x="54" y="12"/>
                  <a:pt x="54" y="12"/>
                  <a:pt x="54" y="12"/>
                </a:cubicBezTo>
                <a:cubicBezTo>
                  <a:pt x="54" y="12"/>
                  <a:pt x="54" y="12"/>
                  <a:pt x="54" y="12"/>
                </a:cubicBezTo>
                <a:cubicBezTo>
                  <a:pt x="55" y="12"/>
                  <a:pt x="55" y="12"/>
                  <a:pt x="56" y="12"/>
                </a:cubicBezTo>
                <a:cubicBezTo>
                  <a:pt x="56" y="12"/>
                  <a:pt x="56" y="12"/>
                  <a:pt x="56" y="12"/>
                </a:cubicBezTo>
                <a:cubicBezTo>
                  <a:pt x="56" y="12"/>
                  <a:pt x="57" y="12"/>
                  <a:pt x="57" y="12"/>
                </a:cubicBezTo>
                <a:cubicBezTo>
                  <a:pt x="57" y="12"/>
                  <a:pt x="57" y="12"/>
                  <a:pt x="57" y="13"/>
                </a:cubicBezTo>
                <a:cubicBezTo>
                  <a:pt x="57" y="13"/>
                  <a:pt x="57" y="13"/>
                  <a:pt x="57" y="13"/>
                </a:cubicBezTo>
                <a:close/>
                <a:moveTo>
                  <a:pt x="71" y="5"/>
                </a:moveTo>
                <a:cubicBezTo>
                  <a:pt x="71" y="5"/>
                  <a:pt x="71" y="5"/>
                  <a:pt x="71" y="5"/>
                </a:cubicBezTo>
                <a:cubicBezTo>
                  <a:pt x="71" y="5"/>
                  <a:pt x="71" y="6"/>
                  <a:pt x="71" y="6"/>
                </a:cubicBezTo>
                <a:cubicBezTo>
                  <a:pt x="70" y="6"/>
                  <a:pt x="70" y="6"/>
                  <a:pt x="70" y="7"/>
                </a:cubicBezTo>
                <a:cubicBezTo>
                  <a:pt x="70" y="7"/>
                  <a:pt x="70" y="7"/>
                  <a:pt x="70" y="8"/>
                </a:cubicBezTo>
                <a:cubicBezTo>
                  <a:pt x="70" y="8"/>
                  <a:pt x="70" y="9"/>
                  <a:pt x="69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69" y="9"/>
                  <a:pt x="69" y="8"/>
                  <a:pt x="68" y="8"/>
                </a:cubicBezTo>
                <a:cubicBezTo>
                  <a:pt x="68" y="8"/>
                  <a:pt x="68" y="8"/>
                  <a:pt x="68" y="8"/>
                </a:cubicBezTo>
                <a:cubicBezTo>
                  <a:pt x="68" y="8"/>
                  <a:pt x="67" y="8"/>
                  <a:pt x="66" y="9"/>
                </a:cubicBezTo>
                <a:cubicBezTo>
                  <a:pt x="66" y="9"/>
                  <a:pt x="65" y="9"/>
                  <a:pt x="65" y="9"/>
                </a:cubicBezTo>
                <a:cubicBezTo>
                  <a:pt x="65" y="9"/>
                  <a:pt x="65" y="9"/>
                  <a:pt x="65" y="9"/>
                </a:cubicBezTo>
                <a:cubicBezTo>
                  <a:pt x="65" y="9"/>
                  <a:pt x="65" y="9"/>
                  <a:pt x="64" y="9"/>
                </a:cubicBezTo>
                <a:cubicBezTo>
                  <a:pt x="64" y="8"/>
                  <a:pt x="64" y="8"/>
                  <a:pt x="63" y="7"/>
                </a:cubicBezTo>
                <a:cubicBezTo>
                  <a:pt x="63" y="7"/>
                  <a:pt x="63" y="6"/>
                  <a:pt x="63" y="6"/>
                </a:cubicBezTo>
                <a:cubicBezTo>
                  <a:pt x="63" y="6"/>
                  <a:pt x="63" y="7"/>
                  <a:pt x="63" y="7"/>
                </a:cubicBezTo>
                <a:cubicBezTo>
                  <a:pt x="63" y="8"/>
                  <a:pt x="62" y="10"/>
                  <a:pt x="61" y="11"/>
                </a:cubicBezTo>
                <a:cubicBezTo>
                  <a:pt x="61" y="12"/>
                  <a:pt x="61" y="12"/>
                  <a:pt x="61" y="13"/>
                </a:cubicBezTo>
                <a:cubicBezTo>
                  <a:pt x="61" y="13"/>
                  <a:pt x="61" y="14"/>
                  <a:pt x="61" y="14"/>
                </a:cubicBezTo>
                <a:cubicBezTo>
                  <a:pt x="60" y="14"/>
                  <a:pt x="60" y="14"/>
                  <a:pt x="60" y="14"/>
                </a:cubicBezTo>
                <a:cubicBezTo>
                  <a:pt x="59" y="15"/>
                  <a:pt x="59" y="15"/>
                  <a:pt x="58" y="15"/>
                </a:cubicBezTo>
                <a:cubicBezTo>
                  <a:pt x="58" y="15"/>
                  <a:pt x="58" y="16"/>
                  <a:pt x="58" y="16"/>
                </a:cubicBezTo>
                <a:cubicBezTo>
                  <a:pt x="57" y="16"/>
                  <a:pt x="57" y="16"/>
                  <a:pt x="57" y="15"/>
                </a:cubicBezTo>
                <a:cubicBezTo>
                  <a:pt x="57" y="15"/>
                  <a:pt x="58" y="15"/>
                  <a:pt x="58" y="15"/>
                </a:cubicBezTo>
                <a:cubicBezTo>
                  <a:pt x="58" y="14"/>
                  <a:pt x="59" y="14"/>
                  <a:pt x="59" y="13"/>
                </a:cubicBezTo>
                <a:cubicBezTo>
                  <a:pt x="59" y="13"/>
                  <a:pt x="60" y="13"/>
                  <a:pt x="60" y="12"/>
                </a:cubicBezTo>
                <a:cubicBezTo>
                  <a:pt x="60" y="11"/>
                  <a:pt x="61" y="10"/>
                  <a:pt x="61" y="9"/>
                </a:cubicBezTo>
                <a:cubicBezTo>
                  <a:pt x="62" y="8"/>
                  <a:pt x="62" y="7"/>
                  <a:pt x="62" y="6"/>
                </a:cubicBezTo>
                <a:cubicBezTo>
                  <a:pt x="63" y="5"/>
                  <a:pt x="63" y="4"/>
                  <a:pt x="63" y="3"/>
                </a:cubicBezTo>
                <a:cubicBezTo>
                  <a:pt x="63" y="3"/>
                  <a:pt x="63" y="3"/>
                  <a:pt x="63" y="3"/>
                </a:cubicBezTo>
                <a:cubicBezTo>
                  <a:pt x="63" y="2"/>
                  <a:pt x="63" y="2"/>
                  <a:pt x="63" y="2"/>
                </a:cubicBezTo>
                <a:cubicBezTo>
                  <a:pt x="63" y="2"/>
                  <a:pt x="64" y="2"/>
                  <a:pt x="64" y="3"/>
                </a:cubicBezTo>
                <a:cubicBezTo>
                  <a:pt x="64" y="3"/>
                  <a:pt x="64" y="3"/>
                  <a:pt x="64" y="3"/>
                </a:cubicBezTo>
                <a:cubicBezTo>
                  <a:pt x="64" y="3"/>
                  <a:pt x="65" y="3"/>
                  <a:pt x="65" y="3"/>
                </a:cubicBezTo>
                <a:cubicBezTo>
                  <a:pt x="66" y="2"/>
                  <a:pt x="66" y="2"/>
                  <a:pt x="66" y="2"/>
                </a:cubicBezTo>
                <a:cubicBezTo>
                  <a:pt x="67" y="2"/>
                  <a:pt x="67" y="2"/>
                  <a:pt x="68" y="2"/>
                </a:cubicBezTo>
                <a:cubicBezTo>
                  <a:pt x="68" y="2"/>
                  <a:pt x="68" y="2"/>
                  <a:pt x="68" y="2"/>
                </a:cubicBezTo>
                <a:cubicBezTo>
                  <a:pt x="69" y="2"/>
                  <a:pt x="69" y="2"/>
                  <a:pt x="69" y="2"/>
                </a:cubicBezTo>
                <a:cubicBezTo>
                  <a:pt x="69" y="2"/>
                  <a:pt x="69" y="2"/>
                  <a:pt x="69" y="2"/>
                </a:cubicBezTo>
                <a:cubicBezTo>
                  <a:pt x="69" y="2"/>
                  <a:pt x="69" y="2"/>
                  <a:pt x="69" y="3"/>
                </a:cubicBezTo>
                <a:cubicBezTo>
                  <a:pt x="70" y="3"/>
                  <a:pt x="70" y="3"/>
                  <a:pt x="70" y="3"/>
                </a:cubicBezTo>
                <a:cubicBezTo>
                  <a:pt x="70" y="3"/>
                  <a:pt x="70" y="3"/>
                  <a:pt x="69" y="3"/>
                </a:cubicBezTo>
                <a:cubicBezTo>
                  <a:pt x="68" y="3"/>
                  <a:pt x="68" y="3"/>
                  <a:pt x="67" y="4"/>
                </a:cubicBezTo>
                <a:cubicBezTo>
                  <a:pt x="67" y="4"/>
                  <a:pt x="67" y="4"/>
                  <a:pt x="67" y="4"/>
                </a:cubicBezTo>
                <a:cubicBezTo>
                  <a:pt x="66" y="4"/>
                  <a:pt x="66" y="4"/>
                  <a:pt x="66" y="4"/>
                </a:cubicBezTo>
                <a:cubicBezTo>
                  <a:pt x="66" y="4"/>
                  <a:pt x="66" y="4"/>
                  <a:pt x="66" y="4"/>
                </a:cubicBezTo>
                <a:cubicBezTo>
                  <a:pt x="66" y="4"/>
                  <a:pt x="65" y="4"/>
                  <a:pt x="65" y="4"/>
                </a:cubicBezTo>
                <a:cubicBezTo>
                  <a:pt x="65" y="4"/>
                  <a:pt x="65" y="4"/>
                  <a:pt x="64" y="4"/>
                </a:cubicBezTo>
                <a:cubicBezTo>
                  <a:pt x="64" y="4"/>
                  <a:pt x="64" y="4"/>
                  <a:pt x="64" y="4"/>
                </a:cubicBezTo>
                <a:cubicBezTo>
                  <a:pt x="64" y="5"/>
                  <a:pt x="64" y="5"/>
                  <a:pt x="64" y="5"/>
                </a:cubicBezTo>
                <a:cubicBezTo>
                  <a:pt x="64" y="5"/>
                  <a:pt x="64" y="5"/>
                  <a:pt x="64" y="5"/>
                </a:cubicBezTo>
                <a:cubicBezTo>
                  <a:pt x="64" y="5"/>
                  <a:pt x="64" y="5"/>
                  <a:pt x="64" y="5"/>
                </a:cubicBezTo>
                <a:cubicBezTo>
                  <a:pt x="65" y="5"/>
                  <a:pt x="66" y="5"/>
                  <a:pt x="67" y="4"/>
                </a:cubicBezTo>
                <a:cubicBezTo>
                  <a:pt x="68" y="4"/>
                  <a:pt x="68" y="4"/>
                  <a:pt x="69" y="4"/>
                </a:cubicBezTo>
                <a:cubicBezTo>
                  <a:pt x="70" y="4"/>
                  <a:pt x="70" y="4"/>
                  <a:pt x="70" y="5"/>
                </a:cubicBezTo>
                <a:cubicBezTo>
                  <a:pt x="71" y="5"/>
                  <a:pt x="71" y="5"/>
                  <a:pt x="71" y="5"/>
                </a:cubicBezTo>
                <a:cubicBezTo>
                  <a:pt x="71" y="5"/>
                  <a:pt x="71" y="5"/>
                  <a:pt x="71" y="5"/>
                </a:cubicBezTo>
                <a:close/>
                <a:moveTo>
                  <a:pt x="72" y="12"/>
                </a:moveTo>
                <a:cubicBezTo>
                  <a:pt x="72" y="12"/>
                  <a:pt x="72" y="12"/>
                  <a:pt x="72" y="12"/>
                </a:cubicBezTo>
                <a:cubicBezTo>
                  <a:pt x="72" y="12"/>
                  <a:pt x="73" y="12"/>
                  <a:pt x="73" y="13"/>
                </a:cubicBezTo>
                <a:cubicBezTo>
                  <a:pt x="73" y="13"/>
                  <a:pt x="73" y="13"/>
                  <a:pt x="73" y="13"/>
                </a:cubicBezTo>
                <a:cubicBezTo>
                  <a:pt x="73" y="13"/>
                  <a:pt x="73" y="13"/>
                  <a:pt x="73" y="13"/>
                </a:cubicBezTo>
                <a:cubicBezTo>
                  <a:pt x="73" y="13"/>
                  <a:pt x="72" y="13"/>
                  <a:pt x="72" y="13"/>
                </a:cubicBezTo>
                <a:cubicBezTo>
                  <a:pt x="72" y="13"/>
                  <a:pt x="71" y="13"/>
                  <a:pt x="70" y="13"/>
                </a:cubicBezTo>
                <a:cubicBezTo>
                  <a:pt x="69" y="13"/>
                  <a:pt x="69" y="13"/>
                  <a:pt x="69" y="13"/>
                </a:cubicBezTo>
                <a:cubicBezTo>
                  <a:pt x="68" y="13"/>
                  <a:pt x="68" y="13"/>
                  <a:pt x="68" y="13"/>
                </a:cubicBezTo>
                <a:lnTo>
                  <a:pt x="68" y="14"/>
                </a:lnTo>
                <a:cubicBezTo>
                  <a:pt x="68" y="15"/>
                  <a:pt x="68" y="16"/>
                  <a:pt x="68" y="16"/>
                </a:cubicBezTo>
                <a:cubicBezTo>
                  <a:pt x="68" y="17"/>
                  <a:pt x="68" y="17"/>
                  <a:pt x="68" y="17"/>
                </a:cubicBezTo>
                <a:cubicBezTo>
                  <a:pt x="68" y="18"/>
                  <a:pt x="68" y="18"/>
                  <a:pt x="68" y="18"/>
                </a:cubicBezTo>
                <a:cubicBezTo>
                  <a:pt x="67" y="18"/>
                  <a:pt x="67" y="18"/>
                  <a:pt x="66" y="17"/>
                </a:cubicBezTo>
                <a:cubicBezTo>
                  <a:pt x="65" y="17"/>
                  <a:pt x="65" y="17"/>
                  <a:pt x="64" y="17"/>
                </a:cubicBezTo>
                <a:cubicBezTo>
                  <a:pt x="64" y="16"/>
                  <a:pt x="63" y="16"/>
                  <a:pt x="63" y="16"/>
                </a:cubicBezTo>
                <a:cubicBezTo>
                  <a:pt x="63" y="16"/>
                  <a:pt x="63" y="16"/>
                  <a:pt x="64" y="16"/>
                </a:cubicBezTo>
                <a:cubicBezTo>
                  <a:pt x="64" y="16"/>
                  <a:pt x="64" y="16"/>
                  <a:pt x="64" y="16"/>
                </a:cubicBezTo>
                <a:cubicBezTo>
                  <a:pt x="64" y="16"/>
                  <a:pt x="65" y="16"/>
                  <a:pt x="65" y="16"/>
                </a:cubicBezTo>
                <a:cubicBezTo>
                  <a:pt x="66" y="16"/>
                  <a:pt x="66" y="16"/>
                  <a:pt x="66" y="16"/>
                </a:cubicBezTo>
                <a:cubicBezTo>
                  <a:pt x="66" y="16"/>
                  <a:pt x="67" y="16"/>
                  <a:pt x="67" y="16"/>
                </a:cubicBezTo>
                <a:cubicBezTo>
                  <a:pt x="67" y="16"/>
                  <a:pt x="67" y="16"/>
                  <a:pt x="67" y="16"/>
                </a:cubicBezTo>
                <a:cubicBezTo>
                  <a:pt x="67" y="16"/>
                  <a:pt x="67" y="15"/>
                  <a:pt x="67" y="15"/>
                </a:cubicBezTo>
                <a:cubicBezTo>
                  <a:pt x="67" y="15"/>
                  <a:pt x="67" y="14"/>
                  <a:pt x="67" y="14"/>
                </a:cubicBezTo>
                <a:cubicBezTo>
                  <a:pt x="67" y="14"/>
                  <a:pt x="67" y="13"/>
                  <a:pt x="67" y="13"/>
                </a:cubicBezTo>
                <a:cubicBezTo>
                  <a:pt x="67" y="13"/>
                  <a:pt x="67" y="13"/>
                  <a:pt x="67" y="13"/>
                </a:cubicBezTo>
                <a:cubicBezTo>
                  <a:pt x="67" y="13"/>
                  <a:pt x="67" y="13"/>
                  <a:pt x="67" y="13"/>
                </a:cubicBezTo>
                <a:cubicBezTo>
                  <a:pt x="66" y="13"/>
                  <a:pt x="65" y="13"/>
                  <a:pt x="64" y="13"/>
                </a:cubicBezTo>
                <a:cubicBezTo>
                  <a:pt x="64" y="14"/>
                  <a:pt x="64" y="14"/>
                  <a:pt x="63" y="14"/>
                </a:cubicBezTo>
                <a:cubicBezTo>
                  <a:pt x="63" y="14"/>
                  <a:pt x="63" y="14"/>
                  <a:pt x="62" y="14"/>
                </a:cubicBezTo>
                <a:cubicBezTo>
                  <a:pt x="62" y="14"/>
                  <a:pt x="62" y="14"/>
                  <a:pt x="62" y="14"/>
                </a:cubicBezTo>
                <a:cubicBezTo>
                  <a:pt x="62" y="14"/>
                  <a:pt x="62" y="14"/>
                  <a:pt x="62" y="14"/>
                </a:cubicBezTo>
                <a:cubicBezTo>
                  <a:pt x="62" y="14"/>
                  <a:pt x="62" y="13"/>
                  <a:pt x="62" y="13"/>
                </a:cubicBezTo>
                <a:cubicBezTo>
                  <a:pt x="62" y="13"/>
                  <a:pt x="62" y="13"/>
                  <a:pt x="62" y="13"/>
                </a:cubicBezTo>
                <a:cubicBezTo>
                  <a:pt x="62" y="13"/>
                  <a:pt x="62" y="13"/>
                  <a:pt x="63" y="13"/>
                </a:cubicBezTo>
                <a:cubicBezTo>
                  <a:pt x="63" y="13"/>
                  <a:pt x="63" y="13"/>
                  <a:pt x="63" y="13"/>
                </a:cubicBezTo>
                <a:cubicBezTo>
                  <a:pt x="64" y="13"/>
                  <a:pt x="65" y="12"/>
                  <a:pt x="66" y="12"/>
                </a:cubicBezTo>
                <a:cubicBezTo>
                  <a:pt x="67" y="12"/>
                  <a:pt x="67" y="12"/>
                  <a:pt x="67" y="12"/>
                </a:cubicBezTo>
                <a:cubicBezTo>
                  <a:pt x="67" y="12"/>
                  <a:pt x="67" y="11"/>
                  <a:pt x="66" y="11"/>
                </a:cubicBezTo>
                <a:cubicBezTo>
                  <a:pt x="66" y="11"/>
                  <a:pt x="66" y="11"/>
                  <a:pt x="66" y="11"/>
                </a:cubicBezTo>
                <a:cubicBezTo>
                  <a:pt x="66" y="11"/>
                  <a:pt x="66" y="11"/>
                  <a:pt x="66" y="11"/>
                </a:cubicBezTo>
                <a:cubicBezTo>
                  <a:pt x="67" y="11"/>
                  <a:pt x="67" y="11"/>
                  <a:pt x="67" y="11"/>
                </a:cubicBezTo>
                <a:cubicBezTo>
                  <a:pt x="67" y="11"/>
                  <a:pt x="68" y="11"/>
                  <a:pt x="68" y="10"/>
                </a:cubicBezTo>
                <a:cubicBezTo>
                  <a:pt x="68" y="10"/>
                  <a:pt x="68" y="10"/>
                  <a:pt x="68" y="10"/>
                </a:cubicBezTo>
                <a:cubicBezTo>
                  <a:pt x="68" y="10"/>
                  <a:pt x="68" y="9"/>
                  <a:pt x="68" y="9"/>
                </a:cubicBezTo>
                <a:cubicBezTo>
                  <a:pt x="68" y="9"/>
                  <a:pt x="67" y="10"/>
                  <a:pt x="66" y="10"/>
                </a:cubicBezTo>
                <a:cubicBezTo>
                  <a:pt x="65" y="11"/>
                  <a:pt x="65" y="11"/>
                  <a:pt x="64" y="11"/>
                </a:cubicBezTo>
                <a:cubicBezTo>
                  <a:pt x="64" y="11"/>
                  <a:pt x="64" y="11"/>
                  <a:pt x="64" y="11"/>
                </a:cubicBezTo>
                <a:cubicBezTo>
                  <a:pt x="64" y="11"/>
                  <a:pt x="63" y="11"/>
                  <a:pt x="63" y="11"/>
                </a:cubicBezTo>
                <a:cubicBezTo>
                  <a:pt x="63" y="11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4" y="10"/>
                  <a:pt x="64" y="10"/>
                </a:cubicBezTo>
                <a:cubicBezTo>
                  <a:pt x="64" y="10"/>
                  <a:pt x="65" y="10"/>
                  <a:pt x="66" y="9"/>
                </a:cubicBezTo>
                <a:cubicBezTo>
                  <a:pt x="67" y="9"/>
                  <a:pt x="67" y="9"/>
                  <a:pt x="68" y="9"/>
                </a:cubicBezTo>
                <a:cubicBezTo>
                  <a:pt x="68" y="9"/>
                  <a:pt x="68" y="9"/>
                  <a:pt x="68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70" y="9"/>
                  <a:pt x="70" y="10"/>
                  <a:pt x="70" y="10"/>
                </a:cubicBezTo>
                <a:cubicBezTo>
                  <a:pt x="70" y="10"/>
                  <a:pt x="70" y="10"/>
                  <a:pt x="69" y="10"/>
                </a:cubicBezTo>
                <a:cubicBezTo>
                  <a:pt x="69" y="11"/>
                  <a:pt x="69" y="11"/>
                  <a:pt x="68" y="11"/>
                </a:cubicBezTo>
                <a:cubicBezTo>
                  <a:pt x="68" y="11"/>
                  <a:pt x="68" y="11"/>
                  <a:pt x="68" y="11"/>
                </a:cubicBezTo>
                <a:cubicBezTo>
                  <a:pt x="68" y="11"/>
                  <a:pt x="68" y="12"/>
                  <a:pt x="68" y="12"/>
                </a:cubicBezTo>
                <a:cubicBezTo>
                  <a:pt x="68" y="12"/>
                  <a:pt x="68" y="12"/>
                  <a:pt x="69" y="12"/>
                </a:cubicBezTo>
                <a:lnTo>
                  <a:pt x="70" y="12"/>
                </a:lnTo>
                <a:cubicBezTo>
                  <a:pt x="70" y="12"/>
                  <a:pt x="71" y="12"/>
                  <a:pt x="71" y="12"/>
                </a:cubicBezTo>
                <a:cubicBezTo>
                  <a:pt x="71" y="12"/>
                  <a:pt x="71" y="12"/>
                  <a:pt x="72" y="12"/>
                </a:cubicBezTo>
                <a:close/>
                <a:moveTo>
                  <a:pt x="84" y="6"/>
                </a:moveTo>
                <a:cubicBezTo>
                  <a:pt x="84" y="6"/>
                  <a:pt x="84" y="6"/>
                  <a:pt x="85" y="6"/>
                </a:cubicBezTo>
                <a:cubicBezTo>
                  <a:pt x="85" y="6"/>
                  <a:pt x="85" y="6"/>
                  <a:pt x="86" y="6"/>
                </a:cubicBezTo>
                <a:cubicBezTo>
                  <a:pt x="86" y="6"/>
                  <a:pt x="86" y="6"/>
                  <a:pt x="87" y="6"/>
                </a:cubicBezTo>
                <a:cubicBezTo>
                  <a:pt x="87" y="6"/>
                  <a:pt x="87" y="6"/>
                  <a:pt x="88" y="7"/>
                </a:cubicBezTo>
                <a:cubicBezTo>
                  <a:pt x="88" y="7"/>
                  <a:pt x="89" y="8"/>
                  <a:pt x="89" y="8"/>
                </a:cubicBezTo>
                <a:cubicBezTo>
                  <a:pt x="89" y="8"/>
                  <a:pt x="89" y="8"/>
                  <a:pt x="89" y="8"/>
                </a:cubicBezTo>
                <a:cubicBezTo>
                  <a:pt x="89" y="8"/>
                  <a:pt x="89" y="9"/>
                  <a:pt x="89" y="9"/>
                </a:cubicBezTo>
                <a:cubicBezTo>
                  <a:pt x="89" y="9"/>
                  <a:pt x="89" y="9"/>
                  <a:pt x="89" y="9"/>
                </a:cubicBezTo>
                <a:cubicBezTo>
                  <a:pt x="89" y="9"/>
                  <a:pt x="89" y="9"/>
                  <a:pt x="88" y="9"/>
                </a:cubicBezTo>
                <a:cubicBezTo>
                  <a:pt x="88" y="9"/>
                  <a:pt x="88" y="9"/>
                  <a:pt x="87" y="9"/>
                </a:cubicBezTo>
                <a:lnTo>
                  <a:pt x="86" y="9"/>
                </a:lnTo>
                <a:cubicBezTo>
                  <a:pt x="86" y="9"/>
                  <a:pt x="86" y="9"/>
                  <a:pt x="86" y="9"/>
                </a:cubicBezTo>
                <a:cubicBezTo>
                  <a:pt x="85" y="9"/>
                  <a:pt x="85" y="10"/>
                  <a:pt x="84" y="10"/>
                </a:cubicBezTo>
                <a:cubicBezTo>
                  <a:pt x="84" y="10"/>
                  <a:pt x="84" y="10"/>
                  <a:pt x="84" y="10"/>
                </a:cubicBezTo>
                <a:cubicBezTo>
                  <a:pt x="84" y="10"/>
                  <a:pt x="84" y="10"/>
                  <a:pt x="84" y="10"/>
                </a:cubicBezTo>
                <a:cubicBezTo>
                  <a:pt x="84" y="11"/>
                  <a:pt x="84" y="11"/>
                  <a:pt x="84" y="11"/>
                </a:cubicBezTo>
                <a:cubicBezTo>
                  <a:pt x="84" y="11"/>
                  <a:pt x="84" y="11"/>
                  <a:pt x="84" y="11"/>
                </a:cubicBezTo>
                <a:cubicBezTo>
                  <a:pt x="84" y="11"/>
                  <a:pt x="84" y="11"/>
                  <a:pt x="84" y="11"/>
                </a:cubicBezTo>
                <a:cubicBezTo>
                  <a:pt x="85" y="11"/>
                  <a:pt x="86" y="11"/>
                  <a:pt x="87" y="11"/>
                </a:cubicBezTo>
                <a:cubicBezTo>
                  <a:pt x="87" y="11"/>
                  <a:pt x="88" y="11"/>
                  <a:pt x="88" y="11"/>
                </a:cubicBezTo>
                <a:cubicBezTo>
                  <a:pt x="88" y="11"/>
                  <a:pt x="88" y="11"/>
                  <a:pt x="88" y="11"/>
                </a:cubicBezTo>
                <a:cubicBezTo>
                  <a:pt x="88" y="12"/>
                  <a:pt x="88" y="12"/>
                  <a:pt x="88" y="12"/>
                </a:cubicBezTo>
                <a:cubicBezTo>
                  <a:pt x="88" y="12"/>
                  <a:pt x="88" y="12"/>
                  <a:pt x="88" y="13"/>
                </a:cubicBezTo>
                <a:cubicBezTo>
                  <a:pt x="88" y="13"/>
                  <a:pt x="88" y="13"/>
                  <a:pt x="88" y="13"/>
                </a:cubicBezTo>
                <a:cubicBezTo>
                  <a:pt x="88" y="13"/>
                  <a:pt x="88" y="13"/>
                  <a:pt x="88" y="13"/>
                </a:cubicBezTo>
                <a:cubicBezTo>
                  <a:pt x="87" y="13"/>
                  <a:pt x="87" y="12"/>
                  <a:pt x="86" y="12"/>
                </a:cubicBezTo>
                <a:cubicBezTo>
                  <a:pt x="85" y="12"/>
                  <a:pt x="84" y="12"/>
                  <a:pt x="84" y="13"/>
                </a:cubicBezTo>
                <a:cubicBezTo>
                  <a:pt x="84" y="13"/>
                  <a:pt x="84" y="13"/>
                  <a:pt x="84" y="13"/>
                </a:cubicBezTo>
                <a:cubicBezTo>
                  <a:pt x="84" y="13"/>
                  <a:pt x="84" y="14"/>
                  <a:pt x="84" y="15"/>
                </a:cubicBezTo>
                <a:cubicBezTo>
                  <a:pt x="84" y="15"/>
                  <a:pt x="84" y="16"/>
                  <a:pt x="84" y="16"/>
                </a:cubicBezTo>
                <a:cubicBezTo>
                  <a:pt x="83" y="17"/>
                  <a:pt x="83" y="17"/>
                  <a:pt x="83" y="18"/>
                </a:cubicBezTo>
                <a:cubicBezTo>
                  <a:pt x="83" y="18"/>
                  <a:pt x="83" y="18"/>
                  <a:pt x="83" y="18"/>
                </a:cubicBezTo>
                <a:cubicBezTo>
                  <a:pt x="83" y="18"/>
                  <a:pt x="83" y="18"/>
                  <a:pt x="83" y="18"/>
                </a:cubicBezTo>
                <a:cubicBezTo>
                  <a:pt x="82" y="18"/>
                  <a:pt x="82" y="18"/>
                  <a:pt x="82" y="18"/>
                </a:cubicBezTo>
                <a:cubicBezTo>
                  <a:pt x="81" y="17"/>
                  <a:pt x="80" y="17"/>
                  <a:pt x="80" y="17"/>
                </a:cubicBezTo>
                <a:cubicBezTo>
                  <a:pt x="80" y="17"/>
                  <a:pt x="79" y="16"/>
                  <a:pt x="79" y="16"/>
                </a:cubicBezTo>
                <a:cubicBezTo>
                  <a:pt x="79" y="16"/>
                  <a:pt x="79" y="16"/>
                  <a:pt x="80" y="16"/>
                </a:cubicBezTo>
                <a:cubicBezTo>
                  <a:pt x="80" y="16"/>
                  <a:pt x="80" y="16"/>
                  <a:pt x="81" y="16"/>
                </a:cubicBezTo>
                <a:cubicBezTo>
                  <a:pt x="81" y="16"/>
                  <a:pt x="81" y="16"/>
                  <a:pt x="81" y="16"/>
                </a:cubicBezTo>
                <a:cubicBezTo>
                  <a:pt x="82" y="16"/>
                  <a:pt x="82" y="16"/>
                  <a:pt x="82" y="16"/>
                </a:cubicBezTo>
                <a:cubicBezTo>
                  <a:pt x="82" y="16"/>
                  <a:pt x="82" y="15"/>
                  <a:pt x="82" y="15"/>
                </a:cubicBezTo>
                <a:cubicBezTo>
                  <a:pt x="82" y="15"/>
                  <a:pt x="82" y="14"/>
                  <a:pt x="82" y="14"/>
                </a:cubicBezTo>
                <a:cubicBezTo>
                  <a:pt x="82" y="13"/>
                  <a:pt x="82" y="13"/>
                  <a:pt x="82" y="13"/>
                </a:cubicBezTo>
                <a:cubicBezTo>
                  <a:pt x="82" y="13"/>
                  <a:pt x="82" y="13"/>
                  <a:pt x="82" y="13"/>
                </a:cubicBezTo>
                <a:cubicBezTo>
                  <a:pt x="82" y="13"/>
                  <a:pt x="82" y="13"/>
                  <a:pt x="81" y="13"/>
                </a:cubicBezTo>
                <a:cubicBezTo>
                  <a:pt x="80" y="13"/>
                  <a:pt x="79" y="13"/>
                  <a:pt x="78" y="13"/>
                </a:cubicBezTo>
                <a:cubicBezTo>
                  <a:pt x="78" y="14"/>
                  <a:pt x="78" y="14"/>
                  <a:pt x="77" y="14"/>
                </a:cubicBezTo>
                <a:cubicBezTo>
                  <a:pt x="77" y="14"/>
                  <a:pt x="77" y="14"/>
                  <a:pt x="77" y="14"/>
                </a:cubicBezTo>
                <a:cubicBezTo>
                  <a:pt x="77" y="14"/>
                  <a:pt x="77" y="14"/>
                  <a:pt x="77" y="14"/>
                </a:cubicBezTo>
                <a:cubicBezTo>
                  <a:pt x="77" y="13"/>
                  <a:pt x="77" y="13"/>
                  <a:pt x="77" y="13"/>
                </a:cubicBezTo>
                <a:cubicBezTo>
                  <a:pt x="77" y="13"/>
                  <a:pt x="77" y="13"/>
                  <a:pt x="77" y="13"/>
                </a:cubicBezTo>
                <a:cubicBezTo>
                  <a:pt x="77" y="13"/>
                  <a:pt x="77" y="13"/>
                  <a:pt x="77" y="13"/>
                </a:cubicBezTo>
                <a:cubicBezTo>
                  <a:pt x="78" y="13"/>
                  <a:pt x="78" y="13"/>
                  <a:pt x="79" y="12"/>
                </a:cubicBezTo>
                <a:cubicBezTo>
                  <a:pt x="80" y="12"/>
                  <a:pt x="81" y="12"/>
                  <a:pt x="82" y="12"/>
                </a:cubicBezTo>
                <a:cubicBezTo>
                  <a:pt x="82" y="11"/>
                  <a:pt x="82" y="11"/>
                  <a:pt x="82" y="11"/>
                </a:cubicBezTo>
                <a:cubicBezTo>
                  <a:pt x="82" y="11"/>
                  <a:pt x="82" y="11"/>
                  <a:pt x="82" y="11"/>
                </a:cubicBezTo>
                <a:cubicBezTo>
                  <a:pt x="82" y="11"/>
                  <a:pt x="82" y="10"/>
                  <a:pt x="82" y="10"/>
                </a:cubicBezTo>
                <a:cubicBezTo>
                  <a:pt x="82" y="10"/>
                  <a:pt x="82" y="10"/>
                  <a:pt x="83" y="10"/>
                </a:cubicBezTo>
                <a:cubicBezTo>
                  <a:pt x="83" y="10"/>
                  <a:pt x="83" y="10"/>
                  <a:pt x="83" y="10"/>
                </a:cubicBezTo>
                <a:cubicBezTo>
                  <a:pt x="83" y="10"/>
                  <a:pt x="83" y="10"/>
                  <a:pt x="83" y="10"/>
                </a:cubicBezTo>
                <a:cubicBezTo>
                  <a:pt x="84" y="10"/>
                  <a:pt x="84" y="9"/>
                  <a:pt x="84" y="9"/>
                </a:cubicBezTo>
                <a:cubicBezTo>
                  <a:pt x="84" y="9"/>
                  <a:pt x="84" y="9"/>
                  <a:pt x="84" y="9"/>
                </a:cubicBezTo>
                <a:cubicBezTo>
                  <a:pt x="84" y="9"/>
                  <a:pt x="84" y="9"/>
                  <a:pt x="83" y="9"/>
                </a:cubicBezTo>
                <a:cubicBezTo>
                  <a:pt x="83" y="9"/>
                  <a:pt x="83" y="9"/>
                  <a:pt x="82" y="9"/>
                </a:cubicBezTo>
                <a:cubicBezTo>
                  <a:pt x="82" y="9"/>
                  <a:pt x="82" y="9"/>
                  <a:pt x="82" y="9"/>
                </a:cubicBezTo>
                <a:cubicBezTo>
                  <a:pt x="82" y="9"/>
                  <a:pt x="82" y="10"/>
                  <a:pt x="81" y="10"/>
                </a:cubicBezTo>
                <a:cubicBezTo>
                  <a:pt x="81" y="10"/>
                  <a:pt x="81" y="10"/>
                  <a:pt x="81" y="10"/>
                </a:cubicBezTo>
                <a:cubicBezTo>
                  <a:pt x="80" y="10"/>
                  <a:pt x="80" y="10"/>
                  <a:pt x="80" y="10"/>
                </a:cubicBezTo>
                <a:cubicBezTo>
                  <a:pt x="80" y="10"/>
                  <a:pt x="80" y="11"/>
                  <a:pt x="80" y="11"/>
                </a:cubicBezTo>
                <a:cubicBezTo>
                  <a:pt x="80" y="11"/>
                  <a:pt x="79" y="10"/>
                  <a:pt x="79" y="10"/>
                </a:cubicBezTo>
                <a:cubicBezTo>
                  <a:pt x="79" y="10"/>
                  <a:pt x="79" y="10"/>
                  <a:pt x="79" y="9"/>
                </a:cubicBezTo>
                <a:cubicBezTo>
                  <a:pt x="79" y="9"/>
                  <a:pt x="79" y="9"/>
                  <a:pt x="79" y="9"/>
                </a:cubicBezTo>
                <a:cubicBezTo>
                  <a:pt x="80" y="9"/>
                  <a:pt x="81" y="9"/>
                  <a:pt x="81" y="9"/>
                </a:cubicBezTo>
                <a:cubicBezTo>
                  <a:pt x="82" y="8"/>
                  <a:pt x="83" y="8"/>
                  <a:pt x="84" y="8"/>
                </a:cubicBezTo>
                <a:cubicBezTo>
                  <a:pt x="84" y="8"/>
                  <a:pt x="84" y="8"/>
                  <a:pt x="85" y="8"/>
                </a:cubicBezTo>
                <a:cubicBezTo>
                  <a:pt x="85" y="8"/>
                  <a:pt x="85" y="8"/>
                  <a:pt x="85" y="9"/>
                </a:cubicBezTo>
                <a:cubicBezTo>
                  <a:pt x="86" y="9"/>
                  <a:pt x="86" y="9"/>
                  <a:pt x="86" y="9"/>
                </a:cubicBezTo>
                <a:cubicBezTo>
                  <a:pt x="86" y="9"/>
                  <a:pt x="86" y="9"/>
                  <a:pt x="87" y="8"/>
                </a:cubicBezTo>
                <a:cubicBezTo>
                  <a:pt x="87" y="8"/>
                  <a:pt x="87" y="8"/>
                  <a:pt x="87" y="7"/>
                </a:cubicBezTo>
                <a:cubicBezTo>
                  <a:pt x="87" y="7"/>
                  <a:pt x="87" y="7"/>
                  <a:pt x="87" y="7"/>
                </a:cubicBezTo>
                <a:cubicBezTo>
                  <a:pt x="86" y="6"/>
                  <a:pt x="86" y="6"/>
                  <a:pt x="86" y="6"/>
                </a:cubicBezTo>
                <a:cubicBezTo>
                  <a:pt x="86" y="6"/>
                  <a:pt x="85" y="6"/>
                  <a:pt x="84" y="7"/>
                </a:cubicBezTo>
                <a:cubicBezTo>
                  <a:pt x="84" y="7"/>
                  <a:pt x="83" y="7"/>
                  <a:pt x="83" y="7"/>
                </a:cubicBezTo>
                <a:cubicBezTo>
                  <a:pt x="83" y="7"/>
                  <a:pt x="82" y="7"/>
                  <a:pt x="82" y="7"/>
                </a:cubicBezTo>
                <a:cubicBezTo>
                  <a:pt x="81" y="7"/>
                  <a:pt x="81" y="7"/>
                  <a:pt x="80" y="8"/>
                </a:cubicBezTo>
                <a:cubicBezTo>
                  <a:pt x="80" y="8"/>
                  <a:pt x="80" y="8"/>
                  <a:pt x="79" y="8"/>
                </a:cubicBezTo>
                <a:cubicBezTo>
                  <a:pt x="79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9" y="7"/>
                </a:cubicBezTo>
                <a:cubicBezTo>
                  <a:pt x="80" y="7"/>
                  <a:pt x="81" y="6"/>
                  <a:pt x="82" y="6"/>
                </a:cubicBezTo>
                <a:cubicBezTo>
                  <a:pt x="82" y="6"/>
                  <a:pt x="83" y="6"/>
                  <a:pt x="83" y="5"/>
                </a:cubicBezTo>
                <a:cubicBezTo>
                  <a:pt x="84" y="4"/>
                  <a:pt x="84" y="3"/>
                  <a:pt x="85" y="2"/>
                </a:cubicBezTo>
                <a:cubicBezTo>
                  <a:pt x="85" y="2"/>
                  <a:pt x="85" y="2"/>
                  <a:pt x="85" y="2"/>
                </a:cubicBezTo>
                <a:cubicBezTo>
                  <a:pt x="86" y="2"/>
                  <a:pt x="86" y="2"/>
                  <a:pt x="86" y="2"/>
                </a:cubicBezTo>
                <a:cubicBezTo>
                  <a:pt x="86" y="3"/>
                  <a:pt x="87" y="3"/>
                  <a:pt x="87" y="3"/>
                </a:cubicBezTo>
                <a:cubicBezTo>
                  <a:pt x="87" y="3"/>
                  <a:pt x="87" y="3"/>
                  <a:pt x="86" y="3"/>
                </a:cubicBezTo>
                <a:cubicBezTo>
                  <a:pt x="86" y="3"/>
                  <a:pt x="86" y="4"/>
                  <a:pt x="86" y="4"/>
                </a:cubicBezTo>
                <a:cubicBezTo>
                  <a:pt x="86" y="4"/>
                  <a:pt x="85" y="4"/>
                  <a:pt x="85" y="5"/>
                </a:cubicBezTo>
                <a:cubicBezTo>
                  <a:pt x="85" y="5"/>
                  <a:pt x="84" y="5"/>
                  <a:pt x="84" y="5"/>
                </a:cubicBezTo>
                <a:cubicBezTo>
                  <a:pt x="84" y="5"/>
                  <a:pt x="84" y="5"/>
                  <a:pt x="84" y="6"/>
                </a:cubicBezTo>
                <a:close/>
                <a:moveTo>
                  <a:pt x="83" y="2"/>
                </a:moveTo>
                <a:cubicBezTo>
                  <a:pt x="83" y="2"/>
                  <a:pt x="83" y="2"/>
                  <a:pt x="83" y="3"/>
                </a:cubicBezTo>
                <a:cubicBezTo>
                  <a:pt x="83" y="3"/>
                  <a:pt x="83" y="3"/>
                  <a:pt x="83" y="3"/>
                </a:cubicBezTo>
                <a:cubicBezTo>
                  <a:pt x="82" y="3"/>
                  <a:pt x="82" y="4"/>
                  <a:pt x="82" y="4"/>
                </a:cubicBezTo>
                <a:cubicBezTo>
                  <a:pt x="82" y="4"/>
                  <a:pt x="82" y="4"/>
                  <a:pt x="82" y="4"/>
                </a:cubicBezTo>
                <a:cubicBezTo>
                  <a:pt x="82" y="4"/>
                  <a:pt x="81" y="4"/>
                  <a:pt x="81" y="4"/>
                </a:cubicBezTo>
                <a:cubicBezTo>
                  <a:pt x="81" y="4"/>
                  <a:pt x="81" y="3"/>
                  <a:pt x="81" y="3"/>
                </a:cubicBezTo>
                <a:cubicBezTo>
                  <a:pt x="81" y="3"/>
                  <a:pt x="81" y="3"/>
                  <a:pt x="81" y="3"/>
                </a:cubicBezTo>
                <a:cubicBezTo>
                  <a:pt x="81" y="3"/>
                  <a:pt x="81" y="3"/>
                  <a:pt x="82" y="3"/>
                </a:cubicBezTo>
                <a:cubicBezTo>
                  <a:pt x="82" y="3"/>
                  <a:pt x="82" y="3"/>
                  <a:pt x="82" y="3"/>
                </a:cubicBezTo>
                <a:cubicBezTo>
                  <a:pt x="82" y="3"/>
                  <a:pt x="82" y="3"/>
                  <a:pt x="82" y="3"/>
                </a:cubicBezTo>
                <a:cubicBezTo>
                  <a:pt x="82" y="3"/>
                  <a:pt x="82" y="3"/>
                  <a:pt x="83" y="3"/>
                </a:cubicBezTo>
                <a:cubicBezTo>
                  <a:pt x="83" y="2"/>
                  <a:pt x="83" y="2"/>
                  <a:pt x="83" y="2"/>
                </a:cubicBezTo>
                <a:close/>
                <a:moveTo>
                  <a:pt x="80" y="5"/>
                </a:moveTo>
                <a:cubicBezTo>
                  <a:pt x="80" y="6"/>
                  <a:pt x="80" y="6"/>
                  <a:pt x="80" y="6"/>
                </a:cubicBezTo>
                <a:cubicBezTo>
                  <a:pt x="80" y="6"/>
                  <a:pt x="80" y="6"/>
                  <a:pt x="80" y="6"/>
                </a:cubicBezTo>
                <a:cubicBezTo>
                  <a:pt x="79" y="6"/>
                  <a:pt x="79" y="6"/>
                  <a:pt x="79" y="6"/>
                </a:cubicBezTo>
                <a:cubicBezTo>
                  <a:pt x="79" y="6"/>
                  <a:pt x="78" y="6"/>
                  <a:pt x="78" y="6"/>
                </a:cubicBezTo>
                <a:cubicBezTo>
                  <a:pt x="78" y="6"/>
                  <a:pt x="78" y="5"/>
                  <a:pt x="78" y="5"/>
                </a:cubicBezTo>
                <a:cubicBezTo>
                  <a:pt x="78" y="5"/>
                  <a:pt x="78" y="5"/>
                  <a:pt x="78" y="4"/>
                </a:cubicBezTo>
                <a:cubicBezTo>
                  <a:pt x="78" y="4"/>
                  <a:pt x="78" y="4"/>
                  <a:pt x="78" y="4"/>
                </a:cubicBezTo>
                <a:cubicBezTo>
                  <a:pt x="78" y="4"/>
                  <a:pt x="78" y="4"/>
                  <a:pt x="79" y="4"/>
                </a:cubicBezTo>
                <a:cubicBezTo>
                  <a:pt x="79" y="4"/>
                  <a:pt x="79" y="4"/>
                  <a:pt x="79" y="4"/>
                </a:cubicBezTo>
                <a:cubicBezTo>
                  <a:pt x="79" y="4"/>
                  <a:pt x="79" y="4"/>
                  <a:pt x="80" y="4"/>
                </a:cubicBezTo>
                <a:cubicBezTo>
                  <a:pt x="80" y="5"/>
                  <a:pt x="80" y="5"/>
                  <a:pt x="80" y="5"/>
                </a:cubicBezTo>
                <a:close/>
                <a:moveTo>
                  <a:pt x="77" y="9"/>
                </a:moveTo>
                <a:cubicBezTo>
                  <a:pt x="77" y="10"/>
                  <a:pt x="77" y="10"/>
                  <a:pt x="77" y="10"/>
                </a:cubicBezTo>
                <a:cubicBezTo>
                  <a:pt x="77" y="10"/>
                  <a:pt x="77" y="10"/>
                  <a:pt x="77" y="10"/>
                </a:cubicBezTo>
                <a:cubicBezTo>
                  <a:pt x="77" y="10"/>
                  <a:pt x="77" y="11"/>
                  <a:pt x="77" y="11"/>
                </a:cubicBezTo>
                <a:cubicBezTo>
                  <a:pt x="76" y="11"/>
                  <a:pt x="76" y="10"/>
                  <a:pt x="76" y="10"/>
                </a:cubicBezTo>
                <a:cubicBezTo>
                  <a:pt x="75" y="10"/>
                  <a:pt x="75" y="10"/>
                  <a:pt x="75" y="10"/>
                </a:cubicBezTo>
                <a:cubicBezTo>
                  <a:pt x="75" y="10"/>
                  <a:pt x="75" y="9"/>
                  <a:pt x="75" y="9"/>
                </a:cubicBezTo>
                <a:cubicBezTo>
                  <a:pt x="75" y="9"/>
                  <a:pt x="76" y="9"/>
                  <a:pt x="76" y="9"/>
                </a:cubicBezTo>
                <a:cubicBezTo>
                  <a:pt x="76" y="8"/>
                  <a:pt x="77" y="8"/>
                  <a:pt x="77" y="8"/>
                </a:cubicBezTo>
                <a:cubicBezTo>
                  <a:pt x="77" y="8"/>
                  <a:pt x="77" y="8"/>
                  <a:pt x="77" y="8"/>
                </a:cubicBezTo>
                <a:cubicBezTo>
                  <a:pt x="77" y="9"/>
                  <a:pt x="77" y="9"/>
                  <a:pt x="77" y="9"/>
                </a:cubicBezTo>
                <a:cubicBezTo>
                  <a:pt x="77" y="9"/>
                  <a:pt x="77" y="9"/>
                  <a:pt x="77" y="9"/>
                </a:cubicBezTo>
                <a:close/>
                <a:moveTo>
                  <a:pt x="118" y="15"/>
                </a:moveTo>
                <a:cubicBezTo>
                  <a:pt x="118" y="15"/>
                  <a:pt x="118" y="15"/>
                  <a:pt x="117" y="15"/>
                </a:cubicBezTo>
                <a:cubicBezTo>
                  <a:pt x="117" y="15"/>
                  <a:pt x="117" y="15"/>
                  <a:pt x="116" y="15"/>
                </a:cubicBezTo>
                <a:cubicBezTo>
                  <a:pt x="115" y="15"/>
                  <a:pt x="114" y="15"/>
                  <a:pt x="114" y="15"/>
                </a:cubicBezTo>
                <a:cubicBezTo>
                  <a:pt x="113" y="15"/>
                  <a:pt x="113" y="15"/>
                  <a:pt x="113" y="14"/>
                </a:cubicBezTo>
                <a:cubicBezTo>
                  <a:pt x="113" y="14"/>
                  <a:pt x="113" y="14"/>
                  <a:pt x="113" y="14"/>
                </a:cubicBezTo>
                <a:cubicBezTo>
                  <a:pt x="113" y="13"/>
                  <a:pt x="112" y="13"/>
                  <a:pt x="112" y="13"/>
                </a:cubicBezTo>
                <a:cubicBezTo>
                  <a:pt x="111" y="12"/>
                  <a:pt x="111" y="12"/>
                  <a:pt x="110" y="12"/>
                </a:cubicBezTo>
                <a:cubicBezTo>
                  <a:pt x="110" y="12"/>
                  <a:pt x="110" y="11"/>
                  <a:pt x="110" y="11"/>
                </a:cubicBezTo>
                <a:cubicBezTo>
                  <a:pt x="110" y="11"/>
                  <a:pt x="110" y="12"/>
                  <a:pt x="110" y="12"/>
                </a:cubicBezTo>
                <a:cubicBezTo>
                  <a:pt x="110" y="12"/>
                  <a:pt x="110" y="12"/>
                  <a:pt x="110" y="13"/>
                </a:cubicBezTo>
                <a:cubicBezTo>
                  <a:pt x="110" y="14"/>
                  <a:pt x="110" y="14"/>
                  <a:pt x="110" y="15"/>
                </a:cubicBezTo>
                <a:cubicBezTo>
                  <a:pt x="110" y="16"/>
                  <a:pt x="110" y="16"/>
                  <a:pt x="110" y="17"/>
                </a:cubicBezTo>
                <a:cubicBezTo>
                  <a:pt x="110" y="17"/>
                  <a:pt x="110" y="17"/>
                  <a:pt x="110" y="17"/>
                </a:cubicBezTo>
                <a:cubicBezTo>
                  <a:pt x="110" y="17"/>
                  <a:pt x="110" y="17"/>
                  <a:pt x="110" y="17"/>
                </a:cubicBezTo>
                <a:cubicBezTo>
                  <a:pt x="109" y="17"/>
                  <a:pt x="109" y="17"/>
                  <a:pt x="109" y="17"/>
                </a:cubicBezTo>
                <a:cubicBezTo>
                  <a:pt x="109" y="17"/>
                  <a:pt x="108" y="17"/>
                  <a:pt x="108" y="17"/>
                </a:cubicBezTo>
                <a:cubicBezTo>
                  <a:pt x="107" y="16"/>
                  <a:pt x="107" y="16"/>
                  <a:pt x="106" y="16"/>
                </a:cubicBezTo>
                <a:cubicBezTo>
                  <a:pt x="106" y="15"/>
                  <a:pt x="105" y="15"/>
                  <a:pt x="105" y="15"/>
                </a:cubicBezTo>
                <a:cubicBezTo>
                  <a:pt x="105" y="15"/>
                  <a:pt x="105" y="15"/>
                  <a:pt x="105" y="15"/>
                </a:cubicBezTo>
                <a:cubicBezTo>
                  <a:pt x="105" y="15"/>
                  <a:pt x="105" y="15"/>
                  <a:pt x="106" y="15"/>
                </a:cubicBezTo>
                <a:cubicBezTo>
                  <a:pt x="106" y="15"/>
                  <a:pt x="107" y="15"/>
                  <a:pt x="107" y="15"/>
                </a:cubicBezTo>
                <a:cubicBezTo>
                  <a:pt x="108" y="15"/>
                  <a:pt x="108" y="15"/>
                  <a:pt x="108" y="15"/>
                </a:cubicBezTo>
                <a:cubicBezTo>
                  <a:pt x="108" y="15"/>
                  <a:pt x="108" y="15"/>
                  <a:pt x="108" y="15"/>
                </a:cubicBezTo>
                <a:cubicBezTo>
                  <a:pt x="108" y="14"/>
                  <a:pt x="108" y="14"/>
                  <a:pt x="108" y="13"/>
                </a:cubicBezTo>
                <a:cubicBezTo>
                  <a:pt x="108" y="12"/>
                  <a:pt x="108" y="12"/>
                  <a:pt x="108" y="11"/>
                </a:cubicBezTo>
                <a:cubicBezTo>
                  <a:pt x="108" y="10"/>
                  <a:pt x="108" y="9"/>
                  <a:pt x="108" y="8"/>
                </a:cubicBezTo>
                <a:cubicBezTo>
                  <a:pt x="108" y="8"/>
                  <a:pt x="108" y="8"/>
                  <a:pt x="108" y="8"/>
                </a:cubicBezTo>
                <a:cubicBezTo>
                  <a:pt x="108" y="8"/>
                  <a:pt x="108" y="8"/>
                  <a:pt x="108" y="8"/>
                </a:cubicBezTo>
                <a:cubicBezTo>
                  <a:pt x="108" y="8"/>
                  <a:pt x="107" y="8"/>
                  <a:pt x="106" y="8"/>
                </a:cubicBezTo>
                <a:cubicBezTo>
                  <a:pt x="106" y="8"/>
                  <a:pt x="105" y="8"/>
                  <a:pt x="105" y="8"/>
                </a:cubicBezTo>
                <a:cubicBezTo>
                  <a:pt x="105" y="8"/>
                  <a:pt x="105" y="8"/>
                  <a:pt x="105" y="8"/>
                </a:cubicBezTo>
                <a:cubicBezTo>
                  <a:pt x="104" y="8"/>
                  <a:pt x="104" y="8"/>
                  <a:pt x="104" y="8"/>
                </a:cubicBezTo>
                <a:cubicBezTo>
                  <a:pt x="104" y="8"/>
                  <a:pt x="104" y="8"/>
                  <a:pt x="104" y="7"/>
                </a:cubicBezTo>
                <a:cubicBezTo>
                  <a:pt x="104" y="7"/>
                  <a:pt x="104" y="7"/>
                  <a:pt x="104" y="7"/>
                </a:cubicBezTo>
                <a:cubicBezTo>
                  <a:pt x="104" y="7"/>
                  <a:pt x="104" y="7"/>
                  <a:pt x="104" y="7"/>
                </a:cubicBezTo>
                <a:cubicBezTo>
                  <a:pt x="104" y="7"/>
                  <a:pt x="105" y="6"/>
                  <a:pt x="105" y="6"/>
                </a:cubicBezTo>
                <a:cubicBezTo>
                  <a:pt x="106" y="6"/>
                  <a:pt x="107" y="6"/>
                  <a:pt x="107" y="6"/>
                </a:cubicBezTo>
                <a:cubicBezTo>
                  <a:pt x="107" y="6"/>
                  <a:pt x="108" y="6"/>
                  <a:pt x="108" y="6"/>
                </a:cubicBezTo>
                <a:cubicBezTo>
                  <a:pt x="108" y="6"/>
                  <a:pt x="108" y="6"/>
                  <a:pt x="108" y="6"/>
                </a:cubicBezTo>
                <a:lnTo>
                  <a:pt x="108" y="5"/>
                </a:lnTo>
                <a:cubicBezTo>
                  <a:pt x="108" y="4"/>
                  <a:pt x="108" y="4"/>
                  <a:pt x="108" y="3"/>
                </a:cubicBezTo>
                <a:cubicBezTo>
                  <a:pt x="108" y="3"/>
                  <a:pt x="108" y="3"/>
                  <a:pt x="109" y="2"/>
                </a:cubicBezTo>
                <a:cubicBezTo>
                  <a:pt x="109" y="2"/>
                  <a:pt x="109" y="1"/>
                  <a:pt x="109" y="1"/>
                </a:cubicBezTo>
                <a:cubicBezTo>
                  <a:pt x="109" y="1"/>
                  <a:pt x="109" y="1"/>
                  <a:pt x="109" y="1"/>
                </a:cubicBezTo>
                <a:cubicBezTo>
                  <a:pt x="109" y="1"/>
                  <a:pt x="109" y="1"/>
                  <a:pt x="110" y="1"/>
                </a:cubicBezTo>
                <a:cubicBezTo>
                  <a:pt x="110" y="1"/>
                  <a:pt x="110" y="1"/>
                  <a:pt x="110" y="1"/>
                </a:cubicBezTo>
                <a:cubicBezTo>
                  <a:pt x="110" y="2"/>
                  <a:pt x="110" y="2"/>
                  <a:pt x="110" y="2"/>
                </a:cubicBezTo>
                <a:cubicBezTo>
                  <a:pt x="110" y="2"/>
                  <a:pt x="110" y="3"/>
                  <a:pt x="110" y="3"/>
                </a:cubicBezTo>
                <a:lnTo>
                  <a:pt x="110" y="4"/>
                </a:lnTo>
                <a:lnTo>
                  <a:pt x="110" y="5"/>
                </a:lnTo>
                <a:cubicBezTo>
                  <a:pt x="110" y="5"/>
                  <a:pt x="110" y="5"/>
                  <a:pt x="110" y="5"/>
                </a:cubicBezTo>
                <a:cubicBezTo>
                  <a:pt x="110" y="5"/>
                  <a:pt x="110" y="5"/>
                  <a:pt x="110" y="5"/>
                </a:cubicBezTo>
                <a:cubicBezTo>
                  <a:pt x="111" y="5"/>
                  <a:pt x="111" y="5"/>
                  <a:pt x="111" y="5"/>
                </a:cubicBezTo>
                <a:cubicBezTo>
                  <a:pt x="111" y="5"/>
                  <a:pt x="112" y="5"/>
                  <a:pt x="112" y="5"/>
                </a:cubicBezTo>
                <a:cubicBezTo>
                  <a:pt x="112" y="6"/>
                  <a:pt x="112" y="6"/>
                  <a:pt x="112" y="6"/>
                </a:cubicBezTo>
                <a:cubicBezTo>
                  <a:pt x="112" y="6"/>
                  <a:pt x="112" y="6"/>
                  <a:pt x="112" y="6"/>
                </a:cubicBezTo>
                <a:cubicBezTo>
                  <a:pt x="112" y="7"/>
                  <a:pt x="112" y="7"/>
                  <a:pt x="112" y="7"/>
                </a:cubicBezTo>
                <a:cubicBezTo>
                  <a:pt x="112" y="7"/>
                  <a:pt x="111" y="7"/>
                  <a:pt x="111" y="7"/>
                </a:cubicBezTo>
                <a:cubicBezTo>
                  <a:pt x="111" y="7"/>
                  <a:pt x="110" y="7"/>
                  <a:pt x="110" y="7"/>
                </a:cubicBezTo>
                <a:cubicBezTo>
                  <a:pt x="110" y="7"/>
                  <a:pt x="110" y="7"/>
                  <a:pt x="110" y="7"/>
                </a:cubicBezTo>
                <a:cubicBezTo>
                  <a:pt x="109" y="7"/>
                  <a:pt x="109" y="8"/>
                  <a:pt x="109" y="8"/>
                </a:cubicBezTo>
                <a:cubicBezTo>
                  <a:pt x="109" y="8"/>
                  <a:pt x="109" y="8"/>
                  <a:pt x="109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1" y="9"/>
                  <a:pt x="111" y="9"/>
                </a:cubicBezTo>
                <a:cubicBezTo>
                  <a:pt x="112" y="8"/>
                  <a:pt x="112" y="8"/>
                  <a:pt x="113" y="7"/>
                </a:cubicBezTo>
                <a:cubicBezTo>
                  <a:pt x="113" y="7"/>
                  <a:pt x="113" y="7"/>
                  <a:pt x="113" y="7"/>
                </a:cubicBezTo>
                <a:cubicBezTo>
                  <a:pt x="113" y="7"/>
                  <a:pt x="113" y="7"/>
                  <a:pt x="114" y="8"/>
                </a:cubicBezTo>
                <a:cubicBezTo>
                  <a:pt x="114" y="8"/>
                  <a:pt x="114" y="8"/>
                  <a:pt x="114" y="8"/>
                </a:cubicBezTo>
                <a:cubicBezTo>
                  <a:pt x="114" y="8"/>
                  <a:pt x="114" y="8"/>
                  <a:pt x="113" y="8"/>
                </a:cubicBezTo>
                <a:cubicBezTo>
                  <a:pt x="113" y="8"/>
                  <a:pt x="113" y="9"/>
                  <a:pt x="113" y="9"/>
                </a:cubicBezTo>
                <a:cubicBezTo>
                  <a:pt x="112" y="9"/>
                  <a:pt x="112" y="9"/>
                  <a:pt x="111" y="10"/>
                </a:cubicBezTo>
                <a:cubicBezTo>
                  <a:pt x="111" y="10"/>
                  <a:pt x="111" y="10"/>
                  <a:pt x="111" y="10"/>
                </a:cubicBezTo>
                <a:cubicBezTo>
                  <a:pt x="111" y="10"/>
                  <a:pt x="111" y="10"/>
                  <a:pt x="111" y="10"/>
                </a:cubicBezTo>
                <a:cubicBezTo>
                  <a:pt x="111" y="11"/>
                  <a:pt x="111" y="11"/>
                  <a:pt x="112" y="11"/>
                </a:cubicBezTo>
                <a:cubicBezTo>
                  <a:pt x="112" y="12"/>
                  <a:pt x="113" y="12"/>
                  <a:pt x="113" y="12"/>
                </a:cubicBezTo>
                <a:cubicBezTo>
                  <a:pt x="114" y="13"/>
                  <a:pt x="114" y="13"/>
                  <a:pt x="115" y="13"/>
                </a:cubicBezTo>
                <a:cubicBezTo>
                  <a:pt x="117" y="14"/>
                  <a:pt x="118" y="14"/>
                  <a:pt x="118" y="15"/>
                </a:cubicBezTo>
                <a:close/>
                <a:moveTo>
                  <a:pt x="113" y="3"/>
                </a:moveTo>
                <a:cubicBezTo>
                  <a:pt x="113" y="3"/>
                  <a:pt x="113" y="3"/>
                  <a:pt x="113" y="3"/>
                </a:cubicBezTo>
                <a:cubicBezTo>
                  <a:pt x="113" y="3"/>
                  <a:pt x="113" y="3"/>
                  <a:pt x="114" y="3"/>
                </a:cubicBezTo>
                <a:cubicBezTo>
                  <a:pt x="114" y="4"/>
                  <a:pt x="114" y="4"/>
                  <a:pt x="114" y="4"/>
                </a:cubicBezTo>
                <a:cubicBezTo>
                  <a:pt x="115" y="4"/>
                  <a:pt x="115" y="5"/>
                  <a:pt x="115" y="5"/>
                </a:cubicBezTo>
                <a:cubicBezTo>
                  <a:pt x="115" y="5"/>
                  <a:pt x="115" y="5"/>
                  <a:pt x="114" y="5"/>
                </a:cubicBezTo>
                <a:cubicBezTo>
                  <a:pt x="114" y="5"/>
                  <a:pt x="114" y="5"/>
                  <a:pt x="113" y="5"/>
                </a:cubicBezTo>
                <a:cubicBezTo>
                  <a:pt x="113" y="5"/>
                  <a:pt x="113" y="5"/>
                  <a:pt x="113" y="5"/>
                </a:cubicBezTo>
                <a:cubicBezTo>
                  <a:pt x="112" y="5"/>
                  <a:pt x="112" y="5"/>
                  <a:pt x="112" y="4"/>
                </a:cubicBezTo>
                <a:cubicBezTo>
                  <a:pt x="112" y="4"/>
                  <a:pt x="112" y="4"/>
                  <a:pt x="112" y="4"/>
                </a:cubicBezTo>
                <a:cubicBezTo>
                  <a:pt x="112" y="4"/>
                  <a:pt x="112" y="3"/>
                  <a:pt x="112" y="3"/>
                </a:cubicBezTo>
                <a:cubicBezTo>
                  <a:pt x="112" y="3"/>
                  <a:pt x="113" y="3"/>
                  <a:pt x="113" y="3"/>
                </a:cubicBezTo>
                <a:close/>
                <a:moveTo>
                  <a:pt x="105" y="9"/>
                </a:moveTo>
                <a:cubicBezTo>
                  <a:pt x="105" y="9"/>
                  <a:pt x="105" y="9"/>
                  <a:pt x="105" y="9"/>
                </a:cubicBezTo>
                <a:cubicBezTo>
                  <a:pt x="105" y="9"/>
                  <a:pt x="105" y="9"/>
                  <a:pt x="106" y="9"/>
                </a:cubicBezTo>
                <a:cubicBezTo>
                  <a:pt x="106" y="10"/>
                  <a:pt x="107" y="10"/>
                  <a:pt x="107" y="10"/>
                </a:cubicBezTo>
                <a:cubicBezTo>
                  <a:pt x="107" y="11"/>
                  <a:pt x="106" y="11"/>
                  <a:pt x="106" y="11"/>
                </a:cubicBezTo>
                <a:cubicBezTo>
                  <a:pt x="105" y="11"/>
                  <a:pt x="105" y="11"/>
                  <a:pt x="105" y="11"/>
                </a:cubicBezTo>
                <a:cubicBezTo>
                  <a:pt x="105" y="11"/>
                  <a:pt x="104" y="11"/>
                  <a:pt x="104" y="10"/>
                </a:cubicBezTo>
                <a:cubicBezTo>
                  <a:pt x="104" y="10"/>
                  <a:pt x="104" y="10"/>
                  <a:pt x="104" y="10"/>
                </a:cubicBezTo>
                <a:cubicBezTo>
                  <a:pt x="104" y="9"/>
                  <a:pt x="104" y="9"/>
                  <a:pt x="104" y="9"/>
                </a:cubicBezTo>
                <a:cubicBezTo>
                  <a:pt x="104" y="9"/>
                  <a:pt x="105" y="9"/>
                  <a:pt x="105" y="9"/>
                </a:cubicBezTo>
                <a:close/>
                <a:moveTo>
                  <a:pt x="108" y="11"/>
                </a:moveTo>
                <a:cubicBezTo>
                  <a:pt x="108" y="11"/>
                  <a:pt x="107" y="11"/>
                  <a:pt x="107" y="11"/>
                </a:cubicBezTo>
                <a:cubicBezTo>
                  <a:pt x="107" y="12"/>
                  <a:pt x="107" y="12"/>
                  <a:pt x="107" y="12"/>
                </a:cubicBezTo>
                <a:cubicBezTo>
                  <a:pt x="106" y="12"/>
                  <a:pt x="106" y="12"/>
                  <a:pt x="106" y="13"/>
                </a:cubicBezTo>
                <a:cubicBezTo>
                  <a:pt x="106" y="13"/>
                  <a:pt x="105" y="14"/>
                  <a:pt x="104" y="14"/>
                </a:cubicBezTo>
                <a:cubicBezTo>
                  <a:pt x="104" y="14"/>
                  <a:pt x="104" y="14"/>
                  <a:pt x="104" y="15"/>
                </a:cubicBezTo>
                <a:cubicBezTo>
                  <a:pt x="104" y="15"/>
                  <a:pt x="104" y="15"/>
                  <a:pt x="104" y="15"/>
                </a:cubicBezTo>
                <a:cubicBezTo>
                  <a:pt x="103" y="15"/>
                  <a:pt x="103" y="15"/>
                  <a:pt x="103" y="15"/>
                </a:cubicBezTo>
                <a:cubicBezTo>
                  <a:pt x="103" y="15"/>
                  <a:pt x="103" y="15"/>
                  <a:pt x="103" y="15"/>
                </a:cubicBezTo>
                <a:cubicBezTo>
                  <a:pt x="102" y="14"/>
                  <a:pt x="102" y="14"/>
                  <a:pt x="102" y="14"/>
                </a:cubicBezTo>
                <a:cubicBezTo>
                  <a:pt x="102" y="14"/>
                  <a:pt x="102" y="14"/>
                  <a:pt x="103" y="14"/>
                </a:cubicBezTo>
                <a:cubicBezTo>
                  <a:pt x="103" y="13"/>
                  <a:pt x="104" y="13"/>
                  <a:pt x="104" y="13"/>
                </a:cubicBezTo>
                <a:cubicBezTo>
                  <a:pt x="105" y="12"/>
                  <a:pt x="106" y="11"/>
                  <a:pt x="107" y="11"/>
                </a:cubicBezTo>
                <a:cubicBezTo>
                  <a:pt x="107" y="11"/>
                  <a:pt x="107" y="11"/>
                  <a:pt x="107" y="11"/>
                </a:cubicBezTo>
                <a:cubicBezTo>
                  <a:pt x="107" y="11"/>
                  <a:pt x="108" y="11"/>
                  <a:pt x="108" y="11"/>
                </a:cubicBezTo>
                <a:close/>
                <a:moveTo>
                  <a:pt x="127" y="13"/>
                </a:moveTo>
                <a:cubicBezTo>
                  <a:pt x="127" y="13"/>
                  <a:pt x="127" y="13"/>
                  <a:pt x="127" y="14"/>
                </a:cubicBezTo>
                <a:cubicBezTo>
                  <a:pt x="127" y="14"/>
                  <a:pt x="127" y="14"/>
                  <a:pt x="128" y="14"/>
                </a:cubicBezTo>
                <a:cubicBezTo>
                  <a:pt x="128" y="14"/>
                  <a:pt x="129" y="15"/>
                  <a:pt x="129" y="15"/>
                </a:cubicBezTo>
                <a:cubicBezTo>
                  <a:pt x="130" y="15"/>
                  <a:pt x="130" y="15"/>
                  <a:pt x="131" y="15"/>
                </a:cubicBezTo>
                <a:cubicBezTo>
                  <a:pt x="131" y="16"/>
                  <a:pt x="132" y="16"/>
                  <a:pt x="134" y="16"/>
                </a:cubicBezTo>
                <a:cubicBezTo>
                  <a:pt x="135" y="17"/>
                  <a:pt x="135" y="17"/>
                  <a:pt x="135" y="17"/>
                </a:cubicBezTo>
                <a:cubicBezTo>
                  <a:pt x="135" y="17"/>
                  <a:pt x="135" y="17"/>
                  <a:pt x="135" y="17"/>
                </a:cubicBezTo>
                <a:cubicBezTo>
                  <a:pt x="134" y="18"/>
                  <a:pt x="134" y="18"/>
                  <a:pt x="133" y="18"/>
                </a:cubicBezTo>
                <a:cubicBezTo>
                  <a:pt x="133" y="18"/>
                  <a:pt x="132" y="18"/>
                  <a:pt x="131" y="18"/>
                </a:cubicBezTo>
                <a:cubicBezTo>
                  <a:pt x="131" y="18"/>
                  <a:pt x="130" y="17"/>
                  <a:pt x="130" y="17"/>
                </a:cubicBezTo>
                <a:cubicBezTo>
                  <a:pt x="130" y="17"/>
                  <a:pt x="129" y="17"/>
                  <a:pt x="129" y="17"/>
                </a:cubicBezTo>
                <a:cubicBezTo>
                  <a:pt x="129" y="17"/>
                  <a:pt x="129" y="17"/>
                  <a:pt x="129" y="17"/>
                </a:cubicBezTo>
                <a:cubicBezTo>
                  <a:pt x="129" y="16"/>
                  <a:pt x="129" y="16"/>
                  <a:pt x="129" y="16"/>
                </a:cubicBezTo>
                <a:cubicBezTo>
                  <a:pt x="128" y="15"/>
                  <a:pt x="128" y="15"/>
                  <a:pt x="127" y="15"/>
                </a:cubicBezTo>
                <a:cubicBezTo>
                  <a:pt x="126" y="15"/>
                  <a:pt x="126" y="14"/>
                  <a:pt x="126" y="14"/>
                </a:cubicBezTo>
                <a:cubicBezTo>
                  <a:pt x="125" y="14"/>
                  <a:pt x="125" y="14"/>
                  <a:pt x="124" y="14"/>
                </a:cubicBezTo>
                <a:cubicBezTo>
                  <a:pt x="124" y="13"/>
                  <a:pt x="123" y="13"/>
                  <a:pt x="123" y="13"/>
                </a:cubicBezTo>
                <a:cubicBezTo>
                  <a:pt x="123" y="13"/>
                  <a:pt x="123" y="13"/>
                  <a:pt x="123" y="14"/>
                </a:cubicBezTo>
                <a:cubicBezTo>
                  <a:pt x="123" y="14"/>
                  <a:pt x="122" y="14"/>
                  <a:pt x="122" y="14"/>
                </a:cubicBezTo>
                <a:cubicBezTo>
                  <a:pt x="122" y="14"/>
                  <a:pt x="122" y="15"/>
                  <a:pt x="122" y="15"/>
                </a:cubicBezTo>
                <a:cubicBezTo>
                  <a:pt x="122" y="15"/>
                  <a:pt x="122" y="15"/>
                  <a:pt x="122" y="15"/>
                </a:cubicBezTo>
                <a:cubicBezTo>
                  <a:pt x="121" y="15"/>
                  <a:pt x="121" y="15"/>
                  <a:pt x="120" y="15"/>
                </a:cubicBezTo>
                <a:cubicBezTo>
                  <a:pt x="120" y="16"/>
                  <a:pt x="119" y="16"/>
                  <a:pt x="119" y="16"/>
                </a:cubicBezTo>
                <a:cubicBezTo>
                  <a:pt x="119" y="16"/>
                  <a:pt x="119" y="16"/>
                  <a:pt x="118" y="16"/>
                </a:cubicBezTo>
                <a:cubicBezTo>
                  <a:pt x="118" y="15"/>
                  <a:pt x="118" y="15"/>
                  <a:pt x="118" y="15"/>
                </a:cubicBezTo>
                <a:cubicBezTo>
                  <a:pt x="118" y="15"/>
                  <a:pt x="119" y="15"/>
                  <a:pt x="119" y="15"/>
                </a:cubicBezTo>
                <a:cubicBezTo>
                  <a:pt x="120" y="15"/>
                  <a:pt x="120" y="15"/>
                  <a:pt x="121" y="14"/>
                </a:cubicBezTo>
                <a:cubicBezTo>
                  <a:pt x="121" y="14"/>
                  <a:pt x="122" y="13"/>
                  <a:pt x="122" y="12"/>
                </a:cubicBezTo>
                <a:cubicBezTo>
                  <a:pt x="123" y="11"/>
                  <a:pt x="123" y="11"/>
                  <a:pt x="123" y="11"/>
                </a:cubicBezTo>
                <a:cubicBezTo>
                  <a:pt x="123" y="11"/>
                  <a:pt x="123" y="11"/>
                  <a:pt x="123" y="11"/>
                </a:cubicBezTo>
                <a:cubicBezTo>
                  <a:pt x="123" y="10"/>
                  <a:pt x="123" y="10"/>
                  <a:pt x="123" y="10"/>
                </a:cubicBezTo>
                <a:cubicBezTo>
                  <a:pt x="122" y="10"/>
                  <a:pt x="122" y="11"/>
                  <a:pt x="122" y="11"/>
                </a:cubicBezTo>
                <a:cubicBezTo>
                  <a:pt x="122" y="11"/>
                  <a:pt x="121" y="11"/>
                  <a:pt x="121" y="11"/>
                </a:cubicBezTo>
                <a:cubicBezTo>
                  <a:pt x="120" y="11"/>
                  <a:pt x="120" y="11"/>
                  <a:pt x="120" y="11"/>
                </a:cubicBezTo>
                <a:cubicBezTo>
                  <a:pt x="120" y="11"/>
                  <a:pt x="119" y="11"/>
                  <a:pt x="119" y="11"/>
                </a:cubicBezTo>
                <a:cubicBezTo>
                  <a:pt x="119" y="11"/>
                  <a:pt x="119" y="11"/>
                  <a:pt x="119" y="11"/>
                </a:cubicBezTo>
                <a:cubicBezTo>
                  <a:pt x="119" y="11"/>
                  <a:pt x="119" y="11"/>
                  <a:pt x="119" y="10"/>
                </a:cubicBezTo>
                <a:cubicBezTo>
                  <a:pt x="119" y="10"/>
                  <a:pt x="119" y="10"/>
                  <a:pt x="119" y="10"/>
                </a:cubicBezTo>
                <a:cubicBezTo>
                  <a:pt x="120" y="10"/>
                  <a:pt x="121" y="10"/>
                  <a:pt x="123" y="9"/>
                </a:cubicBezTo>
                <a:cubicBezTo>
                  <a:pt x="124" y="9"/>
                  <a:pt x="126" y="8"/>
                  <a:pt x="127" y="8"/>
                </a:cubicBezTo>
                <a:cubicBezTo>
                  <a:pt x="127" y="8"/>
                  <a:pt x="127" y="8"/>
                  <a:pt x="127" y="8"/>
                </a:cubicBezTo>
                <a:cubicBezTo>
                  <a:pt x="127" y="8"/>
                  <a:pt x="127" y="8"/>
                  <a:pt x="127" y="8"/>
                </a:cubicBezTo>
                <a:cubicBezTo>
                  <a:pt x="126" y="7"/>
                  <a:pt x="126" y="7"/>
                  <a:pt x="126" y="7"/>
                </a:cubicBezTo>
                <a:cubicBezTo>
                  <a:pt x="126" y="7"/>
                  <a:pt x="126" y="7"/>
                  <a:pt x="125" y="7"/>
                </a:cubicBezTo>
                <a:cubicBezTo>
                  <a:pt x="125" y="8"/>
                  <a:pt x="125" y="8"/>
                  <a:pt x="125" y="8"/>
                </a:cubicBezTo>
                <a:cubicBezTo>
                  <a:pt x="125" y="8"/>
                  <a:pt x="124" y="8"/>
                  <a:pt x="124" y="8"/>
                </a:cubicBezTo>
                <a:cubicBezTo>
                  <a:pt x="124" y="8"/>
                  <a:pt x="124" y="8"/>
                  <a:pt x="123" y="7"/>
                </a:cubicBezTo>
                <a:cubicBezTo>
                  <a:pt x="123" y="7"/>
                  <a:pt x="123" y="7"/>
                  <a:pt x="123" y="6"/>
                </a:cubicBezTo>
                <a:cubicBezTo>
                  <a:pt x="123" y="5"/>
                  <a:pt x="123" y="4"/>
                  <a:pt x="123" y="3"/>
                </a:cubicBezTo>
                <a:cubicBezTo>
                  <a:pt x="123" y="3"/>
                  <a:pt x="123" y="2"/>
                  <a:pt x="124" y="2"/>
                </a:cubicBezTo>
                <a:cubicBezTo>
                  <a:pt x="124" y="2"/>
                  <a:pt x="124" y="2"/>
                  <a:pt x="125" y="2"/>
                </a:cubicBezTo>
                <a:cubicBezTo>
                  <a:pt x="126" y="2"/>
                  <a:pt x="127" y="2"/>
                  <a:pt x="128" y="2"/>
                </a:cubicBezTo>
                <a:cubicBezTo>
                  <a:pt x="128" y="2"/>
                  <a:pt x="129" y="2"/>
                  <a:pt x="129" y="2"/>
                </a:cubicBezTo>
                <a:cubicBezTo>
                  <a:pt x="129" y="2"/>
                  <a:pt x="130" y="2"/>
                  <a:pt x="130" y="2"/>
                </a:cubicBezTo>
                <a:cubicBezTo>
                  <a:pt x="130" y="2"/>
                  <a:pt x="130" y="2"/>
                  <a:pt x="129" y="3"/>
                </a:cubicBezTo>
                <a:cubicBezTo>
                  <a:pt x="129" y="3"/>
                  <a:pt x="129" y="3"/>
                  <a:pt x="129" y="3"/>
                </a:cubicBezTo>
                <a:cubicBezTo>
                  <a:pt x="129" y="4"/>
                  <a:pt x="129" y="4"/>
                  <a:pt x="129" y="4"/>
                </a:cubicBezTo>
                <a:lnTo>
                  <a:pt x="129" y="6"/>
                </a:lnTo>
                <a:cubicBezTo>
                  <a:pt x="129" y="7"/>
                  <a:pt x="129" y="7"/>
                  <a:pt x="129" y="7"/>
                </a:cubicBezTo>
                <a:cubicBezTo>
                  <a:pt x="129" y="8"/>
                  <a:pt x="129" y="8"/>
                  <a:pt x="129" y="8"/>
                </a:cubicBezTo>
                <a:cubicBezTo>
                  <a:pt x="129" y="8"/>
                  <a:pt x="129" y="8"/>
                  <a:pt x="129" y="8"/>
                </a:cubicBezTo>
                <a:cubicBezTo>
                  <a:pt x="129" y="8"/>
                  <a:pt x="130" y="8"/>
                  <a:pt x="130" y="8"/>
                </a:cubicBezTo>
                <a:cubicBezTo>
                  <a:pt x="130" y="8"/>
                  <a:pt x="130" y="8"/>
                  <a:pt x="131" y="8"/>
                </a:cubicBezTo>
                <a:cubicBezTo>
                  <a:pt x="131" y="8"/>
                  <a:pt x="131" y="8"/>
                  <a:pt x="131" y="8"/>
                </a:cubicBezTo>
                <a:cubicBezTo>
                  <a:pt x="131" y="8"/>
                  <a:pt x="131" y="8"/>
                  <a:pt x="131" y="9"/>
                </a:cubicBezTo>
                <a:cubicBezTo>
                  <a:pt x="131" y="9"/>
                  <a:pt x="131" y="9"/>
                  <a:pt x="131" y="9"/>
                </a:cubicBezTo>
                <a:cubicBezTo>
                  <a:pt x="131" y="9"/>
                  <a:pt x="131" y="10"/>
                  <a:pt x="131" y="10"/>
                </a:cubicBezTo>
                <a:cubicBezTo>
                  <a:pt x="130" y="10"/>
                  <a:pt x="130" y="10"/>
                  <a:pt x="129" y="10"/>
                </a:cubicBezTo>
                <a:cubicBezTo>
                  <a:pt x="128" y="10"/>
                  <a:pt x="128" y="10"/>
                  <a:pt x="127" y="10"/>
                </a:cubicBezTo>
                <a:cubicBezTo>
                  <a:pt x="127" y="10"/>
                  <a:pt x="127" y="10"/>
                  <a:pt x="127" y="10"/>
                </a:cubicBezTo>
                <a:cubicBezTo>
                  <a:pt x="127" y="10"/>
                  <a:pt x="127" y="10"/>
                  <a:pt x="127" y="10"/>
                </a:cubicBezTo>
                <a:cubicBezTo>
                  <a:pt x="127" y="10"/>
                  <a:pt x="127" y="11"/>
                  <a:pt x="127" y="11"/>
                </a:cubicBezTo>
                <a:cubicBezTo>
                  <a:pt x="127" y="11"/>
                  <a:pt x="127" y="11"/>
                  <a:pt x="128" y="11"/>
                </a:cubicBezTo>
                <a:cubicBezTo>
                  <a:pt x="128" y="11"/>
                  <a:pt x="128" y="11"/>
                  <a:pt x="128" y="11"/>
                </a:cubicBezTo>
                <a:cubicBezTo>
                  <a:pt x="128" y="10"/>
                  <a:pt x="129" y="10"/>
                  <a:pt x="129" y="10"/>
                </a:cubicBezTo>
                <a:cubicBezTo>
                  <a:pt x="129" y="10"/>
                  <a:pt x="129" y="11"/>
                  <a:pt x="129" y="11"/>
                </a:cubicBezTo>
                <a:cubicBezTo>
                  <a:pt x="129" y="11"/>
                  <a:pt x="129" y="11"/>
                  <a:pt x="129" y="11"/>
                </a:cubicBezTo>
                <a:cubicBezTo>
                  <a:pt x="129" y="11"/>
                  <a:pt x="129" y="12"/>
                  <a:pt x="129" y="12"/>
                </a:cubicBezTo>
                <a:cubicBezTo>
                  <a:pt x="129" y="12"/>
                  <a:pt x="129" y="12"/>
                  <a:pt x="128" y="12"/>
                </a:cubicBezTo>
                <a:cubicBezTo>
                  <a:pt x="128" y="12"/>
                  <a:pt x="128" y="12"/>
                  <a:pt x="127" y="12"/>
                </a:cubicBezTo>
                <a:cubicBezTo>
                  <a:pt x="127" y="12"/>
                  <a:pt x="127" y="12"/>
                  <a:pt x="127" y="12"/>
                </a:cubicBezTo>
                <a:cubicBezTo>
                  <a:pt x="127" y="12"/>
                  <a:pt x="127" y="13"/>
                  <a:pt x="127" y="13"/>
                </a:cubicBezTo>
                <a:cubicBezTo>
                  <a:pt x="127" y="13"/>
                  <a:pt x="127" y="13"/>
                  <a:pt x="127" y="13"/>
                </a:cubicBezTo>
                <a:close/>
                <a:moveTo>
                  <a:pt x="148" y="11"/>
                </a:moveTo>
                <a:cubicBezTo>
                  <a:pt x="148" y="12"/>
                  <a:pt x="148" y="13"/>
                  <a:pt x="148" y="14"/>
                </a:cubicBezTo>
                <a:cubicBezTo>
                  <a:pt x="148" y="15"/>
                  <a:pt x="148" y="15"/>
                  <a:pt x="148" y="16"/>
                </a:cubicBezTo>
                <a:cubicBezTo>
                  <a:pt x="148" y="16"/>
                  <a:pt x="148" y="16"/>
                  <a:pt x="148" y="17"/>
                </a:cubicBezTo>
                <a:cubicBezTo>
                  <a:pt x="148" y="17"/>
                  <a:pt x="148" y="17"/>
                  <a:pt x="148" y="17"/>
                </a:cubicBezTo>
                <a:cubicBezTo>
                  <a:pt x="148" y="18"/>
                  <a:pt x="148" y="18"/>
                  <a:pt x="148" y="18"/>
                </a:cubicBezTo>
                <a:cubicBezTo>
                  <a:pt x="148" y="18"/>
                  <a:pt x="147" y="18"/>
                  <a:pt x="146" y="17"/>
                </a:cubicBezTo>
                <a:cubicBezTo>
                  <a:pt x="145" y="17"/>
                  <a:pt x="144" y="16"/>
                  <a:pt x="144" y="16"/>
                </a:cubicBezTo>
                <a:cubicBezTo>
                  <a:pt x="143" y="16"/>
                  <a:pt x="143" y="15"/>
                  <a:pt x="143" y="15"/>
                </a:cubicBezTo>
                <a:cubicBezTo>
                  <a:pt x="143" y="15"/>
                  <a:pt x="143" y="15"/>
                  <a:pt x="143" y="15"/>
                </a:cubicBezTo>
                <a:cubicBezTo>
                  <a:pt x="143" y="15"/>
                  <a:pt x="143" y="15"/>
                  <a:pt x="143" y="15"/>
                </a:cubicBezTo>
                <a:cubicBezTo>
                  <a:pt x="144" y="16"/>
                  <a:pt x="145" y="16"/>
                  <a:pt x="146" y="16"/>
                </a:cubicBezTo>
                <a:cubicBezTo>
                  <a:pt x="146" y="16"/>
                  <a:pt x="147" y="16"/>
                  <a:pt x="147" y="16"/>
                </a:cubicBezTo>
                <a:cubicBezTo>
                  <a:pt x="147" y="16"/>
                  <a:pt x="147" y="15"/>
                  <a:pt x="147" y="15"/>
                </a:cubicBezTo>
                <a:cubicBezTo>
                  <a:pt x="147" y="14"/>
                  <a:pt x="147" y="14"/>
                  <a:pt x="147" y="12"/>
                </a:cubicBezTo>
                <a:cubicBezTo>
                  <a:pt x="147" y="11"/>
                  <a:pt x="146" y="9"/>
                  <a:pt x="146" y="8"/>
                </a:cubicBezTo>
                <a:lnTo>
                  <a:pt x="146" y="5"/>
                </a:lnTo>
                <a:lnTo>
                  <a:pt x="146" y="3"/>
                </a:lnTo>
                <a:cubicBezTo>
                  <a:pt x="146" y="3"/>
                  <a:pt x="147" y="3"/>
                  <a:pt x="147" y="3"/>
                </a:cubicBezTo>
                <a:cubicBezTo>
                  <a:pt x="147" y="3"/>
                  <a:pt x="147" y="3"/>
                  <a:pt x="148" y="3"/>
                </a:cubicBezTo>
                <a:cubicBezTo>
                  <a:pt x="148" y="3"/>
                  <a:pt x="148" y="3"/>
                  <a:pt x="148" y="3"/>
                </a:cubicBezTo>
                <a:cubicBezTo>
                  <a:pt x="148" y="4"/>
                  <a:pt x="148" y="4"/>
                  <a:pt x="148" y="4"/>
                </a:cubicBezTo>
                <a:cubicBezTo>
                  <a:pt x="148" y="4"/>
                  <a:pt x="148" y="5"/>
                  <a:pt x="148" y="6"/>
                </a:cubicBezTo>
                <a:cubicBezTo>
                  <a:pt x="148" y="6"/>
                  <a:pt x="148" y="6"/>
                  <a:pt x="148" y="7"/>
                </a:cubicBezTo>
                <a:cubicBezTo>
                  <a:pt x="148" y="9"/>
                  <a:pt x="148" y="9"/>
                  <a:pt x="148" y="10"/>
                </a:cubicBezTo>
                <a:lnTo>
                  <a:pt x="148" y="11"/>
                </a:lnTo>
                <a:close/>
                <a:moveTo>
                  <a:pt x="143" y="7"/>
                </a:moveTo>
                <a:cubicBezTo>
                  <a:pt x="143" y="7"/>
                  <a:pt x="143" y="7"/>
                  <a:pt x="142" y="7"/>
                </a:cubicBezTo>
                <a:cubicBezTo>
                  <a:pt x="142" y="7"/>
                  <a:pt x="142" y="7"/>
                  <a:pt x="141" y="7"/>
                </a:cubicBezTo>
                <a:cubicBezTo>
                  <a:pt x="141" y="7"/>
                  <a:pt x="141" y="7"/>
                  <a:pt x="141" y="7"/>
                </a:cubicBezTo>
                <a:cubicBezTo>
                  <a:pt x="141" y="7"/>
                  <a:pt x="141" y="7"/>
                  <a:pt x="140" y="7"/>
                </a:cubicBezTo>
                <a:cubicBezTo>
                  <a:pt x="140" y="7"/>
                  <a:pt x="140" y="6"/>
                  <a:pt x="140" y="6"/>
                </a:cubicBezTo>
                <a:cubicBezTo>
                  <a:pt x="140" y="6"/>
                  <a:pt x="140" y="7"/>
                  <a:pt x="140" y="7"/>
                </a:cubicBezTo>
                <a:cubicBezTo>
                  <a:pt x="139" y="7"/>
                  <a:pt x="139" y="7"/>
                  <a:pt x="139" y="7"/>
                </a:cubicBezTo>
                <a:cubicBezTo>
                  <a:pt x="138" y="8"/>
                  <a:pt x="138" y="8"/>
                  <a:pt x="138" y="9"/>
                </a:cubicBezTo>
                <a:cubicBezTo>
                  <a:pt x="138" y="9"/>
                  <a:pt x="137" y="9"/>
                  <a:pt x="137" y="10"/>
                </a:cubicBezTo>
                <a:cubicBezTo>
                  <a:pt x="137" y="10"/>
                  <a:pt x="138" y="10"/>
                  <a:pt x="138" y="10"/>
                </a:cubicBezTo>
                <a:cubicBezTo>
                  <a:pt x="138" y="10"/>
                  <a:pt x="138" y="10"/>
                  <a:pt x="138" y="10"/>
                </a:cubicBezTo>
                <a:cubicBezTo>
                  <a:pt x="139" y="9"/>
                  <a:pt x="140" y="9"/>
                  <a:pt x="141" y="9"/>
                </a:cubicBezTo>
                <a:cubicBezTo>
                  <a:pt x="141" y="9"/>
                  <a:pt x="141" y="9"/>
                  <a:pt x="141" y="9"/>
                </a:cubicBezTo>
                <a:cubicBezTo>
                  <a:pt x="142" y="9"/>
                  <a:pt x="142" y="9"/>
                  <a:pt x="142" y="9"/>
                </a:cubicBezTo>
                <a:cubicBezTo>
                  <a:pt x="142" y="9"/>
                  <a:pt x="142" y="9"/>
                  <a:pt x="142" y="9"/>
                </a:cubicBezTo>
                <a:cubicBezTo>
                  <a:pt x="142" y="10"/>
                  <a:pt x="142" y="10"/>
                  <a:pt x="142" y="10"/>
                </a:cubicBezTo>
                <a:cubicBezTo>
                  <a:pt x="142" y="11"/>
                  <a:pt x="141" y="11"/>
                  <a:pt x="141" y="12"/>
                </a:cubicBezTo>
                <a:cubicBezTo>
                  <a:pt x="141" y="12"/>
                  <a:pt x="141" y="13"/>
                  <a:pt x="141" y="13"/>
                </a:cubicBezTo>
                <a:cubicBezTo>
                  <a:pt x="141" y="13"/>
                  <a:pt x="140" y="13"/>
                  <a:pt x="140" y="13"/>
                </a:cubicBezTo>
                <a:cubicBezTo>
                  <a:pt x="140" y="13"/>
                  <a:pt x="139" y="13"/>
                  <a:pt x="139" y="13"/>
                </a:cubicBezTo>
                <a:cubicBezTo>
                  <a:pt x="139" y="13"/>
                  <a:pt x="139" y="13"/>
                  <a:pt x="139" y="13"/>
                </a:cubicBezTo>
                <a:cubicBezTo>
                  <a:pt x="139" y="13"/>
                  <a:pt x="139" y="13"/>
                  <a:pt x="139" y="13"/>
                </a:cubicBezTo>
                <a:cubicBezTo>
                  <a:pt x="139" y="13"/>
                  <a:pt x="139" y="13"/>
                  <a:pt x="139" y="14"/>
                </a:cubicBezTo>
                <a:cubicBezTo>
                  <a:pt x="138" y="14"/>
                  <a:pt x="138" y="14"/>
                  <a:pt x="138" y="15"/>
                </a:cubicBezTo>
                <a:cubicBezTo>
                  <a:pt x="138" y="15"/>
                  <a:pt x="138" y="15"/>
                  <a:pt x="139" y="15"/>
                </a:cubicBezTo>
                <a:cubicBezTo>
                  <a:pt x="139" y="15"/>
                  <a:pt x="139" y="15"/>
                  <a:pt x="139" y="15"/>
                </a:cubicBezTo>
                <a:cubicBezTo>
                  <a:pt x="139" y="15"/>
                  <a:pt x="140" y="15"/>
                  <a:pt x="140" y="15"/>
                </a:cubicBezTo>
                <a:cubicBezTo>
                  <a:pt x="140" y="15"/>
                  <a:pt x="140" y="15"/>
                  <a:pt x="141" y="15"/>
                </a:cubicBezTo>
                <a:cubicBezTo>
                  <a:pt x="141" y="15"/>
                  <a:pt x="141" y="14"/>
                  <a:pt x="141" y="14"/>
                </a:cubicBezTo>
                <a:cubicBezTo>
                  <a:pt x="141" y="14"/>
                  <a:pt x="141" y="13"/>
                  <a:pt x="141" y="13"/>
                </a:cubicBezTo>
                <a:cubicBezTo>
                  <a:pt x="141" y="13"/>
                  <a:pt x="141" y="14"/>
                  <a:pt x="142" y="14"/>
                </a:cubicBezTo>
                <a:cubicBezTo>
                  <a:pt x="142" y="15"/>
                  <a:pt x="142" y="15"/>
                  <a:pt x="142" y="16"/>
                </a:cubicBezTo>
                <a:cubicBezTo>
                  <a:pt x="142" y="16"/>
                  <a:pt x="142" y="16"/>
                  <a:pt x="141" y="16"/>
                </a:cubicBezTo>
                <a:cubicBezTo>
                  <a:pt x="141" y="16"/>
                  <a:pt x="141" y="16"/>
                  <a:pt x="141" y="16"/>
                </a:cubicBezTo>
                <a:cubicBezTo>
                  <a:pt x="140" y="16"/>
                  <a:pt x="140" y="16"/>
                  <a:pt x="139" y="16"/>
                </a:cubicBezTo>
                <a:cubicBezTo>
                  <a:pt x="139" y="16"/>
                  <a:pt x="138" y="16"/>
                  <a:pt x="138" y="16"/>
                </a:cubicBezTo>
                <a:cubicBezTo>
                  <a:pt x="138" y="16"/>
                  <a:pt x="137" y="15"/>
                  <a:pt x="137" y="14"/>
                </a:cubicBezTo>
                <a:cubicBezTo>
                  <a:pt x="137" y="14"/>
                  <a:pt x="138" y="13"/>
                  <a:pt x="138" y="13"/>
                </a:cubicBezTo>
                <a:cubicBezTo>
                  <a:pt x="138" y="12"/>
                  <a:pt x="138" y="12"/>
                  <a:pt x="138" y="11"/>
                </a:cubicBezTo>
                <a:cubicBezTo>
                  <a:pt x="138" y="11"/>
                  <a:pt x="138" y="11"/>
                  <a:pt x="138" y="11"/>
                </a:cubicBezTo>
                <a:cubicBezTo>
                  <a:pt x="138" y="11"/>
                  <a:pt x="139" y="11"/>
                  <a:pt x="139" y="11"/>
                </a:cubicBezTo>
                <a:cubicBezTo>
                  <a:pt x="139" y="11"/>
                  <a:pt x="139" y="11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40" y="12"/>
                  <a:pt x="140" y="12"/>
                  <a:pt x="140" y="11"/>
                </a:cubicBezTo>
                <a:cubicBezTo>
                  <a:pt x="140" y="11"/>
                  <a:pt x="140" y="11"/>
                  <a:pt x="140" y="10"/>
                </a:cubicBezTo>
                <a:cubicBezTo>
                  <a:pt x="140" y="10"/>
                  <a:pt x="140" y="10"/>
                  <a:pt x="140" y="10"/>
                </a:cubicBezTo>
                <a:cubicBezTo>
                  <a:pt x="139" y="10"/>
                  <a:pt x="139" y="10"/>
                  <a:pt x="138" y="11"/>
                </a:cubicBezTo>
                <a:cubicBezTo>
                  <a:pt x="138" y="11"/>
                  <a:pt x="138" y="11"/>
                  <a:pt x="138" y="11"/>
                </a:cubicBezTo>
                <a:cubicBezTo>
                  <a:pt x="138" y="11"/>
                  <a:pt x="138" y="11"/>
                  <a:pt x="137" y="11"/>
                </a:cubicBezTo>
                <a:cubicBezTo>
                  <a:pt x="137" y="11"/>
                  <a:pt x="137" y="11"/>
                  <a:pt x="137" y="11"/>
                </a:cubicBezTo>
                <a:cubicBezTo>
                  <a:pt x="137" y="11"/>
                  <a:pt x="137" y="11"/>
                  <a:pt x="137" y="11"/>
                </a:cubicBezTo>
                <a:cubicBezTo>
                  <a:pt x="137" y="11"/>
                  <a:pt x="137" y="11"/>
                  <a:pt x="136" y="12"/>
                </a:cubicBezTo>
                <a:cubicBezTo>
                  <a:pt x="135" y="12"/>
                  <a:pt x="135" y="12"/>
                  <a:pt x="135" y="12"/>
                </a:cubicBezTo>
                <a:cubicBezTo>
                  <a:pt x="134" y="12"/>
                  <a:pt x="134" y="12"/>
                  <a:pt x="134" y="12"/>
                </a:cubicBezTo>
                <a:cubicBezTo>
                  <a:pt x="134" y="12"/>
                  <a:pt x="133" y="12"/>
                  <a:pt x="133" y="12"/>
                </a:cubicBezTo>
                <a:cubicBezTo>
                  <a:pt x="133" y="12"/>
                  <a:pt x="134" y="12"/>
                  <a:pt x="134" y="12"/>
                </a:cubicBezTo>
                <a:cubicBezTo>
                  <a:pt x="134" y="11"/>
                  <a:pt x="135" y="11"/>
                  <a:pt x="135" y="10"/>
                </a:cubicBezTo>
                <a:cubicBezTo>
                  <a:pt x="136" y="10"/>
                  <a:pt x="136" y="9"/>
                  <a:pt x="137" y="8"/>
                </a:cubicBezTo>
                <a:cubicBezTo>
                  <a:pt x="137" y="8"/>
                  <a:pt x="138" y="7"/>
                  <a:pt x="138" y="7"/>
                </a:cubicBezTo>
                <a:cubicBezTo>
                  <a:pt x="138" y="7"/>
                  <a:pt x="138" y="6"/>
                  <a:pt x="139" y="6"/>
                </a:cubicBezTo>
                <a:cubicBezTo>
                  <a:pt x="139" y="5"/>
                  <a:pt x="140" y="4"/>
                  <a:pt x="140" y="4"/>
                </a:cubicBezTo>
                <a:cubicBezTo>
                  <a:pt x="140" y="4"/>
                  <a:pt x="140" y="4"/>
                  <a:pt x="140" y="4"/>
                </a:cubicBezTo>
                <a:cubicBezTo>
                  <a:pt x="140" y="4"/>
                  <a:pt x="141" y="3"/>
                  <a:pt x="141" y="3"/>
                </a:cubicBezTo>
                <a:cubicBezTo>
                  <a:pt x="141" y="3"/>
                  <a:pt x="141" y="4"/>
                  <a:pt x="141" y="4"/>
                </a:cubicBezTo>
                <a:cubicBezTo>
                  <a:pt x="141" y="4"/>
                  <a:pt x="141" y="4"/>
                  <a:pt x="141" y="4"/>
                </a:cubicBezTo>
                <a:cubicBezTo>
                  <a:pt x="141" y="5"/>
                  <a:pt x="141" y="5"/>
                  <a:pt x="141" y="5"/>
                </a:cubicBezTo>
                <a:cubicBezTo>
                  <a:pt x="141" y="5"/>
                  <a:pt x="141" y="5"/>
                  <a:pt x="141" y="6"/>
                </a:cubicBezTo>
                <a:cubicBezTo>
                  <a:pt x="141" y="6"/>
                  <a:pt x="141" y="6"/>
                  <a:pt x="141" y="6"/>
                </a:cubicBezTo>
                <a:cubicBezTo>
                  <a:pt x="141" y="6"/>
                  <a:pt x="141" y="6"/>
                  <a:pt x="142" y="6"/>
                </a:cubicBezTo>
                <a:cubicBezTo>
                  <a:pt x="142" y="6"/>
                  <a:pt x="143" y="6"/>
                  <a:pt x="143" y="7"/>
                </a:cubicBezTo>
                <a:close/>
                <a:moveTo>
                  <a:pt x="145" y="8"/>
                </a:moveTo>
                <a:cubicBezTo>
                  <a:pt x="145" y="8"/>
                  <a:pt x="145" y="8"/>
                  <a:pt x="145" y="8"/>
                </a:cubicBezTo>
                <a:cubicBezTo>
                  <a:pt x="145" y="8"/>
                  <a:pt x="145" y="9"/>
                  <a:pt x="145" y="9"/>
                </a:cubicBezTo>
                <a:cubicBezTo>
                  <a:pt x="145" y="9"/>
                  <a:pt x="145" y="10"/>
                  <a:pt x="145" y="10"/>
                </a:cubicBezTo>
                <a:cubicBezTo>
                  <a:pt x="145" y="11"/>
                  <a:pt x="145" y="11"/>
                  <a:pt x="144" y="11"/>
                </a:cubicBezTo>
                <a:cubicBezTo>
                  <a:pt x="144" y="11"/>
                  <a:pt x="144" y="11"/>
                  <a:pt x="144" y="11"/>
                </a:cubicBezTo>
                <a:cubicBezTo>
                  <a:pt x="144" y="11"/>
                  <a:pt x="143" y="11"/>
                  <a:pt x="143" y="10"/>
                </a:cubicBezTo>
                <a:cubicBezTo>
                  <a:pt x="143" y="9"/>
                  <a:pt x="143" y="9"/>
                  <a:pt x="143" y="9"/>
                </a:cubicBezTo>
                <a:lnTo>
                  <a:pt x="143" y="8"/>
                </a:lnTo>
                <a:cubicBezTo>
                  <a:pt x="143" y="8"/>
                  <a:pt x="143" y="8"/>
                  <a:pt x="144" y="8"/>
                </a:cubicBezTo>
                <a:cubicBezTo>
                  <a:pt x="144" y="8"/>
                  <a:pt x="144" y="8"/>
                  <a:pt x="144" y="8"/>
                </a:cubicBezTo>
                <a:cubicBezTo>
                  <a:pt x="145" y="8"/>
                  <a:pt x="145" y="8"/>
                  <a:pt x="145" y="8"/>
                </a:cubicBezTo>
                <a:cubicBezTo>
                  <a:pt x="145" y="8"/>
                  <a:pt x="145" y="8"/>
                  <a:pt x="145" y="8"/>
                </a:cubicBezTo>
                <a:close/>
                <a:moveTo>
                  <a:pt x="157" y="2"/>
                </a:moveTo>
                <a:cubicBezTo>
                  <a:pt x="157" y="2"/>
                  <a:pt x="158" y="2"/>
                  <a:pt x="158" y="2"/>
                </a:cubicBezTo>
                <a:cubicBezTo>
                  <a:pt x="158" y="2"/>
                  <a:pt x="158" y="2"/>
                  <a:pt x="158" y="3"/>
                </a:cubicBezTo>
                <a:cubicBezTo>
                  <a:pt x="158" y="3"/>
                  <a:pt x="158" y="3"/>
                  <a:pt x="158" y="3"/>
                </a:cubicBezTo>
                <a:cubicBezTo>
                  <a:pt x="158" y="3"/>
                  <a:pt x="158" y="4"/>
                  <a:pt x="158" y="4"/>
                </a:cubicBezTo>
                <a:cubicBezTo>
                  <a:pt x="158" y="4"/>
                  <a:pt x="158" y="4"/>
                  <a:pt x="158" y="4"/>
                </a:cubicBezTo>
                <a:cubicBezTo>
                  <a:pt x="158" y="4"/>
                  <a:pt x="158" y="4"/>
                  <a:pt x="158" y="4"/>
                </a:cubicBezTo>
                <a:cubicBezTo>
                  <a:pt x="158" y="4"/>
                  <a:pt x="157" y="4"/>
                  <a:pt x="157" y="4"/>
                </a:cubicBezTo>
                <a:cubicBezTo>
                  <a:pt x="157" y="4"/>
                  <a:pt x="156" y="4"/>
                  <a:pt x="156" y="3"/>
                </a:cubicBezTo>
                <a:cubicBezTo>
                  <a:pt x="156" y="3"/>
                  <a:pt x="157" y="3"/>
                  <a:pt x="157" y="2"/>
                </a:cubicBezTo>
                <a:cubicBezTo>
                  <a:pt x="157" y="2"/>
                  <a:pt x="157" y="2"/>
                  <a:pt x="157" y="2"/>
                </a:cubicBezTo>
                <a:close/>
                <a:moveTo>
                  <a:pt x="159" y="5"/>
                </a:moveTo>
                <a:cubicBezTo>
                  <a:pt x="159" y="5"/>
                  <a:pt x="159" y="6"/>
                  <a:pt x="159" y="6"/>
                </a:cubicBezTo>
                <a:cubicBezTo>
                  <a:pt x="159" y="6"/>
                  <a:pt x="159" y="6"/>
                  <a:pt x="159" y="6"/>
                </a:cubicBezTo>
                <a:cubicBezTo>
                  <a:pt x="159" y="6"/>
                  <a:pt x="158" y="6"/>
                  <a:pt x="158" y="6"/>
                </a:cubicBezTo>
                <a:cubicBezTo>
                  <a:pt x="158" y="6"/>
                  <a:pt x="158" y="6"/>
                  <a:pt x="159" y="6"/>
                </a:cubicBezTo>
                <a:cubicBezTo>
                  <a:pt x="159" y="6"/>
                  <a:pt x="159" y="7"/>
                  <a:pt x="159" y="7"/>
                </a:cubicBezTo>
                <a:cubicBezTo>
                  <a:pt x="159" y="7"/>
                  <a:pt x="159" y="7"/>
                  <a:pt x="159" y="7"/>
                </a:cubicBezTo>
                <a:cubicBezTo>
                  <a:pt x="159" y="7"/>
                  <a:pt x="159" y="7"/>
                  <a:pt x="159" y="7"/>
                </a:cubicBezTo>
                <a:cubicBezTo>
                  <a:pt x="159" y="8"/>
                  <a:pt x="159" y="8"/>
                  <a:pt x="158" y="8"/>
                </a:cubicBezTo>
                <a:cubicBezTo>
                  <a:pt x="158" y="8"/>
                  <a:pt x="158" y="8"/>
                  <a:pt x="158" y="8"/>
                </a:cubicBezTo>
                <a:cubicBezTo>
                  <a:pt x="158" y="8"/>
                  <a:pt x="158" y="8"/>
                  <a:pt x="159" y="8"/>
                </a:cubicBezTo>
                <a:cubicBezTo>
                  <a:pt x="159" y="8"/>
                  <a:pt x="159" y="8"/>
                  <a:pt x="159" y="8"/>
                </a:cubicBezTo>
                <a:cubicBezTo>
                  <a:pt x="159" y="8"/>
                  <a:pt x="159" y="8"/>
                  <a:pt x="159" y="9"/>
                </a:cubicBezTo>
                <a:cubicBezTo>
                  <a:pt x="159" y="9"/>
                  <a:pt x="159" y="9"/>
                  <a:pt x="159" y="9"/>
                </a:cubicBezTo>
                <a:cubicBezTo>
                  <a:pt x="159" y="9"/>
                  <a:pt x="158" y="9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9" y="10"/>
                  <a:pt x="159" y="10"/>
                </a:cubicBezTo>
                <a:cubicBezTo>
                  <a:pt x="159" y="10"/>
                  <a:pt x="159" y="10"/>
                  <a:pt x="159" y="10"/>
                </a:cubicBezTo>
                <a:cubicBezTo>
                  <a:pt x="159" y="11"/>
                  <a:pt x="159" y="11"/>
                  <a:pt x="159" y="11"/>
                </a:cubicBezTo>
                <a:cubicBezTo>
                  <a:pt x="159" y="11"/>
                  <a:pt x="159" y="11"/>
                  <a:pt x="159" y="11"/>
                </a:cubicBezTo>
                <a:cubicBezTo>
                  <a:pt x="159" y="11"/>
                  <a:pt x="159" y="11"/>
                  <a:pt x="158" y="11"/>
                </a:cubicBezTo>
                <a:cubicBezTo>
                  <a:pt x="158" y="11"/>
                  <a:pt x="157" y="12"/>
                  <a:pt x="157" y="12"/>
                </a:cubicBezTo>
                <a:cubicBezTo>
                  <a:pt x="157" y="12"/>
                  <a:pt x="157" y="12"/>
                  <a:pt x="157" y="12"/>
                </a:cubicBezTo>
                <a:cubicBezTo>
                  <a:pt x="157" y="12"/>
                  <a:pt x="157" y="12"/>
                  <a:pt x="158" y="12"/>
                </a:cubicBezTo>
                <a:cubicBezTo>
                  <a:pt x="158" y="12"/>
                  <a:pt x="159" y="13"/>
                  <a:pt x="159" y="13"/>
                </a:cubicBezTo>
                <a:cubicBezTo>
                  <a:pt x="159" y="13"/>
                  <a:pt x="159" y="13"/>
                  <a:pt x="158" y="13"/>
                </a:cubicBezTo>
                <a:cubicBezTo>
                  <a:pt x="158" y="13"/>
                  <a:pt x="158" y="13"/>
                  <a:pt x="158" y="13"/>
                </a:cubicBezTo>
                <a:cubicBezTo>
                  <a:pt x="158" y="13"/>
                  <a:pt x="158" y="13"/>
                  <a:pt x="158" y="13"/>
                </a:cubicBezTo>
                <a:cubicBezTo>
                  <a:pt x="158" y="13"/>
                  <a:pt x="157" y="13"/>
                  <a:pt x="157" y="13"/>
                </a:cubicBezTo>
                <a:cubicBezTo>
                  <a:pt x="157" y="13"/>
                  <a:pt x="157" y="13"/>
                  <a:pt x="157" y="13"/>
                </a:cubicBezTo>
                <a:cubicBezTo>
                  <a:pt x="157" y="14"/>
                  <a:pt x="157" y="14"/>
                  <a:pt x="157" y="14"/>
                </a:cubicBezTo>
                <a:cubicBezTo>
                  <a:pt x="157" y="14"/>
                  <a:pt x="157" y="15"/>
                  <a:pt x="157" y="15"/>
                </a:cubicBezTo>
                <a:cubicBezTo>
                  <a:pt x="157" y="16"/>
                  <a:pt x="157" y="16"/>
                  <a:pt x="157" y="16"/>
                </a:cubicBezTo>
                <a:cubicBezTo>
                  <a:pt x="157" y="16"/>
                  <a:pt x="156" y="16"/>
                  <a:pt x="156" y="16"/>
                </a:cubicBezTo>
                <a:cubicBezTo>
                  <a:pt x="156" y="15"/>
                  <a:pt x="155" y="15"/>
                  <a:pt x="155" y="15"/>
                </a:cubicBezTo>
                <a:cubicBezTo>
                  <a:pt x="155" y="15"/>
                  <a:pt x="154" y="15"/>
                  <a:pt x="154" y="15"/>
                </a:cubicBezTo>
                <a:cubicBezTo>
                  <a:pt x="154" y="15"/>
                  <a:pt x="154" y="15"/>
                  <a:pt x="154" y="15"/>
                </a:cubicBezTo>
                <a:cubicBezTo>
                  <a:pt x="154" y="15"/>
                  <a:pt x="154" y="15"/>
                  <a:pt x="154" y="15"/>
                </a:cubicBezTo>
                <a:cubicBezTo>
                  <a:pt x="154" y="15"/>
                  <a:pt x="154" y="16"/>
                  <a:pt x="154" y="16"/>
                </a:cubicBezTo>
                <a:cubicBezTo>
                  <a:pt x="154" y="16"/>
                  <a:pt x="153" y="15"/>
                  <a:pt x="153" y="15"/>
                </a:cubicBezTo>
                <a:cubicBezTo>
                  <a:pt x="153" y="15"/>
                  <a:pt x="153" y="15"/>
                  <a:pt x="153" y="15"/>
                </a:cubicBezTo>
                <a:cubicBezTo>
                  <a:pt x="153" y="15"/>
                  <a:pt x="153" y="15"/>
                  <a:pt x="153" y="15"/>
                </a:cubicBezTo>
                <a:cubicBezTo>
                  <a:pt x="153" y="14"/>
                  <a:pt x="153" y="14"/>
                  <a:pt x="153" y="14"/>
                </a:cubicBezTo>
                <a:cubicBezTo>
                  <a:pt x="154" y="13"/>
                  <a:pt x="154" y="13"/>
                  <a:pt x="154" y="13"/>
                </a:cubicBezTo>
                <a:cubicBezTo>
                  <a:pt x="154" y="13"/>
                  <a:pt x="154" y="13"/>
                  <a:pt x="154" y="13"/>
                </a:cubicBezTo>
                <a:cubicBezTo>
                  <a:pt x="154" y="12"/>
                  <a:pt x="154" y="12"/>
                  <a:pt x="154" y="12"/>
                </a:cubicBezTo>
                <a:cubicBezTo>
                  <a:pt x="154" y="12"/>
                  <a:pt x="154" y="12"/>
                  <a:pt x="153" y="13"/>
                </a:cubicBezTo>
                <a:cubicBezTo>
                  <a:pt x="153" y="13"/>
                  <a:pt x="153" y="13"/>
                  <a:pt x="153" y="13"/>
                </a:cubicBezTo>
                <a:cubicBezTo>
                  <a:pt x="152" y="13"/>
                  <a:pt x="152" y="13"/>
                  <a:pt x="152" y="13"/>
                </a:cubicBezTo>
                <a:cubicBezTo>
                  <a:pt x="152" y="13"/>
                  <a:pt x="152" y="13"/>
                  <a:pt x="152" y="13"/>
                </a:cubicBezTo>
                <a:cubicBezTo>
                  <a:pt x="152" y="12"/>
                  <a:pt x="152" y="12"/>
                  <a:pt x="152" y="12"/>
                </a:cubicBezTo>
                <a:cubicBezTo>
                  <a:pt x="152" y="12"/>
                  <a:pt x="152" y="12"/>
                  <a:pt x="152" y="12"/>
                </a:cubicBezTo>
                <a:cubicBezTo>
                  <a:pt x="153" y="12"/>
                  <a:pt x="154" y="11"/>
                  <a:pt x="155" y="11"/>
                </a:cubicBezTo>
                <a:cubicBezTo>
                  <a:pt x="155" y="11"/>
                  <a:pt x="155" y="11"/>
                  <a:pt x="156" y="11"/>
                </a:cubicBezTo>
                <a:cubicBezTo>
                  <a:pt x="156" y="11"/>
                  <a:pt x="156" y="11"/>
                  <a:pt x="156" y="11"/>
                </a:cubicBezTo>
                <a:cubicBezTo>
                  <a:pt x="156" y="10"/>
                  <a:pt x="156" y="10"/>
                  <a:pt x="156" y="10"/>
                </a:cubicBezTo>
                <a:cubicBezTo>
                  <a:pt x="156" y="10"/>
                  <a:pt x="155" y="10"/>
                  <a:pt x="155" y="10"/>
                </a:cubicBezTo>
                <a:cubicBezTo>
                  <a:pt x="155" y="10"/>
                  <a:pt x="154" y="10"/>
                  <a:pt x="154" y="10"/>
                </a:cubicBezTo>
                <a:cubicBezTo>
                  <a:pt x="154" y="11"/>
                  <a:pt x="154" y="11"/>
                  <a:pt x="154" y="11"/>
                </a:cubicBezTo>
                <a:cubicBezTo>
                  <a:pt x="154" y="11"/>
                  <a:pt x="154" y="10"/>
                  <a:pt x="154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154" y="10"/>
                  <a:pt x="154" y="10"/>
                  <a:pt x="154" y="9"/>
                </a:cubicBezTo>
                <a:cubicBezTo>
                  <a:pt x="154" y="9"/>
                  <a:pt x="154" y="9"/>
                  <a:pt x="154" y="9"/>
                </a:cubicBezTo>
                <a:cubicBezTo>
                  <a:pt x="155" y="9"/>
                  <a:pt x="155" y="9"/>
                  <a:pt x="156" y="9"/>
                </a:cubicBezTo>
                <a:cubicBezTo>
                  <a:pt x="156" y="9"/>
                  <a:pt x="157" y="8"/>
                  <a:pt x="157" y="8"/>
                </a:cubicBezTo>
                <a:cubicBezTo>
                  <a:pt x="157" y="8"/>
                  <a:pt x="157" y="8"/>
                  <a:pt x="157" y="8"/>
                </a:cubicBezTo>
                <a:cubicBezTo>
                  <a:pt x="157" y="8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6" y="7"/>
                  <a:pt x="156" y="7"/>
                  <a:pt x="156" y="7"/>
                </a:cubicBezTo>
                <a:cubicBezTo>
                  <a:pt x="156" y="7"/>
                  <a:pt x="156" y="8"/>
                  <a:pt x="156" y="8"/>
                </a:cubicBezTo>
                <a:cubicBezTo>
                  <a:pt x="156" y="8"/>
                  <a:pt x="156" y="8"/>
                  <a:pt x="155" y="9"/>
                </a:cubicBezTo>
                <a:cubicBezTo>
                  <a:pt x="155" y="9"/>
                  <a:pt x="155" y="9"/>
                  <a:pt x="155" y="9"/>
                </a:cubicBezTo>
                <a:cubicBezTo>
                  <a:pt x="155" y="9"/>
                  <a:pt x="155" y="9"/>
                  <a:pt x="155" y="9"/>
                </a:cubicBezTo>
                <a:cubicBezTo>
                  <a:pt x="155" y="8"/>
                  <a:pt x="155" y="8"/>
                  <a:pt x="155" y="8"/>
                </a:cubicBezTo>
                <a:cubicBezTo>
                  <a:pt x="155" y="8"/>
                  <a:pt x="155" y="8"/>
                  <a:pt x="155" y="8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4" y="7"/>
                </a:cubicBezTo>
                <a:cubicBezTo>
                  <a:pt x="154" y="7"/>
                  <a:pt x="154" y="7"/>
                  <a:pt x="154" y="7"/>
                </a:cubicBezTo>
                <a:cubicBezTo>
                  <a:pt x="154" y="7"/>
                  <a:pt x="154" y="7"/>
                  <a:pt x="154" y="7"/>
                </a:cubicBezTo>
                <a:cubicBezTo>
                  <a:pt x="154" y="6"/>
                  <a:pt x="154" y="6"/>
                  <a:pt x="154" y="6"/>
                </a:cubicBezTo>
                <a:cubicBezTo>
                  <a:pt x="154" y="6"/>
                  <a:pt x="154" y="6"/>
                  <a:pt x="154" y="6"/>
                </a:cubicBezTo>
                <a:cubicBezTo>
                  <a:pt x="154" y="6"/>
                  <a:pt x="155" y="6"/>
                  <a:pt x="156" y="6"/>
                </a:cubicBezTo>
                <a:cubicBezTo>
                  <a:pt x="157" y="5"/>
                  <a:pt x="158" y="5"/>
                  <a:pt x="159" y="5"/>
                </a:cubicBezTo>
                <a:cubicBezTo>
                  <a:pt x="159" y="5"/>
                  <a:pt x="159" y="5"/>
                  <a:pt x="159" y="5"/>
                </a:cubicBezTo>
                <a:cubicBezTo>
                  <a:pt x="159" y="5"/>
                  <a:pt x="159" y="5"/>
                  <a:pt x="159" y="5"/>
                </a:cubicBezTo>
                <a:close/>
                <a:moveTo>
                  <a:pt x="166" y="8"/>
                </a:moveTo>
                <a:cubicBezTo>
                  <a:pt x="166" y="8"/>
                  <a:pt x="166" y="8"/>
                  <a:pt x="166" y="8"/>
                </a:cubicBezTo>
                <a:cubicBezTo>
                  <a:pt x="166" y="8"/>
                  <a:pt x="166" y="8"/>
                  <a:pt x="166" y="9"/>
                </a:cubicBezTo>
                <a:cubicBezTo>
                  <a:pt x="167" y="9"/>
                  <a:pt x="167" y="9"/>
                  <a:pt x="167" y="9"/>
                </a:cubicBezTo>
                <a:cubicBezTo>
                  <a:pt x="167" y="9"/>
                  <a:pt x="167" y="9"/>
                  <a:pt x="167" y="10"/>
                </a:cubicBezTo>
                <a:cubicBezTo>
                  <a:pt x="167" y="10"/>
                  <a:pt x="167" y="10"/>
                  <a:pt x="167" y="10"/>
                </a:cubicBezTo>
                <a:cubicBezTo>
                  <a:pt x="167" y="10"/>
                  <a:pt x="166" y="10"/>
                  <a:pt x="166" y="10"/>
                </a:cubicBezTo>
                <a:cubicBezTo>
                  <a:pt x="166" y="10"/>
                  <a:pt x="166" y="10"/>
                  <a:pt x="165" y="10"/>
                </a:cubicBezTo>
                <a:cubicBezTo>
                  <a:pt x="165" y="10"/>
                  <a:pt x="164" y="10"/>
                  <a:pt x="164" y="10"/>
                </a:cubicBezTo>
                <a:cubicBezTo>
                  <a:pt x="164" y="10"/>
                  <a:pt x="164" y="10"/>
                  <a:pt x="164" y="11"/>
                </a:cubicBezTo>
                <a:cubicBezTo>
                  <a:pt x="164" y="12"/>
                  <a:pt x="164" y="12"/>
                  <a:pt x="164" y="13"/>
                </a:cubicBezTo>
                <a:cubicBezTo>
                  <a:pt x="164" y="13"/>
                  <a:pt x="164" y="13"/>
                  <a:pt x="164" y="14"/>
                </a:cubicBezTo>
                <a:cubicBezTo>
                  <a:pt x="164" y="14"/>
                  <a:pt x="164" y="14"/>
                  <a:pt x="164" y="15"/>
                </a:cubicBezTo>
                <a:cubicBezTo>
                  <a:pt x="164" y="15"/>
                  <a:pt x="164" y="15"/>
                  <a:pt x="164" y="16"/>
                </a:cubicBezTo>
                <a:cubicBezTo>
                  <a:pt x="164" y="16"/>
                  <a:pt x="164" y="16"/>
                  <a:pt x="164" y="16"/>
                </a:cubicBezTo>
                <a:cubicBezTo>
                  <a:pt x="164" y="17"/>
                  <a:pt x="164" y="17"/>
                  <a:pt x="164" y="17"/>
                </a:cubicBezTo>
                <a:cubicBezTo>
                  <a:pt x="164" y="17"/>
                  <a:pt x="164" y="18"/>
                  <a:pt x="164" y="18"/>
                </a:cubicBezTo>
                <a:cubicBezTo>
                  <a:pt x="164" y="18"/>
                  <a:pt x="164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lnTo>
                  <a:pt x="163" y="17"/>
                </a:lnTo>
                <a:cubicBezTo>
                  <a:pt x="163" y="17"/>
                  <a:pt x="163" y="15"/>
                  <a:pt x="163" y="14"/>
                </a:cubicBezTo>
                <a:cubicBezTo>
                  <a:pt x="163" y="12"/>
                  <a:pt x="163" y="11"/>
                  <a:pt x="163" y="11"/>
                </a:cubicBezTo>
                <a:cubicBezTo>
                  <a:pt x="163" y="11"/>
                  <a:pt x="162" y="10"/>
                  <a:pt x="162" y="10"/>
                </a:cubicBezTo>
                <a:cubicBezTo>
                  <a:pt x="162" y="10"/>
                  <a:pt x="162" y="10"/>
                  <a:pt x="162" y="10"/>
                </a:cubicBezTo>
                <a:cubicBezTo>
                  <a:pt x="162" y="10"/>
                  <a:pt x="162" y="10"/>
                  <a:pt x="162" y="10"/>
                </a:cubicBezTo>
                <a:cubicBezTo>
                  <a:pt x="161" y="10"/>
                  <a:pt x="161" y="10"/>
                  <a:pt x="161" y="11"/>
                </a:cubicBezTo>
                <a:cubicBezTo>
                  <a:pt x="161" y="11"/>
                  <a:pt x="161" y="11"/>
                  <a:pt x="161" y="11"/>
                </a:cubicBezTo>
                <a:cubicBezTo>
                  <a:pt x="161" y="11"/>
                  <a:pt x="161" y="11"/>
                  <a:pt x="161" y="11"/>
                </a:cubicBezTo>
                <a:cubicBezTo>
                  <a:pt x="160" y="12"/>
                  <a:pt x="160" y="12"/>
                  <a:pt x="160" y="12"/>
                </a:cubicBezTo>
                <a:lnTo>
                  <a:pt x="160" y="13"/>
                </a:lnTo>
                <a:cubicBezTo>
                  <a:pt x="160" y="13"/>
                  <a:pt x="160" y="13"/>
                  <a:pt x="160" y="14"/>
                </a:cubicBezTo>
                <a:cubicBezTo>
                  <a:pt x="160" y="14"/>
                  <a:pt x="159" y="14"/>
                  <a:pt x="159" y="15"/>
                </a:cubicBezTo>
                <a:cubicBezTo>
                  <a:pt x="159" y="15"/>
                  <a:pt x="158" y="15"/>
                  <a:pt x="158" y="15"/>
                </a:cubicBezTo>
                <a:cubicBezTo>
                  <a:pt x="158" y="15"/>
                  <a:pt x="158" y="15"/>
                  <a:pt x="158" y="15"/>
                </a:cubicBezTo>
                <a:cubicBezTo>
                  <a:pt x="158" y="15"/>
                  <a:pt x="158" y="14"/>
                  <a:pt x="159" y="14"/>
                </a:cubicBezTo>
                <a:cubicBezTo>
                  <a:pt x="159" y="13"/>
                  <a:pt x="159" y="12"/>
                  <a:pt x="160" y="12"/>
                </a:cubicBezTo>
                <a:cubicBezTo>
                  <a:pt x="160" y="11"/>
                  <a:pt x="160" y="11"/>
                  <a:pt x="160" y="10"/>
                </a:cubicBezTo>
                <a:cubicBezTo>
                  <a:pt x="160" y="9"/>
                  <a:pt x="160" y="8"/>
                  <a:pt x="160" y="8"/>
                </a:cubicBezTo>
                <a:lnTo>
                  <a:pt x="160" y="7"/>
                </a:lnTo>
                <a:cubicBezTo>
                  <a:pt x="160" y="7"/>
                  <a:pt x="160" y="6"/>
                  <a:pt x="160" y="6"/>
                </a:cubicBezTo>
                <a:cubicBezTo>
                  <a:pt x="160" y="6"/>
                  <a:pt x="160" y="6"/>
                  <a:pt x="161" y="6"/>
                </a:cubicBezTo>
                <a:cubicBezTo>
                  <a:pt x="161" y="6"/>
                  <a:pt x="162" y="6"/>
                  <a:pt x="162" y="6"/>
                </a:cubicBezTo>
                <a:cubicBezTo>
                  <a:pt x="163" y="5"/>
                  <a:pt x="164" y="5"/>
                  <a:pt x="164" y="5"/>
                </a:cubicBezTo>
                <a:cubicBezTo>
                  <a:pt x="164" y="5"/>
                  <a:pt x="165" y="5"/>
                  <a:pt x="165" y="5"/>
                </a:cubicBezTo>
                <a:cubicBezTo>
                  <a:pt x="165" y="6"/>
                  <a:pt x="165" y="6"/>
                  <a:pt x="165" y="6"/>
                </a:cubicBezTo>
                <a:cubicBezTo>
                  <a:pt x="165" y="6"/>
                  <a:pt x="165" y="6"/>
                  <a:pt x="165" y="6"/>
                </a:cubicBezTo>
                <a:cubicBezTo>
                  <a:pt x="165" y="7"/>
                  <a:pt x="164" y="7"/>
                  <a:pt x="164" y="7"/>
                </a:cubicBezTo>
                <a:cubicBezTo>
                  <a:pt x="164" y="7"/>
                  <a:pt x="164" y="7"/>
                  <a:pt x="164" y="7"/>
                </a:cubicBezTo>
                <a:cubicBezTo>
                  <a:pt x="163" y="7"/>
                  <a:pt x="163" y="7"/>
                  <a:pt x="163" y="7"/>
                </a:cubicBezTo>
                <a:cubicBezTo>
                  <a:pt x="162" y="7"/>
                  <a:pt x="162" y="7"/>
                  <a:pt x="161" y="8"/>
                </a:cubicBezTo>
                <a:cubicBezTo>
                  <a:pt x="161" y="8"/>
                  <a:pt x="161" y="9"/>
                  <a:pt x="161" y="9"/>
                </a:cubicBezTo>
                <a:cubicBezTo>
                  <a:pt x="161" y="9"/>
                  <a:pt x="161" y="9"/>
                  <a:pt x="161" y="9"/>
                </a:cubicBezTo>
                <a:cubicBezTo>
                  <a:pt x="161" y="9"/>
                  <a:pt x="162" y="9"/>
                  <a:pt x="163" y="9"/>
                </a:cubicBezTo>
                <a:cubicBezTo>
                  <a:pt x="163" y="8"/>
                  <a:pt x="164" y="8"/>
                  <a:pt x="165" y="8"/>
                </a:cubicBezTo>
                <a:cubicBezTo>
                  <a:pt x="165" y="8"/>
                  <a:pt x="165" y="8"/>
                  <a:pt x="166" y="8"/>
                </a:cubicBezTo>
                <a:close/>
              </a:path>
              <a:path w="192" h="20">
                <a:moveTo>
                  <a:pt x="28" y="11"/>
                </a:moveTo>
                <a:cubicBezTo>
                  <a:pt x="28" y="11"/>
                  <a:pt x="28" y="11"/>
                  <a:pt x="28" y="11"/>
                </a:cubicBezTo>
                <a:cubicBezTo>
                  <a:pt x="28" y="11"/>
                  <a:pt x="29" y="10"/>
                  <a:pt x="30" y="10"/>
                </a:cubicBezTo>
                <a:cubicBezTo>
                  <a:pt x="30" y="10"/>
                  <a:pt x="30" y="10"/>
                  <a:pt x="30" y="10"/>
                </a:cubicBezTo>
                <a:cubicBezTo>
                  <a:pt x="30" y="10"/>
                  <a:pt x="30" y="9"/>
                  <a:pt x="30" y="9"/>
                </a:cubicBezTo>
                <a:lnTo>
                  <a:pt x="30" y="7"/>
                </a:lnTo>
                <a:cubicBezTo>
                  <a:pt x="30" y="6"/>
                  <a:pt x="30" y="6"/>
                  <a:pt x="30" y="6"/>
                </a:cubicBezTo>
                <a:cubicBezTo>
                  <a:pt x="29" y="6"/>
                  <a:pt x="29" y="6"/>
                  <a:pt x="29" y="6"/>
                </a:cubicBezTo>
                <a:cubicBezTo>
                  <a:pt x="29" y="6"/>
                  <a:pt x="29" y="6"/>
                  <a:pt x="29" y="6"/>
                </a:cubicBezTo>
                <a:cubicBezTo>
                  <a:pt x="28" y="6"/>
                  <a:pt x="28" y="6"/>
                  <a:pt x="28" y="6"/>
                </a:cubicBezTo>
                <a:cubicBezTo>
                  <a:pt x="28" y="7"/>
                  <a:pt x="28" y="7"/>
                  <a:pt x="28" y="7"/>
                </a:cubicBezTo>
                <a:cubicBezTo>
                  <a:pt x="28" y="7"/>
                  <a:pt x="28" y="7"/>
                  <a:pt x="28" y="7"/>
                </a:cubicBezTo>
                <a:cubicBezTo>
                  <a:pt x="28" y="8"/>
                  <a:pt x="29" y="8"/>
                  <a:pt x="29" y="8"/>
                </a:cubicBezTo>
                <a:cubicBezTo>
                  <a:pt x="29" y="8"/>
                  <a:pt x="29" y="8"/>
                  <a:pt x="29" y="9"/>
                </a:cubicBezTo>
                <a:cubicBezTo>
                  <a:pt x="29" y="9"/>
                  <a:pt x="29" y="9"/>
                  <a:pt x="29" y="9"/>
                </a:cubicBezTo>
                <a:cubicBezTo>
                  <a:pt x="29" y="9"/>
                  <a:pt x="28" y="9"/>
                  <a:pt x="28" y="9"/>
                </a:cubicBezTo>
                <a:cubicBezTo>
                  <a:pt x="28" y="9"/>
                  <a:pt x="28" y="9"/>
                  <a:pt x="28" y="10"/>
                </a:cubicBezTo>
                <a:cubicBezTo>
                  <a:pt x="28" y="10"/>
                  <a:pt x="28" y="10"/>
                  <a:pt x="28" y="10"/>
                </a:cubicBezTo>
                <a:cubicBezTo>
                  <a:pt x="28" y="10"/>
                  <a:pt x="28" y="11"/>
                  <a:pt x="28" y="11"/>
                </a:cubicBezTo>
                <a:cubicBezTo>
                  <a:pt x="28" y="11"/>
                  <a:pt x="28" y="11"/>
                  <a:pt x="28" y="11"/>
                </a:cubicBezTo>
                <a:close/>
              </a:path>
              <a:path w="192" h="20">
                <a:moveTo>
                  <a:pt x="53" y="8"/>
                </a:moveTo>
                <a:cubicBezTo>
                  <a:pt x="53" y="7"/>
                  <a:pt x="53" y="7"/>
                  <a:pt x="52" y="7"/>
                </a:cubicBezTo>
                <a:cubicBezTo>
                  <a:pt x="52" y="7"/>
                  <a:pt x="52" y="7"/>
                  <a:pt x="52" y="7"/>
                </a:cubicBezTo>
                <a:cubicBezTo>
                  <a:pt x="52" y="7"/>
                  <a:pt x="52" y="7"/>
                  <a:pt x="52" y="7"/>
                </a:cubicBezTo>
                <a:cubicBezTo>
                  <a:pt x="52" y="7"/>
                  <a:pt x="52" y="7"/>
                  <a:pt x="52" y="8"/>
                </a:cubicBezTo>
                <a:cubicBezTo>
                  <a:pt x="51" y="8"/>
                  <a:pt x="51" y="9"/>
                  <a:pt x="51" y="9"/>
                </a:cubicBezTo>
                <a:cubicBezTo>
                  <a:pt x="51" y="9"/>
                  <a:pt x="52" y="9"/>
                  <a:pt x="52" y="9"/>
                </a:cubicBezTo>
                <a:cubicBezTo>
                  <a:pt x="52" y="9"/>
                  <a:pt x="52" y="9"/>
                  <a:pt x="52" y="9"/>
                </a:cubicBezTo>
                <a:cubicBezTo>
                  <a:pt x="53" y="8"/>
                  <a:pt x="53" y="8"/>
                  <a:pt x="53" y="8"/>
                </a:cubicBezTo>
                <a:close/>
              </a:path>
              <a:path w="192" h="20">
                <a:moveTo>
                  <a:pt x="50" y="8"/>
                </a:moveTo>
                <a:cubicBezTo>
                  <a:pt x="50" y="8"/>
                  <a:pt x="50" y="8"/>
                  <a:pt x="50" y="7"/>
                </a:cubicBezTo>
                <a:cubicBezTo>
                  <a:pt x="50" y="7"/>
                  <a:pt x="50" y="7"/>
                  <a:pt x="50" y="7"/>
                </a:cubicBezTo>
                <a:cubicBezTo>
                  <a:pt x="50" y="7"/>
                  <a:pt x="50" y="7"/>
                  <a:pt x="50" y="7"/>
                </a:cubicBezTo>
                <a:cubicBezTo>
                  <a:pt x="50" y="7"/>
                  <a:pt x="50" y="8"/>
                  <a:pt x="50" y="8"/>
                </a:cubicBezTo>
                <a:cubicBezTo>
                  <a:pt x="50" y="8"/>
                  <a:pt x="50" y="8"/>
                  <a:pt x="50" y="9"/>
                </a:cubicBezTo>
                <a:cubicBezTo>
                  <a:pt x="50" y="9"/>
                  <a:pt x="50" y="9"/>
                  <a:pt x="50" y="9"/>
                </a:cubicBezTo>
                <a:cubicBezTo>
                  <a:pt x="50" y="9"/>
                  <a:pt x="50" y="9"/>
                  <a:pt x="50" y="9"/>
                </a:cubicBezTo>
                <a:cubicBezTo>
                  <a:pt x="50" y="8"/>
                  <a:pt x="50" y="8"/>
                  <a:pt x="50" y="8"/>
                </a:cubicBezTo>
                <a:close/>
              </a:path>
              <a:path w="192" h="20">
                <a:moveTo>
                  <a:pt x="49" y="9"/>
                </a:moveTo>
                <a:cubicBezTo>
                  <a:pt x="49" y="9"/>
                  <a:pt x="49" y="9"/>
                  <a:pt x="49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9"/>
                  <a:pt x="48" y="9"/>
                  <a:pt x="48" y="9"/>
                </a:cubicBezTo>
                <a:cubicBezTo>
                  <a:pt x="48" y="9"/>
                  <a:pt x="48" y="9"/>
                  <a:pt x="48" y="9"/>
                </a:cubicBezTo>
                <a:cubicBezTo>
                  <a:pt x="49" y="9"/>
                  <a:pt x="49" y="9"/>
                  <a:pt x="49" y="9"/>
                </a:cubicBezTo>
                <a:close/>
              </a:path>
              <a:path w="192" h="20">
                <a:moveTo>
                  <a:pt x="51" y="13"/>
                </a:moveTo>
                <a:cubicBezTo>
                  <a:pt x="51" y="13"/>
                  <a:pt x="51" y="13"/>
                  <a:pt x="51" y="13"/>
                </a:cubicBezTo>
                <a:cubicBezTo>
                  <a:pt x="51" y="13"/>
                  <a:pt x="52" y="13"/>
                  <a:pt x="52" y="13"/>
                </a:cubicBezTo>
                <a:cubicBezTo>
                  <a:pt x="52" y="13"/>
                  <a:pt x="52" y="12"/>
                  <a:pt x="52" y="12"/>
                </a:cubicBezTo>
                <a:cubicBezTo>
                  <a:pt x="52" y="12"/>
                  <a:pt x="52" y="12"/>
                  <a:pt x="51" y="12"/>
                </a:cubicBezTo>
                <a:cubicBezTo>
                  <a:pt x="51" y="12"/>
                  <a:pt x="51" y="12"/>
                  <a:pt x="51" y="12"/>
                </a:cubicBezTo>
                <a:cubicBezTo>
                  <a:pt x="51" y="12"/>
                  <a:pt x="51" y="12"/>
                  <a:pt x="50" y="12"/>
                </a:cubicBezTo>
                <a:cubicBezTo>
                  <a:pt x="50" y="12"/>
                  <a:pt x="50" y="12"/>
                  <a:pt x="50" y="12"/>
                </a:cubicBezTo>
                <a:cubicBezTo>
                  <a:pt x="50" y="12"/>
                  <a:pt x="50" y="12"/>
                  <a:pt x="50" y="13"/>
                </a:cubicBezTo>
                <a:cubicBezTo>
                  <a:pt x="50" y="13"/>
                  <a:pt x="50" y="13"/>
                  <a:pt x="51" y="13"/>
                </a:cubicBezTo>
                <a:close/>
              </a:path>
              <a:path w="192" h="20">
                <a:moveTo>
                  <a:pt x="51" y="15"/>
                </a:moveTo>
                <a:cubicBezTo>
                  <a:pt x="52" y="15"/>
                  <a:pt x="52" y="15"/>
                  <a:pt x="52" y="15"/>
                </a:cubicBezTo>
                <a:cubicBezTo>
                  <a:pt x="53" y="15"/>
                  <a:pt x="53" y="15"/>
                  <a:pt x="53" y="14"/>
                </a:cubicBezTo>
                <a:cubicBezTo>
                  <a:pt x="53" y="14"/>
                  <a:pt x="53" y="14"/>
                  <a:pt x="53" y="13"/>
                </a:cubicBezTo>
                <a:cubicBezTo>
                  <a:pt x="52" y="13"/>
                  <a:pt x="52" y="13"/>
                  <a:pt x="52" y="13"/>
                </a:cubicBezTo>
                <a:cubicBezTo>
                  <a:pt x="52" y="13"/>
                  <a:pt x="52" y="13"/>
                  <a:pt x="52" y="13"/>
                </a:cubicBezTo>
                <a:cubicBezTo>
                  <a:pt x="52" y="13"/>
                  <a:pt x="51" y="14"/>
                  <a:pt x="51" y="14"/>
                </a:cubicBezTo>
                <a:cubicBezTo>
                  <a:pt x="51" y="14"/>
                  <a:pt x="51" y="14"/>
                  <a:pt x="51" y="14"/>
                </a:cubicBezTo>
                <a:lnTo>
                  <a:pt x="50" y="14"/>
                </a:lnTo>
                <a:cubicBezTo>
                  <a:pt x="50" y="14"/>
                  <a:pt x="50" y="14"/>
                  <a:pt x="49" y="12"/>
                </a:cubicBezTo>
                <a:cubicBezTo>
                  <a:pt x="49" y="12"/>
                  <a:pt x="49" y="12"/>
                  <a:pt x="49" y="12"/>
                </a:cubicBezTo>
                <a:cubicBezTo>
                  <a:pt x="49" y="12"/>
                  <a:pt x="49" y="12"/>
                  <a:pt x="49" y="12"/>
                </a:cubicBezTo>
                <a:cubicBezTo>
                  <a:pt x="49" y="12"/>
                  <a:pt x="49" y="12"/>
                  <a:pt x="49" y="13"/>
                </a:cubicBezTo>
                <a:cubicBezTo>
                  <a:pt x="49" y="13"/>
                  <a:pt x="49" y="13"/>
                  <a:pt x="49" y="13"/>
                </a:cubicBezTo>
                <a:cubicBezTo>
                  <a:pt x="49" y="14"/>
                  <a:pt x="49" y="14"/>
                  <a:pt x="49" y="15"/>
                </a:cubicBezTo>
                <a:cubicBezTo>
                  <a:pt x="50" y="15"/>
                  <a:pt x="50" y="15"/>
                  <a:pt x="51" y="15"/>
                </a:cubicBezTo>
                <a:close/>
              </a:path>
              <a:path w="192" h="20">
                <a:moveTo>
                  <a:pt x="68" y="8"/>
                </a:moveTo>
                <a:cubicBezTo>
                  <a:pt x="68" y="8"/>
                  <a:pt x="69" y="8"/>
                  <a:pt x="69" y="8"/>
                </a:cubicBezTo>
                <a:cubicBezTo>
                  <a:pt x="69" y="8"/>
                  <a:pt x="69" y="7"/>
                  <a:pt x="69" y="7"/>
                </a:cubicBezTo>
                <a:cubicBezTo>
                  <a:pt x="69" y="7"/>
                  <a:pt x="69" y="6"/>
                  <a:pt x="69" y="6"/>
                </a:cubicBezTo>
                <a:cubicBezTo>
                  <a:pt x="69" y="6"/>
                  <a:pt x="69" y="5"/>
                  <a:pt x="69" y="5"/>
                </a:cubicBezTo>
                <a:cubicBezTo>
                  <a:pt x="68" y="5"/>
                  <a:pt x="68" y="5"/>
                  <a:pt x="68" y="5"/>
                </a:cubicBezTo>
                <a:cubicBezTo>
                  <a:pt x="68" y="5"/>
                  <a:pt x="67" y="5"/>
                  <a:pt x="67" y="5"/>
                </a:cubicBezTo>
                <a:cubicBezTo>
                  <a:pt x="67" y="5"/>
                  <a:pt x="67" y="5"/>
                  <a:pt x="66" y="5"/>
                </a:cubicBezTo>
                <a:cubicBezTo>
                  <a:pt x="66" y="6"/>
                  <a:pt x="66" y="6"/>
                  <a:pt x="65" y="6"/>
                </a:cubicBezTo>
                <a:cubicBezTo>
                  <a:pt x="65" y="6"/>
                  <a:pt x="65" y="6"/>
                  <a:pt x="65" y="6"/>
                </a:cubicBezTo>
                <a:cubicBezTo>
                  <a:pt x="65" y="6"/>
                  <a:pt x="65" y="6"/>
                  <a:pt x="65" y="6"/>
                </a:cubicBezTo>
                <a:cubicBezTo>
                  <a:pt x="65" y="7"/>
                  <a:pt x="65" y="7"/>
                  <a:pt x="65" y="8"/>
                </a:cubicBezTo>
                <a:cubicBezTo>
                  <a:pt x="65" y="8"/>
                  <a:pt x="65" y="8"/>
                  <a:pt x="65" y="8"/>
                </a:cubicBezTo>
                <a:cubicBezTo>
                  <a:pt x="66" y="8"/>
                  <a:pt x="66" y="8"/>
                  <a:pt x="66" y="8"/>
                </a:cubicBezTo>
                <a:cubicBezTo>
                  <a:pt x="67" y="7"/>
                  <a:pt x="68" y="7"/>
                  <a:pt x="68" y="7"/>
                </a:cubicBezTo>
                <a:cubicBezTo>
                  <a:pt x="68" y="7"/>
                  <a:pt x="68" y="7"/>
                  <a:pt x="68" y="8"/>
                </a:cubicBezTo>
                <a:cubicBezTo>
                  <a:pt x="68" y="8"/>
                  <a:pt x="68" y="8"/>
                  <a:pt x="68" y="8"/>
                </a:cubicBezTo>
                <a:close/>
                <a:moveTo>
                  <a:pt x="68" y="6"/>
                </a:moveTo>
                <a:cubicBezTo>
                  <a:pt x="68" y="6"/>
                  <a:pt x="68" y="6"/>
                  <a:pt x="68" y="6"/>
                </a:cubicBezTo>
                <a:cubicBezTo>
                  <a:pt x="68" y="7"/>
                  <a:pt x="68" y="7"/>
                  <a:pt x="67" y="7"/>
                </a:cubicBezTo>
                <a:cubicBezTo>
                  <a:pt x="67" y="7"/>
                  <a:pt x="66" y="7"/>
                  <a:pt x="66" y="7"/>
                </a:cubicBezTo>
                <a:cubicBezTo>
                  <a:pt x="66" y="7"/>
                  <a:pt x="66" y="7"/>
                  <a:pt x="66" y="7"/>
                </a:cubicBezTo>
                <a:cubicBezTo>
                  <a:pt x="65" y="7"/>
                  <a:pt x="65" y="7"/>
                  <a:pt x="65" y="6"/>
                </a:cubicBezTo>
                <a:cubicBezTo>
                  <a:pt x="65" y="6"/>
                  <a:pt x="66" y="6"/>
                  <a:pt x="66" y="6"/>
                </a:cubicBezTo>
                <a:cubicBezTo>
                  <a:pt x="66" y="6"/>
                  <a:pt x="67" y="6"/>
                  <a:pt x="67" y="6"/>
                </a:cubicBezTo>
                <a:cubicBezTo>
                  <a:pt x="67" y="6"/>
                  <a:pt x="67" y="6"/>
                  <a:pt x="68" y="6"/>
                </a:cubicBezTo>
                <a:close/>
              </a:path>
              <a:path w="192" h="20">
                <a:moveTo>
                  <a:pt x="127" y="7"/>
                </a:moveTo>
                <a:cubicBezTo>
                  <a:pt x="127" y="7"/>
                  <a:pt x="127" y="7"/>
                  <a:pt x="127" y="7"/>
                </a:cubicBezTo>
                <a:cubicBezTo>
                  <a:pt x="127" y="7"/>
                  <a:pt x="127" y="7"/>
                  <a:pt x="127" y="6"/>
                </a:cubicBezTo>
                <a:cubicBezTo>
                  <a:pt x="127" y="6"/>
                  <a:pt x="127" y="5"/>
                  <a:pt x="127" y="5"/>
                </a:cubicBezTo>
                <a:cubicBezTo>
                  <a:pt x="127" y="4"/>
                  <a:pt x="127" y="4"/>
                  <a:pt x="127" y="3"/>
                </a:cubicBezTo>
                <a:cubicBezTo>
                  <a:pt x="127" y="3"/>
                  <a:pt x="127" y="3"/>
                  <a:pt x="127" y="3"/>
                </a:cubicBezTo>
                <a:cubicBezTo>
                  <a:pt x="127" y="3"/>
                  <a:pt x="127" y="3"/>
                  <a:pt x="127" y="3"/>
                </a:cubicBezTo>
                <a:cubicBezTo>
                  <a:pt x="127" y="3"/>
                  <a:pt x="126" y="3"/>
                  <a:pt x="126" y="3"/>
                </a:cubicBezTo>
                <a:cubicBezTo>
                  <a:pt x="125" y="3"/>
                  <a:pt x="125" y="3"/>
                  <a:pt x="125" y="4"/>
                </a:cubicBezTo>
                <a:cubicBezTo>
                  <a:pt x="125" y="4"/>
                  <a:pt x="125" y="4"/>
                  <a:pt x="125" y="4"/>
                </a:cubicBezTo>
                <a:cubicBezTo>
                  <a:pt x="125" y="4"/>
                  <a:pt x="125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5"/>
                  <a:pt x="126" y="5"/>
                  <a:pt x="126" y="5"/>
                </a:cubicBezTo>
                <a:cubicBezTo>
                  <a:pt x="125" y="5"/>
                  <a:pt x="125" y="5"/>
                  <a:pt x="125" y="5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6" y="6"/>
                </a:cubicBezTo>
                <a:cubicBezTo>
                  <a:pt x="126" y="6"/>
                  <a:pt x="126" y="6"/>
                  <a:pt x="126" y="6"/>
                </a:cubicBezTo>
                <a:cubicBezTo>
                  <a:pt x="126" y="6"/>
                  <a:pt x="126" y="6"/>
                  <a:pt x="126" y="6"/>
                </a:cubicBezTo>
                <a:cubicBezTo>
                  <a:pt x="126" y="6"/>
                  <a:pt x="126" y="6"/>
                  <a:pt x="127" y="7"/>
                </a:cubicBezTo>
                <a:cubicBezTo>
                  <a:pt x="127" y="7"/>
                  <a:pt x="127" y="7"/>
                  <a:pt x="127" y="7"/>
                </a:cubicBezTo>
                <a:close/>
              </a:path>
              <a:path w="192" h="20">
                <a:moveTo>
                  <a:pt x="125" y="13"/>
                </a:moveTo>
                <a:cubicBezTo>
                  <a:pt x="125" y="13"/>
                  <a:pt x="125" y="13"/>
                  <a:pt x="125" y="13"/>
                </a:cubicBezTo>
                <a:cubicBezTo>
                  <a:pt x="125" y="13"/>
                  <a:pt x="125" y="12"/>
                  <a:pt x="125" y="12"/>
                </a:cubicBezTo>
                <a:cubicBezTo>
                  <a:pt x="126" y="12"/>
                  <a:pt x="126" y="11"/>
                  <a:pt x="126" y="11"/>
                </a:cubicBezTo>
                <a:cubicBezTo>
                  <a:pt x="126" y="11"/>
                  <a:pt x="125" y="11"/>
                  <a:pt x="125" y="10"/>
                </a:cubicBezTo>
                <a:cubicBezTo>
                  <a:pt x="125" y="10"/>
                  <a:pt x="125" y="10"/>
                  <a:pt x="125" y="10"/>
                </a:cubicBezTo>
                <a:cubicBezTo>
                  <a:pt x="125" y="10"/>
                  <a:pt x="125" y="10"/>
                  <a:pt x="125" y="10"/>
                </a:cubicBezTo>
                <a:cubicBezTo>
                  <a:pt x="124" y="10"/>
                  <a:pt x="124" y="10"/>
                  <a:pt x="124" y="11"/>
                </a:cubicBezTo>
                <a:cubicBezTo>
                  <a:pt x="124" y="11"/>
                  <a:pt x="124" y="11"/>
                  <a:pt x="124" y="11"/>
                </a:cubicBezTo>
                <a:cubicBezTo>
                  <a:pt x="124" y="12"/>
                  <a:pt x="124" y="12"/>
                  <a:pt x="124" y="12"/>
                </a:cubicBezTo>
                <a:cubicBezTo>
                  <a:pt x="125" y="12"/>
                  <a:pt x="125" y="12"/>
                  <a:pt x="125" y="12"/>
                </a:cubicBezTo>
                <a:cubicBezTo>
                  <a:pt x="125" y="13"/>
                  <a:pt x="125" y="13"/>
                  <a:pt x="125" y="13"/>
                </a:cubicBezTo>
                <a:close/>
              </a:path>
              <a:path w="192" h="20">
                <a:moveTo>
                  <a:pt x="156" y="13"/>
                </a:moveTo>
                <a:cubicBezTo>
                  <a:pt x="156" y="13"/>
                  <a:pt x="156" y="12"/>
                  <a:pt x="156" y="12"/>
                </a:cubicBezTo>
                <a:cubicBezTo>
                  <a:pt x="156" y="12"/>
                  <a:pt x="156" y="12"/>
                  <a:pt x="156" y="12"/>
                </a:cubicBezTo>
                <a:cubicBezTo>
                  <a:pt x="156" y="12"/>
                  <a:pt x="156" y="12"/>
                  <a:pt x="156" y="12"/>
                </a:cubicBezTo>
                <a:cubicBezTo>
                  <a:pt x="156" y="12"/>
                  <a:pt x="156" y="12"/>
                  <a:pt x="155" y="12"/>
                </a:cubicBezTo>
                <a:cubicBezTo>
                  <a:pt x="155" y="12"/>
                  <a:pt x="155" y="12"/>
                  <a:pt x="155" y="12"/>
                </a:cubicBezTo>
                <a:cubicBezTo>
                  <a:pt x="155" y="12"/>
                  <a:pt x="155" y="12"/>
                  <a:pt x="155" y="13"/>
                </a:cubicBezTo>
                <a:cubicBezTo>
                  <a:pt x="155" y="13"/>
                  <a:pt x="155" y="13"/>
                  <a:pt x="155" y="13"/>
                </a:cubicBezTo>
                <a:cubicBezTo>
                  <a:pt x="155" y="14"/>
                  <a:pt x="155" y="14"/>
                  <a:pt x="155" y="14"/>
                </a:cubicBezTo>
                <a:cubicBezTo>
                  <a:pt x="155" y="14"/>
                  <a:pt x="155" y="14"/>
                  <a:pt x="155" y="14"/>
                </a:cubicBezTo>
                <a:cubicBezTo>
                  <a:pt x="155" y="14"/>
                  <a:pt x="155" y="14"/>
                  <a:pt x="156" y="14"/>
                </a:cubicBezTo>
                <a:cubicBezTo>
                  <a:pt x="156" y="14"/>
                  <a:pt x="156" y="14"/>
                  <a:pt x="156" y="14"/>
                </a:cubicBezTo>
                <a:cubicBezTo>
                  <a:pt x="156" y="14"/>
                  <a:pt x="156" y="14"/>
                  <a:pt x="156" y="14"/>
                </a:cubicBezTo>
                <a:cubicBezTo>
                  <a:pt x="156" y="13"/>
                  <a:pt x="156" y="13"/>
                  <a:pt x="156" y="13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2" name="Rectangle 13"/>
          <p:cNvSpPr>
            <a:spLocks noGrp="1"/>
          </p:cNvSpPr>
          <p:nvPr/>
        </p:nvSpPr>
        <p:spPr>
          <a:xfrm>
            <a:off x="9971521" y="260515"/>
            <a:ext cx="182870" cy="6350"/>
          </a:xfrm>
          <a:prstGeom prst="rect">
            <a:avLst/>
          </a:prstGeom>
          <a:solidFill>
            <a:srgbClr val="005A9F"/>
          </a:solidFill>
          <a:ln>
            <a:noFill/>
          </a:ln>
        </p:spPr>
      </p:sp>
      <p:sp>
        <p:nvSpPr>
          <p:cNvPr id="13" name="Freeform 14"/>
          <p:cNvSpPr>
            <a:spLocks noGrp="1"/>
          </p:cNvSpPr>
          <p:nvPr/>
        </p:nvSpPr>
        <p:spPr>
          <a:xfrm>
            <a:off x="9881355" y="177969"/>
            <a:ext cx="358121" cy="91435"/>
          </a:xfrm>
          <a:custGeom>
            <a:avLst/>
            <a:gdLst/>
            <a:ahLst/>
            <a:cxnLst/>
            <a:rect l="l" t="t" r="r" b="b"/>
            <a:pathLst>
              <a:path w="232" h="59">
                <a:moveTo>
                  <a:pt x="7" y="34"/>
                </a:moveTo>
                <a:lnTo>
                  <a:pt x="2" y="31"/>
                </a:lnTo>
                <a:lnTo>
                  <a:pt x="1" y="31"/>
                </a:lnTo>
                <a:lnTo>
                  <a:pt x="1" y="30"/>
                </a:lnTo>
                <a:lnTo>
                  <a:pt x="2" y="30"/>
                </a:lnTo>
                <a:lnTo>
                  <a:pt x="3" y="30"/>
                </a:lnTo>
                <a:lnTo>
                  <a:pt x="3" y="29"/>
                </a:lnTo>
                <a:lnTo>
                  <a:pt x="4" y="29"/>
                </a:lnTo>
                <a:lnTo>
                  <a:pt x="5" y="30"/>
                </a:lnTo>
                <a:lnTo>
                  <a:pt x="6" y="30"/>
                </a:lnTo>
                <a:lnTo>
                  <a:pt x="7" y="31"/>
                </a:lnTo>
                <a:lnTo>
                  <a:pt x="7" y="32"/>
                </a:lnTo>
                <a:lnTo>
                  <a:pt x="8" y="34"/>
                </a:lnTo>
                <a:lnTo>
                  <a:pt x="9" y="33"/>
                </a:lnTo>
                <a:lnTo>
                  <a:pt x="9" y="28"/>
                </a:lnTo>
                <a:lnTo>
                  <a:pt x="9" y="27"/>
                </a:lnTo>
                <a:lnTo>
                  <a:pt x="9" y="26"/>
                </a:lnTo>
                <a:lnTo>
                  <a:pt x="10" y="26"/>
                </a:lnTo>
                <a:lnTo>
                  <a:pt x="11" y="26"/>
                </a:lnTo>
                <a:lnTo>
                  <a:pt x="12" y="26"/>
                </a:lnTo>
                <a:lnTo>
                  <a:pt x="13" y="26"/>
                </a:lnTo>
                <a:lnTo>
                  <a:pt x="14" y="27"/>
                </a:lnTo>
                <a:lnTo>
                  <a:pt x="14" y="28"/>
                </a:lnTo>
                <a:lnTo>
                  <a:pt x="15" y="28"/>
                </a:lnTo>
                <a:lnTo>
                  <a:pt x="15" y="29"/>
                </a:lnTo>
                <a:lnTo>
                  <a:pt x="14" y="29"/>
                </a:lnTo>
                <a:lnTo>
                  <a:pt x="12" y="32"/>
                </a:lnTo>
                <a:lnTo>
                  <a:pt x="12" y="33"/>
                </a:lnTo>
                <a:lnTo>
                  <a:pt x="11" y="33"/>
                </a:lnTo>
                <a:lnTo>
                  <a:pt x="11" y="34"/>
                </a:lnTo>
                <a:lnTo>
                  <a:pt x="11" y="35"/>
                </a:lnTo>
                <a:lnTo>
                  <a:pt x="11" y="37"/>
                </a:lnTo>
                <a:lnTo>
                  <a:pt x="13" y="37"/>
                </a:lnTo>
                <a:lnTo>
                  <a:pt x="14" y="36"/>
                </a:lnTo>
                <a:lnTo>
                  <a:pt x="14" y="35"/>
                </a:lnTo>
                <a:lnTo>
                  <a:pt x="14" y="34"/>
                </a:lnTo>
                <a:lnTo>
                  <a:pt x="14" y="33"/>
                </a:lnTo>
                <a:lnTo>
                  <a:pt x="13" y="33"/>
                </a:lnTo>
                <a:lnTo>
                  <a:pt x="13" y="32"/>
                </a:lnTo>
                <a:lnTo>
                  <a:pt x="14" y="32"/>
                </a:lnTo>
                <a:lnTo>
                  <a:pt x="16" y="32"/>
                </a:lnTo>
                <a:lnTo>
                  <a:pt x="17" y="32"/>
                </a:lnTo>
                <a:lnTo>
                  <a:pt x="18" y="32"/>
                </a:lnTo>
                <a:lnTo>
                  <a:pt x="18" y="33"/>
                </a:lnTo>
                <a:lnTo>
                  <a:pt x="18" y="34"/>
                </a:lnTo>
                <a:lnTo>
                  <a:pt x="17" y="34"/>
                </a:lnTo>
                <a:lnTo>
                  <a:pt x="17" y="35"/>
                </a:lnTo>
                <a:lnTo>
                  <a:pt x="17" y="36"/>
                </a:lnTo>
                <a:lnTo>
                  <a:pt x="16" y="36"/>
                </a:lnTo>
                <a:lnTo>
                  <a:pt x="16" y="38"/>
                </a:lnTo>
                <a:lnTo>
                  <a:pt x="17" y="38"/>
                </a:lnTo>
                <a:lnTo>
                  <a:pt x="19" y="35"/>
                </a:lnTo>
                <a:lnTo>
                  <a:pt x="19" y="34"/>
                </a:lnTo>
                <a:lnTo>
                  <a:pt x="20" y="34"/>
                </a:lnTo>
                <a:lnTo>
                  <a:pt x="21" y="34"/>
                </a:lnTo>
                <a:lnTo>
                  <a:pt x="22" y="34"/>
                </a:lnTo>
                <a:lnTo>
                  <a:pt x="22" y="35"/>
                </a:lnTo>
                <a:lnTo>
                  <a:pt x="23" y="35"/>
                </a:lnTo>
                <a:lnTo>
                  <a:pt x="23" y="36"/>
                </a:lnTo>
                <a:lnTo>
                  <a:pt x="22" y="36"/>
                </a:lnTo>
                <a:lnTo>
                  <a:pt x="19" y="42"/>
                </a:lnTo>
                <a:lnTo>
                  <a:pt x="18" y="42"/>
                </a:lnTo>
                <a:lnTo>
                  <a:pt x="18" y="43"/>
                </a:lnTo>
                <a:lnTo>
                  <a:pt x="19" y="43"/>
                </a:lnTo>
                <a:lnTo>
                  <a:pt x="20" y="43"/>
                </a:lnTo>
                <a:lnTo>
                  <a:pt x="22" y="43"/>
                </a:lnTo>
                <a:lnTo>
                  <a:pt x="23" y="43"/>
                </a:lnTo>
                <a:lnTo>
                  <a:pt x="23" y="44"/>
                </a:lnTo>
                <a:lnTo>
                  <a:pt x="20" y="48"/>
                </a:lnTo>
                <a:lnTo>
                  <a:pt x="24" y="54"/>
                </a:lnTo>
                <a:lnTo>
                  <a:pt x="24" y="56"/>
                </a:lnTo>
                <a:lnTo>
                  <a:pt x="25" y="57"/>
                </a:lnTo>
                <a:lnTo>
                  <a:pt x="25" y="58"/>
                </a:lnTo>
                <a:lnTo>
                  <a:pt x="25" y="59"/>
                </a:lnTo>
                <a:lnTo>
                  <a:pt x="24" y="59"/>
                </a:lnTo>
                <a:lnTo>
                  <a:pt x="23" y="59"/>
                </a:lnTo>
                <a:lnTo>
                  <a:pt x="22" y="59"/>
                </a:lnTo>
                <a:lnTo>
                  <a:pt x="22" y="58"/>
                </a:lnTo>
                <a:lnTo>
                  <a:pt x="17" y="51"/>
                </a:lnTo>
                <a:lnTo>
                  <a:pt x="13" y="57"/>
                </a:lnTo>
                <a:lnTo>
                  <a:pt x="12" y="58"/>
                </a:lnTo>
                <a:lnTo>
                  <a:pt x="11" y="58"/>
                </a:lnTo>
                <a:lnTo>
                  <a:pt x="10" y="58"/>
                </a:lnTo>
                <a:lnTo>
                  <a:pt x="10" y="57"/>
                </a:lnTo>
                <a:lnTo>
                  <a:pt x="12" y="52"/>
                </a:lnTo>
                <a:lnTo>
                  <a:pt x="14" y="47"/>
                </a:lnTo>
                <a:lnTo>
                  <a:pt x="14" y="46"/>
                </a:lnTo>
                <a:lnTo>
                  <a:pt x="13" y="46"/>
                </a:lnTo>
                <a:lnTo>
                  <a:pt x="8" y="53"/>
                </a:lnTo>
                <a:lnTo>
                  <a:pt x="7" y="54"/>
                </a:lnTo>
                <a:lnTo>
                  <a:pt x="7" y="55"/>
                </a:lnTo>
                <a:lnTo>
                  <a:pt x="6" y="55"/>
                </a:lnTo>
                <a:lnTo>
                  <a:pt x="5" y="56"/>
                </a:lnTo>
                <a:lnTo>
                  <a:pt x="3" y="56"/>
                </a:lnTo>
                <a:lnTo>
                  <a:pt x="2" y="55"/>
                </a:lnTo>
                <a:lnTo>
                  <a:pt x="12" y="44"/>
                </a:lnTo>
                <a:lnTo>
                  <a:pt x="11" y="42"/>
                </a:lnTo>
                <a:lnTo>
                  <a:pt x="11" y="43"/>
                </a:lnTo>
                <a:lnTo>
                  <a:pt x="10" y="43"/>
                </a:lnTo>
                <a:lnTo>
                  <a:pt x="10" y="44"/>
                </a:lnTo>
                <a:lnTo>
                  <a:pt x="10" y="45"/>
                </a:lnTo>
                <a:lnTo>
                  <a:pt x="10" y="46"/>
                </a:lnTo>
                <a:lnTo>
                  <a:pt x="9" y="47"/>
                </a:lnTo>
                <a:lnTo>
                  <a:pt x="5" y="46"/>
                </a:lnTo>
                <a:lnTo>
                  <a:pt x="5" y="45"/>
                </a:lnTo>
                <a:lnTo>
                  <a:pt x="5" y="44"/>
                </a:lnTo>
                <a:lnTo>
                  <a:pt x="3" y="43"/>
                </a:lnTo>
                <a:lnTo>
                  <a:pt x="3" y="42"/>
                </a:lnTo>
                <a:lnTo>
                  <a:pt x="4" y="42"/>
                </a:lnTo>
                <a:lnTo>
                  <a:pt x="7" y="42"/>
                </a:lnTo>
                <a:lnTo>
                  <a:pt x="8" y="42"/>
                </a:lnTo>
                <a:lnTo>
                  <a:pt x="8" y="41"/>
                </a:lnTo>
                <a:lnTo>
                  <a:pt x="9" y="41"/>
                </a:lnTo>
                <a:lnTo>
                  <a:pt x="10" y="41"/>
                </a:lnTo>
                <a:lnTo>
                  <a:pt x="10" y="40"/>
                </a:lnTo>
                <a:lnTo>
                  <a:pt x="8" y="39"/>
                </a:lnTo>
                <a:lnTo>
                  <a:pt x="8" y="38"/>
                </a:lnTo>
                <a:lnTo>
                  <a:pt x="8" y="37"/>
                </a:lnTo>
                <a:lnTo>
                  <a:pt x="9" y="37"/>
                </a:lnTo>
                <a:lnTo>
                  <a:pt x="10" y="37"/>
                </a:lnTo>
                <a:lnTo>
                  <a:pt x="10" y="36"/>
                </a:lnTo>
                <a:lnTo>
                  <a:pt x="10" y="35"/>
                </a:lnTo>
                <a:lnTo>
                  <a:pt x="9" y="35"/>
                </a:lnTo>
                <a:lnTo>
                  <a:pt x="5" y="39"/>
                </a:lnTo>
                <a:lnTo>
                  <a:pt x="4" y="40"/>
                </a:lnTo>
                <a:lnTo>
                  <a:pt x="3" y="40"/>
                </a:lnTo>
                <a:lnTo>
                  <a:pt x="2" y="40"/>
                </a:lnTo>
                <a:lnTo>
                  <a:pt x="1" y="40"/>
                </a:lnTo>
                <a:lnTo>
                  <a:pt x="0" y="40"/>
                </a:lnTo>
                <a:lnTo>
                  <a:pt x="0" y="39"/>
                </a:lnTo>
                <a:lnTo>
                  <a:pt x="1" y="38"/>
                </a:lnTo>
                <a:lnTo>
                  <a:pt x="7" y="34"/>
                </a:lnTo>
                <a:close/>
                <a:moveTo>
                  <a:pt x="17" y="45"/>
                </a:moveTo>
                <a:lnTo>
                  <a:pt x="17" y="45"/>
                </a:lnTo>
                <a:lnTo>
                  <a:pt x="18" y="45"/>
                </a:lnTo>
                <a:lnTo>
                  <a:pt x="18" y="46"/>
                </a:lnTo>
                <a:lnTo>
                  <a:pt x="19" y="46"/>
                </a:lnTo>
                <a:lnTo>
                  <a:pt x="19" y="45"/>
                </a:lnTo>
                <a:lnTo>
                  <a:pt x="18" y="44"/>
                </a:lnTo>
                <a:lnTo>
                  <a:pt x="17" y="44"/>
                </a:lnTo>
                <a:lnTo>
                  <a:pt x="17" y="45"/>
                </a:lnTo>
                <a:close/>
                <a:moveTo>
                  <a:pt x="16" y="42"/>
                </a:moveTo>
                <a:lnTo>
                  <a:pt x="18" y="39"/>
                </a:lnTo>
                <a:lnTo>
                  <a:pt x="19" y="39"/>
                </a:lnTo>
                <a:lnTo>
                  <a:pt x="17" y="42"/>
                </a:lnTo>
                <a:lnTo>
                  <a:pt x="17" y="43"/>
                </a:lnTo>
                <a:lnTo>
                  <a:pt x="16" y="43"/>
                </a:lnTo>
                <a:lnTo>
                  <a:pt x="16" y="42"/>
                </a:lnTo>
                <a:close/>
                <a:moveTo>
                  <a:pt x="13" y="38"/>
                </a:moveTo>
                <a:lnTo>
                  <a:pt x="15" y="41"/>
                </a:lnTo>
                <a:lnTo>
                  <a:pt x="15" y="40"/>
                </a:lnTo>
                <a:lnTo>
                  <a:pt x="16" y="40"/>
                </a:lnTo>
                <a:lnTo>
                  <a:pt x="16" y="39"/>
                </a:lnTo>
                <a:lnTo>
                  <a:pt x="15" y="39"/>
                </a:lnTo>
                <a:lnTo>
                  <a:pt x="15" y="38"/>
                </a:lnTo>
                <a:lnTo>
                  <a:pt x="15" y="37"/>
                </a:lnTo>
                <a:lnTo>
                  <a:pt x="14" y="37"/>
                </a:lnTo>
                <a:lnTo>
                  <a:pt x="13" y="38"/>
                </a:lnTo>
                <a:close/>
                <a:moveTo>
                  <a:pt x="11" y="29"/>
                </a:moveTo>
                <a:lnTo>
                  <a:pt x="11" y="29"/>
                </a:lnTo>
                <a:lnTo>
                  <a:pt x="11" y="28"/>
                </a:lnTo>
                <a:lnTo>
                  <a:pt x="12" y="28"/>
                </a:lnTo>
                <a:lnTo>
                  <a:pt x="12" y="29"/>
                </a:lnTo>
                <a:lnTo>
                  <a:pt x="12" y="30"/>
                </a:lnTo>
                <a:lnTo>
                  <a:pt x="12" y="31"/>
                </a:lnTo>
                <a:lnTo>
                  <a:pt x="11" y="31"/>
                </a:lnTo>
                <a:lnTo>
                  <a:pt x="11" y="30"/>
                </a:lnTo>
                <a:lnTo>
                  <a:pt x="11" y="29"/>
                </a:lnTo>
                <a:close/>
                <a:moveTo>
                  <a:pt x="15" y="48"/>
                </a:moveTo>
                <a:lnTo>
                  <a:pt x="16" y="49"/>
                </a:lnTo>
                <a:lnTo>
                  <a:pt x="13" y="53"/>
                </a:lnTo>
                <a:lnTo>
                  <a:pt x="12" y="53"/>
                </a:lnTo>
                <a:lnTo>
                  <a:pt x="15" y="48"/>
                </a:lnTo>
                <a:close/>
              </a:path>
              <a:path w="232" h="59">
                <a:moveTo>
                  <a:pt x="204" y="57"/>
                </a:moveTo>
                <a:cubicBezTo>
                  <a:pt x="202" y="54"/>
                  <a:pt x="202" y="53"/>
                  <a:pt x="201" y="52"/>
                </a:cubicBezTo>
                <a:cubicBezTo>
                  <a:pt x="201" y="52"/>
                  <a:pt x="201" y="52"/>
                  <a:pt x="201" y="52"/>
                </a:cubicBezTo>
                <a:cubicBezTo>
                  <a:pt x="203" y="53"/>
                  <a:pt x="204" y="54"/>
                  <a:pt x="206" y="52"/>
                </a:cubicBezTo>
                <a:cubicBezTo>
                  <a:pt x="208" y="50"/>
                  <a:pt x="209" y="48"/>
                  <a:pt x="210" y="46"/>
                </a:cubicBezTo>
                <a:cubicBezTo>
                  <a:pt x="210" y="45"/>
                  <a:pt x="210" y="45"/>
                  <a:pt x="210" y="45"/>
                </a:cubicBezTo>
                <a:cubicBezTo>
                  <a:pt x="207" y="45"/>
                  <a:pt x="204" y="46"/>
                  <a:pt x="200" y="46"/>
                </a:cubicBezTo>
                <a:cubicBezTo>
                  <a:pt x="199" y="45"/>
                  <a:pt x="198" y="43"/>
                  <a:pt x="198" y="42"/>
                </a:cubicBezTo>
                <a:cubicBezTo>
                  <a:pt x="198" y="42"/>
                  <a:pt x="198" y="42"/>
                  <a:pt x="198" y="42"/>
                </a:cubicBezTo>
                <a:cubicBezTo>
                  <a:pt x="203" y="42"/>
                  <a:pt x="208" y="44"/>
                  <a:pt x="213" y="43"/>
                </a:cubicBezTo>
                <a:cubicBezTo>
                  <a:pt x="214" y="43"/>
                  <a:pt x="217" y="41"/>
                  <a:pt x="216" y="41"/>
                </a:cubicBezTo>
                <a:cubicBezTo>
                  <a:pt x="215" y="39"/>
                  <a:pt x="210" y="41"/>
                  <a:pt x="209" y="38"/>
                </a:cubicBezTo>
                <a:cubicBezTo>
                  <a:pt x="209" y="38"/>
                  <a:pt x="209" y="38"/>
                  <a:pt x="209" y="38"/>
                </a:cubicBezTo>
                <a:cubicBezTo>
                  <a:pt x="213" y="38"/>
                  <a:pt x="216" y="39"/>
                  <a:pt x="219" y="39"/>
                </a:cubicBezTo>
                <a:cubicBezTo>
                  <a:pt x="221" y="38"/>
                  <a:pt x="223" y="37"/>
                  <a:pt x="224" y="37"/>
                </a:cubicBezTo>
                <a:cubicBezTo>
                  <a:pt x="225" y="36"/>
                  <a:pt x="225" y="36"/>
                  <a:pt x="226" y="35"/>
                </a:cubicBezTo>
                <a:cubicBezTo>
                  <a:pt x="225" y="34"/>
                  <a:pt x="222" y="33"/>
                  <a:pt x="222" y="34"/>
                </a:cubicBezTo>
                <a:cubicBezTo>
                  <a:pt x="221" y="36"/>
                  <a:pt x="221" y="38"/>
                  <a:pt x="218" y="38"/>
                </a:cubicBezTo>
                <a:cubicBezTo>
                  <a:pt x="216" y="38"/>
                  <a:pt x="216" y="37"/>
                  <a:pt x="215" y="36"/>
                </a:cubicBezTo>
                <a:cubicBezTo>
                  <a:pt x="215" y="33"/>
                  <a:pt x="217" y="33"/>
                  <a:pt x="218" y="32"/>
                </a:cubicBezTo>
                <a:cubicBezTo>
                  <a:pt x="217" y="31"/>
                  <a:pt x="216" y="32"/>
                  <a:pt x="215" y="32"/>
                </a:cubicBezTo>
                <a:cubicBezTo>
                  <a:pt x="215" y="33"/>
                  <a:pt x="215" y="33"/>
                  <a:pt x="214" y="34"/>
                </a:cubicBezTo>
                <a:cubicBezTo>
                  <a:pt x="214" y="35"/>
                  <a:pt x="214" y="36"/>
                  <a:pt x="213" y="36"/>
                </a:cubicBezTo>
                <a:cubicBezTo>
                  <a:pt x="212" y="36"/>
                  <a:pt x="212" y="34"/>
                  <a:pt x="212" y="34"/>
                </a:cubicBezTo>
                <a:cubicBezTo>
                  <a:pt x="211" y="34"/>
                  <a:pt x="211" y="35"/>
                  <a:pt x="210" y="36"/>
                </a:cubicBezTo>
                <a:cubicBezTo>
                  <a:pt x="209" y="36"/>
                  <a:pt x="209" y="36"/>
                  <a:pt x="209" y="35"/>
                </a:cubicBezTo>
                <a:cubicBezTo>
                  <a:pt x="210" y="33"/>
                  <a:pt x="210" y="29"/>
                  <a:pt x="211" y="27"/>
                </a:cubicBezTo>
                <a:cubicBezTo>
                  <a:pt x="212" y="27"/>
                  <a:pt x="211" y="29"/>
                  <a:pt x="212" y="30"/>
                </a:cubicBezTo>
                <a:cubicBezTo>
                  <a:pt x="212" y="30"/>
                  <a:pt x="213" y="30"/>
                  <a:pt x="213" y="30"/>
                </a:cubicBezTo>
                <a:cubicBezTo>
                  <a:pt x="213" y="28"/>
                  <a:pt x="213" y="26"/>
                  <a:pt x="213" y="24"/>
                </a:cubicBezTo>
                <a:cubicBezTo>
                  <a:pt x="213" y="24"/>
                  <a:pt x="213" y="24"/>
                  <a:pt x="213" y="24"/>
                </a:cubicBezTo>
                <a:cubicBezTo>
                  <a:pt x="214" y="23"/>
                  <a:pt x="215" y="26"/>
                  <a:pt x="215" y="27"/>
                </a:cubicBezTo>
                <a:cubicBezTo>
                  <a:pt x="215" y="28"/>
                  <a:pt x="215" y="29"/>
                  <a:pt x="215" y="30"/>
                </a:cubicBezTo>
                <a:cubicBezTo>
                  <a:pt x="216" y="31"/>
                  <a:pt x="217" y="31"/>
                  <a:pt x="218" y="30"/>
                </a:cubicBezTo>
                <a:cubicBezTo>
                  <a:pt x="218" y="29"/>
                  <a:pt x="217" y="28"/>
                  <a:pt x="218" y="27"/>
                </a:cubicBezTo>
                <a:cubicBezTo>
                  <a:pt x="219" y="27"/>
                  <a:pt x="219" y="29"/>
                  <a:pt x="221" y="29"/>
                </a:cubicBezTo>
                <a:cubicBezTo>
                  <a:pt x="221" y="28"/>
                  <a:pt x="222" y="28"/>
                  <a:pt x="223" y="27"/>
                </a:cubicBezTo>
                <a:cubicBezTo>
                  <a:pt x="224" y="28"/>
                  <a:pt x="225" y="30"/>
                  <a:pt x="224" y="31"/>
                </a:cubicBezTo>
                <a:cubicBezTo>
                  <a:pt x="224" y="31"/>
                  <a:pt x="223" y="31"/>
                  <a:pt x="223" y="32"/>
                </a:cubicBezTo>
                <a:cubicBezTo>
                  <a:pt x="224" y="32"/>
                  <a:pt x="228" y="33"/>
                  <a:pt x="229" y="33"/>
                </a:cubicBezTo>
                <a:cubicBezTo>
                  <a:pt x="230" y="33"/>
                  <a:pt x="232" y="37"/>
                  <a:pt x="230" y="39"/>
                </a:cubicBezTo>
                <a:cubicBezTo>
                  <a:pt x="229" y="39"/>
                  <a:pt x="226" y="39"/>
                  <a:pt x="225" y="39"/>
                </a:cubicBezTo>
                <a:cubicBezTo>
                  <a:pt x="223" y="39"/>
                  <a:pt x="223" y="39"/>
                  <a:pt x="222" y="39"/>
                </a:cubicBezTo>
                <a:cubicBezTo>
                  <a:pt x="221" y="40"/>
                  <a:pt x="221" y="40"/>
                  <a:pt x="222" y="42"/>
                </a:cubicBezTo>
                <a:cubicBezTo>
                  <a:pt x="221" y="44"/>
                  <a:pt x="218" y="42"/>
                  <a:pt x="217" y="44"/>
                </a:cubicBezTo>
                <a:cubicBezTo>
                  <a:pt x="218" y="45"/>
                  <a:pt x="220" y="46"/>
                  <a:pt x="219" y="48"/>
                </a:cubicBezTo>
                <a:cubicBezTo>
                  <a:pt x="218" y="49"/>
                  <a:pt x="215" y="49"/>
                  <a:pt x="214" y="48"/>
                </a:cubicBezTo>
                <a:cubicBezTo>
                  <a:pt x="215" y="46"/>
                  <a:pt x="215" y="46"/>
                  <a:pt x="215" y="46"/>
                </a:cubicBezTo>
                <a:cubicBezTo>
                  <a:pt x="215" y="46"/>
                  <a:pt x="215" y="46"/>
                  <a:pt x="214" y="46"/>
                </a:cubicBezTo>
                <a:cubicBezTo>
                  <a:pt x="212" y="46"/>
                  <a:pt x="210" y="51"/>
                  <a:pt x="209" y="53"/>
                </a:cubicBezTo>
                <a:cubicBezTo>
                  <a:pt x="208" y="54"/>
                  <a:pt x="207" y="58"/>
                  <a:pt x="204" y="57"/>
                </a:cubicBezTo>
                <a:close/>
                <a:moveTo>
                  <a:pt x="218" y="36"/>
                </a:moveTo>
                <a:cubicBezTo>
                  <a:pt x="218" y="35"/>
                  <a:pt x="218" y="35"/>
                  <a:pt x="218" y="35"/>
                </a:cubicBezTo>
                <a:cubicBezTo>
                  <a:pt x="218" y="35"/>
                  <a:pt x="219" y="34"/>
                  <a:pt x="219" y="34"/>
                </a:cubicBezTo>
                <a:cubicBezTo>
                  <a:pt x="219" y="35"/>
                  <a:pt x="219" y="35"/>
                  <a:pt x="218" y="36"/>
                </a:cubicBezTo>
                <a:cubicBezTo>
                  <a:pt x="218" y="36"/>
                  <a:pt x="218" y="36"/>
                  <a:pt x="218" y="36"/>
                </a:cubicBezTo>
                <a:close/>
              </a:path>
              <a:path w="232" h="59">
                <a:moveTo>
                  <a:pt x="177" y="37"/>
                </a:moveTo>
                <a:cubicBezTo>
                  <a:pt x="176" y="36"/>
                  <a:pt x="176" y="36"/>
                  <a:pt x="176" y="35"/>
                </a:cubicBezTo>
                <a:cubicBezTo>
                  <a:pt x="177" y="33"/>
                  <a:pt x="177" y="28"/>
                  <a:pt x="178" y="27"/>
                </a:cubicBezTo>
                <a:cubicBezTo>
                  <a:pt x="179" y="27"/>
                  <a:pt x="179" y="27"/>
                  <a:pt x="179" y="27"/>
                </a:cubicBezTo>
                <a:cubicBezTo>
                  <a:pt x="179" y="27"/>
                  <a:pt x="179" y="27"/>
                  <a:pt x="179" y="28"/>
                </a:cubicBezTo>
                <a:cubicBezTo>
                  <a:pt x="179" y="32"/>
                  <a:pt x="180" y="35"/>
                  <a:pt x="183" y="38"/>
                </a:cubicBezTo>
                <a:cubicBezTo>
                  <a:pt x="183" y="38"/>
                  <a:pt x="183" y="38"/>
                  <a:pt x="183" y="38"/>
                </a:cubicBezTo>
                <a:cubicBezTo>
                  <a:pt x="183" y="39"/>
                  <a:pt x="178" y="37"/>
                  <a:pt x="177" y="37"/>
                </a:cubicBezTo>
                <a:close/>
              </a:path>
              <a:path w="232" h="59">
                <a:moveTo>
                  <a:pt x="163" y="29"/>
                </a:moveTo>
                <a:cubicBezTo>
                  <a:pt x="163" y="28"/>
                  <a:pt x="163" y="28"/>
                  <a:pt x="162" y="28"/>
                </a:cubicBezTo>
                <a:cubicBezTo>
                  <a:pt x="162" y="27"/>
                  <a:pt x="162" y="27"/>
                  <a:pt x="162" y="27"/>
                </a:cubicBezTo>
                <a:cubicBezTo>
                  <a:pt x="164" y="28"/>
                  <a:pt x="165" y="28"/>
                  <a:pt x="166" y="28"/>
                </a:cubicBezTo>
                <a:cubicBezTo>
                  <a:pt x="169" y="28"/>
                  <a:pt x="171" y="27"/>
                  <a:pt x="173" y="26"/>
                </a:cubicBezTo>
                <a:cubicBezTo>
                  <a:pt x="172" y="25"/>
                  <a:pt x="170" y="25"/>
                  <a:pt x="169" y="26"/>
                </a:cubicBezTo>
                <a:cubicBezTo>
                  <a:pt x="167" y="25"/>
                  <a:pt x="166" y="21"/>
                  <a:pt x="166" y="21"/>
                </a:cubicBezTo>
                <a:cubicBezTo>
                  <a:pt x="168" y="21"/>
                  <a:pt x="172" y="23"/>
                  <a:pt x="173" y="22"/>
                </a:cubicBezTo>
                <a:cubicBezTo>
                  <a:pt x="178" y="23"/>
                  <a:pt x="178" y="21"/>
                  <a:pt x="181" y="17"/>
                </a:cubicBezTo>
                <a:cubicBezTo>
                  <a:pt x="182" y="16"/>
                  <a:pt x="184" y="12"/>
                  <a:pt x="185" y="12"/>
                </a:cubicBezTo>
                <a:cubicBezTo>
                  <a:pt x="186" y="13"/>
                  <a:pt x="186" y="15"/>
                  <a:pt x="186" y="17"/>
                </a:cubicBezTo>
                <a:cubicBezTo>
                  <a:pt x="185" y="19"/>
                  <a:pt x="183" y="20"/>
                  <a:pt x="182" y="23"/>
                </a:cubicBezTo>
                <a:cubicBezTo>
                  <a:pt x="184" y="24"/>
                  <a:pt x="185" y="22"/>
                  <a:pt x="187" y="24"/>
                </a:cubicBezTo>
                <a:cubicBezTo>
                  <a:pt x="187" y="25"/>
                  <a:pt x="187" y="25"/>
                  <a:pt x="187" y="25"/>
                </a:cubicBezTo>
                <a:cubicBezTo>
                  <a:pt x="186" y="26"/>
                  <a:pt x="184" y="25"/>
                  <a:pt x="183" y="25"/>
                </a:cubicBezTo>
                <a:cubicBezTo>
                  <a:pt x="180" y="25"/>
                  <a:pt x="180" y="25"/>
                  <a:pt x="179" y="25"/>
                </a:cubicBezTo>
                <a:cubicBezTo>
                  <a:pt x="175" y="28"/>
                  <a:pt x="169" y="33"/>
                  <a:pt x="163" y="29"/>
                </a:cubicBezTo>
                <a:close/>
              </a:path>
              <a:path w="232" h="59">
                <a:moveTo>
                  <a:pt x="134" y="18"/>
                </a:moveTo>
                <a:cubicBezTo>
                  <a:pt x="133" y="16"/>
                  <a:pt x="134" y="15"/>
                  <a:pt x="134" y="14"/>
                </a:cubicBezTo>
                <a:cubicBezTo>
                  <a:pt x="134" y="14"/>
                  <a:pt x="134" y="14"/>
                  <a:pt x="134" y="14"/>
                </a:cubicBezTo>
                <a:cubicBezTo>
                  <a:pt x="133" y="15"/>
                  <a:pt x="132" y="15"/>
                  <a:pt x="132" y="15"/>
                </a:cubicBezTo>
                <a:cubicBezTo>
                  <a:pt x="131" y="16"/>
                  <a:pt x="130" y="17"/>
                  <a:pt x="129" y="19"/>
                </a:cubicBezTo>
                <a:cubicBezTo>
                  <a:pt x="129" y="20"/>
                  <a:pt x="129" y="30"/>
                  <a:pt x="126" y="30"/>
                </a:cubicBezTo>
                <a:cubicBezTo>
                  <a:pt x="124" y="28"/>
                  <a:pt x="125" y="27"/>
                  <a:pt x="125" y="25"/>
                </a:cubicBezTo>
                <a:cubicBezTo>
                  <a:pt x="125" y="24"/>
                  <a:pt x="125" y="24"/>
                  <a:pt x="126" y="23"/>
                </a:cubicBezTo>
                <a:cubicBezTo>
                  <a:pt x="125" y="23"/>
                  <a:pt x="123" y="25"/>
                  <a:pt x="123" y="25"/>
                </a:cubicBezTo>
                <a:cubicBezTo>
                  <a:pt x="121" y="26"/>
                  <a:pt x="120" y="25"/>
                  <a:pt x="120" y="23"/>
                </a:cubicBezTo>
                <a:cubicBezTo>
                  <a:pt x="122" y="23"/>
                  <a:pt x="124" y="21"/>
                  <a:pt x="126" y="19"/>
                </a:cubicBezTo>
                <a:cubicBezTo>
                  <a:pt x="126" y="17"/>
                  <a:pt x="126" y="17"/>
                  <a:pt x="126" y="14"/>
                </a:cubicBezTo>
                <a:cubicBezTo>
                  <a:pt x="126" y="14"/>
                  <a:pt x="126" y="14"/>
                  <a:pt x="126" y="14"/>
                </a:cubicBezTo>
                <a:cubicBezTo>
                  <a:pt x="125" y="15"/>
                  <a:pt x="125" y="15"/>
                  <a:pt x="124" y="16"/>
                </a:cubicBezTo>
                <a:cubicBezTo>
                  <a:pt x="122" y="18"/>
                  <a:pt x="119" y="16"/>
                  <a:pt x="120" y="14"/>
                </a:cubicBezTo>
                <a:cubicBezTo>
                  <a:pt x="122" y="14"/>
                  <a:pt x="124" y="12"/>
                  <a:pt x="126" y="11"/>
                </a:cubicBezTo>
                <a:cubicBezTo>
                  <a:pt x="127" y="9"/>
                  <a:pt x="127" y="6"/>
                  <a:pt x="127" y="4"/>
                </a:cubicBezTo>
                <a:cubicBezTo>
                  <a:pt x="126" y="3"/>
                  <a:pt x="128" y="2"/>
                  <a:pt x="129" y="1"/>
                </a:cubicBezTo>
                <a:cubicBezTo>
                  <a:pt x="132" y="2"/>
                  <a:pt x="130" y="5"/>
                  <a:pt x="130" y="7"/>
                </a:cubicBezTo>
                <a:cubicBezTo>
                  <a:pt x="130" y="8"/>
                  <a:pt x="130" y="8"/>
                  <a:pt x="130" y="9"/>
                </a:cubicBezTo>
                <a:cubicBezTo>
                  <a:pt x="130" y="9"/>
                  <a:pt x="131" y="8"/>
                  <a:pt x="132" y="8"/>
                </a:cubicBezTo>
                <a:cubicBezTo>
                  <a:pt x="132" y="8"/>
                  <a:pt x="132" y="8"/>
                  <a:pt x="132" y="9"/>
                </a:cubicBezTo>
                <a:cubicBezTo>
                  <a:pt x="129" y="12"/>
                  <a:pt x="129" y="11"/>
                  <a:pt x="129" y="15"/>
                </a:cubicBezTo>
                <a:cubicBezTo>
                  <a:pt x="130" y="15"/>
                  <a:pt x="131" y="14"/>
                  <a:pt x="131" y="13"/>
                </a:cubicBezTo>
                <a:cubicBezTo>
                  <a:pt x="130" y="12"/>
                  <a:pt x="130" y="12"/>
                  <a:pt x="130" y="12"/>
                </a:cubicBezTo>
                <a:cubicBezTo>
                  <a:pt x="132" y="12"/>
                  <a:pt x="134" y="11"/>
                  <a:pt x="136" y="10"/>
                </a:cubicBezTo>
                <a:cubicBezTo>
                  <a:pt x="136" y="8"/>
                  <a:pt x="137" y="7"/>
                  <a:pt x="138" y="4"/>
                </a:cubicBezTo>
                <a:cubicBezTo>
                  <a:pt x="140" y="2"/>
                  <a:pt x="143" y="5"/>
                  <a:pt x="142" y="8"/>
                </a:cubicBezTo>
                <a:cubicBezTo>
                  <a:pt x="142" y="9"/>
                  <a:pt x="138" y="11"/>
                  <a:pt x="137" y="12"/>
                </a:cubicBezTo>
                <a:cubicBezTo>
                  <a:pt x="137" y="12"/>
                  <a:pt x="136" y="15"/>
                  <a:pt x="136" y="15"/>
                </a:cubicBezTo>
                <a:cubicBezTo>
                  <a:pt x="138" y="16"/>
                  <a:pt x="139" y="11"/>
                  <a:pt x="142" y="13"/>
                </a:cubicBezTo>
                <a:cubicBezTo>
                  <a:pt x="143" y="14"/>
                  <a:pt x="143" y="14"/>
                  <a:pt x="143" y="15"/>
                </a:cubicBezTo>
                <a:cubicBezTo>
                  <a:pt x="142" y="17"/>
                  <a:pt x="140" y="20"/>
                  <a:pt x="139" y="23"/>
                </a:cubicBezTo>
                <a:cubicBezTo>
                  <a:pt x="141" y="25"/>
                  <a:pt x="143" y="26"/>
                  <a:pt x="146" y="27"/>
                </a:cubicBezTo>
                <a:cubicBezTo>
                  <a:pt x="146" y="27"/>
                  <a:pt x="142" y="29"/>
                  <a:pt x="141" y="29"/>
                </a:cubicBezTo>
                <a:cubicBezTo>
                  <a:pt x="138" y="30"/>
                  <a:pt x="138" y="27"/>
                  <a:pt x="137" y="25"/>
                </a:cubicBezTo>
                <a:cubicBezTo>
                  <a:pt x="135" y="27"/>
                  <a:pt x="132" y="28"/>
                  <a:pt x="129" y="27"/>
                </a:cubicBezTo>
                <a:cubicBezTo>
                  <a:pt x="129" y="27"/>
                  <a:pt x="129" y="27"/>
                  <a:pt x="129" y="27"/>
                </a:cubicBezTo>
                <a:cubicBezTo>
                  <a:pt x="131" y="26"/>
                  <a:pt x="133" y="26"/>
                  <a:pt x="134" y="24"/>
                </a:cubicBezTo>
                <a:cubicBezTo>
                  <a:pt x="137" y="22"/>
                  <a:pt x="132" y="20"/>
                  <a:pt x="133" y="18"/>
                </a:cubicBezTo>
                <a:cubicBezTo>
                  <a:pt x="133" y="18"/>
                  <a:pt x="133" y="18"/>
                  <a:pt x="134" y="18"/>
                </a:cubicBezTo>
                <a:cubicBezTo>
                  <a:pt x="134" y="19"/>
                  <a:pt x="136" y="20"/>
                  <a:pt x="137" y="20"/>
                </a:cubicBezTo>
                <a:cubicBezTo>
                  <a:pt x="137" y="19"/>
                  <a:pt x="138" y="18"/>
                  <a:pt x="139" y="17"/>
                </a:cubicBezTo>
                <a:cubicBezTo>
                  <a:pt x="138" y="17"/>
                  <a:pt x="137" y="18"/>
                  <a:pt x="136" y="19"/>
                </a:cubicBezTo>
                <a:cubicBezTo>
                  <a:pt x="136" y="18"/>
                  <a:pt x="135" y="18"/>
                  <a:pt x="134" y="18"/>
                </a:cubicBezTo>
                <a:close/>
              </a:path>
              <a:path w="232" h="59">
                <a:moveTo>
                  <a:pt x="84" y="9"/>
                </a:moveTo>
                <a:cubicBezTo>
                  <a:pt x="86" y="9"/>
                  <a:pt x="87" y="10"/>
                  <a:pt x="87" y="12"/>
                </a:cubicBezTo>
                <a:cubicBezTo>
                  <a:pt x="88" y="11"/>
                  <a:pt x="87" y="10"/>
                  <a:pt x="90" y="11"/>
                </a:cubicBezTo>
                <a:cubicBezTo>
                  <a:pt x="90" y="12"/>
                  <a:pt x="90" y="12"/>
                  <a:pt x="90" y="14"/>
                </a:cubicBezTo>
                <a:cubicBezTo>
                  <a:pt x="89" y="15"/>
                  <a:pt x="88" y="16"/>
                  <a:pt x="87" y="17"/>
                </a:cubicBezTo>
                <a:cubicBezTo>
                  <a:pt x="88" y="19"/>
                  <a:pt x="87" y="19"/>
                  <a:pt x="88" y="20"/>
                </a:cubicBezTo>
                <a:cubicBezTo>
                  <a:pt x="88" y="20"/>
                  <a:pt x="89" y="19"/>
                  <a:pt x="90" y="18"/>
                </a:cubicBezTo>
                <a:cubicBezTo>
                  <a:pt x="90" y="20"/>
                  <a:pt x="89" y="20"/>
                  <a:pt x="88" y="21"/>
                </a:cubicBezTo>
                <a:cubicBezTo>
                  <a:pt x="88" y="24"/>
                  <a:pt x="90" y="28"/>
                  <a:pt x="88" y="30"/>
                </a:cubicBezTo>
                <a:cubicBezTo>
                  <a:pt x="85" y="31"/>
                  <a:pt x="86" y="26"/>
                  <a:pt x="85" y="25"/>
                </a:cubicBezTo>
                <a:cubicBezTo>
                  <a:pt x="85" y="25"/>
                  <a:pt x="85" y="25"/>
                  <a:pt x="85" y="25"/>
                </a:cubicBezTo>
                <a:cubicBezTo>
                  <a:pt x="84" y="26"/>
                  <a:pt x="82" y="28"/>
                  <a:pt x="81" y="27"/>
                </a:cubicBezTo>
                <a:cubicBezTo>
                  <a:pt x="80" y="26"/>
                  <a:pt x="81" y="24"/>
                  <a:pt x="82" y="22"/>
                </a:cubicBezTo>
                <a:cubicBezTo>
                  <a:pt x="83" y="21"/>
                  <a:pt x="85" y="18"/>
                  <a:pt x="85" y="18"/>
                </a:cubicBezTo>
                <a:cubicBezTo>
                  <a:pt x="85" y="17"/>
                  <a:pt x="85" y="17"/>
                  <a:pt x="85" y="17"/>
                </a:cubicBezTo>
                <a:cubicBezTo>
                  <a:pt x="85" y="17"/>
                  <a:pt x="84" y="16"/>
                  <a:pt x="84" y="16"/>
                </a:cubicBezTo>
                <a:cubicBezTo>
                  <a:pt x="83" y="18"/>
                  <a:pt x="81" y="20"/>
                  <a:pt x="79" y="20"/>
                </a:cubicBezTo>
                <a:cubicBezTo>
                  <a:pt x="78" y="19"/>
                  <a:pt x="78" y="19"/>
                  <a:pt x="78" y="18"/>
                </a:cubicBezTo>
                <a:cubicBezTo>
                  <a:pt x="80" y="17"/>
                  <a:pt x="82" y="15"/>
                  <a:pt x="84" y="14"/>
                </a:cubicBezTo>
                <a:cubicBezTo>
                  <a:pt x="84" y="12"/>
                  <a:pt x="83" y="11"/>
                  <a:pt x="84" y="9"/>
                </a:cubicBezTo>
                <a:cubicBezTo>
                  <a:pt x="82" y="9"/>
                  <a:pt x="81" y="10"/>
                  <a:pt x="80" y="10"/>
                </a:cubicBezTo>
                <a:cubicBezTo>
                  <a:pt x="80" y="10"/>
                  <a:pt x="80" y="10"/>
                  <a:pt x="81" y="9"/>
                </a:cubicBezTo>
                <a:cubicBezTo>
                  <a:pt x="85" y="6"/>
                  <a:pt x="86" y="5"/>
                  <a:pt x="86" y="4"/>
                </a:cubicBezTo>
                <a:cubicBezTo>
                  <a:pt x="87" y="3"/>
                  <a:pt x="87" y="2"/>
                  <a:pt x="89" y="3"/>
                </a:cubicBezTo>
                <a:cubicBezTo>
                  <a:pt x="90" y="3"/>
                  <a:pt x="90" y="5"/>
                  <a:pt x="90" y="5"/>
                </a:cubicBezTo>
                <a:cubicBezTo>
                  <a:pt x="88" y="7"/>
                  <a:pt x="86" y="8"/>
                  <a:pt x="84" y="9"/>
                </a:cubicBezTo>
                <a:cubicBezTo>
                  <a:pt x="84" y="9"/>
                  <a:pt x="84" y="9"/>
                  <a:pt x="84" y="9"/>
                </a:cubicBezTo>
                <a:close/>
                <a:moveTo>
                  <a:pt x="84" y="23"/>
                </a:moveTo>
                <a:cubicBezTo>
                  <a:pt x="84" y="22"/>
                  <a:pt x="84" y="22"/>
                  <a:pt x="85" y="21"/>
                </a:cubicBezTo>
                <a:cubicBezTo>
                  <a:pt x="85" y="21"/>
                  <a:pt x="85" y="21"/>
                  <a:pt x="85" y="22"/>
                </a:cubicBezTo>
                <a:cubicBezTo>
                  <a:pt x="85" y="22"/>
                  <a:pt x="85" y="23"/>
                  <a:pt x="84" y="23"/>
                </a:cubicBezTo>
                <a:close/>
              </a:path>
              <a:path w="232" h="59">
                <a:moveTo>
                  <a:pt x="99" y="32"/>
                </a:moveTo>
                <a:cubicBezTo>
                  <a:pt x="99" y="32"/>
                  <a:pt x="98" y="32"/>
                  <a:pt x="98" y="31"/>
                </a:cubicBezTo>
                <a:cubicBezTo>
                  <a:pt x="98" y="28"/>
                  <a:pt x="97" y="25"/>
                  <a:pt x="97" y="22"/>
                </a:cubicBezTo>
                <a:cubicBezTo>
                  <a:pt x="96" y="22"/>
                  <a:pt x="95" y="23"/>
                  <a:pt x="94" y="24"/>
                </a:cubicBezTo>
                <a:cubicBezTo>
                  <a:pt x="93" y="24"/>
                  <a:pt x="92" y="24"/>
                  <a:pt x="92" y="23"/>
                </a:cubicBezTo>
                <a:cubicBezTo>
                  <a:pt x="92" y="23"/>
                  <a:pt x="92" y="22"/>
                  <a:pt x="92" y="22"/>
                </a:cubicBezTo>
                <a:cubicBezTo>
                  <a:pt x="92" y="20"/>
                  <a:pt x="93" y="16"/>
                  <a:pt x="91" y="16"/>
                </a:cubicBezTo>
                <a:cubicBezTo>
                  <a:pt x="90" y="15"/>
                  <a:pt x="90" y="15"/>
                  <a:pt x="90" y="14"/>
                </a:cubicBezTo>
                <a:cubicBezTo>
                  <a:pt x="92" y="14"/>
                  <a:pt x="91" y="11"/>
                  <a:pt x="91" y="10"/>
                </a:cubicBezTo>
                <a:cubicBezTo>
                  <a:pt x="89" y="9"/>
                  <a:pt x="87" y="8"/>
                  <a:pt x="89" y="7"/>
                </a:cubicBezTo>
                <a:cubicBezTo>
                  <a:pt x="91" y="7"/>
                  <a:pt x="93" y="7"/>
                  <a:pt x="94" y="9"/>
                </a:cubicBezTo>
                <a:cubicBezTo>
                  <a:pt x="94" y="10"/>
                  <a:pt x="92" y="12"/>
                  <a:pt x="92" y="13"/>
                </a:cubicBezTo>
                <a:cubicBezTo>
                  <a:pt x="94" y="13"/>
                  <a:pt x="95" y="14"/>
                  <a:pt x="95" y="16"/>
                </a:cubicBezTo>
                <a:cubicBezTo>
                  <a:pt x="93" y="17"/>
                  <a:pt x="93" y="18"/>
                  <a:pt x="94" y="20"/>
                </a:cubicBezTo>
                <a:cubicBezTo>
                  <a:pt x="95" y="19"/>
                  <a:pt x="95" y="18"/>
                  <a:pt x="96" y="17"/>
                </a:cubicBezTo>
                <a:cubicBezTo>
                  <a:pt x="96" y="11"/>
                  <a:pt x="93" y="7"/>
                  <a:pt x="93" y="2"/>
                </a:cubicBezTo>
                <a:cubicBezTo>
                  <a:pt x="94" y="0"/>
                  <a:pt x="96" y="0"/>
                  <a:pt x="97" y="2"/>
                </a:cubicBezTo>
                <a:cubicBezTo>
                  <a:pt x="97" y="5"/>
                  <a:pt x="97" y="11"/>
                  <a:pt x="99" y="14"/>
                </a:cubicBezTo>
                <a:cubicBezTo>
                  <a:pt x="99" y="13"/>
                  <a:pt x="100" y="12"/>
                  <a:pt x="100" y="11"/>
                </a:cubicBezTo>
                <a:cubicBezTo>
                  <a:pt x="101" y="11"/>
                  <a:pt x="102" y="12"/>
                  <a:pt x="103" y="14"/>
                </a:cubicBezTo>
                <a:cubicBezTo>
                  <a:pt x="101" y="15"/>
                  <a:pt x="100" y="16"/>
                  <a:pt x="99" y="18"/>
                </a:cubicBezTo>
                <a:cubicBezTo>
                  <a:pt x="100" y="23"/>
                  <a:pt x="100" y="26"/>
                  <a:pt x="101" y="29"/>
                </a:cubicBezTo>
                <a:cubicBezTo>
                  <a:pt x="100" y="30"/>
                  <a:pt x="100" y="32"/>
                  <a:pt x="99" y="32"/>
                </a:cubicBezTo>
                <a:close/>
              </a:path>
              <a:path w="232" h="59">
                <a:moveTo>
                  <a:pt x="58" y="41"/>
                </a:moveTo>
                <a:cubicBezTo>
                  <a:pt x="58" y="42"/>
                  <a:pt x="57" y="41"/>
                  <a:pt x="57" y="41"/>
                </a:cubicBezTo>
                <a:cubicBezTo>
                  <a:pt x="52" y="36"/>
                  <a:pt x="53" y="29"/>
                  <a:pt x="50" y="25"/>
                </a:cubicBezTo>
                <a:cubicBezTo>
                  <a:pt x="48" y="26"/>
                  <a:pt x="48" y="30"/>
                  <a:pt x="47" y="31"/>
                </a:cubicBezTo>
                <a:cubicBezTo>
                  <a:pt x="44" y="33"/>
                  <a:pt x="43" y="28"/>
                  <a:pt x="43" y="26"/>
                </a:cubicBezTo>
                <a:cubicBezTo>
                  <a:pt x="43" y="25"/>
                  <a:pt x="43" y="24"/>
                  <a:pt x="43" y="23"/>
                </a:cubicBezTo>
                <a:cubicBezTo>
                  <a:pt x="44" y="23"/>
                  <a:pt x="45" y="25"/>
                  <a:pt x="46" y="26"/>
                </a:cubicBezTo>
                <a:cubicBezTo>
                  <a:pt x="47" y="26"/>
                  <a:pt x="47" y="26"/>
                  <a:pt x="47" y="26"/>
                </a:cubicBezTo>
                <a:cubicBezTo>
                  <a:pt x="50" y="21"/>
                  <a:pt x="47" y="18"/>
                  <a:pt x="44" y="15"/>
                </a:cubicBezTo>
                <a:cubicBezTo>
                  <a:pt x="44" y="14"/>
                  <a:pt x="44" y="13"/>
                  <a:pt x="45" y="12"/>
                </a:cubicBezTo>
                <a:cubicBezTo>
                  <a:pt x="45" y="12"/>
                  <a:pt x="47" y="12"/>
                  <a:pt x="48" y="12"/>
                </a:cubicBezTo>
                <a:cubicBezTo>
                  <a:pt x="48" y="12"/>
                  <a:pt x="48" y="12"/>
                  <a:pt x="48" y="12"/>
                </a:cubicBezTo>
                <a:cubicBezTo>
                  <a:pt x="49" y="14"/>
                  <a:pt x="50" y="16"/>
                  <a:pt x="50" y="17"/>
                </a:cubicBezTo>
                <a:cubicBezTo>
                  <a:pt x="50" y="17"/>
                  <a:pt x="51" y="17"/>
                  <a:pt x="51" y="17"/>
                </a:cubicBezTo>
                <a:cubicBezTo>
                  <a:pt x="52" y="16"/>
                  <a:pt x="53" y="14"/>
                  <a:pt x="54" y="12"/>
                </a:cubicBezTo>
                <a:cubicBezTo>
                  <a:pt x="55" y="12"/>
                  <a:pt x="57" y="10"/>
                  <a:pt x="58" y="13"/>
                </a:cubicBezTo>
                <a:cubicBezTo>
                  <a:pt x="58" y="15"/>
                  <a:pt x="53" y="19"/>
                  <a:pt x="57" y="20"/>
                </a:cubicBezTo>
                <a:cubicBezTo>
                  <a:pt x="57" y="20"/>
                  <a:pt x="57" y="21"/>
                  <a:pt x="57" y="21"/>
                </a:cubicBezTo>
                <a:cubicBezTo>
                  <a:pt x="57" y="23"/>
                  <a:pt x="55" y="25"/>
                  <a:pt x="53" y="26"/>
                </a:cubicBezTo>
                <a:cubicBezTo>
                  <a:pt x="54" y="30"/>
                  <a:pt x="57" y="34"/>
                  <a:pt x="58" y="37"/>
                </a:cubicBezTo>
                <a:cubicBezTo>
                  <a:pt x="59" y="39"/>
                  <a:pt x="59" y="40"/>
                  <a:pt x="58" y="41"/>
                </a:cubicBezTo>
                <a:close/>
                <a:moveTo>
                  <a:pt x="53" y="23"/>
                </a:moveTo>
                <a:cubicBezTo>
                  <a:pt x="52" y="23"/>
                  <a:pt x="51" y="21"/>
                  <a:pt x="51" y="21"/>
                </a:cubicBezTo>
                <a:cubicBezTo>
                  <a:pt x="51" y="20"/>
                  <a:pt x="52" y="18"/>
                  <a:pt x="53" y="18"/>
                </a:cubicBezTo>
                <a:cubicBezTo>
                  <a:pt x="54" y="20"/>
                  <a:pt x="54" y="21"/>
                  <a:pt x="53" y="23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14" name="Freeform 15"/>
          <p:cNvSpPr>
            <a:spLocks noGrp="1"/>
          </p:cNvSpPr>
          <p:nvPr/>
        </p:nvSpPr>
        <p:spPr>
          <a:xfrm>
            <a:off x="9802619" y="257975"/>
            <a:ext cx="519403" cy="294625"/>
          </a:xfrm>
          <a:custGeom>
            <a:avLst/>
            <a:gdLst/>
            <a:ahLst/>
            <a:cxnLst/>
            <a:rect l="l" t="t" r="r" b="b"/>
            <a:pathLst>
              <a:path w="336" h="189">
                <a:moveTo>
                  <a:pt x="293" y="24"/>
                </a:moveTo>
                <a:lnTo>
                  <a:pt x="299" y="19"/>
                </a:lnTo>
                <a:lnTo>
                  <a:pt x="300" y="19"/>
                </a:lnTo>
                <a:cubicBezTo>
                  <a:pt x="298" y="20"/>
                  <a:pt x="297" y="22"/>
                  <a:pt x="297" y="23"/>
                </a:cubicBezTo>
                <a:cubicBezTo>
                  <a:pt x="296" y="24"/>
                  <a:pt x="296" y="26"/>
                  <a:pt x="297" y="27"/>
                </a:cubicBezTo>
                <a:cubicBezTo>
                  <a:pt x="298" y="28"/>
                  <a:pt x="299" y="28"/>
                  <a:pt x="302" y="27"/>
                </a:cubicBezTo>
                <a:cubicBezTo>
                  <a:pt x="304" y="27"/>
                  <a:pt x="307" y="25"/>
                  <a:pt x="309" y="23"/>
                </a:cubicBezTo>
                <a:cubicBezTo>
                  <a:pt x="311" y="22"/>
                  <a:pt x="313" y="20"/>
                  <a:pt x="314" y="19"/>
                </a:cubicBezTo>
                <a:cubicBezTo>
                  <a:pt x="316" y="17"/>
                  <a:pt x="316" y="16"/>
                  <a:pt x="317" y="14"/>
                </a:cubicBezTo>
                <a:cubicBezTo>
                  <a:pt x="317" y="13"/>
                  <a:pt x="317" y="12"/>
                  <a:pt x="317" y="12"/>
                </a:cubicBezTo>
                <a:cubicBezTo>
                  <a:pt x="316" y="11"/>
                  <a:pt x="316" y="11"/>
                  <a:pt x="315" y="11"/>
                </a:cubicBezTo>
                <a:cubicBezTo>
                  <a:pt x="315" y="11"/>
                  <a:pt x="314" y="10"/>
                  <a:pt x="314" y="10"/>
                </a:cubicBezTo>
                <a:lnTo>
                  <a:pt x="308" y="15"/>
                </a:lnTo>
                <a:cubicBezTo>
                  <a:pt x="307" y="16"/>
                  <a:pt x="306" y="16"/>
                  <a:pt x="306" y="17"/>
                </a:cubicBezTo>
                <a:cubicBezTo>
                  <a:pt x="305" y="17"/>
                  <a:pt x="305" y="17"/>
                  <a:pt x="305" y="18"/>
                </a:cubicBezTo>
                <a:cubicBezTo>
                  <a:pt x="305" y="18"/>
                  <a:pt x="305" y="18"/>
                  <a:pt x="306" y="19"/>
                </a:cubicBezTo>
                <a:lnTo>
                  <a:pt x="305" y="19"/>
                </a:lnTo>
                <a:lnTo>
                  <a:pt x="302" y="15"/>
                </a:lnTo>
                <a:lnTo>
                  <a:pt x="303" y="15"/>
                </a:lnTo>
                <a:cubicBezTo>
                  <a:pt x="303" y="15"/>
                  <a:pt x="304" y="15"/>
                  <a:pt x="304" y="15"/>
                </a:cubicBezTo>
                <a:cubicBezTo>
                  <a:pt x="305" y="15"/>
                  <a:pt x="305" y="14"/>
                  <a:pt x="307" y="13"/>
                </a:cubicBezTo>
                <a:lnTo>
                  <a:pt x="313" y="9"/>
                </a:lnTo>
                <a:cubicBezTo>
                  <a:pt x="314" y="9"/>
                  <a:pt x="315" y="9"/>
                  <a:pt x="316" y="9"/>
                </a:cubicBezTo>
                <a:cubicBezTo>
                  <a:pt x="316" y="10"/>
                  <a:pt x="317" y="10"/>
                  <a:pt x="318" y="11"/>
                </a:cubicBezTo>
                <a:cubicBezTo>
                  <a:pt x="319" y="13"/>
                  <a:pt x="319" y="15"/>
                  <a:pt x="317" y="18"/>
                </a:cubicBezTo>
                <a:cubicBezTo>
                  <a:pt x="316" y="21"/>
                  <a:pt x="314" y="23"/>
                  <a:pt x="311" y="25"/>
                </a:cubicBezTo>
                <a:cubicBezTo>
                  <a:pt x="309" y="26"/>
                  <a:pt x="307" y="27"/>
                  <a:pt x="305" y="28"/>
                </a:cubicBezTo>
                <a:cubicBezTo>
                  <a:pt x="303" y="29"/>
                  <a:pt x="301" y="29"/>
                  <a:pt x="299" y="29"/>
                </a:cubicBezTo>
                <a:cubicBezTo>
                  <a:pt x="298" y="29"/>
                  <a:pt x="296" y="29"/>
                  <a:pt x="296" y="28"/>
                </a:cubicBezTo>
                <a:cubicBezTo>
                  <a:pt x="295" y="27"/>
                  <a:pt x="295" y="27"/>
                  <a:pt x="295" y="26"/>
                </a:cubicBezTo>
                <a:cubicBezTo>
                  <a:pt x="295" y="26"/>
                  <a:pt x="295" y="25"/>
                  <a:pt x="295" y="24"/>
                </a:cubicBezTo>
                <a:cubicBezTo>
                  <a:pt x="295" y="24"/>
                  <a:pt x="295" y="24"/>
                  <a:pt x="295" y="24"/>
                </a:cubicBezTo>
                <a:cubicBezTo>
                  <a:pt x="295" y="23"/>
                  <a:pt x="295" y="23"/>
                  <a:pt x="294" y="24"/>
                </a:cubicBezTo>
                <a:cubicBezTo>
                  <a:pt x="294" y="24"/>
                  <a:pt x="294" y="24"/>
                  <a:pt x="293" y="24"/>
                </a:cubicBezTo>
                <a:close/>
              </a:path>
              <a:path w="336" h="189">
                <a:moveTo>
                  <a:pt x="293" y="145"/>
                </a:moveTo>
                <a:lnTo>
                  <a:pt x="292" y="145"/>
                </a:lnTo>
                <a:lnTo>
                  <a:pt x="293" y="144"/>
                </a:lnTo>
                <a:cubicBezTo>
                  <a:pt x="293" y="144"/>
                  <a:pt x="293" y="144"/>
                  <a:pt x="293" y="143"/>
                </a:cubicBezTo>
                <a:cubicBezTo>
                  <a:pt x="293" y="143"/>
                  <a:pt x="292" y="142"/>
                  <a:pt x="292" y="141"/>
                </a:cubicBezTo>
                <a:lnTo>
                  <a:pt x="282" y="128"/>
                </a:lnTo>
                <a:cubicBezTo>
                  <a:pt x="281" y="126"/>
                  <a:pt x="280" y="126"/>
                  <a:pt x="280" y="126"/>
                </a:cubicBezTo>
                <a:cubicBezTo>
                  <a:pt x="279" y="125"/>
                  <a:pt x="279" y="125"/>
                  <a:pt x="278" y="126"/>
                </a:cubicBezTo>
                <a:lnTo>
                  <a:pt x="277" y="125"/>
                </a:lnTo>
                <a:lnTo>
                  <a:pt x="282" y="122"/>
                </a:lnTo>
                <a:cubicBezTo>
                  <a:pt x="283" y="121"/>
                  <a:pt x="284" y="120"/>
                  <a:pt x="286" y="121"/>
                </a:cubicBezTo>
                <a:cubicBezTo>
                  <a:pt x="287" y="121"/>
                  <a:pt x="288" y="121"/>
                  <a:pt x="290" y="123"/>
                </a:cubicBezTo>
                <a:cubicBezTo>
                  <a:pt x="292" y="124"/>
                  <a:pt x="293" y="125"/>
                  <a:pt x="295" y="128"/>
                </a:cubicBezTo>
                <a:cubicBezTo>
                  <a:pt x="297" y="130"/>
                  <a:pt x="299" y="133"/>
                  <a:pt x="299" y="135"/>
                </a:cubicBezTo>
                <a:cubicBezTo>
                  <a:pt x="300" y="138"/>
                  <a:pt x="299" y="140"/>
                  <a:pt x="297" y="142"/>
                </a:cubicBezTo>
                <a:lnTo>
                  <a:pt x="293" y="145"/>
                </a:lnTo>
                <a:close/>
                <a:moveTo>
                  <a:pt x="295" y="142"/>
                </a:moveTo>
                <a:cubicBezTo>
                  <a:pt x="295" y="141"/>
                  <a:pt x="296" y="141"/>
                  <a:pt x="296" y="141"/>
                </a:cubicBezTo>
                <a:cubicBezTo>
                  <a:pt x="298" y="140"/>
                  <a:pt x="298" y="139"/>
                  <a:pt x="297" y="136"/>
                </a:cubicBezTo>
                <a:cubicBezTo>
                  <a:pt x="297" y="134"/>
                  <a:pt x="296" y="132"/>
                  <a:pt x="293" y="129"/>
                </a:cubicBezTo>
                <a:cubicBezTo>
                  <a:pt x="291" y="126"/>
                  <a:pt x="289" y="124"/>
                  <a:pt x="287" y="123"/>
                </a:cubicBezTo>
                <a:cubicBezTo>
                  <a:pt x="285" y="122"/>
                  <a:pt x="284" y="122"/>
                  <a:pt x="283" y="123"/>
                </a:cubicBezTo>
                <a:cubicBezTo>
                  <a:pt x="282" y="123"/>
                  <a:pt x="282" y="124"/>
                  <a:pt x="281" y="125"/>
                </a:cubicBezTo>
                <a:lnTo>
                  <a:pt x="295" y="142"/>
                </a:lnTo>
                <a:close/>
              </a:path>
              <a:path w="336" h="189">
                <a:moveTo>
                  <a:pt x="266" y="134"/>
                </a:moveTo>
                <a:lnTo>
                  <a:pt x="268" y="132"/>
                </a:lnTo>
                <a:lnTo>
                  <a:pt x="286" y="143"/>
                </a:lnTo>
                <a:lnTo>
                  <a:pt x="277" y="131"/>
                </a:lnTo>
                <a:cubicBezTo>
                  <a:pt x="276" y="130"/>
                  <a:pt x="276" y="129"/>
                  <a:pt x="275" y="129"/>
                </a:cubicBezTo>
                <a:cubicBezTo>
                  <a:pt x="275" y="129"/>
                  <a:pt x="274" y="129"/>
                  <a:pt x="274" y="129"/>
                </a:cubicBezTo>
                <a:lnTo>
                  <a:pt x="273" y="129"/>
                </a:lnTo>
                <a:lnTo>
                  <a:pt x="277" y="126"/>
                </a:lnTo>
                <a:lnTo>
                  <a:pt x="277" y="127"/>
                </a:lnTo>
                <a:cubicBezTo>
                  <a:pt x="276" y="127"/>
                  <a:pt x="276" y="128"/>
                  <a:pt x="276" y="128"/>
                </a:cubicBezTo>
                <a:cubicBezTo>
                  <a:pt x="277" y="129"/>
                  <a:pt x="277" y="129"/>
                  <a:pt x="278" y="130"/>
                </a:cubicBezTo>
                <a:lnTo>
                  <a:pt x="291" y="147"/>
                </a:lnTo>
                <a:lnTo>
                  <a:pt x="290" y="148"/>
                </a:lnTo>
                <a:lnTo>
                  <a:pt x="272" y="136"/>
                </a:lnTo>
                <a:lnTo>
                  <a:pt x="281" y="149"/>
                </a:lnTo>
                <a:cubicBezTo>
                  <a:pt x="282" y="150"/>
                  <a:pt x="283" y="151"/>
                  <a:pt x="283" y="151"/>
                </a:cubicBezTo>
                <a:cubicBezTo>
                  <a:pt x="284" y="151"/>
                  <a:pt x="284" y="151"/>
                  <a:pt x="284" y="151"/>
                </a:cubicBezTo>
                <a:lnTo>
                  <a:pt x="285" y="151"/>
                </a:lnTo>
                <a:lnTo>
                  <a:pt x="282" y="154"/>
                </a:lnTo>
                <a:lnTo>
                  <a:pt x="281" y="153"/>
                </a:lnTo>
                <a:lnTo>
                  <a:pt x="282" y="153"/>
                </a:lnTo>
                <a:cubicBezTo>
                  <a:pt x="282" y="153"/>
                  <a:pt x="282" y="152"/>
                  <a:pt x="282" y="152"/>
                </a:cubicBezTo>
                <a:cubicBezTo>
                  <a:pt x="282" y="151"/>
                  <a:pt x="281" y="150"/>
                  <a:pt x="280" y="149"/>
                </a:cubicBezTo>
                <a:lnTo>
                  <a:pt x="270" y="135"/>
                </a:lnTo>
                <a:cubicBezTo>
                  <a:pt x="269" y="135"/>
                  <a:pt x="268" y="135"/>
                  <a:pt x="268" y="134"/>
                </a:cubicBezTo>
                <a:cubicBezTo>
                  <a:pt x="268" y="134"/>
                  <a:pt x="267" y="134"/>
                  <a:pt x="267" y="134"/>
                </a:cubicBezTo>
                <a:cubicBezTo>
                  <a:pt x="267" y="134"/>
                  <a:pt x="267" y="135"/>
                  <a:pt x="266" y="135"/>
                </a:cubicBezTo>
                <a:lnTo>
                  <a:pt x="266" y="134"/>
                </a:lnTo>
                <a:close/>
              </a:path>
              <a:path w="336" h="189">
                <a:moveTo>
                  <a:pt x="272" y="151"/>
                </a:moveTo>
                <a:lnTo>
                  <a:pt x="268" y="154"/>
                </a:lnTo>
                <a:lnTo>
                  <a:pt x="270" y="157"/>
                </a:lnTo>
                <a:cubicBezTo>
                  <a:pt x="270" y="158"/>
                  <a:pt x="270" y="159"/>
                  <a:pt x="271" y="159"/>
                </a:cubicBezTo>
                <a:cubicBezTo>
                  <a:pt x="271" y="160"/>
                  <a:pt x="271" y="160"/>
                  <a:pt x="272" y="160"/>
                </a:cubicBezTo>
                <a:cubicBezTo>
                  <a:pt x="272" y="160"/>
                  <a:pt x="272" y="160"/>
                  <a:pt x="273" y="160"/>
                </a:cubicBezTo>
                <a:lnTo>
                  <a:pt x="270" y="163"/>
                </a:lnTo>
                <a:lnTo>
                  <a:pt x="270" y="162"/>
                </a:lnTo>
                <a:cubicBezTo>
                  <a:pt x="270" y="162"/>
                  <a:pt x="270" y="161"/>
                  <a:pt x="270" y="161"/>
                </a:cubicBezTo>
                <a:cubicBezTo>
                  <a:pt x="270" y="160"/>
                  <a:pt x="270" y="159"/>
                  <a:pt x="269" y="157"/>
                </a:cubicBezTo>
                <a:lnTo>
                  <a:pt x="260" y="138"/>
                </a:lnTo>
                <a:lnTo>
                  <a:pt x="276" y="152"/>
                </a:lnTo>
                <a:cubicBezTo>
                  <a:pt x="277" y="153"/>
                  <a:pt x="278" y="154"/>
                  <a:pt x="279" y="154"/>
                </a:cubicBezTo>
                <a:cubicBezTo>
                  <a:pt x="279" y="154"/>
                  <a:pt x="280" y="154"/>
                  <a:pt x="280" y="154"/>
                </a:cubicBezTo>
                <a:lnTo>
                  <a:pt x="281" y="155"/>
                </a:lnTo>
                <a:lnTo>
                  <a:pt x="277" y="158"/>
                </a:lnTo>
                <a:lnTo>
                  <a:pt x="276" y="157"/>
                </a:lnTo>
                <a:cubicBezTo>
                  <a:pt x="277" y="157"/>
                  <a:pt x="277" y="156"/>
                  <a:pt x="277" y="156"/>
                </a:cubicBezTo>
                <a:cubicBezTo>
                  <a:pt x="277" y="156"/>
                  <a:pt x="277" y="155"/>
                  <a:pt x="276" y="155"/>
                </a:cubicBezTo>
                <a:cubicBezTo>
                  <a:pt x="276" y="155"/>
                  <a:pt x="276" y="154"/>
                  <a:pt x="275" y="153"/>
                </a:cubicBezTo>
                <a:lnTo>
                  <a:pt x="272" y="151"/>
                </a:lnTo>
                <a:close/>
                <a:moveTo>
                  <a:pt x="271" y="150"/>
                </a:moveTo>
                <a:lnTo>
                  <a:pt x="263" y="143"/>
                </a:lnTo>
                <a:lnTo>
                  <a:pt x="267" y="152"/>
                </a:lnTo>
                <a:lnTo>
                  <a:pt x="271" y="150"/>
                </a:lnTo>
                <a:close/>
              </a:path>
              <a:path w="336" h="189">
                <a:moveTo>
                  <a:pt x="319" y="86"/>
                </a:moveTo>
                <a:lnTo>
                  <a:pt x="320" y="81"/>
                </a:lnTo>
                <a:lnTo>
                  <a:pt x="313" y="79"/>
                </a:lnTo>
                <a:cubicBezTo>
                  <a:pt x="311" y="79"/>
                  <a:pt x="311" y="79"/>
                  <a:pt x="310" y="79"/>
                </a:cubicBezTo>
                <a:cubicBezTo>
                  <a:pt x="310" y="79"/>
                  <a:pt x="310" y="79"/>
                  <a:pt x="309" y="79"/>
                </a:cubicBezTo>
                <a:cubicBezTo>
                  <a:pt x="309" y="79"/>
                  <a:pt x="309" y="80"/>
                  <a:pt x="309" y="80"/>
                </a:cubicBezTo>
                <a:lnTo>
                  <a:pt x="308" y="80"/>
                </a:lnTo>
                <a:lnTo>
                  <a:pt x="309" y="75"/>
                </a:lnTo>
                <a:lnTo>
                  <a:pt x="310" y="75"/>
                </a:lnTo>
                <a:cubicBezTo>
                  <a:pt x="309" y="76"/>
                  <a:pt x="310" y="76"/>
                  <a:pt x="310" y="76"/>
                </a:cubicBezTo>
                <a:cubicBezTo>
                  <a:pt x="310" y="77"/>
                  <a:pt x="310" y="77"/>
                  <a:pt x="311" y="77"/>
                </a:cubicBezTo>
                <a:cubicBezTo>
                  <a:pt x="311" y="77"/>
                  <a:pt x="312" y="77"/>
                  <a:pt x="313" y="77"/>
                </a:cubicBezTo>
                <a:lnTo>
                  <a:pt x="330" y="80"/>
                </a:lnTo>
                <a:cubicBezTo>
                  <a:pt x="331" y="81"/>
                  <a:pt x="332" y="81"/>
                  <a:pt x="332" y="81"/>
                </a:cubicBezTo>
                <a:cubicBezTo>
                  <a:pt x="333" y="81"/>
                  <a:pt x="333" y="81"/>
                  <a:pt x="333" y="81"/>
                </a:cubicBezTo>
                <a:cubicBezTo>
                  <a:pt x="334" y="80"/>
                  <a:pt x="334" y="80"/>
                  <a:pt x="334" y="80"/>
                </a:cubicBezTo>
                <a:lnTo>
                  <a:pt x="334" y="79"/>
                </a:lnTo>
                <a:lnTo>
                  <a:pt x="335" y="80"/>
                </a:lnTo>
                <a:lnTo>
                  <a:pt x="334" y="85"/>
                </a:lnTo>
                <a:lnTo>
                  <a:pt x="333" y="85"/>
                </a:lnTo>
                <a:lnTo>
                  <a:pt x="333" y="84"/>
                </a:lnTo>
                <a:cubicBezTo>
                  <a:pt x="333" y="84"/>
                  <a:pt x="333" y="83"/>
                  <a:pt x="332" y="83"/>
                </a:cubicBezTo>
                <a:cubicBezTo>
                  <a:pt x="332" y="83"/>
                  <a:pt x="331" y="83"/>
                  <a:pt x="329" y="82"/>
                </a:cubicBezTo>
                <a:lnTo>
                  <a:pt x="322" y="81"/>
                </a:lnTo>
                <a:lnTo>
                  <a:pt x="320" y="87"/>
                </a:lnTo>
                <a:lnTo>
                  <a:pt x="328" y="88"/>
                </a:lnTo>
                <a:cubicBezTo>
                  <a:pt x="330" y="88"/>
                  <a:pt x="331" y="88"/>
                  <a:pt x="331" y="88"/>
                </a:cubicBezTo>
                <a:cubicBezTo>
                  <a:pt x="331" y="88"/>
                  <a:pt x="332" y="88"/>
                  <a:pt x="332" y="88"/>
                </a:cubicBezTo>
                <a:cubicBezTo>
                  <a:pt x="332" y="88"/>
                  <a:pt x="332" y="88"/>
                  <a:pt x="333" y="87"/>
                </a:cubicBezTo>
                <a:lnTo>
                  <a:pt x="332" y="92"/>
                </a:lnTo>
                <a:cubicBezTo>
                  <a:pt x="332" y="91"/>
                  <a:pt x="331" y="91"/>
                  <a:pt x="331" y="90"/>
                </a:cubicBezTo>
                <a:cubicBezTo>
                  <a:pt x="331" y="90"/>
                  <a:pt x="330" y="90"/>
                  <a:pt x="328" y="90"/>
                </a:cubicBezTo>
                <a:lnTo>
                  <a:pt x="311" y="87"/>
                </a:lnTo>
                <a:cubicBezTo>
                  <a:pt x="310" y="86"/>
                  <a:pt x="309" y="86"/>
                  <a:pt x="309" y="86"/>
                </a:cubicBezTo>
                <a:cubicBezTo>
                  <a:pt x="308" y="86"/>
                  <a:pt x="308" y="86"/>
                  <a:pt x="308" y="87"/>
                </a:cubicBezTo>
                <a:cubicBezTo>
                  <a:pt x="307" y="87"/>
                  <a:pt x="307" y="87"/>
                  <a:pt x="307" y="87"/>
                </a:cubicBezTo>
                <a:lnTo>
                  <a:pt x="307" y="88"/>
                </a:lnTo>
                <a:lnTo>
                  <a:pt x="306" y="88"/>
                </a:lnTo>
                <a:lnTo>
                  <a:pt x="307" y="82"/>
                </a:lnTo>
                <a:lnTo>
                  <a:pt x="308" y="82"/>
                </a:lnTo>
                <a:lnTo>
                  <a:pt x="308" y="83"/>
                </a:lnTo>
                <a:cubicBezTo>
                  <a:pt x="308" y="83"/>
                  <a:pt x="308" y="84"/>
                  <a:pt x="308" y="84"/>
                </a:cubicBezTo>
                <a:cubicBezTo>
                  <a:pt x="309" y="84"/>
                  <a:pt x="309" y="84"/>
                  <a:pt x="309" y="84"/>
                </a:cubicBezTo>
                <a:cubicBezTo>
                  <a:pt x="310" y="85"/>
                  <a:pt x="310" y="85"/>
                  <a:pt x="312" y="85"/>
                </a:cubicBezTo>
                <a:lnTo>
                  <a:pt x="319" y="86"/>
                </a:lnTo>
                <a:close/>
              </a:path>
              <a:path w="336" h="189">
                <a:moveTo>
                  <a:pt x="305" y="89"/>
                </a:moveTo>
                <a:lnTo>
                  <a:pt x="314" y="91"/>
                </a:lnTo>
                <a:cubicBezTo>
                  <a:pt x="311" y="91"/>
                  <a:pt x="309" y="91"/>
                  <a:pt x="308" y="92"/>
                </a:cubicBezTo>
                <a:cubicBezTo>
                  <a:pt x="307" y="92"/>
                  <a:pt x="306" y="93"/>
                  <a:pt x="306" y="94"/>
                </a:cubicBezTo>
                <a:cubicBezTo>
                  <a:pt x="305" y="95"/>
                  <a:pt x="306" y="95"/>
                  <a:pt x="306" y="96"/>
                </a:cubicBezTo>
                <a:cubicBezTo>
                  <a:pt x="307" y="97"/>
                  <a:pt x="308" y="98"/>
                  <a:pt x="310" y="99"/>
                </a:cubicBezTo>
                <a:cubicBezTo>
                  <a:pt x="312" y="99"/>
                  <a:pt x="314" y="100"/>
                  <a:pt x="317" y="101"/>
                </a:cubicBezTo>
                <a:cubicBezTo>
                  <a:pt x="320" y="101"/>
                  <a:pt x="322" y="101"/>
                  <a:pt x="323" y="101"/>
                </a:cubicBezTo>
                <a:cubicBezTo>
                  <a:pt x="325" y="101"/>
                  <a:pt x="327" y="101"/>
                  <a:pt x="328" y="100"/>
                </a:cubicBezTo>
                <a:cubicBezTo>
                  <a:pt x="329" y="100"/>
                  <a:pt x="329" y="99"/>
                  <a:pt x="330" y="98"/>
                </a:cubicBezTo>
                <a:cubicBezTo>
                  <a:pt x="330" y="97"/>
                  <a:pt x="330" y="97"/>
                  <a:pt x="329" y="96"/>
                </a:cubicBezTo>
                <a:cubicBezTo>
                  <a:pt x="328" y="95"/>
                  <a:pt x="327" y="94"/>
                  <a:pt x="325" y="93"/>
                </a:cubicBezTo>
                <a:lnTo>
                  <a:pt x="326" y="93"/>
                </a:lnTo>
                <a:cubicBezTo>
                  <a:pt x="328" y="94"/>
                  <a:pt x="329" y="95"/>
                  <a:pt x="330" y="96"/>
                </a:cubicBezTo>
                <a:cubicBezTo>
                  <a:pt x="331" y="97"/>
                  <a:pt x="331" y="98"/>
                  <a:pt x="331" y="99"/>
                </a:cubicBezTo>
                <a:cubicBezTo>
                  <a:pt x="331" y="101"/>
                  <a:pt x="329" y="102"/>
                  <a:pt x="325" y="103"/>
                </a:cubicBezTo>
                <a:cubicBezTo>
                  <a:pt x="323" y="103"/>
                  <a:pt x="320" y="103"/>
                  <a:pt x="317" y="103"/>
                </a:cubicBezTo>
                <a:cubicBezTo>
                  <a:pt x="314" y="102"/>
                  <a:pt x="312" y="101"/>
                  <a:pt x="310" y="100"/>
                </a:cubicBezTo>
                <a:cubicBezTo>
                  <a:pt x="308" y="99"/>
                  <a:pt x="306" y="98"/>
                  <a:pt x="305" y="97"/>
                </a:cubicBezTo>
                <a:cubicBezTo>
                  <a:pt x="304" y="96"/>
                  <a:pt x="304" y="95"/>
                  <a:pt x="304" y="94"/>
                </a:cubicBezTo>
                <a:cubicBezTo>
                  <a:pt x="304" y="93"/>
                  <a:pt x="305" y="92"/>
                  <a:pt x="306" y="91"/>
                </a:cubicBezTo>
                <a:cubicBezTo>
                  <a:pt x="306" y="91"/>
                  <a:pt x="307" y="91"/>
                  <a:pt x="307" y="91"/>
                </a:cubicBezTo>
                <a:cubicBezTo>
                  <a:pt x="307" y="91"/>
                  <a:pt x="307" y="90"/>
                  <a:pt x="306" y="90"/>
                </a:cubicBezTo>
                <a:cubicBezTo>
                  <a:pt x="306" y="90"/>
                  <a:pt x="306" y="90"/>
                  <a:pt x="305" y="90"/>
                </a:cubicBezTo>
                <a:lnTo>
                  <a:pt x="305" y="89"/>
                </a:lnTo>
                <a:close/>
              </a:path>
              <a:path w="336" h="189">
                <a:moveTo>
                  <a:pt x="300" y="104"/>
                </a:moveTo>
                <a:lnTo>
                  <a:pt x="309" y="109"/>
                </a:lnTo>
                <a:lnTo>
                  <a:pt x="311" y="106"/>
                </a:lnTo>
                <a:cubicBezTo>
                  <a:pt x="311" y="105"/>
                  <a:pt x="311" y="105"/>
                  <a:pt x="311" y="104"/>
                </a:cubicBezTo>
                <a:cubicBezTo>
                  <a:pt x="310" y="104"/>
                  <a:pt x="309" y="103"/>
                  <a:pt x="308" y="102"/>
                </a:cubicBezTo>
                <a:lnTo>
                  <a:pt x="317" y="106"/>
                </a:lnTo>
                <a:lnTo>
                  <a:pt x="316" y="106"/>
                </a:lnTo>
                <a:cubicBezTo>
                  <a:pt x="315" y="106"/>
                  <a:pt x="314" y="106"/>
                  <a:pt x="314" y="106"/>
                </a:cubicBezTo>
                <a:cubicBezTo>
                  <a:pt x="314" y="106"/>
                  <a:pt x="313" y="106"/>
                  <a:pt x="313" y="106"/>
                </a:cubicBezTo>
                <a:cubicBezTo>
                  <a:pt x="312" y="106"/>
                  <a:pt x="312" y="106"/>
                  <a:pt x="312" y="107"/>
                </a:cubicBezTo>
                <a:lnTo>
                  <a:pt x="311" y="109"/>
                </a:lnTo>
                <a:lnTo>
                  <a:pt x="319" y="113"/>
                </a:lnTo>
                <a:cubicBezTo>
                  <a:pt x="320" y="113"/>
                  <a:pt x="320" y="114"/>
                  <a:pt x="321" y="114"/>
                </a:cubicBezTo>
                <a:cubicBezTo>
                  <a:pt x="321" y="114"/>
                  <a:pt x="321" y="114"/>
                  <a:pt x="321" y="114"/>
                </a:cubicBezTo>
                <a:cubicBezTo>
                  <a:pt x="321" y="114"/>
                  <a:pt x="322" y="114"/>
                  <a:pt x="322" y="113"/>
                </a:cubicBezTo>
                <a:lnTo>
                  <a:pt x="323" y="111"/>
                </a:lnTo>
                <a:cubicBezTo>
                  <a:pt x="323" y="111"/>
                  <a:pt x="323" y="110"/>
                  <a:pt x="323" y="110"/>
                </a:cubicBezTo>
                <a:cubicBezTo>
                  <a:pt x="323" y="109"/>
                  <a:pt x="323" y="109"/>
                  <a:pt x="322" y="108"/>
                </a:cubicBezTo>
                <a:cubicBezTo>
                  <a:pt x="322" y="108"/>
                  <a:pt x="321" y="107"/>
                  <a:pt x="320" y="106"/>
                </a:cubicBezTo>
                <a:lnTo>
                  <a:pt x="320" y="105"/>
                </a:lnTo>
                <a:lnTo>
                  <a:pt x="325" y="109"/>
                </a:lnTo>
                <a:lnTo>
                  <a:pt x="321" y="118"/>
                </a:lnTo>
                <a:lnTo>
                  <a:pt x="320" y="118"/>
                </a:lnTo>
                <a:lnTo>
                  <a:pt x="321" y="118"/>
                </a:lnTo>
                <a:cubicBezTo>
                  <a:pt x="321" y="117"/>
                  <a:pt x="321" y="117"/>
                  <a:pt x="320" y="117"/>
                </a:cubicBezTo>
                <a:cubicBezTo>
                  <a:pt x="320" y="116"/>
                  <a:pt x="320" y="116"/>
                  <a:pt x="320" y="116"/>
                </a:cubicBezTo>
                <a:cubicBezTo>
                  <a:pt x="319" y="115"/>
                  <a:pt x="319" y="115"/>
                  <a:pt x="318" y="115"/>
                </a:cubicBezTo>
                <a:lnTo>
                  <a:pt x="302" y="107"/>
                </a:lnTo>
                <a:cubicBezTo>
                  <a:pt x="301" y="106"/>
                  <a:pt x="300" y="106"/>
                  <a:pt x="299" y="106"/>
                </a:cubicBezTo>
                <a:cubicBezTo>
                  <a:pt x="299" y="106"/>
                  <a:pt x="298" y="106"/>
                  <a:pt x="298" y="107"/>
                </a:cubicBezTo>
                <a:lnTo>
                  <a:pt x="297" y="107"/>
                </a:lnTo>
                <a:lnTo>
                  <a:pt x="301" y="98"/>
                </a:lnTo>
                <a:lnTo>
                  <a:pt x="307" y="100"/>
                </a:lnTo>
                <a:cubicBezTo>
                  <a:pt x="305" y="100"/>
                  <a:pt x="304" y="100"/>
                  <a:pt x="304" y="100"/>
                </a:cubicBezTo>
                <a:cubicBezTo>
                  <a:pt x="303" y="99"/>
                  <a:pt x="303" y="100"/>
                  <a:pt x="302" y="100"/>
                </a:cubicBezTo>
                <a:cubicBezTo>
                  <a:pt x="302" y="100"/>
                  <a:pt x="302" y="100"/>
                  <a:pt x="302" y="101"/>
                </a:cubicBezTo>
                <a:lnTo>
                  <a:pt x="300" y="104"/>
                </a:lnTo>
                <a:close/>
              </a:path>
              <a:path w="336" h="189">
                <a:moveTo>
                  <a:pt x="298" y="108"/>
                </a:moveTo>
                <a:lnTo>
                  <a:pt x="303" y="111"/>
                </a:lnTo>
                <a:cubicBezTo>
                  <a:pt x="302" y="111"/>
                  <a:pt x="301" y="110"/>
                  <a:pt x="301" y="110"/>
                </a:cubicBezTo>
                <a:cubicBezTo>
                  <a:pt x="300" y="110"/>
                  <a:pt x="299" y="110"/>
                  <a:pt x="299" y="110"/>
                </a:cubicBezTo>
                <a:cubicBezTo>
                  <a:pt x="299" y="110"/>
                  <a:pt x="298" y="111"/>
                  <a:pt x="298" y="111"/>
                </a:cubicBezTo>
                <a:lnTo>
                  <a:pt x="297" y="113"/>
                </a:lnTo>
                <a:lnTo>
                  <a:pt x="315" y="122"/>
                </a:lnTo>
                <a:cubicBezTo>
                  <a:pt x="316" y="123"/>
                  <a:pt x="317" y="123"/>
                  <a:pt x="318" y="123"/>
                </a:cubicBezTo>
                <a:cubicBezTo>
                  <a:pt x="318" y="123"/>
                  <a:pt x="319" y="123"/>
                  <a:pt x="319" y="123"/>
                </a:cubicBezTo>
                <a:lnTo>
                  <a:pt x="319" y="122"/>
                </a:lnTo>
                <a:lnTo>
                  <a:pt x="320" y="123"/>
                </a:lnTo>
                <a:lnTo>
                  <a:pt x="317" y="128"/>
                </a:lnTo>
                <a:lnTo>
                  <a:pt x="317" y="127"/>
                </a:lnTo>
                <a:cubicBezTo>
                  <a:pt x="317" y="126"/>
                  <a:pt x="317" y="126"/>
                  <a:pt x="317" y="125"/>
                </a:cubicBezTo>
                <a:cubicBezTo>
                  <a:pt x="316" y="125"/>
                  <a:pt x="315" y="124"/>
                  <a:pt x="314" y="124"/>
                </a:cubicBezTo>
                <a:lnTo>
                  <a:pt x="296" y="114"/>
                </a:lnTo>
                <a:lnTo>
                  <a:pt x="296" y="116"/>
                </a:lnTo>
                <a:cubicBezTo>
                  <a:pt x="295" y="116"/>
                  <a:pt x="295" y="117"/>
                  <a:pt x="295" y="117"/>
                </a:cubicBezTo>
                <a:cubicBezTo>
                  <a:pt x="295" y="117"/>
                  <a:pt x="296" y="118"/>
                  <a:pt x="296" y="118"/>
                </a:cubicBezTo>
                <a:cubicBezTo>
                  <a:pt x="297" y="119"/>
                  <a:pt x="297" y="120"/>
                  <a:pt x="298" y="120"/>
                </a:cubicBezTo>
                <a:lnTo>
                  <a:pt x="293" y="117"/>
                </a:lnTo>
                <a:lnTo>
                  <a:pt x="298" y="108"/>
                </a:lnTo>
                <a:close/>
              </a:path>
              <a:path w="336" h="189">
                <a:moveTo>
                  <a:pt x="307" y="54"/>
                </a:moveTo>
                <a:cubicBezTo>
                  <a:pt x="307" y="53"/>
                  <a:pt x="308" y="51"/>
                  <a:pt x="310" y="50"/>
                </a:cubicBezTo>
                <a:cubicBezTo>
                  <a:pt x="313" y="49"/>
                  <a:pt x="316" y="48"/>
                  <a:pt x="320" y="48"/>
                </a:cubicBezTo>
                <a:cubicBezTo>
                  <a:pt x="324" y="48"/>
                  <a:pt x="327" y="48"/>
                  <a:pt x="330" y="50"/>
                </a:cubicBezTo>
                <a:cubicBezTo>
                  <a:pt x="333" y="51"/>
                  <a:pt x="334" y="52"/>
                  <a:pt x="334" y="54"/>
                </a:cubicBezTo>
                <a:cubicBezTo>
                  <a:pt x="334" y="56"/>
                  <a:pt x="333" y="57"/>
                  <a:pt x="330" y="59"/>
                </a:cubicBezTo>
                <a:cubicBezTo>
                  <a:pt x="328" y="60"/>
                  <a:pt x="325" y="61"/>
                  <a:pt x="320" y="61"/>
                </a:cubicBezTo>
                <a:cubicBezTo>
                  <a:pt x="316" y="61"/>
                  <a:pt x="313" y="60"/>
                  <a:pt x="310" y="59"/>
                </a:cubicBezTo>
                <a:cubicBezTo>
                  <a:pt x="308" y="57"/>
                  <a:pt x="307" y="56"/>
                  <a:pt x="307" y="54"/>
                </a:cubicBezTo>
                <a:close/>
                <a:moveTo>
                  <a:pt x="308" y="55"/>
                </a:moveTo>
                <a:cubicBezTo>
                  <a:pt x="308" y="56"/>
                  <a:pt x="309" y="57"/>
                  <a:pt x="311" y="57"/>
                </a:cubicBezTo>
                <a:cubicBezTo>
                  <a:pt x="313" y="58"/>
                  <a:pt x="316" y="58"/>
                  <a:pt x="320" y="58"/>
                </a:cubicBezTo>
                <a:cubicBezTo>
                  <a:pt x="325" y="58"/>
                  <a:pt x="328" y="58"/>
                  <a:pt x="330" y="57"/>
                </a:cubicBezTo>
                <a:cubicBezTo>
                  <a:pt x="332" y="56"/>
                  <a:pt x="333" y="55"/>
                  <a:pt x="333" y="54"/>
                </a:cubicBezTo>
                <a:cubicBezTo>
                  <a:pt x="333" y="53"/>
                  <a:pt x="332" y="52"/>
                  <a:pt x="330" y="51"/>
                </a:cubicBezTo>
                <a:cubicBezTo>
                  <a:pt x="328" y="50"/>
                  <a:pt x="325" y="50"/>
                  <a:pt x="321" y="50"/>
                </a:cubicBezTo>
                <a:cubicBezTo>
                  <a:pt x="316" y="50"/>
                  <a:pt x="313" y="51"/>
                  <a:pt x="311" y="52"/>
                </a:cubicBezTo>
                <a:cubicBezTo>
                  <a:pt x="309" y="52"/>
                  <a:pt x="308" y="53"/>
                  <a:pt x="308" y="55"/>
                </a:cubicBezTo>
                <a:close/>
              </a:path>
              <a:path w="336" h="189">
                <a:moveTo>
                  <a:pt x="310" y="75"/>
                </a:moveTo>
                <a:lnTo>
                  <a:pt x="310" y="71"/>
                </a:lnTo>
                <a:lnTo>
                  <a:pt x="329" y="63"/>
                </a:lnTo>
                <a:lnTo>
                  <a:pt x="314" y="63"/>
                </a:lnTo>
                <a:cubicBezTo>
                  <a:pt x="313" y="63"/>
                  <a:pt x="312" y="63"/>
                  <a:pt x="311" y="63"/>
                </a:cubicBezTo>
                <a:cubicBezTo>
                  <a:pt x="311" y="63"/>
                  <a:pt x="310" y="64"/>
                  <a:pt x="310" y="64"/>
                </a:cubicBezTo>
                <a:lnTo>
                  <a:pt x="310" y="65"/>
                </a:lnTo>
                <a:lnTo>
                  <a:pt x="310" y="60"/>
                </a:lnTo>
                <a:lnTo>
                  <a:pt x="310" y="61"/>
                </a:lnTo>
                <a:cubicBezTo>
                  <a:pt x="310" y="61"/>
                  <a:pt x="311" y="62"/>
                  <a:pt x="311" y="62"/>
                </a:cubicBezTo>
                <a:cubicBezTo>
                  <a:pt x="312" y="62"/>
                  <a:pt x="313" y="62"/>
                  <a:pt x="314" y="62"/>
                </a:cubicBezTo>
                <a:lnTo>
                  <a:pt x="336" y="62"/>
                </a:lnTo>
                <a:lnTo>
                  <a:pt x="315" y="71"/>
                </a:lnTo>
                <a:lnTo>
                  <a:pt x="332" y="71"/>
                </a:lnTo>
                <a:cubicBezTo>
                  <a:pt x="333" y="71"/>
                  <a:pt x="334" y="71"/>
                  <a:pt x="335" y="70"/>
                </a:cubicBezTo>
                <a:cubicBezTo>
                  <a:pt x="335" y="70"/>
                  <a:pt x="335" y="70"/>
                  <a:pt x="335" y="69"/>
                </a:cubicBezTo>
                <a:lnTo>
                  <a:pt x="336" y="69"/>
                </a:lnTo>
                <a:lnTo>
                  <a:pt x="336" y="73"/>
                </a:lnTo>
                <a:lnTo>
                  <a:pt x="335" y="73"/>
                </a:lnTo>
                <a:cubicBezTo>
                  <a:pt x="335" y="72"/>
                  <a:pt x="335" y="72"/>
                  <a:pt x="334" y="72"/>
                </a:cubicBezTo>
                <a:cubicBezTo>
                  <a:pt x="334" y="72"/>
                  <a:pt x="333" y="72"/>
                  <a:pt x="332" y="72"/>
                </a:cubicBezTo>
                <a:lnTo>
                  <a:pt x="313" y="72"/>
                </a:lnTo>
                <a:cubicBezTo>
                  <a:pt x="312" y="72"/>
                  <a:pt x="312" y="73"/>
                  <a:pt x="311" y="73"/>
                </a:cubicBezTo>
                <a:cubicBezTo>
                  <a:pt x="311" y="73"/>
                  <a:pt x="311" y="73"/>
                  <a:pt x="311" y="74"/>
                </a:cubicBezTo>
                <a:cubicBezTo>
                  <a:pt x="311" y="74"/>
                  <a:pt x="311" y="74"/>
                  <a:pt x="311" y="75"/>
                </a:cubicBezTo>
                <a:lnTo>
                  <a:pt x="310" y="75"/>
                </a:lnTo>
                <a:close/>
              </a:path>
              <a:path w="336" h="189">
                <a:moveTo>
                  <a:pt x="301" y="38"/>
                </a:moveTo>
                <a:cubicBezTo>
                  <a:pt x="300" y="36"/>
                  <a:pt x="301" y="34"/>
                  <a:pt x="303" y="32"/>
                </a:cubicBezTo>
                <a:cubicBezTo>
                  <a:pt x="305" y="30"/>
                  <a:pt x="307" y="28"/>
                  <a:pt x="311" y="27"/>
                </a:cubicBezTo>
                <a:cubicBezTo>
                  <a:pt x="315" y="25"/>
                  <a:pt x="318" y="25"/>
                  <a:pt x="321" y="25"/>
                </a:cubicBezTo>
                <a:cubicBezTo>
                  <a:pt x="324" y="25"/>
                  <a:pt x="326" y="26"/>
                  <a:pt x="326" y="27"/>
                </a:cubicBezTo>
                <a:cubicBezTo>
                  <a:pt x="327" y="29"/>
                  <a:pt x="326" y="31"/>
                  <a:pt x="325" y="33"/>
                </a:cubicBezTo>
                <a:cubicBezTo>
                  <a:pt x="323" y="35"/>
                  <a:pt x="320" y="37"/>
                  <a:pt x="316" y="39"/>
                </a:cubicBezTo>
                <a:cubicBezTo>
                  <a:pt x="312" y="40"/>
                  <a:pt x="309" y="41"/>
                  <a:pt x="306" y="41"/>
                </a:cubicBezTo>
                <a:cubicBezTo>
                  <a:pt x="303" y="40"/>
                  <a:pt x="302" y="39"/>
                  <a:pt x="301" y="38"/>
                </a:cubicBezTo>
                <a:close/>
                <a:moveTo>
                  <a:pt x="302" y="38"/>
                </a:moveTo>
                <a:cubicBezTo>
                  <a:pt x="303" y="39"/>
                  <a:pt x="304" y="39"/>
                  <a:pt x="306" y="39"/>
                </a:cubicBezTo>
                <a:cubicBezTo>
                  <a:pt x="308" y="39"/>
                  <a:pt x="311" y="38"/>
                  <a:pt x="315" y="37"/>
                </a:cubicBezTo>
                <a:cubicBezTo>
                  <a:pt x="319" y="35"/>
                  <a:pt x="322" y="33"/>
                  <a:pt x="324" y="31"/>
                </a:cubicBezTo>
                <a:cubicBezTo>
                  <a:pt x="325" y="30"/>
                  <a:pt x="326" y="29"/>
                  <a:pt x="325" y="28"/>
                </a:cubicBezTo>
                <a:cubicBezTo>
                  <a:pt x="325" y="27"/>
                  <a:pt x="323" y="26"/>
                  <a:pt x="321" y="26"/>
                </a:cubicBezTo>
                <a:cubicBezTo>
                  <a:pt x="319" y="26"/>
                  <a:pt x="316" y="27"/>
                  <a:pt x="312" y="29"/>
                </a:cubicBezTo>
                <a:cubicBezTo>
                  <a:pt x="308" y="30"/>
                  <a:pt x="305" y="32"/>
                  <a:pt x="304" y="34"/>
                </a:cubicBezTo>
                <a:cubicBezTo>
                  <a:pt x="302" y="35"/>
                  <a:pt x="302" y="36"/>
                  <a:pt x="302" y="38"/>
                </a:cubicBezTo>
                <a:close/>
              </a:path>
              <a:path w="336" h="189">
                <a:moveTo>
                  <a:pt x="323" y="35"/>
                </a:moveTo>
                <a:lnTo>
                  <a:pt x="324" y="35"/>
                </a:lnTo>
                <a:lnTo>
                  <a:pt x="331" y="35"/>
                </a:lnTo>
                <a:lnTo>
                  <a:pt x="332" y="45"/>
                </a:lnTo>
                <a:cubicBezTo>
                  <a:pt x="331" y="44"/>
                  <a:pt x="331" y="44"/>
                  <a:pt x="330" y="44"/>
                </a:cubicBezTo>
                <a:cubicBezTo>
                  <a:pt x="330" y="44"/>
                  <a:pt x="329" y="44"/>
                  <a:pt x="327" y="44"/>
                </a:cubicBezTo>
                <a:lnTo>
                  <a:pt x="311" y="47"/>
                </a:lnTo>
                <a:cubicBezTo>
                  <a:pt x="309" y="47"/>
                  <a:pt x="308" y="47"/>
                  <a:pt x="308" y="47"/>
                </a:cubicBezTo>
                <a:cubicBezTo>
                  <a:pt x="307" y="48"/>
                  <a:pt x="307" y="48"/>
                  <a:pt x="307" y="49"/>
                </a:cubicBezTo>
                <a:lnTo>
                  <a:pt x="306" y="49"/>
                </a:lnTo>
                <a:lnTo>
                  <a:pt x="305" y="43"/>
                </a:lnTo>
                <a:lnTo>
                  <a:pt x="306" y="43"/>
                </a:lnTo>
                <a:cubicBezTo>
                  <a:pt x="306" y="44"/>
                  <a:pt x="306" y="44"/>
                  <a:pt x="307" y="45"/>
                </a:cubicBezTo>
                <a:cubicBezTo>
                  <a:pt x="307" y="45"/>
                  <a:pt x="307" y="45"/>
                  <a:pt x="308" y="45"/>
                </a:cubicBezTo>
                <a:cubicBezTo>
                  <a:pt x="308" y="45"/>
                  <a:pt x="309" y="45"/>
                  <a:pt x="311" y="45"/>
                </a:cubicBezTo>
                <a:lnTo>
                  <a:pt x="327" y="42"/>
                </a:lnTo>
                <a:cubicBezTo>
                  <a:pt x="328" y="42"/>
                  <a:pt x="329" y="42"/>
                  <a:pt x="329" y="42"/>
                </a:cubicBezTo>
                <a:cubicBezTo>
                  <a:pt x="330" y="41"/>
                  <a:pt x="330" y="41"/>
                  <a:pt x="330" y="41"/>
                </a:cubicBezTo>
                <a:cubicBezTo>
                  <a:pt x="330" y="41"/>
                  <a:pt x="330" y="40"/>
                  <a:pt x="330" y="40"/>
                </a:cubicBezTo>
                <a:lnTo>
                  <a:pt x="330" y="39"/>
                </a:lnTo>
                <a:cubicBezTo>
                  <a:pt x="330" y="38"/>
                  <a:pt x="329" y="37"/>
                  <a:pt x="329" y="37"/>
                </a:cubicBezTo>
                <a:cubicBezTo>
                  <a:pt x="329" y="36"/>
                  <a:pt x="328" y="36"/>
                  <a:pt x="327" y="36"/>
                </a:cubicBezTo>
                <a:cubicBezTo>
                  <a:pt x="326" y="36"/>
                  <a:pt x="325" y="35"/>
                  <a:pt x="323" y="35"/>
                </a:cubicBezTo>
                <a:close/>
              </a:path>
              <a:path w="336" h="189">
                <a:moveTo>
                  <a:pt x="286" y="18"/>
                </a:moveTo>
                <a:lnTo>
                  <a:pt x="283" y="14"/>
                </a:lnTo>
                <a:lnTo>
                  <a:pt x="284" y="14"/>
                </a:lnTo>
                <a:cubicBezTo>
                  <a:pt x="284" y="14"/>
                  <a:pt x="284" y="14"/>
                  <a:pt x="285" y="14"/>
                </a:cubicBezTo>
                <a:cubicBezTo>
                  <a:pt x="285" y="14"/>
                  <a:pt x="285" y="14"/>
                  <a:pt x="286" y="14"/>
                </a:cubicBezTo>
                <a:cubicBezTo>
                  <a:pt x="287" y="14"/>
                  <a:pt x="288" y="14"/>
                  <a:pt x="289" y="13"/>
                </a:cubicBezTo>
                <a:lnTo>
                  <a:pt x="298" y="9"/>
                </a:lnTo>
                <a:lnTo>
                  <a:pt x="303" y="4"/>
                </a:lnTo>
                <a:cubicBezTo>
                  <a:pt x="304" y="3"/>
                  <a:pt x="305" y="3"/>
                  <a:pt x="305" y="2"/>
                </a:cubicBezTo>
                <a:cubicBezTo>
                  <a:pt x="306" y="2"/>
                  <a:pt x="306" y="1"/>
                  <a:pt x="305" y="1"/>
                </a:cubicBezTo>
                <a:lnTo>
                  <a:pt x="305" y="0"/>
                </a:lnTo>
                <a:lnTo>
                  <a:pt x="309" y="4"/>
                </a:lnTo>
                <a:lnTo>
                  <a:pt x="309" y="5"/>
                </a:lnTo>
                <a:lnTo>
                  <a:pt x="308" y="4"/>
                </a:lnTo>
                <a:cubicBezTo>
                  <a:pt x="308" y="4"/>
                  <a:pt x="307" y="4"/>
                  <a:pt x="307" y="4"/>
                </a:cubicBezTo>
                <a:cubicBezTo>
                  <a:pt x="306" y="4"/>
                  <a:pt x="306" y="5"/>
                  <a:pt x="304" y="6"/>
                </a:cubicBezTo>
                <a:lnTo>
                  <a:pt x="300" y="10"/>
                </a:lnTo>
                <a:lnTo>
                  <a:pt x="294" y="20"/>
                </a:lnTo>
                <a:cubicBezTo>
                  <a:pt x="293" y="21"/>
                  <a:pt x="293" y="22"/>
                  <a:pt x="293" y="22"/>
                </a:cubicBezTo>
                <a:cubicBezTo>
                  <a:pt x="293" y="23"/>
                  <a:pt x="293" y="23"/>
                  <a:pt x="292" y="24"/>
                </a:cubicBezTo>
                <a:cubicBezTo>
                  <a:pt x="292" y="24"/>
                  <a:pt x="293" y="24"/>
                  <a:pt x="293" y="24"/>
                </a:cubicBezTo>
                <a:lnTo>
                  <a:pt x="292" y="25"/>
                </a:lnTo>
                <a:lnTo>
                  <a:pt x="288" y="21"/>
                </a:lnTo>
                <a:lnTo>
                  <a:pt x="289" y="20"/>
                </a:lnTo>
                <a:cubicBezTo>
                  <a:pt x="289" y="21"/>
                  <a:pt x="290" y="21"/>
                  <a:pt x="290" y="21"/>
                </a:cubicBezTo>
                <a:cubicBezTo>
                  <a:pt x="290" y="21"/>
                  <a:pt x="291" y="20"/>
                  <a:pt x="291" y="20"/>
                </a:cubicBezTo>
                <a:cubicBezTo>
                  <a:pt x="292" y="20"/>
                  <a:pt x="292" y="19"/>
                  <a:pt x="293" y="18"/>
                </a:cubicBezTo>
                <a:lnTo>
                  <a:pt x="297" y="10"/>
                </a:lnTo>
                <a:lnTo>
                  <a:pt x="290" y="14"/>
                </a:lnTo>
                <a:cubicBezTo>
                  <a:pt x="288" y="14"/>
                  <a:pt x="288" y="15"/>
                  <a:pt x="287" y="15"/>
                </a:cubicBezTo>
                <a:cubicBezTo>
                  <a:pt x="287" y="15"/>
                  <a:pt x="287" y="16"/>
                  <a:pt x="286" y="16"/>
                </a:cubicBezTo>
                <a:cubicBezTo>
                  <a:pt x="286" y="16"/>
                  <a:pt x="286" y="16"/>
                  <a:pt x="286" y="17"/>
                </a:cubicBezTo>
                <a:cubicBezTo>
                  <a:pt x="286" y="17"/>
                  <a:pt x="286" y="17"/>
                  <a:pt x="287" y="17"/>
                </a:cubicBezTo>
                <a:lnTo>
                  <a:pt x="286" y="18"/>
                </a:lnTo>
                <a:close/>
              </a:path>
              <a:path w="336" h="189">
                <a:moveTo>
                  <a:pt x="35" y="20"/>
                </a:moveTo>
                <a:lnTo>
                  <a:pt x="32" y="25"/>
                </a:lnTo>
                <a:lnTo>
                  <a:pt x="39" y="29"/>
                </a:lnTo>
                <a:cubicBezTo>
                  <a:pt x="40" y="29"/>
                  <a:pt x="41" y="30"/>
                  <a:pt x="41" y="30"/>
                </a:cubicBezTo>
                <a:cubicBezTo>
                  <a:pt x="42" y="30"/>
                  <a:pt x="42" y="30"/>
                  <a:pt x="42" y="30"/>
                </a:cubicBezTo>
                <a:cubicBezTo>
                  <a:pt x="43" y="30"/>
                  <a:pt x="43" y="30"/>
                  <a:pt x="43" y="29"/>
                </a:cubicBezTo>
                <a:lnTo>
                  <a:pt x="44" y="29"/>
                </a:lnTo>
                <a:lnTo>
                  <a:pt x="41" y="34"/>
                </a:lnTo>
                <a:lnTo>
                  <a:pt x="41" y="33"/>
                </a:lnTo>
                <a:cubicBezTo>
                  <a:pt x="41" y="33"/>
                  <a:pt x="41" y="33"/>
                  <a:pt x="41" y="33"/>
                </a:cubicBezTo>
                <a:cubicBezTo>
                  <a:pt x="41" y="32"/>
                  <a:pt x="41" y="32"/>
                  <a:pt x="40" y="32"/>
                </a:cubicBezTo>
                <a:cubicBezTo>
                  <a:pt x="40" y="31"/>
                  <a:pt x="39" y="31"/>
                  <a:pt x="38" y="30"/>
                </a:cubicBezTo>
                <a:lnTo>
                  <a:pt x="23" y="22"/>
                </a:lnTo>
                <a:cubicBezTo>
                  <a:pt x="22" y="21"/>
                  <a:pt x="21" y="21"/>
                  <a:pt x="21" y="21"/>
                </a:cubicBezTo>
                <a:cubicBezTo>
                  <a:pt x="21" y="21"/>
                  <a:pt x="20" y="21"/>
                  <a:pt x="20" y="21"/>
                </a:cubicBezTo>
                <a:cubicBezTo>
                  <a:pt x="19" y="21"/>
                  <a:pt x="19" y="21"/>
                  <a:pt x="19" y="21"/>
                </a:cubicBezTo>
                <a:lnTo>
                  <a:pt x="19" y="22"/>
                </a:lnTo>
                <a:lnTo>
                  <a:pt x="18" y="21"/>
                </a:lnTo>
                <a:lnTo>
                  <a:pt x="21" y="17"/>
                </a:lnTo>
                <a:lnTo>
                  <a:pt x="22" y="17"/>
                </a:lnTo>
                <a:lnTo>
                  <a:pt x="21" y="17"/>
                </a:lnTo>
                <a:cubicBezTo>
                  <a:pt x="21" y="18"/>
                  <a:pt x="21" y="18"/>
                  <a:pt x="22" y="19"/>
                </a:cubicBezTo>
                <a:cubicBezTo>
                  <a:pt x="22" y="19"/>
                  <a:pt x="23" y="20"/>
                  <a:pt x="24" y="20"/>
                </a:cubicBezTo>
                <a:lnTo>
                  <a:pt x="31" y="24"/>
                </a:lnTo>
                <a:lnTo>
                  <a:pt x="34" y="19"/>
                </a:lnTo>
                <a:lnTo>
                  <a:pt x="27" y="15"/>
                </a:lnTo>
                <a:cubicBezTo>
                  <a:pt x="26" y="15"/>
                  <a:pt x="25" y="14"/>
                  <a:pt x="25" y="14"/>
                </a:cubicBezTo>
                <a:cubicBezTo>
                  <a:pt x="24" y="14"/>
                  <a:pt x="24" y="14"/>
                  <a:pt x="24" y="14"/>
                </a:cubicBezTo>
                <a:cubicBezTo>
                  <a:pt x="23" y="14"/>
                  <a:pt x="23" y="14"/>
                  <a:pt x="23" y="14"/>
                </a:cubicBezTo>
                <a:lnTo>
                  <a:pt x="23" y="15"/>
                </a:lnTo>
                <a:lnTo>
                  <a:pt x="22" y="15"/>
                </a:lnTo>
                <a:lnTo>
                  <a:pt x="25" y="10"/>
                </a:lnTo>
                <a:cubicBezTo>
                  <a:pt x="25" y="11"/>
                  <a:pt x="25" y="11"/>
                  <a:pt x="25" y="12"/>
                </a:cubicBezTo>
                <a:cubicBezTo>
                  <a:pt x="26" y="12"/>
                  <a:pt x="27" y="13"/>
                  <a:pt x="28" y="14"/>
                </a:cubicBezTo>
                <a:lnTo>
                  <a:pt x="43" y="22"/>
                </a:lnTo>
                <a:cubicBezTo>
                  <a:pt x="44" y="22"/>
                  <a:pt x="45" y="23"/>
                  <a:pt x="45" y="23"/>
                </a:cubicBezTo>
                <a:cubicBezTo>
                  <a:pt x="45" y="23"/>
                  <a:pt x="46" y="23"/>
                  <a:pt x="46" y="23"/>
                </a:cubicBezTo>
                <a:cubicBezTo>
                  <a:pt x="46" y="23"/>
                  <a:pt x="47" y="23"/>
                  <a:pt x="47" y="23"/>
                </a:cubicBezTo>
                <a:lnTo>
                  <a:pt x="47" y="22"/>
                </a:lnTo>
                <a:lnTo>
                  <a:pt x="48" y="22"/>
                </a:lnTo>
                <a:lnTo>
                  <a:pt x="45" y="27"/>
                </a:lnTo>
                <a:lnTo>
                  <a:pt x="44" y="27"/>
                </a:lnTo>
                <a:lnTo>
                  <a:pt x="45" y="27"/>
                </a:lnTo>
                <a:cubicBezTo>
                  <a:pt x="45" y="26"/>
                  <a:pt x="45" y="26"/>
                  <a:pt x="45" y="26"/>
                </a:cubicBezTo>
                <a:cubicBezTo>
                  <a:pt x="45" y="25"/>
                  <a:pt x="44" y="25"/>
                  <a:pt x="44" y="25"/>
                </a:cubicBezTo>
                <a:cubicBezTo>
                  <a:pt x="44" y="25"/>
                  <a:pt x="43" y="24"/>
                  <a:pt x="42" y="23"/>
                </a:cubicBezTo>
                <a:lnTo>
                  <a:pt x="35" y="20"/>
                </a:lnTo>
                <a:close/>
              </a:path>
              <a:path w="336" h="189">
                <a:moveTo>
                  <a:pt x="36" y="43"/>
                </a:moveTo>
                <a:lnTo>
                  <a:pt x="36" y="43"/>
                </a:lnTo>
                <a:lnTo>
                  <a:pt x="34" y="47"/>
                </a:lnTo>
                <a:lnTo>
                  <a:pt x="33" y="47"/>
                </a:lnTo>
                <a:lnTo>
                  <a:pt x="34" y="47"/>
                </a:lnTo>
                <a:cubicBezTo>
                  <a:pt x="34" y="46"/>
                  <a:pt x="34" y="46"/>
                  <a:pt x="33" y="45"/>
                </a:cubicBezTo>
                <a:cubicBezTo>
                  <a:pt x="33" y="45"/>
                  <a:pt x="32" y="44"/>
                  <a:pt x="31" y="43"/>
                </a:cubicBezTo>
                <a:lnTo>
                  <a:pt x="21" y="38"/>
                </a:lnTo>
                <a:cubicBezTo>
                  <a:pt x="19" y="37"/>
                  <a:pt x="17" y="36"/>
                  <a:pt x="16" y="35"/>
                </a:cubicBezTo>
                <a:cubicBezTo>
                  <a:pt x="15" y="34"/>
                  <a:pt x="14" y="33"/>
                  <a:pt x="14" y="32"/>
                </a:cubicBezTo>
                <a:cubicBezTo>
                  <a:pt x="13" y="30"/>
                  <a:pt x="13" y="29"/>
                  <a:pt x="14" y="28"/>
                </a:cubicBezTo>
                <a:cubicBezTo>
                  <a:pt x="14" y="27"/>
                  <a:pt x="15" y="26"/>
                  <a:pt x="17" y="26"/>
                </a:cubicBezTo>
                <a:cubicBezTo>
                  <a:pt x="18" y="26"/>
                  <a:pt x="19" y="26"/>
                  <a:pt x="21" y="27"/>
                </a:cubicBezTo>
                <a:cubicBezTo>
                  <a:pt x="22" y="27"/>
                  <a:pt x="24" y="28"/>
                  <a:pt x="27" y="30"/>
                </a:cubicBezTo>
                <a:lnTo>
                  <a:pt x="36" y="35"/>
                </a:lnTo>
                <a:cubicBezTo>
                  <a:pt x="37" y="35"/>
                  <a:pt x="38" y="36"/>
                  <a:pt x="39" y="36"/>
                </a:cubicBezTo>
                <a:cubicBezTo>
                  <a:pt x="39" y="36"/>
                  <a:pt x="40" y="36"/>
                  <a:pt x="40" y="35"/>
                </a:cubicBezTo>
                <a:lnTo>
                  <a:pt x="41" y="35"/>
                </a:lnTo>
                <a:lnTo>
                  <a:pt x="38" y="40"/>
                </a:lnTo>
                <a:lnTo>
                  <a:pt x="37" y="40"/>
                </a:lnTo>
                <a:lnTo>
                  <a:pt x="38" y="39"/>
                </a:lnTo>
                <a:cubicBezTo>
                  <a:pt x="38" y="39"/>
                  <a:pt x="38" y="38"/>
                  <a:pt x="37" y="38"/>
                </a:cubicBezTo>
                <a:cubicBezTo>
                  <a:pt x="37" y="37"/>
                  <a:pt x="36" y="37"/>
                  <a:pt x="35" y="36"/>
                </a:cubicBezTo>
                <a:lnTo>
                  <a:pt x="25" y="31"/>
                </a:lnTo>
                <a:cubicBezTo>
                  <a:pt x="24" y="30"/>
                  <a:pt x="23" y="30"/>
                  <a:pt x="22" y="29"/>
                </a:cubicBezTo>
                <a:cubicBezTo>
                  <a:pt x="20" y="28"/>
                  <a:pt x="19" y="28"/>
                  <a:pt x="19" y="28"/>
                </a:cubicBezTo>
                <a:cubicBezTo>
                  <a:pt x="18" y="28"/>
                  <a:pt x="17" y="28"/>
                  <a:pt x="17" y="28"/>
                </a:cubicBezTo>
                <a:cubicBezTo>
                  <a:pt x="16" y="28"/>
                  <a:pt x="15" y="29"/>
                  <a:pt x="15" y="29"/>
                </a:cubicBezTo>
                <a:cubicBezTo>
                  <a:pt x="15" y="30"/>
                  <a:pt x="15" y="31"/>
                  <a:pt x="15" y="32"/>
                </a:cubicBezTo>
                <a:cubicBezTo>
                  <a:pt x="15" y="33"/>
                  <a:pt x="16" y="33"/>
                  <a:pt x="17" y="34"/>
                </a:cubicBezTo>
                <a:cubicBezTo>
                  <a:pt x="18" y="35"/>
                  <a:pt x="19" y="36"/>
                  <a:pt x="22" y="37"/>
                </a:cubicBezTo>
                <a:lnTo>
                  <a:pt x="31" y="43"/>
                </a:lnTo>
                <a:cubicBezTo>
                  <a:pt x="33" y="43"/>
                  <a:pt x="34" y="44"/>
                  <a:pt x="34" y="44"/>
                </a:cubicBezTo>
                <a:cubicBezTo>
                  <a:pt x="35" y="44"/>
                  <a:pt x="35" y="44"/>
                  <a:pt x="35" y="43"/>
                </a:cubicBezTo>
                <a:lnTo>
                  <a:pt x="36" y="43"/>
                </a:lnTo>
                <a:close/>
              </a:path>
              <a:path w="336" h="189">
                <a:moveTo>
                  <a:pt x="15" y="45"/>
                </a:moveTo>
                <a:lnTo>
                  <a:pt x="16" y="40"/>
                </a:lnTo>
                <a:lnTo>
                  <a:pt x="13" y="38"/>
                </a:lnTo>
                <a:cubicBezTo>
                  <a:pt x="12" y="37"/>
                  <a:pt x="11" y="37"/>
                  <a:pt x="11" y="37"/>
                </a:cubicBezTo>
                <a:cubicBezTo>
                  <a:pt x="11" y="37"/>
                  <a:pt x="10" y="37"/>
                  <a:pt x="10" y="37"/>
                </a:cubicBezTo>
                <a:cubicBezTo>
                  <a:pt x="9" y="37"/>
                  <a:pt x="9" y="37"/>
                  <a:pt x="9" y="38"/>
                </a:cubicBezTo>
                <a:lnTo>
                  <a:pt x="8" y="37"/>
                </a:lnTo>
                <a:lnTo>
                  <a:pt x="10" y="33"/>
                </a:lnTo>
                <a:lnTo>
                  <a:pt x="10" y="34"/>
                </a:lnTo>
                <a:cubicBezTo>
                  <a:pt x="10" y="34"/>
                  <a:pt x="10" y="35"/>
                  <a:pt x="11" y="35"/>
                </a:cubicBezTo>
                <a:cubicBezTo>
                  <a:pt x="11" y="36"/>
                  <a:pt x="12" y="36"/>
                  <a:pt x="14" y="37"/>
                </a:cubicBezTo>
                <a:lnTo>
                  <a:pt x="32" y="50"/>
                </a:lnTo>
                <a:lnTo>
                  <a:pt x="10" y="46"/>
                </a:lnTo>
                <a:cubicBezTo>
                  <a:pt x="8" y="46"/>
                  <a:pt x="7" y="46"/>
                  <a:pt x="7" y="46"/>
                </a:cubicBezTo>
                <a:cubicBezTo>
                  <a:pt x="6" y="46"/>
                  <a:pt x="6" y="46"/>
                  <a:pt x="5" y="47"/>
                </a:cubicBezTo>
                <a:lnTo>
                  <a:pt x="5" y="46"/>
                </a:lnTo>
                <a:lnTo>
                  <a:pt x="6" y="42"/>
                </a:lnTo>
                <a:lnTo>
                  <a:pt x="7" y="42"/>
                </a:lnTo>
                <a:cubicBezTo>
                  <a:pt x="7" y="42"/>
                  <a:pt x="7" y="43"/>
                  <a:pt x="7" y="43"/>
                </a:cubicBezTo>
                <a:cubicBezTo>
                  <a:pt x="7" y="43"/>
                  <a:pt x="8" y="44"/>
                  <a:pt x="8" y="44"/>
                </a:cubicBezTo>
                <a:cubicBezTo>
                  <a:pt x="9" y="44"/>
                  <a:pt x="10" y="44"/>
                  <a:pt x="11" y="44"/>
                </a:cubicBezTo>
                <a:lnTo>
                  <a:pt x="15" y="45"/>
                </a:lnTo>
                <a:close/>
                <a:moveTo>
                  <a:pt x="16" y="45"/>
                </a:moveTo>
                <a:lnTo>
                  <a:pt x="27" y="47"/>
                </a:lnTo>
                <a:lnTo>
                  <a:pt x="18" y="41"/>
                </a:lnTo>
                <a:lnTo>
                  <a:pt x="16" y="45"/>
                </a:lnTo>
                <a:close/>
              </a:path>
              <a:path w="336" h="189">
                <a:moveTo>
                  <a:pt x="29" y="62"/>
                </a:moveTo>
                <a:lnTo>
                  <a:pt x="5" y="52"/>
                </a:lnTo>
                <a:lnTo>
                  <a:pt x="5" y="57"/>
                </a:lnTo>
                <a:cubicBezTo>
                  <a:pt x="5" y="58"/>
                  <a:pt x="5" y="59"/>
                  <a:pt x="6" y="59"/>
                </a:cubicBezTo>
                <a:cubicBezTo>
                  <a:pt x="6" y="60"/>
                  <a:pt x="8" y="60"/>
                  <a:pt x="10" y="61"/>
                </a:cubicBezTo>
                <a:lnTo>
                  <a:pt x="3" y="60"/>
                </a:lnTo>
                <a:lnTo>
                  <a:pt x="4" y="49"/>
                </a:lnTo>
                <a:lnTo>
                  <a:pt x="28" y="59"/>
                </a:lnTo>
                <a:lnTo>
                  <a:pt x="28" y="55"/>
                </a:lnTo>
                <a:cubicBezTo>
                  <a:pt x="28" y="54"/>
                  <a:pt x="28" y="53"/>
                  <a:pt x="28" y="53"/>
                </a:cubicBezTo>
                <a:cubicBezTo>
                  <a:pt x="27" y="53"/>
                  <a:pt x="27" y="53"/>
                  <a:pt x="26" y="52"/>
                </a:cubicBezTo>
                <a:cubicBezTo>
                  <a:pt x="26" y="52"/>
                  <a:pt x="25" y="52"/>
                  <a:pt x="23" y="52"/>
                </a:cubicBezTo>
                <a:lnTo>
                  <a:pt x="23" y="51"/>
                </a:lnTo>
                <a:lnTo>
                  <a:pt x="30" y="52"/>
                </a:lnTo>
                <a:lnTo>
                  <a:pt x="29" y="62"/>
                </a:lnTo>
                <a:close/>
              </a:path>
              <a:path w="336" h="189">
                <a:moveTo>
                  <a:pt x="29" y="82"/>
                </a:moveTo>
                <a:cubicBezTo>
                  <a:pt x="29" y="84"/>
                  <a:pt x="28" y="85"/>
                  <a:pt x="25" y="87"/>
                </a:cubicBezTo>
                <a:cubicBezTo>
                  <a:pt x="22" y="88"/>
                  <a:pt x="19" y="89"/>
                  <a:pt x="15" y="89"/>
                </a:cubicBezTo>
                <a:cubicBezTo>
                  <a:pt x="11" y="89"/>
                  <a:pt x="8" y="89"/>
                  <a:pt x="5" y="87"/>
                </a:cubicBezTo>
                <a:cubicBezTo>
                  <a:pt x="3" y="86"/>
                  <a:pt x="1" y="85"/>
                  <a:pt x="1" y="83"/>
                </a:cubicBezTo>
                <a:cubicBezTo>
                  <a:pt x="1" y="81"/>
                  <a:pt x="2" y="80"/>
                  <a:pt x="5" y="78"/>
                </a:cubicBezTo>
                <a:cubicBezTo>
                  <a:pt x="7" y="77"/>
                  <a:pt x="11" y="76"/>
                  <a:pt x="15" y="76"/>
                </a:cubicBezTo>
                <a:cubicBezTo>
                  <a:pt x="19" y="76"/>
                  <a:pt x="22" y="77"/>
                  <a:pt x="25" y="78"/>
                </a:cubicBezTo>
                <a:cubicBezTo>
                  <a:pt x="27" y="79"/>
                  <a:pt x="29" y="80"/>
                  <a:pt x="29" y="82"/>
                </a:cubicBezTo>
                <a:close/>
                <a:moveTo>
                  <a:pt x="27" y="82"/>
                </a:moveTo>
                <a:cubicBezTo>
                  <a:pt x="27" y="81"/>
                  <a:pt x="26" y="80"/>
                  <a:pt x="25" y="79"/>
                </a:cubicBezTo>
                <a:cubicBezTo>
                  <a:pt x="22" y="78"/>
                  <a:pt x="19" y="78"/>
                  <a:pt x="15" y="78"/>
                </a:cubicBezTo>
                <a:cubicBezTo>
                  <a:pt x="11" y="79"/>
                  <a:pt x="7" y="79"/>
                  <a:pt x="5" y="80"/>
                </a:cubicBezTo>
                <a:cubicBezTo>
                  <a:pt x="3" y="81"/>
                  <a:pt x="2" y="82"/>
                  <a:pt x="3" y="83"/>
                </a:cubicBezTo>
                <a:cubicBezTo>
                  <a:pt x="3" y="84"/>
                  <a:pt x="4" y="85"/>
                  <a:pt x="6" y="86"/>
                </a:cubicBezTo>
                <a:cubicBezTo>
                  <a:pt x="8" y="87"/>
                  <a:pt x="11" y="87"/>
                  <a:pt x="15" y="87"/>
                </a:cubicBezTo>
                <a:cubicBezTo>
                  <a:pt x="19" y="87"/>
                  <a:pt x="23" y="86"/>
                  <a:pt x="25" y="85"/>
                </a:cubicBezTo>
                <a:cubicBezTo>
                  <a:pt x="26" y="84"/>
                  <a:pt x="27" y="83"/>
                  <a:pt x="27" y="82"/>
                </a:cubicBezTo>
                <a:close/>
              </a:path>
              <a:path w="336" h="189">
                <a:moveTo>
                  <a:pt x="16" y="66"/>
                </a:moveTo>
                <a:lnTo>
                  <a:pt x="15" y="72"/>
                </a:lnTo>
                <a:lnTo>
                  <a:pt x="22" y="73"/>
                </a:lnTo>
                <a:cubicBezTo>
                  <a:pt x="24" y="73"/>
                  <a:pt x="24" y="73"/>
                  <a:pt x="25" y="73"/>
                </a:cubicBezTo>
                <a:cubicBezTo>
                  <a:pt x="25" y="73"/>
                  <a:pt x="26" y="73"/>
                  <a:pt x="26" y="73"/>
                </a:cubicBezTo>
                <a:cubicBezTo>
                  <a:pt x="26" y="73"/>
                  <a:pt x="26" y="72"/>
                  <a:pt x="26" y="72"/>
                </a:cubicBezTo>
                <a:lnTo>
                  <a:pt x="27" y="72"/>
                </a:lnTo>
                <a:lnTo>
                  <a:pt x="26" y="77"/>
                </a:lnTo>
                <a:cubicBezTo>
                  <a:pt x="26" y="76"/>
                  <a:pt x="26" y="76"/>
                  <a:pt x="25" y="76"/>
                </a:cubicBezTo>
                <a:cubicBezTo>
                  <a:pt x="25" y="76"/>
                  <a:pt x="25" y="75"/>
                  <a:pt x="25" y="75"/>
                </a:cubicBezTo>
                <a:cubicBezTo>
                  <a:pt x="24" y="75"/>
                  <a:pt x="23" y="75"/>
                  <a:pt x="22" y="75"/>
                </a:cubicBezTo>
                <a:lnTo>
                  <a:pt x="5" y="73"/>
                </a:lnTo>
                <a:cubicBezTo>
                  <a:pt x="4" y="72"/>
                  <a:pt x="3" y="72"/>
                  <a:pt x="3" y="72"/>
                </a:cubicBezTo>
                <a:cubicBezTo>
                  <a:pt x="2" y="72"/>
                  <a:pt x="2" y="72"/>
                  <a:pt x="2" y="73"/>
                </a:cubicBezTo>
                <a:cubicBezTo>
                  <a:pt x="1" y="73"/>
                  <a:pt x="1" y="73"/>
                  <a:pt x="1" y="73"/>
                </a:cubicBezTo>
                <a:lnTo>
                  <a:pt x="1" y="74"/>
                </a:lnTo>
                <a:lnTo>
                  <a:pt x="0" y="74"/>
                </a:lnTo>
                <a:lnTo>
                  <a:pt x="1" y="68"/>
                </a:lnTo>
                <a:lnTo>
                  <a:pt x="2" y="68"/>
                </a:lnTo>
                <a:lnTo>
                  <a:pt x="2" y="69"/>
                </a:lnTo>
                <a:cubicBezTo>
                  <a:pt x="2" y="69"/>
                  <a:pt x="2" y="70"/>
                  <a:pt x="2" y="70"/>
                </a:cubicBezTo>
                <a:cubicBezTo>
                  <a:pt x="3" y="70"/>
                  <a:pt x="4" y="71"/>
                  <a:pt x="5" y="71"/>
                </a:cubicBezTo>
                <a:lnTo>
                  <a:pt x="13" y="72"/>
                </a:lnTo>
                <a:lnTo>
                  <a:pt x="14" y="66"/>
                </a:lnTo>
                <a:lnTo>
                  <a:pt x="6" y="65"/>
                </a:lnTo>
                <a:cubicBezTo>
                  <a:pt x="5" y="65"/>
                  <a:pt x="4" y="65"/>
                  <a:pt x="4" y="65"/>
                </a:cubicBezTo>
                <a:cubicBezTo>
                  <a:pt x="3" y="65"/>
                  <a:pt x="3" y="65"/>
                  <a:pt x="3" y="65"/>
                </a:cubicBezTo>
                <a:cubicBezTo>
                  <a:pt x="2" y="65"/>
                  <a:pt x="2" y="65"/>
                  <a:pt x="2" y="66"/>
                </a:cubicBezTo>
                <a:lnTo>
                  <a:pt x="1" y="66"/>
                </a:lnTo>
                <a:lnTo>
                  <a:pt x="2" y="60"/>
                </a:lnTo>
                <a:lnTo>
                  <a:pt x="3" y="61"/>
                </a:lnTo>
                <a:cubicBezTo>
                  <a:pt x="3" y="62"/>
                  <a:pt x="3" y="62"/>
                  <a:pt x="3" y="62"/>
                </a:cubicBezTo>
                <a:cubicBezTo>
                  <a:pt x="4" y="63"/>
                  <a:pt x="5" y="63"/>
                  <a:pt x="6" y="63"/>
                </a:cubicBezTo>
                <a:lnTo>
                  <a:pt x="23" y="65"/>
                </a:lnTo>
                <a:cubicBezTo>
                  <a:pt x="25" y="65"/>
                  <a:pt x="25" y="65"/>
                  <a:pt x="26" y="65"/>
                </a:cubicBezTo>
                <a:cubicBezTo>
                  <a:pt x="26" y="65"/>
                  <a:pt x="27" y="65"/>
                  <a:pt x="27" y="65"/>
                </a:cubicBezTo>
                <a:cubicBezTo>
                  <a:pt x="27" y="65"/>
                  <a:pt x="27" y="65"/>
                  <a:pt x="27" y="64"/>
                </a:cubicBezTo>
                <a:lnTo>
                  <a:pt x="28" y="64"/>
                </a:lnTo>
                <a:lnTo>
                  <a:pt x="27" y="69"/>
                </a:lnTo>
                <a:cubicBezTo>
                  <a:pt x="27" y="69"/>
                  <a:pt x="27" y="68"/>
                  <a:pt x="26" y="68"/>
                </a:cubicBezTo>
                <a:cubicBezTo>
                  <a:pt x="26" y="68"/>
                  <a:pt x="26" y="67"/>
                  <a:pt x="26" y="67"/>
                </a:cubicBezTo>
                <a:cubicBezTo>
                  <a:pt x="25" y="67"/>
                  <a:pt x="24" y="67"/>
                  <a:pt x="23" y="67"/>
                </a:cubicBezTo>
                <a:lnTo>
                  <a:pt x="16" y="66"/>
                </a:lnTo>
                <a:close/>
              </a:path>
              <a:path w="336" h="189">
                <a:moveTo>
                  <a:pt x="29" y="84"/>
                </a:moveTo>
                <a:lnTo>
                  <a:pt x="30" y="88"/>
                </a:lnTo>
                <a:lnTo>
                  <a:pt x="14" y="101"/>
                </a:lnTo>
                <a:lnTo>
                  <a:pt x="28" y="97"/>
                </a:lnTo>
                <a:cubicBezTo>
                  <a:pt x="30" y="96"/>
                  <a:pt x="31" y="96"/>
                  <a:pt x="31" y="95"/>
                </a:cubicBezTo>
                <a:cubicBezTo>
                  <a:pt x="32" y="95"/>
                  <a:pt x="32" y="95"/>
                  <a:pt x="32" y="94"/>
                </a:cubicBezTo>
                <a:lnTo>
                  <a:pt x="31" y="94"/>
                </a:lnTo>
                <a:lnTo>
                  <a:pt x="32" y="93"/>
                </a:lnTo>
                <a:lnTo>
                  <a:pt x="33" y="98"/>
                </a:lnTo>
                <a:cubicBezTo>
                  <a:pt x="32" y="97"/>
                  <a:pt x="32" y="97"/>
                  <a:pt x="31" y="97"/>
                </a:cubicBezTo>
                <a:cubicBezTo>
                  <a:pt x="31" y="97"/>
                  <a:pt x="30" y="97"/>
                  <a:pt x="29" y="97"/>
                </a:cubicBezTo>
                <a:lnTo>
                  <a:pt x="7" y="104"/>
                </a:lnTo>
                <a:lnTo>
                  <a:pt x="25" y="89"/>
                </a:lnTo>
                <a:lnTo>
                  <a:pt x="9" y="94"/>
                </a:lnTo>
                <a:cubicBezTo>
                  <a:pt x="8" y="95"/>
                  <a:pt x="7" y="95"/>
                  <a:pt x="7" y="95"/>
                </a:cubicBezTo>
                <a:cubicBezTo>
                  <a:pt x="6" y="96"/>
                  <a:pt x="6" y="96"/>
                  <a:pt x="6" y="97"/>
                </a:cubicBezTo>
                <a:lnTo>
                  <a:pt x="4" y="93"/>
                </a:lnTo>
                <a:lnTo>
                  <a:pt x="5" y="93"/>
                </a:lnTo>
                <a:cubicBezTo>
                  <a:pt x="5" y="94"/>
                  <a:pt x="6" y="94"/>
                  <a:pt x="6" y="94"/>
                </a:cubicBezTo>
                <a:cubicBezTo>
                  <a:pt x="7" y="94"/>
                  <a:pt x="8" y="94"/>
                  <a:pt x="9" y="93"/>
                </a:cubicBezTo>
                <a:lnTo>
                  <a:pt x="27" y="88"/>
                </a:lnTo>
                <a:cubicBezTo>
                  <a:pt x="27" y="87"/>
                  <a:pt x="28" y="87"/>
                  <a:pt x="28" y="86"/>
                </a:cubicBezTo>
                <a:cubicBezTo>
                  <a:pt x="28" y="86"/>
                  <a:pt x="28" y="86"/>
                  <a:pt x="29" y="85"/>
                </a:cubicBezTo>
                <a:cubicBezTo>
                  <a:pt x="29" y="85"/>
                  <a:pt x="29" y="85"/>
                  <a:pt x="28" y="84"/>
                </a:cubicBezTo>
                <a:lnTo>
                  <a:pt x="29" y="84"/>
                </a:lnTo>
                <a:close/>
              </a:path>
              <a:path w="336" h="189">
                <a:moveTo>
                  <a:pt x="38" y="107"/>
                </a:moveTo>
                <a:lnTo>
                  <a:pt x="30" y="110"/>
                </a:lnTo>
                <a:cubicBezTo>
                  <a:pt x="32" y="109"/>
                  <a:pt x="33" y="108"/>
                  <a:pt x="34" y="107"/>
                </a:cubicBezTo>
                <a:cubicBezTo>
                  <a:pt x="35" y="106"/>
                  <a:pt x="36" y="105"/>
                  <a:pt x="35" y="104"/>
                </a:cubicBezTo>
                <a:cubicBezTo>
                  <a:pt x="35" y="102"/>
                  <a:pt x="33" y="101"/>
                  <a:pt x="30" y="101"/>
                </a:cubicBezTo>
                <a:cubicBezTo>
                  <a:pt x="28" y="102"/>
                  <a:pt x="25" y="102"/>
                  <a:pt x="22" y="103"/>
                </a:cubicBezTo>
                <a:cubicBezTo>
                  <a:pt x="20" y="104"/>
                  <a:pt x="18" y="105"/>
                  <a:pt x="16" y="106"/>
                </a:cubicBezTo>
                <a:cubicBezTo>
                  <a:pt x="14" y="107"/>
                  <a:pt x="13" y="108"/>
                  <a:pt x="12" y="109"/>
                </a:cubicBezTo>
                <a:cubicBezTo>
                  <a:pt x="12" y="110"/>
                  <a:pt x="11" y="111"/>
                  <a:pt x="12" y="112"/>
                </a:cubicBezTo>
                <a:cubicBezTo>
                  <a:pt x="12" y="112"/>
                  <a:pt x="12" y="113"/>
                  <a:pt x="12" y="113"/>
                </a:cubicBezTo>
                <a:cubicBezTo>
                  <a:pt x="13" y="113"/>
                  <a:pt x="13" y="114"/>
                  <a:pt x="14" y="114"/>
                </a:cubicBezTo>
                <a:lnTo>
                  <a:pt x="21" y="112"/>
                </a:lnTo>
                <a:cubicBezTo>
                  <a:pt x="22" y="111"/>
                  <a:pt x="23" y="111"/>
                  <a:pt x="24" y="111"/>
                </a:cubicBezTo>
                <a:cubicBezTo>
                  <a:pt x="24" y="110"/>
                  <a:pt x="24" y="110"/>
                  <a:pt x="24" y="110"/>
                </a:cubicBezTo>
                <a:cubicBezTo>
                  <a:pt x="24" y="110"/>
                  <a:pt x="24" y="109"/>
                  <a:pt x="24" y="109"/>
                </a:cubicBezTo>
                <a:lnTo>
                  <a:pt x="25" y="108"/>
                </a:lnTo>
                <a:lnTo>
                  <a:pt x="27" y="113"/>
                </a:lnTo>
                <a:lnTo>
                  <a:pt x="26" y="113"/>
                </a:lnTo>
                <a:cubicBezTo>
                  <a:pt x="26" y="113"/>
                  <a:pt x="25" y="113"/>
                  <a:pt x="24" y="113"/>
                </a:cubicBezTo>
                <a:cubicBezTo>
                  <a:pt x="24" y="113"/>
                  <a:pt x="23" y="113"/>
                  <a:pt x="22" y="113"/>
                </a:cubicBezTo>
                <a:lnTo>
                  <a:pt x="14" y="116"/>
                </a:lnTo>
                <a:cubicBezTo>
                  <a:pt x="13" y="115"/>
                  <a:pt x="12" y="115"/>
                  <a:pt x="12" y="114"/>
                </a:cubicBezTo>
                <a:cubicBezTo>
                  <a:pt x="11" y="114"/>
                  <a:pt x="11" y="113"/>
                  <a:pt x="10" y="112"/>
                </a:cubicBezTo>
                <a:cubicBezTo>
                  <a:pt x="10" y="110"/>
                  <a:pt x="11" y="108"/>
                  <a:pt x="13" y="105"/>
                </a:cubicBezTo>
                <a:cubicBezTo>
                  <a:pt x="15" y="104"/>
                  <a:pt x="18" y="102"/>
                  <a:pt x="21" y="101"/>
                </a:cubicBezTo>
                <a:cubicBezTo>
                  <a:pt x="23" y="100"/>
                  <a:pt x="25" y="100"/>
                  <a:pt x="27" y="100"/>
                </a:cubicBezTo>
                <a:cubicBezTo>
                  <a:pt x="30" y="100"/>
                  <a:pt x="32" y="100"/>
                  <a:pt x="34" y="101"/>
                </a:cubicBezTo>
                <a:cubicBezTo>
                  <a:pt x="35" y="101"/>
                  <a:pt x="36" y="102"/>
                  <a:pt x="36" y="103"/>
                </a:cubicBezTo>
                <a:cubicBezTo>
                  <a:pt x="37" y="104"/>
                  <a:pt x="37" y="104"/>
                  <a:pt x="37" y="104"/>
                </a:cubicBezTo>
                <a:cubicBezTo>
                  <a:pt x="37" y="105"/>
                  <a:pt x="36" y="106"/>
                  <a:pt x="36" y="106"/>
                </a:cubicBezTo>
                <a:cubicBezTo>
                  <a:pt x="36" y="107"/>
                  <a:pt x="36" y="107"/>
                  <a:pt x="36" y="107"/>
                </a:cubicBezTo>
                <a:cubicBezTo>
                  <a:pt x="36" y="107"/>
                  <a:pt x="36" y="107"/>
                  <a:pt x="36" y="107"/>
                </a:cubicBezTo>
                <a:cubicBezTo>
                  <a:pt x="37" y="107"/>
                  <a:pt x="37" y="107"/>
                  <a:pt x="38" y="107"/>
                </a:cubicBezTo>
                <a:close/>
              </a:path>
              <a:path w="336" h="189">
                <a:moveTo>
                  <a:pt x="47" y="119"/>
                </a:moveTo>
                <a:lnTo>
                  <a:pt x="48" y="118"/>
                </a:lnTo>
                <a:lnTo>
                  <a:pt x="51" y="122"/>
                </a:lnTo>
                <a:lnTo>
                  <a:pt x="50" y="122"/>
                </a:lnTo>
                <a:cubicBezTo>
                  <a:pt x="49" y="121"/>
                  <a:pt x="49" y="121"/>
                  <a:pt x="48" y="122"/>
                </a:cubicBezTo>
                <a:cubicBezTo>
                  <a:pt x="48" y="122"/>
                  <a:pt x="47" y="122"/>
                  <a:pt x="46" y="123"/>
                </a:cubicBezTo>
                <a:lnTo>
                  <a:pt x="38" y="130"/>
                </a:lnTo>
                <a:cubicBezTo>
                  <a:pt x="36" y="132"/>
                  <a:pt x="34" y="133"/>
                  <a:pt x="33" y="134"/>
                </a:cubicBezTo>
                <a:cubicBezTo>
                  <a:pt x="31" y="135"/>
                  <a:pt x="30" y="135"/>
                  <a:pt x="29" y="135"/>
                </a:cubicBezTo>
                <a:cubicBezTo>
                  <a:pt x="27" y="135"/>
                  <a:pt x="26" y="135"/>
                  <a:pt x="26" y="134"/>
                </a:cubicBezTo>
                <a:cubicBezTo>
                  <a:pt x="25" y="133"/>
                  <a:pt x="24" y="131"/>
                  <a:pt x="25" y="130"/>
                </a:cubicBezTo>
                <a:cubicBezTo>
                  <a:pt x="25" y="129"/>
                  <a:pt x="26" y="128"/>
                  <a:pt x="27" y="126"/>
                </a:cubicBezTo>
                <a:cubicBezTo>
                  <a:pt x="27" y="126"/>
                  <a:pt x="29" y="124"/>
                  <a:pt x="32" y="122"/>
                </a:cubicBezTo>
                <a:lnTo>
                  <a:pt x="39" y="115"/>
                </a:lnTo>
                <a:cubicBezTo>
                  <a:pt x="41" y="114"/>
                  <a:pt x="41" y="114"/>
                  <a:pt x="42" y="113"/>
                </a:cubicBezTo>
                <a:cubicBezTo>
                  <a:pt x="42" y="113"/>
                  <a:pt x="42" y="112"/>
                  <a:pt x="42" y="112"/>
                </a:cubicBezTo>
                <a:lnTo>
                  <a:pt x="41" y="111"/>
                </a:lnTo>
                <a:lnTo>
                  <a:pt x="42" y="111"/>
                </a:lnTo>
                <a:lnTo>
                  <a:pt x="45" y="115"/>
                </a:lnTo>
                <a:lnTo>
                  <a:pt x="45" y="116"/>
                </a:lnTo>
                <a:lnTo>
                  <a:pt x="45" y="115"/>
                </a:lnTo>
                <a:cubicBezTo>
                  <a:pt x="44" y="115"/>
                  <a:pt x="44" y="115"/>
                  <a:pt x="43" y="115"/>
                </a:cubicBezTo>
                <a:cubicBezTo>
                  <a:pt x="43" y="115"/>
                  <a:pt x="42" y="116"/>
                  <a:pt x="41" y="117"/>
                </a:cubicBezTo>
                <a:lnTo>
                  <a:pt x="32" y="124"/>
                </a:lnTo>
                <a:cubicBezTo>
                  <a:pt x="31" y="125"/>
                  <a:pt x="30" y="126"/>
                  <a:pt x="29" y="127"/>
                </a:cubicBezTo>
                <a:cubicBezTo>
                  <a:pt x="28" y="127"/>
                  <a:pt x="28" y="128"/>
                  <a:pt x="27" y="129"/>
                </a:cubicBezTo>
                <a:cubicBezTo>
                  <a:pt x="27" y="130"/>
                  <a:pt x="26" y="130"/>
                  <a:pt x="26" y="131"/>
                </a:cubicBezTo>
                <a:cubicBezTo>
                  <a:pt x="26" y="132"/>
                  <a:pt x="26" y="132"/>
                  <a:pt x="27" y="133"/>
                </a:cubicBezTo>
                <a:cubicBezTo>
                  <a:pt x="27" y="133"/>
                  <a:pt x="28" y="134"/>
                  <a:pt x="29" y="134"/>
                </a:cubicBezTo>
                <a:cubicBezTo>
                  <a:pt x="30" y="134"/>
                  <a:pt x="31" y="133"/>
                  <a:pt x="32" y="133"/>
                </a:cubicBezTo>
                <a:cubicBezTo>
                  <a:pt x="33" y="132"/>
                  <a:pt x="35" y="131"/>
                  <a:pt x="37" y="129"/>
                </a:cubicBezTo>
                <a:lnTo>
                  <a:pt x="45" y="123"/>
                </a:lnTo>
                <a:cubicBezTo>
                  <a:pt x="47" y="122"/>
                  <a:pt x="47" y="121"/>
                  <a:pt x="48" y="120"/>
                </a:cubicBezTo>
                <a:cubicBezTo>
                  <a:pt x="48" y="120"/>
                  <a:pt x="48" y="119"/>
                  <a:pt x="47" y="119"/>
                </a:cubicBezTo>
                <a:close/>
              </a:path>
              <a:path w="336" h="189">
                <a:moveTo>
                  <a:pt x="51" y="121"/>
                </a:moveTo>
                <a:lnTo>
                  <a:pt x="53" y="123"/>
                </a:lnTo>
                <a:lnTo>
                  <a:pt x="46" y="143"/>
                </a:lnTo>
                <a:lnTo>
                  <a:pt x="56" y="132"/>
                </a:lnTo>
                <a:cubicBezTo>
                  <a:pt x="57" y="131"/>
                  <a:pt x="58" y="130"/>
                  <a:pt x="58" y="130"/>
                </a:cubicBezTo>
                <a:cubicBezTo>
                  <a:pt x="58" y="129"/>
                  <a:pt x="58" y="128"/>
                  <a:pt x="58" y="128"/>
                </a:cubicBezTo>
                <a:lnTo>
                  <a:pt x="57" y="128"/>
                </a:lnTo>
                <a:lnTo>
                  <a:pt x="58" y="127"/>
                </a:lnTo>
                <a:lnTo>
                  <a:pt x="61" y="130"/>
                </a:lnTo>
                <a:lnTo>
                  <a:pt x="61" y="131"/>
                </a:lnTo>
                <a:lnTo>
                  <a:pt x="60" y="131"/>
                </a:lnTo>
                <a:cubicBezTo>
                  <a:pt x="60" y="130"/>
                  <a:pt x="60" y="130"/>
                  <a:pt x="59" y="131"/>
                </a:cubicBezTo>
                <a:cubicBezTo>
                  <a:pt x="59" y="131"/>
                  <a:pt x="58" y="131"/>
                  <a:pt x="57" y="133"/>
                </a:cubicBezTo>
                <a:lnTo>
                  <a:pt x="42" y="149"/>
                </a:lnTo>
                <a:lnTo>
                  <a:pt x="50" y="127"/>
                </a:lnTo>
                <a:lnTo>
                  <a:pt x="39" y="140"/>
                </a:lnTo>
                <a:cubicBezTo>
                  <a:pt x="38" y="141"/>
                  <a:pt x="37" y="142"/>
                  <a:pt x="37" y="142"/>
                </a:cubicBezTo>
                <a:cubicBezTo>
                  <a:pt x="37" y="143"/>
                  <a:pt x="37" y="143"/>
                  <a:pt x="37" y="143"/>
                </a:cubicBezTo>
                <a:lnTo>
                  <a:pt x="38" y="144"/>
                </a:lnTo>
                <a:lnTo>
                  <a:pt x="37" y="144"/>
                </a:lnTo>
                <a:lnTo>
                  <a:pt x="34" y="141"/>
                </a:lnTo>
                <a:lnTo>
                  <a:pt x="35" y="141"/>
                </a:lnTo>
                <a:cubicBezTo>
                  <a:pt x="35" y="141"/>
                  <a:pt x="36" y="141"/>
                  <a:pt x="36" y="141"/>
                </a:cubicBezTo>
                <a:cubicBezTo>
                  <a:pt x="37" y="141"/>
                  <a:pt x="37" y="140"/>
                  <a:pt x="38" y="139"/>
                </a:cubicBezTo>
                <a:lnTo>
                  <a:pt x="50" y="125"/>
                </a:lnTo>
                <a:cubicBezTo>
                  <a:pt x="51" y="124"/>
                  <a:pt x="51" y="124"/>
                  <a:pt x="51" y="123"/>
                </a:cubicBezTo>
                <a:cubicBezTo>
                  <a:pt x="51" y="123"/>
                  <a:pt x="51" y="123"/>
                  <a:pt x="51" y="122"/>
                </a:cubicBezTo>
                <a:cubicBezTo>
                  <a:pt x="51" y="122"/>
                  <a:pt x="50" y="122"/>
                  <a:pt x="50" y="121"/>
                </a:cubicBezTo>
                <a:lnTo>
                  <a:pt x="51" y="121"/>
                </a:lnTo>
                <a:close/>
              </a:path>
              <a:path w="336" h="189">
                <a:moveTo>
                  <a:pt x="51" y="155"/>
                </a:moveTo>
                <a:lnTo>
                  <a:pt x="50" y="156"/>
                </a:lnTo>
                <a:lnTo>
                  <a:pt x="46" y="152"/>
                </a:lnTo>
                <a:lnTo>
                  <a:pt x="47" y="151"/>
                </a:lnTo>
                <a:lnTo>
                  <a:pt x="47" y="152"/>
                </a:lnTo>
                <a:cubicBezTo>
                  <a:pt x="47" y="152"/>
                  <a:pt x="48" y="152"/>
                  <a:pt x="49" y="152"/>
                </a:cubicBezTo>
                <a:cubicBezTo>
                  <a:pt x="49" y="152"/>
                  <a:pt x="50" y="151"/>
                  <a:pt x="51" y="150"/>
                </a:cubicBezTo>
                <a:lnTo>
                  <a:pt x="62" y="137"/>
                </a:lnTo>
                <a:cubicBezTo>
                  <a:pt x="63" y="136"/>
                  <a:pt x="63" y="135"/>
                  <a:pt x="63" y="135"/>
                </a:cubicBezTo>
                <a:cubicBezTo>
                  <a:pt x="64" y="134"/>
                  <a:pt x="64" y="134"/>
                  <a:pt x="64" y="134"/>
                </a:cubicBezTo>
                <a:cubicBezTo>
                  <a:pt x="64" y="133"/>
                  <a:pt x="64" y="133"/>
                  <a:pt x="63" y="133"/>
                </a:cubicBezTo>
                <a:lnTo>
                  <a:pt x="63" y="132"/>
                </a:lnTo>
                <a:lnTo>
                  <a:pt x="68" y="136"/>
                </a:lnTo>
                <a:lnTo>
                  <a:pt x="67" y="136"/>
                </a:lnTo>
                <a:cubicBezTo>
                  <a:pt x="66" y="136"/>
                  <a:pt x="66" y="136"/>
                  <a:pt x="65" y="136"/>
                </a:cubicBezTo>
                <a:cubicBezTo>
                  <a:pt x="65" y="136"/>
                  <a:pt x="64" y="137"/>
                  <a:pt x="63" y="138"/>
                </a:cubicBezTo>
                <a:lnTo>
                  <a:pt x="52" y="151"/>
                </a:lnTo>
                <a:cubicBezTo>
                  <a:pt x="51" y="152"/>
                  <a:pt x="51" y="153"/>
                  <a:pt x="50" y="153"/>
                </a:cubicBezTo>
                <a:cubicBezTo>
                  <a:pt x="50" y="153"/>
                  <a:pt x="50" y="153"/>
                  <a:pt x="50" y="154"/>
                </a:cubicBezTo>
                <a:cubicBezTo>
                  <a:pt x="50" y="154"/>
                  <a:pt x="50" y="155"/>
                  <a:pt x="51" y="155"/>
                </a:cubicBezTo>
                <a:close/>
              </a:path>
              <a:path w="336" h="189">
                <a:moveTo>
                  <a:pt x="81" y="143"/>
                </a:moveTo>
                <a:lnTo>
                  <a:pt x="80" y="143"/>
                </a:lnTo>
                <a:cubicBezTo>
                  <a:pt x="80" y="143"/>
                  <a:pt x="79" y="143"/>
                  <a:pt x="79" y="144"/>
                </a:cubicBezTo>
                <a:cubicBezTo>
                  <a:pt x="78" y="144"/>
                  <a:pt x="78" y="145"/>
                  <a:pt x="77" y="146"/>
                </a:cubicBezTo>
                <a:lnTo>
                  <a:pt x="61" y="163"/>
                </a:lnTo>
                <a:lnTo>
                  <a:pt x="61" y="162"/>
                </a:lnTo>
                <a:lnTo>
                  <a:pt x="68" y="140"/>
                </a:lnTo>
                <a:cubicBezTo>
                  <a:pt x="69" y="139"/>
                  <a:pt x="69" y="139"/>
                  <a:pt x="69" y="138"/>
                </a:cubicBezTo>
                <a:cubicBezTo>
                  <a:pt x="69" y="138"/>
                  <a:pt x="69" y="137"/>
                  <a:pt x="69" y="137"/>
                </a:cubicBezTo>
                <a:cubicBezTo>
                  <a:pt x="69" y="137"/>
                  <a:pt x="69" y="137"/>
                  <a:pt x="68" y="136"/>
                </a:cubicBezTo>
                <a:lnTo>
                  <a:pt x="69" y="136"/>
                </a:lnTo>
                <a:lnTo>
                  <a:pt x="73" y="138"/>
                </a:lnTo>
                <a:lnTo>
                  <a:pt x="73" y="139"/>
                </a:lnTo>
                <a:cubicBezTo>
                  <a:pt x="72" y="139"/>
                  <a:pt x="72" y="139"/>
                  <a:pt x="72" y="139"/>
                </a:cubicBezTo>
                <a:cubicBezTo>
                  <a:pt x="71" y="139"/>
                  <a:pt x="71" y="139"/>
                  <a:pt x="71" y="140"/>
                </a:cubicBezTo>
                <a:cubicBezTo>
                  <a:pt x="71" y="140"/>
                  <a:pt x="70" y="141"/>
                  <a:pt x="70" y="143"/>
                </a:cubicBezTo>
                <a:lnTo>
                  <a:pt x="65" y="158"/>
                </a:lnTo>
                <a:lnTo>
                  <a:pt x="75" y="146"/>
                </a:lnTo>
                <a:cubicBezTo>
                  <a:pt x="76" y="145"/>
                  <a:pt x="77" y="144"/>
                  <a:pt x="77" y="144"/>
                </a:cubicBezTo>
                <a:cubicBezTo>
                  <a:pt x="77" y="143"/>
                  <a:pt x="77" y="143"/>
                  <a:pt x="77" y="143"/>
                </a:cubicBezTo>
                <a:cubicBezTo>
                  <a:pt x="77" y="142"/>
                  <a:pt x="77" y="142"/>
                  <a:pt x="77" y="141"/>
                </a:cubicBezTo>
                <a:cubicBezTo>
                  <a:pt x="77" y="141"/>
                  <a:pt x="77" y="141"/>
                  <a:pt x="77" y="141"/>
                </a:cubicBezTo>
                <a:lnTo>
                  <a:pt x="81" y="143"/>
                </a:lnTo>
                <a:close/>
              </a:path>
              <a:path w="336" h="189">
                <a:moveTo>
                  <a:pt x="153" y="160"/>
                </a:moveTo>
                <a:cubicBezTo>
                  <a:pt x="155" y="160"/>
                  <a:pt x="156" y="161"/>
                  <a:pt x="157" y="164"/>
                </a:cubicBezTo>
                <a:cubicBezTo>
                  <a:pt x="159" y="166"/>
                  <a:pt x="159" y="170"/>
                  <a:pt x="159" y="174"/>
                </a:cubicBezTo>
                <a:cubicBezTo>
                  <a:pt x="159" y="178"/>
                  <a:pt x="159" y="181"/>
                  <a:pt x="157" y="184"/>
                </a:cubicBezTo>
                <a:cubicBezTo>
                  <a:pt x="156" y="186"/>
                  <a:pt x="155" y="187"/>
                  <a:pt x="153" y="187"/>
                </a:cubicBezTo>
                <a:cubicBezTo>
                  <a:pt x="151" y="187"/>
                  <a:pt x="150" y="186"/>
                  <a:pt x="148" y="184"/>
                </a:cubicBezTo>
                <a:cubicBezTo>
                  <a:pt x="147" y="181"/>
                  <a:pt x="147" y="178"/>
                  <a:pt x="147" y="174"/>
                </a:cubicBezTo>
                <a:cubicBezTo>
                  <a:pt x="147" y="169"/>
                  <a:pt x="147" y="166"/>
                  <a:pt x="149" y="163"/>
                </a:cubicBezTo>
                <a:cubicBezTo>
                  <a:pt x="150" y="161"/>
                  <a:pt x="151" y="160"/>
                  <a:pt x="153" y="160"/>
                </a:cubicBezTo>
                <a:close/>
                <a:moveTo>
                  <a:pt x="153" y="161"/>
                </a:moveTo>
                <a:cubicBezTo>
                  <a:pt x="152" y="161"/>
                  <a:pt x="151" y="162"/>
                  <a:pt x="150" y="164"/>
                </a:cubicBezTo>
                <a:cubicBezTo>
                  <a:pt x="149" y="166"/>
                  <a:pt x="149" y="169"/>
                  <a:pt x="149" y="174"/>
                </a:cubicBezTo>
                <a:cubicBezTo>
                  <a:pt x="149" y="178"/>
                  <a:pt x="149" y="181"/>
                  <a:pt x="150" y="183"/>
                </a:cubicBezTo>
                <a:cubicBezTo>
                  <a:pt x="151" y="185"/>
                  <a:pt x="152" y="186"/>
                  <a:pt x="153" y="186"/>
                </a:cubicBezTo>
                <a:cubicBezTo>
                  <a:pt x="154" y="186"/>
                  <a:pt x="155" y="185"/>
                  <a:pt x="156" y="183"/>
                </a:cubicBezTo>
                <a:cubicBezTo>
                  <a:pt x="157" y="181"/>
                  <a:pt x="157" y="178"/>
                  <a:pt x="157" y="174"/>
                </a:cubicBezTo>
                <a:cubicBezTo>
                  <a:pt x="157" y="170"/>
                  <a:pt x="157" y="166"/>
                  <a:pt x="156" y="164"/>
                </a:cubicBezTo>
                <a:cubicBezTo>
                  <a:pt x="155" y="162"/>
                  <a:pt x="154" y="161"/>
                  <a:pt x="153" y="161"/>
                </a:cubicBezTo>
                <a:close/>
              </a:path>
              <a:path w="336" h="189">
                <a:moveTo>
                  <a:pt x="165" y="162"/>
                </a:moveTo>
                <a:lnTo>
                  <a:pt x="165" y="172"/>
                </a:lnTo>
                <a:lnTo>
                  <a:pt x="167" y="172"/>
                </a:lnTo>
                <a:cubicBezTo>
                  <a:pt x="168" y="172"/>
                  <a:pt x="168" y="172"/>
                  <a:pt x="168" y="172"/>
                </a:cubicBezTo>
                <a:cubicBezTo>
                  <a:pt x="168" y="171"/>
                  <a:pt x="169" y="170"/>
                  <a:pt x="169" y="169"/>
                </a:cubicBezTo>
                <a:lnTo>
                  <a:pt x="169" y="178"/>
                </a:lnTo>
                <a:cubicBezTo>
                  <a:pt x="169" y="177"/>
                  <a:pt x="169" y="176"/>
                  <a:pt x="169" y="175"/>
                </a:cubicBezTo>
                <a:cubicBezTo>
                  <a:pt x="168" y="175"/>
                  <a:pt x="168" y="175"/>
                  <a:pt x="168" y="174"/>
                </a:cubicBezTo>
                <a:cubicBezTo>
                  <a:pt x="168" y="174"/>
                  <a:pt x="167" y="174"/>
                  <a:pt x="167" y="174"/>
                </a:cubicBezTo>
                <a:lnTo>
                  <a:pt x="165" y="174"/>
                </a:lnTo>
                <a:lnTo>
                  <a:pt x="165" y="182"/>
                </a:lnTo>
                <a:cubicBezTo>
                  <a:pt x="165" y="184"/>
                  <a:pt x="165" y="184"/>
                  <a:pt x="165" y="185"/>
                </a:cubicBezTo>
                <a:cubicBezTo>
                  <a:pt x="165" y="185"/>
                  <a:pt x="165" y="185"/>
                  <a:pt x="165" y="186"/>
                </a:cubicBezTo>
                <a:cubicBezTo>
                  <a:pt x="165" y="186"/>
                  <a:pt x="166" y="186"/>
                  <a:pt x="166" y="186"/>
                </a:cubicBezTo>
                <a:lnTo>
                  <a:pt x="167" y="186"/>
                </a:lnTo>
                <a:lnTo>
                  <a:pt x="167" y="187"/>
                </a:lnTo>
                <a:lnTo>
                  <a:pt x="161" y="187"/>
                </a:lnTo>
                <a:lnTo>
                  <a:pt x="161" y="186"/>
                </a:lnTo>
                <a:cubicBezTo>
                  <a:pt x="162" y="186"/>
                  <a:pt x="162" y="186"/>
                  <a:pt x="163" y="185"/>
                </a:cubicBezTo>
                <a:cubicBezTo>
                  <a:pt x="163" y="185"/>
                  <a:pt x="163" y="184"/>
                  <a:pt x="163" y="182"/>
                </a:cubicBezTo>
                <a:lnTo>
                  <a:pt x="163" y="165"/>
                </a:lnTo>
                <a:cubicBezTo>
                  <a:pt x="163" y="164"/>
                  <a:pt x="163" y="163"/>
                  <a:pt x="163" y="163"/>
                </a:cubicBezTo>
                <a:cubicBezTo>
                  <a:pt x="163" y="162"/>
                  <a:pt x="162" y="162"/>
                  <a:pt x="162" y="162"/>
                </a:cubicBezTo>
                <a:cubicBezTo>
                  <a:pt x="162" y="161"/>
                  <a:pt x="162" y="161"/>
                  <a:pt x="161" y="161"/>
                </a:cubicBezTo>
                <a:lnTo>
                  <a:pt x="171" y="161"/>
                </a:lnTo>
                <a:lnTo>
                  <a:pt x="171" y="166"/>
                </a:lnTo>
                <a:lnTo>
                  <a:pt x="170" y="166"/>
                </a:lnTo>
                <a:cubicBezTo>
                  <a:pt x="170" y="165"/>
                  <a:pt x="170" y="164"/>
                  <a:pt x="170" y="164"/>
                </a:cubicBezTo>
                <a:cubicBezTo>
                  <a:pt x="170" y="163"/>
                  <a:pt x="169" y="163"/>
                  <a:pt x="169" y="162"/>
                </a:cubicBezTo>
                <a:cubicBezTo>
                  <a:pt x="169" y="162"/>
                  <a:pt x="168" y="162"/>
                  <a:pt x="168" y="162"/>
                </a:cubicBezTo>
                <a:lnTo>
                  <a:pt x="165" y="162"/>
                </a:lnTo>
                <a:close/>
              </a:path>
              <a:path w="336" h="189">
                <a:moveTo>
                  <a:pt x="92" y="176"/>
                </a:moveTo>
                <a:lnTo>
                  <a:pt x="89" y="175"/>
                </a:lnTo>
                <a:lnTo>
                  <a:pt x="91" y="162"/>
                </a:lnTo>
                <a:cubicBezTo>
                  <a:pt x="90" y="162"/>
                  <a:pt x="90" y="161"/>
                  <a:pt x="90" y="161"/>
                </a:cubicBezTo>
                <a:cubicBezTo>
                  <a:pt x="90" y="161"/>
                  <a:pt x="90" y="161"/>
                  <a:pt x="90" y="161"/>
                </a:cubicBezTo>
                <a:cubicBezTo>
                  <a:pt x="90" y="161"/>
                  <a:pt x="90" y="161"/>
                  <a:pt x="89" y="161"/>
                </a:cubicBezTo>
                <a:lnTo>
                  <a:pt x="86" y="168"/>
                </a:lnTo>
                <a:cubicBezTo>
                  <a:pt x="85" y="169"/>
                  <a:pt x="85" y="170"/>
                  <a:pt x="84" y="171"/>
                </a:cubicBezTo>
                <a:cubicBezTo>
                  <a:pt x="84" y="171"/>
                  <a:pt x="85" y="172"/>
                  <a:pt x="85" y="172"/>
                </a:cubicBezTo>
                <a:lnTo>
                  <a:pt x="85" y="173"/>
                </a:lnTo>
                <a:lnTo>
                  <a:pt x="80" y="170"/>
                </a:lnTo>
                <a:lnTo>
                  <a:pt x="81" y="169"/>
                </a:lnTo>
                <a:lnTo>
                  <a:pt x="81" y="170"/>
                </a:lnTo>
                <a:cubicBezTo>
                  <a:pt x="81" y="170"/>
                  <a:pt x="82" y="170"/>
                  <a:pt x="83" y="169"/>
                </a:cubicBezTo>
                <a:cubicBezTo>
                  <a:pt x="83" y="169"/>
                  <a:pt x="83" y="168"/>
                  <a:pt x="84" y="167"/>
                </a:cubicBezTo>
                <a:lnTo>
                  <a:pt x="92" y="152"/>
                </a:lnTo>
                <a:cubicBezTo>
                  <a:pt x="93" y="151"/>
                  <a:pt x="94" y="150"/>
                  <a:pt x="94" y="149"/>
                </a:cubicBezTo>
                <a:cubicBezTo>
                  <a:pt x="94" y="149"/>
                  <a:pt x="94" y="148"/>
                  <a:pt x="93" y="148"/>
                </a:cubicBezTo>
                <a:lnTo>
                  <a:pt x="93" y="147"/>
                </a:lnTo>
                <a:lnTo>
                  <a:pt x="97" y="149"/>
                </a:lnTo>
                <a:cubicBezTo>
                  <a:pt x="98" y="150"/>
                  <a:pt x="99" y="151"/>
                  <a:pt x="100" y="151"/>
                </a:cubicBezTo>
                <a:cubicBezTo>
                  <a:pt x="100" y="152"/>
                  <a:pt x="100" y="153"/>
                  <a:pt x="100" y="154"/>
                </a:cubicBezTo>
                <a:cubicBezTo>
                  <a:pt x="100" y="155"/>
                  <a:pt x="99" y="157"/>
                  <a:pt x="99" y="158"/>
                </a:cubicBezTo>
                <a:cubicBezTo>
                  <a:pt x="98" y="159"/>
                  <a:pt x="97" y="160"/>
                  <a:pt x="96" y="161"/>
                </a:cubicBezTo>
                <a:cubicBezTo>
                  <a:pt x="95" y="162"/>
                  <a:pt x="94" y="162"/>
                  <a:pt x="93" y="162"/>
                </a:cubicBezTo>
                <a:lnTo>
                  <a:pt x="91" y="170"/>
                </a:lnTo>
                <a:cubicBezTo>
                  <a:pt x="91" y="172"/>
                  <a:pt x="91" y="173"/>
                  <a:pt x="91" y="174"/>
                </a:cubicBezTo>
                <a:cubicBezTo>
                  <a:pt x="91" y="175"/>
                  <a:pt x="91" y="175"/>
                  <a:pt x="92" y="176"/>
                </a:cubicBezTo>
                <a:close/>
                <a:moveTo>
                  <a:pt x="90" y="160"/>
                </a:moveTo>
                <a:cubicBezTo>
                  <a:pt x="90" y="160"/>
                  <a:pt x="90" y="160"/>
                  <a:pt x="90" y="160"/>
                </a:cubicBezTo>
                <a:cubicBezTo>
                  <a:pt x="90" y="160"/>
                  <a:pt x="90" y="160"/>
                  <a:pt x="91" y="160"/>
                </a:cubicBezTo>
                <a:cubicBezTo>
                  <a:pt x="92" y="161"/>
                  <a:pt x="93" y="161"/>
                  <a:pt x="94" y="160"/>
                </a:cubicBezTo>
                <a:cubicBezTo>
                  <a:pt x="95" y="160"/>
                  <a:pt x="96" y="158"/>
                  <a:pt x="97" y="157"/>
                </a:cubicBezTo>
                <a:cubicBezTo>
                  <a:pt x="97" y="156"/>
                  <a:pt x="98" y="154"/>
                  <a:pt x="98" y="153"/>
                </a:cubicBezTo>
                <a:cubicBezTo>
                  <a:pt x="98" y="152"/>
                  <a:pt x="98" y="151"/>
                  <a:pt x="97" y="151"/>
                </a:cubicBezTo>
                <a:cubicBezTo>
                  <a:pt x="97" y="151"/>
                  <a:pt x="96" y="150"/>
                  <a:pt x="95" y="150"/>
                </a:cubicBezTo>
                <a:lnTo>
                  <a:pt x="90" y="160"/>
                </a:lnTo>
                <a:close/>
              </a:path>
              <a:path w="336" h="189">
                <a:moveTo>
                  <a:pt x="110" y="153"/>
                </a:moveTo>
                <a:lnTo>
                  <a:pt x="107" y="161"/>
                </a:lnTo>
                <a:cubicBezTo>
                  <a:pt x="107" y="160"/>
                  <a:pt x="108" y="158"/>
                  <a:pt x="108" y="157"/>
                </a:cubicBezTo>
                <a:cubicBezTo>
                  <a:pt x="108" y="156"/>
                  <a:pt x="108" y="155"/>
                  <a:pt x="107" y="154"/>
                </a:cubicBezTo>
                <a:cubicBezTo>
                  <a:pt x="107" y="154"/>
                  <a:pt x="107" y="153"/>
                  <a:pt x="106" y="153"/>
                </a:cubicBezTo>
                <a:cubicBezTo>
                  <a:pt x="105" y="153"/>
                  <a:pt x="105" y="153"/>
                  <a:pt x="104" y="154"/>
                </a:cubicBezTo>
                <a:cubicBezTo>
                  <a:pt x="103" y="154"/>
                  <a:pt x="103" y="155"/>
                  <a:pt x="103" y="156"/>
                </a:cubicBezTo>
                <a:cubicBezTo>
                  <a:pt x="102" y="157"/>
                  <a:pt x="102" y="157"/>
                  <a:pt x="102" y="158"/>
                </a:cubicBezTo>
                <a:cubicBezTo>
                  <a:pt x="102" y="159"/>
                  <a:pt x="103" y="161"/>
                  <a:pt x="104" y="163"/>
                </a:cubicBezTo>
                <a:cubicBezTo>
                  <a:pt x="104" y="164"/>
                  <a:pt x="105" y="166"/>
                  <a:pt x="105" y="166"/>
                </a:cubicBezTo>
                <a:cubicBezTo>
                  <a:pt x="105" y="167"/>
                  <a:pt x="105" y="168"/>
                  <a:pt x="105" y="169"/>
                </a:cubicBezTo>
                <a:cubicBezTo>
                  <a:pt x="105" y="170"/>
                  <a:pt x="105" y="171"/>
                  <a:pt x="104" y="172"/>
                </a:cubicBezTo>
                <a:cubicBezTo>
                  <a:pt x="104" y="174"/>
                  <a:pt x="103" y="175"/>
                  <a:pt x="101" y="177"/>
                </a:cubicBezTo>
                <a:cubicBezTo>
                  <a:pt x="100" y="178"/>
                  <a:pt x="99" y="178"/>
                  <a:pt x="98" y="178"/>
                </a:cubicBezTo>
                <a:cubicBezTo>
                  <a:pt x="97" y="177"/>
                  <a:pt x="97" y="177"/>
                  <a:pt x="97" y="177"/>
                </a:cubicBezTo>
                <a:cubicBezTo>
                  <a:pt x="97" y="177"/>
                  <a:pt x="96" y="177"/>
                  <a:pt x="96" y="176"/>
                </a:cubicBezTo>
                <a:cubicBezTo>
                  <a:pt x="96" y="175"/>
                  <a:pt x="95" y="175"/>
                  <a:pt x="95" y="175"/>
                </a:cubicBezTo>
                <a:cubicBezTo>
                  <a:pt x="95" y="175"/>
                  <a:pt x="95" y="175"/>
                  <a:pt x="95" y="175"/>
                </a:cubicBezTo>
                <a:cubicBezTo>
                  <a:pt x="94" y="175"/>
                  <a:pt x="94" y="176"/>
                  <a:pt x="94" y="176"/>
                </a:cubicBezTo>
                <a:lnTo>
                  <a:pt x="97" y="168"/>
                </a:lnTo>
                <a:cubicBezTo>
                  <a:pt x="97" y="170"/>
                  <a:pt x="96" y="171"/>
                  <a:pt x="96" y="172"/>
                </a:cubicBezTo>
                <a:cubicBezTo>
                  <a:pt x="96" y="173"/>
                  <a:pt x="96" y="174"/>
                  <a:pt x="97" y="175"/>
                </a:cubicBezTo>
                <a:cubicBezTo>
                  <a:pt x="97" y="175"/>
                  <a:pt x="98" y="176"/>
                  <a:pt x="98" y="176"/>
                </a:cubicBezTo>
                <a:cubicBezTo>
                  <a:pt x="99" y="176"/>
                  <a:pt x="100" y="176"/>
                  <a:pt x="100" y="176"/>
                </a:cubicBezTo>
                <a:cubicBezTo>
                  <a:pt x="101" y="175"/>
                  <a:pt x="102" y="174"/>
                  <a:pt x="102" y="173"/>
                </a:cubicBezTo>
                <a:cubicBezTo>
                  <a:pt x="102" y="172"/>
                  <a:pt x="102" y="172"/>
                  <a:pt x="103" y="171"/>
                </a:cubicBezTo>
                <a:cubicBezTo>
                  <a:pt x="103" y="170"/>
                  <a:pt x="103" y="170"/>
                  <a:pt x="102" y="169"/>
                </a:cubicBezTo>
                <a:cubicBezTo>
                  <a:pt x="102" y="169"/>
                  <a:pt x="102" y="168"/>
                  <a:pt x="101" y="166"/>
                </a:cubicBezTo>
                <a:cubicBezTo>
                  <a:pt x="101" y="164"/>
                  <a:pt x="100" y="163"/>
                  <a:pt x="100" y="162"/>
                </a:cubicBezTo>
                <a:cubicBezTo>
                  <a:pt x="100" y="161"/>
                  <a:pt x="100" y="161"/>
                  <a:pt x="100" y="160"/>
                </a:cubicBezTo>
                <a:cubicBezTo>
                  <a:pt x="100" y="159"/>
                  <a:pt x="100" y="158"/>
                  <a:pt x="101" y="157"/>
                </a:cubicBezTo>
                <a:cubicBezTo>
                  <a:pt x="101" y="155"/>
                  <a:pt x="102" y="153"/>
                  <a:pt x="103" y="152"/>
                </a:cubicBezTo>
                <a:cubicBezTo>
                  <a:pt x="105" y="151"/>
                  <a:pt x="106" y="151"/>
                  <a:pt x="107" y="151"/>
                </a:cubicBezTo>
                <a:cubicBezTo>
                  <a:pt x="107" y="152"/>
                  <a:pt x="108" y="152"/>
                  <a:pt x="108" y="153"/>
                </a:cubicBezTo>
                <a:cubicBezTo>
                  <a:pt x="109" y="154"/>
                  <a:pt x="109" y="154"/>
                  <a:pt x="109" y="154"/>
                </a:cubicBezTo>
                <a:cubicBezTo>
                  <a:pt x="109" y="154"/>
                  <a:pt x="109" y="154"/>
                  <a:pt x="109" y="154"/>
                </a:cubicBezTo>
                <a:cubicBezTo>
                  <a:pt x="110" y="154"/>
                  <a:pt x="110" y="153"/>
                  <a:pt x="110" y="153"/>
                </a:cubicBezTo>
                <a:close/>
              </a:path>
              <a:path w="336" h="189">
                <a:moveTo>
                  <a:pt x="138" y="160"/>
                </a:moveTo>
                <a:lnTo>
                  <a:pt x="143" y="160"/>
                </a:lnTo>
                <a:lnTo>
                  <a:pt x="143" y="161"/>
                </a:lnTo>
                <a:lnTo>
                  <a:pt x="142" y="161"/>
                </a:lnTo>
                <a:cubicBezTo>
                  <a:pt x="142" y="161"/>
                  <a:pt x="142" y="161"/>
                  <a:pt x="142" y="161"/>
                </a:cubicBezTo>
                <a:cubicBezTo>
                  <a:pt x="141" y="162"/>
                  <a:pt x="141" y="162"/>
                  <a:pt x="141" y="163"/>
                </a:cubicBezTo>
                <a:cubicBezTo>
                  <a:pt x="140" y="163"/>
                  <a:pt x="140" y="164"/>
                  <a:pt x="139" y="165"/>
                </a:cubicBezTo>
                <a:lnTo>
                  <a:pt x="135" y="175"/>
                </a:lnTo>
                <a:lnTo>
                  <a:pt x="134" y="181"/>
                </a:lnTo>
                <a:cubicBezTo>
                  <a:pt x="134" y="183"/>
                  <a:pt x="134" y="184"/>
                  <a:pt x="134" y="184"/>
                </a:cubicBezTo>
                <a:cubicBezTo>
                  <a:pt x="135" y="185"/>
                  <a:pt x="135" y="185"/>
                  <a:pt x="135" y="185"/>
                </a:cubicBezTo>
                <a:lnTo>
                  <a:pt x="136" y="185"/>
                </a:lnTo>
                <a:lnTo>
                  <a:pt x="136" y="186"/>
                </a:lnTo>
                <a:lnTo>
                  <a:pt x="130" y="185"/>
                </a:lnTo>
                <a:lnTo>
                  <a:pt x="131" y="185"/>
                </a:lnTo>
                <a:cubicBezTo>
                  <a:pt x="131" y="185"/>
                  <a:pt x="132" y="184"/>
                  <a:pt x="132" y="184"/>
                </a:cubicBezTo>
                <a:cubicBezTo>
                  <a:pt x="132" y="183"/>
                  <a:pt x="132" y="183"/>
                  <a:pt x="133" y="181"/>
                </a:cubicBezTo>
                <a:lnTo>
                  <a:pt x="133" y="175"/>
                </a:lnTo>
                <a:lnTo>
                  <a:pt x="131" y="164"/>
                </a:lnTo>
                <a:cubicBezTo>
                  <a:pt x="131" y="162"/>
                  <a:pt x="130" y="161"/>
                  <a:pt x="130" y="161"/>
                </a:cubicBezTo>
                <a:cubicBezTo>
                  <a:pt x="130" y="161"/>
                  <a:pt x="130" y="160"/>
                  <a:pt x="130" y="160"/>
                </a:cubicBezTo>
                <a:cubicBezTo>
                  <a:pt x="129" y="160"/>
                  <a:pt x="129" y="160"/>
                  <a:pt x="129" y="159"/>
                </a:cubicBezTo>
                <a:lnTo>
                  <a:pt x="135" y="159"/>
                </a:lnTo>
                <a:lnTo>
                  <a:pt x="135" y="160"/>
                </a:lnTo>
                <a:lnTo>
                  <a:pt x="134" y="160"/>
                </a:lnTo>
                <a:cubicBezTo>
                  <a:pt x="134" y="160"/>
                  <a:pt x="134" y="160"/>
                  <a:pt x="133" y="160"/>
                </a:cubicBezTo>
                <a:cubicBezTo>
                  <a:pt x="133" y="161"/>
                  <a:pt x="133" y="161"/>
                  <a:pt x="133" y="162"/>
                </a:cubicBezTo>
                <a:cubicBezTo>
                  <a:pt x="133" y="162"/>
                  <a:pt x="133" y="163"/>
                  <a:pt x="133" y="164"/>
                </a:cubicBezTo>
                <a:lnTo>
                  <a:pt x="135" y="173"/>
                </a:lnTo>
                <a:lnTo>
                  <a:pt x="138" y="165"/>
                </a:lnTo>
                <a:cubicBezTo>
                  <a:pt x="139" y="164"/>
                  <a:pt x="139" y="163"/>
                  <a:pt x="139" y="163"/>
                </a:cubicBezTo>
                <a:cubicBezTo>
                  <a:pt x="139" y="162"/>
                  <a:pt x="139" y="162"/>
                  <a:pt x="139" y="162"/>
                </a:cubicBezTo>
                <a:cubicBezTo>
                  <a:pt x="139" y="161"/>
                  <a:pt x="139" y="161"/>
                  <a:pt x="139" y="161"/>
                </a:cubicBezTo>
                <a:cubicBezTo>
                  <a:pt x="139" y="161"/>
                  <a:pt x="139" y="161"/>
                  <a:pt x="138" y="161"/>
                </a:cubicBezTo>
                <a:lnTo>
                  <a:pt x="138" y="160"/>
                </a:lnTo>
                <a:close/>
              </a:path>
              <a:path w="336" h="189">
                <a:moveTo>
                  <a:pt x="84" y="146"/>
                </a:moveTo>
                <a:lnTo>
                  <a:pt x="79" y="155"/>
                </a:lnTo>
                <a:lnTo>
                  <a:pt x="82" y="156"/>
                </a:lnTo>
                <a:cubicBezTo>
                  <a:pt x="83" y="157"/>
                  <a:pt x="83" y="157"/>
                  <a:pt x="84" y="156"/>
                </a:cubicBezTo>
                <a:cubicBezTo>
                  <a:pt x="84" y="156"/>
                  <a:pt x="85" y="155"/>
                  <a:pt x="86" y="154"/>
                </a:cubicBezTo>
                <a:lnTo>
                  <a:pt x="82" y="162"/>
                </a:lnTo>
                <a:lnTo>
                  <a:pt x="81" y="162"/>
                </a:lnTo>
                <a:cubicBezTo>
                  <a:pt x="82" y="161"/>
                  <a:pt x="82" y="160"/>
                  <a:pt x="82" y="160"/>
                </a:cubicBezTo>
                <a:cubicBezTo>
                  <a:pt x="82" y="159"/>
                  <a:pt x="82" y="159"/>
                  <a:pt x="82" y="158"/>
                </a:cubicBezTo>
                <a:cubicBezTo>
                  <a:pt x="82" y="158"/>
                  <a:pt x="82" y="158"/>
                  <a:pt x="81" y="157"/>
                </a:cubicBezTo>
                <a:lnTo>
                  <a:pt x="79" y="156"/>
                </a:lnTo>
                <a:lnTo>
                  <a:pt x="75" y="164"/>
                </a:lnTo>
                <a:cubicBezTo>
                  <a:pt x="74" y="165"/>
                  <a:pt x="74" y="165"/>
                  <a:pt x="74" y="166"/>
                </a:cubicBezTo>
                <a:cubicBezTo>
                  <a:pt x="74" y="166"/>
                  <a:pt x="74" y="166"/>
                  <a:pt x="74" y="166"/>
                </a:cubicBezTo>
                <a:cubicBezTo>
                  <a:pt x="74" y="166"/>
                  <a:pt x="74" y="167"/>
                  <a:pt x="74" y="167"/>
                </a:cubicBezTo>
                <a:lnTo>
                  <a:pt x="76" y="168"/>
                </a:lnTo>
                <a:cubicBezTo>
                  <a:pt x="77" y="168"/>
                  <a:pt x="77" y="168"/>
                  <a:pt x="78" y="168"/>
                </a:cubicBezTo>
                <a:cubicBezTo>
                  <a:pt x="78" y="168"/>
                  <a:pt x="79" y="168"/>
                  <a:pt x="79" y="168"/>
                </a:cubicBezTo>
                <a:cubicBezTo>
                  <a:pt x="80" y="167"/>
                  <a:pt x="81" y="166"/>
                  <a:pt x="82" y="165"/>
                </a:cubicBezTo>
                <a:lnTo>
                  <a:pt x="78" y="171"/>
                </a:lnTo>
                <a:lnTo>
                  <a:pt x="69" y="166"/>
                </a:lnTo>
                <a:lnTo>
                  <a:pt x="70" y="165"/>
                </a:lnTo>
                <a:cubicBezTo>
                  <a:pt x="70" y="166"/>
                  <a:pt x="71" y="166"/>
                  <a:pt x="71" y="165"/>
                </a:cubicBezTo>
                <a:cubicBezTo>
                  <a:pt x="71" y="165"/>
                  <a:pt x="72" y="165"/>
                  <a:pt x="72" y="165"/>
                </a:cubicBezTo>
                <a:cubicBezTo>
                  <a:pt x="72" y="164"/>
                  <a:pt x="73" y="164"/>
                  <a:pt x="73" y="163"/>
                </a:cubicBezTo>
                <a:lnTo>
                  <a:pt x="81" y="148"/>
                </a:lnTo>
                <a:cubicBezTo>
                  <a:pt x="82" y="146"/>
                  <a:pt x="82" y="145"/>
                  <a:pt x="82" y="145"/>
                </a:cubicBezTo>
                <a:cubicBezTo>
                  <a:pt x="82" y="144"/>
                  <a:pt x="82" y="144"/>
                  <a:pt x="82" y="144"/>
                </a:cubicBezTo>
                <a:lnTo>
                  <a:pt x="81" y="143"/>
                </a:lnTo>
                <a:lnTo>
                  <a:pt x="82" y="143"/>
                </a:lnTo>
                <a:lnTo>
                  <a:pt x="91" y="147"/>
                </a:lnTo>
                <a:lnTo>
                  <a:pt x="88" y="153"/>
                </a:lnTo>
                <a:lnTo>
                  <a:pt x="88" y="152"/>
                </a:lnTo>
                <a:cubicBezTo>
                  <a:pt x="88" y="151"/>
                  <a:pt x="89" y="150"/>
                  <a:pt x="89" y="150"/>
                </a:cubicBezTo>
                <a:cubicBezTo>
                  <a:pt x="89" y="149"/>
                  <a:pt x="89" y="149"/>
                  <a:pt x="89" y="148"/>
                </a:cubicBezTo>
                <a:cubicBezTo>
                  <a:pt x="88" y="148"/>
                  <a:pt x="88" y="148"/>
                  <a:pt x="87" y="147"/>
                </a:cubicBezTo>
                <a:lnTo>
                  <a:pt x="84" y="146"/>
                </a:lnTo>
                <a:close/>
              </a:path>
              <a:path w="336" h="189">
                <a:moveTo>
                  <a:pt x="108" y="180"/>
                </a:moveTo>
                <a:lnTo>
                  <a:pt x="108" y="180"/>
                </a:lnTo>
                <a:lnTo>
                  <a:pt x="103" y="178"/>
                </a:lnTo>
                <a:lnTo>
                  <a:pt x="103" y="177"/>
                </a:lnTo>
                <a:lnTo>
                  <a:pt x="104" y="178"/>
                </a:lnTo>
                <a:cubicBezTo>
                  <a:pt x="104" y="178"/>
                  <a:pt x="105" y="178"/>
                  <a:pt x="105" y="177"/>
                </a:cubicBezTo>
                <a:cubicBezTo>
                  <a:pt x="105" y="177"/>
                  <a:pt x="106" y="176"/>
                  <a:pt x="106" y="174"/>
                </a:cubicBezTo>
                <a:lnTo>
                  <a:pt x="113" y="159"/>
                </a:lnTo>
                <a:cubicBezTo>
                  <a:pt x="113" y="157"/>
                  <a:pt x="113" y="157"/>
                  <a:pt x="113" y="156"/>
                </a:cubicBezTo>
                <a:cubicBezTo>
                  <a:pt x="113" y="156"/>
                  <a:pt x="113" y="156"/>
                  <a:pt x="113" y="155"/>
                </a:cubicBezTo>
                <a:cubicBezTo>
                  <a:pt x="113" y="155"/>
                  <a:pt x="113" y="155"/>
                  <a:pt x="113" y="154"/>
                </a:cubicBezTo>
                <a:lnTo>
                  <a:pt x="112" y="154"/>
                </a:lnTo>
                <a:lnTo>
                  <a:pt x="113" y="154"/>
                </a:lnTo>
                <a:lnTo>
                  <a:pt x="118" y="156"/>
                </a:lnTo>
                <a:lnTo>
                  <a:pt x="117" y="156"/>
                </a:lnTo>
                <a:cubicBezTo>
                  <a:pt x="117" y="156"/>
                  <a:pt x="116" y="156"/>
                  <a:pt x="116" y="157"/>
                </a:cubicBezTo>
                <a:cubicBezTo>
                  <a:pt x="115" y="157"/>
                  <a:pt x="115" y="158"/>
                  <a:pt x="114" y="159"/>
                </a:cubicBezTo>
                <a:lnTo>
                  <a:pt x="108" y="175"/>
                </a:lnTo>
                <a:cubicBezTo>
                  <a:pt x="108" y="176"/>
                  <a:pt x="107" y="177"/>
                  <a:pt x="107" y="178"/>
                </a:cubicBezTo>
                <a:cubicBezTo>
                  <a:pt x="107" y="178"/>
                  <a:pt x="107" y="178"/>
                  <a:pt x="107" y="179"/>
                </a:cubicBezTo>
                <a:cubicBezTo>
                  <a:pt x="107" y="179"/>
                  <a:pt x="108" y="179"/>
                  <a:pt x="108" y="179"/>
                </a:cubicBezTo>
                <a:lnTo>
                  <a:pt x="108" y="180"/>
                </a:lnTo>
                <a:close/>
              </a:path>
              <a:path w="336" h="189">
                <a:moveTo>
                  <a:pt x="129" y="158"/>
                </a:moveTo>
                <a:lnTo>
                  <a:pt x="128" y="164"/>
                </a:lnTo>
                <a:cubicBezTo>
                  <a:pt x="128" y="163"/>
                  <a:pt x="128" y="162"/>
                  <a:pt x="128" y="162"/>
                </a:cubicBezTo>
                <a:cubicBezTo>
                  <a:pt x="128" y="161"/>
                  <a:pt x="128" y="161"/>
                  <a:pt x="128" y="160"/>
                </a:cubicBezTo>
                <a:cubicBezTo>
                  <a:pt x="127" y="160"/>
                  <a:pt x="127" y="159"/>
                  <a:pt x="126" y="159"/>
                </a:cubicBezTo>
                <a:lnTo>
                  <a:pt x="125" y="159"/>
                </a:lnTo>
                <a:lnTo>
                  <a:pt x="120" y="178"/>
                </a:lnTo>
                <a:cubicBezTo>
                  <a:pt x="119" y="180"/>
                  <a:pt x="119" y="181"/>
                  <a:pt x="119" y="181"/>
                </a:cubicBezTo>
                <a:cubicBezTo>
                  <a:pt x="119" y="182"/>
                  <a:pt x="119" y="182"/>
                  <a:pt x="120" y="182"/>
                </a:cubicBezTo>
                <a:lnTo>
                  <a:pt x="120" y="183"/>
                </a:lnTo>
                <a:lnTo>
                  <a:pt x="115" y="182"/>
                </a:lnTo>
                <a:lnTo>
                  <a:pt x="115" y="181"/>
                </a:lnTo>
                <a:cubicBezTo>
                  <a:pt x="116" y="181"/>
                  <a:pt x="116" y="181"/>
                  <a:pt x="117" y="180"/>
                </a:cubicBezTo>
                <a:cubicBezTo>
                  <a:pt x="117" y="180"/>
                  <a:pt x="117" y="179"/>
                  <a:pt x="118" y="178"/>
                </a:cubicBezTo>
                <a:lnTo>
                  <a:pt x="123" y="158"/>
                </a:lnTo>
                <a:lnTo>
                  <a:pt x="121" y="158"/>
                </a:lnTo>
                <a:cubicBezTo>
                  <a:pt x="121" y="158"/>
                  <a:pt x="120" y="158"/>
                  <a:pt x="120" y="158"/>
                </a:cubicBezTo>
                <a:cubicBezTo>
                  <a:pt x="120" y="158"/>
                  <a:pt x="119" y="158"/>
                  <a:pt x="119" y="159"/>
                </a:cubicBezTo>
                <a:cubicBezTo>
                  <a:pt x="119" y="160"/>
                  <a:pt x="118" y="160"/>
                  <a:pt x="118" y="162"/>
                </a:cubicBezTo>
                <a:lnTo>
                  <a:pt x="117" y="161"/>
                </a:lnTo>
                <a:lnTo>
                  <a:pt x="119" y="156"/>
                </a:lnTo>
                <a:lnTo>
                  <a:pt x="129" y="158"/>
                </a:lnTo>
                <a:close/>
              </a:path>
              <a:path w="336" h="189">
                <a:moveTo>
                  <a:pt x="209" y="181"/>
                </a:moveTo>
                <a:lnTo>
                  <a:pt x="210" y="181"/>
                </a:lnTo>
                <a:lnTo>
                  <a:pt x="204" y="183"/>
                </a:lnTo>
                <a:lnTo>
                  <a:pt x="204" y="182"/>
                </a:lnTo>
                <a:lnTo>
                  <a:pt x="205" y="182"/>
                </a:lnTo>
                <a:cubicBezTo>
                  <a:pt x="205" y="182"/>
                  <a:pt x="205" y="181"/>
                  <a:pt x="206" y="181"/>
                </a:cubicBezTo>
                <a:cubicBezTo>
                  <a:pt x="206" y="180"/>
                  <a:pt x="205" y="179"/>
                  <a:pt x="205" y="178"/>
                </a:cubicBezTo>
                <a:lnTo>
                  <a:pt x="202" y="161"/>
                </a:lnTo>
                <a:cubicBezTo>
                  <a:pt x="201" y="160"/>
                  <a:pt x="201" y="159"/>
                  <a:pt x="201" y="159"/>
                </a:cubicBezTo>
                <a:cubicBezTo>
                  <a:pt x="201" y="158"/>
                  <a:pt x="201" y="158"/>
                  <a:pt x="200" y="158"/>
                </a:cubicBezTo>
                <a:cubicBezTo>
                  <a:pt x="200" y="158"/>
                  <a:pt x="200" y="158"/>
                  <a:pt x="199" y="158"/>
                </a:cubicBezTo>
                <a:lnTo>
                  <a:pt x="199" y="157"/>
                </a:lnTo>
                <a:lnTo>
                  <a:pt x="204" y="156"/>
                </a:lnTo>
                <a:lnTo>
                  <a:pt x="204" y="157"/>
                </a:lnTo>
                <a:cubicBezTo>
                  <a:pt x="203" y="157"/>
                  <a:pt x="203" y="157"/>
                  <a:pt x="203" y="158"/>
                </a:cubicBezTo>
                <a:cubicBezTo>
                  <a:pt x="203" y="158"/>
                  <a:pt x="203" y="159"/>
                  <a:pt x="203" y="161"/>
                </a:cubicBezTo>
                <a:lnTo>
                  <a:pt x="207" y="177"/>
                </a:lnTo>
                <a:cubicBezTo>
                  <a:pt x="207" y="179"/>
                  <a:pt x="207" y="179"/>
                  <a:pt x="208" y="180"/>
                </a:cubicBezTo>
                <a:cubicBezTo>
                  <a:pt x="208" y="180"/>
                  <a:pt x="208" y="180"/>
                  <a:pt x="208" y="181"/>
                </a:cubicBezTo>
                <a:cubicBezTo>
                  <a:pt x="208" y="181"/>
                  <a:pt x="209" y="181"/>
                  <a:pt x="209" y="181"/>
                </a:cubicBezTo>
                <a:close/>
              </a:path>
              <a:path w="336" h="189">
                <a:moveTo>
                  <a:pt x="197" y="157"/>
                </a:moveTo>
                <a:lnTo>
                  <a:pt x="199" y="166"/>
                </a:lnTo>
                <a:cubicBezTo>
                  <a:pt x="198" y="163"/>
                  <a:pt x="197" y="162"/>
                  <a:pt x="196" y="161"/>
                </a:cubicBezTo>
                <a:cubicBezTo>
                  <a:pt x="195" y="160"/>
                  <a:pt x="194" y="159"/>
                  <a:pt x="193" y="160"/>
                </a:cubicBezTo>
                <a:cubicBezTo>
                  <a:pt x="193" y="160"/>
                  <a:pt x="192" y="160"/>
                  <a:pt x="192" y="161"/>
                </a:cubicBezTo>
                <a:cubicBezTo>
                  <a:pt x="191" y="162"/>
                  <a:pt x="191" y="164"/>
                  <a:pt x="191" y="166"/>
                </a:cubicBezTo>
                <a:cubicBezTo>
                  <a:pt x="191" y="168"/>
                  <a:pt x="191" y="170"/>
                  <a:pt x="192" y="173"/>
                </a:cubicBezTo>
                <a:cubicBezTo>
                  <a:pt x="192" y="175"/>
                  <a:pt x="193" y="177"/>
                  <a:pt x="194" y="179"/>
                </a:cubicBezTo>
                <a:cubicBezTo>
                  <a:pt x="194" y="181"/>
                  <a:pt x="195" y="182"/>
                  <a:pt x="196" y="183"/>
                </a:cubicBezTo>
                <a:cubicBezTo>
                  <a:pt x="197" y="183"/>
                  <a:pt x="198" y="184"/>
                  <a:pt x="199" y="183"/>
                </a:cubicBezTo>
                <a:cubicBezTo>
                  <a:pt x="200" y="183"/>
                  <a:pt x="200" y="183"/>
                  <a:pt x="201" y="182"/>
                </a:cubicBezTo>
                <a:cubicBezTo>
                  <a:pt x="201" y="181"/>
                  <a:pt x="202" y="179"/>
                  <a:pt x="202" y="177"/>
                </a:cubicBezTo>
                <a:cubicBezTo>
                  <a:pt x="202" y="180"/>
                  <a:pt x="202" y="182"/>
                  <a:pt x="201" y="183"/>
                </a:cubicBezTo>
                <a:cubicBezTo>
                  <a:pt x="201" y="184"/>
                  <a:pt x="200" y="185"/>
                  <a:pt x="199" y="185"/>
                </a:cubicBezTo>
                <a:cubicBezTo>
                  <a:pt x="197" y="186"/>
                  <a:pt x="195" y="184"/>
                  <a:pt x="193" y="182"/>
                </a:cubicBezTo>
                <a:cubicBezTo>
                  <a:pt x="191" y="179"/>
                  <a:pt x="190" y="177"/>
                  <a:pt x="190" y="174"/>
                </a:cubicBezTo>
                <a:cubicBezTo>
                  <a:pt x="189" y="171"/>
                  <a:pt x="189" y="169"/>
                  <a:pt x="189" y="166"/>
                </a:cubicBezTo>
                <a:cubicBezTo>
                  <a:pt x="189" y="164"/>
                  <a:pt x="190" y="162"/>
                  <a:pt x="190" y="161"/>
                </a:cubicBezTo>
                <a:cubicBezTo>
                  <a:pt x="191" y="159"/>
                  <a:pt x="192" y="159"/>
                  <a:pt x="193" y="158"/>
                </a:cubicBezTo>
                <a:cubicBezTo>
                  <a:pt x="194" y="158"/>
                  <a:pt x="195" y="158"/>
                  <a:pt x="196" y="159"/>
                </a:cubicBezTo>
                <a:cubicBezTo>
                  <a:pt x="196" y="159"/>
                  <a:pt x="196" y="159"/>
                  <a:pt x="197" y="159"/>
                </a:cubicBezTo>
                <a:cubicBezTo>
                  <a:pt x="197" y="159"/>
                  <a:pt x="197" y="159"/>
                  <a:pt x="197" y="159"/>
                </a:cubicBezTo>
                <a:cubicBezTo>
                  <a:pt x="197" y="158"/>
                  <a:pt x="197" y="158"/>
                  <a:pt x="197" y="157"/>
                </a:cubicBezTo>
                <a:close/>
              </a:path>
              <a:path w="336" h="189">
                <a:moveTo>
                  <a:pt x="183" y="160"/>
                </a:moveTo>
                <a:lnTo>
                  <a:pt x="185" y="169"/>
                </a:lnTo>
                <a:cubicBezTo>
                  <a:pt x="184" y="167"/>
                  <a:pt x="184" y="166"/>
                  <a:pt x="183" y="165"/>
                </a:cubicBezTo>
                <a:cubicBezTo>
                  <a:pt x="183" y="164"/>
                  <a:pt x="182" y="163"/>
                  <a:pt x="182" y="163"/>
                </a:cubicBezTo>
                <a:cubicBezTo>
                  <a:pt x="181" y="162"/>
                  <a:pt x="180" y="162"/>
                  <a:pt x="180" y="162"/>
                </a:cubicBezTo>
                <a:cubicBezTo>
                  <a:pt x="179" y="163"/>
                  <a:pt x="179" y="163"/>
                  <a:pt x="178" y="164"/>
                </a:cubicBezTo>
                <a:cubicBezTo>
                  <a:pt x="178" y="165"/>
                  <a:pt x="178" y="166"/>
                  <a:pt x="178" y="167"/>
                </a:cubicBezTo>
                <a:cubicBezTo>
                  <a:pt x="179" y="168"/>
                  <a:pt x="179" y="168"/>
                  <a:pt x="179" y="169"/>
                </a:cubicBezTo>
                <a:cubicBezTo>
                  <a:pt x="180" y="170"/>
                  <a:pt x="181" y="171"/>
                  <a:pt x="183" y="172"/>
                </a:cubicBezTo>
                <a:cubicBezTo>
                  <a:pt x="184" y="173"/>
                  <a:pt x="185" y="174"/>
                  <a:pt x="186" y="175"/>
                </a:cubicBezTo>
                <a:cubicBezTo>
                  <a:pt x="186" y="175"/>
                  <a:pt x="187" y="176"/>
                  <a:pt x="187" y="177"/>
                </a:cubicBezTo>
                <a:cubicBezTo>
                  <a:pt x="188" y="178"/>
                  <a:pt x="188" y="179"/>
                  <a:pt x="188" y="180"/>
                </a:cubicBezTo>
                <a:cubicBezTo>
                  <a:pt x="189" y="182"/>
                  <a:pt x="189" y="183"/>
                  <a:pt x="188" y="185"/>
                </a:cubicBezTo>
                <a:cubicBezTo>
                  <a:pt x="188" y="186"/>
                  <a:pt x="187" y="187"/>
                  <a:pt x="186" y="188"/>
                </a:cubicBezTo>
                <a:cubicBezTo>
                  <a:pt x="185" y="188"/>
                  <a:pt x="185" y="188"/>
                  <a:pt x="185" y="188"/>
                </a:cubicBezTo>
                <a:cubicBezTo>
                  <a:pt x="185" y="188"/>
                  <a:pt x="184" y="188"/>
                  <a:pt x="184" y="187"/>
                </a:cubicBezTo>
                <a:cubicBezTo>
                  <a:pt x="183" y="187"/>
                  <a:pt x="182" y="187"/>
                  <a:pt x="182" y="187"/>
                </a:cubicBezTo>
                <a:cubicBezTo>
                  <a:pt x="182" y="187"/>
                  <a:pt x="182" y="187"/>
                  <a:pt x="182" y="187"/>
                </a:cubicBezTo>
                <a:cubicBezTo>
                  <a:pt x="182" y="188"/>
                  <a:pt x="182" y="188"/>
                  <a:pt x="182" y="189"/>
                </a:cubicBezTo>
                <a:lnTo>
                  <a:pt x="180" y="180"/>
                </a:lnTo>
                <a:cubicBezTo>
                  <a:pt x="181" y="182"/>
                  <a:pt x="181" y="183"/>
                  <a:pt x="182" y="184"/>
                </a:cubicBezTo>
                <a:cubicBezTo>
                  <a:pt x="182" y="185"/>
                  <a:pt x="183" y="185"/>
                  <a:pt x="183" y="186"/>
                </a:cubicBezTo>
                <a:cubicBezTo>
                  <a:pt x="184" y="186"/>
                  <a:pt x="185" y="186"/>
                  <a:pt x="185" y="186"/>
                </a:cubicBezTo>
                <a:cubicBezTo>
                  <a:pt x="186" y="186"/>
                  <a:pt x="187" y="185"/>
                  <a:pt x="187" y="185"/>
                </a:cubicBezTo>
                <a:cubicBezTo>
                  <a:pt x="187" y="184"/>
                  <a:pt x="187" y="183"/>
                  <a:pt x="187" y="181"/>
                </a:cubicBezTo>
                <a:cubicBezTo>
                  <a:pt x="187" y="181"/>
                  <a:pt x="187" y="180"/>
                  <a:pt x="186" y="180"/>
                </a:cubicBezTo>
                <a:cubicBezTo>
                  <a:pt x="186" y="179"/>
                  <a:pt x="186" y="178"/>
                  <a:pt x="185" y="178"/>
                </a:cubicBezTo>
                <a:cubicBezTo>
                  <a:pt x="185" y="178"/>
                  <a:pt x="184" y="177"/>
                  <a:pt x="183" y="176"/>
                </a:cubicBezTo>
                <a:cubicBezTo>
                  <a:pt x="181" y="175"/>
                  <a:pt x="180" y="174"/>
                  <a:pt x="180" y="174"/>
                </a:cubicBezTo>
                <a:cubicBezTo>
                  <a:pt x="179" y="173"/>
                  <a:pt x="179" y="172"/>
                  <a:pt x="178" y="171"/>
                </a:cubicBezTo>
                <a:cubicBezTo>
                  <a:pt x="178" y="171"/>
                  <a:pt x="177" y="170"/>
                  <a:pt x="177" y="169"/>
                </a:cubicBezTo>
                <a:cubicBezTo>
                  <a:pt x="177" y="167"/>
                  <a:pt x="177" y="165"/>
                  <a:pt x="177" y="164"/>
                </a:cubicBezTo>
                <a:cubicBezTo>
                  <a:pt x="178" y="162"/>
                  <a:pt x="178" y="161"/>
                  <a:pt x="179" y="161"/>
                </a:cubicBezTo>
                <a:cubicBezTo>
                  <a:pt x="180" y="161"/>
                  <a:pt x="181" y="161"/>
                  <a:pt x="182" y="161"/>
                </a:cubicBezTo>
                <a:cubicBezTo>
                  <a:pt x="182" y="162"/>
                  <a:pt x="182" y="162"/>
                  <a:pt x="182" y="162"/>
                </a:cubicBezTo>
                <a:cubicBezTo>
                  <a:pt x="183" y="162"/>
                  <a:pt x="183" y="162"/>
                  <a:pt x="183" y="161"/>
                </a:cubicBezTo>
                <a:cubicBezTo>
                  <a:pt x="183" y="161"/>
                  <a:pt x="183" y="161"/>
                  <a:pt x="183" y="160"/>
                </a:cubicBezTo>
                <a:close/>
              </a:path>
              <a:path w="336" h="189">
                <a:moveTo>
                  <a:pt x="209" y="157"/>
                </a:moveTo>
                <a:lnTo>
                  <a:pt x="212" y="167"/>
                </a:lnTo>
                <a:lnTo>
                  <a:pt x="214" y="166"/>
                </a:lnTo>
                <a:cubicBezTo>
                  <a:pt x="215" y="166"/>
                  <a:pt x="215" y="166"/>
                  <a:pt x="216" y="165"/>
                </a:cubicBezTo>
                <a:cubicBezTo>
                  <a:pt x="216" y="165"/>
                  <a:pt x="216" y="164"/>
                  <a:pt x="215" y="162"/>
                </a:cubicBezTo>
                <a:lnTo>
                  <a:pt x="216" y="162"/>
                </a:lnTo>
                <a:lnTo>
                  <a:pt x="218" y="171"/>
                </a:lnTo>
                <a:lnTo>
                  <a:pt x="217" y="171"/>
                </a:lnTo>
                <a:cubicBezTo>
                  <a:pt x="217" y="170"/>
                  <a:pt x="217" y="169"/>
                  <a:pt x="217" y="169"/>
                </a:cubicBezTo>
                <a:cubicBezTo>
                  <a:pt x="216" y="168"/>
                  <a:pt x="216" y="168"/>
                  <a:pt x="216" y="168"/>
                </a:cubicBezTo>
                <a:cubicBezTo>
                  <a:pt x="216" y="168"/>
                  <a:pt x="215" y="167"/>
                  <a:pt x="215" y="168"/>
                </a:cubicBezTo>
                <a:lnTo>
                  <a:pt x="212" y="168"/>
                </a:lnTo>
                <a:lnTo>
                  <a:pt x="214" y="177"/>
                </a:lnTo>
                <a:cubicBezTo>
                  <a:pt x="214" y="178"/>
                  <a:pt x="214" y="179"/>
                  <a:pt x="214" y="179"/>
                </a:cubicBezTo>
                <a:cubicBezTo>
                  <a:pt x="215" y="179"/>
                  <a:pt x="215" y="179"/>
                  <a:pt x="215" y="179"/>
                </a:cubicBezTo>
                <a:cubicBezTo>
                  <a:pt x="215" y="179"/>
                  <a:pt x="215" y="179"/>
                  <a:pt x="216" y="179"/>
                </a:cubicBezTo>
                <a:lnTo>
                  <a:pt x="218" y="179"/>
                </a:lnTo>
                <a:cubicBezTo>
                  <a:pt x="218" y="179"/>
                  <a:pt x="219" y="178"/>
                  <a:pt x="219" y="178"/>
                </a:cubicBezTo>
                <a:cubicBezTo>
                  <a:pt x="219" y="178"/>
                  <a:pt x="219" y="177"/>
                  <a:pt x="220" y="177"/>
                </a:cubicBezTo>
                <a:cubicBezTo>
                  <a:pt x="220" y="176"/>
                  <a:pt x="220" y="175"/>
                  <a:pt x="220" y="173"/>
                </a:cubicBezTo>
                <a:lnTo>
                  <a:pt x="221" y="180"/>
                </a:lnTo>
                <a:lnTo>
                  <a:pt x="212" y="182"/>
                </a:lnTo>
                <a:lnTo>
                  <a:pt x="211" y="181"/>
                </a:lnTo>
                <a:lnTo>
                  <a:pt x="212" y="181"/>
                </a:lnTo>
                <a:cubicBezTo>
                  <a:pt x="212" y="181"/>
                  <a:pt x="212" y="181"/>
                  <a:pt x="213" y="180"/>
                </a:cubicBezTo>
                <a:cubicBezTo>
                  <a:pt x="213" y="180"/>
                  <a:pt x="213" y="180"/>
                  <a:pt x="213" y="179"/>
                </a:cubicBezTo>
                <a:cubicBezTo>
                  <a:pt x="213" y="179"/>
                  <a:pt x="213" y="178"/>
                  <a:pt x="212" y="177"/>
                </a:cubicBezTo>
                <a:lnTo>
                  <a:pt x="208" y="160"/>
                </a:lnTo>
                <a:cubicBezTo>
                  <a:pt x="208" y="159"/>
                  <a:pt x="208" y="158"/>
                  <a:pt x="208" y="157"/>
                </a:cubicBezTo>
                <a:cubicBezTo>
                  <a:pt x="207" y="157"/>
                  <a:pt x="207" y="157"/>
                  <a:pt x="206" y="157"/>
                </a:cubicBezTo>
                <a:lnTo>
                  <a:pt x="206" y="156"/>
                </a:lnTo>
                <a:lnTo>
                  <a:pt x="215" y="154"/>
                </a:lnTo>
                <a:lnTo>
                  <a:pt x="216" y="159"/>
                </a:lnTo>
                <a:lnTo>
                  <a:pt x="216" y="160"/>
                </a:lnTo>
                <a:cubicBezTo>
                  <a:pt x="215" y="158"/>
                  <a:pt x="215" y="157"/>
                  <a:pt x="215" y="157"/>
                </a:cubicBezTo>
                <a:cubicBezTo>
                  <a:pt x="215" y="156"/>
                  <a:pt x="214" y="156"/>
                  <a:pt x="214" y="156"/>
                </a:cubicBezTo>
                <a:cubicBezTo>
                  <a:pt x="214" y="156"/>
                  <a:pt x="213" y="156"/>
                  <a:pt x="213" y="156"/>
                </a:cubicBezTo>
                <a:lnTo>
                  <a:pt x="209" y="157"/>
                </a:lnTo>
                <a:close/>
              </a:path>
              <a:path w="336" h="189">
                <a:moveTo>
                  <a:pt x="217" y="153"/>
                </a:moveTo>
                <a:lnTo>
                  <a:pt x="220" y="153"/>
                </a:lnTo>
                <a:lnTo>
                  <a:pt x="231" y="170"/>
                </a:lnTo>
                <a:lnTo>
                  <a:pt x="228" y="155"/>
                </a:lnTo>
                <a:cubicBezTo>
                  <a:pt x="228" y="154"/>
                  <a:pt x="227" y="153"/>
                  <a:pt x="227" y="152"/>
                </a:cubicBezTo>
                <a:cubicBezTo>
                  <a:pt x="227" y="152"/>
                  <a:pt x="226" y="152"/>
                  <a:pt x="226" y="152"/>
                </a:cubicBezTo>
                <a:lnTo>
                  <a:pt x="225" y="152"/>
                </a:lnTo>
                <a:lnTo>
                  <a:pt x="225" y="151"/>
                </a:lnTo>
                <a:lnTo>
                  <a:pt x="229" y="150"/>
                </a:lnTo>
                <a:lnTo>
                  <a:pt x="230" y="151"/>
                </a:lnTo>
                <a:lnTo>
                  <a:pt x="229" y="151"/>
                </a:lnTo>
                <a:cubicBezTo>
                  <a:pt x="229" y="151"/>
                  <a:pt x="228" y="151"/>
                  <a:pt x="228" y="152"/>
                </a:cubicBezTo>
                <a:cubicBezTo>
                  <a:pt x="228" y="153"/>
                  <a:pt x="228" y="154"/>
                  <a:pt x="229" y="155"/>
                </a:cubicBezTo>
                <a:lnTo>
                  <a:pt x="234" y="177"/>
                </a:lnTo>
                <a:lnTo>
                  <a:pt x="233" y="177"/>
                </a:lnTo>
                <a:lnTo>
                  <a:pt x="221" y="158"/>
                </a:lnTo>
                <a:lnTo>
                  <a:pt x="224" y="174"/>
                </a:lnTo>
                <a:cubicBezTo>
                  <a:pt x="225" y="175"/>
                  <a:pt x="225" y="176"/>
                  <a:pt x="225" y="177"/>
                </a:cubicBezTo>
                <a:cubicBezTo>
                  <a:pt x="226" y="177"/>
                  <a:pt x="226" y="177"/>
                  <a:pt x="226" y="177"/>
                </a:cubicBezTo>
                <a:lnTo>
                  <a:pt x="227" y="177"/>
                </a:lnTo>
                <a:lnTo>
                  <a:pt x="227" y="178"/>
                </a:lnTo>
                <a:lnTo>
                  <a:pt x="223" y="179"/>
                </a:lnTo>
                <a:lnTo>
                  <a:pt x="223" y="178"/>
                </a:lnTo>
                <a:cubicBezTo>
                  <a:pt x="224" y="178"/>
                  <a:pt x="224" y="178"/>
                  <a:pt x="224" y="177"/>
                </a:cubicBezTo>
                <a:cubicBezTo>
                  <a:pt x="224" y="176"/>
                  <a:pt x="224" y="175"/>
                  <a:pt x="224" y="174"/>
                </a:cubicBezTo>
                <a:lnTo>
                  <a:pt x="220" y="156"/>
                </a:lnTo>
                <a:cubicBezTo>
                  <a:pt x="219" y="155"/>
                  <a:pt x="219" y="155"/>
                  <a:pt x="218" y="155"/>
                </a:cubicBezTo>
                <a:cubicBezTo>
                  <a:pt x="218" y="154"/>
                  <a:pt x="218" y="154"/>
                  <a:pt x="217" y="154"/>
                </a:cubicBezTo>
                <a:cubicBezTo>
                  <a:pt x="217" y="154"/>
                  <a:pt x="217" y="154"/>
                  <a:pt x="217" y="154"/>
                </a:cubicBezTo>
                <a:lnTo>
                  <a:pt x="217" y="153"/>
                </a:lnTo>
                <a:close/>
              </a:path>
              <a:path w="336" h="189">
                <a:moveTo>
                  <a:pt x="238" y="146"/>
                </a:moveTo>
                <a:lnTo>
                  <a:pt x="242" y="155"/>
                </a:lnTo>
                <a:cubicBezTo>
                  <a:pt x="240" y="152"/>
                  <a:pt x="239" y="151"/>
                  <a:pt x="238" y="150"/>
                </a:cubicBezTo>
                <a:cubicBezTo>
                  <a:pt x="237" y="149"/>
                  <a:pt x="236" y="149"/>
                  <a:pt x="235" y="149"/>
                </a:cubicBezTo>
                <a:cubicBezTo>
                  <a:pt x="234" y="149"/>
                  <a:pt x="233" y="150"/>
                  <a:pt x="233" y="151"/>
                </a:cubicBezTo>
                <a:cubicBezTo>
                  <a:pt x="233" y="152"/>
                  <a:pt x="233" y="154"/>
                  <a:pt x="233" y="156"/>
                </a:cubicBezTo>
                <a:cubicBezTo>
                  <a:pt x="233" y="158"/>
                  <a:pt x="234" y="160"/>
                  <a:pt x="235" y="163"/>
                </a:cubicBezTo>
                <a:cubicBezTo>
                  <a:pt x="236" y="165"/>
                  <a:pt x="237" y="167"/>
                  <a:pt x="237" y="168"/>
                </a:cubicBezTo>
                <a:cubicBezTo>
                  <a:pt x="238" y="170"/>
                  <a:pt x="239" y="171"/>
                  <a:pt x="240" y="172"/>
                </a:cubicBezTo>
                <a:cubicBezTo>
                  <a:pt x="241" y="172"/>
                  <a:pt x="242" y="172"/>
                  <a:pt x="243" y="172"/>
                </a:cubicBezTo>
                <a:cubicBezTo>
                  <a:pt x="244" y="172"/>
                  <a:pt x="245" y="171"/>
                  <a:pt x="245" y="170"/>
                </a:cubicBezTo>
                <a:cubicBezTo>
                  <a:pt x="245" y="169"/>
                  <a:pt x="246" y="168"/>
                  <a:pt x="246" y="165"/>
                </a:cubicBezTo>
                <a:lnTo>
                  <a:pt x="246" y="166"/>
                </a:lnTo>
                <a:cubicBezTo>
                  <a:pt x="246" y="168"/>
                  <a:pt x="246" y="170"/>
                  <a:pt x="246" y="171"/>
                </a:cubicBezTo>
                <a:cubicBezTo>
                  <a:pt x="245" y="173"/>
                  <a:pt x="244" y="174"/>
                  <a:pt x="243" y="174"/>
                </a:cubicBezTo>
                <a:cubicBezTo>
                  <a:pt x="241" y="175"/>
                  <a:pt x="239" y="174"/>
                  <a:pt x="237" y="171"/>
                </a:cubicBezTo>
                <a:cubicBezTo>
                  <a:pt x="235" y="169"/>
                  <a:pt x="234" y="167"/>
                  <a:pt x="233" y="164"/>
                </a:cubicBezTo>
                <a:cubicBezTo>
                  <a:pt x="232" y="161"/>
                  <a:pt x="231" y="159"/>
                  <a:pt x="231" y="156"/>
                </a:cubicBezTo>
                <a:cubicBezTo>
                  <a:pt x="231" y="154"/>
                  <a:pt x="231" y="152"/>
                  <a:pt x="232" y="151"/>
                </a:cubicBezTo>
                <a:cubicBezTo>
                  <a:pt x="232" y="149"/>
                  <a:pt x="233" y="148"/>
                  <a:pt x="234" y="148"/>
                </a:cubicBezTo>
                <a:cubicBezTo>
                  <a:pt x="235" y="148"/>
                  <a:pt x="236" y="148"/>
                  <a:pt x="237" y="148"/>
                </a:cubicBezTo>
                <a:cubicBezTo>
                  <a:pt x="238" y="148"/>
                  <a:pt x="238" y="149"/>
                  <a:pt x="238" y="149"/>
                </a:cubicBezTo>
                <a:cubicBezTo>
                  <a:pt x="238" y="148"/>
                  <a:pt x="238" y="148"/>
                  <a:pt x="238" y="148"/>
                </a:cubicBezTo>
                <a:cubicBezTo>
                  <a:pt x="238" y="148"/>
                  <a:pt x="238" y="147"/>
                  <a:pt x="238" y="147"/>
                </a:cubicBezTo>
                <a:lnTo>
                  <a:pt x="238" y="146"/>
                </a:lnTo>
                <a:close/>
              </a:path>
              <a:path w="336" h="189">
                <a:moveTo>
                  <a:pt x="245" y="146"/>
                </a:moveTo>
                <a:lnTo>
                  <a:pt x="248" y="156"/>
                </a:lnTo>
                <a:lnTo>
                  <a:pt x="251" y="155"/>
                </a:lnTo>
                <a:cubicBezTo>
                  <a:pt x="252" y="155"/>
                  <a:pt x="252" y="155"/>
                  <a:pt x="252" y="154"/>
                </a:cubicBezTo>
                <a:cubicBezTo>
                  <a:pt x="252" y="153"/>
                  <a:pt x="252" y="152"/>
                  <a:pt x="252" y="151"/>
                </a:cubicBezTo>
                <a:lnTo>
                  <a:pt x="255" y="159"/>
                </a:lnTo>
                <a:cubicBezTo>
                  <a:pt x="254" y="158"/>
                  <a:pt x="254" y="158"/>
                  <a:pt x="254" y="157"/>
                </a:cubicBezTo>
                <a:cubicBezTo>
                  <a:pt x="253" y="157"/>
                  <a:pt x="253" y="157"/>
                  <a:pt x="253" y="156"/>
                </a:cubicBezTo>
                <a:cubicBezTo>
                  <a:pt x="252" y="156"/>
                  <a:pt x="252" y="156"/>
                  <a:pt x="251" y="156"/>
                </a:cubicBezTo>
                <a:lnTo>
                  <a:pt x="249" y="157"/>
                </a:lnTo>
                <a:lnTo>
                  <a:pt x="252" y="166"/>
                </a:lnTo>
                <a:cubicBezTo>
                  <a:pt x="252" y="167"/>
                  <a:pt x="252" y="167"/>
                  <a:pt x="252" y="168"/>
                </a:cubicBezTo>
                <a:cubicBezTo>
                  <a:pt x="253" y="168"/>
                  <a:pt x="253" y="168"/>
                  <a:pt x="253" y="168"/>
                </a:cubicBezTo>
                <a:cubicBezTo>
                  <a:pt x="253" y="168"/>
                  <a:pt x="253" y="168"/>
                  <a:pt x="254" y="168"/>
                </a:cubicBezTo>
                <a:lnTo>
                  <a:pt x="256" y="167"/>
                </a:lnTo>
                <a:cubicBezTo>
                  <a:pt x="256" y="167"/>
                  <a:pt x="257" y="167"/>
                  <a:pt x="257" y="166"/>
                </a:cubicBezTo>
                <a:cubicBezTo>
                  <a:pt x="257" y="166"/>
                  <a:pt x="258" y="166"/>
                  <a:pt x="258" y="165"/>
                </a:cubicBezTo>
                <a:cubicBezTo>
                  <a:pt x="258" y="164"/>
                  <a:pt x="258" y="163"/>
                  <a:pt x="258" y="161"/>
                </a:cubicBezTo>
                <a:lnTo>
                  <a:pt x="259" y="168"/>
                </a:lnTo>
                <a:lnTo>
                  <a:pt x="250" y="171"/>
                </a:lnTo>
                <a:lnTo>
                  <a:pt x="249" y="170"/>
                </a:lnTo>
                <a:lnTo>
                  <a:pt x="250" y="170"/>
                </a:lnTo>
                <a:cubicBezTo>
                  <a:pt x="250" y="170"/>
                  <a:pt x="250" y="170"/>
                  <a:pt x="251" y="169"/>
                </a:cubicBezTo>
                <a:cubicBezTo>
                  <a:pt x="251" y="169"/>
                  <a:pt x="251" y="169"/>
                  <a:pt x="251" y="168"/>
                </a:cubicBezTo>
                <a:cubicBezTo>
                  <a:pt x="251" y="168"/>
                  <a:pt x="250" y="167"/>
                  <a:pt x="250" y="166"/>
                </a:cubicBezTo>
                <a:lnTo>
                  <a:pt x="244" y="150"/>
                </a:lnTo>
                <a:cubicBezTo>
                  <a:pt x="244" y="148"/>
                  <a:pt x="243" y="147"/>
                  <a:pt x="243" y="147"/>
                </a:cubicBezTo>
                <a:cubicBezTo>
                  <a:pt x="242" y="147"/>
                  <a:pt x="242" y="147"/>
                  <a:pt x="241" y="147"/>
                </a:cubicBezTo>
                <a:lnTo>
                  <a:pt x="241" y="146"/>
                </a:lnTo>
                <a:lnTo>
                  <a:pt x="250" y="143"/>
                </a:lnTo>
                <a:lnTo>
                  <a:pt x="252" y="148"/>
                </a:lnTo>
                <a:cubicBezTo>
                  <a:pt x="251" y="147"/>
                  <a:pt x="251" y="146"/>
                  <a:pt x="251" y="146"/>
                </a:cubicBezTo>
                <a:cubicBezTo>
                  <a:pt x="250" y="145"/>
                  <a:pt x="250" y="145"/>
                  <a:pt x="249" y="145"/>
                </a:cubicBezTo>
                <a:cubicBezTo>
                  <a:pt x="249" y="145"/>
                  <a:pt x="249" y="145"/>
                  <a:pt x="248" y="145"/>
                </a:cubicBezTo>
                <a:lnTo>
                  <a:pt x="245" y="146"/>
                </a:lnTo>
                <a:close/>
              </a:path>
            </a:pathLst>
          </a:custGeom>
          <a:solidFill>
            <a:srgbClr val="24211D"/>
          </a:solidFill>
          <a:ln>
            <a:noFill/>
          </a:ln>
        </p:spPr>
      </p:sp>
      <p:sp>
        <p:nvSpPr>
          <p:cNvPr id="15" name="Freeform 16"/>
          <p:cNvSpPr>
            <a:spLocks noGrp="1"/>
          </p:cNvSpPr>
          <p:nvPr/>
        </p:nvSpPr>
        <p:spPr>
          <a:xfrm>
            <a:off x="9943582" y="268135"/>
            <a:ext cx="220968" cy="125723"/>
          </a:xfrm>
          <a:custGeom>
            <a:avLst/>
            <a:gdLst/>
            <a:ahLst/>
            <a:cxnLst/>
            <a:rect l="l" t="t" r="r" b="b"/>
            <a:pathLst>
              <a:path w="143" h="81">
                <a:moveTo>
                  <a:pt x="102" y="38"/>
                </a:moveTo>
                <a:lnTo>
                  <a:pt x="129" y="38"/>
                </a:lnTo>
                <a:cubicBezTo>
                  <a:pt x="135" y="33"/>
                  <a:pt x="68" y="12"/>
                  <a:pt x="53" y="18"/>
                </a:cubicBezTo>
                <a:cubicBezTo>
                  <a:pt x="44" y="22"/>
                  <a:pt x="65" y="31"/>
                  <a:pt x="77" y="41"/>
                </a:cubicBezTo>
                <a:cubicBezTo>
                  <a:pt x="84" y="46"/>
                  <a:pt x="94" y="54"/>
                  <a:pt x="96" y="58"/>
                </a:cubicBezTo>
                <a:cubicBezTo>
                  <a:pt x="101" y="65"/>
                  <a:pt x="97" y="72"/>
                  <a:pt x="88" y="81"/>
                </a:cubicBezTo>
                <a:lnTo>
                  <a:pt x="0" y="81"/>
                </a:lnTo>
                <a:cubicBezTo>
                  <a:pt x="3" y="78"/>
                  <a:pt x="7" y="76"/>
                  <a:pt x="10" y="76"/>
                </a:cubicBezTo>
                <a:lnTo>
                  <a:pt x="57" y="76"/>
                </a:lnTo>
                <a:cubicBezTo>
                  <a:pt x="65" y="75"/>
                  <a:pt x="82" y="73"/>
                  <a:pt x="82" y="53"/>
                </a:cubicBezTo>
                <a:cubicBezTo>
                  <a:pt x="79" y="40"/>
                  <a:pt x="48" y="37"/>
                  <a:pt x="39" y="27"/>
                </a:cubicBezTo>
                <a:cubicBezTo>
                  <a:pt x="35" y="23"/>
                  <a:pt x="41" y="17"/>
                  <a:pt x="53" y="17"/>
                </a:cubicBezTo>
                <a:cubicBezTo>
                  <a:pt x="75" y="0"/>
                  <a:pt x="143" y="8"/>
                  <a:pt x="141" y="24"/>
                </a:cubicBezTo>
                <a:cubicBezTo>
                  <a:pt x="140" y="33"/>
                  <a:pt x="134" y="39"/>
                  <a:pt x="127" y="45"/>
                </a:cubicBezTo>
                <a:lnTo>
                  <a:pt x="118" y="45"/>
                </a:lnTo>
                <a:lnTo>
                  <a:pt x="108" y="81"/>
                </a:lnTo>
                <a:lnTo>
                  <a:pt x="96" y="81"/>
                </a:lnTo>
                <a:lnTo>
                  <a:pt x="106" y="45"/>
                </a:lnTo>
                <a:lnTo>
                  <a:pt x="95" y="45"/>
                </a:lnTo>
                <a:lnTo>
                  <a:pt x="102" y="38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6" name="Freeform 17"/>
          <p:cNvSpPr>
            <a:spLocks noGrp="1"/>
          </p:cNvSpPr>
          <p:nvPr/>
        </p:nvSpPr>
        <p:spPr>
          <a:xfrm>
            <a:off x="9962631" y="339251"/>
            <a:ext cx="50797" cy="41908"/>
          </a:xfrm>
          <a:custGeom>
            <a:avLst/>
            <a:gdLst/>
            <a:ahLst/>
            <a:cxnLst/>
            <a:rect l="l" t="t" r="r" b="b"/>
            <a:pathLst>
              <a:path w="33" h="27">
                <a:moveTo>
                  <a:pt x="7" y="0"/>
                </a:moveTo>
                <a:lnTo>
                  <a:pt x="18" y="0"/>
                </a:lnTo>
                <a:lnTo>
                  <a:pt x="13" y="17"/>
                </a:lnTo>
                <a:lnTo>
                  <a:pt x="18" y="17"/>
                </a:lnTo>
                <a:lnTo>
                  <a:pt x="22" y="0"/>
                </a:lnTo>
                <a:lnTo>
                  <a:pt x="33" y="0"/>
                </a:lnTo>
                <a:lnTo>
                  <a:pt x="25" y="27"/>
                </a:lnTo>
                <a:lnTo>
                  <a:pt x="15" y="27"/>
                </a:lnTo>
                <a:lnTo>
                  <a:pt x="17" y="20"/>
                </a:lnTo>
                <a:lnTo>
                  <a:pt x="13" y="20"/>
                </a:lnTo>
                <a:lnTo>
                  <a:pt x="11" y="27"/>
                </a:lnTo>
                <a:lnTo>
                  <a:pt x="0" y="27"/>
                </a:lnTo>
                <a:lnTo>
                  <a:pt x="7" y="0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7" name="Freeform 18"/>
          <p:cNvSpPr>
            <a:spLocks noGrp="1"/>
          </p:cNvSpPr>
          <p:nvPr/>
        </p:nvSpPr>
        <p:spPr>
          <a:xfrm>
            <a:off x="10007079" y="339251"/>
            <a:ext cx="50797" cy="41908"/>
          </a:xfrm>
          <a:custGeom>
            <a:avLst/>
            <a:gdLst/>
            <a:ahLst/>
            <a:cxnLst/>
            <a:rect l="l" t="t" r="r" b="b"/>
            <a:pathLst>
              <a:path w="33" h="27">
                <a:moveTo>
                  <a:pt x="8" y="0"/>
                </a:moveTo>
                <a:lnTo>
                  <a:pt x="0" y="27"/>
                </a:lnTo>
                <a:lnTo>
                  <a:pt x="25" y="27"/>
                </a:lnTo>
                <a:lnTo>
                  <a:pt x="33" y="0"/>
                </a:lnTo>
                <a:lnTo>
                  <a:pt x="22" y="0"/>
                </a:lnTo>
                <a:lnTo>
                  <a:pt x="15" y="24"/>
                </a:lnTo>
                <a:lnTo>
                  <a:pt x="11" y="24"/>
                </a:lnTo>
                <a:lnTo>
                  <a:pt x="18" y="0"/>
                </a:lnTo>
                <a:lnTo>
                  <a:pt x="8" y="0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8" name="Freeform 5"/>
          <p:cNvSpPr>
            <a:spLocks noGrp="1"/>
          </p:cNvSpPr>
          <p:nvPr/>
        </p:nvSpPr>
        <p:spPr>
          <a:xfrm>
            <a:off x="10436316" y="152571"/>
            <a:ext cx="1607736" cy="325103"/>
          </a:xfrm>
          <a:custGeom>
            <a:avLst/>
            <a:gdLst/>
            <a:ahLst/>
            <a:cxnLst/>
            <a:rect l="l" t="t" r="r" b="b"/>
            <a:pathLst>
              <a:path w="489" h="98">
                <a:moveTo>
                  <a:pt x="98" y="37"/>
                </a:moveTo>
                <a:cubicBezTo>
                  <a:pt x="98" y="37"/>
                  <a:pt x="101" y="31"/>
                  <a:pt x="102" y="39"/>
                </a:cubicBezTo>
                <a:lnTo>
                  <a:pt x="104" y="45"/>
                </a:lnTo>
                <a:cubicBezTo>
                  <a:pt x="104" y="45"/>
                  <a:pt x="106" y="49"/>
                  <a:pt x="109" y="43"/>
                </a:cubicBezTo>
                <a:lnTo>
                  <a:pt x="112" y="40"/>
                </a:lnTo>
                <a:cubicBezTo>
                  <a:pt x="112" y="40"/>
                  <a:pt x="114" y="40"/>
                  <a:pt x="114" y="37"/>
                </a:cubicBezTo>
                <a:lnTo>
                  <a:pt x="113" y="28"/>
                </a:lnTo>
                <a:cubicBezTo>
                  <a:pt x="113" y="28"/>
                  <a:pt x="113" y="22"/>
                  <a:pt x="111" y="22"/>
                </a:cubicBezTo>
                <a:cubicBezTo>
                  <a:pt x="111" y="22"/>
                  <a:pt x="108" y="16"/>
                  <a:pt x="112" y="15"/>
                </a:cubicBezTo>
                <a:cubicBezTo>
                  <a:pt x="112" y="15"/>
                  <a:pt x="113" y="11"/>
                  <a:pt x="119" y="14"/>
                </a:cubicBezTo>
                <a:cubicBezTo>
                  <a:pt x="119" y="14"/>
                  <a:pt x="125" y="16"/>
                  <a:pt x="123" y="21"/>
                </a:cubicBezTo>
                <a:lnTo>
                  <a:pt x="122" y="29"/>
                </a:lnTo>
                <a:cubicBezTo>
                  <a:pt x="122" y="29"/>
                  <a:pt x="121" y="33"/>
                  <a:pt x="127" y="28"/>
                </a:cubicBezTo>
                <a:lnTo>
                  <a:pt x="135" y="23"/>
                </a:lnTo>
                <a:cubicBezTo>
                  <a:pt x="135" y="23"/>
                  <a:pt x="143" y="20"/>
                  <a:pt x="145" y="24"/>
                </a:cubicBezTo>
                <a:cubicBezTo>
                  <a:pt x="145" y="24"/>
                  <a:pt x="147" y="27"/>
                  <a:pt x="143" y="30"/>
                </a:cubicBezTo>
                <a:cubicBezTo>
                  <a:pt x="143" y="30"/>
                  <a:pt x="131" y="33"/>
                  <a:pt x="133" y="42"/>
                </a:cubicBezTo>
                <a:cubicBezTo>
                  <a:pt x="133" y="42"/>
                  <a:pt x="139" y="43"/>
                  <a:pt x="134" y="48"/>
                </a:cubicBezTo>
                <a:cubicBezTo>
                  <a:pt x="134" y="48"/>
                  <a:pt x="128" y="49"/>
                  <a:pt x="125" y="52"/>
                </a:cubicBezTo>
                <a:lnTo>
                  <a:pt x="121" y="53"/>
                </a:lnTo>
                <a:lnTo>
                  <a:pt x="121" y="86"/>
                </a:lnTo>
                <a:cubicBezTo>
                  <a:pt x="121" y="86"/>
                  <a:pt x="121" y="96"/>
                  <a:pt x="115" y="92"/>
                </a:cubicBezTo>
                <a:cubicBezTo>
                  <a:pt x="115" y="92"/>
                  <a:pt x="109" y="84"/>
                  <a:pt x="113" y="74"/>
                </a:cubicBezTo>
                <a:lnTo>
                  <a:pt x="114" y="49"/>
                </a:lnTo>
                <a:cubicBezTo>
                  <a:pt x="114" y="49"/>
                  <a:pt x="115" y="41"/>
                  <a:pt x="109" y="50"/>
                </a:cubicBezTo>
                <a:lnTo>
                  <a:pt x="104" y="57"/>
                </a:lnTo>
                <a:cubicBezTo>
                  <a:pt x="104" y="57"/>
                  <a:pt x="102" y="60"/>
                  <a:pt x="98" y="58"/>
                </a:cubicBezTo>
                <a:cubicBezTo>
                  <a:pt x="98" y="58"/>
                  <a:pt x="90" y="54"/>
                  <a:pt x="94" y="47"/>
                </a:cubicBezTo>
                <a:cubicBezTo>
                  <a:pt x="96" y="45"/>
                  <a:pt x="97" y="40"/>
                  <a:pt x="98" y="37"/>
                </a:cubicBezTo>
                <a:close/>
                <a:moveTo>
                  <a:pt x="121" y="39"/>
                </a:moveTo>
                <a:lnTo>
                  <a:pt x="121" y="45"/>
                </a:lnTo>
                <a:cubicBezTo>
                  <a:pt x="121" y="45"/>
                  <a:pt x="120" y="48"/>
                  <a:pt x="125" y="45"/>
                </a:cubicBezTo>
                <a:cubicBezTo>
                  <a:pt x="125" y="45"/>
                  <a:pt x="128" y="42"/>
                  <a:pt x="128" y="40"/>
                </a:cubicBezTo>
                <a:cubicBezTo>
                  <a:pt x="128" y="40"/>
                  <a:pt x="128" y="35"/>
                  <a:pt x="130" y="35"/>
                </a:cubicBezTo>
                <a:cubicBezTo>
                  <a:pt x="130" y="35"/>
                  <a:pt x="131" y="31"/>
                  <a:pt x="126" y="33"/>
                </a:cubicBezTo>
                <a:lnTo>
                  <a:pt x="123" y="37"/>
                </a:lnTo>
                <a:lnTo>
                  <a:pt x="122" y="37"/>
                </a:lnTo>
                <a:cubicBezTo>
                  <a:pt x="122" y="37"/>
                  <a:pt x="121" y="38"/>
                  <a:pt x="121" y="39"/>
                </a:cubicBezTo>
                <a:close/>
              </a:path>
              <a:path w="489" h="98">
                <a:moveTo>
                  <a:pt x="29" y="76"/>
                </a:moveTo>
                <a:cubicBezTo>
                  <a:pt x="34" y="73"/>
                  <a:pt x="37" y="72"/>
                  <a:pt x="38" y="73"/>
                </a:cubicBezTo>
                <a:cubicBezTo>
                  <a:pt x="39" y="73"/>
                  <a:pt x="39" y="80"/>
                  <a:pt x="39" y="92"/>
                </a:cubicBezTo>
                <a:cubicBezTo>
                  <a:pt x="39" y="98"/>
                  <a:pt x="43" y="98"/>
                  <a:pt x="45" y="95"/>
                </a:cubicBezTo>
                <a:cubicBezTo>
                  <a:pt x="47" y="92"/>
                  <a:pt x="48" y="86"/>
                  <a:pt x="48" y="78"/>
                </a:cubicBezTo>
                <a:lnTo>
                  <a:pt x="48" y="71"/>
                </a:lnTo>
                <a:lnTo>
                  <a:pt x="50" y="68"/>
                </a:lnTo>
                <a:lnTo>
                  <a:pt x="59" y="64"/>
                </a:lnTo>
                <a:cubicBezTo>
                  <a:pt x="62" y="63"/>
                  <a:pt x="62" y="61"/>
                  <a:pt x="59" y="60"/>
                </a:cubicBezTo>
                <a:lnTo>
                  <a:pt x="54" y="56"/>
                </a:lnTo>
                <a:cubicBezTo>
                  <a:pt x="53" y="54"/>
                  <a:pt x="53" y="53"/>
                  <a:pt x="56" y="52"/>
                </a:cubicBezTo>
                <a:lnTo>
                  <a:pt x="71" y="44"/>
                </a:lnTo>
                <a:cubicBezTo>
                  <a:pt x="73" y="44"/>
                  <a:pt x="74" y="42"/>
                  <a:pt x="71" y="39"/>
                </a:cubicBezTo>
                <a:cubicBezTo>
                  <a:pt x="69" y="37"/>
                  <a:pt x="67" y="37"/>
                  <a:pt x="64" y="39"/>
                </a:cubicBezTo>
                <a:lnTo>
                  <a:pt x="59" y="41"/>
                </a:lnTo>
                <a:cubicBezTo>
                  <a:pt x="56" y="44"/>
                  <a:pt x="55" y="42"/>
                  <a:pt x="59" y="37"/>
                </a:cubicBezTo>
                <a:lnTo>
                  <a:pt x="64" y="34"/>
                </a:lnTo>
                <a:cubicBezTo>
                  <a:pt x="68" y="32"/>
                  <a:pt x="66" y="30"/>
                  <a:pt x="63" y="29"/>
                </a:cubicBezTo>
                <a:lnTo>
                  <a:pt x="59" y="26"/>
                </a:lnTo>
                <a:cubicBezTo>
                  <a:pt x="57" y="25"/>
                  <a:pt x="56" y="25"/>
                  <a:pt x="55" y="28"/>
                </a:cubicBezTo>
                <a:cubicBezTo>
                  <a:pt x="55" y="32"/>
                  <a:pt x="54" y="34"/>
                  <a:pt x="52" y="35"/>
                </a:cubicBezTo>
                <a:cubicBezTo>
                  <a:pt x="50" y="36"/>
                  <a:pt x="48" y="36"/>
                  <a:pt x="47" y="35"/>
                </a:cubicBezTo>
                <a:cubicBezTo>
                  <a:pt x="45" y="33"/>
                  <a:pt x="45" y="32"/>
                  <a:pt x="47" y="30"/>
                </a:cubicBezTo>
                <a:cubicBezTo>
                  <a:pt x="49" y="27"/>
                  <a:pt x="52" y="25"/>
                  <a:pt x="56" y="25"/>
                </a:cubicBezTo>
                <a:cubicBezTo>
                  <a:pt x="60" y="23"/>
                  <a:pt x="64" y="21"/>
                  <a:pt x="65" y="18"/>
                </a:cubicBezTo>
                <a:cubicBezTo>
                  <a:pt x="66" y="17"/>
                  <a:pt x="65" y="14"/>
                  <a:pt x="62" y="11"/>
                </a:cubicBezTo>
                <a:cubicBezTo>
                  <a:pt x="59" y="6"/>
                  <a:pt x="55" y="5"/>
                  <a:pt x="52" y="10"/>
                </a:cubicBezTo>
                <a:lnTo>
                  <a:pt x="47" y="22"/>
                </a:lnTo>
                <a:lnTo>
                  <a:pt x="43" y="22"/>
                </a:lnTo>
                <a:lnTo>
                  <a:pt x="44" y="14"/>
                </a:lnTo>
                <a:cubicBezTo>
                  <a:pt x="45" y="12"/>
                  <a:pt x="43" y="10"/>
                  <a:pt x="40" y="7"/>
                </a:cubicBezTo>
                <a:cubicBezTo>
                  <a:pt x="36" y="5"/>
                  <a:pt x="34" y="4"/>
                  <a:pt x="33" y="7"/>
                </a:cubicBezTo>
                <a:cubicBezTo>
                  <a:pt x="32" y="7"/>
                  <a:pt x="33" y="9"/>
                  <a:pt x="36" y="13"/>
                </a:cubicBezTo>
                <a:cubicBezTo>
                  <a:pt x="38" y="15"/>
                  <a:pt x="39" y="18"/>
                  <a:pt x="41" y="23"/>
                </a:cubicBezTo>
                <a:cubicBezTo>
                  <a:pt x="36" y="23"/>
                  <a:pt x="31" y="24"/>
                  <a:pt x="26" y="23"/>
                </a:cubicBezTo>
                <a:cubicBezTo>
                  <a:pt x="20" y="23"/>
                  <a:pt x="17" y="24"/>
                  <a:pt x="20" y="27"/>
                </a:cubicBezTo>
                <a:cubicBezTo>
                  <a:pt x="21" y="29"/>
                  <a:pt x="23" y="30"/>
                  <a:pt x="24" y="32"/>
                </a:cubicBezTo>
                <a:lnTo>
                  <a:pt x="38" y="28"/>
                </a:lnTo>
                <a:cubicBezTo>
                  <a:pt x="45" y="27"/>
                  <a:pt x="45" y="27"/>
                  <a:pt x="43" y="30"/>
                </a:cubicBezTo>
                <a:cubicBezTo>
                  <a:pt x="43" y="31"/>
                  <a:pt x="41" y="31"/>
                  <a:pt x="39" y="30"/>
                </a:cubicBezTo>
                <a:cubicBezTo>
                  <a:pt x="36" y="31"/>
                  <a:pt x="36" y="33"/>
                  <a:pt x="37" y="35"/>
                </a:cubicBezTo>
                <a:cubicBezTo>
                  <a:pt x="38" y="39"/>
                  <a:pt x="38" y="40"/>
                  <a:pt x="35" y="38"/>
                </a:cubicBezTo>
                <a:cubicBezTo>
                  <a:pt x="34" y="38"/>
                  <a:pt x="33" y="38"/>
                  <a:pt x="33" y="39"/>
                </a:cubicBezTo>
                <a:cubicBezTo>
                  <a:pt x="32" y="40"/>
                  <a:pt x="30" y="40"/>
                  <a:pt x="28" y="37"/>
                </a:cubicBezTo>
                <a:cubicBezTo>
                  <a:pt x="24" y="33"/>
                  <a:pt x="21" y="32"/>
                  <a:pt x="20" y="35"/>
                </a:cubicBezTo>
                <a:lnTo>
                  <a:pt x="21" y="38"/>
                </a:lnTo>
                <a:cubicBezTo>
                  <a:pt x="23" y="42"/>
                  <a:pt x="23" y="44"/>
                  <a:pt x="20" y="44"/>
                </a:cubicBezTo>
                <a:cubicBezTo>
                  <a:pt x="19" y="45"/>
                  <a:pt x="20" y="46"/>
                  <a:pt x="21" y="47"/>
                </a:cubicBezTo>
                <a:lnTo>
                  <a:pt x="24" y="50"/>
                </a:lnTo>
                <a:cubicBezTo>
                  <a:pt x="26" y="53"/>
                  <a:pt x="28" y="53"/>
                  <a:pt x="32" y="49"/>
                </a:cubicBezTo>
                <a:cubicBezTo>
                  <a:pt x="36" y="44"/>
                  <a:pt x="38" y="43"/>
                  <a:pt x="38" y="47"/>
                </a:cubicBezTo>
                <a:cubicBezTo>
                  <a:pt x="38" y="50"/>
                  <a:pt x="37" y="51"/>
                  <a:pt x="34" y="51"/>
                </a:cubicBezTo>
                <a:lnTo>
                  <a:pt x="1" y="61"/>
                </a:lnTo>
                <a:cubicBezTo>
                  <a:pt x="0" y="61"/>
                  <a:pt x="0" y="61"/>
                  <a:pt x="0" y="61"/>
                </a:cubicBezTo>
                <a:lnTo>
                  <a:pt x="7" y="66"/>
                </a:lnTo>
                <a:cubicBezTo>
                  <a:pt x="8" y="66"/>
                  <a:pt x="10" y="66"/>
                  <a:pt x="11" y="66"/>
                </a:cubicBezTo>
                <a:lnTo>
                  <a:pt x="20" y="63"/>
                </a:lnTo>
                <a:lnTo>
                  <a:pt x="33" y="56"/>
                </a:lnTo>
                <a:cubicBezTo>
                  <a:pt x="37" y="55"/>
                  <a:pt x="39" y="55"/>
                  <a:pt x="38" y="58"/>
                </a:cubicBezTo>
                <a:cubicBezTo>
                  <a:pt x="38" y="59"/>
                  <a:pt x="37" y="60"/>
                  <a:pt x="35" y="61"/>
                </a:cubicBezTo>
                <a:cubicBezTo>
                  <a:pt x="29" y="64"/>
                  <a:pt x="23" y="69"/>
                  <a:pt x="17" y="74"/>
                </a:cubicBezTo>
                <a:cubicBezTo>
                  <a:pt x="14" y="77"/>
                  <a:pt x="13" y="78"/>
                  <a:pt x="17" y="78"/>
                </a:cubicBezTo>
                <a:cubicBezTo>
                  <a:pt x="19" y="79"/>
                  <a:pt x="21" y="79"/>
                  <a:pt x="25" y="77"/>
                </a:cubicBezTo>
                <a:lnTo>
                  <a:pt x="29" y="76"/>
                </a:lnTo>
                <a:close/>
                <a:moveTo>
                  <a:pt x="38" y="65"/>
                </a:moveTo>
                <a:cubicBezTo>
                  <a:pt x="38" y="67"/>
                  <a:pt x="37" y="68"/>
                  <a:pt x="34" y="69"/>
                </a:cubicBezTo>
                <a:lnTo>
                  <a:pt x="30" y="70"/>
                </a:lnTo>
                <a:cubicBezTo>
                  <a:pt x="26" y="71"/>
                  <a:pt x="25" y="71"/>
                  <a:pt x="28" y="69"/>
                </a:cubicBezTo>
                <a:lnTo>
                  <a:pt x="35" y="64"/>
                </a:lnTo>
                <a:cubicBezTo>
                  <a:pt x="37" y="63"/>
                  <a:pt x="38" y="63"/>
                  <a:pt x="38" y="65"/>
                </a:cubicBezTo>
                <a:close/>
                <a:moveTo>
                  <a:pt x="48" y="57"/>
                </a:moveTo>
                <a:lnTo>
                  <a:pt x="48" y="61"/>
                </a:lnTo>
                <a:cubicBezTo>
                  <a:pt x="48" y="63"/>
                  <a:pt x="50" y="63"/>
                  <a:pt x="51" y="62"/>
                </a:cubicBezTo>
                <a:cubicBezTo>
                  <a:pt x="51" y="62"/>
                  <a:pt x="51" y="61"/>
                  <a:pt x="51" y="59"/>
                </a:cubicBezTo>
                <a:cubicBezTo>
                  <a:pt x="50" y="58"/>
                  <a:pt x="49" y="57"/>
                  <a:pt x="48" y="57"/>
                </a:cubicBezTo>
                <a:close/>
                <a:moveTo>
                  <a:pt x="50" y="50"/>
                </a:moveTo>
                <a:cubicBezTo>
                  <a:pt x="48" y="50"/>
                  <a:pt x="48" y="51"/>
                  <a:pt x="48" y="52"/>
                </a:cubicBezTo>
                <a:cubicBezTo>
                  <a:pt x="49" y="53"/>
                  <a:pt x="51" y="53"/>
                  <a:pt x="53" y="51"/>
                </a:cubicBezTo>
                <a:lnTo>
                  <a:pt x="58" y="48"/>
                </a:lnTo>
                <a:cubicBezTo>
                  <a:pt x="59" y="47"/>
                  <a:pt x="59" y="47"/>
                  <a:pt x="56" y="47"/>
                </a:cubicBezTo>
                <a:lnTo>
                  <a:pt x="51" y="49"/>
                </a:lnTo>
                <a:lnTo>
                  <a:pt x="50" y="50"/>
                </a:lnTo>
                <a:close/>
                <a:moveTo>
                  <a:pt x="48" y="39"/>
                </a:moveTo>
                <a:lnTo>
                  <a:pt x="47" y="44"/>
                </a:lnTo>
                <a:cubicBezTo>
                  <a:pt x="48" y="47"/>
                  <a:pt x="49" y="47"/>
                  <a:pt x="51" y="45"/>
                </a:cubicBezTo>
                <a:cubicBezTo>
                  <a:pt x="51" y="44"/>
                  <a:pt x="52" y="43"/>
                  <a:pt x="53" y="41"/>
                </a:cubicBezTo>
                <a:cubicBezTo>
                  <a:pt x="53" y="39"/>
                  <a:pt x="52" y="39"/>
                  <a:pt x="51" y="38"/>
                </a:cubicBezTo>
                <a:cubicBezTo>
                  <a:pt x="50" y="38"/>
                  <a:pt x="49" y="38"/>
                  <a:pt x="48" y="39"/>
                </a:cubicBezTo>
                <a:close/>
                <a:moveTo>
                  <a:pt x="60" y="14"/>
                </a:moveTo>
                <a:cubicBezTo>
                  <a:pt x="60" y="15"/>
                  <a:pt x="59" y="16"/>
                  <a:pt x="58" y="17"/>
                </a:cubicBezTo>
                <a:lnTo>
                  <a:pt x="57" y="17"/>
                </a:lnTo>
                <a:cubicBezTo>
                  <a:pt x="56" y="17"/>
                  <a:pt x="55" y="18"/>
                  <a:pt x="54" y="17"/>
                </a:cubicBezTo>
                <a:lnTo>
                  <a:pt x="57" y="14"/>
                </a:lnTo>
                <a:cubicBezTo>
                  <a:pt x="58" y="14"/>
                  <a:pt x="60" y="13"/>
                  <a:pt x="60" y="14"/>
                </a:cubicBezTo>
                <a:close/>
              </a:path>
              <a:path w="489" h="98">
                <a:moveTo>
                  <a:pt x="186" y="22"/>
                </a:moveTo>
                <a:lnTo>
                  <a:pt x="193" y="17"/>
                </a:lnTo>
                <a:cubicBezTo>
                  <a:pt x="193" y="17"/>
                  <a:pt x="195" y="13"/>
                  <a:pt x="198" y="18"/>
                </a:cubicBezTo>
                <a:cubicBezTo>
                  <a:pt x="198" y="18"/>
                  <a:pt x="202" y="23"/>
                  <a:pt x="196" y="24"/>
                </a:cubicBezTo>
                <a:cubicBezTo>
                  <a:pt x="196" y="24"/>
                  <a:pt x="193" y="26"/>
                  <a:pt x="191" y="25"/>
                </a:cubicBezTo>
                <a:cubicBezTo>
                  <a:pt x="191" y="25"/>
                  <a:pt x="180" y="30"/>
                  <a:pt x="177" y="31"/>
                </a:cubicBezTo>
                <a:cubicBezTo>
                  <a:pt x="177" y="31"/>
                  <a:pt x="171" y="33"/>
                  <a:pt x="172" y="30"/>
                </a:cubicBezTo>
                <a:lnTo>
                  <a:pt x="183" y="24"/>
                </a:lnTo>
                <a:lnTo>
                  <a:pt x="186" y="22"/>
                </a:lnTo>
                <a:close/>
              </a:path>
              <a:path w="489" h="98">
                <a:moveTo>
                  <a:pt x="217" y="29"/>
                </a:moveTo>
                <a:lnTo>
                  <a:pt x="216" y="50"/>
                </a:lnTo>
                <a:lnTo>
                  <a:pt x="220" y="47"/>
                </a:lnTo>
                <a:lnTo>
                  <a:pt x="221" y="42"/>
                </a:lnTo>
                <a:cubicBezTo>
                  <a:pt x="221" y="42"/>
                  <a:pt x="221" y="39"/>
                  <a:pt x="225" y="43"/>
                </a:cubicBezTo>
                <a:cubicBezTo>
                  <a:pt x="225" y="43"/>
                  <a:pt x="229" y="46"/>
                  <a:pt x="228" y="50"/>
                </a:cubicBezTo>
                <a:cubicBezTo>
                  <a:pt x="228" y="50"/>
                  <a:pt x="220" y="52"/>
                  <a:pt x="216" y="59"/>
                </a:cubicBezTo>
                <a:lnTo>
                  <a:pt x="216" y="83"/>
                </a:lnTo>
                <a:cubicBezTo>
                  <a:pt x="216" y="83"/>
                  <a:pt x="216" y="87"/>
                  <a:pt x="215" y="89"/>
                </a:cubicBezTo>
                <a:cubicBezTo>
                  <a:pt x="215" y="89"/>
                  <a:pt x="212" y="95"/>
                  <a:pt x="211" y="94"/>
                </a:cubicBezTo>
                <a:cubicBezTo>
                  <a:pt x="211" y="94"/>
                  <a:pt x="207" y="92"/>
                  <a:pt x="209" y="86"/>
                </a:cubicBezTo>
                <a:lnTo>
                  <a:pt x="209" y="69"/>
                </a:lnTo>
                <a:cubicBezTo>
                  <a:pt x="209" y="69"/>
                  <a:pt x="210" y="63"/>
                  <a:pt x="206" y="68"/>
                </a:cubicBezTo>
                <a:cubicBezTo>
                  <a:pt x="206" y="68"/>
                  <a:pt x="202" y="74"/>
                  <a:pt x="197" y="69"/>
                </a:cubicBezTo>
                <a:cubicBezTo>
                  <a:pt x="197" y="69"/>
                  <a:pt x="192" y="67"/>
                  <a:pt x="197" y="64"/>
                </a:cubicBezTo>
                <a:cubicBezTo>
                  <a:pt x="197" y="64"/>
                  <a:pt x="198" y="64"/>
                  <a:pt x="199" y="59"/>
                </a:cubicBezTo>
                <a:lnTo>
                  <a:pt x="200" y="55"/>
                </a:lnTo>
                <a:cubicBezTo>
                  <a:pt x="200" y="55"/>
                  <a:pt x="201" y="50"/>
                  <a:pt x="198" y="50"/>
                </a:cubicBezTo>
                <a:cubicBezTo>
                  <a:pt x="198" y="50"/>
                  <a:pt x="195" y="47"/>
                  <a:pt x="197" y="45"/>
                </a:cubicBezTo>
                <a:cubicBezTo>
                  <a:pt x="197" y="45"/>
                  <a:pt x="203" y="38"/>
                  <a:pt x="196" y="32"/>
                </a:cubicBezTo>
                <a:cubicBezTo>
                  <a:pt x="196" y="32"/>
                  <a:pt x="190" y="29"/>
                  <a:pt x="195" y="28"/>
                </a:cubicBezTo>
                <a:cubicBezTo>
                  <a:pt x="195" y="28"/>
                  <a:pt x="199" y="28"/>
                  <a:pt x="199" y="29"/>
                </a:cubicBezTo>
                <a:cubicBezTo>
                  <a:pt x="199" y="29"/>
                  <a:pt x="207" y="28"/>
                  <a:pt x="207" y="34"/>
                </a:cubicBezTo>
                <a:cubicBezTo>
                  <a:pt x="207" y="34"/>
                  <a:pt x="207" y="37"/>
                  <a:pt x="205" y="37"/>
                </a:cubicBezTo>
                <a:cubicBezTo>
                  <a:pt x="205" y="37"/>
                  <a:pt x="197" y="44"/>
                  <a:pt x="203" y="44"/>
                </a:cubicBezTo>
                <a:cubicBezTo>
                  <a:pt x="203" y="44"/>
                  <a:pt x="211" y="46"/>
                  <a:pt x="205" y="52"/>
                </a:cubicBezTo>
                <a:cubicBezTo>
                  <a:pt x="205" y="52"/>
                  <a:pt x="203" y="51"/>
                  <a:pt x="202" y="57"/>
                </a:cubicBezTo>
                <a:cubicBezTo>
                  <a:pt x="202" y="57"/>
                  <a:pt x="199" y="64"/>
                  <a:pt x="204" y="61"/>
                </a:cubicBezTo>
                <a:cubicBezTo>
                  <a:pt x="204" y="61"/>
                  <a:pt x="206" y="60"/>
                  <a:pt x="209" y="57"/>
                </a:cubicBezTo>
                <a:cubicBezTo>
                  <a:pt x="209" y="57"/>
                  <a:pt x="210" y="54"/>
                  <a:pt x="210" y="51"/>
                </a:cubicBezTo>
                <a:cubicBezTo>
                  <a:pt x="210" y="51"/>
                  <a:pt x="210" y="26"/>
                  <a:pt x="209" y="20"/>
                </a:cubicBezTo>
                <a:cubicBezTo>
                  <a:pt x="209" y="20"/>
                  <a:pt x="207" y="16"/>
                  <a:pt x="211" y="14"/>
                </a:cubicBezTo>
                <a:cubicBezTo>
                  <a:pt x="211" y="14"/>
                  <a:pt x="214" y="12"/>
                  <a:pt x="218" y="16"/>
                </a:cubicBezTo>
                <a:cubicBezTo>
                  <a:pt x="218" y="16"/>
                  <a:pt x="221" y="17"/>
                  <a:pt x="218" y="21"/>
                </a:cubicBezTo>
                <a:lnTo>
                  <a:pt x="217" y="26"/>
                </a:lnTo>
                <a:lnTo>
                  <a:pt x="217" y="29"/>
                </a:lnTo>
                <a:close/>
              </a:path>
              <a:path w="489" h="98">
                <a:moveTo>
                  <a:pt x="170" y="48"/>
                </a:moveTo>
                <a:cubicBezTo>
                  <a:pt x="170" y="48"/>
                  <a:pt x="165" y="51"/>
                  <a:pt x="163" y="49"/>
                </a:cubicBezTo>
                <a:cubicBezTo>
                  <a:pt x="163" y="49"/>
                  <a:pt x="160" y="49"/>
                  <a:pt x="162" y="52"/>
                </a:cubicBezTo>
                <a:cubicBezTo>
                  <a:pt x="162" y="52"/>
                  <a:pt x="165" y="59"/>
                  <a:pt x="171" y="55"/>
                </a:cubicBezTo>
                <a:lnTo>
                  <a:pt x="179" y="49"/>
                </a:lnTo>
                <a:cubicBezTo>
                  <a:pt x="179" y="49"/>
                  <a:pt x="182" y="45"/>
                  <a:pt x="181" y="51"/>
                </a:cubicBezTo>
                <a:cubicBezTo>
                  <a:pt x="181" y="51"/>
                  <a:pt x="181" y="55"/>
                  <a:pt x="179" y="55"/>
                </a:cubicBezTo>
                <a:lnTo>
                  <a:pt x="167" y="68"/>
                </a:lnTo>
                <a:cubicBezTo>
                  <a:pt x="167" y="68"/>
                  <a:pt x="162" y="73"/>
                  <a:pt x="168" y="74"/>
                </a:cubicBezTo>
                <a:cubicBezTo>
                  <a:pt x="168" y="74"/>
                  <a:pt x="172" y="75"/>
                  <a:pt x="175" y="72"/>
                </a:cubicBezTo>
                <a:cubicBezTo>
                  <a:pt x="175" y="72"/>
                  <a:pt x="180" y="66"/>
                  <a:pt x="179" y="70"/>
                </a:cubicBezTo>
                <a:lnTo>
                  <a:pt x="179" y="79"/>
                </a:lnTo>
                <a:cubicBezTo>
                  <a:pt x="179" y="79"/>
                  <a:pt x="178" y="82"/>
                  <a:pt x="181" y="83"/>
                </a:cubicBezTo>
                <a:cubicBezTo>
                  <a:pt x="181" y="83"/>
                  <a:pt x="183" y="85"/>
                  <a:pt x="185" y="82"/>
                </a:cubicBezTo>
                <a:cubicBezTo>
                  <a:pt x="185" y="82"/>
                  <a:pt x="187" y="80"/>
                  <a:pt x="186" y="75"/>
                </a:cubicBezTo>
                <a:lnTo>
                  <a:pt x="186" y="63"/>
                </a:lnTo>
                <a:cubicBezTo>
                  <a:pt x="186" y="63"/>
                  <a:pt x="192" y="59"/>
                  <a:pt x="193" y="57"/>
                </a:cubicBezTo>
                <a:cubicBezTo>
                  <a:pt x="193" y="57"/>
                  <a:pt x="194" y="53"/>
                  <a:pt x="190" y="57"/>
                </a:cubicBezTo>
                <a:cubicBezTo>
                  <a:pt x="190" y="57"/>
                  <a:pt x="185" y="62"/>
                  <a:pt x="186" y="58"/>
                </a:cubicBezTo>
                <a:lnTo>
                  <a:pt x="186" y="52"/>
                </a:lnTo>
                <a:cubicBezTo>
                  <a:pt x="186" y="52"/>
                  <a:pt x="197" y="43"/>
                  <a:pt x="196" y="42"/>
                </a:cubicBezTo>
                <a:cubicBezTo>
                  <a:pt x="196" y="41"/>
                  <a:pt x="198" y="40"/>
                  <a:pt x="194" y="36"/>
                </a:cubicBezTo>
                <a:cubicBezTo>
                  <a:pt x="194" y="36"/>
                  <a:pt x="191" y="34"/>
                  <a:pt x="190" y="37"/>
                </a:cubicBezTo>
                <a:cubicBezTo>
                  <a:pt x="190" y="37"/>
                  <a:pt x="186" y="41"/>
                  <a:pt x="186" y="37"/>
                </a:cubicBezTo>
                <a:cubicBezTo>
                  <a:pt x="186" y="37"/>
                  <a:pt x="189" y="34"/>
                  <a:pt x="186" y="32"/>
                </a:cubicBezTo>
                <a:cubicBezTo>
                  <a:pt x="186" y="32"/>
                  <a:pt x="182" y="28"/>
                  <a:pt x="180" y="33"/>
                </a:cubicBezTo>
                <a:cubicBezTo>
                  <a:pt x="180" y="33"/>
                  <a:pt x="178" y="33"/>
                  <a:pt x="181" y="42"/>
                </a:cubicBezTo>
                <a:lnTo>
                  <a:pt x="176" y="44"/>
                </a:lnTo>
                <a:lnTo>
                  <a:pt x="173" y="46"/>
                </a:lnTo>
                <a:lnTo>
                  <a:pt x="170" y="48"/>
                </a:lnTo>
                <a:close/>
                <a:moveTo>
                  <a:pt x="186" y="43"/>
                </a:moveTo>
                <a:cubicBezTo>
                  <a:pt x="186" y="43"/>
                  <a:pt x="187" y="41"/>
                  <a:pt x="189" y="42"/>
                </a:cubicBezTo>
                <a:cubicBezTo>
                  <a:pt x="189" y="42"/>
                  <a:pt x="189" y="44"/>
                  <a:pt x="188" y="45"/>
                </a:cubicBezTo>
                <a:cubicBezTo>
                  <a:pt x="188" y="45"/>
                  <a:pt x="186" y="46"/>
                  <a:pt x="187" y="44"/>
                </a:cubicBezTo>
                <a:cubicBezTo>
                  <a:pt x="186" y="46"/>
                  <a:pt x="186" y="43"/>
                  <a:pt x="186" y="43"/>
                </a:cubicBezTo>
                <a:close/>
                <a:moveTo>
                  <a:pt x="175" y="64"/>
                </a:moveTo>
                <a:lnTo>
                  <a:pt x="178" y="61"/>
                </a:lnTo>
                <a:cubicBezTo>
                  <a:pt x="178" y="61"/>
                  <a:pt x="180" y="57"/>
                  <a:pt x="180" y="60"/>
                </a:cubicBezTo>
                <a:cubicBezTo>
                  <a:pt x="180" y="60"/>
                  <a:pt x="180" y="65"/>
                  <a:pt x="177" y="65"/>
                </a:cubicBezTo>
                <a:cubicBezTo>
                  <a:pt x="177" y="65"/>
                  <a:pt x="174" y="67"/>
                  <a:pt x="174" y="65"/>
                </a:cubicBezTo>
                <a:lnTo>
                  <a:pt x="175" y="65"/>
                </a:lnTo>
                <a:lnTo>
                  <a:pt x="175" y="64"/>
                </a:lnTo>
                <a:close/>
              </a:path>
              <a:path w="489" h="98">
                <a:moveTo>
                  <a:pt x="255" y="43"/>
                </a:moveTo>
                <a:cubicBezTo>
                  <a:pt x="255" y="43"/>
                  <a:pt x="252" y="46"/>
                  <a:pt x="249" y="46"/>
                </a:cubicBezTo>
                <a:cubicBezTo>
                  <a:pt x="249" y="46"/>
                  <a:pt x="247" y="45"/>
                  <a:pt x="248" y="48"/>
                </a:cubicBezTo>
                <a:cubicBezTo>
                  <a:pt x="248" y="48"/>
                  <a:pt x="248" y="51"/>
                  <a:pt x="253" y="52"/>
                </a:cubicBezTo>
                <a:cubicBezTo>
                  <a:pt x="253" y="52"/>
                  <a:pt x="257" y="52"/>
                  <a:pt x="257" y="51"/>
                </a:cubicBezTo>
                <a:cubicBezTo>
                  <a:pt x="257" y="51"/>
                  <a:pt x="257" y="49"/>
                  <a:pt x="260" y="48"/>
                </a:cubicBezTo>
                <a:cubicBezTo>
                  <a:pt x="260" y="48"/>
                  <a:pt x="263" y="46"/>
                  <a:pt x="264" y="45"/>
                </a:cubicBezTo>
                <a:cubicBezTo>
                  <a:pt x="264" y="45"/>
                  <a:pt x="267" y="42"/>
                  <a:pt x="266" y="46"/>
                </a:cubicBezTo>
                <a:lnTo>
                  <a:pt x="265" y="55"/>
                </a:lnTo>
                <a:cubicBezTo>
                  <a:pt x="265" y="59"/>
                  <a:pt x="258" y="64"/>
                  <a:pt x="256" y="66"/>
                </a:cubicBezTo>
                <a:cubicBezTo>
                  <a:pt x="256" y="66"/>
                  <a:pt x="253" y="69"/>
                  <a:pt x="251" y="69"/>
                </a:cubicBezTo>
                <a:cubicBezTo>
                  <a:pt x="251" y="69"/>
                  <a:pt x="249" y="68"/>
                  <a:pt x="251" y="72"/>
                </a:cubicBezTo>
                <a:cubicBezTo>
                  <a:pt x="251" y="72"/>
                  <a:pt x="255" y="76"/>
                  <a:pt x="257" y="75"/>
                </a:cubicBezTo>
                <a:lnTo>
                  <a:pt x="261" y="71"/>
                </a:lnTo>
                <a:lnTo>
                  <a:pt x="263" y="67"/>
                </a:lnTo>
                <a:cubicBezTo>
                  <a:pt x="263" y="67"/>
                  <a:pt x="266" y="63"/>
                  <a:pt x="265" y="69"/>
                </a:cubicBezTo>
                <a:cubicBezTo>
                  <a:pt x="265" y="69"/>
                  <a:pt x="265" y="77"/>
                  <a:pt x="263" y="79"/>
                </a:cubicBezTo>
                <a:cubicBezTo>
                  <a:pt x="263" y="79"/>
                  <a:pt x="262" y="79"/>
                  <a:pt x="264" y="82"/>
                </a:cubicBezTo>
                <a:cubicBezTo>
                  <a:pt x="264" y="82"/>
                  <a:pt x="266" y="87"/>
                  <a:pt x="268" y="85"/>
                </a:cubicBezTo>
                <a:lnTo>
                  <a:pt x="270" y="81"/>
                </a:lnTo>
                <a:cubicBezTo>
                  <a:pt x="270" y="81"/>
                  <a:pt x="272" y="78"/>
                  <a:pt x="271" y="76"/>
                </a:cubicBezTo>
                <a:cubicBezTo>
                  <a:pt x="270" y="75"/>
                  <a:pt x="271" y="57"/>
                  <a:pt x="271" y="57"/>
                </a:cubicBezTo>
                <a:lnTo>
                  <a:pt x="277" y="48"/>
                </a:lnTo>
                <a:cubicBezTo>
                  <a:pt x="277" y="48"/>
                  <a:pt x="281" y="44"/>
                  <a:pt x="277" y="44"/>
                </a:cubicBezTo>
                <a:cubicBezTo>
                  <a:pt x="277" y="44"/>
                  <a:pt x="275" y="46"/>
                  <a:pt x="273" y="49"/>
                </a:cubicBezTo>
                <a:cubicBezTo>
                  <a:pt x="273" y="49"/>
                  <a:pt x="271" y="51"/>
                  <a:pt x="272" y="46"/>
                </a:cubicBezTo>
                <a:lnTo>
                  <a:pt x="272" y="40"/>
                </a:lnTo>
                <a:cubicBezTo>
                  <a:pt x="272" y="40"/>
                  <a:pt x="271" y="37"/>
                  <a:pt x="275" y="36"/>
                </a:cubicBezTo>
                <a:lnTo>
                  <a:pt x="279" y="33"/>
                </a:lnTo>
                <a:cubicBezTo>
                  <a:pt x="279" y="33"/>
                  <a:pt x="282" y="31"/>
                  <a:pt x="280" y="30"/>
                </a:cubicBezTo>
                <a:cubicBezTo>
                  <a:pt x="280" y="30"/>
                  <a:pt x="276" y="26"/>
                  <a:pt x="276" y="30"/>
                </a:cubicBezTo>
                <a:lnTo>
                  <a:pt x="274" y="32"/>
                </a:lnTo>
                <a:cubicBezTo>
                  <a:pt x="274" y="32"/>
                  <a:pt x="272" y="34"/>
                  <a:pt x="273" y="30"/>
                </a:cubicBezTo>
                <a:lnTo>
                  <a:pt x="274" y="23"/>
                </a:lnTo>
                <a:cubicBezTo>
                  <a:pt x="274" y="23"/>
                  <a:pt x="274" y="18"/>
                  <a:pt x="276" y="17"/>
                </a:cubicBezTo>
                <a:cubicBezTo>
                  <a:pt x="276" y="17"/>
                  <a:pt x="273" y="11"/>
                  <a:pt x="269" y="14"/>
                </a:cubicBezTo>
                <a:cubicBezTo>
                  <a:pt x="269" y="14"/>
                  <a:pt x="263" y="17"/>
                  <a:pt x="267" y="21"/>
                </a:cubicBezTo>
                <a:lnTo>
                  <a:pt x="266" y="35"/>
                </a:lnTo>
                <a:cubicBezTo>
                  <a:pt x="266" y="35"/>
                  <a:pt x="266" y="38"/>
                  <a:pt x="264" y="38"/>
                </a:cubicBezTo>
                <a:lnTo>
                  <a:pt x="258" y="42"/>
                </a:lnTo>
                <a:lnTo>
                  <a:pt x="256" y="43"/>
                </a:lnTo>
                <a:lnTo>
                  <a:pt x="255" y="43"/>
                </a:lnTo>
                <a:close/>
              </a:path>
              <a:path w="489" h="98">
                <a:moveTo>
                  <a:pt x="303" y="56"/>
                </a:moveTo>
                <a:cubicBezTo>
                  <a:pt x="303" y="56"/>
                  <a:pt x="300" y="63"/>
                  <a:pt x="298" y="65"/>
                </a:cubicBezTo>
                <a:lnTo>
                  <a:pt x="304" y="70"/>
                </a:lnTo>
                <a:cubicBezTo>
                  <a:pt x="304" y="70"/>
                  <a:pt x="306" y="73"/>
                  <a:pt x="317" y="73"/>
                </a:cubicBezTo>
                <a:cubicBezTo>
                  <a:pt x="317" y="73"/>
                  <a:pt x="323" y="73"/>
                  <a:pt x="316" y="76"/>
                </a:cubicBezTo>
                <a:lnTo>
                  <a:pt x="307" y="81"/>
                </a:lnTo>
                <a:cubicBezTo>
                  <a:pt x="307" y="81"/>
                  <a:pt x="300" y="84"/>
                  <a:pt x="299" y="80"/>
                </a:cubicBezTo>
                <a:lnTo>
                  <a:pt x="295" y="73"/>
                </a:lnTo>
                <a:cubicBezTo>
                  <a:pt x="295" y="73"/>
                  <a:pt x="294" y="68"/>
                  <a:pt x="293" y="72"/>
                </a:cubicBezTo>
                <a:cubicBezTo>
                  <a:pt x="293" y="72"/>
                  <a:pt x="288" y="78"/>
                  <a:pt x="285" y="78"/>
                </a:cubicBezTo>
                <a:cubicBezTo>
                  <a:pt x="285" y="78"/>
                  <a:pt x="280" y="79"/>
                  <a:pt x="276" y="77"/>
                </a:cubicBezTo>
                <a:cubicBezTo>
                  <a:pt x="276" y="77"/>
                  <a:pt x="269" y="77"/>
                  <a:pt x="279" y="75"/>
                </a:cubicBezTo>
                <a:cubicBezTo>
                  <a:pt x="279" y="75"/>
                  <a:pt x="286" y="73"/>
                  <a:pt x="290" y="66"/>
                </a:cubicBezTo>
                <a:lnTo>
                  <a:pt x="283" y="58"/>
                </a:lnTo>
                <a:cubicBezTo>
                  <a:pt x="283" y="58"/>
                  <a:pt x="280" y="55"/>
                  <a:pt x="284" y="55"/>
                </a:cubicBezTo>
                <a:cubicBezTo>
                  <a:pt x="284" y="55"/>
                  <a:pt x="285" y="54"/>
                  <a:pt x="289" y="57"/>
                </a:cubicBezTo>
                <a:cubicBezTo>
                  <a:pt x="289" y="57"/>
                  <a:pt x="291" y="59"/>
                  <a:pt x="292" y="60"/>
                </a:cubicBezTo>
                <a:cubicBezTo>
                  <a:pt x="293" y="60"/>
                  <a:pt x="293" y="61"/>
                  <a:pt x="295" y="59"/>
                </a:cubicBezTo>
                <a:cubicBezTo>
                  <a:pt x="295" y="58"/>
                  <a:pt x="296" y="56"/>
                  <a:pt x="298" y="52"/>
                </a:cubicBezTo>
                <a:cubicBezTo>
                  <a:pt x="298" y="52"/>
                  <a:pt x="300" y="49"/>
                  <a:pt x="296" y="50"/>
                </a:cubicBezTo>
                <a:cubicBezTo>
                  <a:pt x="296" y="50"/>
                  <a:pt x="293" y="52"/>
                  <a:pt x="292" y="54"/>
                </a:cubicBezTo>
                <a:cubicBezTo>
                  <a:pt x="292" y="54"/>
                  <a:pt x="290" y="56"/>
                  <a:pt x="287" y="54"/>
                </a:cubicBezTo>
                <a:cubicBezTo>
                  <a:pt x="287" y="54"/>
                  <a:pt x="282" y="51"/>
                  <a:pt x="285" y="49"/>
                </a:cubicBezTo>
                <a:lnTo>
                  <a:pt x="286" y="45"/>
                </a:lnTo>
                <a:cubicBezTo>
                  <a:pt x="286" y="45"/>
                  <a:pt x="288" y="40"/>
                  <a:pt x="284" y="44"/>
                </a:cubicBezTo>
                <a:cubicBezTo>
                  <a:pt x="284" y="44"/>
                  <a:pt x="282" y="47"/>
                  <a:pt x="281" y="45"/>
                </a:cubicBezTo>
                <a:lnTo>
                  <a:pt x="276" y="41"/>
                </a:lnTo>
                <a:cubicBezTo>
                  <a:pt x="276" y="41"/>
                  <a:pt x="273" y="38"/>
                  <a:pt x="278" y="39"/>
                </a:cubicBezTo>
                <a:lnTo>
                  <a:pt x="290" y="34"/>
                </a:lnTo>
                <a:cubicBezTo>
                  <a:pt x="290" y="34"/>
                  <a:pt x="291" y="25"/>
                  <a:pt x="292" y="23"/>
                </a:cubicBezTo>
                <a:cubicBezTo>
                  <a:pt x="292" y="23"/>
                  <a:pt x="293" y="14"/>
                  <a:pt x="298" y="15"/>
                </a:cubicBezTo>
                <a:cubicBezTo>
                  <a:pt x="298" y="15"/>
                  <a:pt x="302" y="15"/>
                  <a:pt x="305" y="23"/>
                </a:cubicBezTo>
                <a:cubicBezTo>
                  <a:pt x="305" y="23"/>
                  <a:pt x="308" y="26"/>
                  <a:pt x="304" y="29"/>
                </a:cubicBezTo>
                <a:cubicBezTo>
                  <a:pt x="304" y="29"/>
                  <a:pt x="296" y="34"/>
                  <a:pt x="295" y="35"/>
                </a:cubicBezTo>
                <a:cubicBezTo>
                  <a:pt x="295" y="35"/>
                  <a:pt x="292" y="37"/>
                  <a:pt x="291" y="41"/>
                </a:cubicBezTo>
                <a:cubicBezTo>
                  <a:pt x="291" y="41"/>
                  <a:pt x="287" y="50"/>
                  <a:pt x="291" y="47"/>
                </a:cubicBezTo>
                <a:lnTo>
                  <a:pt x="301" y="40"/>
                </a:lnTo>
                <a:cubicBezTo>
                  <a:pt x="301" y="40"/>
                  <a:pt x="302" y="37"/>
                  <a:pt x="307" y="41"/>
                </a:cubicBezTo>
                <a:cubicBezTo>
                  <a:pt x="307" y="41"/>
                  <a:pt x="312" y="44"/>
                  <a:pt x="309" y="47"/>
                </a:cubicBezTo>
                <a:lnTo>
                  <a:pt x="305" y="52"/>
                </a:lnTo>
                <a:lnTo>
                  <a:pt x="303" y="54"/>
                </a:lnTo>
                <a:lnTo>
                  <a:pt x="303" y="56"/>
                </a:lnTo>
                <a:close/>
                <a:moveTo>
                  <a:pt x="295" y="27"/>
                </a:moveTo>
                <a:cubicBezTo>
                  <a:pt x="295" y="27"/>
                  <a:pt x="297" y="22"/>
                  <a:pt x="299" y="24"/>
                </a:cubicBezTo>
                <a:cubicBezTo>
                  <a:pt x="299" y="24"/>
                  <a:pt x="302" y="24"/>
                  <a:pt x="299" y="27"/>
                </a:cubicBezTo>
                <a:lnTo>
                  <a:pt x="297" y="30"/>
                </a:lnTo>
                <a:cubicBezTo>
                  <a:pt x="297" y="30"/>
                  <a:pt x="294" y="33"/>
                  <a:pt x="295" y="28"/>
                </a:cubicBezTo>
                <a:cubicBezTo>
                  <a:pt x="294" y="33"/>
                  <a:pt x="295" y="27"/>
                  <a:pt x="295" y="27"/>
                </a:cubicBezTo>
                <a:close/>
              </a:path>
              <a:path w="489" h="98">
                <a:moveTo>
                  <a:pt x="354" y="54"/>
                </a:moveTo>
                <a:cubicBezTo>
                  <a:pt x="354" y="54"/>
                  <a:pt x="348" y="58"/>
                  <a:pt x="341" y="59"/>
                </a:cubicBezTo>
                <a:cubicBezTo>
                  <a:pt x="341" y="59"/>
                  <a:pt x="336" y="59"/>
                  <a:pt x="342" y="62"/>
                </a:cubicBezTo>
                <a:lnTo>
                  <a:pt x="347" y="66"/>
                </a:lnTo>
                <a:cubicBezTo>
                  <a:pt x="347" y="66"/>
                  <a:pt x="352" y="67"/>
                  <a:pt x="354" y="64"/>
                </a:cubicBezTo>
                <a:lnTo>
                  <a:pt x="358" y="61"/>
                </a:lnTo>
                <a:cubicBezTo>
                  <a:pt x="358" y="61"/>
                  <a:pt x="364" y="56"/>
                  <a:pt x="361" y="63"/>
                </a:cubicBezTo>
                <a:cubicBezTo>
                  <a:pt x="361" y="63"/>
                  <a:pt x="357" y="73"/>
                  <a:pt x="342" y="79"/>
                </a:cubicBezTo>
                <a:cubicBezTo>
                  <a:pt x="342" y="79"/>
                  <a:pt x="335" y="81"/>
                  <a:pt x="346" y="80"/>
                </a:cubicBezTo>
                <a:cubicBezTo>
                  <a:pt x="346" y="80"/>
                  <a:pt x="365" y="83"/>
                  <a:pt x="372" y="50"/>
                </a:cubicBezTo>
                <a:cubicBezTo>
                  <a:pt x="372" y="50"/>
                  <a:pt x="385" y="41"/>
                  <a:pt x="388" y="40"/>
                </a:cubicBezTo>
                <a:cubicBezTo>
                  <a:pt x="388" y="40"/>
                  <a:pt x="393" y="37"/>
                  <a:pt x="387" y="36"/>
                </a:cubicBezTo>
                <a:cubicBezTo>
                  <a:pt x="387" y="36"/>
                  <a:pt x="383" y="33"/>
                  <a:pt x="380" y="38"/>
                </a:cubicBezTo>
                <a:lnTo>
                  <a:pt x="377" y="40"/>
                </a:lnTo>
                <a:cubicBezTo>
                  <a:pt x="377" y="40"/>
                  <a:pt x="373" y="43"/>
                  <a:pt x="374" y="37"/>
                </a:cubicBezTo>
                <a:lnTo>
                  <a:pt x="376" y="26"/>
                </a:lnTo>
                <a:cubicBezTo>
                  <a:pt x="376" y="26"/>
                  <a:pt x="377" y="22"/>
                  <a:pt x="374" y="21"/>
                </a:cubicBezTo>
                <a:cubicBezTo>
                  <a:pt x="371" y="19"/>
                  <a:pt x="368" y="15"/>
                  <a:pt x="368" y="15"/>
                </a:cubicBezTo>
                <a:cubicBezTo>
                  <a:pt x="368" y="15"/>
                  <a:pt x="365" y="12"/>
                  <a:pt x="365" y="18"/>
                </a:cubicBezTo>
                <a:cubicBezTo>
                  <a:pt x="365" y="18"/>
                  <a:pt x="368" y="35"/>
                  <a:pt x="365" y="47"/>
                </a:cubicBezTo>
                <a:lnTo>
                  <a:pt x="359" y="51"/>
                </a:lnTo>
                <a:lnTo>
                  <a:pt x="357" y="53"/>
                </a:lnTo>
                <a:lnTo>
                  <a:pt x="354" y="54"/>
                </a:lnTo>
                <a:close/>
              </a:path>
              <a:path w="489" h="98">
                <a:moveTo>
                  <a:pt x="378" y="66"/>
                </a:moveTo>
                <a:lnTo>
                  <a:pt x="383" y="76"/>
                </a:lnTo>
                <a:cubicBezTo>
                  <a:pt x="383" y="76"/>
                  <a:pt x="386" y="79"/>
                  <a:pt x="391" y="76"/>
                </a:cubicBezTo>
                <a:lnTo>
                  <a:pt x="401" y="72"/>
                </a:lnTo>
                <a:cubicBezTo>
                  <a:pt x="401" y="72"/>
                  <a:pt x="405" y="70"/>
                  <a:pt x="400" y="70"/>
                </a:cubicBezTo>
                <a:cubicBezTo>
                  <a:pt x="400" y="70"/>
                  <a:pt x="384" y="70"/>
                  <a:pt x="377" y="55"/>
                </a:cubicBezTo>
                <a:cubicBezTo>
                  <a:pt x="377" y="55"/>
                  <a:pt x="374" y="51"/>
                  <a:pt x="374" y="55"/>
                </a:cubicBezTo>
                <a:cubicBezTo>
                  <a:pt x="374" y="55"/>
                  <a:pt x="373" y="56"/>
                  <a:pt x="376" y="60"/>
                </a:cubicBezTo>
                <a:lnTo>
                  <a:pt x="377" y="63"/>
                </a:lnTo>
                <a:lnTo>
                  <a:pt x="378" y="66"/>
                </a:lnTo>
                <a:close/>
              </a:path>
              <a:path w="489" h="98">
                <a:moveTo>
                  <a:pt x="437" y="62"/>
                </a:moveTo>
                <a:cubicBezTo>
                  <a:pt x="437" y="62"/>
                  <a:pt x="428" y="68"/>
                  <a:pt x="424" y="68"/>
                </a:cubicBezTo>
                <a:cubicBezTo>
                  <a:pt x="424" y="68"/>
                  <a:pt x="420" y="68"/>
                  <a:pt x="424" y="71"/>
                </a:cubicBezTo>
                <a:lnTo>
                  <a:pt x="432" y="74"/>
                </a:lnTo>
                <a:cubicBezTo>
                  <a:pt x="432" y="74"/>
                  <a:pt x="436" y="78"/>
                  <a:pt x="438" y="73"/>
                </a:cubicBezTo>
                <a:cubicBezTo>
                  <a:pt x="438" y="73"/>
                  <a:pt x="449" y="59"/>
                  <a:pt x="452" y="59"/>
                </a:cubicBezTo>
                <a:cubicBezTo>
                  <a:pt x="452" y="59"/>
                  <a:pt x="456" y="55"/>
                  <a:pt x="456" y="60"/>
                </a:cubicBezTo>
                <a:cubicBezTo>
                  <a:pt x="456" y="60"/>
                  <a:pt x="456" y="68"/>
                  <a:pt x="456" y="77"/>
                </a:cubicBezTo>
                <a:cubicBezTo>
                  <a:pt x="456" y="77"/>
                  <a:pt x="458" y="86"/>
                  <a:pt x="450" y="85"/>
                </a:cubicBezTo>
                <a:lnTo>
                  <a:pt x="444" y="86"/>
                </a:lnTo>
                <a:lnTo>
                  <a:pt x="451" y="89"/>
                </a:lnTo>
                <a:lnTo>
                  <a:pt x="457" y="91"/>
                </a:lnTo>
                <a:cubicBezTo>
                  <a:pt x="457" y="91"/>
                  <a:pt x="462" y="94"/>
                  <a:pt x="464" y="88"/>
                </a:cubicBezTo>
                <a:cubicBezTo>
                  <a:pt x="464" y="88"/>
                  <a:pt x="465" y="86"/>
                  <a:pt x="463" y="75"/>
                </a:cubicBezTo>
                <a:lnTo>
                  <a:pt x="461" y="54"/>
                </a:lnTo>
                <a:cubicBezTo>
                  <a:pt x="461" y="54"/>
                  <a:pt x="463" y="49"/>
                  <a:pt x="467" y="53"/>
                </a:cubicBezTo>
                <a:lnTo>
                  <a:pt x="467" y="56"/>
                </a:lnTo>
                <a:cubicBezTo>
                  <a:pt x="467" y="56"/>
                  <a:pt x="466" y="60"/>
                  <a:pt x="471" y="56"/>
                </a:cubicBezTo>
                <a:cubicBezTo>
                  <a:pt x="471" y="56"/>
                  <a:pt x="474" y="53"/>
                  <a:pt x="477" y="53"/>
                </a:cubicBezTo>
                <a:cubicBezTo>
                  <a:pt x="477" y="53"/>
                  <a:pt x="480" y="50"/>
                  <a:pt x="476" y="49"/>
                </a:cubicBezTo>
                <a:cubicBezTo>
                  <a:pt x="476" y="49"/>
                  <a:pt x="473" y="45"/>
                  <a:pt x="468" y="46"/>
                </a:cubicBezTo>
                <a:cubicBezTo>
                  <a:pt x="468" y="46"/>
                  <a:pt x="463" y="46"/>
                  <a:pt x="469" y="41"/>
                </a:cubicBezTo>
                <a:lnTo>
                  <a:pt x="473" y="38"/>
                </a:lnTo>
                <a:cubicBezTo>
                  <a:pt x="473" y="38"/>
                  <a:pt x="477" y="35"/>
                  <a:pt x="472" y="33"/>
                </a:cubicBezTo>
                <a:lnTo>
                  <a:pt x="470" y="31"/>
                </a:lnTo>
                <a:cubicBezTo>
                  <a:pt x="470" y="31"/>
                  <a:pt x="467" y="30"/>
                  <a:pt x="473" y="25"/>
                </a:cubicBezTo>
                <a:cubicBezTo>
                  <a:pt x="473" y="25"/>
                  <a:pt x="478" y="20"/>
                  <a:pt x="483" y="19"/>
                </a:cubicBezTo>
                <a:cubicBezTo>
                  <a:pt x="483" y="19"/>
                  <a:pt x="489" y="15"/>
                  <a:pt x="483" y="9"/>
                </a:cubicBezTo>
                <a:cubicBezTo>
                  <a:pt x="483" y="9"/>
                  <a:pt x="478" y="2"/>
                  <a:pt x="472" y="6"/>
                </a:cubicBezTo>
                <a:lnTo>
                  <a:pt x="462" y="11"/>
                </a:lnTo>
                <a:cubicBezTo>
                  <a:pt x="462" y="11"/>
                  <a:pt x="458" y="14"/>
                  <a:pt x="461" y="10"/>
                </a:cubicBezTo>
                <a:cubicBezTo>
                  <a:pt x="461" y="10"/>
                  <a:pt x="463" y="6"/>
                  <a:pt x="460" y="5"/>
                </a:cubicBezTo>
                <a:lnTo>
                  <a:pt x="457" y="3"/>
                </a:lnTo>
                <a:cubicBezTo>
                  <a:pt x="457" y="3"/>
                  <a:pt x="453" y="0"/>
                  <a:pt x="453" y="4"/>
                </a:cubicBezTo>
                <a:cubicBezTo>
                  <a:pt x="453" y="4"/>
                  <a:pt x="451" y="12"/>
                  <a:pt x="447" y="10"/>
                </a:cubicBezTo>
                <a:cubicBezTo>
                  <a:pt x="447" y="10"/>
                  <a:pt x="442" y="8"/>
                  <a:pt x="442" y="11"/>
                </a:cubicBezTo>
                <a:cubicBezTo>
                  <a:pt x="442" y="11"/>
                  <a:pt x="449" y="15"/>
                  <a:pt x="446" y="18"/>
                </a:cubicBezTo>
                <a:cubicBezTo>
                  <a:pt x="446" y="18"/>
                  <a:pt x="441" y="24"/>
                  <a:pt x="439" y="18"/>
                </a:cubicBezTo>
                <a:cubicBezTo>
                  <a:pt x="439" y="18"/>
                  <a:pt x="436" y="11"/>
                  <a:pt x="430" y="9"/>
                </a:cubicBezTo>
                <a:cubicBezTo>
                  <a:pt x="430" y="9"/>
                  <a:pt x="425" y="7"/>
                  <a:pt x="428" y="11"/>
                </a:cubicBezTo>
                <a:cubicBezTo>
                  <a:pt x="428" y="11"/>
                  <a:pt x="434" y="16"/>
                  <a:pt x="435" y="21"/>
                </a:cubicBezTo>
                <a:cubicBezTo>
                  <a:pt x="435" y="21"/>
                  <a:pt x="438" y="27"/>
                  <a:pt x="433" y="23"/>
                </a:cubicBezTo>
                <a:cubicBezTo>
                  <a:pt x="433" y="23"/>
                  <a:pt x="426" y="17"/>
                  <a:pt x="427" y="21"/>
                </a:cubicBezTo>
                <a:cubicBezTo>
                  <a:pt x="427" y="21"/>
                  <a:pt x="433" y="32"/>
                  <a:pt x="436" y="37"/>
                </a:cubicBezTo>
                <a:cubicBezTo>
                  <a:pt x="436" y="37"/>
                  <a:pt x="439" y="42"/>
                  <a:pt x="439" y="36"/>
                </a:cubicBezTo>
                <a:cubicBezTo>
                  <a:pt x="439" y="36"/>
                  <a:pt x="438" y="30"/>
                  <a:pt x="442" y="34"/>
                </a:cubicBezTo>
                <a:cubicBezTo>
                  <a:pt x="442" y="34"/>
                  <a:pt x="445" y="37"/>
                  <a:pt x="447" y="35"/>
                </a:cubicBezTo>
                <a:cubicBezTo>
                  <a:pt x="447" y="35"/>
                  <a:pt x="449" y="31"/>
                  <a:pt x="447" y="31"/>
                </a:cubicBezTo>
                <a:cubicBezTo>
                  <a:pt x="444" y="30"/>
                  <a:pt x="445" y="26"/>
                  <a:pt x="445" y="26"/>
                </a:cubicBezTo>
                <a:cubicBezTo>
                  <a:pt x="445" y="26"/>
                  <a:pt x="443" y="22"/>
                  <a:pt x="445" y="22"/>
                </a:cubicBezTo>
                <a:cubicBezTo>
                  <a:pt x="445" y="22"/>
                  <a:pt x="453" y="17"/>
                  <a:pt x="450" y="22"/>
                </a:cubicBezTo>
                <a:cubicBezTo>
                  <a:pt x="450" y="22"/>
                  <a:pt x="444" y="27"/>
                  <a:pt x="452" y="32"/>
                </a:cubicBezTo>
                <a:cubicBezTo>
                  <a:pt x="452" y="32"/>
                  <a:pt x="460" y="35"/>
                  <a:pt x="463" y="28"/>
                </a:cubicBezTo>
                <a:cubicBezTo>
                  <a:pt x="463" y="28"/>
                  <a:pt x="464" y="23"/>
                  <a:pt x="462" y="21"/>
                </a:cubicBezTo>
                <a:cubicBezTo>
                  <a:pt x="462" y="21"/>
                  <a:pt x="458" y="16"/>
                  <a:pt x="463" y="16"/>
                </a:cubicBezTo>
                <a:lnTo>
                  <a:pt x="468" y="14"/>
                </a:lnTo>
                <a:cubicBezTo>
                  <a:pt x="468" y="14"/>
                  <a:pt x="473" y="12"/>
                  <a:pt x="472" y="16"/>
                </a:cubicBezTo>
                <a:lnTo>
                  <a:pt x="466" y="28"/>
                </a:lnTo>
                <a:cubicBezTo>
                  <a:pt x="466" y="28"/>
                  <a:pt x="463" y="34"/>
                  <a:pt x="460" y="34"/>
                </a:cubicBezTo>
                <a:lnTo>
                  <a:pt x="444" y="43"/>
                </a:lnTo>
                <a:cubicBezTo>
                  <a:pt x="444" y="43"/>
                  <a:pt x="437" y="45"/>
                  <a:pt x="442" y="46"/>
                </a:cubicBezTo>
                <a:cubicBezTo>
                  <a:pt x="442" y="46"/>
                  <a:pt x="447" y="48"/>
                  <a:pt x="450" y="44"/>
                </a:cubicBezTo>
                <a:lnTo>
                  <a:pt x="458" y="40"/>
                </a:lnTo>
                <a:cubicBezTo>
                  <a:pt x="458" y="40"/>
                  <a:pt x="463" y="36"/>
                  <a:pt x="460" y="42"/>
                </a:cubicBezTo>
                <a:cubicBezTo>
                  <a:pt x="460" y="42"/>
                  <a:pt x="460" y="47"/>
                  <a:pt x="453" y="52"/>
                </a:cubicBezTo>
                <a:lnTo>
                  <a:pt x="443" y="59"/>
                </a:lnTo>
                <a:lnTo>
                  <a:pt x="440" y="60"/>
                </a:lnTo>
                <a:lnTo>
                  <a:pt x="437" y="62"/>
                </a:lnTo>
                <a:close/>
                <a:moveTo>
                  <a:pt x="456" y="23"/>
                </a:moveTo>
                <a:cubicBezTo>
                  <a:pt x="457" y="23"/>
                  <a:pt x="458" y="24"/>
                  <a:pt x="458" y="25"/>
                </a:cubicBezTo>
                <a:cubicBezTo>
                  <a:pt x="458" y="27"/>
                  <a:pt x="457" y="28"/>
                  <a:pt x="456" y="28"/>
                </a:cubicBezTo>
                <a:cubicBezTo>
                  <a:pt x="455" y="28"/>
                  <a:pt x="454" y="27"/>
                  <a:pt x="454" y="25"/>
                </a:cubicBezTo>
                <a:cubicBezTo>
                  <a:pt x="454" y="24"/>
                  <a:pt x="455" y="23"/>
                  <a:pt x="456" y="23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19" name="Freeform 6"/>
          <p:cNvSpPr>
            <a:spLocks noGrp="1"/>
          </p:cNvSpPr>
          <p:nvPr/>
        </p:nvSpPr>
        <p:spPr>
          <a:xfrm>
            <a:off x="10465525" y="520851"/>
            <a:ext cx="1549319" cy="49527"/>
          </a:xfrm>
          <a:custGeom>
            <a:avLst/>
            <a:gdLst/>
            <a:ahLst/>
            <a:cxnLst/>
            <a:rect l="l" t="t" r="r" b="b"/>
            <a:pathLst>
              <a:path w="471" h="15">
                <a:moveTo>
                  <a:pt x="0" y="15"/>
                </a:moveTo>
                <a:lnTo>
                  <a:pt x="0" y="0"/>
                </a:lnTo>
                <a:lnTo>
                  <a:pt x="2" y="0"/>
                </a:lnTo>
                <a:lnTo>
                  <a:pt x="2" y="6"/>
                </a:lnTo>
                <a:lnTo>
                  <a:pt x="9" y="6"/>
                </a:lnTo>
                <a:lnTo>
                  <a:pt x="9" y="0"/>
                </a:lnTo>
                <a:lnTo>
                  <a:pt x="10" y="0"/>
                </a:lnTo>
                <a:lnTo>
                  <a:pt x="10" y="15"/>
                </a:lnTo>
                <a:lnTo>
                  <a:pt x="9" y="15"/>
                </a:lnTo>
                <a:lnTo>
                  <a:pt x="9" y="8"/>
                </a:lnTo>
                <a:lnTo>
                  <a:pt x="2" y="8"/>
                </a:lnTo>
                <a:lnTo>
                  <a:pt x="2" y="15"/>
                </a:lnTo>
                <a:lnTo>
                  <a:pt x="0" y="15"/>
                </a:lnTo>
                <a:close/>
              </a:path>
              <a:path w="471" h="15">
                <a:moveTo>
                  <a:pt x="21" y="0"/>
                </a:moveTo>
                <a:lnTo>
                  <a:pt x="22" y="0"/>
                </a:lnTo>
                <a:lnTo>
                  <a:pt x="22" y="9"/>
                </a:lnTo>
                <a:cubicBezTo>
                  <a:pt x="22" y="10"/>
                  <a:pt x="22" y="11"/>
                  <a:pt x="22" y="12"/>
                </a:cubicBezTo>
                <a:cubicBezTo>
                  <a:pt x="22" y="13"/>
                  <a:pt x="21" y="14"/>
                  <a:pt x="20" y="14"/>
                </a:cubicBezTo>
                <a:cubicBezTo>
                  <a:pt x="20" y="15"/>
                  <a:pt x="19" y="15"/>
                  <a:pt x="17" y="15"/>
                </a:cubicBezTo>
                <a:cubicBezTo>
                  <a:pt x="16" y="15"/>
                  <a:pt x="15" y="15"/>
                  <a:pt x="15" y="14"/>
                </a:cubicBezTo>
                <a:cubicBezTo>
                  <a:pt x="14" y="14"/>
                  <a:pt x="13" y="13"/>
                  <a:pt x="13" y="12"/>
                </a:cubicBezTo>
                <a:cubicBezTo>
                  <a:pt x="13" y="11"/>
                  <a:pt x="12" y="10"/>
                  <a:pt x="12" y="9"/>
                </a:cubicBezTo>
                <a:lnTo>
                  <a:pt x="12" y="0"/>
                </a:lnTo>
                <a:lnTo>
                  <a:pt x="14" y="0"/>
                </a:lnTo>
                <a:lnTo>
                  <a:pt x="14" y="9"/>
                </a:lnTo>
                <a:cubicBezTo>
                  <a:pt x="14" y="10"/>
                  <a:pt x="14" y="11"/>
                  <a:pt x="14" y="11"/>
                </a:cubicBezTo>
                <a:cubicBezTo>
                  <a:pt x="15" y="12"/>
                  <a:pt x="15" y="12"/>
                  <a:pt x="15" y="13"/>
                </a:cubicBezTo>
                <a:cubicBezTo>
                  <a:pt x="16" y="13"/>
                  <a:pt x="17" y="13"/>
                  <a:pt x="17" y="13"/>
                </a:cubicBezTo>
                <a:cubicBezTo>
                  <a:pt x="18" y="13"/>
                  <a:pt x="19" y="13"/>
                  <a:pt x="20" y="12"/>
                </a:cubicBezTo>
                <a:cubicBezTo>
                  <a:pt x="20" y="12"/>
                  <a:pt x="21" y="10"/>
                  <a:pt x="21" y="9"/>
                </a:cubicBezTo>
                <a:lnTo>
                  <a:pt x="21" y="0"/>
                </a:lnTo>
                <a:close/>
              </a:path>
              <a:path w="471" h="15">
                <a:moveTo>
                  <a:pt x="23" y="15"/>
                </a:moveTo>
                <a:lnTo>
                  <a:pt x="28" y="0"/>
                </a:lnTo>
                <a:lnTo>
                  <a:pt x="30" y="0"/>
                </a:lnTo>
                <a:lnTo>
                  <a:pt x="35" y="15"/>
                </a:lnTo>
                <a:lnTo>
                  <a:pt x="33" y="15"/>
                </a:lnTo>
                <a:lnTo>
                  <a:pt x="32" y="10"/>
                </a:lnTo>
                <a:lnTo>
                  <a:pt x="26" y="10"/>
                </a:lnTo>
                <a:lnTo>
                  <a:pt x="25" y="15"/>
                </a:lnTo>
                <a:lnTo>
                  <a:pt x="23" y="15"/>
                </a:lnTo>
                <a:close/>
                <a:moveTo>
                  <a:pt x="27" y="9"/>
                </a:moveTo>
                <a:lnTo>
                  <a:pt x="31" y="9"/>
                </a:lnTo>
                <a:lnTo>
                  <a:pt x="30" y="5"/>
                </a:lnTo>
                <a:cubicBezTo>
                  <a:pt x="29" y="4"/>
                  <a:pt x="29" y="3"/>
                  <a:pt x="29" y="2"/>
                </a:cubicBezTo>
                <a:cubicBezTo>
                  <a:pt x="29" y="3"/>
                  <a:pt x="28" y="4"/>
                  <a:pt x="28" y="5"/>
                </a:cubicBezTo>
                <a:lnTo>
                  <a:pt x="27" y="9"/>
                </a:lnTo>
                <a:close/>
              </a:path>
              <a:path w="471" h="15">
                <a:moveTo>
                  <a:pt x="35" y="15"/>
                </a:moveTo>
                <a:lnTo>
                  <a:pt x="35" y="13"/>
                </a:lnTo>
                <a:lnTo>
                  <a:pt x="41" y="4"/>
                </a:lnTo>
                <a:cubicBezTo>
                  <a:pt x="42" y="3"/>
                  <a:pt x="42" y="2"/>
                  <a:pt x="42" y="2"/>
                </a:cubicBezTo>
                <a:lnTo>
                  <a:pt x="35" y="2"/>
                </a:lnTo>
                <a:lnTo>
                  <a:pt x="35" y="0"/>
                </a:lnTo>
                <a:lnTo>
                  <a:pt x="44" y="0"/>
                </a:lnTo>
                <a:lnTo>
                  <a:pt x="44" y="2"/>
                </a:lnTo>
                <a:lnTo>
                  <a:pt x="37" y="12"/>
                </a:lnTo>
                <a:lnTo>
                  <a:pt x="37" y="13"/>
                </a:lnTo>
                <a:lnTo>
                  <a:pt x="45" y="13"/>
                </a:lnTo>
                <a:lnTo>
                  <a:pt x="45" y="15"/>
                </a:lnTo>
                <a:lnTo>
                  <a:pt x="35" y="15"/>
                </a:lnTo>
                <a:close/>
              </a:path>
              <a:path w="471" h="15">
                <a:moveTo>
                  <a:pt x="46" y="15"/>
                </a:moveTo>
                <a:lnTo>
                  <a:pt x="46" y="0"/>
                </a:lnTo>
                <a:lnTo>
                  <a:pt x="48" y="0"/>
                </a:lnTo>
                <a:lnTo>
                  <a:pt x="48" y="6"/>
                </a:lnTo>
                <a:lnTo>
                  <a:pt x="54" y="6"/>
                </a:lnTo>
                <a:lnTo>
                  <a:pt x="54" y="0"/>
                </a:lnTo>
                <a:lnTo>
                  <a:pt x="56" y="0"/>
                </a:lnTo>
                <a:lnTo>
                  <a:pt x="56" y="15"/>
                </a:lnTo>
                <a:lnTo>
                  <a:pt x="54" y="15"/>
                </a:lnTo>
                <a:lnTo>
                  <a:pt x="54" y="8"/>
                </a:lnTo>
                <a:lnTo>
                  <a:pt x="48" y="8"/>
                </a:lnTo>
                <a:lnTo>
                  <a:pt x="48" y="15"/>
                </a:lnTo>
                <a:lnTo>
                  <a:pt x="46" y="15"/>
                </a:lnTo>
                <a:close/>
              </a:path>
              <a:path w="471" h="15">
                <a:moveTo>
                  <a:pt x="58" y="8"/>
                </a:moveTo>
                <a:cubicBezTo>
                  <a:pt x="58" y="5"/>
                  <a:pt x="58" y="3"/>
                  <a:pt x="59" y="2"/>
                </a:cubicBezTo>
                <a:cubicBezTo>
                  <a:pt x="60" y="1"/>
                  <a:pt x="62" y="0"/>
                  <a:pt x="64" y="0"/>
                </a:cubicBezTo>
                <a:cubicBezTo>
                  <a:pt x="65" y="0"/>
                  <a:pt x="66" y="0"/>
                  <a:pt x="67" y="1"/>
                </a:cubicBezTo>
                <a:cubicBezTo>
                  <a:pt x="68" y="2"/>
                  <a:pt x="68" y="3"/>
                  <a:pt x="69" y="4"/>
                </a:cubicBezTo>
                <a:cubicBezTo>
                  <a:pt x="69" y="5"/>
                  <a:pt x="70" y="6"/>
                  <a:pt x="70" y="8"/>
                </a:cubicBezTo>
                <a:cubicBezTo>
                  <a:pt x="70" y="9"/>
                  <a:pt x="69" y="10"/>
                  <a:pt x="69" y="11"/>
                </a:cubicBezTo>
                <a:cubicBezTo>
                  <a:pt x="68" y="13"/>
                  <a:pt x="68" y="13"/>
                  <a:pt x="67" y="14"/>
                </a:cubicBezTo>
                <a:cubicBezTo>
                  <a:pt x="66" y="15"/>
                  <a:pt x="65" y="15"/>
                  <a:pt x="64" y="15"/>
                </a:cubicBezTo>
                <a:cubicBezTo>
                  <a:pt x="62" y="15"/>
                  <a:pt x="61" y="15"/>
                  <a:pt x="60" y="14"/>
                </a:cubicBezTo>
                <a:cubicBezTo>
                  <a:pt x="59" y="13"/>
                  <a:pt x="59" y="12"/>
                  <a:pt x="58" y="11"/>
                </a:cubicBezTo>
                <a:cubicBezTo>
                  <a:pt x="58" y="10"/>
                  <a:pt x="58" y="9"/>
                  <a:pt x="58" y="8"/>
                </a:cubicBezTo>
                <a:close/>
                <a:moveTo>
                  <a:pt x="59" y="8"/>
                </a:moveTo>
                <a:cubicBezTo>
                  <a:pt x="59" y="9"/>
                  <a:pt x="60" y="11"/>
                  <a:pt x="60" y="12"/>
                </a:cubicBezTo>
                <a:cubicBezTo>
                  <a:pt x="61" y="13"/>
                  <a:pt x="62" y="13"/>
                  <a:pt x="64" y="13"/>
                </a:cubicBezTo>
                <a:cubicBezTo>
                  <a:pt x="65" y="13"/>
                  <a:pt x="66" y="13"/>
                  <a:pt x="67" y="12"/>
                </a:cubicBezTo>
                <a:cubicBezTo>
                  <a:pt x="67" y="11"/>
                  <a:pt x="68" y="9"/>
                  <a:pt x="68" y="7"/>
                </a:cubicBezTo>
                <a:cubicBezTo>
                  <a:pt x="68" y="6"/>
                  <a:pt x="68" y="5"/>
                  <a:pt x="67" y="4"/>
                </a:cubicBezTo>
                <a:cubicBezTo>
                  <a:pt x="67" y="4"/>
                  <a:pt x="66" y="3"/>
                  <a:pt x="66" y="2"/>
                </a:cubicBezTo>
                <a:cubicBezTo>
                  <a:pt x="65" y="2"/>
                  <a:pt x="64" y="2"/>
                  <a:pt x="64" y="2"/>
                </a:cubicBezTo>
                <a:cubicBezTo>
                  <a:pt x="62" y="2"/>
                  <a:pt x="61" y="2"/>
                  <a:pt x="61" y="3"/>
                </a:cubicBezTo>
                <a:cubicBezTo>
                  <a:pt x="60" y="4"/>
                  <a:pt x="59" y="6"/>
                  <a:pt x="59" y="8"/>
                </a:cubicBezTo>
                <a:close/>
              </a:path>
              <a:path w="471" h="15">
                <a:moveTo>
                  <a:pt x="71" y="15"/>
                </a:moveTo>
                <a:lnTo>
                  <a:pt x="71" y="0"/>
                </a:lnTo>
                <a:lnTo>
                  <a:pt x="73" y="0"/>
                </a:lnTo>
                <a:lnTo>
                  <a:pt x="79" y="12"/>
                </a:lnTo>
                <a:lnTo>
                  <a:pt x="79" y="0"/>
                </a:lnTo>
                <a:lnTo>
                  <a:pt x="81" y="0"/>
                </a:lnTo>
                <a:lnTo>
                  <a:pt x="81" y="15"/>
                </a:lnTo>
                <a:lnTo>
                  <a:pt x="79" y="15"/>
                </a:lnTo>
                <a:lnTo>
                  <a:pt x="73" y="3"/>
                </a:lnTo>
                <a:lnTo>
                  <a:pt x="73" y="15"/>
                </a:lnTo>
                <a:lnTo>
                  <a:pt x="71" y="15"/>
                </a:lnTo>
                <a:close/>
              </a:path>
              <a:path w="471" h="15">
                <a:moveTo>
                  <a:pt x="89" y="9"/>
                </a:moveTo>
                <a:lnTo>
                  <a:pt x="89" y="7"/>
                </a:lnTo>
                <a:lnTo>
                  <a:pt x="94" y="7"/>
                </a:lnTo>
                <a:lnTo>
                  <a:pt x="94" y="13"/>
                </a:lnTo>
                <a:cubicBezTo>
                  <a:pt x="94" y="13"/>
                  <a:pt x="93" y="14"/>
                  <a:pt x="92" y="14"/>
                </a:cubicBezTo>
                <a:cubicBezTo>
                  <a:pt x="91" y="15"/>
                  <a:pt x="90" y="15"/>
                  <a:pt x="89" y="15"/>
                </a:cubicBezTo>
                <a:cubicBezTo>
                  <a:pt x="88" y="15"/>
                  <a:pt x="87" y="15"/>
                  <a:pt x="86" y="14"/>
                </a:cubicBezTo>
                <a:cubicBezTo>
                  <a:pt x="85" y="13"/>
                  <a:pt x="84" y="13"/>
                  <a:pt x="84" y="11"/>
                </a:cubicBezTo>
                <a:cubicBezTo>
                  <a:pt x="83" y="10"/>
                  <a:pt x="83" y="9"/>
                  <a:pt x="83" y="8"/>
                </a:cubicBezTo>
                <a:cubicBezTo>
                  <a:pt x="83" y="6"/>
                  <a:pt x="83" y="5"/>
                  <a:pt x="84" y="4"/>
                </a:cubicBezTo>
                <a:cubicBezTo>
                  <a:pt x="84" y="2"/>
                  <a:pt x="85" y="2"/>
                  <a:pt x="86" y="1"/>
                </a:cubicBezTo>
                <a:cubicBezTo>
                  <a:pt x="87" y="0"/>
                  <a:pt x="88" y="0"/>
                  <a:pt x="89" y="0"/>
                </a:cubicBezTo>
                <a:cubicBezTo>
                  <a:pt x="90" y="0"/>
                  <a:pt x="91" y="0"/>
                  <a:pt x="92" y="1"/>
                </a:cubicBezTo>
                <a:cubicBezTo>
                  <a:pt x="92" y="1"/>
                  <a:pt x="93" y="1"/>
                  <a:pt x="93" y="2"/>
                </a:cubicBezTo>
                <a:cubicBezTo>
                  <a:pt x="94" y="3"/>
                  <a:pt x="94" y="3"/>
                  <a:pt x="94" y="4"/>
                </a:cubicBezTo>
                <a:lnTo>
                  <a:pt x="93" y="5"/>
                </a:lnTo>
                <a:cubicBezTo>
                  <a:pt x="93" y="4"/>
                  <a:pt x="92" y="3"/>
                  <a:pt x="92" y="3"/>
                </a:cubicBezTo>
                <a:cubicBezTo>
                  <a:pt x="92" y="3"/>
                  <a:pt x="91" y="2"/>
                  <a:pt x="91" y="2"/>
                </a:cubicBezTo>
                <a:cubicBezTo>
                  <a:pt x="90" y="2"/>
                  <a:pt x="90" y="2"/>
                  <a:pt x="89" y="2"/>
                </a:cubicBezTo>
                <a:cubicBezTo>
                  <a:pt x="88" y="2"/>
                  <a:pt x="88" y="2"/>
                  <a:pt x="87" y="2"/>
                </a:cubicBezTo>
                <a:cubicBezTo>
                  <a:pt x="87" y="2"/>
                  <a:pt x="86" y="3"/>
                  <a:pt x="86" y="3"/>
                </a:cubicBezTo>
                <a:cubicBezTo>
                  <a:pt x="86" y="4"/>
                  <a:pt x="85" y="4"/>
                  <a:pt x="85" y="5"/>
                </a:cubicBezTo>
                <a:cubicBezTo>
                  <a:pt x="85" y="5"/>
                  <a:pt x="85" y="6"/>
                  <a:pt x="85" y="7"/>
                </a:cubicBezTo>
                <a:cubicBezTo>
                  <a:pt x="85" y="9"/>
                  <a:pt x="85" y="10"/>
                  <a:pt x="85" y="11"/>
                </a:cubicBezTo>
                <a:cubicBezTo>
                  <a:pt x="86" y="12"/>
                  <a:pt x="86" y="12"/>
                  <a:pt x="87" y="13"/>
                </a:cubicBezTo>
                <a:cubicBezTo>
                  <a:pt x="88" y="13"/>
                  <a:pt x="88" y="13"/>
                  <a:pt x="89" y="13"/>
                </a:cubicBezTo>
                <a:cubicBezTo>
                  <a:pt x="90" y="13"/>
                  <a:pt x="91" y="13"/>
                  <a:pt x="91" y="13"/>
                </a:cubicBezTo>
                <a:cubicBezTo>
                  <a:pt x="92" y="12"/>
                  <a:pt x="92" y="12"/>
                  <a:pt x="93" y="12"/>
                </a:cubicBezTo>
                <a:lnTo>
                  <a:pt x="93" y="9"/>
                </a:lnTo>
                <a:lnTo>
                  <a:pt x="89" y="9"/>
                </a:lnTo>
                <a:close/>
              </a:path>
              <a:path w="471" h="15">
                <a:moveTo>
                  <a:pt x="110" y="0"/>
                </a:moveTo>
                <a:lnTo>
                  <a:pt x="112" y="0"/>
                </a:lnTo>
                <a:lnTo>
                  <a:pt x="112" y="9"/>
                </a:lnTo>
                <a:cubicBezTo>
                  <a:pt x="112" y="10"/>
                  <a:pt x="111" y="11"/>
                  <a:pt x="111" y="12"/>
                </a:cubicBezTo>
                <a:cubicBezTo>
                  <a:pt x="111" y="13"/>
                  <a:pt x="110" y="14"/>
                  <a:pt x="110" y="14"/>
                </a:cubicBezTo>
                <a:cubicBezTo>
                  <a:pt x="109" y="15"/>
                  <a:pt x="108" y="15"/>
                  <a:pt x="107" y="15"/>
                </a:cubicBezTo>
                <a:cubicBezTo>
                  <a:pt x="106" y="15"/>
                  <a:pt x="105" y="15"/>
                  <a:pt x="104" y="14"/>
                </a:cubicBezTo>
                <a:cubicBezTo>
                  <a:pt x="103" y="14"/>
                  <a:pt x="103" y="13"/>
                  <a:pt x="102" y="12"/>
                </a:cubicBezTo>
                <a:cubicBezTo>
                  <a:pt x="102" y="11"/>
                  <a:pt x="102" y="10"/>
                  <a:pt x="102" y="9"/>
                </a:cubicBezTo>
                <a:lnTo>
                  <a:pt x="102" y="0"/>
                </a:lnTo>
                <a:lnTo>
                  <a:pt x="103" y="0"/>
                </a:lnTo>
                <a:lnTo>
                  <a:pt x="103" y="9"/>
                </a:lnTo>
                <a:cubicBezTo>
                  <a:pt x="103" y="10"/>
                  <a:pt x="104" y="11"/>
                  <a:pt x="104" y="11"/>
                </a:cubicBezTo>
                <a:cubicBezTo>
                  <a:pt x="104" y="12"/>
                  <a:pt x="104" y="12"/>
                  <a:pt x="105" y="13"/>
                </a:cubicBezTo>
                <a:cubicBezTo>
                  <a:pt x="105" y="13"/>
                  <a:pt x="106" y="13"/>
                  <a:pt x="107" y="13"/>
                </a:cubicBezTo>
                <a:cubicBezTo>
                  <a:pt x="108" y="13"/>
                  <a:pt x="109" y="13"/>
                  <a:pt x="109" y="12"/>
                </a:cubicBezTo>
                <a:cubicBezTo>
                  <a:pt x="110" y="12"/>
                  <a:pt x="110" y="10"/>
                  <a:pt x="110" y="9"/>
                </a:cubicBezTo>
                <a:lnTo>
                  <a:pt x="110" y="0"/>
                </a:lnTo>
                <a:close/>
              </a:path>
              <a:path w="471" h="15">
                <a:moveTo>
                  <a:pt x="114" y="15"/>
                </a:moveTo>
                <a:lnTo>
                  <a:pt x="114" y="0"/>
                </a:lnTo>
                <a:lnTo>
                  <a:pt x="116" y="0"/>
                </a:lnTo>
                <a:lnTo>
                  <a:pt x="122" y="12"/>
                </a:lnTo>
                <a:lnTo>
                  <a:pt x="122" y="0"/>
                </a:lnTo>
                <a:lnTo>
                  <a:pt x="124" y="0"/>
                </a:lnTo>
                <a:lnTo>
                  <a:pt x="124" y="15"/>
                </a:lnTo>
                <a:lnTo>
                  <a:pt x="122" y="15"/>
                </a:lnTo>
                <a:lnTo>
                  <a:pt x="115" y="3"/>
                </a:lnTo>
                <a:lnTo>
                  <a:pt x="115" y="15"/>
                </a:lnTo>
                <a:lnTo>
                  <a:pt x="114" y="15"/>
                </a:lnTo>
                <a:close/>
              </a:path>
              <a:path w="471" h="15">
                <a:moveTo>
                  <a:pt x="126" y="15"/>
                </a:moveTo>
                <a:lnTo>
                  <a:pt x="126" y="0"/>
                </a:lnTo>
                <a:lnTo>
                  <a:pt x="128" y="0"/>
                </a:lnTo>
                <a:lnTo>
                  <a:pt x="128" y="15"/>
                </a:lnTo>
                <a:lnTo>
                  <a:pt x="126" y="15"/>
                </a:lnTo>
                <a:close/>
              </a:path>
              <a:path w="471" h="15">
                <a:moveTo>
                  <a:pt x="134" y="15"/>
                </a:moveTo>
                <a:lnTo>
                  <a:pt x="129" y="0"/>
                </a:lnTo>
                <a:lnTo>
                  <a:pt x="131" y="0"/>
                </a:lnTo>
                <a:lnTo>
                  <a:pt x="134" y="11"/>
                </a:lnTo>
                <a:cubicBezTo>
                  <a:pt x="134" y="12"/>
                  <a:pt x="135" y="12"/>
                  <a:pt x="135" y="13"/>
                </a:cubicBezTo>
                <a:cubicBezTo>
                  <a:pt x="135" y="12"/>
                  <a:pt x="135" y="12"/>
                  <a:pt x="135" y="11"/>
                </a:cubicBezTo>
                <a:lnTo>
                  <a:pt x="139" y="0"/>
                </a:lnTo>
                <a:lnTo>
                  <a:pt x="141" y="0"/>
                </a:lnTo>
                <a:lnTo>
                  <a:pt x="136" y="15"/>
                </a:lnTo>
                <a:lnTo>
                  <a:pt x="134" y="15"/>
                </a:lnTo>
                <a:close/>
              </a:path>
              <a:path w="471" h="15">
                <a:moveTo>
                  <a:pt x="142" y="15"/>
                </a:moveTo>
                <a:lnTo>
                  <a:pt x="142" y="0"/>
                </a:lnTo>
                <a:lnTo>
                  <a:pt x="151" y="0"/>
                </a:lnTo>
                <a:lnTo>
                  <a:pt x="151" y="2"/>
                </a:lnTo>
                <a:lnTo>
                  <a:pt x="143" y="2"/>
                </a:lnTo>
                <a:lnTo>
                  <a:pt x="143" y="6"/>
                </a:lnTo>
                <a:lnTo>
                  <a:pt x="150" y="6"/>
                </a:lnTo>
                <a:lnTo>
                  <a:pt x="150" y="8"/>
                </a:lnTo>
                <a:lnTo>
                  <a:pt x="143" y="8"/>
                </a:lnTo>
                <a:lnTo>
                  <a:pt x="143" y="13"/>
                </a:lnTo>
                <a:lnTo>
                  <a:pt x="151" y="13"/>
                </a:lnTo>
                <a:lnTo>
                  <a:pt x="151" y="15"/>
                </a:lnTo>
                <a:lnTo>
                  <a:pt x="142" y="15"/>
                </a:lnTo>
                <a:close/>
              </a:path>
              <a:path w="471" h="15">
                <a:moveTo>
                  <a:pt x="153" y="15"/>
                </a:moveTo>
                <a:lnTo>
                  <a:pt x="153" y="0"/>
                </a:lnTo>
                <a:lnTo>
                  <a:pt x="158" y="0"/>
                </a:lnTo>
                <a:cubicBezTo>
                  <a:pt x="159" y="0"/>
                  <a:pt x="160" y="0"/>
                  <a:pt x="161" y="1"/>
                </a:cubicBezTo>
                <a:cubicBezTo>
                  <a:pt x="161" y="1"/>
                  <a:pt x="162" y="1"/>
                  <a:pt x="162" y="2"/>
                </a:cubicBezTo>
                <a:cubicBezTo>
                  <a:pt x="163" y="3"/>
                  <a:pt x="163" y="3"/>
                  <a:pt x="163" y="4"/>
                </a:cubicBezTo>
                <a:cubicBezTo>
                  <a:pt x="163" y="5"/>
                  <a:pt x="162" y="6"/>
                  <a:pt x="162" y="7"/>
                </a:cubicBezTo>
                <a:cubicBezTo>
                  <a:pt x="161" y="7"/>
                  <a:pt x="160" y="8"/>
                  <a:pt x="159" y="8"/>
                </a:cubicBezTo>
                <a:cubicBezTo>
                  <a:pt x="160" y="8"/>
                  <a:pt x="160" y="9"/>
                  <a:pt x="160" y="9"/>
                </a:cubicBezTo>
                <a:cubicBezTo>
                  <a:pt x="161" y="9"/>
                  <a:pt x="161" y="10"/>
                  <a:pt x="162" y="11"/>
                </a:cubicBezTo>
                <a:lnTo>
                  <a:pt x="164" y="15"/>
                </a:lnTo>
                <a:lnTo>
                  <a:pt x="162" y="15"/>
                </a:lnTo>
                <a:lnTo>
                  <a:pt x="160" y="12"/>
                </a:lnTo>
                <a:cubicBezTo>
                  <a:pt x="160" y="11"/>
                  <a:pt x="159" y="10"/>
                  <a:pt x="159" y="10"/>
                </a:cubicBezTo>
                <a:cubicBezTo>
                  <a:pt x="159" y="9"/>
                  <a:pt x="158" y="9"/>
                  <a:pt x="158" y="9"/>
                </a:cubicBezTo>
                <a:cubicBezTo>
                  <a:pt x="158" y="9"/>
                  <a:pt x="158" y="8"/>
                  <a:pt x="157" y="8"/>
                </a:cubicBezTo>
                <a:cubicBezTo>
                  <a:pt x="157" y="8"/>
                  <a:pt x="157" y="8"/>
                  <a:pt x="156" y="8"/>
                </a:cubicBezTo>
                <a:lnTo>
                  <a:pt x="154" y="8"/>
                </a:lnTo>
                <a:lnTo>
                  <a:pt x="154" y="15"/>
                </a:lnTo>
                <a:lnTo>
                  <a:pt x="153" y="15"/>
                </a:lnTo>
                <a:close/>
                <a:moveTo>
                  <a:pt x="154" y="7"/>
                </a:moveTo>
                <a:lnTo>
                  <a:pt x="158" y="7"/>
                </a:lnTo>
                <a:cubicBezTo>
                  <a:pt x="159" y="7"/>
                  <a:pt x="159" y="7"/>
                  <a:pt x="160" y="6"/>
                </a:cubicBezTo>
                <a:cubicBezTo>
                  <a:pt x="160" y="6"/>
                  <a:pt x="160" y="6"/>
                  <a:pt x="161" y="6"/>
                </a:cubicBezTo>
                <a:cubicBezTo>
                  <a:pt x="161" y="5"/>
                  <a:pt x="161" y="5"/>
                  <a:pt x="161" y="4"/>
                </a:cubicBezTo>
                <a:cubicBezTo>
                  <a:pt x="161" y="4"/>
                  <a:pt x="161" y="3"/>
                  <a:pt x="160" y="3"/>
                </a:cubicBezTo>
                <a:cubicBezTo>
                  <a:pt x="160" y="2"/>
                  <a:pt x="159" y="2"/>
                  <a:pt x="158" y="2"/>
                </a:cubicBezTo>
                <a:lnTo>
                  <a:pt x="154" y="2"/>
                </a:lnTo>
                <a:lnTo>
                  <a:pt x="154" y="7"/>
                </a:lnTo>
                <a:close/>
              </a:path>
              <a:path w="471" h="15">
                <a:moveTo>
                  <a:pt x="164" y="10"/>
                </a:moveTo>
                <a:lnTo>
                  <a:pt x="166" y="10"/>
                </a:lnTo>
                <a:cubicBezTo>
                  <a:pt x="166" y="11"/>
                  <a:pt x="166" y="11"/>
                  <a:pt x="166" y="12"/>
                </a:cubicBezTo>
                <a:cubicBezTo>
                  <a:pt x="167" y="12"/>
                  <a:pt x="167" y="13"/>
                  <a:pt x="168" y="13"/>
                </a:cubicBezTo>
                <a:cubicBezTo>
                  <a:pt x="168" y="13"/>
                  <a:pt x="169" y="13"/>
                  <a:pt x="170" y="13"/>
                </a:cubicBezTo>
                <a:cubicBezTo>
                  <a:pt x="170" y="13"/>
                  <a:pt x="171" y="13"/>
                  <a:pt x="171" y="13"/>
                </a:cubicBezTo>
                <a:cubicBezTo>
                  <a:pt x="172" y="13"/>
                  <a:pt x="172" y="12"/>
                  <a:pt x="172" y="12"/>
                </a:cubicBezTo>
                <a:cubicBezTo>
                  <a:pt x="173" y="12"/>
                  <a:pt x="173" y="11"/>
                  <a:pt x="173" y="11"/>
                </a:cubicBezTo>
                <a:cubicBezTo>
                  <a:pt x="173" y="10"/>
                  <a:pt x="173" y="10"/>
                  <a:pt x="172" y="10"/>
                </a:cubicBezTo>
                <a:cubicBezTo>
                  <a:pt x="172" y="9"/>
                  <a:pt x="172" y="9"/>
                  <a:pt x="171" y="9"/>
                </a:cubicBezTo>
                <a:cubicBezTo>
                  <a:pt x="171" y="9"/>
                  <a:pt x="170" y="8"/>
                  <a:pt x="169" y="8"/>
                </a:cubicBezTo>
                <a:cubicBezTo>
                  <a:pt x="168" y="8"/>
                  <a:pt x="167" y="7"/>
                  <a:pt x="167" y="7"/>
                </a:cubicBezTo>
                <a:cubicBezTo>
                  <a:pt x="166" y="7"/>
                  <a:pt x="166" y="6"/>
                  <a:pt x="165" y="6"/>
                </a:cubicBezTo>
                <a:cubicBezTo>
                  <a:pt x="165" y="5"/>
                  <a:pt x="165" y="5"/>
                  <a:pt x="165" y="4"/>
                </a:cubicBezTo>
                <a:cubicBezTo>
                  <a:pt x="165" y="3"/>
                  <a:pt x="165" y="3"/>
                  <a:pt x="165" y="2"/>
                </a:cubicBezTo>
                <a:cubicBezTo>
                  <a:pt x="166" y="1"/>
                  <a:pt x="166" y="1"/>
                  <a:pt x="167" y="1"/>
                </a:cubicBezTo>
                <a:cubicBezTo>
                  <a:pt x="168" y="0"/>
                  <a:pt x="168" y="0"/>
                  <a:pt x="169" y="0"/>
                </a:cubicBezTo>
                <a:cubicBezTo>
                  <a:pt x="170" y="0"/>
                  <a:pt x="171" y="0"/>
                  <a:pt x="172" y="1"/>
                </a:cubicBezTo>
                <a:cubicBezTo>
                  <a:pt x="172" y="1"/>
                  <a:pt x="173" y="1"/>
                  <a:pt x="173" y="2"/>
                </a:cubicBezTo>
                <a:cubicBezTo>
                  <a:pt x="174" y="3"/>
                  <a:pt x="174" y="3"/>
                  <a:pt x="174" y="4"/>
                </a:cubicBezTo>
                <a:lnTo>
                  <a:pt x="172" y="4"/>
                </a:lnTo>
                <a:cubicBezTo>
                  <a:pt x="172" y="4"/>
                  <a:pt x="172" y="3"/>
                  <a:pt x="171" y="2"/>
                </a:cubicBezTo>
                <a:cubicBezTo>
                  <a:pt x="171" y="2"/>
                  <a:pt x="170" y="2"/>
                  <a:pt x="169" y="2"/>
                </a:cubicBezTo>
                <a:cubicBezTo>
                  <a:pt x="168" y="2"/>
                  <a:pt x="168" y="2"/>
                  <a:pt x="167" y="2"/>
                </a:cubicBezTo>
                <a:cubicBezTo>
                  <a:pt x="167" y="3"/>
                  <a:pt x="166" y="3"/>
                  <a:pt x="166" y="4"/>
                </a:cubicBezTo>
                <a:cubicBezTo>
                  <a:pt x="166" y="4"/>
                  <a:pt x="167" y="5"/>
                  <a:pt x="167" y="5"/>
                </a:cubicBezTo>
                <a:cubicBezTo>
                  <a:pt x="167" y="5"/>
                  <a:pt x="168" y="6"/>
                  <a:pt x="169" y="6"/>
                </a:cubicBezTo>
                <a:cubicBezTo>
                  <a:pt x="171" y="7"/>
                  <a:pt x="172" y="7"/>
                  <a:pt x="172" y="7"/>
                </a:cubicBezTo>
                <a:cubicBezTo>
                  <a:pt x="173" y="7"/>
                  <a:pt x="173" y="8"/>
                  <a:pt x="174" y="9"/>
                </a:cubicBezTo>
                <a:cubicBezTo>
                  <a:pt x="174" y="9"/>
                  <a:pt x="174" y="10"/>
                  <a:pt x="174" y="11"/>
                </a:cubicBezTo>
                <a:cubicBezTo>
                  <a:pt x="174" y="11"/>
                  <a:pt x="174" y="12"/>
                  <a:pt x="174" y="13"/>
                </a:cubicBezTo>
                <a:cubicBezTo>
                  <a:pt x="173" y="13"/>
                  <a:pt x="173" y="14"/>
                  <a:pt x="172" y="14"/>
                </a:cubicBezTo>
                <a:cubicBezTo>
                  <a:pt x="171" y="15"/>
                  <a:pt x="171" y="15"/>
                  <a:pt x="170" y="15"/>
                </a:cubicBezTo>
                <a:cubicBezTo>
                  <a:pt x="169" y="15"/>
                  <a:pt x="168" y="15"/>
                  <a:pt x="167" y="14"/>
                </a:cubicBezTo>
                <a:cubicBezTo>
                  <a:pt x="166" y="14"/>
                  <a:pt x="165" y="13"/>
                  <a:pt x="165" y="13"/>
                </a:cubicBezTo>
                <a:cubicBezTo>
                  <a:pt x="165" y="12"/>
                  <a:pt x="164" y="11"/>
                  <a:pt x="164" y="10"/>
                </a:cubicBezTo>
                <a:close/>
              </a:path>
              <a:path w="471" h="15">
                <a:moveTo>
                  <a:pt x="176" y="15"/>
                </a:moveTo>
                <a:lnTo>
                  <a:pt x="176" y="0"/>
                </a:lnTo>
                <a:lnTo>
                  <a:pt x="178" y="0"/>
                </a:lnTo>
                <a:lnTo>
                  <a:pt x="178" y="15"/>
                </a:lnTo>
                <a:lnTo>
                  <a:pt x="176" y="15"/>
                </a:lnTo>
                <a:close/>
              </a:path>
              <a:path w="471" h="15">
                <a:moveTo>
                  <a:pt x="184" y="15"/>
                </a:moveTo>
                <a:lnTo>
                  <a:pt x="184" y="2"/>
                </a:lnTo>
                <a:lnTo>
                  <a:pt x="179" y="2"/>
                </a:lnTo>
                <a:lnTo>
                  <a:pt x="179" y="0"/>
                </a:lnTo>
                <a:lnTo>
                  <a:pt x="189" y="0"/>
                </a:lnTo>
                <a:lnTo>
                  <a:pt x="189" y="2"/>
                </a:lnTo>
                <a:lnTo>
                  <a:pt x="185" y="2"/>
                </a:lnTo>
                <a:lnTo>
                  <a:pt x="185" y="15"/>
                </a:lnTo>
                <a:lnTo>
                  <a:pt x="184" y="15"/>
                </a:lnTo>
                <a:close/>
              </a:path>
              <a:path w="471" h="15">
                <a:moveTo>
                  <a:pt x="194" y="15"/>
                </a:moveTo>
                <a:lnTo>
                  <a:pt x="194" y="9"/>
                </a:lnTo>
                <a:lnTo>
                  <a:pt x="189" y="0"/>
                </a:lnTo>
                <a:lnTo>
                  <a:pt x="191" y="0"/>
                </a:lnTo>
                <a:lnTo>
                  <a:pt x="194" y="5"/>
                </a:lnTo>
                <a:cubicBezTo>
                  <a:pt x="194" y="5"/>
                  <a:pt x="195" y="6"/>
                  <a:pt x="195" y="7"/>
                </a:cubicBezTo>
                <a:cubicBezTo>
                  <a:pt x="195" y="6"/>
                  <a:pt x="196" y="5"/>
                  <a:pt x="196" y="5"/>
                </a:cubicBezTo>
                <a:lnTo>
                  <a:pt x="199" y="0"/>
                </a:lnTo>
                <a:lnTo>
                  <a:pt x="201" y="0"/>
                </a:lnTo>
                <a:lnTo>
                  <a:pt x="196" y="9"/>
                </a:lnTo>
                <a:lnTo>
                  <a:pt x="196" y="15"/>
                </a:lnTo>
                <a:lnTo>
                  <a:pt x="194" y="15"/>
                </a:lnTo>
                <a:close/>
              </a:path>
              <a:path w="471" h="15">
                <a:moveTo>
                  <a:pt x="206" y="8"/>
                </a:moveTo>
                <a:cubicBezTo>
                  <a:pt x="206" y="5"/>
                  <a:pt x="207" y="3"/>
                  <a:pt x="208" y="2"/>
                </a:cubicBezTo>
                <a:cubicBezTo>
                  <a:pt x="209" y="1"/>
                  <a:pt x="211" y="0"/>
                  <a:pt x="212" y="0"/>
                </a:cubicBezTo>
                <a:cubicBezTo>
                  <a:pt x="213" y="0"/>
                  <a:pt x="214" y="0"/>
                  <a:pt x="215" y="1"/>
                </a:cubicBezTo>
                <a:cubicBezTo>
                  <a:pt x="216" y="2"/>
                  <a:pt x="217" y="3"/>
                  <a:pt x="218" y="4"/>
                </a:cubicBezTo>
                <a:cubicBezTo>
                  <a:pt x="218" y="5"/>
                  <a:pt x="218" y="6"/>
                  <a:pt x="218" y="8"/>
                </a:cubicBezTo>
                <a:cubicBezTo>
                  <a:pt x="218" y="9"/>
                  <a:pt x="218" y="10"/>
                  <a:pt x="217" y="11"/>
                </a:cubicBezTo>
                <a:cubicBezTo>
                  <a:pt x="217" y="13"/>
                  <a:pt x="216" y="13"/>
                  <a:pt x="215" y="14"/>
                </a:cubicBezTo>
                <a:cubicBezTo>
                  <a:pt x="214" y="15"/>
                  <a:pt x="213" y="15"/>
                  <a:pt x="212" y="15"/>
                </a:cubicBezTo>
                <a:cubicBezTo>
                  <a:pt x="211" y="15"/>
                  <a:pt x="210" y="15"/>
                  <a:pt x="209" y="14"/>
                </a:cubicBezTo>
                <a:cubicBezTo>
                  <a:pt x="208" y="13"/>
                  <a:pt x="207" y="12"/>
                  <a:pt x="207" y="11"/>
                </a:cubicBezTo>
                <a:cubicBezTo>
                  <a:pt x="207" y="10"/>
                  <a:pt x="206" y="9"/>
                  <a:pt x="206" y="8"/>
                </a:cubicBezTo>
                <a:close/>
                <a:moveTo>
                  <a:pt x="208" y="8"/>
                </a:moveTo>
                <a:cubicBezTo>
                  <a:pt x="208" y="9"/>
                  <a:pt x="208" y="11"/>
                  <a:pt x="209" y="12"/>
                </a:cubicBezTo>
                <a:cubicBezTo>
                  <a:pt x="210" y="13"/>
                  <a:pt x="211" y="13"/>
                  <a:pt x="212" y="13"/>
                </a:cubicBezTo>
                <a:cubicBezTo>
                  <a:pt x="214" y="13"/>
                  <a:pt x="215" y="13"/>
                  <a:pt x="215" y="12"/>
                </a:cubicBezTo>
                <a:cubicBezTo>
                  <a:pt x="216" y="11"/>
                  <a:pt x="217" y="9"/>
                  <a:pt x="217" y="7"/>
                </a:cubicBezTo>
                <a:cubicBezTo>
                  <a:pt x="217" y="6"/>
                  <a:pt x="216" y="5"/>
                  <a:pt x="216" y="4"/>
                </a:cubicBezTo>
                <a:cubicBezTo>
                  <a:pt x="216" y="4"/>
                  <a:pt x="215" y="3"/>
                  <a:pt x="215" y="2"/>
                </a:cubicBezTo>
                <a:cubicBezTo>
                  <a:pt x="214" y="2"/>
                  <a:pt x="213" y="2"/>
                  <a:pt x="212" y="2"/>
                </a:cubicBezTo>
                <a:cubicBezTo>
                  <a:pt x="211" y="2"/>
                  <a:pt x="210" y="2"/>
                  <a:pt x="209" y="3"/>
                </a:cubicBezTo>
                <a:cubicBezTo>
                  <a:pt x="208" y="4"/>
                  <a:pt x="208" y="6"/>
                  <a:pt x="208" y="8"/>
                </a:cubicBezTo>
                <a:close/>
              </a:path>
              <a:path w="471" h="15">
                <a:moveTo>
                  <a:pt x="220" y="15"/>
                </a:moveTo>
                <a:lnTo>
                  <a:pt x="220" y="0"/>
                </a:lnTo>
                <a:lnTo>
                  <a:pt x="228" y="0"/>
                </a:lnTo>
                <a:lnTo>
                  <a:pt x="228" y="2"/>
                </a:lnTo>
                <a:lnTo>
                  <a:pt x="222" y="2"/>
                </a:lnTo>
                <a:lnTo>
                  <a:pt x="222" y="6"/>
                </a:lnTo>
                <a:lnTo>
                  <a:pt x="228" y="6"/>
                </a:lnTo>
                <a:lnTo>
                  <a:pt x="228" y="8"/>
                </a:lnTo>
                <a:lnTo>
                  <a:pt x="222" y="8"/>
                </a:lnTo>
                <a:lnTo>
                  <a:pt x="222" y="15"/>
                </a:lnTo>
                <a:lnTo>
                  <a:pt x="220" y="15"/>
                </a:lnTo>
                <a:close/>
              </a:path>
              <a:path w="471" h="15">
                <a:moveTo>
                  <a:pt x="235" y="10"/>
                </a:moveTo>
                <a:lnTo>
                  <a:pt x="236" y="10"/>
                </a:lnTo>
                <a:cubicBezTo>
                  <a:pt x="237" y="11"/>
                  <a:pt x="237" y="11"/>
                  <a:pt x="237" y="12"/>
                </a:cubicBezTo>
                <a:cubicBezTo>
                  <a:pt x="237" y="12"/>
                  <a:pt x="238" y="13"/>
                  <a:pt x="238" y="13"/>
                </a:cubicBezTo>
                <a:cubicBezTo>
                  <a:pt x="239" y="13"/>
                  <a:pt x="239" y="13"/>
                  <a:pt x="240" y="13"/>
                </a:cubicBezTo>
                <a:cubicBezTo>
                  <a:pt x="241" y="13"/>
                  <a:pt x="241" y="13"/>
                  <a:pt x="242" y="13"/>
                </a:cubicBezTo>
                <a:cubicBezTo>
                  <a:pt x="242" y="13"/>
                  <a:pt x="243" y="12"/>
                  <a:pt x="243" y="12"/>
                </a:cubicBezTo>
                <a:cubicBezTo>
                  <a:pt x="243" y="12"/>
                  <a:pt x="243" y="11"/>
                  <a:pt x="243" y="11"/>
                </a:cubicBezTo>
                <a:cubicBezTo>
                  <a:pt x="243" y="10"/>
                  <a:pt x="243" y="10"/>
                  <a:pt x="243" y="10"/>
                </a:cubicBezTo>
                <a:cubicBezTo>
                  <a:pt x="243" y="9"/>
                  <a:pt x="242" y="9"/>
                  <a:pt x="242" y="9"/>
                </a:cubicBezTo>
                <a:cubicBezTo>
                  <a:pt x="241" y="9"/>
                  <a:pt x="241" y="8"/>
                  <a:pt x="240" y="8"/>
                </a:cubicBezTo>
                <a:cubicBezTo>
                  <a:pt x="238" y="8"/>
                  <a:pt x="238" y="7"/>
                  <a:pt x="237" y="7"/>
                </a:cubicBezTo>
                <a:cubicBezTo>
                  <a:pt x="237" y="7"/>
                  <a:pt x="236" y="6"/>
                  <a:pt x="236" y="6"/>
                </a:cubicBezTo>
                <a:cubicBezTo>
                  <a:pt x="235" y="5"/>
                  <a:pt x="235" y="5"/>
                  <a:pt x="235" y="4"/>
                </a:cubicBezTo>
                <a:cubicBezTo>
                  <a:pt x="235" y="3"/>
                  <a:pt x="236" y="3"/>
                  <a:pt x="236" y="2"/>
                </a:cubicBezTo>
                <a:cubicBezTo>
                  <a:pt x="236" y="1"/>
                  <a:pt x="237" y="1"/>
                  <a:pt x="237" y="1"/>
                </a:cubicBezTo>
                <a:cubicBezTo>
                  <a:pt x="238" y="0"/>
                  <a:pt x="239" y="0"/>
                  <a:pt x="240" y="0"/>
                </a:cubicBezTo>
                <a:cubicBezTo>
                  <a:pt x="241" y="0"/>
                  <a:pt x="241" y="0"/>
                  <a:pt x="242" y="1"/>
                </a:cubicBezTo>
                <a:cubicBezTo>
                  <a:pt x="243" y="1"/>
                  <a:pt x="243" y="1"/>
                  <a:pt x="244" y="2"/>
                </a:cubicBezTo>
                <a:cubicBezTo>
                  <a:pt x="244" y="3"/>
                  <a:pt x="244" y="3"/>
                  <a:pt x="244" y="4"/>
                </a:cubicBezTo>
                <a:lnTo>
                  <a:pt x="243" y="4"/>
                </a:lnTo>
                <a:cubicBezTo>
                  <a:pt x="243" y="4"/>
                  <a:pt x="242" y="3"/>
                  <a:pt x="242" y="2"/>
                </a:cubicBezTo>
                <a:cubicBezTo>
                  <a:pt x="242" y="2"/>
                  <a:pt x="241" y="2"/>
                  <a:pt x="240" y="2"/>
                </a:cubicBezTo>
                <a:cubicBezTo>
                  <a:pt x="239" y="2"/>
                  <a:pt x="238" y="2"/>
                  <a:pt x="238" y="2"/>
                </a:cubicBezTo>
                <a:cubicBezTo>
                  <a:pt x="237" y="3"/>
                  <a:pt x="237" y="3"/>
                  <a:pt x="237" y="4"/>
                </a:cubicBezTo>
                <a:cubicBezTo>
                  <a:pt x="237" y="4"/>
                  <a:pt x="237" y="5"/>
                  <a:pt x="237" y="5"/>
                </a:cubicBezTo>
                <a:cubicBezTo>
                  <a:pt x="238" y="5"/>
                  <a:pt x="239" y="6"/>
                  <a:pt x="240" y="6"/>
                </a:cubicBezTo>
                <a:cubicBezTo>
                  <a:pt x="241" y="7"/>
                  <a:pt x="242" y="7"/>
                  <a:pt x="243" y="7"/>
                </a:cubicBezTo>
                <a:cubicBezTo>
                  <a:pt x="243" y="7"/>
                  <a:pt x="244" y="8"/>
                  <a:pt x="244" y="9"/>
                </a:cubicBezTo>
                <a:cubicBezTo>
                  <a:pt x="245" y="9"/>
                  <a:pt x="245" y="10"/>
                  <a:pt x="245" y="11"/>
                </a:cubicBezTo>
                <a:cubicBezTo>
                  <a:pt x="245" y="11"/>
                  <a:pt x="245" y="12"/>
                  <a:pt x="244" y="13"/>
                </a:cubicBezTo>
                <a:cubicBezTo>
                  <a:pt x="244" y="13"/>
                  <a:pt x="243" y="14"/>
                  <a:pt x="243" y="14"/>
                </a:cubicBezTo>
                <a:cubicBezTo>
                  <a:pt x="242" y="15"/>
                  <a:pt x="241" y="15"/>
                  <a:pt x="240" y="15"/>
                </a:cubicBezTo>
                <a:cubicBezTo>
                  <a:pt x="239" y="15"/>
                  <a:pt x="238" y="15"/>
                  <a:pt x="237" y="14"/>
                </a:cubicBezTo>
                <a:cubicBezTo>
                  <a:pt x="237" y="14"/>
                  <a:pt x="236" y="13"/>
                  <a:pt x="236" y="13"/>
                </a:cubicBezTo>
                <a:cubicBezTo>
                  <a:pt x="235" y="12"/>
                  <a:pt x="235" y="11"/>
                  <a:pt x="235" y="10"/>
                </a:cubicBezTo>
                <a:close/>
              </a:path>
              <a:path w="471" h="15">
                <a:moveTo>
                  <a:pt x="256" y="10"/>
                </a:moveTo>
                <a:lnTo>
                  <a:pt x="257" y="10"/>
                </a:lnTo>
                <a:cubicBezTo>
                  <a:pt x="257" y="12"/>
                  <a:pt x="256" y="13"/>
                  <a:pt x="255" y="14"/>
                </a:cubicBezTo>
                <a:cubicBezTo>
                  <a:pt x="254" y="15"/>
                  <a:pt x="253" y="15"/>
                  <a:pt x="252" y="15"/>
                </a:cubicBezTo>
                <a:cubicBezTo>
                  <a:pt x="251" y="15"/>
                  <a:pt x="250" y="15"/>
                  <a:pt x="249" y="14"/>
                </a:cubicBezTo>
                <a:cubicBezTo>
                  <a:pt x="248" y="13"/>
                  <a:pt x="247" y="12"/>
                  <a:pt x="247" y="11"/>
                </a:cubicBezTo>
                <a:cubicBezTo>
                  <a:pt x="246" y="10"/>
                  <a:pt x="246" y="9"/>
                  <a:pt x="246" y="7"/>
                </a:cubicBezTo>
                <a:cubicBezTo>
                  <a:pt x="246" y="6"/>
                  <a:pt x="246" y="5"/>
                  <a:pt x="247" y="3"/>
                </a:cubicBezTo>
                <a:cubicBezTo>
                  <a:pt x="247" y="2"/>
                  <a:pt x="248" y="1"/>
                  <a:pt x="249" y="1"/>
                </a:cubicBezTo>
                <a:cubicBezTo>
                  <a:pt x="250" y="0"/>
                  <a:pt x="251" y="0"/>
                  <a:pt x="252" y="0"/>
                </a:cubicBezTo>
                <a:cubicBezTo>
                  <a:pt x="253" y="0"/>
                  <a:pt x="254" y="0"/>
                  <a:pt x="255" y="1"/>
                </a:cubicBezTo>
                <a:cubicBezTo>
                  <a:pt x="256" y="2"/>
                  <a:pt x="257" y="3"/>
                  <a:pt x="257" y="4"/>
                </a:cubicBezTo>
                <a:lnTo>
                  <a:pt x="255" y="5"/>
                </a:lnTo>
                <a:cubicBezTo>
                  <a:pt x="255" y="4"/>
                  <a:pt x="255" y="3"/>
                  <a:pt x="254" y="2"/>
                </a:cubicBezTo>
                <a:cubicBezTo>
                  <a:pt x="254" y="2"/>
                  <a:pt x="253" y="2"/>
                  <a:pt x="252" y="2"/>
                </a:cubicBezTo>
                <a:cubicBezTo>
                  <a:pt x="251" y="2"/>
                  <a:pt x="250" y="2"/>
                  <a:pt x="250" y="2"/>
                </a:cubicBezTo>
                <a:cubicBezTo>
                  <a:pt x="249" y="3"/>
                  <a:pt x="248" y="4"/>
                  <a:pt x="248" y="5"/>
                </a:cubicBezTo>
                <a:cubicBezTo>
                  <a:pt x="248" y="5"/>
                  <a:pt x="248" y="6"/>
                  <a:pt x="248" y="7"/>
                </a:cubicBezTo>
                <a:cubicBezTo>
                  <a:pt x="248" y="9"/>
                  <a:pt x="248" y="10"/>
                  <a:pt x="248" y="11"/>
                </a:cubicBezTo>
                <a:cubicBezTo>
                  <a:pt x="249" y="11"/>
                  <a:pt x="249" y="12"/>
                  <a:pt x="250" y="13"/>
                </a:cubicBezTo>
                <a:cubicBezTo>
                  <a:pt x="250" y="13"/>
                  <a:pt x="251" y="13"/>
                  <a:pt x="252" y="13"/>
                </a:cubicBezTo>
                <a:cubicBezTo>
                  <a:pt x="253" y="13"/>
                  <a:pt x="254" y="13"/>
                  <a:pt x="254" y="12"/>
                </a:cubicBezTo>
                <a:cubicBezTo>
                  <a:pt x="255" y="12"/>
                  <a:pt x="255" y="11"/>
                  <a:pt x="256" y="10"/>
                </a:cubicBezTo>
                <a:close/>
              </a:path>
              <a:path w="471" h="15">
                <a:moveTo>
                  <a:pt x="259" y="15"/>
                </a:moveTo>
                <a:lnTo>
                  <a:pt x="259" y="0"/>
                </a:lnTo>
                <a:lnTo>
                  <a:pt x="261" y="0"/>
                </a:lnTo>
                <a:lnTo>
                  <a:pt x="261" y="15"/>
                </a:lnTo>
                <a:lnTo>
                  <a:pt x="259" y="15"/>
                </a:lnTo>
                <a:close/>
              </a:path>
              <a:path w="471" h="15">
                <a:moveTo>
                  <a:pt x="263" y="15"/>
                </a:moveTo>
                <a:lnTo>
                  <a:pt x="263" y="0"/>
                </a:lnTo>
                <a:lnTo>
                  <a:pt x="272" y="0"/>
                </a:lnTo>
                <a:lnTo>
                  <a:pt x="272" y="2"/>
                </a:lnTo>
                <a:lnTo>
                  <a:pt x="265" y="2"/>
                </a:lnTo>
                <a:lnTo>
                  <a:pt x="265" y="6"/>
                </a:lnTo>
                <a:lnTo>
                  <a:pt x="272" y="6"/>
                </a:lnTo>
                <a:lnTo>
                  <a:pt x="272" y="8"/>
                </a:lnTo>
                <a:lnTo>
                  <a:pt x="265" y="8"/>
                </a:lnTo>
                <a:lnTo>
                  <a:pt x="265" y="13"/>
                </a:lnTo>
                <a:lnTo>
                  <a:pt x="272" y="13"/>
                </a:lnTo>
                <a:lnTo>
                  <a:pt x="272" y="15"/>
                </a:lnTo>
                <a:lnTo>
                  <a:pt x="263" y="15"/>
                </a:lnTo>
                <a:close/>
              </a:path>
              <a:path w="471" h="15">
                <a:moveTo>
                  <a:pt x="274" y="15"/>
                </a:moveTo>
                <a:lnTo>
                  <a:pt x="274" y="0"/>
                </a:lnTo>
                <a:lnTo>
                  <a:pt x="276" y="0"/>
                </a:lnTo>
                <a:lnTo>
                  <a:pt x="283" y="12"/>
                </a:lnTo>
                <a:lnTo>
                  <a:pt x="283" y="0"/>
                </a:lnTo>
                <a:lnTo>
                  <a:pt x="284" y="0"/>
                </a:lnTo>
                <a:lnTo>
                  <a:pt x="284" y="15"/>
                </a:lnTo>
                <a:lnTo>
                  <a:pt x="282" y="15"/>
                </a:lnTo>
                <a:lnTo>
                  <a:pt x="276" y="3"/>
                </a:lnTo>
                <a:lnTo>
                  <a:pt x="276" y="15"/>
                </a:lnTo>
                <a:lnTo>
                  <a:pt x="274" y="15"/>
                </a:lnTo>
                <a:close/>
              </a:path>
              <a:path w="471" h="15">
                <a:moveTo>
                  <a:pt x="295" y="10"/>
                </a:moveTo>
                <a:lnTo>
                  <a:pt x="297" y="10"/>
                </a:lnTo>
                <a:cubicBezTo>
                  <a:pt x="297" y="12"/>
                  <a:pt x="296" y="13"/>
                  <a:pt x="295" y="14"/>
                </a:cubicBezTo>
                <a:cubicBezTo>
                  <a:pt x="294" y="15"/>
                  <a:pt x="293" y="15"/>
                  <a:pt x="292" y="15"/>
                </a:cubicBezTo>
                <a:cubicBezTo>
                  <a:pt x="290" y="15"/>
                  <a:pt x="289" y="15"/>
                  <a:pt x="289" y="14"/>
                </a:cubicBezTo>
                <a:cubicBezTo>
                  <a:pt x="288" y="13"/>
                  <a:pt x="287" y="12"/>
                  <a:pt x="287" y="11"/>
                </a:cubicBezTo>
                <a:cubicBezTo>
                  <a:pt x="286" y="10"/>
                  <a:pt x="286" y="9"/>
                  <a:pt x="286" y="7"/>
                </a:cubicBezTo>
                <a:cubicBezTo>
                  <a:pt x="286" y="6"/>
                  <a:pt x="286" y="5"/>
                  <a:pt x="287" y="3"/>
                </a:cubicBezTo>
                <a:cubicBezTo>
                  <a:pt x="287" y="2"/>
                  <a:pt x="288" y="1"/>
                  <a:pt x="289" y="1"/>
                </a:cubicBezTo>
                <a:cubicBezTo>
                  <a:pt x="290" y="0"/>
                  <a:pt x="291" y="0"/>
                  <a:pt x="292" y="0"/>
                </a:cubicBezTo>
                <a:cubicBezTo>
                  <a:pt x="293" y="0"/>
                  <a:pt x="294" y="0"/>
                  <a:pt x="295" y="1"/>
                </a:cubicBezTo>
                <a:cubicBezTo>
                  <a:pt x="296" y="2"/>
                  <a:pt x="296" y="3"/>
                  <a:pt x="297" y="4"/>
                </a:cubicBezTo>
                <a:lnTo>
                  <a:pt x="295" y="5"/>
                </a:lnTo>
                <a:cubicBezTo>
                  <a:pt x="295" y="4"/>
                  <a:pt x="294" y="3"/>
                  <a:pt x="294" y="2"/>
                </a:cubicBezTo>
                <a:cubicBezTo>
                  <a:pt x="293" y="2"/>
                  <a:pt x="293" y="2"/>
                  <a:pt x="292" y="2"/>
                </a:cubicBezTo>
                <a:cubicBezTo>
                  <a:pt x="291" y="2"/>
                  <a:pt x="290" y="2"/>
                  <a:pt x="289" y="2"/>
                </a:cubicBezTo>
                <a:cubicBezTo>
                  <a:pt x="289" y="3"/>
                  <a:pt x="288" y="4"/>
                  <a:pt x="288" y="5"/>
                </a:cubicBezTo>
                <a:cubicBezTo>
                  <a:pt x="288" y="5"/>
                  <a:pt x="288" y="6"/>
                  <a:pt x="288" y="7"/>
                </a:cubicBezTo>
                <a:cubicBezTo>
                  <a:pt x="288" y="9"/>
                  <a:pt x="288" y="10"/>
                  <a:pt x="288" y="11"/>
                </a:cubicBezTo>
                <a:cubicBezTo>
                  <a:pt x="288" y="11"/>
                  <a:pt x="289" y="12"/>
                  <a:pt x="290" y="13"/>
                </a:cubicBezTo>
                <a:cubicBezTo>
                  <a:pt x="290" y="13"/>
                  <a:pt x="291" y="13"/>
                  <a:pt x="292" y="13"/>
                </a:cubicBezTo>
                <a:cubicBezTo>
                  <a:pt x="293" y="13"/>
                  <a:pt x="293" y="13"/>
                  <a:pt x="294" y="12"/>
                </a:cubicBezTo>
                <a:cubicBezTo>
                  <a:pt x="295" y="12"/>
                  <a:pt x="295" y="11"/>
                  <a:pt x="295" y="10"/>
                </a:cubicBezTo>
                <a:close/>
              </a:path>
              <a:path w="471" h="15">
                <a:moveTo>
                  <a:pt x="299" y="15"/>
                </a:moveTo>
                <a:lnTo>
                  <a:pt x="299" y="0"/>
                </a:lnTo>
                <a:lnTo>
                  <a:pt x="308" y="0"/>
                </a:lnTo>
                <a:lnTo>
                  <a:pt x="308" y="2"/>
                </a:lnTo>
                <a:lnTo>
                  <a:pt x="300" y="2"/>
                </a:lnTo>
                <a:lnTo>
                  <a:pt x="300" y="6"/>
                </a:lnTo>
                <a:lnTo>
                  <a:pt x="307" y="6"/>
                </a:lnTo>
                <a:lnTo>
                  <a:pt x="307" y="8"/>
                </a:lnTo>
                <a:lnTo>
                  <a:pt x="300" y="8"/>
                </a:lnTo>
                <a:lnTo>
                  <a:pt x="300" y="13"/>
                </a:lnTo>
                <a:lnTo>
                  <a:pt x="308" y="13"/>
                </a:lnTo>
                <a:lnTo>
                  <a:pt x="308" y="15"/>
                </a:lnTo>
                <a:lnTo>
                  <a:pt x="299" y="15"/>
                </a:lnTo>
                <a:close/>
              </a:path>
              <a:path w="471" h="15">
                <a:moveTo>
                  <a:pt x="313" y="15"/>
                </a:moveTo>
                <a:lnTo>
                  <a:pt x="318" y="0"/>
                </a:lnTo>
                <a:lnTo>
                  <a:pt x="319" y="0"/>
                </a:lnTo>
                <a:lnTo>
                  <a:pt x="324" y="15"/>
                </a:lnTo>
                <a:lnTo>
                  <a:pt x="323" y="15"/>
                </a:lnTo>
                <a:lnTo>
                  <a:pt x="321" y="10"/>
                </a:lnTo>
                <a:lnTo>
                  <a:pt x="316" y="10"/>
                </a:lnTo>
                <a:lnTo>
                  <a:pt x="314" y="15"/>
                </a:lnTo>
                <a:lnTo>
                  <a:pt x="313" y="15"/>
                </a:lnTo>
                <a:close/>
                <a:moveTo>
                  <a:pt x="316" y="9"/>
                </a:moveTo>
                <a:lnTo>
                  <a:pt x="321" y="9"/>
                </a:lnTo>
                <a:lnTo>
                  <a:pt x="319" y="5"/>
                </a:lnTo>
                <a:cubicBezTo>
                  <a:pt x="319" y="4"/>
                  <a:pt x="319" y="3"/>
                  <a:pt x="318" y="2"/>
                </a:cubicBezTo>
                <a:cubicBezTo>
                  <a:pt x="318" y="3"/>
                  <a:pt x="318" y="4"/>
                  <a:pt x="318" y="5"/>
                </a:cubicBezTo>
                <a:lnTo>
                  <a:pt x="316" y="9"/>
                </a:lnTo>
                <a:close/>
              </a:path>
              <a:path w="471" h="15">
                <a:moveTo>
                  <a:pt x="325" y="15"/>
                </a:moveTo>
                <a:lnTo>
                  <a:pt x="325" y="0"/>
                </a:lnTo>
                <a:lnTo>
                  <a:pt x="327" y="0"/>
                </a:lnTo>
                <a:lnTo>
                  <a:pt x="334" y="12"/>
                </a:lnTo>
                <a:lnTo>
                  <a:pt x="334" y="0"/>
                </a:lnTo>
                <a:lnTo>
                  <a:pt x="335" y="0"/>
                </a:lnTo>
                <a:lnTo>
                  <a:pt x="335" y="15"/>
                </a:lnTo>
                <a:lnTo>
                  <a:pt x="333" y="15"/>
                </a:lnTo>
                <a:lnTo>
                  <a:pt x="327" y="3"/>
                </a:lnTo>
                <a:lnTo>
                  <a:pt x="327" y="15"/>
                </a:lnTo>
                <a:lnTo>
                  <a:pt x="325" y="15"/>
                </a:lnTo>
                <a:close/>
              </a:path>
              <a:path w="471" h="15">
                <a:moveTo>
                  <a:pt x="337" y="15"/>
                </a:moveTo>
                <a:lnTo>
                  <a:pt x="337" y="0"/>
                </a:lnTo>
                <a:lnTo>
                  <a:pt x="342" y="0"/>
                </a:lnTo>
                <a:cubicBezTo>
                  <a:pt x="343" y="0"/>
                  <a:pt x="343" y="0"/>
                  <a:pt x="344" y="0"/>
                </a:cubicBezTo>
                <a:cubicBezTo>
                  <a:pt x="345" y="1"/>
                  <a:pt x="345" y="1"/>
                  <a:pt x="346" y="2"/>
                </a:cubicBezTo>
                <a:cubicBezTo>
                  <a:pt x="346" y="2"/>
                  <a:pt x="347" y="3"/>
                  <a:pt x="347" y="4"/>
                </a:cubicBezTo>
                <a:cubicBezTo>
                  <a:pt x="348" y="5"/>
                  <a:pt x="348" y="6"/>
                  <a:pt x="348" y="7"/>
                </a:cubicBezTo>
                <a:cubicBezTo>
                  <a:pt x="348" y="8"/>
                  <a:pt x="348" y="9"/>
                  <a:pt x="347" y="10"/>
                </a:cubicBezTo>
                <a:cubicBezTo>
                  <a:pt x="347" y="11"/>
                  <a:pt x="347" y="12"/>
                  <a:pt x="347" y="12"/>
                </a:cubicBezTo>
                <a:cubicBezTo>
                  <a:pt x="346" y="13"/>
                  <a:pt x="346" y="13"/>
                  <a:pt x="345" y="14"/>
                </a:cubicBezTo>
                <a:cubicBezTo>
                  <a:pt x="345" y="14"/>
                  <a:pt x="344" y="14"/>
                  <a:pt x="344" y="14"/>
                </a:cubicBezTo>
                <a:cubicBezTo>
                  <a:pt x="343" y="15"/>
                  <a:pt x="343" y="15"/>
                  <a:pt x="342" y="15"/>
                </a:cubicBezTo>
                <a:lnTo>
                  <a:pt x="337" y="15"/>
                </a:lnTo>
                <a:close/>
                <a:moveTo>
                  <a:pt x="339" y="13"/>
                </a:moveTo>
                <a:lnTo>
                  <a:pt x="342" y="13"/>
                </a:lnTo>
                <a:cubicBezTo>
                  <a:pt x="343" y="13"/>
                  <a:pt x="343" y="13"/>
                  <a:pt x="344" y="13"/>
                </a:cubicBezTo>
                <a:cubicBezTo>
                  <a:pt x="344" y="13"/>
                  <a:pt x="345" y="12"/>
                  <a:pt x="345" y="12"/>
                </a:cubicBezTo>
                <a:cubicBezTo>
                  <a:pt x="345" y="12"/>
                  <a:pt x="345" y="11"/>
                  <a:pt x="346" y="10"/>
                </a:cubicBezTo>
                <a:cubicBezTo>
                  <a:pt x="346" y="9"/>
                  <a:pt x="346" y="8"/>
                  <a:pt x="346" y="7"/>
                </a:cubicBezTo>
                <a:cubicBezTo>
                  <a:pt x="346" y="6"/>
                  <a:pt x="346" y="5"/>
                  <a:pt x="345" y="4"/>
                </a:cubicBezTo>
                <a:cubicBezTo>
                  <a:pt x="345" y="3"/>
                  <a:pt x="344" y="3"/>
                  <a:pt x="344" y="2"/>
                </a:cubicBezTo>
                <a:cubicBezTo>
                  <a:pt x="343" y="2"/>
                  <a:pt x="343" y="2"/>
                  <a:pt x="342" y="2"/>
                </a:cubicBezTo>
                <a:lnTo>
                  <a:pt x="339" y="2"/>
                </a:lnTo>
                <a:lnTo>
                  <a:pt x="339" y="13"/>
                </a:lnTo>
                <a:close/>
              </a:path>
              <a:path w="471" h="15">
                <a:moveTo>
                  <a:pt x="358" y="15"/>
                </a:moveTo>
                <a:lnTo>
                  <a:pt x="358" y="2"/>
                </a:lnTo>
                <a:lnTo>
                  <a:pt x="354" y="2"/>
                </a:lnTo>
                <a:lnTo>
                  <a:pt x="354" y="0"/>
                </a:lnTo>
                <a:lnTo>
                  <a:pt x="364" y="0"/>
                </a:lnTo>
                <a:lnTo>
                  <a:pt x="364" y="2"/>
                </a:lnTo>
                <a:lnTo>
                  <a:pt x="359" y="2"/>
                </a:lnTo>
                <a:lnTo>
                  <a:pt x="359" y="15"/>
                </a:lnTo>
                <a:lnTo>
                  <a:pt x="358" y="15"/>
                </a:lnTo>
                <a:close/>
              </a:path>
              <a:path w="471" h="15">
                <a:moveTo>
                  <a:pt x="365" y="15"/>
                </a:moveTo>
                <a:lnTo>
                  <a:pt x="365" y="0"/>
                </a:lnTo>
                <a:lnTo>
                  <a:pt x="374" y="0"/>
                </a:lnTo>
                <a:lnTo>
                  <a:pt x="374" y="2"/>
                </a:lnTo>
                <a:lnTo>
                  <a:pt x="366" y="2"/>
                </a:lnTo>
                <a:lnTo>
                  <a:pt x="366" y="6"/>
                </a:lnTo>
                <a:lnTo>
                  <a:pt x="373" y="6"/>
                </a:lnTo>
                <a:lnTo>
                  <a:pt x="373" y="8"/>
                </a:lnTo>
                <a:lnTo>
                  <a:pt x="366" y="8"/>
                </a:lnTo>
                <a:lnTo>
                  <a:pt x="366" y="13"/>
                </a:lnTo>
                <a:lnTo>
                  <a:pt x="374" y="13"/>
                </a:lnTo>
                <a:lnTo>
                  <a:pt x="374" y="15"/>
                </a:lnTo>
                <a:lnTo>
                  <a:pt x="365" y="15"/>
                </a:lnTo>
                <a:close/>
              </a:path>
              <a:path w="471" h="15">
                <a:moveTo>
                  <a:pt x="385" y="10"/>
                </a:moveTo>
                <a:lnTo>
                  <a:pt x="386" y="10"/>
                </a:lnTo>
                <a:cubicBezTo>
                  <a:pt x="386" y="12"/>
                  <a:pt x="386" y="13"/>
                  <a:pt x="385" y="14"/>
                </a:cubicBezTo>
                <a:cubicBezTo>
                  <a:pt x="384" y="15"/>
                  <a:pt x="383" y="15"/>
                  <a:pt x="381" y="15"/>
                </a:cubicBezTo>
                <a:cubicBezTo>
                  <a:pt x="380" y="15"/>
                  <a:pt x="379" y="15"/>
                  <a:pt x="378" y="14"/>
                </a:cubicBezTo>
                <a:cubicBezTo>
                  <a:pt x="377" y="13"/>
                  <a:pt x="377" y="12"/>
                  <a:pt x="376" y="11"/>
                </a:cubicBezTo>
                <a:cubicBezTo>
                  <a:pt x="376" y="10"/>
                  <a:pt x="375" y="9"/>
                  <a:pt x="375" y="7"/>
                </a:cubicBezTo>
                <a:cubicBezTo>
                  <a:pt x="375" y="6"/>
                  <a:pt x="376" y="5"/>
                  <a:pt x="376" y="3"/>
                </a:cubicBezTo>
                <a:cubicBezTo>
                  <a:pt x="377" y="2"/>
                  <a:pt x="377" y="1"/>
                  <a:pt x="378" y="1"/>
                </a:cubicBezTo>
                <a:cubicBezTo>
                  <a:pt x="379" y="0"/>
                  <a:pt x="380" y="0"/>
                  <a:pt x="381" y="0"/>
                </a:cubicBezTo>
                <a:cubicBezTo>
                  <a:pt x="383" y="0"/>
                  <a:pt x="384" y="0"/>
                  <a:pt x="384" y="1"/>
                </a:cubicBezTo>
                <a:cubicBezTo>
                  <a:pt x="385" y="2"/>
                  <a:pt x="386" y="3"/>
                  <a:pt x="386" y="4"/>
                </a:cubicBezTo>
                <a:lnTo>
                  <a:pt x="385" y="5"/>
                </a:lnTo>
                <a:cubicBezTo>
                  <a:pt x="384" y="4"/>
                  <a:pt x="384" y="3"/>
                  <a:pt x="383" y="2"/>
                </a:cubicBezTo>
                <a:cubicBezTo>
                  <a:pt x="383" y="2"/>
                  <a:pt x="382" y="2"/>
                  <a:pt x="381" y="2"/>
                </a:cubicBezTo>
                <a:cubicBezTo>
                  <a:pt x="380" y="2"/>
                  <a:pt x="380" y="2"/>
                  <a:pt x="379" y="2"/>
                </a:cubicBezTo>
                <a:cubicBezTo>
                  <a:pt x="378" y="3"/>
                  <a:pt x="378" y="4"/>
                  <a:pt x="378" y="5"/>
                </a:cubicBezTo>
                <a:cubicBezTo>
                  <a:pt x="377" y="5"/>
                  <a:pt x="377" y="6"/>
                  <a:pt x="377" y="7"/>
                </a:cubicBezTo>
                <a:cubicBezTo>
                  <a:pt x="377" y="9"/>
                  <a:pt x="377" y="10"/>
                  <a:pt x="378" y="11"/>
                </a:cubicBezTo>
                <a:cubicBezTo>
                  <a:pt x="378" y="11"/>
                  <a:pt x="378" y="12"/>
                  <a:pt x="379" y="13"/>
                </a:cubicBezTo>
                <a:cubicBezTo>
                  <a:pt x="380" y="13"/>
                  <a:pt x="380" y="13"/>
                  <a:pt x="381" y="13"/>
                </a:cubicBezTo>
                <a:cubicBezTo>
                  <a:pt x="382" y="13"/>
                  <a:pt x="383" y="13"/>
                  <a:pt x="384" y="12"/>
                </a:cubicBezTo>
                <a:cubicBezTo>
                  <a:pt x="384" y="12"/>
                  <a:pt x="385" y="11"/>
                  <a:pt x="385" y="10"/>
                </a:cubicBezTo>
                <a:close/>
              </a:path>
              <a:path w="471" h="15">
                <a:moveTo>
                  <a:pt x="388" y="15"/>
                </a:moveTo>
                <a:lnTo>
                  <a:pt x="388" y="0"/>
                </a:lnTo>
                <a:lnTo>
                  <a:pt x="390" y="0"/>
                </a:lnTo>
                <a:lnTo>
                  <a:pt x="390" y="6"/>
                </a:lnTo>
                <a:lnTo>
                  <a:pt x="396" y="6"/>
                </a:lnTo>
                <a:lnTo>
                  <a:pt x="396" y="0"/>
                </a:lnTo>
                <a:lnTo>
                  <a:pt x="398" y="0"/>
                </a:lnTo>
                <a:lnTo>
                  <a:pt x="398" y="15"/>
                </a:lnTo>
                <a:lnTo>
                  <a:pt x="396" y="15"/>
                </a:lnTo>
                <a:lnTo>
                  <a:pt x="396" y="8"/>
                </a:lnTo>
                <a:lnTo>
                  <a:pt x="390" y="8"/>
                </a:lnTo>
                <a:lnTo>
                  <a:pt x="390" y="15"/>
                </a:lnTo>
                <a:lnTo>
                  <a:pt x="388" y="15"/>
                </a:lnTo>
                <a:close/>
              </a:path>
              <a:path w="471" h="15">
                <a:moveTo>
                  <a:pt x="400" y="15"/>
                </a:moveTo>
                <a:lnTo>
                  <a:pt x="400" y="0"/>
                </a:lnTo>
                <a:lnTo>
                  <a:pt x="402" y="0"/>
                </a:lnTo>
                <a:lnTo>
                  <a:pt x="408" y="12"/>
                </a:lnTo>
                <a:lnTo>
                  <a:pt x="408" y="0"/>
                </a:lnTo>
                <a:lnTo>
                  <a:pt x="410" y="0"/>
                </a:lnTo>
                <a:lnTo>
                  <a:pt x="410" y="15"/>
                </a:lnTo>
                <a:lnTo>
                  <a:pt x="408" y="15"/>
                </a:lnTo>
                <a:lnTo>
                  <a:pt x="402" y="3"/>
                </a:lnTo>
                <a:lnTo>
                  <a:pt x="402" y="15"/>
                </a:lnTo>
                <a:lnTo>
                  <a:pt x="400" y="15"/>
                </a:lnTo>
                <a:close/>
              </a:path>
              <a:path w="471" h="15">
                <a:moveTo>
                  <a:pt x="412" y="8"/>
                </a:moveTo>
                <a:cubicBezTo>
                  <a:pt x="412" y="5"/>
                  <a:pt x="412" y="3"/>
                  <a:pt x="413" y="2"/>
                </a:cubicBezTo>
                <a:cubicBezTo>
                  <a:pt x="415" y="1"/>
                  <a:pt x="416" y="0"/>
                  <a:pt x="418" y="0"/>
                </a:cubicBezTo>
                <a:cubicBezTo>
                  <a:pt x="419" y="0"/>
                  <a:pt x="420" y="0"/>
                  <a:pt x="421" y="1"/>
                </a:cubicBezTo>
                <a:cubicBezTo>
                  <a:pt x="422" y="2"/>
                  <a:pt x="423" y="3"/>
                  <a:pt x="423" y="4"/>
                </a:cubicBezTo>
                <a:cubicBezTo>
                  <a:pt x="424" y="5"/>
                  <a:pt x="424" y="6"/>
                  <a:pt x="424" y="8"/>
                </a:cubicBezTo>
                <a:cubicBezTo>
                  <a:pt x="424" y="9"/>
                  <a:pt x="424" y="10"/>
                  <a:pt x="423" y="11"/>
                </a:cubicBezTo>
                <a:cubicBezTo>
                  <a:pt x="422" y="13"/>
                  <a:pt x="422" y="13"/>
                  <a:pt x="421" y="14"/>
                </a:cubicBezTo>
                <a:cubicBezTo>
                  <a:pt x="420" y="15"/>
                  <a:pt x="419" y="15"/>
                  <a:pt x="418" y="15"/>
                </a:cubicBezTo>
                <a:cubicBezTo>
                  <a:pt x="417" y="15"/>
                  <a:pt x="416" y="15"/>
                  <a:pt x="415" y="14"/>
                </a:cubicBezTo>
                <a:cubicBezTo>
                  <a:pt x="414" y="13"/>
                  <a:pt x="413" y="12"/>
                  <a:pt x="413" y="11"/>
                </a:cubicBezTo>
                <a:cubicBezTo>
                  <a:pt x="412" y="10"/>
                  <a:pt x="412" y="9"/>
                  <a:pt x="412" y="8"/>
                </a:cubicBezTo>
                <a:close/>
                <a:moveTo>
                  <a:pt x="414" y="8"/>
                </a:moveTo>
                <a:cubicBezTo>
                  <a:pt x="414" y="9"/>
                  <a:pt x="414" y="11"/>
                  <a:pt x="415" y="12"/>
                </a:cubicBezTo>
                <a:cubicBezTo>
                  <a:pt x="416" y="13"/>
                  <a:pt x="417" y="13"/>
                  <a:pt x="418" y="13"/>
                </a:cubicBezTo>
                <a:cubicBezTo>
                  <a:pt x="419" y="13"/>
                  <a:pt x="420" y="13"/>
                  <a:pt x="421" y="12"/>
                </a:cubicBezTo>
                <a:cubicBezTo>
                  <a:pt x="422" y="11"/>
                  <a:pt x="422" y="9"/>
                  <a:pt x="422" y="7"/>
                </a:cubicBezTo>
                <a:cubicBezTo>
                  <a:pt x="422" y="6"/>
                  <a:pt x="422" y="5"/>
                  <a:pt x="422" y="4"/>
                </a:cubicBezTo>
                <a:cubicBezTo>
                  <a:pt x="421" y="4"/>
                  <a:pt x="421" y="3"/>
                  <a:pt x="420" y="2"/>
                </a:cubicBezTo>
                <a:cubicBezTo>
                  <a:pt x="419" y="2"/>
                  <a:pt x="419" y="2"/>
                  <a:pt x="418" y="2"/>
                </a:cubicBezTo>
                <a:cubicBezTo>
                  <a:pt x="417" y="2"/>
                  <a:pt x="416" y="2"/>
                  <a:pt x="415" y="3"/>
                </a:cubicBezTo>
                <a:cubicBezTo>
                  <a:pt x="414" y="4"/>
                  <a:pt x="414" y="6"/>
                  <a:pt x="414" y="8"/>
                </a:cubicBezTo>
                <a:close/>
              </a:path>
              <a:path w="471" h="15">
                <a:moveTo>
                  <a:pt x="425" y="15"/>
                </a:moveTo>
                <a:lnTo>
                  <a:pt x="425" y="0"/>
                </a:lnTo>
                <a:lnTo>
                  <a:pt x="427" y="0"/>
                </a:lnTo>
                <a:lnTo>
                  <a:pt x="427" y="13"/>
                </a:lnTo>
                <a:lnTo>
                  <a:pt x="433" y="13"/>
                </a:lnTo>
                <a:lnTo>
                  <a:pt x="433" y="15"/>
                </a:lnTo>
                <a:lnTo>
                  <a:pt x="425" y="15"/>
                </a:lnTo>
                <a:close/>
              </a:path>
              <a:path w="471" h="15">
                <a:moveTo>
                  <a:pt x="434" y="8"/>
                </a:moveTo>
                <a:cubicBezTo>
                  <a:pt x="434" y="5"/>
                  <a:pt x="435" y="3"/>
                  <a:pt x="436" y="2"/>
                </a:cubicBezTo>
                <a:cubicBezTo>
                  <a:pt x="437" y="1"/>
                  <a:pt x="438" y="0"/>
                  <a:pt x="440" y="0"/>
                </a:cubicBezTo>
                <a:cubicBezTo>
                  <a:pt x="441" y="0"/>
                  <a:pt x="442" y="0"/>
                  <a:pt x="443" y="1"/>
                </a:cubicBezTo>
                <a:cubicBezTo>
                  <a:pt x="444" y="2"/>
                  <a:pt x="445" y="3"/>
                  <a:pt x="445" y="4"/>
                </a:cubicBezTo>
                <a:cubicBezTo>
                  <a:pt x="446" y="5"/>
                  <a:pt x="446" y="6"/>
                  <a:pt x="446" y="8"/>
                </a:cubicBezTo>
                <a:cubicBezTo>
                  <a:pt x="446" y="9"/>
                  <a:pt x="446" y="10"/>
                  <a:pt x="445" y="11"/>
                </a:cubicBezTo>
                <a:cubicBezTo>
                  <a:pt x="445" y="13"/>
                  <a:pt x="444" y="13"/>
                  <a:pt x="443" y="14"/>
                </a:cubicBezTo>
                <a:cubicBezTo>
                  <a:pt x="442" y="15"/>
                  <a:pt x="441" y="15"/>
                  <a:pt x="440" y="15"/>
                </a:cubicBezTo>
                <a:cubicBezTo>
                  <a:pt x="439" y="15"/>
                  <a:pt x="438" y="15"/>
                  <a:pt x="437" y="14"/>
                </a:cubicBezTo>
                <a:cubicBezTo>
                  <a:pt x="436" y="13"/>
                  <a:pt x="435" y="12"/>
                  <a:pt x="435" y="11"/>
                </a:cubicBezTo>
                <a:cubicBezTo>
                  <a:pt x="434" y="10"/>
                  <a:pt x="434" y="9"/>
                  <a:pt x="434" y="8"/>
                </a:cubicBezTo>
                <a:close/>
                <a:moveTo>
                  <a:pt x="436" y="8"/>
                </a:moveTo>
                <a:cubicBezTo>
                  <a:pt x="436" y="9"/>
                  <a:pt x="436" y="11"/>
                  <a:pt x="437" y="12"/>
                </a:cubicBezTo>
                <a:cubicBezTo>
                  <a:pt x="438" y="13"/>
                  <a:pt x="439" y="13"/>
                  <a:pt x="440" y="13"/>
                </a:cubicBezTo>
                <a:cubicBezTo>
                  <a:pt x="441" y="13"/>
                  <a:pt x="442" y="13"/>
                  <a:pt x="443" y="12"/>
                </a:cubicBezTo>
                <a:cubicBezTo>
                  <a:pt x="444" y="11"/>
                  <a:pt x="444" y="9"/>
                  <a:pt x="444" y="7"/>
                </a:cubicBezTo>
                <a:cubicBezTo>
                  <a:pt x="444" y="6"/>
                  <a:pt x="444" y="5"/>
                  <a:pt x="444" y="4"/>
                </a:cubicBezTo>
                <a:cubicBezTo>
                  <a:pt x="444" y="4"/>
                  <a:pt x="443" y="3"/>
                  <a:pt x="442" y="2"/>
                </a:cubicBezTo>
                <a:cubicBezTo>
                  <a:pt x="442" y="2"/>
                  <a:pt x="441" y="2"/>
                  <a:pt x="440" y="2"/>
                </a:cubicBezTo>
                <a:cubicBezTo>
                  <a:pt x="439" y="2"/>
                  <a:pt x="438" y="2"/>
                  <a:pt x="437" y="3"/>
                </a:cubicBezTo>
                <a:cubicBezTo>
                  <a:pt x="436" y="4"/>
                  <a:pt x="436" y="6"/>
                  <a:pt x="436" y="8"/>
                </a:cubicBezTo>
                <a:close/>
              </a:path>
              <a:path w="471" h="15">
                <a:moveTo>
                  <a:pt x="454" y="9"/>
                </a:moveTo>
                <a:lnTo>
                  <a:pt x="454" y="7"/>
                </a:lnTo>
                <a:lnTo>
                  <a:pt x="459" y="7"/>
                </a:lnTo>
                <a:lnTo>
                  <a:pt x="459" y="13"/>
                </a:lnTo>
                <a:cubicBezTo>
                  <a:pt x="458" y="13"/>
                  <a:pt x="457" y="14"/>
                  <a:pt x="456" y="14"/>
                </a:cubicBezTo>
                <a:cubicBezTo>
                  <a:pt x="456" y="15"/>
                  <a:pt x="455" y="15"/>
                  <a:pt x="454" y="15"/>
                </a:cubicBezTo>
                <a:cubicBezTo>
                  <a:pt x="453" y="15"/>
                  <a:pt x="451" y="15"/>
                  <a:pt x="450" y="14"/>
                </a:cubicBezTo>
                <a:cubicBezTo>
                  <a:pt x="449" y="13"/>
                  <a:pt x="449" y="13"/>
                  <a:pt x="448" y="11"/>
                </a:cubicBezTo>
                <a:cubicBezTo>
                  <a:pt x="448" y="10"/>
                  <a:pt x="447" y="9"/>
                  <a:pt x="447" y="8"/>
                </a:cubicBezTo>
                <a:cubicBezTo>
                  <a:pt x="447" y="6"/>
                  <a:pt x="448" y="5"/>
                  <a:pt x="448" y="4"/>
                </a:cubicBezTo>
                <a:cubicBezTo>
                  <a:pt x="449" y="2"/>
                  <a:pt x="449" y="2"/>
                  <a:pt x="450" y="1"/>
                </a:cubicBezTo>
                <a:cubicBezTo>
                  <a:pt x="451" y="0"/>
                  <a:pt x="452" y="0"/>
                  <a:pt x="454" y="0"/>
                </a:cubicBezTo>
                <a:cubicBezTo>
                  <a:pt x="455" y="0"/>
                  <a:pt x="455" y="0"/>
                  <a:pt x="456" y="1"/>
                </a:cubicBezTo>
                <a:cubicBezTo>
                  <a:pt x="457" y="1"/>
                  <a:pt x="457" y="1"/>
                  <a:pt x="458" y="2"/>
                </a:cubicBezTo>
                <a:cubicBezTo>
                  <a:pt x="458" y="3"/>
                  <a:pt x="459" y="3"/>
                  <a:pt x="459" y="4"/>
                </a:cubicBezTo>
                <a:lnTo>
                  <a:pt x="457" y="5"/>
                </a:lnTo>
                <a:cubicBezTo>
                  <a:pt x="457" y="4"/>
                  <a:pt x="457" y="3"/>
                  <a:pt x="457" y="3"/>
                </a:cubicBezTo>
                <a:cubicBezTo>
                  <a:pt x="456" y="3"/>
                  <a:pt x="456" y="2"/>
                  <a:pt x="455" y="2"/>
                </a:cubicBezTo>
                <a:cubicBezTo>
                  <a:pt x="455" y="2"/>
                  <a:pt x="454" y="2"/>
                  <a:pt x="454" y="2"/>
                </a:cubicBezTo>
                <a:cubicBezTo>
                  <a:pt x="453" y="2"/>
                  <a:pt x="452" y="2"/>
                  <a:pt x="452" y="2"/>
                </a:cubicBezTo>
                <a:cubicBezTo>
                  <a:pt x="451" y="2"/>
                  <a:pt x="451" y="3"/>
                  <a:pt x="450" y="3"/>
                </a:cubicBezTo>
                <a:cubicBezTo>
                  <a:pt x="450" y="4"/>
                  <a:pt x="450" y="4"/>
                  <a:pt x="450" y="5"/>
                </a:cubicBezTo>
                <a:cubicBezTo>
                  <a:pt x="449" y="5"/>
                  <a:pt x="449" y="6"/>
                  <a:pt x="449" y="7"/>
                </a:cubicBezTo>
                <a:cubicBezTo>
                  <a:pt x="449" y="9"/>
                  <a:pt x="449" y="10"/>
                  <a:pt x="450" y="11"/>
                </a:cubicBezTo>
                <a:cubicBezTo>
                  <a:pt x="450" y="12"/>
                  <a:pt x="451" y="12"/>
                  <a:pt x="451" y="13"/>
                </a:cubicBezTo>
                <a:cubicBezTo>
                  <a:pt x="452" y="13"/>
                  <a:pt x="453" y="13"/>
                  <a:pt x="454" y="13"/>
                </a:cubicBezTo>
                <a:cubicBezTo>
                  <a:pt x="454" y="13"/>
                  <a:pt x="455" y="13"/>
                  <a:pt x="456" y="13"/>
                </a:cubicBezTo>
                <a:cubicBezTo>
                  <a:pt x="456" y="12"/>
                  <a:pt x="457" y="12"/>
                  <a:pt x="457" y="12"/>
                </a:cubicBezTo>
                <a:lnTo>
                  <a:pt x="457" y="9"/>
                </a:lnTo>
                <a:lnTo>
                  <a:pt x="454" y="9"/>
                </a:lnTo>
                <a:close/>
              </a:path>
              <a:path w="471" h="15">
                <a:moveTo>
                  <a:pt x="464" y="15"/>
                </a:moveTo>
                <a:lnTo>
                  <a:pt x="464" y="9"/>
                </a:lnTo>
                <a:lnTo>
                  <a:pt x="460" y="0"/>
                </a:lnTo>
                <a:lnTo>
                  <a:pt x="462" y="0"/>
                </a:lnTo>
                <a:lnTo>
                  <a:pt x="464" y="5"/>
                </a:lnTo>
                <a:cubicBezTo>
                  <a:pt x="465" y="5"/>
                  <a:pt x="465" y="6"/>
                  <a:pt x="465" y="7"/>
                </a:cubicBezTo>
                <a:cubicBezTo>
                  <a:pt x="466" y="6"/>
                  <a:pt x="466" y="5"/>
                  <a:pt x="467" y="5"/>
                </a:cubicBezTo>
                <a:lnTo>
                  <a:pt x="469" y="0"/>
                </a:lnTo>
                <a:lnTo>
                  <a:pt x="471" y="0"/>
                </a:lnTo>
                <a:lnTo>
                  <a:pt x="466" y="9"/>
                </a:lnTo>
                <a:lnTo>
                  <a:pt x="466" y="15"/>
                </a:lnTo>
                <a:lnTo>
                  <a:pt x="464" y="1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pic>
        <p:nvPicPr>
          <p:cNvPr id="20" name="图片 2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3251" y="124632"/>
            <a:ext cx="627347" cy="471145"/>
          </a:xfrm>
          <a:prstGeom prst="rect">
            <a:avLst/>
          </a:prstGeom>
          <a:ln>
            <a:noFill/>
          </a:ln>
        </p:spPr>
      </p:pic>
      <p:sp>
        <p:nvSpPr>
          <p:cNvPr id="21" name="分隔线"/>
          <p:cNvSpPr/>
          <p:nvPr/>
        </p:nvSpPr>
        <p:spPr>
          <a:xfrm>
            <a:off x="457200" y="896112"/>
            <a:ext cx="11228832" cy="36576"/>
          </a:xfrm>
          <a:prstGeom prst="rect">
            <a:avLst/>
          </a:prstGeom>
          <a:solidFill>
            <a:srgbClr val="00A4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关键信息条"/>
          <p:cNvSpPr/>
          <p:nvPr/>
        </p:nvSpPr>
        <p:spPr>
          <a:xfrm>
            <a:off x="502920" y="1024128"/>
            <a:ext cx="11183112" cy="45720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关键信息"/>
          <p:cNvSpPr txBox="1"/>
          <p:nvPr/>
        </p:nvSpPr>
        <p:spPr>
          <a:xfrm>
            <a:off x="685800" y="1024128"/>
            <a:ext cx="10817352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600" b="1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当前口径下可识别的转重事件有限（GAM 10 例、GD 38 例），直接制约模型训练与评估的稳定性。</a:t>
            </a:r>
            <a:endParaRPr lang="zh-CN" altLang="en-US" sz="1600" b="1" i="0">
              <a:solidFill>
                <a:srgbClr val="1137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结论框"/>
          <p:cNvSpPr/>
          <p:nvPr/>
        </p:nvSpPr>
        <p:spPr>
          <a:xfrm>
            <a:off x="502920" y="5870448"/>
            <a:ext cx="11183112" cy="420624"/>
          </a:xfrm>
          <a:prstGeom prst="rect">
            <a:avLst/>
          </a:prstGeom>
          <a:solidFill>
            <a:srgbClr val="FCEF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结论"/>
          <p:cNvSpPr txBox="1"/>
          <p:nvPr/>
        </p:nvSpPr>
        <p:spPr>
          <a:xfrm>
            <a:off x="685800" y="5870448"/>
            <a:ext cx="10817352" cy="420624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500" b="1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请院方协助：</a:t>
            </a:r>
            <a:r>
              <a:rPr lang="zh-CN" altLang="en-US" sz="1500" b="0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复核候选转重事件；评估可补充的“有明确事件时间的转重病例”与“明确未转重病例”。</a:t>
            </a:r>
            <a:endParaRPr lang="zh-CN" altLang="en-US" sz="1500" b="0" i="0">
              <a:solidFill>
                <a:srgbClr val="1137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页脚"/>
          <p:cNvSpPr txBox="1"/>
          <p:nvPr/>
        </p:nvSpPr>
        <p:spPr>
          <a:xfrm>
            <a:off x="502920" y="6455664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050" b="0" i="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老年流感多中心数据对齐与研究协作汇报</a:t>
            </a:r>
            <a:endParaRPr lang="zh-CN" altLang="en-US" sz="1050" b="0" i="0">
              <a:solidFill>
                <a:srgbClr val="646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页码"/>
          <p:cNvSpPr txBox="1"/>
          <p:nvPr/>
        </p:nvSpPr>
        <p:spPr>
          <a:xfrm>
            <a:off x="10680192" y="6455664"/>
            <a:ext cx="100584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fld id="{FCA0C152-D4E1-4B46-9EC0-62B034577DE1}" type="slidenum">
              <a:rPr lang="zh-CN" sz="105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fld>
            <a:endParaRPr lang="zh-CN" sz="1050">
              <a:solidFill>
                <a:srgbClr val="646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502920" y="1645920"/>
            <a:ext cx="5806440" cy="4041648"/>
          </a:xfrm>
          <a:prstGeom prst="rect">
            <a:avLst/>
          </a:prstGeom>
          <a:solidFill>
            <a:srgbClr val="FFFFFF"/>
          </a:solidFill>
          <a:ln w="9525">
            <a:solidFill>
              <a:srgbClr val="CDDAE8"/>
            </a:solidFill>
          </a:ln>
          <a:effectLst>
            <a:outerShdw blurRad="63500" dist="19050" dir="5400000" algn="t" rotWithShape="0">
              <a:srgbClr val="1F3B66">
                <a:alpha val="16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1719072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500" b="1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转重事件数（按住院计）</a:t>
            </a:r>
            <a:endParaRPr lang="zh-CN" altLang="en-US" sz="1500" b="1" i="0">
              <a:solidFill>
                <a:srgbClr val="1137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30" name="事件数条形图"/>
          <p:cNvGraphicFramePr>
            <a:graphicFrameLocks noGrp="1"/>
          </p:cNvGraphicFramePr>
          <p:nvPr/>
        </p:nvGraphicFramePr>
        <p:xfrm>
          <a:off x="594360" y="2103120"/>
          <a:ext cx="562356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685800" y="5074920"/>
            <a:ext cx="548640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050" b="0" i="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括号内为事件占住院次数的比例。参考值：外部验证样本量研究建议至少 100 个事件（Collins 等，Stat Med 2016）。</a:t>
            </a:r>
            <a:endParaRPr lang="zh-CN" altLang="en-US" sz="1050" b="0" i="0">
              <a:solidFill>
                <a:srgbClr val="646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6537959" y="1645920"/>
            <a:ext cx="5148072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CDDAE8"/>
            </a:solidFill>
          </a:ln>
          <a:effectLst>
            <a:outerShdw blurRad="63500" dist="19050" dir="5400000" algn="t" rotWithShape="0">
              <a:srgbClr val="1F3B66">
                <a:alpha val="16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37959" y="1645920"/>
            <a:ext cx="5148072" cy="384048"/>
          </a:xfrm>
          <a:prstGeom prst="rect">
            <a:avLst/>
          </a:prstGeom>
          <a:solidFill>
            <a:srgbClr val="1F4E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75120" y="1645920"/>
            <a:ext cx="4873752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当前口径（v1.0 研究口径）</a:t>
            </a:r>
            <a:endParaRPr lang="zh-CN" altLang="en-US" sz="14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702551" y="2121408"/>
            <a:ext cx="4818888" cy="1444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82880" indent="-182880"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  <a:buClr>
                <a:srgbClr val="4075BE"/>
              </a:buClr>
              <a:buFont typeface="Arial" panose="020B0604020202020204"/>
              <a:buChar char="•"/>
            </a:pPr>
            <a:r>
              <a:rPr lang="zh-CN" altLang="en-US" sz="1350" b="1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转重：</a:t>
            </a:r>
            <a:r>
              <a:rPr lang="zh-CN" altLang="en-US" sz="135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有创通气、ICU、ECMO 或死亡</a:t>
            </a:r>
            <a:endParaRPr lang="zh-CN" altLang="en-US" sz="1350" b="0" i="0">
              <a:solidFill>
                <a:srgbClr val="2731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182880" indent="-182880"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  <a:buClr>
                <a:srgbClr val="4075BE"/>
              </a:buClr>
              <a:buFont typeface="Arial" panose="020B0604020202020204"/>
              <a:buChar char="•"/>
            </a:pPr>
            <a:r>
              <a:rPr lang="zh-CN" altLang="en-US" sz="1350" b="1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时间窗：</a:t>
            </a:r>
            <a:r>
              <a:rPr lang="zh-CN" altLang="en-US" sz="135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住院期间任意时间</a:t>
            </a:r>
            <a:endParaRPr lang="zh-CN" altLang="en-US" sz="1350" b="0" i="0">
              <a:solidFill>
                <a:srgbClr val="2731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182880" indent="-182880"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  <a:buClr>
                <a:srgbClr val="4075BE"/>
              </a:buClr>
              <a:buFont typeface="Arial" panose="020B0604020202020204"/>
              <a:buChar char="•"/>
            </a:pPr>
            <a:r>
              <a:rPr lang="zh-CN" altLang="en-US" sz="1350" b="1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GAM：</a:t>
            </a:r>
            <a:r>
              <a:rPr lang="zh-CN" altLang="en-US" sz="135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163 次住院（161 人），全部用于训练</a:t>
            </a:r>
            <a:endParaRPr lang="zh-CN" altLang="en-US" sz="1350" b="0" i="0">
              <a:solidFill>
                <a:srgbClr val="2731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182880" indent="-18288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4075BE"/>
              </a:buClr>
              <a:buFont typeface="Arial" panose="020B0604020202020204"/>
              <a:buChar char="•"/>
            </a:pPr>
            <a:r>
              <a:rPr lang="zh-CN" altLang="en-US" sz="1350" b="1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GD：</a:t>
            </a:r>
            <a:r>
              <a:rPr lang="zh-CN" altLang="en-US" sz="135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292 次住院（290 人），全部用于外部验证</a:t>
            </a:r>
            <a:endParaRPr lang="zh-CN" altLang="en-US" sz="1350" b="0" i="0">
              <a:solidFill>
                <a:srgbClr val="2731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6537959" y="3730752"/>
            <a:ext cx="5148072" cy="1956816"/>
          </a:xfrm>
          <a:prstGeom prst="rect">
            <a:avLst/>
          </a:prstGeom>
          <a:solidFill>
            <a:srgbClr val="FFFFFF"/>
          </a:solidFill>
          <a:ln w="9525">
            <a:solidFill>
              <a:srgbClr val="CDDAE8"/>
            </a:solidFill>
          </a:ln>
          <a:effectLst>
            <a:outerShdw blurRad="63500" dist="19050" dir="5400000" algn="t" rotWithShape="0">
              <a:srgbClr val="1F3B66">
                <a:alpha val="16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537959" y="3730752"/>
            <a:ext cx="5148072" cy="384048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75120" y="3730752"/>
            <a:ext cx="4873752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需要注意</a:t>
            </a:r>
            <a:endParaRPr lang="zh-CN" altLang="en-US" sz="14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6702551" y="4206240"/>
            <a:ext cx="4818888" cy="14264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82880" indent="-182880"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Clr>
                <a:srgbClr val="B7791F"/>
              </a:buClr>
              <a:buFont typeface="Arial" panose="020B0604020202020204"/>
              <a:buChar char="•"/>
            </a:pPr>
            <a:r>
              <a:rPr lang="zh-CN" altLang="en-US" sz="135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约 2/3 的事件发生在流感索引当天，</a:t>
            </a:r>
            <a:br>
              <a:rPr lang="zh-CN" sz="135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35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可用于“提前预警”的事件更少</a:t>
            </a:r>
            <a:endParaRPr lang="zh-CN" altLang="en-US" sz="1350" b="0" i="0">
              <a:solidFill>
                <a:srgbClr val="2731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182880" indent="-18288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B7791F"/>
              </a:buClr>
              <a:buFont typeface="Arial" panose="020B0604020202020204"/>
              <a:buChar char="•"/>
            </a:pPr>
            <a:r>
              <a:rPr lang="zh-CN" altLang="en-US" sz="135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GAM 经单人逐例裁定后为 14 例：</a:t>
            </a:r>
            <a:br>
              <a:rPr lang="zh-CN" sz="135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35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规则识别存在遗漏，需联合复核</a:t>
            </a:r>
            <a:endParaRPr lang="zh-CN" altLang="en-US" sz="1350" b="0" i="0">
              <a:solidFill>
                <a:srgbClr val="2731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顶部色条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F4E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标题栏"/>
          <p:cNvSpPr/>
          <p:nvPr/>
        </p:nvSpPr>
        <p:spPr>
          <a:xfrm>
            <a:off x="0" y="219456"/>
            <a:ext cx="9418320" cy="530352"/>
          </a:xfrm>
          <a:prstGeom prst="rect">
            <a:avLst/>
          </a:prstGeom>
          <a:solidFill>
            <a:srgbClr val="4075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章节标签"/>
          <p:cNvSpPr/>
          <p:nvPr/>
        </p:nvSpPr>
        <p:spPr>
          <a:xfrm>
            <a:off x="320040" y="301752"/>
            <a:ext cx="844296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 i="0">
                <a:solidFill>
                  <a:srgbClr val="1F4E9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问题四</a:t>
            </a:r>
            <a:endParaRPr lang="zh-CN" altLang="en-US" sz="1400" b="1" i="0">
              <a:solidFill>
                <a:srgbClr val="1F4E9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标题"/>
          <p:cNvSpPr txBox="1"/>
          <p:nvPr/>
        </p:nvSpPr>
        <p:spPr>
          <a:xfrm>
            <a:off x="1310640" y="219456"/>
            <a:ext cx="7970520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2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B. 转重标签应反映病程，而不仅是出院结局</a:t>
            </a:r>
            <a:endParaRPr lang="zh-CN" altLang="en-US" sz="22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Rectangle 7"/>
          <p:cNvSpPr>
            <a:spLocks noGrp="1"/>
          </p:cNvSpPr>
          <p:nvPr/>
        </p:nvSpPr>
        <p:spPr>
          <a:xfrm>
            <a:off x="9971521" y="467514"/>
            <a:ext cx="180331" cy="6350"/>
          </a:xfrm>
          <a:prstGeom prst="rect">
            <a:avLst/>
          </a:prstGeom>
          <a:solidFill>
            <a:srgbClr val="005A9F"/>
          </a:solidFill>
          <a:ln>
            <a:noFill/>
          </a:ln>
        </p:spPr>
      </p:sp>
      <p:sp>
        <p:nvSpPr>
          <p:cNvPr id="7" name="Freeform 8"/>
          <p:cNvSpPr>
            <a:spLocks noGrp="1"/>
          </p:cNvSpPr>
          <p:nvPr/>
        </p:nvSpPr>
        <p:spPr>
          <a:xfrm>
            <a:off x="9862306" y="238926"/>
            <a:ext cx="400029" cy="256527"/>
          </a:xfrm>
          <a:custGeom>
            <a:avLst/>
            <a:gdLst/>
            <a:ahLst/>
            <a:cxnLst/>
            <a:rect l="l" t="t" r="r" b="b"/>
            <a:pathLst>
              <a:path w="259" h="165">
                <a:moveTo>
                  <a:pt x="129" y="4"/>
                </a:moveTo>
                <a:cubicBezTo>
                  <a:pt x="198" y="4"/>
                  <a:pt x="255" y="39"/>
                  <a:pt x="255" y="83"/>
                </a:cubicBezTo>
                <a:cubicBezTo>
                  <a:pt x="255" y="126"/>
                  <a:pt x="198" y="161"/>
                  <a:pt x="129" y="161"/>
                </a:cubicBezTo>
                <a:cubicBezTo>
                  <a:pt x="61" y="161"/>
                  <a:pt x="4" y="126"/>
                  <a:pt x="4" y="83"/>
                </a:cubicBezTo>
                <a:cubicBezTo>
                  <a:pt x="4" y="39"/>
                  <a:pt x="61" y="4"/>
                  <a:pt x="129" y="4"/>
                </a:cubicBezTo>
                <a:close/>
                <a:moveTo>
                  <a:pt x="129" y="0"/>
                </a:moveTo>
                <a:cubicBezTo>
                  <a:pt x="201" y="0"/>
                  <a:pt x="259" y="37"/>
                  <a:pt x="259" y="83"/>
                </a:cubicBezTo>
                <a:cubicBezTo>
                  <a:pt x="259" y="128"/>
                  <a:pt x="201" y="165"/>
                  <a:pt x="129" y="165"/>
                </a:cubicBezTo>
                <a:cubicBezTo>
                  <a:pt x="58" y="165"/>
                  <a:pt x="0" y="128"/>
                  <a:pt x="0" y="83"/>
                </a:cubicBezTo>
                <a:cubicBezTo>
                  <a:pt x="0" y="37"/>
                  <a:pt x="58" y="0"/>
                  <a:pt x="129" y="0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8" name="Freeform 9"/>
          <p:cNvSpPr>
            <a:spLocks noGrp="1"/>
          </p:cNvSpPr>
          <p:nvPr/>
        </p:nvSpPr>
        <p:spPr>
          <a:xfrm>
            <a:off x="9899134" y="238926"/>
            <a:ext cx="326373" cy="256527"/>
          </a:xfrm>
          <a:custGeom>
            <a:avLst/>
            <a:gdLst/>
            <a:ahLst/>
            <a:cxnLst/>
            <a:rect l="l" t="t" r="r" b="b"/>
            <a:pathLst>
              <a:path w="211" h="165">
                <a:moveTo>
                  <a:pt x="105" y="4"/>
                </a:moveTo>
                <a:cubicBezTo>
                  <a:pt x="161" y="4"/>
                  <a:pt x="207" y="39"/>
                  <a:pt x="207" y="83"/>
                </a:cubicBezTo>
                <a:cubicBezTo>
                  <a:pt x="207" y="126"/>
                  <a:pt x="161" y="161"/>
                  <a:pt x="105" y="161"/>
                </a:cubicBezTo>
                <a:cubicBezTo>
                  <a:pt x="50" y="161"/>
                  <a:pt x="4" y="126"/>
                  <a:pt x="4" y="83"/>
                </a:cubicBezTo>
                <a:cubicBezTo>
                  <a:pt x="4" y="39"/>
                  <a:pt x="50" y="4"/>
                  <a:pt x="105" y="4"/>
                </a:cubicBezTo>
                <a:close/>
                <a:moveTo>
                  <a:pt x="105" y="0"/>
                </a:moveTo>
                <a:cubicBezTo>
                  <a:pt x="163" y="0"/>
                  <a:pt x="211" y="37"/>
                  <a:pt x="211" y="83"/>
                </a:cubicBezTo>
                <a:cubicBezTo>
                  <a:pt x="211" y="128"/>
                  <a:pt x="163" y="165"/>
                  <a:pt x="105" y="165"/>
                </a:cubicBezTo>
                <a:cubicBezTo>
                  <a:pt x="48" y="165"/>
                  <a:pt x="0" y="128"/>
                  <a:pt x="0" y="83"/>
                </a:cubicBezTo>
                <a:cubicBezTo>
                  <a:pt x="0" y="37"/>
                  <a:pt x="48" y="0"/>
                  <a:pt x="105" y="0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9" name="Freeform 10"/>
          <p:cNvSpPr>
            <a:spLocks noGrp="1"/>
          </p:cNvSpPr>
          <p:nvPr/>
        </p:nvSpPr>
        <p:spPr>
          <a:xfrm>
            <a:off x="9777221" y="157650"/>
            <a:ext cx="568930" cy="412729"/>
          </a:xfrm>
          <a:custGeom>
            <a:avLst/>
            <a:gdLst/>
            <a:ahLst/>
            <a:cxnLst/>
            <a:rect l="l" t="t" r="r" b="b"/>
            <a:pathLst>
              <a:path w="368" h="265">
                <a:moveTo>
                  <a:pt x="184" y="0"/>
                </a:moveTo>
                <a:cubicBezTo>
                  <a:pt x="286" y="0"/>
                  <a:pt x="368" y="60"/>
                  <a:pt x="368" y="133"/>
                </a:cubicBezTo>
                <a:cubicBezTo>
                  <a:pt x="368" y="206"/>
                  <a:pt x="286" y="265"/>
                  <a:pt x="184" y="265"/>
                </a:cubicBezTo>
                <a:cubicBezTo>
                  <a:pt x="83" y="265"/>
                  <a:pt x="0" y="206"/>
                  <a:pt x="0" y="133"/>
                </a:cubicBezTo>
                <a:cubicBezTo>
                  <a:pt x="0" y="60"/>
                  <a:pt x="83" y="0"/>
                  <a:pt x="184" y="0"/>
                </a:cubicBezTo>
                <a:close/>
                <a:moveTo>
                  <a:pt x="184" y="7"/>
                </a:moveTo>
                <a:cubicBezTo>
                  <a:pt x="280" y="7"/>
                  <a:pt x="359" y="64"/>
                  <a:pt x="359" y="133"/>
                </a:cubicBezTo>
                <a:cubicBezTo>
                  <a:pt x="359" y="202"/>
                  <a:pt x="280" y="258"/>
                  <a:pt x="184" y="258"/>
                </a:cubicBezTo>
                <a:cubicBezTo>
                  <a:pt x="88" y="258"/>
                  <a:pt x="9" y="202"/>
                  <a:pt x="9" y="133"/>
                </a:cubicBezTo>
                <a:cubicBezTo>
                  <a:pt x="9" y="64"/>
                  <a:pt x="88" y="7"/>
                  <a:pt x="184" y="7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0" name="Freeform 11"/>
          <p:cNvSpPr>
            <a:spLocks noGrp="1"/>
          </p:cNvSpPr>
          <p:nvPr/>
        </p:nvSpPr>
        <p:spPr>
          <a:xfrm>
            <a:off x="10007079" y="447195"/>
            <a:ext cx="107944" cy="17779"/>
          </a:xfrm>
          <a:custGeom>
            <a:avLst/>
            <a:gdLst/>
            <a:ahLst/>
            <a:cxnLst/>
            <a:rect l="l" t="t" r="r" b="b"/>
            <a:pathLst>
              <a:path w="70" h="11">
                <a:moveTo>
                  <a:pt x="0" y="0"/>
                </a:moveTo>
                <a:lnTo>
                  <a:pt x="1" y="0"/>
                </a:lnTo>
                <a:lnTo>
                  <a:pt x="2" y="6"/>
                </a:lnTo>
                <a:cubicBezTo>
                  <a:pt x="3" y="6"/>
                  <a:pt x="3" y="7"/>
                  <a:pt x="3" y="7"/>
                </a:cubicBezTo>
                <a:cubicBezTo>
                  <a:pt x="3" y="7"/>
                  <a:pt x="3" y="8"/>
                  <a:pt x="3" y="8"/>
                </a:cubicBezTo>
                <a:cubicBezTo>
                  <a:pt x="3" y="8"/>
                  <a:pt x="3" y="7"/>
                  <a:pt x="3" y="6"/>
                </a:cubicBezTo>
                <a:cubicBezTo>
                  <a:pt x="3" y="6"/>
                  <a:pt x="3" y="6"/>
                  <a:pt x="3" y="6"/>
                </a:cubicBezTo>
                <a:lnTo>
                  <a:pt x="4" y="0"/>
                </a:lnTo>
                <a:lnTo>
                  <a:pt x="5" y="0"/>
                </a:lnTo>
                <a:lnTo>
                  <a:pt x="7" y="6"/>
                </a:lnTo>
                <a:cubicBezTo>
                  <a:pt x="7" y="6"/>
                  <a:pt x="7" y="7"/>
                  <a:pt x="7" y="7"/>
                </a:cubicBezTo>
                <a:cubicBezTo>
                  <a:pt x="7" y="7"/>
                  <a:pt x="7" y="8"/>
                  <a:pt x="7" y="8"/>
                </a:cubicBezTo>
                <a:cubicBezTo>
                  <a:pt x="7" y="8"/>
                  <a:pt x="7" y="7"/>
                  <a:pt x="7" y="7"/>
                </a:cubicBezTo>
                <a:cubicBezTo>
                  <a:pt x="7" y="7"/>
                  <a:pt x="7" y="6"/>
                  <a:pt x="7" y="6"/>
                </a:cubicBezTo>
                <a:lnTo>
                  <a:pt x="8" y="0"/>
                </a:lnTo>
                <a:lnTo>
                  <a:pt x="10" y="0"/>
                </a:lnTo>
                <a:lnTo>
                  <a:pt x="7" y="10"/>
                </a:lnTo>
                <a:lnTo>
                  <a:pt x="6" y="10"/>
                </a:lnTo>
                <a:lnTo>
                  <a:pt x="5" y="5"/>
                </a:lnTo>
                <a:cubicBezTo>
                  <a:pt x="5" y="4"/>
                  <a:pt x="5" y="4"/>
                  <a:pt x="5" y="4"/>
                </a:cubicBezTo>
                <a:cubicBezTo>
                  <a:pt x="5" y="3"/>
                  <a:pt x="5" y="3"/>
                  <a:pt x="5" y="2"/>
                </a:cubicBezTo>
                <a:cubicBezTo>
                  <a:pt x="5" y="3"/>
                  <a:pt x="5" y="3"/>
                  <a:pt x="5" y="4"/>
                </a:cubicBezTo>
                <a:cubicBezTo>
                  <a:pt x="5" y="4"/>
                  <a:pt x="5" y="4"/>
                  <a:pt x="4" y="5"/>
                </a:cubicBezTo>
                <a:lnTo>
                  <a:pt x="3" y="10"/>
                </a:lnTo>
                <a:lnTo>
                  <a:pt x="2" y="10"/>
                </a:lnTo>
                <a:lnTo>
                  <a:pt x="0" y="0"/>
                </a:lnTo>
                <a:close/>
              </a:path>
              <a:path w="70" h="11">
                <a:moveTo>
                  <a:pt x="10" y="0"/>
                </a:moveTo>
                <a:lnTo>
                  <a:pt x="12" y="0"/>
                </a:lnTo>
                <a:lnTo>
                  <a:pt x="12" y="7"/>
                </a:lnTo>
                <a:cubicBezTo>
                  <a:pt x="12" y="8"/>
                  <a:pt x="12" y="8"/>
                  <a:pt x="12" y="9"/>
                </a:cubicBezTo>
                <a:cubicBezTo>
                  <a:pt x="12" y="9"/>
                  <a:pt x="13" y="9"/>
                  <a:pt x="13" y="9"/>
                </a:cubicBezTo>
                <a:cubicBezTo>
                  <a:pt x="14" y="9"/>
                  <a:pt x="14" y="9"/>
                  <a:pt x="15" y="9"/>
                </a:cubicBezTo>
                <a:cubicBezTo>
                  <a:pt x="15" y="8"/>
                  <a:pt x="15" y="8"/>
                  <a:pt x="15" y="7"/>
                </a:cubicBezTo>
                <a:lnTo>
                  <a:pt x="15" y="0"/>
                </a:lnTo>
                <a:lnTo>
                  <a:pt x="16" y="0"/>
                </a:lnTo>
                <a:lnTo>
                  <a:pt x="16" y="7"/>
                </a:lnTo>
                <a:cubicBezTo>
                  <a:pt x="16" y="8"/>
                  <a:pt x="16" y="9"/>
                  <a:pt x="15" y="10"/>
                </a:cubicBezTo>
                <a:cubicBezTo>
                  <a:pt x="15" y="10"/>
                  <a:pt x="14" y="11"/>
                  <a:pt x="13" y="11"/>
                </a:cubicBezTo>
                <a:cubicBezTo>
                  <a:pt x="12" y="11"/>
                  <a:pt x="12" y="10"/>
                  <a:pt x="11" y="10"/>
                </a:cubicBezTo>
                <a:cubicBezTo>
                  <a:pt x="11" y="9"/>
                  <a:pt x="10" y="8"/>
                  <a:pt x="10" y="7"/>
                </a:cubicBezTo>
                <a:lnTo>
                  <a:pt x="10" y="0"/>
                </a:lnTo>
                <a:close/>
              </a:path>
              <a:path w="70" h="11">
                <a:moveTo>
                  <a:pt x="18" y="0"/>
                </a:moveTo>
                <a:lnTo>
                  <a:pt x="19" y="0"/>
                </a:lnTo>
                <a:lnTo>
                  <a:pt x="19" y="4"/>
                </a:lnTo>
                <a:lnTo>
                  <a:pt x="22" y="4"/>
                </a:lnTo>
                <a:lnTo>
                  <a:pt x="22" y="0"/>
                </a:lnTo>
                <a:lnTo>
                  <a:pt x="23" y="0"/>
                </a:lnTo>
                <a:lnTo>
                  <a:pt x="23" y="10"/>
                </a:lnTo>
                <a:lnTo>
                  <a:pt x="22" y="10"/>
                </a:lnTo>
                <a:lnTo>
                  <a:pt x="22" y="6"/>
                </a:lnTo>
                <a:lnTo>
                  <a:pt x="19" y="6"/>
                </a:lnTo>
                <a:lnTo>
                  <a:pt x="19" y="10"/>
                </a:lnTo>
                <a:lnTo>
                  <a:pt x="18" y="10"/>
                </a:lnTo>
                <a:lnTo>
                  <a:pt x="18" y="0"/>
                </a:lnTo>
                <a:close/>
              </a:path>
              <a:path w="70" h="11">
                <a:moveTo>
                  <a:pt x="26" y="0"/>
                </a:moveTo>
                <a:lnTo>
                  <a:pt x="28" y="0"/>
                </a:lnTo>
                <a:lnTo>
                  <a:pt x="30" y="10"/>
                </a:lnTo>
                <a:lnTo>
                  <a:pt x="29" y="10"/>
                </a:lnTo>
                <a:lnTo>
                  <a:pt x="29" y="8"/>
                </a:lnTo>
                <a:lnTo>
                  <a:pt x="26" y="8"/>
                </a:lnTo>
                <a:lnTo>
                  <a:pt x="25" y="10"/>
                </a:lnTo>
                <a:lnTo>
                  <a:pt x="24" y="10"/>
                </a:lnTo>
                <a:lnTo>
                  <a:pt x="26" y="0"/>
                </a:lnTo>
                <a:close/>
                <a:moveTo>
                  <a:pt x="27" y="1"/>
                </a:moveTo>
                <a:lnTo>
                  <a:pt x="26" y="6"/>
                </a:lnTo>
                <a:lnTo>
                  <a:pt x="28" y="6"/>
                </a:lnTo>
                <a:lnTo>
                  <a:pt x="27" y="1"/>
                </a:lnTo>
                <a:close/>
              </a:path>
              <a:path w="70" h="11">
                <a:moveTo>
                  <a:pt x="31" y="0"/>
                </a:moveTo>
                <a:lnTo>
                  <a:pt x="32" y="0"/>
                </a:lnTo>
                <a:lnTo>
                  <a:pt x="35" y="6"/>
                </a:lnTo>
                <a:cubicBezTo>
                  <a:pt x="35" y="6"/>
                  <a:pt x="35" y="7"/>
                  <a:pt x="35" y="7"/>
                </a:cubicBezTo>
                <a:cubicBezTo>
                  <a:pt x="36" y="7"/>
                  <a:pt x="36" y="8"/>
                  <a:pt x="36" y="8"/>
                </a:cubicBezTo>
                <a:cubicBezTo>
                  <a:pt x="36" y="8"/>
                  <a:pt x="36" y="7"/>
                  <a:pt x="36" y="7"/>
                </a:cubicBezTo>
                <a:cubicBezTo>
                  <a:pt x="36" y="7"/>
                  <a:pt x="36" y="6"/>
                  <a:pt x="36" y="6"/>
                </a:cubicBezTo>
                <a:lnTo>
                  <a:pt x="36" y="0"/>
                </a:lnTo>
                <a:lnTo>
                  <a:pt x="37" y="0"/>
                </a:lnTo>
                <a:lnTo>
                  <a:pt x="37" y="10"/>
                </a:lnTo>
                <a:lnTo>
                  <a:pt x="36" y="10"/>
                </a:lnTo>
                <a:lnTo>
                  <a:pt x="33" y="4"/>
                </a:lnTo>
                <a:cubicBezTo>
                  <a:pt x="33" y="4"/>
                  <a:pt x="33" y="4"/>
                  <a:pt x="33" y="3"/>
                </a:cubicBezTo>
                <a:cubicBezTo>
                  <a:pt x="32" y="3"/>
                  <a:pt x="32" y="2"/>
                  <a:pt x="32" y="2"/>
                </a:cubicBezTo>
                <a:cubicBezTo>
                  <a:pt x="32" y="2"/>
                  <a:pt x="32" y="2"/>
                  <a:pt x="32" y="3"/>
                </a:cubicBezTo>
                <a:cubicBezTo>
                  <a:pt x="32" y="3"/>
                  <a:pt x="32" y="4"/>
                  <a:pt x="32" y="4"/>
                </a:cubicBezTo>
                <a:lnTo>
                  <a:pt x="32" y="10"/>
                </a:lnTo>
                <a:lnTo>
                  <a:pt x="31" y="10"/>
                </a:lnTo>
                <a:lnTo>
                  <a:pt x="31" y="0"/>
                </a:lnTo>
                <a:close/>
              </a:path>
              <a:path w="70" h="11">
                <a:moveTo>
                  <a:pt x="46" y="3"/>
                </a:moveTo>
                <a:lnTo>
                  <a:pt x="45" y="3"/>
                </a:lnTo>
                <a:cubicBezTo>
                  <a:pt x="45" y="3"/>
                  <a:pt x="45" y="2"/>
                  <a:pt x="44" y="2"/>
                </a:cubicBezTo>
                <a:cubicBezTo>
                  <a:pt x="44" y="1"/>
                  <a:pt x="44" y="1"/>
                  <a:pt x="43" y="1"/>
                </a:cubicBezTo>
                <a:cubicBezTo>
                  <a:pt x="43" y="1"/>
                  <a:pt x="42" y="2"/>
                  <a:pt x="42" y="2"/>
                </a:cubicBezTo>
                <a:cubicBezTo>
                  <a:pt x="42" y="3"/>
                  <a:pt x="42" y="4"/>
                  <a:pt x="42" y="5"/>
                </a:cubicBezTo>
                <a:cubicBezTo>
                  <a:pt x="42" y="7"/>
                  <a:pt x="42" y="8"/>
                  <a:pt x="42" y="8"/>
                </a:cubicBezTo>
                <a:cubicBezTo>
                  <a:pt x="42" y="9"/>
                  <a:pt x="43" y="9"/>
                  <a:pt x="43" y="9"/>
                </a:cubicBezTo>
                <a:cubicBezTo>
                  <a:pt x="44" y="9"/>
                  <a:pt x="44" y="9"/>
                  <a:pt x="45" y="9"/>
                </a:cubicBezTo>
                <a:cubicBezTo>
                  <a:pt x="45" y="8"/>
                  <a:pt x="45" y="8"/>
                  <a:pt x="45" y="7"/>
                </a:cubicBezTo>
                <a:lnTo>
                  <a:pt x="46" y="8"/>
                </a:lnTo>
                <a:cubicBezTo>
                  <a:pt x="46" y="9"/>
                  <a:pt x="46" y="9"/>
                  <a:pt x="45" y="10"/>
                </a:cubicBezTo>
                <a:cubicBezTo>
                  <a:pt x="45" y="10"/>
                  <a:pt x="44" y="11"/>
                  <a:pt x="43" y="11"/>
                </a:cubicBezTo>
                <a:cubicBezTo>
                  <a:pt x="42" y="11"/>
                  <a:pt x="42" y="10"/>
                  <a:pt x="41" y="9"/>
                </a:cubicBezTo>
                <a:cubicBezTo>
                  <a:pt x="41" y="8"/>
                  <a:pt x="40" y="7"/>
                  <a:pt x="40" y="5"/>
                </a:cubicBezTo>
                <a:cubicBezTo>
                  <a:pt x="40" y="4"/>
                  <a:pt x="41" y="2"/>
                  <a:pt x="41" y="1"/>
                </a:cubicBezTo>
                <a:cubicBezTo>
                  <a:pt x="42" y="0"/>
                  <a:pt x="43" y="0"/>
                  <a:pt x="43" y="0"/>
                </a:cubicBezTo>
                <a:cubicBezTo>
                  <a:pt x="44" y="0"/>
                  <a:pt x="45" y="0"/>
                  <a:pt x="45" y="1"/>
                </a:cubicBezTo>
                <a:cubicBezTo>
                  <a:pt x="46" y="1"/>
                  <a:pt x="46" y="2"/>
                  <a:pt x="46" y="3"/>
                </a:cubicBezTo>
                <a:close/>
              </a:path>
              <a:path w="70" h="11">
                <a:moveTo>
                  <a:pt x="47" y="0"/>
                </a:moveTo>
                <a:lnTo>
                  <a:pt x="48" y="0"/>
                </a:lnTo>
                <a:lnTo>
                  <a:pt x="48" y="4"/>
                </a:lnTo>
                <a:lnTo>
                  <a:pt x="52" y="4"/>
                </a:lnTo>
                <a:lnTo>
                  <a:pt x="52" y="0"/>
                </a:lnTo>
                <a:lnTo>
                  <a:pt x="53" y="0"/>
                </a:lnTo>
                <a:lnTo>
                  <a:pt x="53" y="10"/>
                </a:lnTo>
                <a:lnTo>
                  <a:pt x="52" y="10"/>
                </a:lnTo>
                <a:lnTo>
                  <a:pt x="52" y="6"/>
                </a:lnTo>
                <a:lnTo>
                  <a:pt x="48" y="6"/>
                </a:lnTo>
                <a:lnTo>
                  <a:pt x="48" y="10"/>
                </a:lnTo>
                <a:lnTo>
                  <a:pt x="47" y="10"/>
                </a:lnTo>
                <a:lnTo>
                  <a:pt x="47" y="0"/>
                </a:lnTo>
                <a:close/>
              </a:path>
              <a:path w="70" h="11">
                <a:moveTo>
                  <a:pt x="55" y="0"/>
                </a:moveTo>
                <a:lnTo>
                  <a:pt x="56" y="0"/>
                </a:lnTo>
                <a:lnTo>
                  <a:pt x="56" y="10"/>
                </a:lnTo>
                <a:lnTo>
                  <a:pt x="55" y="10"/>
                </a:lnTo>
                <a:lnTo>
                  <a:pt x="55" y="0"/>
                </a:lnTo>
                <a:close/>
              </a:path>
              <a:path w="70" h="11">
                <a:moveTo>
                  <a:pt x="57" y="0"/>
                </a:moveTo>
                <a:lnTo>
                  <a:pt x="59" y="0"/>
                </a:lnTo>
                <a:lnTo>
                  <a:pt x="61" y="6"/>
                </a:lnTo>
                <a:cubicBezTo>
                  <a:pt x="61" y="6"/>
                  <a:pt x="61" y="7"/>
                  <a:pt x="62" y="7"/>
                </a:cubicBezTo>
                <a:cubicBezTo>
                  <a:pt x="62" y="7"/>
                  <a:pt x="62" y="8"/>
                  <a:pt x="62" y="8"/>
                </a:cubicBezTo>
                <a:cubicBezTo>
                  <a:pt x="62" y="8"/>
                  <a:pt x="62" y="7"/>
                  <a:pt x="62" y="7"/>
                </a:cubicBezTo>
                <a:cubicBezTo>
                  <a:pt x="62" y="7"/>
                  <a:pt x="62" y="6"/>
                  <a:pt x="62" y="6"/>
                </a:cubicBezTo>
                <a:lnTo>
                  <a:pt x="62" y="0"/>
                </a:lnTo>
                <a:lnTo>
                  <a:pt x="63" y="0"/>
                </a:lnTo>
                <a:lnTo>
                  <a:pt x="63" y="10"/>
                </a:lnTo>
                <a:lnTo>
                  <a:pt x="62" y="10"/>
                </a:lnTo>
                <a:lnTo>
                  <a:pt x="59" y="4"/>
                </a:lnTo>
                <a:cubicBezTo>
                  <a:pt x="59" y="4"/>
                  <a:pt x="59" y="4"/>
                  <a:pt x="59" y="3"/>
                </a:cubicBezTo>
                <a:cubicBezTo>
                  <a:pt x="59" y="3"/>
                  <a:pt x="59" y="2"/>
                  <a:pt x="58" y="2"/>
                </a:cubicBezTo>
                <a:cubicBezTo>
                  <a:pt x="58" y="2"/>
                  <a:pt x="58" y="2"/>
                  <a:pt x="58" y="3"/>
                </a:cubicBezTo>
                <a:cubicBezTo>
                  <a:pt x="58" y="3"/>
                  <a:pt x="58" y="4"/>
                  <a:pt x="58" y="4"/>
                </a:cubicBezTo>
                <a:lnTo>
                  <a:pt x="58" y="10"/>
                </a:lnTo>
                <a:lnTo>
                  <a:pt x="57" y="10"/>
                </a:lnTo>
                <a:lnTo>
                  <a:pt x="57" y="0"/>
                </a:lnTo>
                <a:close/>
              </a:path>
              <a:path w="70" h="11">
                <a:moveTo>
                  <a:pt x="66" y="0"/>
                </a:moveTo>
                <a:lnTo>
                  <a:pt x="68" y="0"/>
                </a:lnTo>
                <a:lnTo>
                  <a:pt x="70" y="10"/>
                </a:lnTo>
                <a:lnTo>
                  <a:pt x="69" y="10"/>
                </a:lnTo>
                <a:lnTo>
                  <a:pt x="68" y="8"/>
                </a:lnTo>
                <a:lnTo>
                  <a:pt x="66" y="8"/>
                </a:lnTo>
                <a:lnTo>
                  <a:pt x="65" y="10"/>
                </a:lnTo>
                <a:lnTo>
                  <a:pt x="64" y="10"/>
                </a:lnTo>
                <a:lnTo>
                  <a:pt x="66" y="0"/>
                </a:lnTo>
                <a:close/>
                <a:moveTo>
                  <a:pt x="67" y="1"/>
                </a:moveTo>
                <a:lnTo>
                  <a:pt x="66" y="6"/>
                </a:lnTo>
                <a:lnTo>
                  <a:pt x="68" y="6"/>
                </a:lnTo>
                <a:lnTo>
                  <a:pt x="67" y="1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1" name="Freeform 12"/>
          <p:cNvSpPr>
            <a:spLocks noGrp="1"/>
          </p:cNvSpPr>
          <p:nvPr/>
        </p:nvSpPr>
        <p:spPr>
          <a:xfrm>
            <a:off x="9914374" y="411637"/>
            <a:ext cx="297165" cy="30478"/>
          </a:xfrm>
          <a:custGeom>
            <a:avLst/>
            <a:gdLst/>
            <a:ahLst/>
            <a:cxnLst/>
            <a:rect l="l" t="t" r="r" b="b"/>
            <a:pathLst>
              <a:path w="192" h="20">
                <a:moveTo>
                  <a:pt x="0" y="0"/>
                </a:moveTo>
                <a:lnTo>
                  <a:pt x="192" y="0"/>
                </a:lnTo>
                <a:cubicBezTo>
                  <a:pt x="189" y="7"/>
                  <a:pt x="184" y="13"/>
                  <a:pt x="177" y="20"/>
                </a:cubicBezTo>
                <a:lnTo>
                  <a:pt x="14" y="19"/>
                </a:lnTo>
                <a:cubicBezTo>
                  <a:pt x="7" y="15"/>
                  <a:pt x="3" y="8"/>
                  <a:pt x="0" y="0"/>
                </a:cubicBezTo>
                <a:close/>
                <a:moveTo>
                  <a:pt x="39" y="4"/>
                </a:moveTo>
                <a:cubicBezTo>
                  <a:pt x="39" y="4"/>
                  <a:pt x="39" y="5"/>
                  <a:pt x="38" y="5"/>
                </a:cubicBezTo>
                <a:cubicBezTo>
                  <a:pt x="38" y="5"/>
                  <a:pt x="38" y="5"/>
                  <a:pt x="38" y="6"/>
                </a:cubicBezTo>
                <a:cubicBezTo>
                  <a:pt x="38" y="7"/>
                  <a:pt x="38" y="7"/>
                  <a:pt x="38" y="8"/>
                </a:cubicBezTo>
                <a:cubicBezTo>
                  <a:pt x="38" y="8"/>
                  <a:pt x="38" y="9"/>
                  <a:pt x="38" y="9"/>
                </a:cubicBezTo>
                <a:cubicBezTo>
                  <a:pt x="38" y="10"/>
                  <a:pt x="38" y="11"/>
                  <a:pt x="38" y="12"/>
                </a:cubicBezTo>
                <a:lnTo>
                  <a:pt x="38" y="14"/>
                </a:lnTo>
                <a:cubicBezTo>
                  <a:pt x="38" y="15"/>
                  <a:pt x="38" y="16"/>
                  <a:pt x="38" y="17"/>
                </a:cubicBezTo>
                <a:cubicBezTo>
                  <a:pt x="38" y="17"/>
                  <a:pt x="38" y="17"/>
                  <a:pt x="38" y="17"/>
                </a:cubicBezTo>
                <a:cubicBezTo>
                  <a:pt x="38" y="17"/>
                  <a:pt x="38" y="17"/>
                  <a:pt x="38" y="17"/>
                </a:cubicBezTo>
                <a:cubicBezTo>
                  <a:pt x="38" y="17"/>
                  <a:pt x="38" y="17"/>
                  <a:pt x="37" y="17"/>
                </a:cubicBezTo>
                <a:cubicBezTo>
                  <a:pt x="37" y="17"/>
                  <a:pt x="36" y="17"/>
                  <a:pt x="36" y="17"/>
                </a:cubicBezTo>
                <a:cubicBezTo>
                  <a:pt x="35" y="16"/>
                  <a:pt x="35" y="16"/>
                  <a:pt x="35" y="16"/>
                </a:cubicBezTo>
                <a:cubicBezTo>
                  <a:pt x="34" y="16"/>
                  <a:pt x="34" y="16"/>
                  <a:pt x="34" y="16"/>
                </a:cubicBezTo>
                <a:cubicBezTo>
                  <a:pt x="34" y="16"/>
                  <a:pt x="34" y="15"/>
                  <a:pt x="34" y="15"/>
                </a:cubicBezTo>
                <a:cubicBezTo>
                  <a:pt x="34" y="15"/>
                  <a:pt x="34" y="15"/>
                  <a:pt x="34" y="15"/>
                </a:cubicBezTo>
                <a:cubicBezTo>
                  <a:pt x="35" y="15"/>
                  <a:pt x="35" y="15"/>
                  <a:pt x="36" y="15"/>
                </a:cubicBezTo>
                <a:cubicBezTo>
                  <a:pt x="36" y="15"/>
                  <a:pt x="36" y="15"/>
                  <a:pt x="36" y="15"/>
                </a:cubicBezTo>
                <a:cubicBezTo>
                  <a:pt x="37" y="15"/>
                  <a:pt x="37" y="15"/>
                  <a:pt x="37" y="15"/>
                </a:cubicBezTo>
                <a:cubicBezTo>
                  <a:pt x="37" y="15"/>
                  <a:pt x="37" y="15"/>
                  <a:pt x="37" y="14"/>
                </a:cubicBezTo>
                <a:cubicBezTo>
                  <a:pt x="37" y="14"/>
                  <a:pt x="37" y="13"/>
                  <a:pt x="37" y="12"/>
                </a:cubicBezTo>
                <a:cubicBezTo>
                  <a:pt x="36" y="11"/>
                  <a:pt x="36" y="10"/>
                  <a:pt x="36" y="8"/>
                </a:cubicBezTo>
                <a:lnTo>
                  <a:pt x="36" y="6"/>
                </a:lnTo>
                <a:cubicBezTo>
                  <a:pt x="36" y="5"/>
                  <a:pt x="36" y="5"/>
                  <a:pt x="36" y="5"/>
                </a:cubicBezTo>
                <a:cubicBezTo>
                  <a:pt x="35" y="5"/>
                  <a:pt x="35" y="5"/>
                  <a:pt x="35" y="5"/>
                </a:cubicBezTo>
                <a:cubicBezTo>
                  <a:pt x="34" y="5"/>
                  <a:pt x="34" y="5"/>
                  <a:pt x="34" y="6"/>
                </a:cubicBezTo>
                <a:cubicBezTo>
                  <a:pt x="34" y="6"/>
                  <a:pt x="34" y="6"/>
                  <a:pt x="34" y="6"/>
                </a:cubicBezTo>
                <a:cubicBezTo>
                  <a:pt x="34" y="7"/>
                  <a:pt x="34" y="7"/>
                  <a:pt x="34" y="7"/>
                </a:cubicBezTo>
                <a:cubicBezTo>
                  <a:pt x="35" y="7"/>
                  <a:pt x="35" y="7"/>
                  <a:pt x="35" y="7"/>
                </a:cubicBezTo>
                <a:cubicBezTo>
                  <a:pt x="35" y="7"/>
                  <a:pt x="35" y="7"/>
                  <a:pt x="35" y="7"/>
                </a:cubicBezTo>
                <a:cubicBezTo>
                  <a:pt x="36" y="7"/>
                  <a:pt x="36" y="7"/>
                  <a:pt x="36" y="7"/>
                </a:cubicBezTo>
                <a:cubicBezTo>
                  <a:pt x="36" y="7"/>
                  <a:pt x="36" y="7"/>
                  <a:pt x="35" y="7"/>
                </a:cubicBezTo>
                <a:cubicBezTo>
                  <a:pt x="35" y="7"/>
                  <a:pt x="35" y="8"/>
                  <a:pt x="35" y="8"/>
                </a:cubicBezTo>
                <a:cubicBezTo>
                  <a:pt x="34" y="8"/>
                  <a:pt x="34" y="8"/>
                  <a:pt x="34" y="8"/>
                </a:cubicBezTo>
                <a:cubicBezTo>
                  <a:pt x="34" y="8"/>
                  <a:pt x="34" y="9"/>
                  <a:pt x="34" y="9"/>
                </a:cubicBezTo>
                <a:cubicBezTo>
                  <a:pt x="34" y="9"/>
                  <a:pt x="34" y="9"/>
                  <a:pt x="34" y="9"/>
                </a:cubicBezTo>
                <a:cubicBezTo>
                  <a:pt x="34" y="9"/>
                  <a:pt x="34" y="9"/>
                  <a:pt x="34" y="9"/>
                </a:cubicBezTo>
                <a:cubicBezTo>
                  <a:pt x="34" y="9"/>
                  <a:pt x="35" y="9"/>
                  <a:pt x="35" y="9"/>
                </a:cubicBezTo>
                <a:cubicBezTo>
                  <a:pt x="35" y="9"/>
                  <a:pt x="35" y="9"/>
                  <a:pt x="35" y="9"/>
                </a:cubicBezTo>
                <a:cubicBezTo>
                  <a:pt x="36" y="9"/>
                  <a:pt x="36" y="9"/>
                  <a:pt x="36" y="9"/>
                </a:cubicBezTo>
                <a:cubicBezTo>
                  <a:pt x="36" y="9"/>
                  <a:pt x="36" y="10"/>
                  <a:pt x="36" y="10"/>
                </a:cubicBezTo>
                <a:cubicBezTo>
                  <a:pt x="36" y="10"/>
                  <a:pt x="36" y="10"/>
                  <a:pt x="36" y="10"/>
                </a:cubicBezTo>
                <a:cubicBezTo>
                  <a:pt x="36" y="10"/>
                  <a:pt x="35" y="10"/>
                  <a:pt x="35" y="11"/>
                </a:cubicBezTo>
                <a:cubicBezTo>
                  <a:pt x="35" y="11"/>
                  <a:pt x="35" y="11"/>
                  <a:pt x="34" y="11"/>
                </a:cubicBezTo>
                <a:cubicBezTo>
                  <a:pt x="34" y="11"/>
                  <a:pt x="33" y="12"/>
                  <a:pt x="33" y="12"/>
                </a:cubicBezTo>
                <a:cubicBezTo>
                  <a:pt x="33" y="12"/>
                  <a:pt x="33" y="12"/>
                  <a:pt x="33" y="12"/>
                </a:cubicBezTo>
                <a:cubicBezTo>
                  <a:pt x="32" y="13"/>
                  <a:pt x="32" y="14"/>
                  <a:pt x="32" y="14"/>
                </a:cubicBezTo>
                <a:cubicBezTo>
                  <a:pt x="32" y="14"/>
                  <a:pt x="32" y="15"/>
                  <a:pt x="32" y="15"/>
                </a:cubicBezTo>
                <a:cubicBezTo>
                  <a:pt x="32" y="15"/>
                  <a:pt x="32" y="15"/>
                  <a:pt x="32" y="15"/>
                </a:cubicBezTo>
                <a:cubicBezTo>
                  <a:pt x="32" y="15"/>
                  <a:pt x="32" y="16"/>
                  <a:pt x="31" y="16"/>
                </a:cubicBezTo>
                <a:cubicBezTo>
                  <a:pt x="31" y="16"/>
                  <a:pt x="31" y="16"/>
                  <a:pt x="30" y="16"/>
                </a:cubicBezTo>
                <a:cubicBezTo>
                  <a:pt x="30" y="16"/>
                  <a:pt x="30" y="16"/>
                  <a:pt x="29" y="16"/>
                </a:cubicBezTo>
                <a:cubicBezTo>
                  <a:pt x="29" y="16"/>
                  <a:pt x="29" y="16"/>
                  <a:pt x="29" y="16"/>
                </a:cubicBezTo>
                <a:cubicBezTo>
                  <a:pt x="29" y="16"/>
                  <a:pt x="29" y="16"/>
                  <a:pt x="29" y="16"/>
                </a:cubicBezTo>
                <a:cubicBezTo>
                  <a:pt x="30" y="15"/>
                  <a:pt x="30" y="15"/>
                  <a:pt x="31" y="15"/>
                </a:cubicBezTo>
                <a:cubicBezTo>
                  <a:pt x="31" y="15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0" y="14"/>
                  <a:pt x="29" y="13"/>
                  <a:pt x="29" y="13"/>
                </a:cubicBezTo>
                <a:cubicBezTo>
                  <a:pt x="28" y="13"/>
                  <a:pt x="28" y="12"/>
                  <a:pt x="28" y="12"/>
                </a:cubicBezTo>
                <a:cubicBezTo>
                  <a:pt x="28" y="12"/>
                  <a:pt x="28" y="12"/>
                  <a:pt x="28" y="12"/>
                </a:cubicBezTo>
                <a:cubicBezTo>
                  <a:pt x="28" y="12"/>
                  <a:pt x="28" y="12"/>
                  <a:pt x="28" y="12"/>
                </a:cubicBezTo>
                <a:cubicBezTo>
                  <a:pt x="29" y="13"/>
                  <a:pt x="29" y="13"/>
                  <a:pt x="30" y="13"/>
                </a:cubicBezTo>
                <a:cubicBezTo>
                  <a:pt x="30" y="13"/>
                  <a:pt x="30" y="13"/>
                  <a:pt x="30" y="12"/>
                </a:cubicBezTo>
                <a:lnTo>
                  <a:pt x="30" y="11"/>
                </a:lnTo>
                <a:cubicBezTo>
                  <a:pt x="30" y="11"/>
                  <a:pt x="30" y="11"/>
                  <a:pt x="30" y="11"/>
                </a:cubicBezTo>
                <a:cubicBezTo>
                  <a:pt x="30" y="11"/>
                  <a:pt x="30" y="11"/>
                  <a:pt x="29" y="11"/>
                </a:cubicBezTo>
                <a:cubicBezTo>
                  <a:pt x="29" y="11"/>
                  <a:pt x="29" y="12"/>
                  <a:pt x="28" y="12"/>
                </a:cubicBezTo>
                <a:cubicBezTo>
                  <a:pt x="28" y="12"/>
                  <a:pt x="28" y="13"/>
                  <a:pt x="27" y="13"/>
                </a:cubicBezTo>
                <a:cubicBezTo>
                  <a:pt x="27" y="14"/>
                  <a:pt x="26" y="14"/>
                  <a:pt x="26" y="14"/>
                </a:cubicBezTo>
                <a:cubicBezTo>
                  <a:pt x="26" y="14"/>
                  <a:pt x="26" y="14"/>
                  <a:pt x="26" y="14"/>
                </a:cubicBezTo>
                <a:cubicBezTo>
                  <a:pt x="26" y="14"/>
                  <a:pt x="25" y="14"/>
                  <a:pt x="25" y="14"/>
                </a:cubicBezTo>
                <a:cubicBezTo>
                  <a:pt x="25" y="14"/>
                  <a:pt x="25" y="13"/>
                  <a:pt x="25" y="13"/>
                </a:cubicBezTo>
                <a:cubicBezTo>
                  <a:pt x="25" y="13"/>
                  <a:pt x="25" y="13"/>
                  <a:pt x="25" y="13"/>
                </a:cubicBezTo>
                <a:cubicBezTo>
                  <a:pt x="25" y="13"/>
                  <a:pt x="26" y="13"/>
                  <a:pt x="26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12"/>
                  <a:pt x="27" y="12"/>
                  <a:pt x="27" y="11"/>
                </a:cubicBezTo>
                <a:cubicBezTo>
                  <a:pt x="26" y="10"/>
                  <a:pt x="26" y="9"/>
                  <a:pt x="26" y="9"/>
                </a:cubicBezTo>
                <a:lnTo>
                  <a:pt x="26" y="7"/>
                </a:lnTo>
                <a:lnTo>
                  <a:pt x="26" y="6"/>
                </a:lnTo>
                <a:cubicBezTo>
                  <a:pt x="26" y="6"/>
                  <a:pt x="27" y="6"/>
                  <a:pt x="27" y="6"/>
                </a:cubicBezTo>
                <a:cubicBezTo>
                  <a:pt x="27" y="6"/>
                  <a:pt x="27" y="5"/>
                  <a:pt x="28" y="5"/>
                </a:cubicBezTo>
                <a:cubicBezTo>
                  <a:pt x="28" y="5"/>
                  <a:pt x="28" y="5"/>
                  <a:pt x="29" y="5"/>
                </a:cubicBezTo>
                <a:cubicBezTo>
                  <a:pt x="30" y="5"/>
                  <a:pt x="30" y="5"/>
                  <a:pt x="30" y="5"/>
                </a:cubicBezTo>
                <a:cubicBezTo>
                  <a:pt x="31" y="5"/>
                  <a:pt x="31" y="5"/>
                  <a:pt x="31" y="5"/>
                </a:cubicBezTo>
                <a:cubicBezTo>
                  <a:pt x="32" y="5"/>
                  <a:pt x="32" y="5"/>
                  <a:pt x="32" y="5"/>
                </a:cubicBezTo>
                <a:cubicBezTo>
                  <a:pt x="32" y="5"/>
                  <a:pt x="32" y="5"/>
                  <a:pt x="32" y="5"/>
                </a:cubicBezTo>
                <a:cubicBezTo>
                  <a:pt x="32" y="6"/>
                  <a:pt x="32" y="6"/>
                  <a:pt x="31" y="6"/>
                </a:cubicBezTo>
                <a:cubicBezTo>
                  <a:pt x="31" y="6"/>
                  <a:pt x="31" y="7"/>
                  <a:pt x="31" y="7"/>
                </a:cubicBezTo>
                <a:cubicBezTo>
                  <a:pt x="31" y="7"/>
                  <a:pt x="31" y="8"/>
                  <a:pt x="31" y="8"/>
                </a:cubicBezTo>
                <a:cubicBezTo>
                  <a:pt x="31" y="8"/>
                  <a:pt x="31" y="9"/>
                  <a:pt x="31" y="10"/>
                </a:cubicBezTo>
                <a:cubicBezTo>
                  <a:pt x="31" y="11"/>
                  <a:pt x="31" y="11"/>
                  <a:pt x="31" y="11"/>
                </a:cubicBezTo>
                <a:cubicBezTo>
                  <a:pt x="31" y="12"/>
                  <a:pt x="31" y="12"/>
                  <a:pt x="31" y="12"/>
                </a:cubicBezTo>
                <a:cubicBezTo>
                  <a:pt x="31" y="13"/>
                  <a:pt x="31" y="13"/>
                  <a:pt x="31" y="13"/>
                </a:cubicBezTo>
                <a:cubicBezTo>
                  <a:pt x="31" y="13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1" y="14"/>
                  <a:pt x="32" y="13"/>
                  <a:pt x="32" y="12"/>
                </a:cubicBezTo>
                <a:cubicBezTo>
                  <a:pt x="32" y="12"/>
                  <a:pt x="32" y="11"/>
                  <a:pt x="33" y="10"/>
                </a:cubicBezTo>
                <a:cubicBezTo>
                  <a:pt x="33" y="8"/>
                  <a:pt x="33" y="6"/>
                  <a:pt x="33" y="6"/>
                </a:cubicBezTo>
                <a:cubicBezTo>
                  <a:pt x="33" y="5"/>
                  <a:pt x="33" y="5"/>
                  <a:pt x="33" y="5"/>
                </a:cubicBezTo>
                <a:cubicBezTo>
                  <a:pt x="33" y="5"/>
                  <a:pt x="33" y="4"/>
                  <a:pt x="34" y="4"/>
                </a:cubicBezTo>
                <a:cubicBezTo>
                  <a:pt x="34" y="4"/>
                  <a:pt x="34" y="4"/>
                  <a:pt x="34" y="4"/>
                </a:cubicBezTo>
                <a:cubicBezTo>
                  <a:pt x="35" y="4"/>
                  <a:pt x="35" y="4"/>
                  <a:pt x="35" y="4"/>
                </a:cubicBezTo>
                <a:cubicBezTo>
                  <a:pt x="35" y="4"/>
                  <a:pt x="36" y="4"/>
                  <a:pt x="36" y="4"/>
                </a:cubicBezTo>
                <a:cubicBezTo>
                  <a:pt x="36" y="4"/>
                  <a:pt x="37" y="4"/>
                  <a:pt x="37" y="4"/>
                </a:cubicBezTo>
                <a:cubicBezTo>
                  <a:pt x="37" y="4"/>
                  <a:pt x="37" y="4"/>
                  <a:pt x="38" y="4"/>
                </a:cubicBezTo>
                <a:cubicBezTo>
                  <a:pt x="38" y="4"/>
                  <a:pt x="38" y="4"/>
                  <a:pt x="38" y="4"/>
                </a:cubicBezTo>
                <a:cubicBezTo>
                  <a:pt x="39" y="4"/>
                  <a:pt x="39" y="4"/>
                  <a:pt x="39" y="4"/>
                </a:cubicBezTo>
                <a:close/>
                <a:moveTo>
                  <a:pt x="52" y="6"/>
                </a:moveTo>
                <a:cubicBezTo>
                  <a:pt x="52" y="6"/>
                  <a:pt x="53" y="6"/>
                  <a:pt x="53" y="6"/>
                </a:cubicBezTo>
                <a:cubicBezTo>
                  <a:pt x="53" y="6"/>
                  <a:pt x="54" y="6"/>
                  <a:pt x="54" y="6"/>
                </a:cubicBezTo>
                <a:cubicBezTo>
                  <a:pt x="54" y="7"/>
                  <a:pt x="55" y="7"/>
                  <a:pt x="55" y="7"/>
                </a:cubicBezTo>
                <a:cubicBezTo>
                  <a:pt x="55" y="7"/>
                  <a:pt x="55" y="7"/>
                  <a:pt x="55" y="7"/>
                </a:cubicBezTo>
                <a:cubicBezTo>
                  <a:pt x="55" y="7"/>
                  <a:pt x="55" y="7"/>
                  <a:pt x="54" y="7"/>
                </a:cubicBezTo>
                <a:cubicBezTo>
                  <a:pt x="54" y="8"/>
                  <a:pt x="54" y="8"/>
                  <a:pt x="54" y="8"/>
                </a:cubicBezTo>
                <a:cubicBezTo>
                  <a:pt x="54" y="9"/>
                  <a:pt x="54" y="9"/>
                  <a:pt x="53" y="10"/>
                </a:cubicBezTo>
                <a:cubicBezTo>
                  <a:pt x="53" y="10"/>
                  <a:pt x="53" y="10"/>
                  <a:pt x="53" y="10"/>
                </a:cubicBezTo>
                <a:cubicBezTo>
                  <a:pt x="53" y="10"/>
                  <a:pt x="53" y="10"/>
                  <a:pt x="53" y="10"/>
                </a:cubicBezTo>
                <a:cubicBezTo>
                  <a:pt x="52" y="10"/>
                  <a:pt x="52" y="10"/>
                  <a:pt x="52" y="10"/>
                </a:cubicBezTo>
                <a:cubicBezTo>
                  <a:pt x="52" y="10"/>
                  <a:pt x="51" y="10"/>
                  <a:pt x="51" y="10"/>
                </a:cubicBezTo>
                <a:cubicBezTo>
                  <a:pt x="51" y="10"/>
                  <a:pt x="51" y="10"/>
                  <a:pt x="50" y="10"/>
                </a:cubicBezTo>
                <a:cubicBezTo>
                  <a:pt x="50" y="10"/>
                  <a:pt x="49" y="10"/>
                  <a:pt x="49" y="10"/>
                </a:cubicBezTo>
                <a:cubicBezTo>
                  <a:pt x="49" y="11"/>
                  <a:pt x="48" y="11"/>
                  <a:pt x="48" y="11"/>
                </a:cubicBezTo>
                <a:cubicBezTo>
                  <a:pt x="48" y="11"/>
                  <a:pt x="48" y="10"/>
                  <a:pt x="48" y="10"/>
                </a:cubicBezTo>
                <a:cubicBezTo>
                  <a:pt x="47" y="10"/>
                  <a:pt x="47" y="9"/>
                  <a:pt x="47" y="9"/>
                </a:cubicBezTo>
                <a:cubicBezTo>
                  <a:pt x="46" y="8"/>
                  <a:pt x="46" y="8"/>
                  <a:pt x="46" y="8"/>
                </a:cubicBezTo>
                <a:cubicBezTo>
                  <a:pt x="46" y="8"/>
                  <a:pt x="46" y="7"/>
                  <a:pt x="47" y="7"/>
                </a:cubicBezTo>
                <a:cubicBezTo>
                  <a:pt x="47" y="7"/>
                  <a:pt x="47" y="7"/>
                  <a:pt x="48" y="7"/>
                </a:cubicBezTo>
                <a:cubicBezTo>
                  <a:pt x="49" y="7"/>
                  <a:pt x="49" y="7"/>
                  <a:pt x="49" y="6"/>
                </a:cubicBezTo>
                <a:cubicBezTo>
                  <a:pt x="49" y="6"/>
                  <a:pt x="49" y="6"/>
                  <a:pt x="49" y="6"/>
                </a:cubicBezTo>
                <a:cubicBezTo>
                  <a:pt x="48" y="6"/>
                  <a:pt x="48" y="6"/>
                  <a:pt x="47" y="6"/>
                </a:cubicBezTo>
                <a:cubicBezTo>
                  <a:pt x="47" y="6"/>
                  <a:pt x="47" y="6"/>
                  <a:pt x="47" y="6"/>
                </a:cubicBezTo>
                <a:cubicBezTo>
                  <a:pt x="47" y="6"/>
                  <a:pt x="47" y="6"/>
                  <a:pt x="47" y="6"/>
                </a:cubicBezTo>
                <a:cubicBezTo>
                  <a:pt x="46" y="6"/>
                  <a:pt x="46" y="5"/>
                  <a:pt x="46" y="5"/>
                </a:cubicBezTo>
                <a:cubicBezTo>
                  <a:pt x="46" y="5"/>
                  <a:pt x="46" y="5"/>
                  <a:pt x="47" y="5"/>
                </a:cubicBezTo>
                <a:cubicBezTo>
                  <a:pt x="47" y="5"/>
                  <a:pt x="47" y="5"/>
                  <a:pt x="47" y="5"/>
                </a:cubicBezTo>
                <a:cubicBezTo>
                  <a:pt x="48" y="5"/>
                  <a:pt x="49" y="5"/>
                  <a:pt x="49" y="4"/>
                </a:cubicBezTo>
                <a:cubicBezTo>
                  <a:pt x="49" y="4"/>
                  <a:pt x="49" y="4"/>
                  <a:pt x="49" y="3"/>
                </a:cubicBezTo>
                <a:cubicBezTo>
                  <a:pt x="50" y="2"/>
                  <a:pt x="50" y="2"/>
                  <a:pt x="50" y="2"/>
                </a:cubicBezTo>
                <a:cubicBezTo>
                  <a:pt x="50" y="2"/>
                  <a:pt x="50" y="2"/>
                  <a:pt x="50" y="2"/>
                </a:cubicBezTo>
                <a:cubicBezTo>
                  <a:pt x="50" y="2"/>
                  <a:pt x="50" y="2"/>
                  <a:pt x="50" y="2"/>
                </a:cubicBezTo>
                <a:cubicBezTo>
                  <a:pt x="51" y="2"/>
                  <a:pt x="51" y="2"/>
                  <a:pt x="51" y="2"/>
                </a:cubicBezTo>
                <a:cubicBezTo>
                  <a:pt x="51" y="2"/>
                  <a:pt x="51" y="2"/>
                  <a:pt x="51" y="3"/>
                </a:cubicBezTo>
                <a:cubicBezTo>
                  <a:pt x="50" y="3"/>
                  <a:pt x="50" y="3"/>
                  <a:pt x="50" y="4"/>
                </a:cubicBezTo>
                <a:cubicBezTo>
                  <a:pt x="50" y="4"/>
                  <a:pt x="51" y="4"/>
                  <a:pt x="51" y="4"/>
                </a:cubicBezTo>
                <a:cubicBezTo>
                  <a:pt x="51" y="4"/>
                  <a:pt x="51" y="4"/>
                  <a:pt x="52" y="4"/>
                </a:cubicBezTo>
                <a:cubicBezTo>
                  <a:pt x="52" y="4"/>
                  <a:pt x="53" y="4"/>
                  <a:pt x="53" y="4"/>
                </a:cubicBezTo>
                <a:cubicBezTo>
                  <a:pt x="53" y="4"/>
                  <a:pt x="53" y="4"/>
                  <a:pt x="53" y="4"/>
                </a:cubicBezTo>
                <a:cubicBezTo>
                  <a:pt x="53" y="4"/>
                  <a:pt x="53" y="4"/>
                  <a:pt x="53" y="4"/>
                </a:cubicBezTo>
                <a:cubicBezTo>
                  <a:pt x="54" y="4"/>
                  <a:pt x="54" y="5"/>
                  <a:pt x="54" y="5"/>
                </a:cubicBezTo>
                <a:cubicBezTo>
                  <a:pt x="54" y="5"/>
                  <a:pt x="54" y="5"/>
                  <a:pt x="54" y="5"/>
                </a:cubicBezTo>
                <a:cubicBezTo>
                  <a:pt x="53" y="5"/>
                  <a:pt x="53" y="5"/>
                  <a:pt x="53" y="5"/>
                </a:cubicBezTo>
                <a:cubicBezTo>
                  <a:pt x="53" y="5"/>
                  <a:pt x="53" y="5"/>
                  <a:pt x="52" y="5"/>
                </a:cubicBezTo>
                <a:cubicBezTo>
                  <a:pt x="52" y="5"/>
                  <a:pt x="51" y="5"/>
                  <a:pt x="51" y="5"/>
                </a:cubicBezTo>
                <a:lnTo>
                  <a:pt x="50" y="6"/>
                </a:lnTo>
                <a:cubicBezTo>
                  <a:pt x="50" y="6"/>
                  <a:pt x="50" y="6"/>
                  <a:pt x="50" y="6"/>
                </a:cubicBezTo>
                <a:cubicBezTo>
                  <a:pt x="50" y="6"/>
                  <a:pt x="50" y="6"/>
                  <a:pt x="51" y="6"/>
                </a:cubicBezTo>
                <a:cubicBezTo>
                  <a:pt x="51" y="6"/>
                  <a:pt x="51" y="6"/>
                  <a:pt x="52" y="6"/>
                </a:cubicBezTo>
                <a:close/>
                <a:moveTo>
                  <a:pt x="45" y="3"/>
                </a:moveTo>
                <a:cubicBezTo>
                  <a:pt x="45" y="3"/>
                  <a:pt x="45" y="3"/>
                  <a:pt x="46" y="4"/>
                </a:cubicBezTo>
                <a:cubicBezTo>
                  <a:pt x="46" y="4"/>
                  <a:pt x="46" y="4"/>
                  <a:pt x="46" y="4"/>
                </a:cubicBezTo>
                <a:cubicBezTo>
                  <a:pt x="46" y="4"/>
                  <a:pt x="46" y="5"/>
                  <a:pt x="45" y="5"/>
                </a:cubicBezTo>
                <a:cubicBezTo>
                  <a:pt x="45" y="6"/>
                  <a:pt x="44" y="6"/>
                  <a:pt x="44" y="6"/>
                </a:cubicBezTo>
                <a:cubicBezTo>
                  <a:pt x="44" y="7"/>
                  <a:pt x="44" y="7"/>
                  <a:pt x="43" y="7"/>
                </a:cubicBezTo>
                <a:cubicBezTo>
                  <a:pt x="43" y="7"/>
                  <a:pt x="43" y="7"/>
                  <a:pt x="43" y="7"/>
                </a:cubicBezTo>
                <a:cubicBezTo>
                  <a:pt x="43" y="7"/>
                  <a:pt x="43" y="7"/>
                  <a:pt x="43" y="7"/>
                </a:cubicBezTo>
                <a:cubicBezTo>
                  <a:pt x="43" y="7"/>
                  <a:pt x="43" y="6"/>
                  <a:pt x="43" y="6"/>
                </a:cubicBezTo>
                <a:cubicBezTo>
                  <a:pt x="43" y="6"/>
                  <a:pt x="44" y="5"/>
                  <a:pt x="44" y="4"/>
                </a:cubicBezTo>
                <a:cubicBezTo>
                  <a:pt x="44" y="4"/>
                  <a:pt x="45" y="3"/>
                  <a:pt x="45" y="3"/>
                </a:cubicBezTo>
                <a:cubicBezTo>
                  <a:pt x="45" y="3"/>
                  <a:pt x="45" y="3"/>
                  <a:pt x="45" y="3"/>
                </a:cubicBezTo>
                <a:close/>
                <a:moveTo>
                  <a:pt x="45" y="6"/>
                </a:moveTo>
                <a:cubicBezTo>
                  <a:pt x="45" y="6"/>
                  <a:pt x="45" y="6"/>
                  <a:pt x="46" y="7"/>
                </a:cubicBezTo>
                <a:cubicBezTo>
                  <a:pt x="46" y="7"/>
                  <a:pt x="46" y="7"/>
                  <a:pt x="46" y="7"/>
                </a:cubicBezTo>
                <a:cubicBezTo>
                  <a:pt x="46" y="7"/>
                  <a:pt x="46" y="8"/>
                  <a:pt x="45" y="8"/>
                </a:cubicBezTo>
                <a:cubicBezTo>
                  <a:pt x="45" y="9"/>
                  <a:pt x="44" y="9"/>
                  <a:pt x="44" y="9"/>
                </a:cubicBezTo>
                <a:cubicBezTo>
                  <a:pt x="44" y="9"/>
                  <a:pt x="44" y="10"/>
                  <a:pt x="44" y="10"/>
                </a:cubicBezTo>
                <a:cubicBezTo>
                  <a:pt x="44" y="10"/>
                  <a:pt x="44" y="10"/>
                  <a:pt x="44" y="10"/>
                </a:cubicBezTo>
                <a:cubicBezTo>
                  <a:pt x="44" y="10"/>
                  <a:pt x="44" y="10"/>
                  <a:pt x="44" y="10"/>
                </a:cubicBezTo>
                <a:cubicBezTo>
                  <a:pt x="45" y="10"/>
                  <a:pt x="45" y="11"/>
                  <a:pt x="45" y="11"/>
                </a:cubicBezTo>
                <a:cubicBezTo>
                  <a:pt x="45" y="11"/>
                  <a:pt x="45" y="11"/>
                  <a:pt x="45" y="11"/>
                </a:cubicBezTo>
                <a:cubicBezTo>
                  <a:pt x="45" y="11"/>
                  <a:pt x="45" y="11"/>
                  <a:pt x="45" y="12"/>
                </a:cubicBezTo>
                <a:cubicBezTo>
                  <a:pt x="45" y="12"/>
                  <a:pt x="45" y="12"/>
                  <a:pt x="45" y="13"/>
                </a:cubicBezTo>
                <a:cubicBezTo>
                  <a:pt x="45" y="14"/>
                  <a:pt x="45" y="14"/>
                  <a:pt x="45" y="14"/>
                </a:cubicBezTo>
                <a:cubicBezTo>
                  <a:pt x="45" y="15"/>
                  <a:pt x="45" y="15"/>
                  <a:pt x="45" y="15"/>
                </a:cubicBezTo>
                <a:cubicBezTo>
                  <a:pt x="45" y="15"/>
                  <a:pt x="45" y="16"/>
                  <a:pt x="45" y="16"/>
                </a:cubicBezTo>
                <a:cubicBezTo>
                  <a:pt x="45" y="16"/>
                  <a:pt x="45" y="16"/>
                  <a:pt x="44" y="16"/>
                </a:cubicBezTo>
                <a:cubicBezTo>
                  <a:pt x="44" y="16"/>
                  <a:pt x="44" y="16"/>
                  <a:pt x="44" y="16"/>
                </a:cubicBezTo>
                <a:cubicBezTo>
                  <a:pt x="44" y="16"/>
                  <a:pt x="44" y="15"/>
                  <a:pt x="44" y="14"/>
                </a:cubicBezTo>
                <a:cubicBezTo>
                  <a:pt x="44" y="14"/>
                  <a:pt x="44" y="13"/>
                  <a:pt x="44" y="13"/>
                </a:cubicBezTo>
                <a:cubicBezTo>
                  <a:pt x="44" y="13"/>
                  <a:pt x="44" y="13"/>
                  <a:pt x="44" y="12"/>
                </a:cubicBezTo>
                <a:cubicBezTo>
                  <a:pt x="44" y="12"/>
                  <a:pt x="44" y="12"/>
                  <a:pt x="44" y="12"/>
                </a:cubicBezTo>
                <a:cubicBezTo>
                  <a:pt x="44" y="12"/>
                  <a:pt x="44" y="12"/>
                  <a:pt x="43" y="12"/>
                </a:cubicBezTo>
                <a:cubicBezTo>
                  <a:pt x="43" y="12"/>
                  <a:pt x="43" y="12"/>
                  <a:pt x="43" y="12"/>
                </a:cubicBezTo>
                <a:cubicBezTo>
                  <a:pt x="43" y="12"/>
                  <a:pt x="42" y="12"/>
                  <a:pt x="42" y="13"/>
                </a:cubicBezTo>
                <a:cubicBezTo>
                  <a:pt x="41" y="13"/>
                  <a:pt x="41" y="13"/>
                  <a:pt x="41" y="13"/>
                </a:cubicBezTo>
                <a:cubicBezTo>
                  <a:pt x="41" y="13"/>
                  <a:pt x="41" y="13"/>
                  <a:pt x="41" y="13"/>
                </a:cubicBezTo>
                <a:cubicBezTo>
                  <a:pt x="41" y="13"/>
                  <a:pt x="41" y="12"/>
                  <a:pt x="41" y="12"/>
                </a:cubicBezTo>
                <a:cubicBezTo>
                  <a:pt x="41" y="12"/>
                  <a:pt x="41" y="11"/>
                  <a:pt x="42" y="11"/>
                </a:cubicBezTo>
                <a:cubicBezTo>
                  <a:pt x="43" y="10"/>
                  <a:pt x="43" y="10"/>
                  <a:pt x="43" y="9"/>
                </a:cubicBezTo>
                <a:cubicBezTo>
                  <a:pt x="43" y="9"/>
                  <a:pt x="44" y="8"/>
                  <a:pt x="44" y="8"/>
                </a:cubicBezTo>
                <a:cubicBezTo>
                  <a:pt x="44" y="7"/>
                  <a:pt x="45" y="7"/>
                  <a:pt x="45" y="7"/>
                </a:cubicBezTo>
                <a:cubicBezTo>
                  <a:pt x="45" y="6"/>
                  <a:pt x="45" y="6"/>
                  <a:pt x="45" y="6"/>
                </a:cubicBezTo>
                <a:close/>
                <a:moveTo>
                  <a:pt x="52" y="12"/>
                </a:moveTo>
                <a:cubicBezTo>
                  <a:pt x="52" y="12"/>
                  <a:pt x="52" y="12"/>
                  <a:pt x="52" y="12"/>
                </a:cubicBezTo>
                <a:cubicBezTo>
                  <a:pt x="53" y="13"/>
                  <a:pt x="54" y="14"/>
                  <a:pt x="54" y="14"/>
                </a:cubicBezTo>
                <a:cubicBezTo>
                  <a:pt x="55" y="15"/>
                  <a:pt x="55" y="16"/>
                  <a:pt x="55" y="16"/>
                </a:cubicBezTo>
                <a:cubicBezTo>
                  <a:pt x="55" y="16"/>
                  <a:pt x="55" y="16"/>
                  <a:pt x="55" y="16"/>
                </a:cubicBezTo>
                <a:cubicBezTo>
                  <a:pt x="55" y="16"/>
                  <a:pt x="55" y="16"/>
                  <a:pt x="54" y="16"/>
                </a:cubicBezTo>
                <a:cubicBezTo>
                  <a:pt x="54" y="16"/>
                  <a:pt x="54" y="16"/>
                  <a:pt x="53" y="16"/>
                </a:cubicBezTo>
                <a:cubicBezTo>
                  <a:pt x="53" y="16"/>
                  <a:pt x="52" y="16"/>
                  <a:pt x="52" y="16"/>
                </a:cubicBezTo>
                <a:cubicBezTo>
                  <a:pt x="52" y="16"/>
                  <a:pt x="51" y="16"/>
                  <a:pt x="51" y="16"/>
                </a:cubicBezTo>
                <a:lnTo>
                  <a:pt x="50" y="16"/>
                </a:lnTo>
                <a:cubicBezTo>
                  <a:pt x="50" y="16"/>
                  <a:pt x="50" y="16"/>
                  <a:pt x="50" y="16"/>
                </a:cubicBezTo>
                <a:cubicBezTo>
                  <a:pt x="49" y="16"/>
                  <a:pt x="49" y="16"/>
                  <a:pt x="49" y="16"/>
                </a:cubicBezTo>
                <a:cubicBezTo>
                  <a:pt x="49" y="16"/>
                  <a:pt x="49" y="16"/>
                  <a:pt x="49" y="16"/>
                </a:cubicBezTo>
                <a:cubicBezTo>
                  <a:pt x="49" y="15"/>
                  <a:pt x="48" y="15"/>
                  <a:pt x="48" y="15"/>
                </a:cubicBezTo>
                <a:cubicBezTo>
                  <a:pt x="48" y="15"/>
                  <a:pt x="48" y="14"/>
                  <a:pt x="48" y="14"/>
                </a:cubicBezTo>
                <a:cubicBezTo>
                  <a:pt x="48" y="14"/>
                  <a:pt x="48" y="13"/>
                  <a:pt x="48" y="13"/>
                </a:cubicBezTo>
                <a:cubicBezTo>
                  <a:pt x="48" y="13"/>
                  <a:pt x="48" y="13"/>
                  <a:pt x="48" y="13"/>
                </a:cubicBezTo>
                <a:cubicBezTo>
                  <a:pt x="48" y="13"/>
                  <a:pt x="47" y="13"/>
                  <a:pt x="47" y="14"/>
                </a:cubicBezTo>
                <a:cubicBezTo>
                  <a:pt x="47" y="14"/>
                  <a:pt x="47" y="15"/>
                  <a:pt x="47" y="15"/>
                </a:cubicBezTo>
                <a:cubicBezTo>
                  <a:pt x="47" y="15"/>
                  <a:pt x="47" y="15"/>
                  <a:pt x="47" y="15"/>
                </a:cubicBezTo>
                <a:cubicBezTo>
                  <a:pt x="46" y="15"/>
                  <a:pt x="46" y="15"/>
                  <a:pt x="46" y="15"/>
                </a:cubicBezTo>
                <a:cubicBezTo>
                  <a:pt x="45" y="15"/>
                  <a:pt x="45" y="15"/>
                  <a:pt x="45" y="15"/>
                </a:cubicBezTo>
                <a:cubicBezTo>
                  <a:pt x="45" y="15"/>
                  <a:pt x="45" y="14"/>
                  <a:pt x="46" y="14"/>
                </a:cubicBezTo>
                <a:cubicBezTo>
                  <a:pt x="46" y="13"/>
                  <a:pt x="46" y="13"/>
                  <a:pt x="47" y="13"/>
                </a:cubicBezTo>
                <a:cubicBezTo>
                  <a:pt x="47" y="13"/>
                  <a:pt x="47" y="12"/>
                  <a:pt x="47" y="12"/>
                </a:cubicBezTo>
                <a:cubicBezTo>
                  <a:pt x="47" y="12"/>
                  <a:pt x="47" y="12"/>
                  <a:pt x="47" y="12"/>
                </a:cubicBezTo>
                <a:cubicBezTo>
                  <a:pt x="47" y="12"/>
                  <a:pt x="47" y="12"/>
                  <a:pt x="47" y="12"/>
                </a:cubicBezTo>
                <a:cubicBezTo>
                  <a:pt x="47" y="11"/>
                  <a:pt x="47" y="11"/>
                  <a:pt x="47" y="11"/>
                </a:cubicBezTo>
                <a:cubicBezTo>
                  <a:pt x="48" y="11"/>
                  <a:pt x="48" y="11"/>
                  <a:pt x="48" y="11"/>
                </a:cubicBezTo>
                <a:cubicBezTo>
                  <a:pt x="48" y="11"/>
                  <a:pt x="49" y="11"/>
                  <a:pt x="49" y="11"/>
                </a:cubicBezTo>
                <a:cubicBezTo>
                  <a:pt x="49" y="11"/>
                  <a:pt x="50" y="11"/>
                  <a:pt x="50" y="11"/>
                </a:cubicBezTo>
                <a:cubicBezTo>
                  <a:pt x="50" y="11"/>
                  <a:pt x="50" y="11"/>
                  <a:pt x="50" y="11"/>
                </a:cubicBezTo>
                <a:cubicBezTo>
                  <a:pt x="51" y="11"/>
                  <a:pt x="51" y="11"/>
                  <a:pt x="51" y="11"/>
                </a:cubicBezTo>
                <a:cubicBezTo>
                  <a:pt x="51" y="11"/>
                  <a:pt x="52" y="11"/>
                  <a:pt x="52" y="11"/>
                </a:cubicBezTo>
                <a:cubicBezTo>
                  <a:pt x="52" y="11"/>
                  <a:pt x="52" y="11"/>
                  <a:pt x="52" y="11"/>
                </a:cubicBezTo>
                <a:cubicBezTo>
                  <a:pt x="52" y="11"/>
                  <a:pt x="52" y="11"/>
                  <a:pt x="52" y="11"/>
                </a:cubicBezTo>
                <a:cubicBezTo>
                  <a:pt x="52" y="11"/>
                  <a:pt x="52" y="12"/>
                  <a:pt x="52" y="12"/>
                </a:cubicBezTo>
                <a:cubicBezTo>
                  <a:pt x="52" y="12"/>
                  <a:pt x="52" y="12"/>
                  <a:pt x="52" y="12"/>
                </a:cubicBezTo>
                <a:close/>
                <a:moveTo>
                  <a:pt x="57" y="13"/>
                </a:moveTo>
                <a:cubicBezTo>
                  <a:pt x="57" y="13"/>
                  <a:pt x="57" y="13"/>
                  <a:pt x="57" y="14"/>
                </a:cubicBezTo>
                <a:cubicBezTo>
                  <a:pt x="57" y="14"/>
                  <a:pt x="57" y="14"/>
                  <a:pt x="57" y="14"/>
                </a:cubicBezTo>
                <a:cubicBezTo>
                  <a:pt x="56" y="14"/>
                  <a:pt x="56" y="14"/>
                  <a:pt x="55" y="13"/>
                </a:cubicBezTo>
                <a:cubicBezTo>
                  <a:pt x="54" y="12"/>
                  <a:pt x="54" y="12"/>
                  <a:pt x="54" y="12"/>
                </a:cubicBezTo>
                <a:cubicBezTo>
                  <a:pt x="54" y="12"/>
                  <a:pt x="54" y="12"/>
                  <a:pt x="54" y="12"/>
                </a:cubicBezTo>
                <a:cubicBezTo>
                  <a:pt x="54" y="12"/>
                  <a:pt x="54" y="12"/>
                  <a:pt x="54" y="12"/>
                </a:cubicBezTo>
                <a:cubicBezTo>
                  <a:pt x="55" y="12"/>
                  <a:pt x="55" y="12"/>
                  <a:pt x="56" y="12"/>
                </a:cubicBezTo>
                <a:cubicBezTo>
                  <a:pt x="56" y="12"/>
                  <a:pt x="56" y="12"/>
                  <a:pt x="56" y="12"/>
                </a:cubicBezTo>
                <a:cubicBezTo>
                  <a:pt x="56" y="12"/>
                  <a:pt x="57" y="12"/>
                  <a:pt x="57" y="12"/>
                </a:cubicBezTo>
                <a:cubicBezTo>
                  <a:pt x="57" y="12"/>
                  <a:pt x="57" y="12"/>
                  <a:pt x="57" y="13"/>
                </a:cubicBezTo>
                <a:cubicBezTo>
                  <a:pt x="57" y="13"/>
                  <a:pt x="57" y="13"/>
                  <a:pt x="57" y="13"/>
                </a:cubicBezTo>
                <a:close/>
                <a:moveTo>
                  <a:pt x="71" y="5"/>
                </a:moveTo>
                <a:cubicBezTo>
                  <a:pt x="71" y="5"/>
                  <a:pt x="71" y="5"/>
                  <a:pt x="71" y="5"/>
                </a:cubicBezTo>
                <a:cubicBezTo>
                  <a:pt x="71" y="5"/>
                  <a:pt x="71" y="6"/>
                  <a:pt x="71" y="6"/>
                </a:cubicBezTo>
                <a:cubicBezTo>
                  <a:pt x="70" y="6"/>
                  <a:pt x="70" y="6"/>
                  <a:pt x="70" y="7"/>
                </a:cubicBezTo>
                <a:cubicBezTo>
                  <a:pt x="70" y="7"/>
                  <a:pt x="70" y="7"/>
                  <a:pt x="70" y="8"/>
                </a:cubicBezTo>
                <a:cubicBezTo>
                  <a:pt x="70" y="8"/>
                  <a:pt x="70" y="9"/>
                  <a:pt x="69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69" y="9"/>
                  <a:pt x="69" y="8"/>
                  <a:pt x="68" y="8"/>
                </a:cubicBezTo>
                <a:cubicBezTo>
                  <a:pt x="68" y="8"/>
                  <a:pt x="68" y="8"/>
                  <a:pt x="68" y="8"/>
                </a:cubicBezTo>
                <a:cubicBezTo>
                  <a:pt x="68" y="8"/>
                  <a:pt x="67" y="8"/>
                  <a:pt x="66" y="9"/>
                </a:cubicBezTo>
                <a:cubicBezTo>
                  <a:pt x="66" y="9"/>
                  <a:pt x="65" y="9"/>
                  <a:pt x="65" y="9"/>
                </a:cubicBezTo>
                <a:cubicBezTo>
                  <a:pt x="65" y="9"/>
                  <a:pt x="65" y="9"/>
                  <a:pt x="65" y="9"/>
                </a:cubicBezTo>
                <a:cubicBezTo>
                  <a:pt x="65" y="9"/>
                  <a:pt x="65" y="9"/>
                  <a:pt x="64" y="9"/>
                </a:cubicBezTo>
                <a:cubicBezTo>
                  <a:pt x="64" y="8"/>
                  <a:pt x="64" y="8"/>
                  <a:pt x="63" y="7"/>
                </a:cubicBezTo>
                <a:cubicBezTo>
                  <a:pt x="63" y="7"/>
                  <a:pt x="63" y="6"/>
                  <a:pt x="63" y="6"/>
                </a:cubicBezTo>
                <a:cubicBezTo>
                  <a:pt x="63" y="6"/>
                  <a:pt x="63" y="7"/>
                  <a:pt x="63" y="7"/>
                </a:cubicBezTo>
                <a:cubicBezTo>
                  <a:pt x="63" y="8"/>
                  <a:pt x="62" y="10"/>
                  <a:pt x="61" y="11"/>
                </a:cubicBezTo>
                <a:cubicBezTo>
                  <a:pt x="61" y="12"/>
                  <a:pt x="61" y="12"/>
                  <a:pt x="61" y="13"/>
                </a:cubicBezTo>
                <a:cubicBezTo>
                  <a:pt x="61" y="13"/>
                  <a:pt x="61" y="14"/>
                  <a:pt x="61" y="14"/>
                </a:cubicBezTo>
                <a:cubicBezTo>
                  <a:pt x="60" y="14"/>
                  <a:pt x="60" y="14"/>
                  <a:pt x="60" y="14"/>
                </a:cubicBezTo>
                <a:cubicBezTo>
                  <a:pt x="59" y="15"/>
                  <a:pt x="59" y="15"/>
                  <a:pt x="58" y="15"/>
                </a:cubicBezTo>
                <a:cubicBezTo>
                  <a:pt x="58" y="15"/>
                  <a:pt x="58" y="16"/>
                  <a:pt x="58" y="16"/>
                </a:cubicBezTo>
                <a:cubicBezTo>
                  <a:pt x="57" y="16"/>
                  <a:pt x="57" y="16"/>
                  <a:pt x="57" y="15"/>
                </a:cubicBezTo>
                <a:cubicBezTo>
                  <a:pt x="57" y="15"/>
                  <a:pt x="58" y="15"/>
                  <a:pt x="58" y="15"/>
                </a:cubicBezTo>
                <a:cubicBezTo>
                  <a:pt x="58" y="14"/>
                  <a:pt x="59" y="14"/>
                  <a:pt x="59" y="13"/>
                </a:cubicBezTo>
                <a:cubicBezTo>
                  <a:pt x="59" y="13"/>
                  <a:pt x="60" y="13"/>
                  <a:pt x="60" y="12"/>
                </a:cubicBezTo>
                <a:cubicBezTo>
                  <a:pt x="60" y="11"/>
                  <a:pt x="61" y="10"/>
                  <a:pt x="61" y="9"/>
                </a:cubicBezTo>
                <a:cubicBezTo>
                  <a:pt x="62" y="8"/>
                  <a:pt x="62" y="7"/>
                  <a:pt x="62" y="6"/>
                </a:cubicBezTo>
                <a:cubicBezTo>
                  <a:pt x="63" y="5"/>
                  <a:pt x="63" y="4"/>
                  <a:pt x="63" y="3"/>
                </a:cubicBezTo>
                <a:cubicBezTo>
                  <a:pt x="63" y="3"/>
                  <a:pt x="63" y="3"/>
                  <a:pt x="63" y="3"/>
                </a:cubicBezTo>
                <a:cubicBezTo>
                  <a:pt x="63" y="2"/>
                  <a:pt x="63" y="2"/>
                  <a:pt x="63" y="2"/>
                </a:cubicBezTo>
                <a:cubicBezTo>
                  <a:pt x="63" y="2"/>
                  <a:pt x="64" y="2"/>
                  <a:pt x="64" y="3"/>
                </a:cubicBezTo>
                <a:cubicBezTo>
                  <a:pt x="64" y="3"/>
                  <a:pt x="64" y="3"/>
                  <a:pt x="64" y="3"/>
                </a:cubicBezTo>
                <a:cubicBezTo>
                  <a:pt x="64" y="3"/>
                  <a:pt x="65" y="3"/>
                  <a:pt x="65" y="3"/>
                </a:cubicBezTo>
                <a:cubicBezTo>
                  <a:pt x="66" y="2"/>
                  <a:pt x="66" y="2"/>
                  <a:pt x="66" y="2"/>
                </a:cubicBezTo>
                <a:cubicBezTo>
                  <a:pt x="67" y="2"/>
                  <a:pt x="67" y="2"/>
                  <a:pt x="68" y="2"/>
                </a:cubicBezTo>
                <a:cubicBezTo>
                  <a:pt x="68" y="2"/>
                  <a:pt x="68" y="2"/>
                  <a:pt x="68" y="2"/>
                </a:cubicBezTo>
                <a:cubicBezTo>
                  <a:pt x="69" y="2"/>
                  <a:pt x="69" y="2"/>
                  <a:pt x="69" y="2"/>
                </a:cubicBezTo>
                <a:cubicBezTo>
                  <a:pt x="69" y="2"/>
                  <a:pt x="69" y="2"/>
                  <a:pt x="69" y="2"/>
                </a:cubicBezTo>
                <a:cubicBezTo>
                  <a:pt x="69" y="2"/>
                  <a:pt x="69" y="2"/>
                  <a:pt x="69" y="3"/>
                </a:cubicBezTo>
                <a:cubicBezTo>
                  <a:pt x="70" y="3"/>
                  <a:pt x="70" y="3"/>
                  <a:pt x="70" y="3"/>
                </a:cubicBezTo>
                <a:cubicBezTo>
                  <a:pt x="70" y="3"/>
                  <a:pt x="70" y="3"/>
                  <a:pt x="69" y="3"/>
                </a:cubicBezTo>
                <a:cubicBezTo>
                  <a:pt x="68" y="3"/>
                  <a:pt x="68" y="3"/>
                  <a:pt x="67" y="4"/>
                </a:cubicBezTo>
                <a:cubicBezTo>
                  <a:pt x="67" y="4"/>
                  <a:pt x="67" y="4"/>
                  <a:pt x="67" y="4"/>
                </a:cubicBezTo>
                <a:cubicBezTo>
                  <a:pt x="66" y="4"/>
                  <a:pt x="66" y="4"/>
                  <a:pt x="66" y="4"/>
                </a:cubicBezTo>
                <a:cubicBezTo>
                  <a:pt x="66" y="4"/>
                  <a:pt x="66" y="4"/>
                  <a:pt x="66" y="4"/>
                </a:cubicBezTo>
                <a:cubicBezTo>
                  <a:pt x="66" y="4"/>
                  <a:pt x="65" y="4"/>
                  <a:pt x="65" y="4"/>
                </a:cubicBezTo>
                <a:cubicBezTo>
                  <a:pt x="65" y="4"/>
                  <a:pt x="65" y="4"/>
                  <a:pt x="64" y="4"/>
                </a:cubicBezTo>
                <a:cubicBezTo>
                  <a:pt x="64" y="4"/>
                  <a:pt x="64" y="4"/>
                  <a:pt x="64" y="4"/>
                </a:cubicBezTo>
                <a:cubicBezTo>
                  <a:pt x="64" y="5"/>
                  <a:pt x="64" y="5"/>
                  <a:pt x="64" y="5"/>
                </a:cubicBezTo>
                <a:cubicBezTo>
                  <a:pt x="64" y="5"/>
                  <a:pt x="64" y="5"/>
                  <a:pt x="64" y="5"/>
                </a:cubicBezTo>
                <a:cubicBezTo>
                  <a:pt x="64" y="5"/>
                  <a:pt x="64" y="5"/>
                  <a:pt x="64" y="5"/>
                </a:cubicBezTo>
                <a:cubicBezTo>
                  <a:pt x="65" y="5"/>
                  <a:pt x="66" y="5"/>
                  <a:pt x="67" y="4"/>
                </a:cubicBezTo>
                <a:cubicBezTo>
                  <a:pt x="68" y="4"/>
                  <a:pt x="68" y="4"/>
                  <a:pt x="69" y="4"/>
                </a:cubicBezTo>
                <a:cubicBezTo>
                  <a:pt x="70" y="4"/>
                  <a:pt x="70" y="4"/>
                  <a:pt x="70" y="5"/>
                </a:cubicBezTo>
                <a:cubicBezTo>
                  <a:pt x="71" y="5"/>
                  <a:pt x="71" y="5"/>
                  <a:pt x="71" y="5"/>
                </a:cubicBezTo>
                <a:cubicBezTo>
                  <a:pt x="71" y="5"/>
                  <a:pt x="71" y="5"/>
                  <a:pt x="71" y="5"/>
                </a:cubicBezTo>
                <a:close/>
                <a:moveTo>
                  <a:pt x="72" y="12"/>
                </a:moveTo>
                <a:cubicBezTo>
                  <a:pt x="72" y="12"/>
                  <a:pt x="72" y="12"/>
                  <a:pt x="72" y="12"/>
                </a:cubicBezTo>
                <a:cubicBezTo>
                  <a:pt x="72" y="12"/>
                  <a:pt x="73" y="12"/>
                  <a:pt x="73" y="13"/>
                </a:cubicBezTo>
                <a:cubicBezTo>
                  <a:pt x="73" y="13"/>
                  <a:pt x="73" y="13"/>
                  <a:pt x="73" y="13"/>
                </a:cubicBezTo>
                <a:cubicBezTo>
                  <a:pt x="73" y="13"/>
                  <a:pt x="73" y="13"/>
                  <a:pt x="73" y="13"/>
                </a:cubicBezTo>
                <a:cubicBezTo>
                  <a:pt x="73" y="13"/>
                  <a:pt x="72" y="13"/>
                  <a:pt x="72" y="13"/>
                </a:cubicBezTo>
                <a:cubicBezTo>
                  <a:pt x="72" y="13"/>
                  <a:pt x="71" y="13"/>
                  <a:pt x="70" y="13"/>
                </a:cubicBezTo>
                <a:cubicBezTo>
                  <a:pt x="69" y="13"/>
                  <a:pt x="69" y="13"/>
                  <a:pt x="69" y="13"/>
                </a:cubicBezTo>
                <a:cubicBezTo>
                  <a:pt x="68" y="13"/>
                  <a:pt x="68" y="13"/>
                  <a:pt x="68" y="13"/>
                </a:cubicBezTo>
                <a:lnTo>
                  <a:pt x="68" y="14"/>
                </a:lnTo>
                <a:cubicBezTo>
                  <a:pt x="68" y="15"/>
                  <a:pt x="68" y="16"/>
                  <a:pt x="68" y="16"/>
                </a:cubicBezTo>
                <a:cubicBezTo>
                  <a:pt x="68" y="17"/>
                  <a:pt x="68" y="17"/>
                  <a:pt x="68" y="17"/>
                </a:cubicBezTo>
                <a:cubicBezTo>
                  <a:pt x="68" y="18"/>
                  <a:pt x="68" y="18"/>
                  <a:pt x="68" y="18"/>
                </a:cubicBezTo>
                <a:cubicBezTo>
                  <a:pt x="67" y="18"/>
                  <a:pt x="67" y="18"/>
                  <a:pt x="66" y="17"/>
                </a:cubicBezTo>
                <a:cubicBezTo>
                  <a:pt x="65" y="17"/>
                  <a:pt x="65" y="17"/>
                  <a:pt x="64" y="17"/>
                </a:cubicBezTo>
                <a:cubicBezTo>
                  <a:pt x="64" y="16"/>
                  <a:pt x="63" y="16"/>
                  <a:pt x="63" y="16"/>
                </a:cubicBezTo>
                <a:cubicBezTo>
                  <a:pt x="63" y="16"/>
                  <a:pt x="63" y="16"/>
                  <a:pt x="64" y="16"/>
                </a:cubicBezTo>
                <a:cubicBezTo>
                  <a:pt x="64" y="16"/>
                  <a:pt x="64" y="16"/>
                  <a:pt x="64" y="16"/>
                </a:cubicBezTo>
                <a:cubicBezTo>
                  <a:pt x="64" y="16"/>
                  <a:pt x="65" y="16"/>
                  <a:pt x="65" y="16"/>
                </a:cubicBezTo>
                <a:cubicBezTo>
                  <a:pt x="66" y="16"/>
                  <a:pt x="66" y="16"/>
                  <a:pt x="66" y="16"/>
                </a:cubicBezTo>
                <a:cubicBezTo>
                  <a:pt x="66" y="16"/>
                  <a:pt x="67" y="16"/>
                  <a:pt x="67" y="16"/>
                </a:cubicBezTo>
                <a:cubicBezTo>
                  <a:pt x="67" y="16"/>
                  <a:pt x="67" y="16"/>
                  <a:pt x="67" y="16"/>
                </a:cubicBezTo>
                <a:cubicBezTo>
                  <a:pt x="67" y="16"/>
                  <a:pt x="67" y="15"/>
                  <a:pt x="67" y="15"/>
                </a:cubicBezTo>
                <a:cubicBezTo>
                  <a:pt x="67" y="15"/>
                  <a:pt x="67" y="14"/>
                  <a:pt x="67" y="14"/>
                </a:cubicBezTo>
                <a:cubicBezTo>
                  <a:pt x="67" y="14"/>
                  <a:pt x="67" y="13"/>
                  <a:pt x="67" y="13"/>
                </a:cubicBezTo>
                <a:cubicBezTo>
                  <a:pt x="67" y="13"/>
                  <a:pt x="67" y="13"/>
                  <a:pt x="67" y="13"/>
                </a:cubicBezTo>
                <a:cubicBezTo>
                  <a:pt x="67" y="13"/>
                  <a:pt x="67" y="13"/>
                  <a:pt x="67" y="13"/>
                </a:cubicBezTo>
                <a:cubicBezTo>
                  <a:pt x="66" y="13"/>
                  <a:pt x="65" y="13"/>
                  <a:pt x="64" y="13"/>
                </a:cubicBezTo>
                <a:cubicBezTo>
                  <a:pt x="64" y="14"/>
                  <a:pt x="64" y="14"/>
                  <a:pt x="63" y="14"/>
                </a:cubicBezTo>
                <a:cubicBezTo>
                  <a:pt x="63" y="14"/>
                  <a:pt x="63" y="14"/>
                  <a:pt x="62" y="14"/>
                </a:cubicBezTo>
                <a:cubicBezTo>
                  <a:pt x="62" y="14"/>
                  <a:pt x="62" y="14"/>
                  <a:pt x="62" y="14"/>
                </a:cubicBezTo>
                <a:cubicBezTo>
                  <a:pt x="62" y="14"/>
                  <a:pt x="62" y="14"/>
                  <a:pt x="62" y="14"/>
                </a:cubicBezTo>
                <a:cubicBezTo>
                  <a:pt x="62" y="14"/>
                  <a:pt x="62" y="13"/>
                  <a:pt x="62" y="13"/>
                </a:cubicBezTo>
                <a:cubicBezTo>
                  <a:pt x="62" y="13"/>
                  <a:pt x="62" y="13"/>
                  <a:pt x="62" y="13"/>
                </a:cubicBezTo>
                <a:cubicBezTo>
                  <a:pt x="62" y="13"/>
                  <a:pt x="62" y="13"/>
                  <a:pt x="63" y="13"/>
                </a:cubicBezTo>
                <a:cubicBezTo>
                  <a:pt x="63" y="13"/>
                  <a:pt x="63" y="13"/>
                  <a:pt x="63" y="13"/>
                </a:cubicBezTo>
                <a:cubicBezTo>
                  <a:pt x="64" y="13"/>
                  <a:pt x="65" y="12"/>
                  <a:pt x="66" y="12"/>
                </a:cubicBezTo>
                <a:cubicBezTo>
                  <a:pt x="67" y="12"/>
                  <a:pt x="67" y="12"/>
                  <a:pt x="67" y="12"/>
                </a:cubicBezTo>
                <a:cubicBezTo>
                  <a:pt x="67" y="12"/>
                  <a:pt x="67" y="11"/>
                  <a:pt x="66" y="11"/>
                </a:cubicBezTo>
                <a:cubicBezTo>
                  <a:pt x="66" y="11"/>
                  <a:pt x="66" y="11"/>
                  <a:pt x="66" y="11"/>
                </a:cubicBezTo>
                <a:cubicBezTo>
                  <a:pt x="66" y="11"/>
                  <a:pt x="66" y="11"/>
                  <a:pt x="66" y="11"/>
                </a:cubicBezTo>
                <a:cubicBezTo>
                  <a:pt x="67" y="11"/>
                  <a:pt x="67" y="11"/>
                  <a:pt x="67" y="11"/>
                </a:cubicBezTo>
                <a:cubicBezTo>
                  <a:pt x="67" y="11"/>
                  <a:pt x="68" y="11"/>
                  <a:pt x="68" y="10"/>
                </a:cubicBezTo>
                <a:cubicBezTo>
                  <a:pt x="68" y="10"/>
                  <a:pt x="68" y="10"/>
                  <a:pt x="68" y="10"/>
                </a:cubicBezTo>
                <a:cubicBezTo>
                  <a:pt x="68" y="10"/>
                  <a:pt x="68" y="9"/>
                  <a:pt x="68" y="9"/>
                </a:cubicBezTo>
                <a:cubicBezTo>
                  <a:pt x="68" y="9"/>
                  <a:pt x="67" y="10"/>
                  <a:pt x="66" y="10"/>
                </a:cubicBezTo>
                <a:cubicBezTo>
                  <a:pt x="65" y="11"/>
                  <a:pt x="65" y="11"/>
                  <a:pt x="64" y="11"/>
                </a:cubicBezTo>
                <a:cubicBezTo>
                  <a:pt x="64" y="11"/>
                  <a:pt x="64" y="11"/>
                  <a:pt x="64" y="11"/>
                </a:cubicBezTo>
                <a:cubicBezTo>
                  <a:pt x="64" y="11"/>
                  <a:pt x="63" y="11"/>
                  <a:pt x="63" y="11"/>
                </a:cubicBezTo>
                <a:cubicBezTo>
                  <a:pt x="63" y="11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4" y="10"/>
                  <a:pt x="64" y="10"/>
                </a:cubicBezTo>
                <a:cubicBezTo>
                  <a:pt x="64" y="10"/>
                  <a:pt x="65" y="10"/>
                  <a:pt x="66" y="9"/>
                </a:cubicBezTo>
                <a:cubicBezTo>
                  <a:pt x="67" y="9"/>
                  <a:pt x="67" y="9"/>
                  <a:pt x="68" y="9"/>
                </a:cubicBezTo>
                <a:cubicBezTo>
                  <a:pt x="68" y="9"/>
                  <a:pt x="68" y="9"/>
                  <a:pt x="68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70" y="9"/>
                  <a:pt x="70" y="10"/>
                  <a:pt x="70" y="10"/>
                </a:cubicBezTo>
                <a:cubicBezTo>
                  <a:pt x="70" y="10"/>
                  <a:pt x="70" y="10"/>
                  <a:pt x="69" y="10"/>
                </a:cubicBezTo>
                <a:cubicBezTo>
                  <a:pt x="69" y="11"/>
                  <a:pt x="69" y="11"/>
                  <a:pt x="68" y="11"/>
                </a:cubicBezTo>
                <a:cubicBezTo>
                  <a:pt x="68" y="11"/>
                  <a:pt x="68" y="11"/>
                  <a:pt x="68" y="11"/>
                </a:cubicBezTo>
                <a:cubicBezTo>
                  <a:pt x="68" y="11"/>
                  <a:pt x="68" y="12"/>
                  <a:pt x="68" y="12"/>
                </a:cubicBezTo>
                <a:cubicBezTo>
                  <a:pt x="68" y="12"/>
                  <a:pt x="68" y="12"/>
                  <a:pt x="69" y="12"/>
                </a:cubicBezTo>
                <a:lnTo>
                  <a:pt x="70" y="12"/>
                </a:lnTo>
                <a:cubicBezTo>
                  <a:pt x="70" y="12"/>
                  <a:pt x="71" y="12"/>
                  <a:pt x="71" y="12"/>
                </a:cubicBezTo>
                <a:cubicBezTo>
                  <a:pt x="71" y="12"/>
                  <a:pt x="71" y="12"/>
                  <a:pt x="72" y="12"/>
                </a:cubicBezTo>
                <a:close/>
                <a:moveTo>
                  <a:pt x="84" y="6"/>
                </a:moveTo>
                <a:cubicBezTo>
                  <a:pt x="84" y="6"/>
                  <a:pt x="84" y="6"/>
                  <a:pt x="85" y="6"/>
                </a:cubicBezTo>
                <a:cubicBezTo>
                  <a:pt x="85" y="6"/>
                  <a:pt x="85" y="6"/>
                  <a:pt x="86" y="6"/>
                </a:cubicBezTo>
                <a:cubicBezTo>
                  <a:pt x="86" y="6"/>
                  <a:pt x="86" y="6"/>
                  <a:pt x="87" y="6"/>
                </a:cubicBezTo>
                <a:cubicBezTo>
                  <a:pt x="87" y="6"/>
                  <a:pt x="87" y="6"/>
                  <a:pt x="88" y="7"/>
                </a:cubicBezTo>
                <a:cubicBezTo>
                  <a:pt x="88" y="7"/>
                  <a:pt x="89" y="8"/>
                  <a:pt x="89" y="8"/>
                </a:cubicBezTo>
                <a:cubicBezTo>
                  <a:pt x="89" y="8"/>
                  <a:pt x="89" y="8"/>
                  <a:pt x="89" y="8"/>
                </a:cubicBezTo>
                <a:cubicBezTo>
                  <a:pt x="89" y="8"/>
                  <a:pt x="89" y="9"/>
                  <a:pt x="89" y="9"/>
                </a:cubicBezTo>
                <a:cubicBezTo>
                  <a:pt x="89" y="9"/>
                  <a:pt x="89" y="9"/>
                  <a:pt x="89" y="9"/>
                </a:cubicBezTo>
                <a:cubicBezTo>
                  <a:pt x="89" y="9"/>
                  <a:pt x="89" y="9"/>
                  <a:pt x="88" y="9"/>
                </a:cubicBezTo>
                <a:cubicBezTo>
                  <a:pt x="88" y="9"/>
                  <a:pt x="88" y="9"/>
                  <a:pt x="87" y="9"/>
                </a:cubicBezTo>
                <a:lnTo>
                  <a:pt x="86" y="9"/>
                </a:lnTo>
                <a:cubicBezTo>
                  <a:pt x="86" y="9"/>
                  <a:pt x="86" y="9"/>
                  <a:pt x="86" y="9"/>
                </a:cubicBezTo>
                <a:cubicBezTo>
                  <a:pt x="85" y="9"/>
                  <a:pt x="85" y="10"/>
                  <a:pt x="84" y="10"/>
                </a:cubicBezTo>
                <a:cubicBezTo>
                  <a:pt x="84" y="10"/>
                  <a:pt x="84" y="10"/>
                  <a:pt x="84" y="10"/>
                </a:cubicBezTo>
                <a:cubicBezTo>
                  <a:pt x="84" y="10"/>
                  <a:pt x="84" y="10"/>
                  <a:pt x="84" y="10"/>
                </a:cubicBezTo>
                <a:cubicBezTo>
                  <a:pt x="84" y="11"/>
                  <a:pt x="84" y="11"/>
                  <a:pt x="84" y="11"/>
                </a:cubicBezTo>
                <a:cubicBezTo>
                  <a:pt x="84" y="11"/>
                  <a:pt x="84" y="11"/>
                  <a:pt x="84" y="11"/>
                </a:cubicBezTo>
                <a:cubicBezTo>
                  <a:pt x="84" y="11"/>
                  <a:pt x="84" y="11"/>
                  <a:pt x="84" y="11"/>
                </a:cubicBezTo>
                <a:cubicBezTo>
                  <a:pt x="85" y="11"/>
                  <a:pt x="86" y="11"/>
                  <a:pt x="87" y="11"/>
                </a:cubicBezTo>
                <a:cubicBezTo>
                  <a:pt x="87" y="11"/>
                  <a:pt x="88" y="11"/>
                  <a:pt x="88" y="11"/>
                </a:cubicBezTo>
                <a:cubicBezTo>
                  <a:pt x="88" y="11"/>
                  <a:pt x="88" y="11"/>
                  <a:pt x="88" y="11"/>
                </a:cubicBezTo>
                <a:cubicBezTo>
                  <a:pt x="88" y="12"/>
                  <a:pt x="88" y="12"/>
                  <a:pt x="88" y="12"/>
                </a:cubicBezTo>
                <a:cubicBezTo>
                  <a:pt x="88" y="12"/>
                  <a:pt x="88" y="12"/>
                  <a:pt x="88" y="13"/>
                </a:cubicBezTo>
                <a:cubicBezTo>
                  <a:pt x="88" y="13"/>
                  <a:pt x="88" y="13"/>
                  <a:pt x="88" y="13"/>
                </a:cubicBezTo>
                <a:cubicBezTo>
                  <a:pt x="88" y="13"/>
                  <a:pt x="88" y="13"/>
                  <a:pt x="88" y="13"/>
                </a:cubicBezTo>
                <a:cubicBezTo>
                  <a:pt x="87" y="13"/>
                  <a:pt x="87" y="12"/>
                  <a:pt x="86" y="12"/>
                </a:cubicBezTo>
                <a:cubicBezTo>
                  <a:pt x="85" y="12"/>
                  <a:pt x="84" y="12"/>
                  <a:pt x="84" y="13"/>
                </a:cubicBezTo>
                <a:cubicBezTo>
                  <a:pt x="84" y="13"/>
                  <a:pt x="84" y="13"/>
                  <a:pt x="84" y="13"/>
                </a:cubicBezTo>
                <a:cubicBezTo>
                  <a:pt x="84" y="13"/>
                  <a:pt x="84" y="14"/>
                  <a:pt x="84" y="15"/>
                </a:cubicBezTo>
                <a:cubicBezTo>
                  <a:pt x="84" y="15"/>
                  <a:pt x="84" y="16"/>
                  <a:pt x="84" y="16"/>
                </a:cubicBezTo>
                <a:cubicBezTo>
                  <a:pt x="83" y="17"/>
                  <a:pt x="83" y="17"/>
                  <a:pt x="83" y="18"/>
                </a:cubicBezTo>
                <a:cubicBezTo>
                  <a:pt x="83" y="18"/>
                  <a:pt x="83" y="18"/>
                  <a:pt x="83" y="18"/>
                </a:cubicBezTo>
                <a:cubicBezTo>
                  <a:pt x="83" y="18"/>
                  <a:pt x="83" y="18"/>
                  <a:pt x="83" y="18"/>
                </a:cubicBezTo>
                <a:cubicBezTo>
                  <a:pt x="82" y="18"/>
                  <a:pt x="82" y="18"/>
                  <a:pt x="82" y="18"/>
                </a:cubicBezTo>
                <a:cubicBezTo>
                  <a:pt x="81" y="17"/>
                  <a:pt x="80" y="17"/>
                  <a:pt x="80" y="17"/>
                </a:cubicBezTo>
                <a:cubicBezTo>
                  <a:pt x="80" y="17"/>
                  <a:pt x="79" y="16"/>
                  <a:pt x="79" y="16"/>
                </a:cubicBezTo>
                <a:cubicBezTo>
                  <a:pt x="79" y="16"/>
                  <a:pt x="79" y="16"/>
                  <a:pt x="80" y="16"/>
                </a:cubicBezTo>
                <a:cubicBezTo>
                  <a:pt x="80" y="16"/>
                  <a:pt x="80" y="16"/>
                  <a:pt x="81" y="16"/>
                </a:cubicBezTo>
                <a:cubicBezTo>
                  <a:pt x="81" y="16"/>
                  <a:pt x="81" y="16"/>
                  <a:pt x="81" y="16"/>
                </a:cubicBezTo>
                <a:cubicBezTo>
                  <a:pt x="82" y="16"/>
                  <a:pt x="82" y="16"/>
                  <a:pt x="82" y="16"/>
                </a:cubicBezTo>
                <a:cubicBezTo>
                  <a:pt x="82" y="16"/>
                  <a:pt x="82" y="15"/>
                  <a:pt x="82" y="15"/>
                </a:cubicBezTo>
                <a:cubicBezTo>
                  <a:pt x="82" y="15"/>
                  <a:pt x="82" y="14"/>
                  <a:pt x="82" y="14"/>
                </a:cubicBezTo>
                <a:cubicBezTo>
                  <a:pt x="82" y="13"/>
                  <a:pt x="82" y="13"/>
                  <a:pt x="82" y="13"/>
                </a:cubicBezTo>
                <a:cubicBezTo>
                  <a:pt x="82" y="13"/>
                  <a:pt x="82" y="13"/>
                  <a:pt x="82" y="13"/>
                </a:cubicBezTo>
                <a:cubicBezTo>
                  <a:pt x="82" y="13"/>
                  <a:pt x="82" y="13"/>
                  <a:pt x="81" y="13"/>
                </a:cubicBezTo>
                <a:cubicBezTo>
                  <a:pt x="80" y="13"/>
                  <a:pt x="79" y="13"/>
                  <a:pt x="78" y="13"/>
                </a:cubicBezTo>
                <a:cubicBezTo>
                  <a:pt x="78" y="14"/>
                  <a:pt x="78" y="14"/>
                  <a:pt x="77" y="14"/>
                </a:cubicBezTo>
                <a:cubicBezTo>
                  <a:pt x="77" y="14"/>
                  <a:pt x="77" y="14"/>
                  <a:pt x="77" y="14"/>
                </a:cubicBezTo>
                <a:cubicBezTo>
                  <a:pt x="77" y="14"/>
                  <a:pt x="77" y="14"/>
                  <a:pt x="77" y="14"/>
                </a:cubicBezTo>
                <a:cubicBezTo>
                  <a:pt x="77" y="13"/>
                  <a:pt x="77" y="13"/>
                  <a:pt x="77" y="13"/>
                </a:cubicBezTo>
                <a:cubicBezTo>
                  <a:pt x="77" y="13"/>
                  <a:pt x="77" y="13"/>
                  <a:pt x="77" y="13"/>
                </a:cubicBezTo>
                <a:cubicBezTo>
                  <a:pt x="77" y="13"/>
                  <a:pt x="77" y="13"/>
                  <a:pt x="77" y="13"/>
                </a:cubicBezTo>
                <a:cubicBezTo>
                  <a:pt x="78" y="13"/>
                  <a:pt x="78" y="13"/>
                  <a:pt x="79" y="12"/>
                </a:cubicBezTo>
                <a:cubicBezTo>
                  <a:pt x="80" y="12"/>
                  <a:pt x="81" y="12"/>
                  <a:pt x="82" y="12"/>
                </a:cubicBezTo>
                <a:cubicBezTo>
                  <a:pt x="82" y="11"/>
                  <a:pt x="82" y="11"/>
                  <a:pt x="82" y="11"/>
                </a:cubicBezTo>
                <a:cubicBezTo>
                  <a:pt x="82" y="11"/>
                  <a:pt x="82" y="11"/>
                  <a:pt x="82" y="11"/>
                </a:cubicBezTo>
                <a:cubicBezTo>
                  <a:pt x="82" y="11"/>
                  <a:pt x="82" y="10"/>
                  <a:pt x="82" y="10"/>
                </a:cubicBezTo>
                <a:cubicBezTo>
                  <a:pt x="82" y="10"/>
                  <a:pt x="82" y="10"/>
                  <a:pt x="83" y="10"/>
                </a:cubicBezTo>
                <a:cubicBezTo>
                  <a:pt x="83" y="10"/>
                  <a:pt x="83" y="10"/>
                  <a:pt x="83" y="10"/>
                </a:cubicBezTo>
                <a:cubicBezTo>
                  <a:pt x="83" y="10"/>
                  <a:pt x="83" y="10"/>
                  <a:pt x="83" y="10"/>
                </a:cubicBezTo>
                <a:cubicBezTo>
                  <a:pt x="84" y="10"/>
                  <a:pt x="84" y="9"/>
                  <a:pt x="84" y="9"/>
                </a:cubicBezTo>
                <a:cubicBezTo>
                  <a:pt x="84" y="9"/>
                  <a:pt x="84" y="9"/>
                  <a:pt x="84" y="9"/>
                </a:cubicBezTo>
                <a:cubicBezTo>
                  <a:pt x="84" y="9"/>
                  <a:pt x="84" y="9"/>
                  <a:pt x="83" y="9"/>
                </a:cubicBezTo>
                <a:cubicBezTo>
                  <a:pt x="83" y="9"/>
                  <a:pt x="83" y="9"/>
                  <a:pt x="82" y="9"/>
                </a:cubicBezTo>
                <a:cubicBezTo>
                  <a:pt x="82" y="9"/>
                  <a:pt x="82" y="9"/>
                  <a:pt x="82" y="9"/>
                </a:cubicBezTo>
                <a:cubicBezTo>
                  <a:pt x="82" y="9"/>
                  <a:pt x="82" y="10"/>
                  <a:pt x="81" y="10"/>
                </a:cubicBezTo>
                <a:cubicBezTo>
                  <a:pt x="81" y="10"/>
                  <a:pt x="81" y="10"/>
                  <a:pt x="81" y="10"/>
                </a:cubicBezTo>
                <a:cubicBezTo>
                  <a:pt x="80" y="10"/>
                  <a:pt x="80" y="10"/>
                  <a:pt x="80" y="10"/>
                </a:cubicBezTo>
                <a:cubicBezTo>
                  <a:pt x="80" y="10"/>
                  <a:pt x="80" y="11"/>
                  <a:pt x="80" y="11"/>
                </a:cubicBezTo>
                <a:cubicBezTo>
                  <a:pt x="80" y="11"/>
                  <a:pt x="79" y="10"/>
                  <a:pt x="79" y="10"/>
                </a:cubicBezTo>
                <a:cubicBezTo>
                  <a:pt x="79" y="10"/>
                  <a:pt x="79" y="10"/>
                  <a:pt x="79" y="9"/>
                </a:cubicBezTo>
                <a:cubicBezTo>
                  <a:pt x="79" y="9"/>
                  <a:pt x="79" y="9"/>
                  <a:pt x="79" y="9"/>
                </a:cubicBezTo>
                <a:cubicBezTo>
                  <a:pt x="80" y="9"/>
                  <a:pt x="81" y="9"/>
                  <a:pt x="81" y="9"/>
                </a:cubicBezTo>
                <a:cubicBezTo>
                  <a:pt x="82" y="8"/>
                  <a:pt x="83" y="8"/>
                  <a:pt x="84" y="8"/>
                </a:cubicBezTo>
                <a:cubicBezTo>
                  <a:pt x="84" y="8"/>
                  <a:pt x="84" y="8"/>
                  <a:pt x="85" y="8"/>
                </a:cubicBezTo>
                <a:cubicBezTo>
                  <a:pt x="85" y="8"/>
                  <a:pt x="85" y="8"/>
                  <a:pt x="85" y="9"/>
                </a:cubicBezTo>
                <a:cubicBezTo>
                  <a:pt x="86" y="9"/>
                  <a:pt x="86" y="9"/>
                  <a:pt x="86" y="9"/>
                </a:cubicBezTo>
                <a:cubicBezTo>
                  <a:pt x="86" y="9"/>
                  <a:pt x="86" y="9"/>
                  <a:pt x="87" y="8"/>
                </a:cubicBezTo>
                <a:cubicBezTo>
                  <a:pt x="87" y="8"/>
                  <a:pt x="87" y="8"/>
                  <a:pt x="87" y="7"/>
                </a:cubicBezTo>
                <a:cubicBezTo>
                  <a:pt x="87" y="7"/>
                  <a:pt x="87" y="7"/>
                  <a:pt x="87" y="7"/>
                </a:cubicBezTo>
                <a:cubicBezTo>
                  <a:pt x="86" y="6"/>
                  <a:pt x="86" y="6"/>
                  <a:pt x="86" y="6"/>
                </a:cubicBezTo>
                <a:cubicBezTo>
                  <a:pt x="86" y="6"/>
                  <a:pt x="85" y="6"/>
                  <a:pt x="84" y="7"/>
                </a:cubicBezTo>
                <a:cubicBezTo>
                  <a:pt x="84" y="7"/>
                  <a:pt x="83" y="7"/>
                  <a:pt x="83" y="7"/>
                </a:cubicBezTo>
                <a:cubicBezTo>
                  <a:pt x="83" y="7"/>
                  <a:pt x="82" y="7"/>
                  <a:pt x="82" y="7"/>
                </a:cubicBezTo>
                <a:cubicBezTo>
                  <a:pt x="81" y="7"/>
                  <a:pt x="81" y="7"/>
                  <a:pt x="80" y="8"/>
                </a:cubicBezTo>
                <a:cubicBezTo>
                  <a:pt x="80" y="8"/>
                  <a:pt x="80" y="8"/>
                  <a:pt x="79" y="8"/>
                </a:cubicBezTo>
                <a:cubicBezTo>
                  <a:pt x="79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9" y="7"/>
                </a:cubicBezTo>
                <a:cubicBezTo>
                  <a:pt x="80" y="7"/>
                  <a:pt x="81" y="6"/>
                  <a:pt x="82" y="6"/>
                </a:cubicBezTo>
                <a:cubicBezTo>
                  <a:pt x="82" y="6"/>
                  <a:pt x="83" y="6"/>
                  <a:pt x="83" y="5"/>
                </a:cubicBezTo>
                <a:cubicBezTo>
                  <a:pt x="84" y="4"/>
                  <a:pt x="84" y="3"/>
                  <a:pt x="85" y="2"/>
                </a:cubicBezTo>
                <a:cubicBezTo>
                  <a:pt x="85" y="2"/>
                  <a:pt x="85" y="2"/>
                  <a:pt x="85" y="2"/>
                </a:cubicBezTo>
                <a:cubicBezTo>
                  <a:pt x="86" y="2"/>
                  <a:pt x="86" y="2"/>
                  <a:pt x="86" y="2"/>
                </a:cubicBezTo>
                <a:cubicBezTo>
                  <a:pt x="86" y="3"/>
                  <a:pt x="87" y="3"/>
                  <a:pt x="87" y="3"/>
                </a:cubicBezTo>
                <a:cubicBezTo>
                  <a:pt x="87" y="3"/>
                  <a:pt x="87" y="3"/>
                  <a:pt x="86" y="3"/>
                </a:cubicBezTo>
                <a:cubicBezTo>
                  <a:pt x="86" y="3"/>
                  <a:pt x="86" y="4"/>
                  <a:pt x="86" y="4"/>
                </a:cubicBezTo>
                <a:cubicBezTo>
                  <a:pt x="86" y="4"/>
                  <a:pt x="85" y="4"/>
                  <a:pt x="85" y="5"/>
                </a:cubicBezTo>
                <a:cubicBezTo>
                  <a:pt x="85" y="5"/>
                  <a:pt x="84" y="5"/>
                  <a:pt x="84" y="5"/>
                </a:cubicBezTo>
                <a:cubicBezTo>
                  <a:pt x="84" y="5"/>
                  <a:pt x="84" y="5"/>
                  <a:pt x="84" y="6"/>
                </a:cubicBezTo>
                <a:close/>
                <a:moveTo>
                  <a:pt x="83" y="2"/>
                </a:moveTo>
                <a:cubicBezTo>
                  <a:pt x="83" y="2"/>
                  <a:pt x="83" y="2"/>
                  <a:pt x="83" y="3"/>
                </a:cubicBezTo>
                <a:cubicBezTo>
                  <a:pt x="83" y="3"/>
                  <a:pt x="83" y="3"/>
                  <a:pt x="83" y="3"/>
                </a:cubicBezTo>
                <a:cubicBezTo>
                  <a:pt x="82" y="3"/>
                  <a:pt x="82" y="4"/>
                  <a:pt x="82" y="4"/>
                </a:cubicBezTo>
                <a:cubicBezTo>
                  <a:pt x="82" y="4"/>
                  <a:pt x="82" y="4"/>
                  <a:pt x="82" y="4"/>
                </a:cubicBezTo>
                <a:cubicBezTo>
                  <a:pt x="82" y="4"/>
                  <a:pt x="81" y="4"/>
                  <a:pt x="81" y="4"/>
                </a:cubicBezTo>
                <a:cubicBezTo>
                  <a:pt x="81" y="4"/>
                  <a:pt x="81" y="3"/>
                  <a:pt x="81" y="3"/>
                </a:cubicBezTo>
                <a:cubicBezTo>
                  <a:pt x="81" y="3"/>
                  <a:pt x="81" y="3"/>
                  <a:pt x="81" y="3"/>
                </a:cubicBezTo>
                <a:cubicBezTo>
                  <a:pt x="81" y="3"/>
                  <a:pt x="81" y="3"/>
                  <a:pt x="82" y="3"/>
                </a:cubicBezTo>
                <a:cubicBezTo>
                  <a:pt x="82" y="3"/>
                  <a:pt x="82" y="3"/>
                  <a:pt x="82" y="3"/>
                </a:cubicBezTo>
                <a:cubicBezTo>
                  <a:pt x="82" y="3"/>
                  <a:pt x="82" y="3"/>
                  <a:pt x="82" y="3"/>
                </a:cubicBezTo>
                <a:cubicBezTo>
                  <a:pt x="82" y="3"/>
                  <a:pt x="82" y="3"/>
                  <a:pt x="83" y="3"/>
                </a:cubicBezTo>
                <a:cubicBezTo>
                  <a:pt x="83" y="2"/>
                  <a:pt x="83" y="2"/>
                  <a:pt x="83" y="2"/>
                </a:cubicBezTo>
                <a:close/>
                <a:moveTo>
                  <a:pt x="80" y="5"/>
                </a:moveTo>
                <a:cubicBezTo>
                  <a:pt x="80" y="6"/>
                  <a:pt x="80" y="6"/>
                  <a:pt x="80" y="6"/>
                </a:cubicBezTo>
                <a:cubicBezTo>
                  <a:pt x="80" y="6"/>
                  <a:pt x="80" y="6"/>
                  <a:pt x="80" y="6"/>
                </a:cubicBezTo>
                <a:cubicBezTo>
                  <a:pt x="79" y="6"/>
                  <a:pt x="79" y="6"/>
                  <a:pt x="79" y="6"/>
                </a:cubicBezTo>
                <a:cubicBezTo>
                  <a:pt x="79" y="6"/>
                  <a:pt x="78" y="6"/>
                  <a:pt x="78" y="6"/>
                </a:cubicBezTo>
                <a:cubicBezTo>
                  <a:pt x="78" y="6"/>
                  <a:pt x="78" y="5"/>
                  <a:pt x="78" y="5"/>
                </a:cubicBezTo>
                <a:cubicBezTo>
                  <a:pt x="78" y="5"/>
                  <a:pt x="78" y="5"/>
                  <a:pt x="78" y="4"/>
                </a:cubicBezTo>
                <a:cubicBezTo>
                  <a:pt x="78" y="4"/>
                  <a:pt x="78" y="4"/>
                  <a:pt x="78" y="4"/>
                </a:cubicBezTo>
                <a:cubicBezTo>
                  <a:pt x="78" y="4"/>
                  <a:pt x="78" y="4"/>
                  <a:pt x="79" y="4"/>
                </a:cubicBezTo>
                <a:cubicBezTo>
                  <a:pt x="79" y="4"/>
                  <a:pt x="79" y="4"/>
                  <a:pt x="79" y="4"/>
                </a:cubicBezTo>
                <a:cubicBezTo>
                  <a:pt x="79" y="4"/>
                  <a:pt x="79" y="4"/>
                  <a:pt x="80" y="4"/>
                </a:cubicBezTo>
                <a:cubicBezTo>
                  <a:pt x="80" y="5"/>
                  <a:pt x="80" y="5"/>
                  <a:pt x="80" y="5"/>
                </a:cubicBezTo>
                <a:close/>
                <a:moveTo>
                  <a:pt x="77" y="9"/>
                </a:moveTo>
                <a:cubicBezTo>
                  <a:pt x="77" y="10"/>
                  <a:pt x="77" y="10"/>
                  <a:pt x="77" y="10"/>
                </a:cubicBezTo>
                <a:cubicBezTo>
                  <a:pt x="77" y="10"/>
                  <a:pt x="77" y="10"/>
                  <a:pt x="77" y="10"/>
                </a:cubicBezTo>
                <a:cubicBezTo>
                  <a:pt x="77" y="10"/>
                  <a:pt x="77" y="11"/>
                  <a:pt x="77" y="11"/>
                </a:cubicBezTo>
                <a:cubicBezTo>
                  <a:pt x="76" y="11"/>
                  <a:pt x="76" y="10"/>
                  <a:pt x="76" y="10"/>
                </a:cubicBezTo>
                <a:cubicBezTo>
                  <a:pt x="75" y="10"/>
                  <a:pt x="75" y="10"/>
                  <a:pt x="75" y="10"/>
                </a:cubicBezTo>
                <a:cubicBezTo>
                  <a:pt x="75" y="10"/>
                  <a:pt x="75" y="9"/>
                  <a:pt x="75" y="9"/>
                </a:cubicBezTo>
                <a:cubicBezTo>
                  <a:pt x="75" y="9"/>
                  <a:pt x="76" y="9"/>
                  <a:pt x="76" y="9"/>
                </a:cubicBezTo>
                <a:cubicBezTo>
                  <a:pt x="76" y="8"/>
                  <a:pt x="77" y="8"/>
                  <a:pt x="77" y="8"/>
                </a:cubicBezTo>
                <a:cubicBezTo>
                  <a:pt x="77" y="8"/>
                  <a:pt x="77" y="8"/>
                  <a:pt x="77" y="8"/>
                </a:cubicBezTo>
                <a:cubicBezTo>
                  <a:pt x="77" y="9"/>
                  <a:pt x="77" y="9"/>
                  <a:pt x="77" y="9"/>
                </a:cubicBezTo>
                <a:cubicBezTo>
                  <a:pt x="77" y="9"/>
                  <a:pt x="77" y="9"/>
                  <a:pt x="77" y="9"/>
                </a:cubicBezTo>
                <a:close/>
                <a:moveTo>
                  <a:pt x="118" y="15"/>
                </a:moveTo>
                <a:cubicBezTo>
                  <a:pt x="118" y="15"/>
                  <a:pt x="118" y="15"/>
                  <a:pt x="117" y="15"/>
                </a:cubicBezTo>
                <a:cubicBezTo>
                  <a:pt x="117" y="15"/>
                  <a:pt x="117" y="15"/>
                  <a:pt x="116" y="15"/>
                </a:cubicBezTo>
                <a:cubicBezTo>
                  <a:pt x="115" y="15"/>
                  <a:pt x="114" y="15"/>
                  <a:pt x="114" y="15"/>
                </a:cubicBezTo>
                <a:cubicBezTo>
                  <a:pt x="113" y="15"/>
                  <a:pt x="113" y="15"/>
                  <a:pt x="113" y="14"/>
                </a:cubicBezTo>
                <a:cubicBezTo>
                  <a:pt x="113" y="14"/>
                  <a:pt x="113" y="14"/>
                  <a:pt x="113" y="14"/>
                </a:cubicBezTo>
                <a:cubicBezTo>
                  <a:pt x="113" y="13"/>
                  <a:pt x="112" y="13"/>
                  <a:pt x="112" y="13"/>
                </a:cubicBezTo>
                <a:cubicBezTo>
                  <a:pt x="111" y="12"/>
                  <a:pt x="111" y="12"/>
                  <a:pt x="110" y="12"/>
                </a:cubicBezTo>
                <a:cubicBezTo>
                  <a:pt x="110" y="12"/>
                  <a:pt x="110" y="11"/>
                  <a:pt x="110" y="11"/>
                </a:cubicBezTo>
                <a:cubicBezTo>
                  <a:pt x="110" y="11"/>
                  <a:pt x="110" y="12"/>
                  <a:pt x="110" y="12"/>
                </a:cubicBezTo>
                <a:cubicBezTo>
                  <a:pt x="110" y="12"/>
                  <a:pt x="110" y="12"/>
                  <a:pt x="110" y="13"/>
                </a:cubicBezTo>
                <a:cubicBezTo>
                  <a:pt x="110" y="14"/>
                  <a:pt x="110" y="14"/>
                  <a:pt x="110" y="15"/>
                </a:cubicBezTo>
                <a:cubicBezTo>
                  <a:pt x="110" y="16"/>
                  <a:pt x="110" y="16"/>
                  <a:pt x="110" y="17"/>
                </a:cubicBezTo>
                <a:cubicBezTo>
                  <a:pt x="110" y="17"/>
                  <a:pt x="110" y="17"/>
                  <a:pt x="110" y="17"/>
                </a:cubicBezTo>
                <a:cubicBezTo>
                  <a:pt x="110" y="17"/>
                  <a:pt x="110" y="17"/>
                  <a:pt x="110" y="17"/>
                </a:cubicBezTo>
                <a:cubicBezTo>
                  <a:pt x="109" y="17"/>
                  <a:pt x="109" y="17"/>
                  <a:pt x="109" y="17"/>
                </a:cubicBezTo>
                <a:cubicBezTo>
                  <a:pt x="109" y="17"/>
                  <a:pt x="108" y="17"/>
                  <a:pt x="108" y="17"/>
                </a:cubicBezTo>
                <a:cubicBezTo>
                  <a:pt x="107" y="16"/>
                  <a:pt x="107" y="16"/>
                  <a:pt x="106" y="16"/>
                </a:cubicBezTo>
                <a:cubicBezTo>
                  <a:pt x="106" y="15"/>
                  <a:pt x="105" y="15"/>
                  <a:pt x="105" y="15"/>
                </a:cubicBezTo>
                <a:cubicBezTo>
                  <a:pt x="105" y="15"/>
                  <a:pt x="105" y="15"/>
                  <a:pt x="105" y="15"/>
                </a:cubicBezTo>
                <a:cubicBezTo>
                  <a:pt x="105" y="15"/>
                  <a:pt x="105" y="15"/>
                  <a:pt x="106" y="15"/>
                </a:cubicBezTo>
                <a:cubicBezTo>
                  <a:pt x="106" y="15"/>
                  <a:pt x="107" y="15"/>
                  <a:pt x="107" y="15"/>
                </a:cubicBezTo>
                <a:cubicBezTo>
                  <a:pt x="108" y="15"/>
                  <a:pt x="108" y="15"/>
                  <a:pt x="108" y="15"/>
                </a:cubicBezTo>
                <a:cubicBezTo>
                  <a:pt x="108" y="15"/>
                  <a:pt x="108" y="15"/>
                  <a:pt x="108" y="15"/>
                </a:cubicBezTo>
                <a:cubicBezTo>
                  <a:pt x="108" y="14"/>
                  <a:pt x="108" y="14"/>
                  <a:pt x="108" y="13"/>
                </a:cubicBezTo>
                <a:cubicBezTo>
                  <a:pt x="108" y="12"/>
                  <a:pt x="108" y="12"/>
                  <a:pt x="108" y="11"/>
                </a:cubicBezTo>
                <a:cubicBezTo>
                  <a:pt x="108" y="10"/>
                  <a:pt x="108" y="9"/>
                  <a:pt x="108" y="8"/>
                </a:cubicBezTo>
                <a:cubicBezTo>
                  <a:pt x="108" y="8"/>
                  <a:pt x="108" y="8"/>
                  <a:pt x="108" y="8"/>
                </a:cubicBezTo>
                <a:cubicBezTo>
                  <a:pt x="108" y="8"/>
                  <a:pt x="108" y="8"/>
                  <a:pt x="108" y="8"/>
                </a:cubicBezTo>
                <a:cubicBezTo>
                  <a:pt x="108" y="8"/>
                  <a:pt x="107" y="8"/>
                  <a:pt x="106" y="8"/>
                </a:cubicBezTo>
                <a:cubicBezTo>
                  <a:pt x="106" y="8"/>
                  <a:pt x="105" y="8"/>
                  <a:pt x="105" y="8"/>
                </a:cubicBezTo>
                <a:cubicBezTo>
                  <a:pt x="105" y="8"/>
                  <a:pt x="105" y="8"/>
                  <a:pt x="105" y="8"/>
                </a:cubicBezTo>
                <a:cubicBezTo>
                  <a:pt x="104" y="8"/>
                  <a:pt x="104" y="8"/>
                  <a:pt x="104" y="8"/>
                </a:cubicBezTo>
                <a:cubicBezTo>
                  <a:pt x="104" y="8"/>
                  <a:pt x="104" y="8"/>
                  <a:pt x="104" y="7"/>
                </a:cubicBezTo>
                <a:cubicBezTo>
                  <a:pt x="104" y="7"/>
                  <a:pt x="104" y="7"/>
                  <a:pt x="104" y="7"/>
                </a:cubicBezTo>
                <a:cubicBezTo>
                  <a:pt x="104" y="7"/>
                  <a:pt x="104" y="7"/>
                  <a:pt x="104" y="7"/>
                </a:cubicBezTo>
                <a:cubicBezTo>
                  <a:pt x="104" y="7"/>
                  <a:pt x="105" y="6"/>
                  <a:pt x="105" y="6"/>
                </a:cubicBezTo>
                <a:cubicBezTo>
                  <a:pt x="106" y="6"/>
                  <a:pt x="107" y="6"/>
                  <a:pt x="107" y="6"/>
                </a:cubicBezTo>
                <a:cubicBezTo>
                  <a:pt x="107" y="6"/>
                  <a:pt x="108" y="6"/>
                  <a:pt x="108" y="6"/>
                </a:cubicBezTo>
                <a:cubicBezTo>
                  <a:pt x="108" y="6"/>
                  <a:pt x="108" y="6"/>
                  <a:pt x="108" y="6"/>
                </a:cubicBezTo>
                <a:lnTo>
                  <a:pt x="108" y="5"/>
                </a:lnTo>
                <a:cubicBezTo>
                  <a:pt x="108" y="4"/>
                  <a:pt x="108" y="4"/>
                  <a:pt x="108" y="3"/>
                </a:cubicBezTo>
                <a:cubicBezTo>
                  <a:pt x="108" y="3"/>
                  <a:pt x="108" y="3"/>
                  <a:pt x="109" y="2"/>
                </a:cubicBezTo>
                <a:cubicBezTo>
                  <a:pt x="109" y="2"/>
                  <a:pt x="109" y="1"/>
                  <a:pt x="109" y="1"/>
                </a:cubicBezTo>
                <a:cubicBezTo>
                  <a:pt x="109" y="1"/>
                  <a:pt x="109" y="1"/>
                  <a:pt x="109" y="1"/>
                </a:cubicBezTo>
                <a:cubicBezTo>
                  <a:pt x="109" y="1"/>
                  <a:pt x="109" y="1"/>
                  <a:pt x="110" y="1"/>
                </a:cubicBezTo>
                <a:cubicBezTo>
                  <a:pt x="110" y="1"/>
                  <a:pt x="110" y="1"/>
                  <a:pt x="110" y="1"/>
                </a:cubicBezTo>
                <a:cubicBezTo>
                  <a:pt x="110" y="2"/>
                  <a:pt x="110" y="2"/>
                  <a:pt x="110" y="2"/>
                </a:cubicBezTo>
                <a:cubicBezTo>
                  <a:pt x="110" y="2"/>
                  <a:pt x="110" y="3"/>
                  <a:pt x="110" y="3"/>
                </a:cubicBezTo>
                <a:lnTo>
                  <a:pt x="110" y="4"/>
                </a:lnTo>
                <a:lnTo>
                  <a:pt x="110" y="5"/>
                </a:lnTo>
                <a:cubicBezTo>
                  <a:pt x="110" y="5"/>
                  <a:pt x="110" y="5"/>
                  <a:pt x="110" y="5"/>
                </a:cubicBezTo>
                <a:cubicBezTo>
                  <a:pt x="110" y="5"/>
                  <a:pt x="110" y="5"/>
                  <a:pt x="110" y="5"/>
                </a:cubicBezTo>
                <a:cubicBezTo>
                  <a:pt x="111" y="5"/>
                  <a:pt x="111" y="5"/>
                  <a:pt x="111" y="5"/>
                </a:cubicBezTo>
                <a:cubicBezTo>
                  <a:pt x="111" y="5"/>
                  <a:pt x="112" y="5"/>
                  <a:pt x="112" y="5"/>
                </a:cubicBezTo>
                <a:cubicBezTo>
                  <a:pt x="112" y="6"/>
                  <a:pt x="112" y="6"/>
                  <a:pt x="112" y="6"/>
                </a:cubicBezTo>
                <a:cubicBezTo>
                  <a:pt x="112" y="6"/>
                  <a:pt x="112" y="6"/>
                  <a:pt x="112" y="6"/>
                </a:cubicBezTo>
                <a:cubicBezTo>
                  <a:pt x="112" y="7"/>
                  <a:pt x="112" y="7"/>
                  <a:pt x="112" y="7"/>
                </a:cubicBezTo>
                <a:cubicBezTo>
                  <a:pt x="112" y="7"/>
                  <a:pt x="111" y="7"/>
                  <a:pt x="111" y="7"/>
                </a:cubicBezTo>
                <a:cubicBezTo>
                  <a:pt x="111" y="7"/>
                  <a:pt x="110" y="7"/>
                  <a:pt x="110" y="7"/>
                </a:cubicBezTo>
                <a:cubicBezTo>
                  <a:pt x="110" y="7"/>
                  <a:pt x="110" y="7"/>
                  <a:pt x="110" y="7"/>
                </a:cubicBezTo>
                <a:cubicBezTo>
                  <a:pt x="109" y="7"/>
                  <a:pt x="109" y="8"/>
                  <a:pt x="109" y="8"/>
                </a:cubicBezTo>
                <a:cubicBezTo>
                  <a:pt x="109" y="8"/>
                  <a:pt x="109" y="8"/>
                  <a:pt x="109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1" y="9"/>
                  <a:pt x="111" y="9"/>
                </a:cubicBezTo>
                <a:cubicBezTo>
                  <a:pt x="112" y="8"/>
                  <a:pt x="112" y="8"/>
                  <a:pt x="113" y="7"/>
                </a:cubicBezTo>
                <a:cubicBezTo>
                  <a:pt x="113" y="7"/>
                  <a:pt x="113" y="7"/>
                  <a:pt x="113" y="7"/>
                </a:cubicBezTo>
                <a:cubicBezTo>
                  <a:pt x="113" y="7"/>
                  <a:pt x="113" y="7"/>
                  <a:pt x="114" y="8"/>
                </a:cubicBezTo>
                <a:cubicBezTo>
                  <a:pt x="114" y="8"/>
                  <a:pt x="114" y="8"/>
                  <a:pt x="114" y="8"/>
                </a:cubicBezTo>
                <a:cubicBezTo>
                  <a:pt x="114" y="8"/>
                  <a:pt x="114" y="8"/>
                  <a:pt x="113" y="8"/>
                </a:cubicBezTo>
                <a:cubicBezTo>
                  <a:pt x="113" y="8"/>
                  <a:pt x="113" y="9"/>
                  <a:pt x="113" y="9"/>
                </a:cubicBezTo>
                <a:cubicBezTo>
                  <a:pt x="112" y="9"/>
                  <a:pt x="112" y="9"/>
                  <a:pt x="111" y="10"/>
                </a:cubicBezTo>
                <a:cubicBezTo>
                  <a:pt x="111" y="10"/>
                  <a:pt x="111" y="10"/>
                  <a:pt x="111" y="10"/>
                </a:cubicBezTo>
                <a:cubicBezTo>
                  <a:pt x="111" y="10"/>
                  <a:pt x="111" y="10"/>
                  <a:pt x="111" y="10"/>
                </a:cubicBezTo>
                <a:cubicBezTo>
                  <a:pt x="111" y="11"/>
                  <a:pt x="111" y="11"/>
                  <a:pt x="112" y="11"/>
                </a:cubicBezTo>
                <a:cubicBezTo>
                  <a:pt x="112" y="12"/>
                  <a:pt x="113" y="12"/>
                  <a:pt x="113" y="12"/>
                </a:cubicBezTo>
                <a:cubicBezTo>
                  <a:pt x="114" y="13"/>
                  <a:pt x="114" y="13"/>
                  <a:pt x="115" y="13"/>
                </a:cubicBezTo>
                <a:cubicBezTo>
                  <a:pt x="117" y="14"/>
                  <a:pt x="118" y="14"/>
                  <a:pt x="118" y="15"/>
                </a:cubicBezTo>
                <a:close/>
                <a:moveTo>
                  <a:pt x="113" y="3"/>
                </a:moveTo>
                <a:cubicBezTo>
                  <a:pt x="113" y="3"/>
                  <a:pt x="113" y="3"/>
                  <a:pt x="113" y="3"/>
                </a:cubicBezTo>
                <a:cubicBezTo>
                  <a:pt x="113" y="3"/>
                  <a:pt x="113" y="3"/>
                  <a:pt x="114" y="3"/>
                </a:cubicBezTo>
                <a:cubicBezTo>
                  <a:pt x="114" y="4"/>
                  <a:pt x="114" y="4"/>
                  <a:pt x="114" y="4"/>
                </a:cubicBezTo>
                <a:cubicBezTo>
                  <a:pt x="115" y="4"/>
                  <a:pt x="115" y="5"/>
                  <a:pt x="115" y="5"/>
                </a:cubicBezTo>
                <a:cubicBezTo>
                  <a:pt x="115" y="5"/>
                  <a:pt x="115" y="5"/>
                  <a:pt x="114" y="5"/>
                </a:cubicBezTo>
                <a:cubicBezTo>
                  <a:pt x="114" y="5"/>
                  <a:pt x="114" y="5"/>
                  <a:pt x="113" y="5"/>
                </a:cubicBezTo>
                <a:cubicBezTo>
                  <a:pt x="113" y="5"/>
                  <a:pt x="113" y="5"/>
                  <a:pt x="113" y="5"/>
                </a:cubicBezTo>
                <a:cubicBezTo>
                  <a:pt x="112" y="5"/>
                  <a:pt x="112" y="5"/>
                  <a:pt x="112" y="4"/>
                </a:cubicBezTo>
                <a:cubicBezTo>
                  <a:pt x="112" y="4"/>
                  <a:pt x="112" y="4"/>
                  <a:pt x="112" y="4"/>
                </a:cubicBezTo>
                <a:cubicBezTo>
                  <a:pt x="112" y="4"/>
                  <a:pt x="112" y="3"/>
                  <a:pt x="112" y="3"/>
                </a:cubicBezTo>
                <a:cubicBezTo>
                  <a:pt x="112" y="3"/>
                  <a:pt x="113" y="3"/>
                  <a:pt x="113" y="3"/>
                </a:cubicBezTo>
                <a:close/>
                <a:moveTo>
                  <a:pt x="105" y="9"/>
                </a:moveTo>
                <a:cubicBezTo>
                  <a:pt x="105" y="9"/>
                  <a:pt x="105" y="9"/>
                  <a:pt x="105" y="9"/>
                </a:cubicBezTo>
                <a:cubicBezTo>
                  <a:pt x="105" y="9"/>
                  <a:pt x="105" y="9"/>
                  <a:pt x="106" y="9"/>
                </a:cubicBezTo>
                <a:cubicBezTo>
                  <a:pt x="106" y="10"/>
                  <a:pt x="107" y="10"/>
                  <a:pt x="107" y="10"/>
                </a:cubicBezTo>
                <a:cubicBezTo>
                  <a:pt x="107" y="11"/>
                  <a:pt x="106" y="11"/>
                  <a:pt x="106" y="11"/>
                </a:cubicBezTo>
                <a:cubicBezTo>
                  <a:pt x="105" y="11"/>
                  <a:pt x="105" y="11"/>
                  <a:pt x="105" y="11"/>
                </a:cubicBezTo>
                <a:cubicBezTo>
                  <a:pt x="105" y="11"/>
                  <a:pt x="104" y="11"/>
                  <a:pt x="104" y="10"/>
                </a:cubicBezTo>
                <a:cubicBezTo>
                  <a:pt x="104" y="10"/>
                  <a:pt x="104" y="10"/>
                  <a:pt x="104" y="10"/>
                </a:cubicBezTo>
                <a:cubicBezTo>
                  <a:pt x="104" y="9"/>
                  <a:pt x="104" y="9"/>
                  <a:pt x="104" y="9"/>
                </a:cubicBezTo>
                <a:cubicBezTo>
                  <a:pt x="104" y="9"/>
                  <a:pt x="105" y="9"/>
                  <a:pt x="105" y="9"/>
                </a:cubicBezTo>
                <a:close/>
                <a:moveTo>
                  <a:pt x="108" y="11"/>
                </a:moveTo>
                <a:cubicBezTo>
                  <a:pt x="108" y="11"/>
                  <a:pt x="107" y="11"/>
                  <a:pt x="107" y="11"/>
                </a:cubicBezTo>
                <a:cubicBezTo>
                  <a:pt x="107" y="12"/>
                  <a:pt x="107" y="12"/>
                  <a:pt x="107" y="12"/>
                </a:cubicBezTo>
                <a:cubicBezTo>
                  <a:pt x="106" y="12"/>
                  <a:pt x="106" y="12"/>
                  <a:pt x="106" y="13"/>
                </a:cubicBezTo>
                <a:cubicBezTo>
                  <a:pt x="106" y="13"/>
                  <a:pt x="105" y="14"/>
                  <a:pt x="104" y="14"/>
                </a:cubicBezTo>
                <a:cubicBezTo>
                  <a:pt x="104" y="14"/>
                  <a:pt x="104" y="14"/>
                  <a:pt x="104" y="15"/>
                </a:cubicBezTo>
                <a:cubicBezTo>
                  <a:pt x="104" y="15"/>
                  <a:pt x="104" y="15"/>
                  <a:pt x="104" y="15"/>
                </a:cubicBezTo>
                <a:cubicBezTo>
                  <a:pt x="103" y="15"/>
                  <a:pt x="103" y="15"/>
                  <a:pt x="103" y="15"/>
                </a:cubicBezTo>
                <a:cubicBezTo>
                  <a:pt x="103" y="15"/>
                  <a:pt x="103" y="15"/>
                  <a:pt x="103" y="15"/>
                </a:cubicBezTo>
                <a:cubicBezTo>
                  <a:pt x="102" y="14"/>
                  <a:pt x="102" y="14"/>
                  <a:pt x="102" y="14"/>
                </a:cubicBezTo>
                <a:cubicBezTo>
                  <a:pt x="102" y="14"/>
                  <a:pt x="102" y="14"/>
                  <a:pt x="103" y="14"/>
                </a:cubicBezTo>
                <a:cubicBezTo>
                  <a:pt x="103" y="13"/>
                  <a:pt x="104" y="13"/>
                  <a:pt x="104" y="13"/>
                </a:cubicBezTo>
                <a:cubicBezTo>
                  <a:pt x="105" y="12"/>
                  <a:pt x="106" y="11"/>
                  <a:pt x="107" y="11"/>
                </a:cubicBezTo>
                <a:cubicBezTo>
                  <a:pt x="107" y="11"/>
                  <a:pt x="107" y="11"/>
                  <a:pt x="107" y="11"/>
                </a:cubicBezTo>
                <a:cubicBezTo>
                  <a:pt x="107" y="11"/>
                  <a:pt x="108" y="11"/>
                  <a:pt x="108" y="11"/>
                </a:cubicBezTo>
                <a:close/>
                <a:moveTo>
                  <a:pt x="127" y="13"/>
                </a:moveTo>
                <a:cubicBezTo>
                  <a:pt x="127" y="13"/>
                  <a:pt x="127" y="13"/>
                  <a:pt x="127" y="14"/>
                </a:cubicBezTo>
                <a:cubicBezTo>
                  <a:pt x="127" y="14"/>
                  <a:pt x="127" y="14"/>
                  <a:pt x="128" y="14"/>
                </a:cubicBezTo>
                <a:cubicBezTo>
                  <a:pt x="128" y="14"/>
                  <a:pt x="129" y="15"/>
                  <a:pt x="129" y="15"/>
                </a:cubicBezTo>
                <a:cubicBezTo>
                  <a:pt x="130" y="15"/>
                  <a:pt x="130" y="15"/>
                  <a:pt x="131" y="15"/>
                </a:cubicBezTo>
                <a:cubicBezTo>
                  <a:pt x="131" y="16"/>
                  <a:pt x="132" y="16"/>
                  <a:pt x="134" y="16"/>
                </a:cubicBezTo>
                <a:cubicBezTo>
                  <a:pt x="135" y="17"/>
                  <a:pt x="135" y="17"/>
                  <a:pt x="135" y="17"/>
                </a:cubicBezTo>
                <a:cubicBezTo>
                  <a:pt x="135" y="17"/>
                  <a:pt x="135" y="17"/>
                  <a:pt x="135" y="17"/>
                </a:cubicBezTo>
                <a:cubicBezTo>
                  <a:pt x="134" y="18"/>
                  <a:pt x="134" y="18"/>
                  <a:pt x="133" y="18"/>
                </a:cubicBezTo>
                <a:cubicBezTo>
                  <a:pt x="133" y="18"/>
                  <a:pt x="132" y="18"/>
                  <a:pt x="131" y="18"/>
                </a:cubicBezTo>
                <a:cubicBezTo>
                  <a:pt x="131" y="18"/>
                  <a:pt x="130" y="17"/>
                  <a:pt x="130" y="17"/>
                </a:cubicBezTo>
                <a:cubicBezTo>
                  <a:pt x="130" y="17"/>
                  <a:pt x="129" y="17"/>
                  <a:pt x="129" y="17"/>
                </a:cubicBezTo>
                <a:cubicBezTo>
                  <a:pt x="129" y="17"/>
                  <a:pt x="129" y="17"/>
                  <a:pt x="129" y="17"/>
                </a:cubicBezTo>
                <a:cubicBezTo>
                  <a:pt x="129" y="16"/>
                  <a:pt x="129" y="16"/>
                  <a:pt x="129" y="16"/>
                </a:cubicBezTo>
                <a:cubicBezTo>
                  <a:pt x="128" y="15"/>
                  <a:pt x="128" y="15"/>
                  <a:pt x="127" y="15"/>
                </a:cubicBezTo>
                <a:cubicBezTo>
                  <a:pt x="126" y="15"/>
                  <a:pt x="126" y="14"/>
                  <a:pt x="126" y="14"/>
                </a:cubicBezTo>
                <a:cubicBezTo>
                  <a:pt x="125" y="14"/>
                  <a:pt x="125" y="14"/>
                  <a:pt x="124" y="14"/>
                </a:cubicBezTo>
                <a:cubicBezTo>
                  <a:pt x="124" y="13"/>
                  <a:pt x="123" y="13"/>
                  <a:pt x="123" y="13"/>
                </a:cubicBezTo>
                <a:cubicBezTo>
                  <a:pt x="123" y="13"/>
                  <a:pt x="123" y="13"/>
                  <a:pt x="123" y="14"/>
                </a:cubicBezTo>
                <a:cubicBezTo>
                  <a:pt x="123" y="14"/>
                  <a:pt x="122" y="14"/>
                  <a:pt x="122" y="14"/>
                </a:cubicBezTo>
                <a:cubicBezTo>
                  <a:pt x="122" y="14"/>
                  <a:pt x="122" y="15"/>
                  <a:pt x="122" y="15"/>
                </a:cubicBezTo>
                <a:cubicBezTo>
                  <a:pt x="122" y="15"/>
                  <a:pt x="122" y="15"/>
                  <a:pt x="122" y="15"/>
                </a:cubicBezTo>
                <a:cubicBezTo>
                  <a:pt x="121" y="15"/>
                  <a:pt x="121" y="15"/>
                  <a:pt x="120" y="15"/>
                </a:cubicBezTo>
                <a:cubicBezTo>
                  <a:pt x="120" y="16"/>
                  <a:pt x="119" y="16"/>
                  <a:pt x="119" y="16"/>
                </a:cubicBezTo>
                <a:cubicBezTo>
                  <a:pt x="119" y="16"/>
                  <a:pt x="119" y="16"/>
                  <a:pt x="118" y="16"/>
                </a:cubicBezTo>
                <a:cubicBezTo>
                  <a:pt x="118" y="15"/>
                  <a:pt x="118" y="15"/>
                  <a:pt x="118" y="15"/>
                </a:cubicBezTo>
                <a:cubicBezTo>
                  <a:pt x="118" y="15"/>
                  <a:pt x="119" y="15"/>
                  <a:pt x="119" y="15"/>
                </a:cubicBezTo>
                <a:cubicBezTo>
                  <a:pt x="120" y="15"/>
                  <a:pt x="120" y="15"/>
                  <a:pt x="121" y="14"/>
                </a:cubicBezTo>
                <a:cubicBezTo>
                  <a:pt x="121" y="14"/>
                  <a:pt x="122" y="13"/>
                  <a:pt x="122" y="12"/>
                </a:cubicBezTo>
                <a:cubicBezTo>
                  <a:pt x="123" y="11"/>
                  <a:pt x="123" y="11"/>
                  <a:pt x="123" y="11"/>
                </a:cubicBezTo>
                <a:cubicBezTo>
                  <a:pt x="123" y="11"/>
                  <a:pt x="123" y="11"/>
                  <a:pt x="123" y="11"/>
                </a:cubicBezTo>
                <a:cubicBezTo>
                  <a:pt x="123" y="10"/>
                  <a:pt x="123" y="10"/>
                  <a:pt x="123" y="10"/>
                </a:cubicBezTo>
                <a:cubicBezTo>
                  <a:pt x="122" y="10"/>
                  <a:pt x="122" y="11"/>
                  <a:pt x="122" y="11"/>
                </a:cubicBezTo>
                <a:cubicBezTo>
                  <a:pt x="122" y="11"/>
                  <a:pt x="121" y="11"/>
                  <a:pt x="121" y="11"/>
                </a:cubicBezTo>
                <a:cubicBezTo>
                  <a:pt x="120" y="11"/>
                  <a:pt x="120" y="11"/>
                  <a:pt x="120" y="11"/>
                </a:cubicBezTo>
                <a:cubicBezTo>
                  <a:pt x="120" y="11"/>
                  <a:pt x="119" y="11"/>
                  <a:pt x="119" y="11"/>
                </a:cubicBezTo>
                <a:cubicBezTo>
                  <a:pt x="119" y="11"/>
                  <a:pt x="119" y="11"/>
                  <a:pt x="119" y="11"/>
                </a:cubicBezTo>
                <a:cubicBezTo>
                  <a:pt x="119" y="11"/>
                  <a:pt x="119" y="11"/>
                  <a:pt x="119" y="10"/>
                </a:cubicBezTo>
                <a:cubicBezTo>
                  <a:pt x="119" y="10"/>
                  <a:pt x="119" y="10"/>
                  <a:pt x="119" y="10"/>
                </a:cubicBezTo>
                <a:cubicBezTo>
                  <a:pt x="120" y="10"/>
                  <a:pt x="121" y="10"/>
                  <a:pt x="123" y="9"/>
                </a:cubicBezTo>
                <a:cubicBezTo>
                  <a:pt x="124" y="9"/>
                  <a:pt x="126" y="8"/>
                  <a:pt x="127" y="8"/>
                </a:cubicBezTo>
                <a:cubicBezTo>
                  <a:pt x="127" y="8"/>
                  <a:pt x="127" y="8"/>
                  <a:pt x="127" y="8"/>
                </a:cubicBezTo>
                <a:cubicBezTo>
                  <a:pt x="127" y="8"/>
                  <a:pt x="127" y="8"/>
                  <a:pt x="127" y="8"/>
                </a:cubicBezTo>
                <a:cubicBezTo>
                  <a:pt x="126" y="7"/>
                  <a:pt x="126" y="7"/>
                  <a:pt x="126" y="7"/>
                </a:cubicBezTo>
                <a:cubicBezTo>
                  <a:pt x="126" y="7"/>
                  <a:pt x="126" y="7"/>
                  <a:pt x="125" y="7"/>
                </a:cubicBezTo>
                <a:cubicBezTo>
                  <a:pt x="125" y="8"/>
                  <a:pt x="125" y="8"/>
                  <a:pt x="125" y="8"/>
                </a:cubicBezTo>
                <a:cubicBezTo>
                  <a:pt x="125" y="8"/>
                  <a:pt x="124" y="8"/>
                  <a:pt x="124" y="8"/>
                </a:cubicBezTo>
                <a:cubicBezTo>
                  <a:pt x="124" y="8"/>
                  <a:pt x="124" y="8"/>
                  <a:pt x="123" y="7"/>
                </a:cubicBezTo>
                <a:cubicBezTo>
                  <a:pt x="123" y="7"/>
                  <a:pt x="123" y="7"/>
                  <a:pt x="123" y="6"/>
                </a:cubicBezTo>
                <a:cubicBezTo>
                  <a:pt x="123" y="5"/>
                  <a:pt x="123" y="4"/>
                  <a:pt x="123" y="3"/>
                </a:cubicBezTo>
                <a:cubicBezTo>
                  <a:pt x="123" y="3"/>
                  <a:pt x="123" y="2"/>
                  <a:pt x="124" y="2"/>
                </a:cubicBezTo>
                <a:cubicBezTo>
                  <a:pt x="124" y="2"/>
                  <a:pt x="124" y="2"/>
                  <a:pt x="125" y="2"/>
                </a:cubicBezTo>
                <a:cubicBezTo>
                  <a:pt x="126" y="2"/>
                  <a:pt x="127" y="2"/>
                  <a:pt x="128" y="2"/>
                </a:cubicBezTo>
                <a:cubicBezTo>
                  <a:pt x="128" y="2"/>
                  <a:pt x="129" y="2"/>
                  <a:pt x="129" y="2"/>
                </a:cubicBezTo>
                <a:cubicBezTo>
                  <a:pt x="129" y="2"/>
                  <a:pt x="130" y="2"/>
                  <a:pt x="130" y="2"/>
                </a:cubicBezTo>
                <a:cubicBezTo>
                  <a:pt x="130" y="2"/>
                  <a:pt x="130" y="2"/>
                  <a:pt x="129" y="3"/>
                </a:cubicBezTo>
                <a:cubicBezTo>
                  <a:pt x="129" y="3"/>
                  <a:pt x="129" y="3"/>
                  <a:pt x="129" y="3"/>
                </a:cubicBezTo>
                <a:cubicBezTo>
                  <a:pt x="129" y="4"/>
                  <a:pt x="129" y="4"/>
                  <a:pt x="129" y="4"/>
                </a:cubicBezTo>
                <a:lnTo>
                  <a:pt x="129" y="6"/>
                </a:lnTo>
                <a:cubicBezTo>
                  <a:pt x="129" y="7"/>
                  <a:pt x="129" y="7"/>
                  <a:pt x="129" y="7"/>
                </a:cubicBezTo>
                <a:cubicBezTo>
                  <a:pt x="129" y="8"/>
                  <a:pt x="129" y="8"/>
                  <a:pt x="129" y="8"/>
                </a:cubicBezTo>
                <a:cubicBezTo>
                  <a:pt x="129" y="8"/>
                  <a:pt x="129" y="8"/>
                  <a:pt x="129" y="8"/>
                </a:cubicBezTo>
                <a:cubicBezTo>
                  <a:pt x="129" y="8"/>
                  <a:pt x="130" y="8"/>
                  <a:pt x="130" y="8"/>
                </a:cubicBezTo>
                <a:cubicBezTo>
                  <a:pt x="130" y="8"/>
                  <a:pt x="130" y="8"/>
                  <a:pt x="131" y="8"/>
                </a:cubicBezTo>
                <a:cubicBezTo>
                  <a:pt x="131" y="8"/>
                  <a:pt x="131" y="8"/>
                  <a:pt x="131" y="8"/>
                </a:cubicBezTo>
                <a:cubicBezTo>
                  <a:pt x="131" y="8"/>
                  <a:pt x="131" y="8"/>
                  <a:pt x="131" y="9"/>
                </a:cubicBezTo>
                <a:cubicBezTo>
                  <a:pt x="131" y="9"/>
                  <a:pt x="131" y="9"/>
                  <a:pt x="131" y="9"/>
                </a:cubicBezTo>
                <a:cubicBezTo>
                  <a:pt x="131" y="9"/>
                  <a:pt x="131" y="10"/>
                  <a:pt x="131" y="10"/>
                </a:cubicBezTo>
                <a:cubicBezTo>
                  <a:pt x="130" y="10"/>
                  <a:pt x="130" y="10"/>
                  <a:pt x="129" y="10"/>
                </a:cubicBezTo>
                <a:cubicBezTo>
                  <a:pt x="128" y="10"/>
                  <a:pt x="128" y="10"/>
                  <a:pt x="127" y="10"/>
                </a:cubicBezTo>
                <a:cubicBezTo>
                  <a:pt x="127" y="10"/>
                  <a:pt x="127" y="10"/>
                  <a:pt x="127" y="10"/>
                </a:cubicBezTo>
                <a:cubicBezTo>
                  <a:pt x="127" y="10"/>
                  <a:pt x="127" y="10"/>
                  <a:pt x="127" y="10"/>
                </a:cubicBezTo>
                <a:cubicBezTo>
                  <a:pt x="127" y="10"/>
                  <a:pt x="127" y="11"/>
                  <a:pt x="127" y="11"/>
                </a:cubicBezTo>
                <a:cubicBezTo>
                  <a:pt x="127" y="11"/>
                  <a:pt x="127" y="11"/>
                  <a:pt x="128" y="11"/>
                </a:cubicBezTo>
                <a:cubicBezTo>
                  <a:pt x="128" y="11"/>
                  <a:pt x="128" y="11"/>
                  <a:pt x="128" y="11"/>
                </a:cubicBezTo>
                <a:cubicBezTo>
                  <a:pt x="128" y="10"/>
                  <a:pt x="129" y="10"/>
                  <a:pt x="129" y="10"/>
                </a:cubicBezTo>
                <a:cubicBezTo>
                  <a:pt x="129" y="10"/>
                  <a:pt x="129" y="11"/>
                  <a:pt x="129" y="11"/>
                </a:cubicBezTo>
                <a:cubicBezTo>
                  <a:pt x="129" y="11"/>
                  <a:pt x="129" y="11"/>
                  <a:pt x="129" y="11"/>
                </a:cubicBezTo>
                <a:cubicBezTo>
                  <a:pt x="129" y="11"/>
                  <a:pt x="129" y="12"/>
                  <a:pt x="129" y="12"/>
                </a:cubicBezTo>
                <a:cubicBezTo>
                  <a:pt x="129" y="12"/>
                  <a:pt x="129" y="12"/>
                  <a:pt x="128" y="12"/>
                </a:cubicBezTo>
                <a:cubicBezTo>
                  <a:pt x="128" y="12"/>
                  <a:pt x="128" y="12"/>
                  <a:pt x="127" y="12"/>
                </a:cubicBezTo>
                <a:cubicBezTo>
                  <a:pt x="127" y="12"/>
                  <a:pt x="127" y="12"/>
                  <a:pt x="127" y="12"/>
                </a:cubicBezTo>
                <a:cubicBezTo>
                  <a:pt x="127" y="12"/>
                  <a:pt x="127" y="13"/>
                  <a:pt x="127" y="13"/>
                </a:cubicBezTo>
                <a:cubicBezTo>
                  <a:pt x="127" y="13"/>
                  <a:pt x="127" y="13"/>
                  <a:pt x="127" y="13"/>
                </a:cubicBezTo>
                <a:close/>
                <a:moveTo>
                  <a:pt x="148" y="11"/>
                </a:moveTo>
                <a:cubicBezTo>
                  <a:pt x="148" y="12"/>
                  <a:pt x="148" y="13"/>
                  <a:pt x="148" y="14"/>
                </a:cubicBezTo>
                <a:cubicBezTo>
                  <a:pt x="148" y="15"/>
                  <a:pt x="148" y="15"/>
                  <a:pt x="148" y="16"/>
                </a:cubicBezTo>
                <a:cubicBezTo>
                  <a:pt x="148" y="16"/>
                  <a:pt x="148" y="16"/>
                  <a:pt x="148" y="17"/>
                </a:cubicBezTo>
                <a:cubicBezTo>
                  <a:pt x="148" y="17"/>
                  <a:pt x="148" y="17"/>
                  <a:pt x="148" y="17"/>
                </a:cubicBezTo>
                <a:cubicBezTo>
                  <a:pt x="148" y="18"/>
                  <a:pt x="148" y="18"/>
                  <a:pt x="148" y="18"/>
                </a:cubicBezTo>
                <a:cubicBezTo>
                  <a:pt x="148" y="18"/>
                  <a:pt x="147" y="18"/>
                  <a:pt x="146" y="17"/>
                </a:cubicBezTo>
                <a:cubicBezTo>
                  <a:pt x="145" y="17"/>
                  <a:pt x="144" y="16"/>
                  <a:pt x="144" y="16"/>
                </a:cubicBezTo>
                <a:cubicBezTo>
                  <a:pt x="143" y="16"/>
                  <a:pt x="143" y="15"/>
                  <a:pt x="143" y="15"/>
                </a:cubicBezTo>
                <a:cubicBezTo>
                  <a:pt x="143" y="15"/>
                  <a:pt x="143" y="15"/>
                  <a:pt x="143" y="15"/>
                </a:cubicBezTo>
                <a:cubicBezTo>
                  <a:pt x="143" y="15"/>
                  <a:pt x="143" y="15"/>
                  <a:pt x="143" y="15"/>
                </a:cubicBezTo>
                <a:cubicBezTo>
                  <a:pt x="144" y="16"/>
                  <a:pt x="145" y="16"/>
                  <a:pt x="146" y="16"/>
                </a:cubicBezTo>
                <a:cubicBezTo>
                  <a:pt x="146" y="16"/>
                  <a:pt x="147" y="16"/>
                  <a:pt x="147" y="16"/>
                </a:cubicBezTo>
                <a:cubicBezTo>
                  <a:pt x="147" y="16"/>
                  <a:pt x="147" y="15"/>
                  <a:pt x="147" y="15"/>
                </a:cubicBezTo>
                <a:cubicBezTo>
                  <a:pt x="147" y="14"/>
                  <a:pt x="147" y="14"/>
                  <a:pt x="147" y="12"/>
                </a:cubicBezTo>
                <a:cubicBezTo>
                  <a:pt x="147" y="11"/>
                  <a:pt x="146" y="9"/>
                  <a:pt x="146" y="8"/>
                </a:cubicBezTo>
                <a:lnTo>
                  <a:pt x="146" y="5"/>
                </a:lnTo>
                <a:lnTo>
                  <a:pt x="146" y="3"/>
                </a:lnTo>
                <a:cubicBezTo>
                  <a:pt x="146" y="3"/>
                  <a:pt x="147" y="3"/>
                  <a:pt x="147" y="3"/>
                </a:cubicBezTo>
                <a:cubicBezTo>
                  <a:pt x="147" y="3"/>
                  <a:pt x="147" y="3"/>
                  <a:pt x="148" y="3"/>
                </a:cubicBezTo>
                <a:cubicBezTo>
                  <a:pt x="148" y="3"/>
                  <a:pt x="148" y="3"/>
                  <a:pt x="148" y="3"/>
                </a:cubicBezTo>
                <a:cubicBezTo>
                  <a:pt x="148" y="4"/>
                  <a:pt x="148" y="4"/>
                  <a:pt x="148" y="4"/>
                </a:cubicBezTo>
                <a:cubicBezTo>
                  <a:pt x="148" y="4"/>
                  <a:pt x="148" y="5"/>
                  <a:pt x="148" y="6"/>
                </a:cubicBezTo>
                <a:cubicBezTo>
                  <a:pt x="148" y="6"/>
                  <a:pt x="148" y="6"/>
                  <a:pt x="148" y="7"/>
                </a:cubicBezTo>
                <a:cubicBezTo>
                  <a:pt x="148" y="9"/>
                  <a:pt x="148" y="9"/>
                  <a:pt x="148" y="10"/>
                </a:cubicBezTo>
                <a:lnTo>
                  <a:pt x="148" y="11"/>
                </a:lnTo>
                <a:close/>
                <a:moveTo>
                  <a:pt x="143" y="7"/>
                </a:moveTo>
                <a:cubicBezTo>
                  <a:pt x="143" y="7"/>
                  <a:pt x="143" y="7"/>
                  <a:pt x="142" y="7"/>
                </a:cubicBezTo>
                <a:cubicBezTo>
                  <a:pt x="142" y="7"/>
                  <a:pt x="142" y="7"/>
                  <a:pt x="141" y="7"/>
                </a:cubicBezTo>
                <a:cubicBezTo>
                  <a:pt x="141" y="7"/>
                  <a:pt x="141" y="7"/>
                  <a:pt x="141" y="7"/>
                </a:cubicBezTo>
                <a:cubicBezTo>
                  <a:pt x="141" y="7"/>
                  <a:pt x="141" y="7"/>
                  <a:pt x="140" y="7"/>
                </a:cubicBezTo>
                <a:cubicBezTo>
                  <a:pt x="140" y="7"/>
                  <a:pt x="140" y="6"/>
                  <a:pt x="140" y="6"/>
                </a:cubicBezTo>
                <a:cubicBezTo>
                  <a:pt x="140" y="6"/>
                  <a:pt x="140" y="7"/>
                  <a:pt x="140" y="7"/>
                </a:cubicBezTo>
                <a:cubicBezTo>
                  <a:pt x="139" y="7"/>
                  <a:pt x="139" y="7"/>
                  <a:pt x="139" y="7"/>
                </a:cubicBezTo>
                <a:cubicBezTo>
                  <a:pt x="138" y="8"/>
                  <a:pt x="138" y="8"/>
                  <a:pt x="138" y="9"/>
                </a:cubicBezTo>
                <a:cubicBezTo>
                  <a:pt x="138" y="9"/>
                  <a:pt x="137" y="9"/>
                  <a:pt x="137" y="10"/>
                </a:cubicBezTo>
                <a:cubicBezTo>
                  <a:pt x="137" y="10"/>
                  <a:pt x="138" y="10"/>
                  <a:pt x="138" y="10"/>
                </a:cubicBezTo>
                <a:cubicBezTo>
                  <a:pt x="138" y="10"/>
                  <a:pt x="138" y="10"/>
                  <a:pt x="138" y="10"/>
                </a:cubicBezTo>
                <a:cubicBezTo>
                  <a:pt x="139" y="9"/>
                  <a:pt x="140" y="9"/>
                  <a:pt x="141" y="9"/>
                </a:cubicBezTo>
                <a:cubicBezTo>
                  <a:pt x="141" y="9"/>
                  <a:pt x="141" y="9"/>
                  <a:pt x="141" y="9"/>
                </a:cubicBezTo>
                <a:cubicBezTo>
                  <a:pt x="142" y="9"/>
                  <a:pt x="142" y="9"/>
                  <a:pt x="142" y="9"/>
                </a:cubicBezTo>
                <a:cubicBezTo>
                  <a:pt x="142" y="9"/>
                  <a:pt x="142" y="9"/>
                  <a:pt x="142" y="9"/>
                </a:cubicBezTo>
                <a:cubicBezTo>
                  <a:pt x="142" y="10"/>
                  <a:pt x="142" y="10"/>
                  <a:pt x="142" y="10"/>
                </a:cubicBezTo>
                <a:cubicBezTo>
                  <a:pt x="142" y="11"/>
                  <a:pt x="141" y="11"/>
                  <a:pt x="141" y="12"/>
                </a:cubicBezTo>
                <a:cubicBezTo>
                  <a:pt x="141" y="12"/>
                  <a:pt x="141" y="13"/>
                  <a:pt x="141" y="13"/>
                </a:cubicBezTo>
                <a:cubicBezTo>
                  <a:pt x="141" y="13"/>
                  <a:pt x="140" y="13"/>
                  <a:pt x="140" y="13"/>
                </a:cubicBezTo>
                <a:cubicBezTo>
                  <a:pt x="140" y="13"/>
                  <a:pt x="139" y="13"/>
                  <a:pt x="139" y="13"/>
                </a:cubicBezTo>
                <a:cubicBezTo>
                  <a:pt x="139" y="13"/>
                  <a:pt x="139" y="13"/>
                  <a:pt x="139" y="13"/>
                </a:cubicBezTo>
                <a:cubicBezTo>
                  <a:pt x="139" y="13"/>
                  <a:pt x="139" y="13"/>
                  <a:pt x="139" y="13"/>
                </a:cubicBezTo>
                <a:cubicBezTo>
                  <a:pt x="139" y="13"/>
                  <a:pt x="139" y="13"/>
                  <a:pt x="139" y="14"/>
                </a:cubicBezTo>
                <a:cubicBezTo>
                  <a:pt x="138" y="14"/>
                  <a:pt x="138" y="14"/>
                  <a:pt x="138" y="15"/>
                </a:cubicBezTo>
                <a:cubicBezTo>
                  <a:pt x="138" y="15"/>
                  <a:pt x="138" y="15"/>
                  <a:pt x="139" y="15"/>
                </a:cubicBezTo>
                <a:cubicBezTo>
                  <a:pt x="139" y="15"/>
                  <a:pt x="139" y="15"/>
                  <a:pt x="139" y="15"/>
                </a:cubicBezTo>
                <a:cubicBezTo>
                  <a:pt x="139" y="15"/>
                  <a:pt x="140" y="15"/>
                  <a:pt x="140" y="15"/>
                </a:cubicBezTo>
                <a:cubicBezTo>
                  <a:pt x="140" y="15"/>
                  <a:pt x="140" y="15"/>
                  <a:pt x="141" y="15"/>
                </a:cubicBezTo>
                <a:cubicBezTo>
                  <a:pt x="141" y="15"/>
                  <a:pt x="141" y="14"/>
                  <a:pt x="141" y="14"/>
                </a:cubicBezTo>
                <a:cubicBezTo>
                  <a:pt x="141" y="14"/>
                  <a:pt x="141" y="13"/>
                  <a:pt x="141" y="13"/>
                </a:cubicBezTo>
                <a:cubicBezTo>
                  <a:pt x="141" y="13"/>
                  <a:pt x="141" y="14"/>
                  <a:pt x="142" y="14"/>
                </a:cubicBezTo>
                <a:cubicBezTo>
                  <a:pt x="142" y="15"/>
                  <a:pt x="142" y="15"/>
                  <a:pt x="142" y="16"/>
                </a:cubicBezTo>
                <a:cubicBezTo>
                  <a:pt x="142" y="16"/>
                  <a:pt x="142" y="16"/>
                  <a:pt x="141" y="16"/>
                </a:cubicBezTo>
                <a:cubicBezTo>
                  <a:pt x="141" y="16"/>
                  <a:pt x="141" y="16"/>
                  <a:pt x="141" y="16"/>
                </a:cubicBezTo>
                <a:cubicBezTo>
                  <a:pt x="140" y="16"/>
                  <a:pt x="140" y="16"/>
                  <a:pt x="139" y="16"/>
                </a:cubicBezTo>
                <a:cubicBezTo>
                  <a:pt x="139" y="16"/>
                  <a:pt x="138" y="16"/>
                  <a:pt x="138" y="16"/>
                </a:cubicBezTo>
                <a:cubicBezTo>
                  <a:pt x="138" y="16"/>
                  <a:pt x="137" y="15"/>
                  <a:pt x="137" y="14"/>
                </a:cubicBezTo>
                <a:cubicBezTo>
                  <a:pt x="137" y="14"/>
                  <a:pt x="138" y="13"/>
                  <a:pt x="138" y="13"/>
                </a:cubicBezTo>
                <a:cubicBezTo>
                  <a:pt x="138" y="12"/>
                  <a:pt x="138" y="12"/>
                  <a:pt x="138" y="11"/>
                </a:cubicBezTo>
                <a:cubicBezTo>
                  <a:pt x="138" y="11"/>
                  <a:pt x="138" y="11"/>
                  <a:pt x="138" y="11"/>
                </a:cubicBezTo>
                <a:cubicBezTo>
                  <a:pt x="138" y="11"/>
                  <a:pt x="139" y="11"/>
                  <a:pt x="139" y="11"/>
                </a:cubicBezTo>
                <a:cubicBezTo>
                  <a:pt x="139" y="11"/>
                  <a:pt x="139" y="11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40" y="12"/>
                  <a:pt x="140" y="12"/>
                  <a:pt x="140" y="11"/>
                </a:cubicBezTo>
                <a:cubicBezTo>
                  <a:pt x="140" y="11"/>
                  <a:pt x="140" y="11"/>
                  <a:pt x="140" y="10"/>
                </a:cubicBezTo>
                <a:cubicBezTo>
                  <a:pt x="140" y="10"/>
                  <a:pt x="140" y="10"/>
                  <a:pt x="140" y="10"/>
                </a:cubicBezTo>
                <a:cubicBezTo>
                  <a:pt x="139" y="10"/>
                  <a:pt x="139" y="10"/>
                  <a:pt x="138" y="11"/>
                </a:cubicBezTo>
                <a:cubicBezTo>
                  <a:pt x="138" y="11"/>
                  <a:pt x="138" y="11"/>
                  <a:pt x="138" y="11"/>
                </a:cubicBezTo>
                <a:cubicBezTo>
                  <a:pt x="138" y="11"/>
                  <a:pt x="138" y="11"/>
                  <a:pt x="137" y="11"/>
                </a:cubicBezTo>
                <a:cubicBezTo>
                  <a:pt x="137" y="11"/>
                  <a:pt x="137" y="11"/>
                  <a:pt x="137" y="11"/>
                </a:cubicBezTo>
                <a:cubicBezTo>
                  <a:pt x="137" y="11"/>
                  <a:pt x="137" y="11"/>
                  <a:pt x="137" y="11"/>
                </a:cubicBezTo>
                <a:cubicBezTo>
                  <a:pt x="137" y="11"/>
                  <a:pt x="137" y="11"/>
                  <a:pt x="136" y="12"/>
                </a:cubicBezTo>
                <a:cubicBezTo>
                  <a:pt x="135" y="12"/>
                  <a:pt x="135" y="12"/>
                  <a:pt x="135" y="12"/>
                </a:cubicBezTo>
                <a:cubicBezTo>
                  <a:pt x="134" y="12"/>
                  <a:pt x="134" y="12"/>
                  <a:pt x="134" y="12"/>
                </a:cubicBezTo>
                <a:cubicBezTo>
                  <a:pt x="134" y="12"/>
                  <a:pt x="133" y="12"/>
                  <a:pt x="133" y="12"/>
                </a:cubicBezTo>
                <a:cubicBezTo>
                  <a:pt x="133" y="12"/>
                  <a:pt x="134" y="12"/>
                  <a:pt x="134" y="12"/>
                </a:cubicBezTo>
                <a:cubicBezTo>
                  <a:pt x="134" y="11"/>
                  <a:pt x="135" y="11"/>
                  <a:pt x="135" y="10"/>
                </a:cubicBezTo>
                <a:cubicBezTo>
                  <a:pt x="136" y="10"/>
                  <a:pt x="136" y="9"/>
                  <a:pt x="137" y="8"/>
                </a:cubicBezTo>
                <a:cubicBezTo>
                  <a:pt x="137" y="8"/>
                  <a:pt x="138" y="7"/>
                  <a:pt x="138" y="7"/>
                </a:cubicBezTo>
                <a:cubicBezTo>
                  <a:pt x="138" y="7"/>
                  <a:pt x="138" y="6"/>
                  <a:pt x="139" y="6"/>
                </a:cubicBezTo>
                <a:cubicBezTo>
                  <a:pt x="139" y="5"/>
                  <a:pt x="140" y="4"/>
                  <a:pt x="140" y="4"/>
                </a:cubicBezTo>
                <a:cubicBezTo>
                  <a:pt x="140" y="4"/>
                  <a:pt x="140" y="4"/>
                  <a:pt x="140" y="4"/>
                </a:cubicBezTo>
                <a:cubicBezTo>
                  <a:pt x="140" y="4"/>
                  <a:pt x="141" y="3"/>
                  <a:pt x="141" y="3"/>
                </a:cubicBezTo>
                <a:cubicBezTo>
                  <a:pt x="141" y="3"/>
                  <a:pt x="141" y="4"/>
                  <a:pt x="141" y="4"/>
                </a:cubicBezTo>
                <a:cubicBezTo>
                  <a:pt x="141" y="4"/>
                  <a:pt x="141" y="4"/>
                  <a:pt x="141" y="4"/>
                </a:cubicBezTo>
                <a:cubicBezTo>
                  <a:pt x="141" y="5"/>
                  <a:pt x="141" y="5"/>
                  <a:pt x="141" y="5"/>
                </a:cubicBezTo>
                <a:cubicBezTo>
                  <a:pt x="141" y="5"/>
                  <a:pt x="141" y="5"/>
                  <a:pt x="141" y="6"/>
                </a:cubicBezTo>
                <a:cubicBezTo>
                  <a:pt x="141" y="6"/>
                  <a:pt x="141" y="6"/>
                  <a:pt x="141" y="6"/>
                </a:cubicBezTo>
                <a:cubicBezTo>
                  <a:pt x="141" y="6"/>
                  <a:pt x="141" y="6"/>
                  <a:pt x="142" y="6"/>
                </a:cubicBezTo>
                <a:cubicBezTo>
                  <a:pt x="142" y="6"/>
                  <a:pt x="143" y="6"/>
                  <a:pt x="143" y="7"/>
                </a:cubicBezTo>
                <a:close/>
                <a:moveTo>
                  <a:pt x="145" y="8"/>
                </a:moveTo>
                <a:cubicBezTo>
                  <a:pt x="145" y="8"/>
                  <a:pt x="145" y="8"/>
                  <a:pt x="145" y="8"/>
                </a:cubicBezTo>
                <a:cubicBezTo>
                  <a:pt x="145" y="8"/>
                  <a:pt x="145" y="9"/>
                  <a:pt x="145" y="9"/>
                </a:cubicBezTo>
                <a:cubicBezTo>
                  <a:pt x="145" y="9"/>
                  <a:pt x="145" y="10"/>
                  <a:pt x="145" y="10"/>
                </a:cubicBezTo>
                <a:cubicBezTo>
                  <a:pt x="145" y="11"/>
                  <a:pt x="145" y="11"/>
                  <a:pt x="144" y="11"/>
                </a:cubicBezTo>
                <a:cubicBezTo>
                  <a:pt x="144" y="11"/>
                  <a:pt x="144" y="11"/>
                  <a:pt x="144" y="11"/>
                </a:cubicBezTo>
                <a:cubicBezTo>
                  <a:pt x="144" y="11"/>
                  <a:pt x="143" y="11"/>
                  <a:pt x="143" y="10"/>
                </a:cubicBezTo>
                <a:cubicBezTo>
                  <a:pt x="143" y="9"/>
                  <a:pt x="143" y="9"/>
                  <a:pt x="143" y="9"/>
                </a:cubicBezTo>
                <a:lnTo>
                  <a:pt x="143" y="8"/>
                </a:lnTo>
                <a:cubicBezTo>
                  <a:pt x="143" y="8"/>
                  <a:pt x="143" y="8"/>
                  <a:pt x="144" y="8"/>
                </a:cubicBezTo>
                <a:cubicBezTo>
                  <a:pt x="144" y="8"/>
                  <a:pt x="144" y="8"/>
                  <a:pt x="144" y="8"/>
                </a:cubicBezTo>
                <a:cubicBezTo>
                  <a:pt x="145" y="8"/>
                  <a:pt x="145" y="8"/>
                  <a:pt x="145" y="8"/>
                </a:cubicBezTo>
                <a:cubicBezTo>
                  <a:pt x="145" y="8"/>
                  <a:pt x="145" y="8"/>
                  <a:pt x="145" y="8"/>
                </a:cubicBezTo>
                <a:close/>
                <a:moveTo>
                  <a:pt x="157" y="2"/>
                </a:moveTo>
                <a:cubicBezTo>
                  <a:pt x="157" y="2"/>
                  <a:pt x="158" y="2"/>
                  <a:pt x="158" y="2"/>
                </a:cubicBezTo>
                <a:cubicBezTo>
                  <a:pt x="158" y="2"/>
                  <a:pt x="158" y="2"/>
                  <a:pt x="158" y="3"/>
                </a:cubicBezTo>
                <a:cubicBezTo>
                  <a:pt x="158" y="3"/>
                  <a:pt x="158" y="3"/>
                  <a:pt x="158" y="3"/>
                </a:cubicBezTo>
                <a:cubicBezTo>
                  <a:pt x="158" y="3"/>
                  <a:pt x="158" y="4"/>
                  <a:pt x="158" y="4"/>
                </a:cubicBezTo>
                <a:cubicBezTo>
                  <a:pt x="158" y="4"/>
                  <a:pt x="158" y="4"/>
                  <a:pt x="158" y="4"/>
                </a:cubicBezTo>
                <a:cubicBezTo>
                  <a:pt x="158" y="4"/>
                  <a:pt x="158" y="4"/>
                  <a:pt x="158" y="4"/>
                </a:cubicBezTo>
                <a:cubicBezTo>
                  <a:pt x="158" y="4"/>
                  <a:pt x="157" y="4"/>
                  <a:pt x="157" y="4"/>
                </a:cubicBezTo>
                <a:cubicBezTo>
                  <a:pt x="157" y="4"/>
                  <a:pt x="156" y="4"/>
                  <a:pt x="156" y="3"/>
                </a:cubicBezTo>
                <a:cubicBezTo>
                  <a:pt x="156" y="3"/>
                  <a:pt x="157" y="3"/>
                  <a:pt x="157" y="2"/>
                </a:cubicBezTo>
                <a:cubicBezTo>
                  <a:pt x="157" y="2"/>
                  <a:pt x="157" y="2"/>
                  <a:pt x="157" y="2"/>
                </a:cubicBezTo>
                <a:close/>
                <a:moveTo>
                  <a:pt x="159" y="5"/>
                </a:moveTo>
                <a:cubicBezTo>
                  <a:pt x="159" y="5"/>
                  <a:pt x="159" y="6"/>
                  <a:pt x="159" y="6"/>
                </a:cubicBezTo>
                <a:cubicBezTo>
                  <a:pt x="159" y="6"/>
                  <a:pt x="159" y="6"/>
                  <a:pt x="159" y="6"/>
                </a:cubicBezTo>
                <a:cubicBezTo>
                  <a:pt x="159" y="6"/>
                  <a:pt x="158" y="6"/>
                  <a:pt x="158" y="6"/>
                </a:cubicBezTo>
                <a:cubicBezTo>
                  <a:pt x="158" y="6"/>
                  <a:pt x="158" y="6"/>
                  <a:pt x="159" y="6"/>
                </a:cubicBezTo>
                <a:cubicBezTo>
                  <a:pt x="159" y="6"/>
                  <a:pt x="159" y="7"/>
                  <a:pt x="159" y="7"/>
                </a:cubicBezTo>
                <a:cubicBezTo>
                  <a:pt x="159" y="7"/>
                  <a:pt x="159" y="7"/>
                  <a:pt x="159" y="7"/>
                </a:cubicBezTo>
                <a:cubicBezTo>
                  <a:pt x="159" y="7"/>
                  <a:pt x="159" y="7"/>
                  <a:pt x="159" y="7"/>
                </a:cubicBezTo>
                <a:cubicBezTo>
                  <a:pt x="159" y="8"/>
                  <a:pt x="159" y="8"/>
                  <a:pt x="158" y="8"/>
                </a:cubicBezTo>
                <a:cubicBezTo>
                  <a:pt x="158" y="8"/>
                  <a:pt x="158" y="8"/>
                  <a:pt x="158" y="8"/>
                </a:cubicBezTo>
                <a:cubicBezTo>
                  <a:pt x="158" y="8"/>
                  <a:pt x="158" y="8"/>
                  <a:pt x="159" y="8"/>
                </a:cubicBezTo>
                <a:cubicBezTo>
                  <a:pt x="159" y="8"/>
                  <a:pt x="159" y="8"/>
                  <a:pt x="159" y="8"/>
                </a:cubicBezTo>
                <a:cubicBezTo>
                  <a:pt x="159" y="8"/>
                  <a:pt x="159" y="8"/>
                  <a:pt x="159" y="9"/>
                </a:cubicBezTo>
                <a:cubicBezTo>
                  <a:pt x="159" y="9"/>
                  <a:pt x="159" y="9"/>
                  <a:pt x="159" y="9"/>
                </a:cubicBezTo>
                <a:cubicBezTo>
                  <a:pt x="159" y="9"/>
                  <a:pt x="158" y="9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9" y="10"/>
                  <a:pt x="159" y="10"/>
                </a:cubicBezTo>
                <a:cubicBezTo>
                  <a:pt x="159" y="10"/>
                  <a:pt x="159" y="10"/>
                  <a:pt x="159" y="10"/>
                </a:cubicBezTo>
                <a:cubicBezTo>
                  <a:pt x="159" y="11"/>
                  <a:pt x="159" y="11"/>
                  <a:pt x="159" y="11"/>
                </a:cubicBezTo>
                <a:cubicBezTo>
                  <a:pt x="159" y="11"/>
                  <a:pt x="159" y="11"/>
                  <a:pt x="159" y="11"/>
                </a:cubicBezTo>
                <a:cubicBezTo>
                  <a:pt x="159" y="11"/>
                  <a:pt x="159" y="11"/>
                  <a:pt x="158" y="11"/>
                </a:cubicBezTo>
                <a:cubicBezTo>
                  <a:pt x="158" y="11"/>
                  <a:pt x="157" y="12"/>
                  <a:pt x="157" y="12"/>
                </a:cubicBezTo>
                <a:cubicBezTo>
                  <a:pt x="157" y="12"/>
                  <a:pt x="157" y="12"/>
                  <a:pt x="157" y="12"/>
                </a:cubicBezTo>
                <a:cubicBezTo>
                  <a:pt x="157" y="12"/>
                  <a:pt x="157" y="12"/>
                  <a:pt x="158" y="12"/>
                </a:cubicBezTo>
                <a:cubicBezTo>
                  <a:pt x="158" y="12"/>
                  <a:pt x="159" y="13"/>
                  <a:pt x="159" y="13"/>
                </a:cubicBezTo>
                <a:cubicBezTo>
                  <a:pt x="159" y="13"/>
                  <a:pt x="159" y="13"/>
                  <a:pt x="158" y="13"/>
                </a:cubicBezTo>
                <a:cubicBezTo>
                  <a:pt x="158" y="13"/>
                  <a:pt x="158" y="13"/>
                  <a:pt x="158" y="13"/>
                </a:cubicBezTo>
                <a:cubicBezTo>
                  <a:pt x="158" y="13"/>
                  <a:pt x="158" y="13"/>
                  <a:pt x="158" y="13"/>
                </a:cubicBezTo>
                <a:cubicBezTo>
                  <a:pt x="158" y="13"/>
                  <a:pt x="157" y="13"/>
                  <a:pt x="157" y="13"/>
                </a:cubicBezTo>
                <a:cubicBezTo>
                  <a:pt x="157" y="13"/>
                  <a:pt x="157" y="13"/>
                  <a:pt x="157" y="13"/>
                </a:cubicBezTo>
                <a:cubicBezTo>
                  <a:pt x="157" y="14"/>
                  <a:pt x="157" y="14"/>
                  <a:pt x="157" y="14"/>
                </a:cubicBezTo>
                <a:cubicBezTo>
                  <a:pt x="157" y="14"/>
                  <a:pt x="157" y="15"/>
                  <a:pt x="157" y="15"/>
                </a:cubicBezTo>
                <a:cubicBezTo>
                  <a:pt x="157" y="16"/>
                  <a:pt x="157" y="16"/>
                  <a:pt x="157" y="16"/>
                </a:cubicBezTo>
                <a:cubicBezTo>
                  <a:pt x="157" y="16"/>
                  <a:pt x="156" y="16"/>
                  <a:pt x="156" y="16"/>
                </a:cubicBezTo>
                <a:cubicBezTo>
                  <a:pt x="156" y="15"/>
                  <a:pt x="155" y="15"/>
                  <a:pt x="155" y="15"/>
                </a:cubicBezTo>
                <a:cubicBezTo>
                  <a:pt x="155" y="15"/>
                  <a:pt x="154" y="15"/>
                  <a:pt x="154" y="15"/>
                </a:cubicBezTo>
                <a:cubicBezTo>
                  <a:pt x="154" y="15"/>
                  <a:pt x="154" y="15"/>
                  <a:pt x="154" y="15"/>
                </a:cubicBezTo>
                <a:cubicBezTo>
                  <a:pt x="154" y="15"/>
                  <a:pt x="154" y="15"/>
                  <a:pt x="154" y="15"/>
                </a:cubicBezTo>
                <a:cubicBezTo>
                  <a:pt x="154" y="15"/>
                  <a:pt x="154" y="16"/>
                  <a:pt x="154" y="16"/>
                </a:cubicBezTo>
                <a:cubicBezTo>
                  <a:pt x="154" y="16"/>
                  <a:pt x="153" y="15"/>
                  <a:pt x="153" y="15"/>
                </a:cubicBezTo>
                <a:cubicBezTo>
                  <a:pt x="153" y="15"/>
                  <a:pt x="153" y="15"/>
                  <a:pt x="153" y="15"/>
                </a:cubicBezTo>
                <a:cubicBezTo>
                  <a:pt x="153" y="15"/>
                  <a:pt x="153" y="15"/>
                  <a:pt x="153" y="15"/>
                </a:cubicBezTo>
                <a:cubicBezTo>
                  <a:pt x="153" y="14"/>
                  <a:pt x="153" y="14"/>
                  <a:pt x="153" y="14"/>
                </a:cubicBezTo>
                <a:cubicBezTo>
                  <a:pt x="154" y="13"/>
                  <a:pt x="154" y="13"/>
                  <a:pt x="154" y="13"/>
                </a:cubicBezTo>
                <a:cubicBezTo>
                  <a:pt x="154" y="13"/>
                  <a:pt x="154" y="13"/>
                  <a:pt x="154" y="13"/>
                </a:cubicBezTo>
                <a:cubicBezTo>
                  <a:pt x="154" y="12"/>
                  <a:pt x="154" y="12"/>
                  <a:pt x="154" y="12"/>
                </a:cubicBezTo>
                <a:cubicBezTo>
                  <a:pt x="154" y="12"/>
                  <a:pt x="154" y="12"/>
                  <a:pt x="153" y="13"/>
                </a:cubicBezTo>
                <a:cubicBezTo>
                  <a:pt x="153" y="13"/>
                  <a:pt x="153" y="13"/>
                  <a:pt x="153" y="13"/>
                </a:cubicBezTo>
                <a:cubicBezTo>
                  <a:pt x="152" y="13"/>
                  <a:pt x="152" y="13"/>
                  <a:pt x="152" y="13"/>
                </a:cubicBezTo>
                <a:cubicBezTo>
                  <a:pt x="152" y="13"/>
                  <a:pt x="152" y="13"/>
                  <a:pt x="152" y="13"/>
                </a:cubicBezTo>
                <a:cubicBezTo>
                  <a:pt x="152" y="12"/>
                  <a:pt x="152" y="12"/>
                  <a:pt x="152" y="12"/>
                </a:cubicBezTo>
                <a:cubicBezTo>
                  <a:pt x="152" y="12"/>
                  <a:pt x="152" y="12"/>
                  <a:pt x="152" y="12"/>
                </a:cubicBezTo>
                <a:cubicBezTo>
                  <a:pt x="153" y="12"/>
                  <a:pt x="154" y="11"/>
                  <a:pt x="155" y="11"/>
                </a:cubicBezTo>
                <a:cubicBezTo>
                  <a:pt x="155" y="11"/>
                  <a:pt x="155" y="11"/>
                  <a:pt x="156" y="11"/>
                </a:cubicBezTo>
                <a:cubicBezTo>
                  <a:pt x="156" y="11"/>
                  <a:pt x="156" y="11"/>
                  <a:pt x="156" y="11"/>
                </a:cubicBezTo>
                <a:cubicBezTo>
                  <a:pt x="156" y="10"/>
                  <a:pt x="156" y="10"/>
                  <a:pt x="156" y="10"/>
                </a:cubicBezTo>
                <a:cubicBezTo>
                  <a:pt x="156" y="10"/>
                  <a:pt x="155" y="10"/>
                  <a:pt x="155" y="10"/>
                </a:cubicBezTo>
                <a:cubicBezTo>
                  <a:pt x="155" y="10"/>
                  <a:pt x="154" y="10"/>
                  <a:pt x="154" y="10"/>
                </a:cubicBezTo>
                <a:cubicBezTo>
                  <a:pt x="154" y="11"/>
                  <a:pt x="154" y="11"/>
                  <a:pt x="154" y="11"/>
                </a:cubicBezTo>
                <a:cubicBezTo>
                  <a:pt x="154" y="11"/>
                  <a:pt x="154" y="10"/>
                  <a:pt x="154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154" y="10"/>
                  <a:pt x="154" y="10"/>
                  <a:pt x="154" y="9"/>
                </a:cubicBezTo>
                <a:cubicBezTo>
                  <a:pt x="154" y="9"/>
                  <a:pt x="154" y="9"/>
                  <a:pt x="154" y="9"/>
                </a:cubicBezTo>
                <a:cubicBezTo>
                  <a:pt x="155" y="9"/>
                  <a:pt x="155" y="9"/>
                  <a:pt x="156" y="9"/>
                </a:cubicBezTo>
                <a:cubicBezTo>
                  <a:pt x="156" y="9"/>
                  <a:pt x="157" y="8"/>
                  <a:pt x="157" y="8"/>
                </a:cubicBezTo>
                <a:cubicBezTo>
                  <a:pt x="157" y="8"/>
                  <a:pt x="157" y="8"/>
                  <a:pt x="157" y="8"/>
                </a:cubicBezTo>
                <a:cubicBezTo>
                  <a:pt x="157" y="8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6" y="7"/>
                  <a:pt x="156" y="7"/>
                  <a:pt x="156" y="7"/>
                </a:cubicBezTo>
                <a:cubicBezTo>
                  <a:pt x="156" y="7"/>
                  <a:pt x="156" y="8"/>
                  <a:pt x="156" y="8"/>
                </a:cubicBezTo>
                <a:cubicBezTo>
                  <a:pt x="156" y="8"/>
                  <a:pt x="156" y="8"/>
                  <a:pt x="155" y="9"/>
                </a:cubicBezTo>
                <a:cubicBezTo>
                  <a:pt x="155" y="9"/>
                  <a:pt x="155" y="9"/>
                  <a:pt x="155" y="9"/>
                </a:cubicBezTo>
                <a:cubicBezTo>
                  <a:pt x="155" y="9"/>
                  <a:pt x="155" y="9"/>
                  <a:pt x="155" y="9"/>
                </a:cubicBezTo>
                <a:cubicBezTo>
                  <a:pt x="155" y="8"/>
                  <a:pt x="155" y="8"/>
                  <a:pt x="155" y="8"/>
                </a:cubicBezTo>
                <a:cubicBezTo>
                  <a:pt x="155" y="8"/>
                  <a:pt x="155" y="8"/>
                  <a:pt x="155" y="8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4" y="7"/>
                </a:cubicBezTo>
                <a:cubicBezTo>
                  <a:pt x="154" y="7"/>
                  <a:pt x="154" y="7"/>
                  <a:pt x="154" y="7"/>
                </a:cubicBezTo>
                <a:cubicBezTo>
                  <a:pt x="154" y="7"/>
                  <a:pt x="154" y="7"/>
                  <a:pt x="154" y="7"/>
                </a:cubicBezTo>
                <a:cubicBezTo>
                  <a:pt x="154" y="6"/>
                  <a:pt x="154" y="6"/>
                  <a:pt x="154" y="6"/>
                </a:cubicBezTo>
                <a:cubicBezTo>
                  <a:pt x="154" y="6"/>
                  <a:pt x="154" y="6"/>
                  <a:pt x="154" y="6"/>
                </a:cubicBezTo>
                <a:cubicBezTo>
                  <a:pt x="154" y="6"/>
                  <a:pt x="155" y="6"/>
                  <a:pt x="156" y="6"/>
                </a:cubicBezTo>
                <a:cubicBezTo>
                  <a:pt x="157" y="5"/>
                  <a:pt x="158" y="5"/>
                  <a:pt x="159" y="5"/>
                </a:cubicBezTo>
                <a:cubicBezTo>
                  <a:pt x="159" y="5"/>
                  <a:pt x="159" y="5"/>
                  <a:pt x="159" y="5"/>
                </a:cubicBezTo>
                <a:cubicBezTo>
                  <a:pt x="159" y="5"/>
                  <a:pt x="159" y="5"/>
                  <a:pt x="159" y="5"/>
                </a:cubicBezTo>
                <a:close/>
                <a:moveTo>
                  <a:pt x="166" y="8"/>
                </a:moveTo>
                <a:cubicBezTo>
                  <a:pt x="166" y="8"/>
                  <a:pt x="166" y="8"/>
                  <a:pt x="166" y="8"/>
                </a:cubicBezTo>
                <a:cubicBezTo>
                  <a:pt x="166" y="8"/>
                  <a:pt x="166" y="8"/>
                  <a:pt x="166" y="9"/>
                </a:cubicBezTo>
                <a:cubicBezTo>
                  <a:pt x="167" y="9"/>
                  <a:pt x="167" y="9"/>
                  <a:pt x="167" y="9"/>
                </a:cubicBezTo>
                <a:cubicBezTo>
                  <a:pt x="167" y="9"/>
                  <a:pt x="167" y="9"/>
                  <a:pt x="167" y="10"/>
                </a:cubicBezTo>
                <a:cubicBezTo>
                  <a:pt x="167" y="10"/>
                  <a:pt x="167" y="10"/>
                  <a:pt x="167" y="10"/>
                </a:cubicBezTo>
                <a:cubicBezTo>
                  <a:pt x="167" y="10"/>
                  <a:pt x="166" y="10"/>
                  <a:pt x="166" y="10"/>
                </a:cubicBezTo>
                <a:cubicBezTo>
                  <a:pt x="166" y="10"/>
                  <a:pt x="166" y="10"/>
                  <a:pt x="165" y="10"/>
                </a:cubicBezTo>
                <a:cubicBezTo>
                  <a:pt x="165" y="10"/>
                  <a:pt x="164" y="10"/>
                  <a:pt x="164" y="10"/>
                </a:cubicBezTo>
                <a:cubicBezTo>
                  <a:pt x="164" y="10"/>
                  <a:pt x="164" y="10"/>
                  <a:pt x="164" y="11"/>
                </a:cubicBezTo>
                <a:cubicBezTo>
                  <a:pt x="164" y="12"/>
                  <a:pt x="164" y="12"/>
                  <a:pt x="164" y="13"/>
                </a:cubicBezTo>
                <a:cubicBezTo>
                  <a:pt x="164" y="13"/>
                  <a:pt x="164" y="13"/>
                  <a:pt x="164" y="14"/>
                </a:cubicBezTo>
                <a:cubicBezTo>
                  <a:pt x="164" y="14"/>
                  <a:pt x="164" y="14"/>
                  <a:pt x="164" y="15"/>
                </a:cubicBezTo>
                <a:cubicBezTo>
                  <a:pt x="164" y="15"/>
                  <a:pt x="164" y="15"/>
                  <a:pt x="164" y="16"/>
                </a:cubicBezTo>
                <a:cubicBezTo>
                  <a:pt x="164" y="16"/>
                  <a:pt x="164" y="16"/>
                  <a:pt x="164" y="16"/>
                </a:cubicBezTo>
                <a:cubicBezTo>
                  <a:pt x="164" y="17"/>
                  <a:pt x="164" y="17"/>
                  <a:pt x="164" y="17"/>
                </a:cubicBezTo>
                <a:cubicBezTo>
                  <a:pt x="164" y="17"/>
                  <a:pt x="164" y="18"/>
                  <a:pt x="164" y="18"/>
                </a:cubicBezTo>
                <a:cubicBezTo>
                  <a:pt x="164" y="18"/>
                  <a:pt x="164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lnTo>
                  <a:pt x="163" y="17"/>
                </a:lnTo>
                <a:cubicBezTo>
                  <a:pt x="163" y="17"/>
                  <a:pt x="163" y="15"/>
                  <a:pt x="163" y="14"/>
                </a:cubicBezTo>
                <a:cubicBezTo>
                  <a:pt x="163" y="12"/>
                  <a:pt x="163" y="11"/>
                  <a:pt x="163" y="11"/>
                </a:cubicBezTo>
                <a:cubicBezTo>
                  <a:pt x="163" y="11"/>
                  <a:pt x="162" y="10"/>
                  <a:pt x="162" y="10"/>
                </a:cubicBezTo>
                <a:cubicBezTo>
                  <a:pt x="162" y="10"/>
                  <a:pt x="162" y="10"/>
                  <a:pt x="162" y="10"/>
                </a:cubicBezTo>
                <a:cubicBezTo>
                  <a:pt x="162" y="10"/>
                  <a:pt x="162" y="10"/>
                  <a:pt x="162" y="10"/>
                </a:cubicBezTo>
                <a:cubicBezTo>
                  <a:pt x="161" y="10"/>
                  <a:pt x="161" y="10"/>
                  <a:pt x="161" y="11"/>
                </a:cubicBezTo>
                <a:cubicBezTo>
                  <a:pt x="161" y="11"/>
                  <a:pt x="161" y="11"/>
                  <a:pt x="161" y="11"/>
                </a:cubicBezTo>
                <a:cubicBezTo>
                  <a:pt x="161" y="11"/>
                  <a:pt x="161" y="11"/>
                  <a:pt x="161" y="11"/>
                </a:cubicBezTo>
                <a:cubicBezTo>
                  <a:pt x="160" y="12"/>
                  <a:pt x="160" y="12"/>
                  <a:pt x="160" y="12"/>
                </a:cubicBezTo>
                <a:lnTo>
                  <a:pt x="160" y="13"/>
                </a:lnTo>
                <a:cubicBezTo>
                  <a:pt x="160" y="13"/>
                  <a:pt x="160" y="13"/>
                  <a:pt x="160" y="14"/>
                </a:cubicBezTo>
                <a:cubicBezTo>
                  <a:pt x="160" y="14"/>
                  <a:pt x="159" y="14"/>
                  <a:pt x="159" y="15"/>
                </a:cubicBezTo>
                <a:cubicBezTo>
                  <a:pt x="159" y="15"/>
                  <a:pt x="158" y="15"/>
                  <a:pt x="158" y="15"/>
                </a:cubicBezTo>
                <a:cubicBezTo>
                  <a:pt x="158" y="15"/>
                  <a:pt x="158" y="15"/>
                  <a:pt x="158" y="15"/>
                </a:cubicBezTo>
                <a:cubicBezTo>
                  <a:pt x="158" y="15"/>
                  <a:pt x="158" y="14"/>
                  <a:pt x="159" y="14"/>
                </a:cubicBezTo>
                <a:cubicBezTo>
                  <a:pt x="159" y="13"/>
                  <a:pt x="159" y="12"/>
                  <a:pt x="160" y="12"/>
                </a:cubicBezTo>
                <a:cubicBezTo>
                  <a:pt x="160" y="11"/>
                  <a:pt x="160" y="11"/>
                  <a:pt x="160" y="10"/>
                </a:cubicBezTo>
                <a:cubicBezTo>
                  <a:pt x="160" y="9"/>
                  <a:pt x="160" y="8"/>
                  <a:pt x="160" y="8"/>
                </a:cubicBezTo>
                <a:lnTo>
                  <a:pt x="160" y="7"/>
                </a:lnTo>
                <a:cubicBezTo>
                  <a:pt x="160" y="7"/>
                  <a:pt x="160" y="6"/>
                  <a:pt x="160" y="6"/>
                </a:cubicBezTo>
                <a:cubicBezTo>
                  <a:pt x="160" y="6"/>
                  <a:pt x="160" y="6"/>
                  <a:pt x="161" y="6"/>
                </a:cubicBezTo>
                <a:cubicBezTo>
                  <a:pt x="161" y="6"/>
                  <a:pt x="162" y="6"/>
                  <a:pt x="162" y="6"/>
                </a:cubicBezTo>
                <a:cubicBezTo>
                  <a:pt x="163" y="5"/>
                  <a:pt x="164" y="5"/>
                  <a:pt x="164" y="5"/>
                </a:cubicBezTo>
                <a:cubicBezTo>
                  <a:pt x="164" y="5"/>
                  <a:pt x="165" y="5"/>
                  <a:pt x="165" y="5"/>
                </a:cubicBezTo>
                <a:cubicBezTo>
                  <a:pt x="165" y="6"/>
                  <a:pt x="165" y="6"/>
                  <a:pt x="165" y="6"/>
                </a:cubicBezTo>
                <a:cubicBezTo>
                  <a:pt x="165" y="6"/>
                  <a:pt x="165" y="6"/>
                  <a:pt x="165" y="6"/>
                </a:cubicBezTo>
                <a:cubicBezTo>
                  <a:pt x="165" y="7"/>
                  <a:pt x="164" y="7"/>
                  <a:pt x="164" y="7"/>
                </a:cubicBezTo>
                <a:cubicBezTo>
                  <a:pt x="164" y="7"/>
                  <a:pt x="164" y="7"/>
                  <a:pt x="164" y="7"/>
                </a:cubicBezTo>
                <a:cubicBezTo>
                  <a:pt x="163" y="7"/>
                  <a:pt x="163" y="7"/>
                  <a:pt x="163" y="7"/>
                </a:cubicBezTo>
                <a:cubicBezTo>
                  <a:pt x="162" y="7"/>
                  <a:pt x="162" y="7"/>
                  <a:pt x="161" y="8"/>
                </a:cubicBezTo>
                <a:cubicBezTo>
                  <a:pt x="161" y="8"/>
                  <a:pt x="161" y="9"/>
                  <a:pt x="161" y="9"/>
                </a:cubicBezTo>
                <a:cubicBezTo>
                  <a:pt x="161" y="9"/>
                  <a:pt x="161" y="9"/>
                  <a:pt x="161" y="9"/>
                </a:cubicBezTo>
                <a:cubicBezTo>
                  <a:pt x="161" y="9"/>
                  <a:pt x="162" y="9"/>
                  <a:pt x="163" y="9"/>
                </a:cubicBezTo>
                <a:cubicBezTo>
                  <a:pt x="163" y="8"/>
                  <a:pt x="164" y="8"/>
                  <a:pt x="165" y="8"/>
                </a:cubicBezTo>
                <a:cubicBezTo>
                  <a:pt x="165" y="8"/>
                  <a:pt x="165" y="8"/>
                  <a:pt x="166" y="8"/>
                </a:cubicBezTo>
                <a:close/>
              </a:path>
              <a:path w="192" h="20">
                <a:moveTo>
                  <a:pt x="28" y="11"/>
                </a:moveTo>
                <a:cubicBezTo>
                  <a:pt x="28" y="11"/>
                  <a:pt x="28" y="11"/>
                  <a:pt x="28" y="11"/>
                </a:cubicBezTo>
                <a:cubicBezTo>
                  <a:pt x="28" y="11"/>
                  <a:pt x="29" y="10"/>
                  <a:pt x="30" y="10"/>
                </a:cubicBezTo>
                <a:cubicBezTo>
                  <a:pt x="30" y="10"/>
                  <a:pt x="30" y="10"/>
                  <a:pt x="30" y="10"/>
                </a:cubicBezTo>
                <a:cubicBezTo>
                  <a:pt x="30" y="10"/>
                  <a:pt x="30" y="9"/>
                  <a:pt x="30" y="9"/>
                </a:cubicBezTo>
                <a:lnTo>
                  <a:pt x="30" y="7"/>
                </a:lnTo>
                <a:cubicBezTo>
                  <a:pt x="30" y="6"/>
                  <a:pt x="30" y="6"/>
                  <a:pt x="30" y="6"/>
                </a:cubicBezTo>
                <a:cubicBezTo>
                  <a:pt x="29" y="6"/>
                  <a:pt x="29" y="6"/>
                  <a:pt x="29" y="6"/>
                </a:cubicBezTo>
                <a:cubicBezTo>
                  <a:pt x="29" y="6"/>
                  <a:pt x="29" y="6"/>
                  <a:pt x="29" y="6"/>
                </a:cubicBezTo>
                <a:cubicBezTo>
                  <a:pt x="28" y="6"/>
                  <a:pt x="28" y="6"/>
                  <a:pt x="28" y="6"/>
                </a:cubicBezTo>
                <a:cubicBezTo>
                  <a:pt x="28" y="7"/>
                  <a:pt x="28" y="7"/>
                  <a:pt x="28" y="7"/>
                </a:cubicBezTo>
                <a:cubicBezTo>
                  <a:pt x="28" y="7"/>
                  <a:pt x="28" y="7"/>
                  <a:pt x="28" y="7"/>
                </a:cubicBezTo>
                <a:cubicBezTo>
                  <a:pt x="28" y="8"/>
                  <a:pt x="29" y="8"/>
                  <a:pt x="29" y="8"/>
                </a:cubicBezTo>
                <a:cubicBezTo>
                  <a:pt x="29" y="8"/>
                  <a:pt x="29" y="8"/>
                  <a:pt x="29" y="9"/>
                </a:cubicBezTo>
                <a:cubicBezTo>
                  <a:pt x="29" y="9"/>
                  <a:pt x="29" y="9"/>
                  <a:pt x="29" y="9"/>
                </a:cubicBezTo>
                <a:cubicBezTo>
                  <a:pt x="29" y="9"/>
                  <a:pt x="28" y="9"/>
                  <a:pt x="28" y="9"/>
                </a:cubicBezTo>
                <a:cubicBezTo>
                  <a:pt x="28" y="9"/>
                  <a:pt x="28" y="9"/>
                  <a:pt x="28" y="10"/>
                </a:cubicBezTo>
                <a:cubicBezTo>
                  <a:pt x="28" y="10"/>
                  <a:pt x="28" y="10"/>
                  <a:pt x="28" y="10"/>
                </a:cubicBezTo>
                <a:cubicBezTo>
                  <a:pt x="28" y="10"/>
                  <a:pt x="28" y="11"/>
                  <a:pt x="28" y="11"/>
                </a:cubicBezTo>
                <a:cubicBezTo>
                  <a:pt x="28" y="11"/>
                  <a:pt x="28" y="11"/>
                  <a:pt x="28" y="11"/>
                </a:cubicBezTo>
                <a:close/>
              </a:path>
              <a:path w="192" h="20">
                <a:moveTo>
                  <a:pt x="53" y="8"/>
                </a:moveTo>
                <a:cubicBezTo>
                  <a:pt x="53" y="7"/>
                  <a:pt x="53" y="7"/>
                  <a:pt x="52" y="7"/>
                </a:cubicBezTo>
                <a:cubicBezTo>
                  <a:pt x="52" y="7"/>
                  <a:pt x="52" y="7"/>
                  <a:pt x="52" y="7"/>
                </a:cubicBezTo>
                <a:cubicBezTo>
                  <a:pt x="52" y="7"/>
                  <a:pt x="52" y="7"/>
                  <a:pt x="52" y="7"/>
                </a:cubicBezTo>
                <a:cubicBezTo>
                  <a:pt x="52" y="7"/>
                  <a:pt x="52" y="7"/>
                  <a:pt x="52" y="8"/>
                </a:cubicBezTo>
                <a:cubicBezTo>
                  <a:pt x="51" y="8"/>
                  <a:pt x="51" y="9"/>
                  <a:pt x="51" y="9"/>
                </a:cubicBezTo>
                <a:cubicBezTo>
                  <a:pt x="51" y="9"/>
                  <a:pt x="52" y="9"/>
                  <a:pt x="52" y="9"/>
                </a:cubicBezTo>
                <a:cubicBezTo>
                  <a:pt x="52" y="9"/>
                  <a:pt x="52" y="9"/>
                  <a:pt x="52" y="9"/>
                </a:cubicBezTo>
                <a:cubicBezTo>
                  <a:pt x="53" y="8"/>
                  <a:pt x="53" y="8"/>
                  <a:pt x="53" y="8"/>
                </a:cubicBezTo>
                <a:close/>
              </a:path>
              <a:path w="192" h="20">
                <a:moveTo>
                  <a:pt x="50" y="8"/>
                </a:moveTo>
                <a:cubicBezTo>
                  <a:pt x="50" y="8"/>
                  <a:pt x="50" y="8"/>
                  <a:pt x="50" y="7"/>
                </a:cubicBezTo>
                <a:cubicBezTo>
                  <a:pt x="50" y="7"/>
                  <a:pt x="50" y="7"/>
                  <a:pt x="50" y="7"/>
                </a:cubicBezTo>
                <a:cubicBezTo>
                  <a:pt x="50" y="7"/>
                  <a:pt x="50" y="7"/>
                  <a:pt x="50" y="7"/>
                </a:cubicBezTo>
                <a:cubicBezTo>
                  <a:pt x="50" y="7"/>
                  <a:pt x="50" y="8"/>
                  <a:pt x="50" y="8"/>
                </a:cubicBezTo>
                <a:cubicBezTo>
                  <a:pt x="50" y="8"/>
                  <a:pt x="50" y="8"/>
                  <a:pt x="50" y="9"/>
                </a:cubicBezTo>
                <a:cubicBezTo>
                  <a:pt x="50" y="9"/>
                  <a:pt x="50" y="9"/>
                  <a:pt x="50" y="9"/>
                </a:cubicBezTo>
                <a:cubicBezTo>
                  <a:pt x="50" y="9"/>
                  <a:pt x="50" y="9"/>
                  <a:pt x="50" y="9"/>
                </a:cubicBezTo>
                <a:cubicBezTo>
                  <a:pt x="50" y="8"/>
                  <a:pt x="50" y="8"/>
                  <a:pt x="50" y="8"/>
                </a:cubicBezTo>
                <a:close/>
              </a:path>
              <a:path w="192" h="20">
                <a:moveTo>
                  <a:pt x="49" y="9"/>
                </a:moveTo>
                <a:cubicBezTo>
                  <a:pt x="49" y="9"/>
                  <a:pt x="49" y="9"/>
                  <a:pt x="49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9"/>
                  <a:pt x="48" y="9"/>
                  <a:pt x="48" y="9"/>
                </a:cubicBezTo>
                <a:cubicBezTo>
                  <a:pt x="48" y="9"/>
                  <a:pt x="48" y="9"/>
                  <a:pt x="48" y="9"/>
                </a:cubicBezTo>
                <a:cubicBezTo>
                  <a:pt x="49" y="9"/>
                  <a:pt x="49" y="9"/>
                  <a:pt x="49" y="9"/>
                </a:cubicBezTo>
                <a:close/>
              </a:path>
              <a:path w="192" h="20">
                <a:moveTo>
                  <a:pt x="51" y="13"/>
                </a:moveTo>
                <a:cubicBezTo>
                  <a:pt x="51" y="13"/>
                  <a:pt x="51" y="13"/>
                  <a:pt x="51" y="13"/>
                </a:cubicBezTo>
                <a:cubicBezTo>
                  <a:pt x="51" y="13"/>
                  <a:pt x="52" y="13"/>
                  <a:pt x="52" y="13"/>
                </a:cubicBezTo>
                <a:cubicBezTo>
                  <a:pt x="52" y="13"/>
                  <a:pt x="52" y="12"/>
                  <a:pt x="52" y="12"/>
                </a:cubicBezTo>
                <a:cubicBezTo>
                  <a:pt x="52" y="12"/>
                  <a:pt x="52" y="12"/>
                  <a:pt x="51" y="12"/>
                </a:cubicBezTo>
                <a:cubicBezTo>
                  <a:pt x="51" y="12"/>
                  <a:pt x="51" y="12"/>
                  <a:pt x="51" y="12"/>
                </a:cubicBezTo>
                <a:cubicBezTo>
                  <a:pt x="51" y="12"/>
                  <a:pt x="51" y="12"/>
                  <a:pt x="50" y="12"/>
                </a:cubicBezTo>
                <a:cubicBezTo>
                  <a:pt x="50" y="12"/>
                  <a:pt x="50" y="12"/>
                  <a:pt x="50" y="12"/>
                </a:cubicBezTo>
                <a:cubicBezTo>
                  <a:pt x="50" y="12"/>
                  <a:pt x="50" y="12"/>
                  <a:pt x="50" y="13"/>
                </a:cubicBezTo>
                <a:cubicBezTo>
                  <a:pt x="50" y="13"/>
                  <a:pt x="50" y="13"/>
                  <a:pt x="51" y="13"/>
                </a:cubicBezTo>
                <a:close/>
              </a:path>
              <a:path w="192" h="20">
                <a:moveTo>
                  <a:pt x="51" y="15"/>
                </a:moveTo>
                <a:cubicBezTo>
                  <a:pt x="52" y="15"/>
                  <a:pt x="52" y="15"/>
                  <a:pt x="52" y="15"/>
                </a:cubicBezTo>
                <a:cubicBezTo>
                  <a:pt x="53" y="15"/>
                  <a:pt x="53" y="15"/>
                  <a:pt x="53" y="14"/>
                </a:cubicBezTo>
                <a:cubicBezTo>
                  <a:pt x="53" y="14"/>
                  <a:pt x="53" y="14"/>
                  <a:pt x="53" y="13"/>
                </a:cubicBezTo>
                <a:cubicBezTo>
                  <a:pt x="52" y="13"/>
                  <a:pt x="52" y="13"/>
                  <a:pt x="52" y="13"/>
                </a:cubicBezTo>
                <a:cubicBezTo>
                  <a:pt x="52" y="13"/>
                  <a:pt x="52" y="13"/>
                  <a:pt x="52" y="13"/>
                </a:cubicBezTo>
                <a:cubicBezTo>
                  <a:pt x="52" y="13"/>
                  <a:pt x="51" y="14"/>
                  <a:pt x="51" y="14"/>
                </a:cubicBezTo>
                <a:cubicBezTo>
                  <a:pt x="51" y="14"/>
                  <a:pt x="51" y="14"/>
                  <a:pt x="51" y="14"/>
                </a:cubicBezTo>
                <a:lnTo>
                  <a:pt x="50" y="14"/>
                </a:lnTo>
                <a:cubicBezTo>
                  <a:pt x="50" y="14"/>
                  <a:pt x="50" y="14"/>
                  <a:pt x="49" y="12"/>
                </a:cubicBezTo>
                <a:cubicBezTo>
                  <a:pt x="49" y="12"/>
                  <a:pt x="49" y="12"/>
                  <a:pt x="49" y="12"/>
                </a:cubicBezTo>
                <a:cubicBezTo>
                  <a:pt x="49" y="12"/>
                  <a:pt x="49" y="12"/>
                  <a:pt x="49" y="12"/>
                </a:cubicBezTo>
                <a:cubicBezTo>
                  <a:pt x="49" y="12"/>
                  <a:pt x="49" y="12"/>
                  <a:pt x="49" y="13"/>
                </a:cubicBezTo>
                <a:cubicBezTo>
                  <a:pt x="49" y="13"/>
                  <a:pt x="49" y="13"/>
                  <a:pt x="49" y="13"/>
                </a:cubicBezTo>
                <a:cubicBezTo>
                  <a:pt x="49" y="14"/>
                  <a:pt x="49" y="14"/>
                  <a:pt x="49" y="15"/>
                </a:cubicBezTo>
                <a:cubicBezTo>
                  <a:pt x="50" y="15"/>
                  <a:pt x="50" y="15"/>
                  <a:pt x="51" y="15"/>
                </a:cubicBezTo>
                <a:close/>
              </a:path>
              <a:path w="192" h="20">
                <a:moveTo>
                  <a:pt x="68" y="8"/>
                </a:moveTo>
                <a:cubicBezTo>
                  <a:pt x="68" y="8"/>
                  <a:pt x="69" y="8"/>
                  <a:pt x="69" y="8"/>
                </a:cubicBezTo>
                <a:cubicBezTo>
                  <a:pt x="69" y="8"/>
                  <a:pt x="69" y="7"/>
                  <a:pt x="69" y="7"/>
                </a:cubicBezTo>
                <a:cubicBezTo>
                  <a:pt x="69" y="7"/>
                  <a:pt x="69" y="6"/>
                  <a:pt x="69" y="6"/>
                </a:cubicBezTo>
                <a:cubicBezTo>
                  <a:pt x="69" y="6"/>
                  <a:pt x="69" y="5"/>
                  <a:pt x="69" y="5"/>
                </a:cubicBezTo>
                <a:cubicBezTo>
                  <a:pt x="68" y="5"/>
                  <a:pt x="68" y="5"/>
                  <a:pt x="68" y="5"/>
                </a:cubicBezTo>
                <a:cubicBezTo>
                  <a:pt x="68" y="5"/>
                  <a:pt x="67" y="5"/>
                  <a:pt x="67" y="5"/>
                </a:cubicBezTo>
                <a:cubicBezTo>
                  <a:pt x="67" y="5"/>
                  <a:pt x="67" y="5"/>
                  <a:pt x="66" y="5"/>
                </a:cubicBezTo>
                <a:cubicBezTo>
                  <a:pt x="66" y="6"/>
                  <a:pt x="66" y="6"/>
                  <a:pt x="65" y="6"/>
                </a:cubicBezTo>
                <a:cubicBezTo>
                  <a:pt x="65" y="6"/>
                  <a:pt x="65" y="6"/>
                  <a:pt x="65" y="6"/>
                </a:cubicBezTo>
                <a:cubicBezTo>
                  <a:pt x="65" y="6"/>
                  <a:pt x="65" y="6"/>
                  <a:pt x="65" y="6"/>
                </a:cubicBezTo>
                <a:cubicBezTo>
                  <a:pt x="65" y="7"/>
                  <a:pt x="65" y="7"/>
                  <a:pt x="65" y="8"/>
                </a:cubicBezTo>
                <a:cubicBezTo>
                  <a:pt x="65" y="8"/>
                  <a:pt x="65" y="8"/>
                  <a:pt x="65" y="8"/>
                </a:cubicBezTo>
                <a:cubicBezTo>
                  <a:pt x="66" y="8"/>
                  <a:pt x="66" y="8"/>
                  <a:pt x="66" y="8"/>
                </a:cubicBezTo>
                <a:cubicBezTo>
                  <a:pt x="67" y="7"/>
                  <a:pt x="68" y="7"/>
                  <a:pt x="68" y="7"/>
                </a:cubicBezTo>
                <a:cubicBezTo>
                  <a:pt x="68" y="7"/>
                  <a:pt x="68" y="7"/>
                  <a:pt x="68" y="8"/>
                </a:cubicBezTo>
                <a:cubicBezTo>
                  <a:pt x="68" y="8"/>
                  <a:pt x="68" y="8"/>
                  <a:pt x="68" y="8"/>
                </a:cubicBezTo>
                <a:close/>
                <a:moveTo>
                  <a:pt x="68" y="6"/>
                </a:moveTo>
                <a:cubicBezTo>
                  <a:pt x="68" y="6"/>
                  <a:pt x="68" y="6"/>
                  <a:pt x="68" y="6"/>
                </a:cubicBezTo>
                <a:cubicBezTo>
                  <a:pt x="68" y="7"/>
                  <a:pt x="68" y="7"/>
                  <a:pt x="67" y="7"/>
                </a:cubicBezTo>
                <a:cubicBezTo>
                  <a:pt x="67" y="7"/>
                  <a:pt x="66" y="7"/>
                  <a:pt x="66" y="7"/>
                </a:cubicBezTo>
                <a:cubicBezTo>
                  <a:pt x="66" y="7"/>
                  <a:pt x="66" y="7"/>
                  <a:pt x="66" y="7"/>
                </a:cubicBezTo>
                <a:cubicBezTo>
                  <a:pt x="65" y="7"/>
                  <a:pt x="65" y="7"/>
                  <a:pt x="65" y="6"/>
                </a:cubicBezTo>
                <a:cubicBezTo>
                  <a:pt x="65" y="6"/>
                  <a:pt x="66" y="6"/>
                  <a:pt x="66" y="6"/>
                </a:cubicBezTo>
                <a:cubicBezTo>
                  <a:pt x="66" y="6"/>
                  <a:pt x="67" y="6"/>
                  <a:pt x="67" y="6"/>
                </a:cubicBezTo>
                <a:cubicBezTo>
                  <a:pt x="67" y="6"/>
                  <a:pt x="67" y="6"/>
                  <a:pt x="68" y="6"/>
                </a:cubicBezTo>
                <a:close/>
              </a:path>
              <a:path w="192" h="20">
                <a:moveTo>
                  <a:pt x="127" y="7"/>
                </a:moveTo>
                <a:cubicBezTo>
                  <a:pt x="127" y="7"/>
                  <a:pt x="127" y="7"/>
                  <a:pt x="127" y="7"/>
                </a:cubicBezTo>
                <a:cubicBezTo>
                  <a:pt x="127" y="7"/>
                  <a:pt x="127" y="7"/>
                  <a:pt x="127" y="6"/>
                </a:cubicBezTo>
                <a:cubicBezTo>
                  <a:pt x="127" y="6"/>
                  <a:pt x="127" y="5"/>
                  <a:pt x="127" y="5"/>
                </a:cubicBezTo>
                <a:cubicBezTo>
                  <a:pt x="127" y="4"/>
                  <a:pt x="127" y="4"/>
                  <a:pt x="127" y="3"/>
                </a:cubicBezTo>
                <a:cubicBezTo>
                  <a:pt x="127" y="3"/>
                  <a:pt x="127" y="3"/>
                  <a:pt x="127" y="3"/>
                </a:cubicBezTo>
                <a:cubicBezTo>
                  <a:pt x="127" y="3"/>
                  <a:pt x="127" y="3"/>
                  <a:pt x="127" y="3"/>
                </a:cubicBezTo>
                <a:cubicBezTo>
                  <a:pt x="127" y="3"/>
                  <a:pt x="126" y="3"/>
                  <a:pt x="126" y="3"/>
                </a:cubicBezTo>
                <a:cubicBezTo>
                  <a:pt x="125" y="3"/>
                  <a:pt x="125" y="3"/>
                  <a:pt x="125" y="4"/>
                </a:cubicBezTo>
                <a:cubicBezTo>
                  <a:pt x="125" y="4"/>
                  <a:pt x="125" y="4"/>
                  <a:pt x="125" y="4"/>
                </a:cubicBezTo>
                <a:cubicBezTo>
                  <a:pt x="125" y="4"/>
                  <a:pt x="125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5"/>
                  <a:pt x="126" y="5"/>
                  <a:pt x="126" y="5"/>
                </a:cubicBezTo>
                <a:cubicBezTo>
                  <a:pt x="125" y="5"/>
                  <a:pt x="125" y="5"/>
                  <a:pt x="125" y="5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6" y="6"/>
                </a:cubicBezTo>
                <a:cubicBezTo>
                  <a:pt x="126" y="6"/>
                  <a:pt x="126" y="6"/>
                  <a:pt x="126" y="6"/>
                </a:cubicBezTo>
                <a:cubicBezTo>
                  <a:pt x="126" y="6"/>
                  <a:pt x="126" y="6"/>
                  <a:pt x="126" y="6"/>
                </a:cubicBezTo>
                <a:cubicBezTo>
                  <a:pt x="126" y="6"/>
                  <a:pt x="126" y="6"/>
                  <a:pt x="127" y="7"/>
                </a:cubicBezTo>
                <a:cubicBezTo>
                  <a:pt x="127" y="7"/>
                  <a:pt x="127" y="7"/>
                  <a:pt x="127" y="7"/>
                </a:cubicBezTo>
                <a:close/>
              </a:path>
              <a:path w="192" h="20">
                <a:moveTo>
                  <a:pt x="125" y="13"/>
                </a:moveTo>
                <a:cubicBezTo>
                  <a:pt x="125" y="13"/>
                  <a:pt x="125" y="13"/>
                  <a:pt x="125" y="13"/>
                </a:cubicBezTo>
                <a:cubicBezTo>
                  <a:pt x="125" y="13"/>
                  <a:pt x="125" y="12"/>
                  <a:pt x="125" y="12"/>
                </a:cubicBezTo>
                <a:cubicBezTo>
                  <a:pt x="126" y="12"/>
                  <a:pt x="126" y="11"/>
                  <a:pt x="126" y="11"/>
                </a:cubicBezTo>
                <a:cubicBezTo>
                  <a:pt x="126" y="11"/>
                  <a:pt x="125" y="11"/>
                  <a:pt x="125" y="10"/>
                </a:cubicBezTo>
                <a:cubicBezTo>
                  <a:pt x="125" y="10"/>
                  <a:pt x="125" y="10"/>
                  <a:pt x="125" y="10"/>
                </a:cubicBezTo>
                <a:cubicBezTo>
                  <a:pt x="125" y="10"/>
                  <a:pt x="125" y="10"/>
                  <a:pt x="125" y="10"/>
                </a:cubicBezTo>
                <a:cubicBezTo>
                  <a:pt x="124" y="10"/>
                  <a:pt x="124" y="10"/>
                  <a:pt x="124" y="11"/>
                </a:cubicBezTo>
                <a:cubicBezTo>
                  <a:pt x="124" y="11"/>
                  <a:pt x="124" y="11"/>
                  <a:pt x="124" y="11"/>
                </a:cubicBezTo>
                <a:cubicBezTo>
                  <a:pt x="124" y="12"/>
                  <a:pt x="124" y="12"/>
                  <a:pt x="124" y="12"/>
                </a:cubicBezTo>
                <a:cubicBezTo>
                  <a:pt x="125" y="12"/>
                  <a:pt x="125" y="12"/>
                  <a:pt x="125" y="12"/>
                </a:cubicBezTo>
                <a:cubicBezTo>
                  <a:pt x="125" y="13"/>
                  <a:pt x="125" y="13"/>
                  <a:pt x="125" y="13"/>
                </a:cubicBezTo>
                <a:close/>
              </a:path>
              <a:path w="192" h="20">
                <a:moveTo>
                  <a:pt x="156" y="13"/>
                </a:moveTo>
                <a:cubicBezTo>
                  <a:pt x="156" y="13"/>
                  <a:pt x="156" y="12"/>
                  <a:pt x="156" y="12"/>
                </a:cubicBezTo>
                <a:cubicBezTo>
                  <a:pt x="156" y="12"/>
                  <a:pt x="156" y="12"/>
                  <a:pt x="156" y="12"/>
                </a:cubicBezTo>
                <a:cubicBezTo>
                  <a:pt x="156" y="12"/>
                  <a:pt x="156" y="12"/>
                  <a:pt x="156" y="12"/>
                </a:cubicBezTo>
                <a:cubicBezTo>
                  <a:pt x="156" y="12"/>
                  <a:pt x="156" y="12"/>
                  <a:pt x="155" y="12"/>
                </a:cubicBezTo>
                <a:cubicBezTo>
                  <a:pt x="155" y="12"/>
                  <a:pt x="155" y="12"/>
                  <a:pt x="155" y="12"/>
                </a:cubicBezTo>
                <a:cubicBezTo>
                  <a:pt x="155" y="12"/>
                  <a:pt x="155" y="12"/>
                  <a:pt x="155" y="13"/>
                </a:cubicBezTo>
                <a:cubicBezTo>
                  <a:pt x="155" y="13"/>
                  <a:pt x="155" y="13"/>
                  <a:pt x="155" y="13"/>
                </a:cubicBezTo>
                <a:cubicBezTo>
                  <a:pt x="155" y="14"/>
                  <a:pt x="155" y="14"/>
                  <a:pt x="155" y="14"/>
                </a:cubicBezTo>
                <a:cubicBezTo>
                  <a:pt x="155" y="14"/>
                  <a:pt x="155" y="14"/>
                  <a:pt x="155" y="14"/>
                </a:cubicBezTo>
                <a:cubicBezTo>
                  <a:pt x="155" y="14"/>
                  <a:pt x="155" y="14"/>
                  <a:pt x="156" y="14"/>
                </a:cubicBezTo>
                <a:cubicBezTo>
                  <a:pt x="156" y="14"/>
                  <a:pt x="156" y="14"/>
                  <a:pt x="156" y="14"/>
                </a:cubicBezTo>
                <a:cubicBezTo>
                  <a:pt x="156" y="14"/>
                  <a:pt x="156" y="14"/>
                  <a:pt x="156" y="14"/>
                </a:cubicBezTo>
                <a:cubicBezTo>
                  <a:pt x="156" y="13"/>
                  <a:pt x="156" y="13"/>
                  <a:pt x="156" y="13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2" name="Rectangle 13"/>
          <p:cNvSpPr>
            <a:spLocks noGrp="1"/>
          </p:cNvSpPr>
          <p:nvPr/>
        </p:nvSpPr>
        <p:spPr>
          <a:xfrm>
            <a:off x="9971521" y="260515"/>
            <a:ext cx="182870" cy="6350"/>
          </a:xfrm>
          <a:prstGeom prst="rect">
            <a:avLst/>
          </a:prstGeom>
          <a:solidFill>
            <a:srgbClr val="005A9F"/>
          </a:solidFill>
          <a:ln>
            <a:noFill/>
          </a:ln>
        </p:spPr>
      </p:sp>
      <p:sp>
        <p:nvSpPr>
          <p:cNvPr id="13" name="Freeform 14"/>
          <p:cNvSpPr>
            <a:spLocks noGrp="1"/>
          </p:cNvSpPr>
          <p:nvPr/>
        </p:nvSpPr>
        <p:spPr>
          <a:xfrm>
            <a:off x="9881355" y="177969"/>
            <a:ext cx="358121" cy="91435"/>
          </a:xfrm>
          <a:custGeom>
            <a:avLst/>
            <a:gdLst/>
            <a:ahLst/>
            <a:cxnLst/>
            <a:rect l="l" t="t" r="r" b="b"/>
            <a:pathLst>
              <a:path w="232" h="59">
                <a:moveTo>
                  <a:pt x="7" y="34"/>
                </a:moveTo>
                <a:lnTo>
                  <a:pt x="2" y="31"/>
                </a:lnTo>
                <a:lnTo>
                  <a:pt x="1" y="31"/>
                </a:lnTo>
                <a:lnTo>
                  <a:pt x="1" y="30"/>
                </a:lnTo>
                <a:lnTo>
                  <a:pt x="2" y="30"/>
                </a:lnTo>
                <a:lnTo>
                  <a:pt x="3" y="30"/>
                </a:lnTo>
                <a:lnTo>
                  <a:pt x="3" y="29"/>
                </a:lnTo>
                <a:lnTo>
                  <a:pt x="4" y="29"/>
                </a:lnTo>
                <a:lnTo>
                  <a:pt x="5" y="30"/>
                </a:lnTo>
                <a:lnTo>
                  <a:pt x="6" y="30"/>
                </a:lnTo>
                <a:lnTo>
                  <a:pt x="7" y="31"/>
                </a:lnTo>
                <a:lnTo>
                  <a:pt x="7" y="32"/>
                </a:lnTo>
                <a:lnTo>
                  <a:pt x="8" y="34"/>
                </a:lnTo>
                <a:lnTo>
                  <a:pt x="9" y="33"/>
                </a:lnTo>
                <a:lnTo>
                  <a:pt x="9" y="28"/>
                </a:lnTo>
                <a:lnTo>
                  <a:pt x="9" y="27"/>
                </a:lnTo>
                <a:lnTo>
                  <a:pt x="9" y="26"/>
                </a:lnTo>
                <a:lnTo>
                  <a:pt x="10" y="26"/>
                </a:lnTo>
                <a:lnTo>
                  <a:pt x="11" y="26"/>
                </a:lnTo>
                <a:lnTo>
                  <a:pt x="12" y="26"/>
                </a:lnTo>
                <a:lnTo>
                  <a:pt x="13" y="26"/>
                </a:lnTo>
                <a:lnTo>
                  <a:pt x="14" y="27"/>
                </a:lnTo>
                <a:lnTo>
                  <a:pt x="14" y="28"/>
                </a:lnTo>
                <a:lnTo>
                  <a:pt x="15" y="28"/>
                </a:lnTo>
                <a:lnTo>
                  <a:pt x="15" y="29"/>
                </a:lnTo>
                <a:lnTo>
                  <a:pt x="14" y="29"/>
                </a:lnTo>
                <a:lnTo>
                  <a:pt x="12" y="32"/>
                </a:lnTo>
                <a:lnTo>
                  <a:pt x="12" y="33"/>
                </a:lnTo>
                <a:lnTo>
                  <a:pt x="11" y="33"/>
                </a:lnTo>
                <a:lnTo>
                  <a:pt x="11" y="34"/>
                </a:lnTo>
                <a:lnTo>
                  <a:pt x="11" y="35"/>
                </a:lnTo>
                <a:lnTo>
                  <a:pt x="11" y="37"/>
                </a:lnTo>
                <a:lnTo>
                  <a:pt x="13" y="37"/>
                </a:lnTo>
                <a:lnTo>
                  <a:pt x="14" y="36"/>
                </a:lnTo>
                <a:lnTo>
                  <a:pt x="14" y="35"/>
                </a:lnTo>
                <a:lnTo>
                  <a:pt x="14" y="34"/>
                </a:lnTo>
                <a:lnTo>
                  <a:pt x="14" y="33"/>
                </a:lnTo>
                <a:lnTo>
                  <a:pt x="13" y="33"/>
                </a:lnTo>
                <a:lnTo>
                  <a:pt x="13" y="32"/>
                </a:lnTo>
                <a:lnTo>
                  <a:pt x="14" y="32"/>
                </a:lnTo>
                <a:lnTo>
                  <a:pt x="16" y="32"/>
                </a:lnTo>
                <a:lnTo>
                  <a:pt x="17" y="32"/>
                </a:lnTo>
                <a:lnTo>
                  <a:pt x="18" y="32"/>
                </a:lnTo>
                <a:lnTo>
                  <a:pt x="18" y="33"/>
                </a:lnTo>
                <a:lnTo>
                  <a:pt x="18" y="34"/>
                </a:lnTo>
                <a:lnTo>
                  <a:pt x="17" y="34"/>
                </a:lnTo>
                <a:lnTo>
                  <a:pt x="17" y="35"/>
                </a:lnTo>
                <a:lnTo>
                  <a:pt x="17" y="36"/>
                </a:lnTo>
                <a:lnTo>
                  <a:pt x="16" y="36"/>
                </a:lnTo>
                <a:lnTo>
                  <a:pt x="16" y="38"/>
                </a:lnTo>
                <a:lnTo>
                  <a:pt x="17" y="38"/>
                </a:lnTo>
                <a:lnTo>
                  <a:pt x="19" y="35"/>
                </a:lnTo>
                <a:lnTo>
                  <a:pt x="19" y="34"/>
                </a:lnTo>
                <a:lnTo>
                  <a:pt x="20" y="34"/>
                </a:lnTo>
                <a:lnTo>
                  <a:pt x="21" y="34"/>
                </a:lnTo>
                <a:lnTo>
                  <a:pt x="22" y="34"/>
                </a:lnTo>
                <a:lnTo>
                  <a:pt x="22" y="35"/>
                </a:lnTo>
                <a:lnTo>
                  <a:pt x="23" y="35"/>
                </a:lnTo>
                <a:lnTo>
                  <a:pt x="23" y="36"/>
                </a:lnTo>
                <a:lnTo>
                  <a:pt x="22" y="36"/>
                </a:lnTo>
                <a:lnTo>
                  <a:pt x="19" y="42"/>
                </a:lnTo>
                <a:lnTo>
                  <a:pt x="18" y="42"/>
                </a:lnTo>
                <a:lnTo>
                  <a:pt x="18" y="43"/>
                </a:lnTo>
                <a:lnTo>
                  <a:pt x="19" y="43"/>
                </a:lnTo>
                <a:lnTo>
                  <a:pt x="20" y="43"/>
                </a:lnTo>
                <a:lnTo>
                  <a:pt x="22" y="43"/>
                </a:lnTo>
                <a:lnTo>
                  <a:pt x="23" y="43"/>
                </a:lnTo>
                <a:lnTo>
                  <a:pt x="23" y="44"/>
                </a:lnTo>
                <a:lnTo>
                  <a:pt x="20" y="48"/>
                </a:lnTo>
                <a:lnTo>
                  <a:pt x="24" y="54"/>
                </a:lnTo>
                <a:lnTo>
                  <a:pt x="24" y="56"/>
                </a:lnTo>
                <a:lnTo>
                  <a:pt x="25" y="57"/>
                </a:lnTo>
                <a:lnTo>
                  <a:pt x="25" y="58"/>
                </a:lnTo>
                <a:lnTo>
                  <a:pt x="25" y="59"/>
                </a:lnTo>
                <a:lnTo>
                  <a:pt x="24" y="59"/>
                </a:lnTo>
                <a:lnTo>
                  <a:pt x="23" y="59"/>
                </a:lnTo>
                <a:lnTo>
                  <a:pt x="22" y="59"/>
                </a:lnTo>
                <a:lnTo>
                  <a:pt x="22" y="58"/>
                </a:lnTo>
                <a:lnTo>
                  <a:pt x="17" y="51"/>
                </a:lnTo>
                <a:lnTo>
                  <a:pt x="13" y="57"/>
                </a:lnTo>
                <a:lnTo>
                  <a:pt x="12" y="58"/>
                </a:lnTo>
                <a:lnTo>
                  <a:pt x="11" y="58"/>
                </a:lnTo>
                <a:lnTo>
                  <a:pt x="10" y="58"/>
                </a:lnTo>
                <a:lnTo>
                  <a:pt x="10" y="57"/>
                </a:lnTo>
                <a:lnTo>
                  <a:pt x="12" y="52"/>
                </a:lnTo>
                <a:lnTo>
                  <a:pt x="14" y="47"/>
                </a:lnTo>
                <a:lnTo>
                  <a:pt x="14" y="46"/>
                </a:lnTo>
                <a:lnTo>
                  <a:pt x="13" y="46"/>
                </a:lnTo>
                <a:lnTo>
                  <a:pt x="8" y="53"/>
                </a:lnTo>
                <a:lnTo>
                  <a:pt x="7" y="54"/>
                </a:lnTo>
                <a:lnTo>
                  <a:pt x="7" y="55"/>
                </a:lnTo>
                <a:lnTo>
                  <a:pt x="6" y="55"/>
                </a:lnTo>
                <a:lnTo>
                  <a:pt x="5" y="56"/>
                </a:lnTo>
                <a:lnTo>
                  <a:pt x="3" y="56"/>
                </a:lnTo>
                <a:lnTo>
                  <a:pt x="2" y="55"/>
                </a:lnTo>
                <a:lnTo>
                  <a:pt x="12" y="44"/>
                </a:lnTo>
                <a:lnTo>
                  <a:pt x="11" y="42"/>
                </a:lnTo>
                <a:lnTo>
                  <a:pt x="11" y="43"/>
                </a:lnTo>
                <a:lnTo>
                  <a:pt x="10" y="43"/>
                </a:lnTo>
                <a:lnTo>
                  <a:pt x="10" y="44"/>
                </a:lnTo>
                <a:lnTo>
                  <a:pt x="10" y="45"/>
                </a:lnTo>
                <a:lnTo>
                  <a:pt x="10" y="46"/>
                </a:lnTo>
                <a:lnTo>
                  <a:pt x="9" y="47"/>
                </a:lnTo>
                <a:lnTo>
                  <a:pt x="5" y="46"/>
                </a:lnTo>
                <a:lnTo>
                  <a:pt x="5" y="45"/>
                </a:lnTo>
                <a:lnTo>
                  <a:pt x="5" y="44"/>
                </a:lnTo>
                <a:lnTo>
                  <a:pt x="3" y="43"/>
                </a:lnTo>
                <a:lnTo>
                  <a:pt x="3" y="42"/>
                </a:lnTo>
                <a:lnTo>
                  <a:pt x="4" y="42"/>
                </a:lnTo>
                <a:lnTo>
                  <a:pt x="7" y="42"/>
                </a:lnTo>
                <a:lnTo>
                  <a:pt x="8" y="42"/>
                </a:lnTo>
                <a:lnTo>
                  <a:pt x="8" y="41"/>
                </a:lnTo>
                <a:lnTo>
                  <a:pt x="9" y="41"/>
                </a:lnTo>
                <a:lnTo>
                  <a:pt x="10" y="41"/>
                </a:lnTo>
                <a:lnTo>
                  <a:pt x="10" y="40"/>
                </a:lnTo>
                <a:lnTo>
                  <a:pt x="8" y="39"/>
                </a:lnTo>
                <a:lnTo>
                  <a:pt x="8" y="38"/>
                </a:lnTo>
                <a:lnTo>
                  <a:pt x="8" y="37"/>
                </a:lnTo>
                <a:lnTo>
                  <a:pt x="9" y="37"/>
                </a:lnTo>
                <a:lnTo>
                  <a:pt x="10" y="37"/>
                </a:lnTo>
                <a:lnTo>
                  <a:pt x="10" y="36"/>
                </a:lnTo>
                <a:lnTo>
                  <a:pt x="10" y="35"/>
                </a:lnTo>
                <a:lnTo>
                  <a:pt x="9" y="35"/>
                </a:lnTo>
                <a:lnTo>
                  <a:pt x="5" y="39"/>
                </a:lnTo>
                <a:lnTo>
                  <a:pt x="4" y="40"/>
                </a:lnTo>
                <a:lnTo>
                  <a:pt x="3" y="40"/>
                </a:lnTo>
                <a:lnTo>
                  <a:pt x="2" y="40"/>
                </a:lnTo>
                <a:lnTo>
                  <a:pt x="1" y="40"/>
                </a:lnTo>
                <a:lnTo>
                  <a:pt x="0" y="40"/>
                </a:lnTo>
                <a:lnTo>
                  <a:pt x="0" y="39"/>
                </a:lnTo>
                <a:lnTo>
                  <a:pt x="1" y="38"/>
                </a:lnTo>
                <a:lnTo>
                  <a:pt x="7" y="34"/>
                </a:lnTo>
                <a:close/>
                <a:moveTo>
                  <a:pt x="17" y="45"/>
                </a:moveTo>
                <a:lnTo>
                  <a:pt x="17" y="45"/>
                </a:lnTo>
                <a:lnTo>
                  <a:pt x="18" y="45"/>
                </a:lnTo>
                <a:lnTo>
                  <a:pt x="18" y="46"/>
                </a:lnTo>
                <a:lnTo>
                  <a:pt x="19" y="46"/>
                </a:lnTo>
                <a:lnTo>
                  <a:pt x="19" y="45"/>
                </a:lnTo>
                <a:lnTo>
                  <a:pt x="18" y="44"/>
                </a:lnTo>
                <a:lnTo>
                  <a:pt x="17" y="44"/>
                </a:lnTo>
                <a:lnTo>
                  <a:pt x="17" y="45"/>
                </a:lnTo>
                <a:close/>
                <a:moveTo>
                  <a:pt x="16" y="42"/>
                </a:moveTo>
                <a:lnTo>
                  <a:pt x="18" y="39"/>
                </a:lnTo>
                <a:lnTo>
                  <a:pt x="19" y="39"/>
                </a:lnTo>
                <a:lnTo>
                  <a:pt x="17" y="42"/>
                </a:lnTo>
                <a:lnTo>
                  <a:pt x="17" y="43"/>
                </a:lnTo>
                <a:lnTo>
                  <a:pt x="16" y="43"/>
                </a:lnTo>
                <a:lnTo>
                  <a:pt x="16" y="42"/>
                </a:lnTo>
                <a:close/>
                <a:moveTo>
                  <a:pt x="13" y="38"/>
                </a:moveTo>
                <a:lnTo>
                  <a:pt x="15" y="41"/>
                </a:lnTo>
                <a:lnTo>
                  <a:pt x="15" y="40"/>
                </a:lnTo>
                <a:lnTo>
                  <a:pt x="16" y="40"/>
                </a:lnTo>
                <a:lnTo>
                  <a:pt x="16" y="39"/>
                </a:lnTo>
                <a:lnTo>
                  <a:pt x="15" y="39"/>
                </a:lnTo>
                <a:lnTo>
                  <a:pt x="15" y="38"/>
                </a:lnTo>
                <a:lnTo>
                  <a:pt x="15" y="37"/>
                </a:lnTo>
                <a:lnTo>
                  <a:pt x="14" y="37"/>
                </a:lnTo>
                <a:lnTo>
                  <a:pt x="13" y="38"/>
                </a:lnTo>
                <a:close/>
                <a:moveTo>
                  <a:pt x="11" y="29"/>
                </a:moveTo>
                <a:lnTo>
                  <a:pt x="11" y="29"/>
                </a:lnTo>
                <a:lnTo>
                  <a:pt x="11" y="28"/>
                </a:lnTo>
                <a:lnTo>
                  <a:pt x="12" y="28"/>
                </a:lnTo>
                <a:lnTo>
                  <a:pt x="12" y="29"/>
                </a:lnTo>
                <a:lnTo>
                  <a:pt x="12" y="30"/>
                </a:lnTo>
                <a:lnTo>
                  <a:pt x="12" y="31"/>
                </a:lnTo>
                <a:lnTo>
                  <a:pt x="11" y="31"/>
                </a:lnTo>
                <a:lnTo>
                  <a:pt x="11" y="30"/>
                </a:lnTo>
                <a:lnTo>
                  <a:pt x="11" y="29"/>
                </a:lnTo>
                <a:close/>
                <a:moveTo>
                  <a:pt x="15" y="48"/>
                </a:moveTo>
                <a:lnTo>
                  <a:pt x="16" y="49"/>
                </a:lnTo>
                <a:lnTo>
                  <a:pt x="13" y="53"/>
                </a:lnTo>
                <a:lnTo>
                  <a:pt x="12" y="53"/>
                </a:lnTo>
                <a:lnTo>
                  <a:pt x="15" y="48"/>
                </a:lnTo>
                <a:close/>
              </a:path>
              <a:path w="232" h="59">
                <a:moveTo>
                  <a:pt x="204" y="57"/>
                </a:moveTo>
                <a:cubicBezTo>
                  <a:pt x="202" y="54"/>
                  <a:pt x="202" y="53"/>
                  <a:pt x="201" y="52"/>
                </a:cubicBezTo>
                <a:cubicBezTo>
                  <a:pt x="201" y="52"/>
                  <a:pt x="201" y="52"/>
                  <a:pt x="201" y="52"/>
                </a:cubicBezTo>
                <a:cubicBezTo>
                  <a:pt x="203" y="53"/>
                  <a:pt x="204" y="54"/>
                  <a:pt x="206" y="52"/>
                </a:cubicBezTo>
                <a:cubicBezTo>
                  <a:pt x="208" y="50"/>
                  <a:pt x="209" y="48"/>
                  <a:pt x="210" y="46"/>
                </a:cubicBezTo>
                <a:cubicBezTo>
                  <a:pt x="210" y="45"/>
                  <a:pt x="210" y="45"/>
                  <a:pt x="210" y="45"/>
                </a:cubicBezTo>
                <a:cubicBezTo>
                  <a:pt x="207" y="45"/>
                  <a:pt x="204" y="46"/>
                  <a:pt x="200" y="46"/>
                </a:cubicBezTo>
                <a:cubicBezTo>
                  <a:pt x="199" y="45"/>
                  <a:pt x="198" y="43"/>
                  <a:pt x="198" y="42"/>
                </a:cubicBezTo>
                <a:cubicBezTo>
                  <a:pt x="198" y="42"/>
                  <a:pt x="198" y="42"/>
                  <a:pt x="198" y="42"/>
                </a:cubicBezTo>
                <a:cubicBezTo>
                  <a:pt x="203" y="42"/>
                  <a:pt x="208" y="44"/>
                  <a:pt x="213" y="43"/>
                </a:cubicBezTo>
                <a:cubicBezTo>
                  <a:pt x="214" y="43"/>
                  <a:pt x="217" y="41"/>
                  <a:pt x="216" y="41"/>
                </a:cubicBezTo>
                <a:cubicBezTo>
                  <a:pt x="215" y="39"/>
                  <a:pt x="210" y="41"/>
                  <a:pt x="209" y="38"/>
                </a:cubicBezTo>
                <a:cubicBezTo>
                  <a:pt x="209" y="38"/>
                  <a:pt x="209" y="38"/>
                  <a:pt x="209" y="38"/>
                </a:cubicBezTo>
                <a:cubicBezTo>
                  <a:pt x="213" y="38"/>
                  <a:pt x="216" y="39"/>
                  <a:pt x="219" y="39"/>
                </a:cubicBezTo>
                <a:cubicBezTo>
                  <a:pt x="221" y="38"/>
                  <a:pt x="223" y="37"/>
                  <a:pt x="224" y="37"/>
                </a:cubicBezTo>
                <a:cubicBezTo>
                  <a:pt x="225" y="36"/>
                  <a:pt x="225" y="36"/>
                  <a:pt x="226" y="35"/>
                </a:cubicBezTo>
                <a:cubicBezTo>
                  <a:pt x="225" y="34"/>
                  <a:pt x="222" y="33"/>
                  <a:pt x="222" y="34"/>
                </a:cubicBezTo>
                <a:cubicBezTo>
                  <a:pt x="221" y="36"/>
                  <a:pt x="221" y="38"/>
                  <a:pt x="218" y="38"/>
                </a:cubicBezTo>
                <a:cubicBezTo>
                  <a:pt x="216" y="38"/>
                  <a:pt x="216" y="37"/>
                  <a:pt x="215" y="36"/>
                </a:cubicBezTo>
                <a:cubicBezTo>
                  <a:pt x="215" y="33"/>
                  <a:pt x="217" y="33"/>
                  <a:pt x="218" y="32"/>
                </a:cubicBezTo>
                <a:cubicBezTo>
                  <a:pt x="217" y="31"/>
                  <a:pt x="216" y="32"/>
                  <a:pt x="215" y="32"/>
                </a:cubicBezTo>
                <a:cubicBezTo>
                  <a:pt x="215" y="33"/>
                  <a:pt x="215" y="33"/>
                  <a:pt x="214" y="34"/>
                </a:cubicBezTo>
                <a:cubicBezTo>
                  <a:pt x="214" y="35"/>
                  <a:pt x="214" y="36"/>
                  <a:pt x="213" y="36"/>
                </a:cubicBezTo>
                <a:cubicBezTo>
                  <a:pt x="212" y="36"/>
                  <a:pt x="212" y="34"/>
                  <a:pt x="212" y="34"/>
                </a:cubicBezTo>
                <a:cubicBezTo>
                  <a:pt x="211" y="34"/>
                  <a:pt x="211" y="35"/>
                  <a:pt x="210" y="36"/>
                </a:cubicBezTo>
                <a:cubicBezTo>
                  <a:pt x="209" y="36"/>
                  <a:pt x="209" y="36"/>
                  <a:pt x="209" y="35"/>
                </a:cubicBezTo>
                <a:cubicBezTo>
                  <a:pt x="210" y="33"/>
                  <a:pt x="210" y="29"/>
                  <a:pt x="211" y="27"/>
                </a:cubicBezTo>
                <a:cubicBezTo>
                  <a:pt x="212" y="27"/>
                  <a:pt x="211" y="29"/>
                  <a:pt x="212" y="30"/>
                </a:cubicBezTo>
                <a:cubicBezTo>
                  <a:pt x="212" y="30"/>
                  <a:pt x="213" y="30"/>
                  <a:pt x="213" y="30"/>
                </a:cubicBezTo>
                <a:cubicBezTo>
                  <a:pt x="213" y="28"/>
                  <a:pt x="213" y="26"/>
                  <a:pt x="213" y="24"/>
                </a:cubicBezTo>
                <a:cubicBezTo>
                  <a:pt x="213" y="24"/>
                  <a:pt x="213" y="24"/>
                  <a:pt x="213" y="24"/>
                </a:cubicBezTo>
                <a:cubicBezTo>
                  <a:pt x="214" y="23"/>
                  <a:pt x="215" y="26"/>
                  <a:pt x="215" y="27"/>
                </a:cubicBezTo>
                <a:cubicBezTo>
                  <a:pt x="215" y="28"/>
                  <a:pt x="215" y="29"/>
                  <a:pt x="215" y="30"/>
                </a:cubicBezTo>
                <a:cubicBezTo>
                  <a:pt x="216" y="31"/>
                  <a:pt x="217" y="31"/>
                  <a:pt x="218" y="30"/>
                </a:cubicBezTo>
                <a:cubicBezTo>
                  <a:pt x="218" y="29"/>
                  <a:pt x="217" y="28"/>
                  <a:pt x="218" y="27"/>
                </a:cubicBezTo>
                <a:cubicBezTo>
                  <a:pt x="219" y="27"/>
                  <a:pt x="219" y="29"/>
                  <a:pt x="221" y="29"/>
                </a:cubicBezTo>
                <a:cubicBezTo>
                  <a:pt x="221" y="28"/>
                  <a:pt x="222" y="28"/>
                  <a:pt x="223" y="27"/>
                </a:cubicBezTo>
                <a:cubicBezTo>
                  <a:pt x="224" y="28"/>
                  <a:pt x="225" y="30"/>
                  <a:pt x="224" y="31"/>
                </a:cubicBezTo>
                <a:cubicBezTo>
                  <a:pt x="224" y="31"/>
                  <a:pt x="223" y="31"/>
                  <a:pt x="223" y="32"/>
                </a:cubicBezTo>
                <a:cubicBezTo>
                  <a:pt x="224" y="32"/>
                  <a:pt x="228" y="33"/>
                  <a:pt x="229" y="33"/>
                </a:cubicBezTo>
                <a:cubicBezTo>
                  <a:pt x="230" y="33"/>
                  <a:pt x="232" y="37"/>
                  <a:pt x="230" y="39"/>
                </a:cubicBezTo>
                <a:cubicBezTo>
                  <a:pt x="229" y="39"/>
                  <a:pt x="226" y="39"/>
                  <a:pt x="225" y="39"/>
                </a:cubicBezTo>
                <a:cubicBezTo>
                  <a:pt x="223" y="39"/>
                  <a:pt x="223" y="39"/>
                  <a:pt x="222" y="39"/>
                </a:cubicBezTo>
                <a:cubicBezTo>
                  <a:pt x="221" y="40"/>
                  <a:pt x="221" y="40"/>
                  <a:pt x="222" y="42"/>
                </a:cubicBezTo>
                <a:cubicBezTo>
                  <a:pt x="221" y="44"/>
                  <a:pt x="218" y="42"/>
                  <a:pt x="217" y="44"/>
                </a:cubicBezTo>
                <a:cubicBezTo>
                  <a:pt x="218" y="45"/>
                  <a:pt x="220" y="46"/>
                  <a:pt x="219" y="48"/>
                </a:cubicBezTo>
                <a:cubicBezTo>
                  <a:pt x="218" y="49"/>
                  <a:pt x="215" y="49"/>
                  <a:pt x="214" y="48"/>
                </a:cubicBezTo>
                <a:cubicBezTo>
                  <a:pt x="215" y="46"/>
                  <a:pt x="215" y="46"/>
                  <a:pt x="215" y="46"/>
                </a:cubicBezTo>
                <a:cubicBezTo>
                  <a:pt x="215" y="46"/>
                  <a:pt x="215" y="46"/>
                  <a:pt x="214" y="46"/>
                </a:cubicBezTo>
                <a:cubicBezTo>
                  <a:pt x="212" y="46"/>
                  <a:pt x="210" y="51"/>
                  <a:pt x="209" y="53"/>
                </a:cubicBezTo>
                <a:cubicBezTo>
                  <a:pt x="208" y="54"/>
                  <a:pt x="207" y="58"/>
                  <a:pt x="204" y="57"/>
                </a:cubicBezTo>
                <a:close/>
                <a:moveTo>
                  <a:pt x="218" y="36"/>
                </a:moveTo>
                <a:cubicBezTo>
                  <a:pt x="218" y="35"/>
                  <a:pt x="218" y="35"/>
                  <a:pt x="218" y="35"/>
                </a:cubicBezTo>
                <a:cubicBezTo>
                  <a:pt x="218" y="35"/>
                  <a:pt x="219" y="34"/>
                  <a:pt x="219" y="34"/>
                </a:cubicBezTo>
                <a:cubicBezTo>
                  <a:pt x="219" y="35"/>
                  <a:pt x="219" y="35"/>
                  <a:pt x="218" y="36"/>
                </a:cubicBezTo>
                <a:cubicBezTo>
                  <a:pt x="218" y="36"/>
                  <a:pt x="218" y="36"/>
                  <a:pt x="218" y="36"/>
                </a:cubicBezTo>
                <a:close/>
              </a:path>
              <a:path w="232" h="59">
                <a:moveTo>
                  <a:pt x="177" y="37"/>
                </a:moveTo>
                <a:cubicBezTo>
                  <a:pt x="176" y="36"/>
                  <a:pt x="176" y="36"/>
                  <a:pt x="176" y="35"/>
                </a:cubicBezTo>
                <a:cubicBezTo>
                  <a:pt x="177" y="33"/>
                  <a:pt x="177" y="28"/>
                  <a:pt x="178" y="27"/>
                </a:cubicBezTo>
                <a:cubicBezTo>
                  <a:pt x="179" y="27"/>
                  <a:pt x="179" y="27"/>
                  <a:pt x="179" y="27"/>
                </a:cubicBezTo>
                <a:cubicBezTo>
                  <a:pt x="179" y="27"/>
                  <a:pt x="179" y="27"/>
                  <a:pt x="179" y="28"/>
                </a:cubicBezTo>
                <a:cubicBezTo>
                  <a:pt x="179" y="32"/>
                  <a:pt x="180" y="35"/>
                  <a:pt x="183" y="38"/>
                </a:cubicBezTo>
                <a:cubicBezTo>
                  <a:pt x="183" y="38"/>
                  <a:pt x="183" y="38"/>
                  <a:pt x="183" y="38"/>
                </a:cubicBezTo>
                <a:cubicBezTo>
                  <a:pt x="183" y="39"/>
                  <a:pt x="178" y="37"/>
                  <a:pt x="177" y="37"/>
                </a:cubicBezTo>
                <a:close/>
              </a:path>
              <a:path w="232" h="59">
                <a:moveTo>
                  <a:pt x="163" y="29"/>
                </a:moveTo>
                <a:cubicBezTo>
                  <a:pt x="163" y="28"/>
                  <a:pt x="163" y="28"/>
                  <a:pt x="162" y="28"/>
                </a:cubicBezTo>
                <a:cubicBezTo>
                  <a:pt x="162" y="27"/>
                  <a:pt x="162" y="27"/>
                  <a:pt x="162" y="27"/>
                </a:cubicBezTo>
                <a:cubicBezTo>
                  <a:pt x="164" y="28"/>
                  <a:pt x="165" y="28"/>
                  <a:pt x="166" y="28"/>
                </a:cubicBezTo>
                <a:cubicBezTo>
                  <a:pt x="169" y="28"/>
                  <a:pt x="171" y="27"/>
                  <a:pt x="173" y="26"/>
                </a:cubicBezTo>
                <a:cubicBezTo>
                  <a:pt x="172" y="25"/>
                  <a:pt x="170" y="25"/>
                  <a:pt x="169" y="26"/>
                </a:cubicBezTo>
                <a:cubicBezTo>
                  <a:pt x="167" y="25"/>
                  <a:pt x="166" y="21"/>
                  <a:pt x="166" y="21"/>
                </a:cubicBezTo>
                <a:cubicBezTo>
                  <a:pt x="168" y="21"/>
                  <a:pt x="172" y="23"/>
                  <a:pt x="173" y="22"/>
                </a:cubicBezTo>
                <a:cubicBezTo>
                  <a:pt x="178" y="23"/>
                  <a:pt x="178" y="21"/>
                  <a:pt x="181" y="17"/>
                </a:cubicBezTo>
                <a:cubicBezTo>
                  <a:pt x="182" y="16"/>
                  <a:pt x="184" y="12"/>
                  <a:pt x="185" y="12"/>
                </a:cubicBezTo>
                <a:cubicBezTo>
                  <a:pt x="186" y="13"/>
                  <a:pt x="186" y="15"/>
                  <a:pt x="186" y="17"/>
                </a:cubicBezTo>
                <a:cubicBezTo>
                  <a:pt x="185" y="19"/>
                  <a:pt x="183" y="20"/>
                  <a:pt x="182" y="23"/>
                </a:cubicBezTo>
                <a:cubicBezTo>
                  <a:pt x="184" y="24"/>
                  <a:pt x="185" y="22"/>
                  <a:pt x="187" y="24"/>
                </a:cubicBezTo>
                <a:cubicBezTo>
                  <a:pt x="187" y="25"/>
                  <a:pt x="187" y="25"/>
                  <a:pt x="187" y="25"/>
                </a:cubicBezTo>
                <a:cubicBezTo>
                  <a:pt x="186" y="26"/>
                  <a:pt x="184" y="25"/>
                  <a:pt x="183" y="25"/>
                </a:cubicBezTo>
                <a:cubicBezTo>
                  <a:pt x="180" y="25"/>
                  <a:pt x="180" y="25"/>
                  <a:pt x="179" y="25"/>
                </a:cubicBezTo>
                <a:cubicBezTo>
                  <a:pt x="175" y="28"/>
                  <a:pt x="169" y="33"/>
                  <a:pt x="163" y="29"/>
                </a:cubicBezTo>
                <a:close/>
              </a:path>
              <a:path w="232" h="59">
                <a:moveTo>
                  <a:pt x="134" y="18"/>
                </a:moveTo>
                <a:cubicBezTo>
                  <a:pt x="133" y="16"/>
                  <a:pt x="134" y="15"/>
                  <a:pt x="134" y="14"/>
                </a:cubicBezTo>
                <a:cubicBezTo>
                  <a:pt x="134" y="14"/>
                  <a:pt x="134" y="14"/>
                  <a:pt x="134" y="14"/>
                </a:cubicBezTo>
                <a:cubicBezTo>
                  <a:pt x="133" y="15"/>
                  <a:pt x="132" y="15"/>
                  <a:pt x="132" y="15"/>
                </a:cubicBezTo>
                <a:cubicBezTo>
                  <a:pt x="131" y="16"/>
                  <a:pt x="130" y="17"/>
                  <a:pt x="129" y="19"/>
                </a:cubicBezTo>
                <a:cubicBezTo>
                  <a:pt x="129" y="20"/>
                  <a:pt x="129" y="30"/>
                  <a:pt x="126" y="30"/>
                </a:cubicBezTo>
                <a:cubicBezTo>
                  <a:pt x="124" y="28"/>
                  <a:pt x="125" y="27"/>
                  <a:pt x="125" y="25"/>
                </a:cubicBezTo>
                <a:cubicBezTo>
                  <a:pt x="125" y="24"/>
                  <a:pt x="125" y="24"/>
                  <a:pt x="126" y="23"/>
                </a:cubicBezTo>
                <a:cubicBezTo>
                  <a:pt x="125" y="23"/>
                  <a:pt x="123" y="25"/>
                  <a:pt x="123" y="25"/>
                </a:cubicBezTo>
                <a:cubicBezTo>
                  <a:pt x="121" y="26"/>
                  <a:pt x="120" y="25"/>
                  <a:pt x="120" y="23"/>
                </a:cubicBezTo>
                <a:cubicBezTo>
                  <a:pt x="122" y="23"/>
                  <a:pt x="124" y="21"/>
                  <a:pt x="126" y="19"/>
                </a:cubicBezTo>
                <a:cubicBezTo>
                  <a:pt x="126" y="17"/>
                  <a:pt x="126" y="17"/>
                  <a:pt x="126" y="14"/>
                </a:cubicBezTo>
                <a:cubicBezTo>
                  <a:pt x="126" y="14"/>
                  <a:pt x="126" y="14"/>
                  <a:pt x="126" y="14"/>
                </a:cubicBezTo>
                <a:cubicBezTo>
                  <a:pt x="125" y="15"/>
                  <a:pt x="125" y="15"/>
                  <a:pt x="124" y="16"/>
                </a:cubicBezTo>
                <a:cubicBezTo>
                  <a:pt x="122" y="18"/>
                  <a:pt x="119" y="16"/>
                  <a:pt x="120" y="14"/>
                </a:cubicBezTo>
                <a:cubicBezTo>
                  <a:pt x="122" y="14"/>
                  <a:pt x="124" y="12"/>
                  <a:pt x="126" y="11"/>
                </a:cubicBezTo>
                <a:cubicBezTo>
                  <a:pt x="127" y="9"/>
                  <a:pt x="127" y="6"/>
                  <a:pt x="127" y="4"/>
                </a:cubicBezTo>
                <a:cubicBezTo>
                  <a:pt x="126" y="3"/>
                  <a:pt x="128" y="2"/>
                  <a:pt x="129" y="1"/>
                </a:cubicBezTo>
                <a:cubicBezTo>
                  <a:pt x="132" y="2"/>
                  <a:pt x="130" y="5"/>
                  <a:pt x="130" y="7"/>
                </a:cubicBezTo>
                <a:cubicBezTo>
                  <a:pt x="130" y="8"/>
                  <a:pt x="130" y="8"/>
                  <a:pt x="130" y="9"/>
                </a:cubicBezTo>
                <a:cubicBezTo>
                  <a:pt x="130" y="9"/>
                  <a:pt x="131" y="8"/>
                  <a:pt x="132" y="8"/>
                </a:cubicBezTo>
                <a:cubicBezTo>
                  <a:pt x="132" y="8"/>
                  <a:pt x="132" y="8"/>
                  <a:pt x="132" y="9"/>
                </a:cubicBezTo>
                <a:cubicBezTo>
                  <a:pt x="129" y="12"/>
                  <a:pt x="129" y="11"/>
                  <a:pt x="129" y="15"/>
                </a:cubicBezTo>
                <a:cubicBezTo>
                  <a:pt x="130" y="15"/>
                  <a:pt x="131" y="14"/>
                  <a:pt x="131" y="13"/>
                </a:cubicBezTo>
                <a:cubicBezTo>
                  <a:pt x="130" y="12"/>
                  <a:pt x="130" y="12"/>
                  <a:pt x="130" y="12"/>
                </a:cubicBezTo>
                <a:cubicBezTo>
                  <a:pt x="132" y="12"/>
                  <a:pt x="134" y="11"/>
                  <a:pt x="136" y="10"/>
                </a:cubicBezTo>
                <a:cubicBezTo>
                  <a:pt x="136" y="8"/>
                  <a:pt x="137" y="7"/>
                  <a:pt x="138" y="4"/>
                </a:cubicBezTo>
                <a:cubicBezTo>
                  <a:pt x="140" y="2"/>
                  <a:pt x="143" y="5"/>
                  <a:pt x="142" y="8"/>
                </a:cubicBezTo>
                <a:cubicBezTo>
                  <a:pt x="142" y="9"/>
                  <a:pt x="138" y="11"/>
                  <a:pt x="137" y="12"/>
                </a:cubicBezTo>
                <a:cubicBezTo>
                  <a:pt x="137" y="12"/>
                  <a:pt x="136" y="15"/>
                  <a:pt x="136" y="15"/>
                </a:cubicBezTo>
                <a:cubicBezTo>
                  <a:pt x="138" y="16"/>
                  <a:pt x="139" y="11"/>
                  <a:pt x="142" y="13"/>
                </a:cubicBezTo>
                <a:cubicBezTo>
                  <a:pt x="143" y="14"/>
                  <a:pt x="143" y="14"/>
                  <a:pt x="143" y="15"/>
                </a:cubicBezTo>
                <a:cubicBezTo>
                  <a:pt x="142" y="17"/>
                  <a:pt x="140" y="20"/>
                  <a:pt x="139" y="23"/>
                </a:cubicBezTo>
                <a:cubicBezTo>
                  <a:pt x="141" y="25"/>
                  <a:pt x="143" y="26"/>
                  <a:pt x="146" y="27"/>
                </a:cubicBezTo>
                <a:cubicBezTo>
                  <a:pt x="146" y="27"/>
                  <a:pt x="142" y="29"/>
                  <a:pt x="141" y="29"/>
                </a:cubicBezTo>
                <a:cubicBezTo>
                  <a:pt x="138" y="30"/>
                  <a:pt x="138" y="27"/>
                  <a:pt x="137" y="25"/>
                </a:cubicBezTo>
                <a:cubicBezTo>
                  <a:pt x="135" y="27"/>
                  <a:pt x="132" y="28"/>
                  <a:pt x="129" y="27"/>
                </a:cubicBezTo>
                <a:cubicBezTo>
                  <a:pt x="129" y="27"/>
                  <a:pt x="129" y="27"/>
                  <a:pt x="129" y="27"/>
                </a:cubicBezTo>
                <a:cubicBezTo>
                  <a:pt x="131" y="26"/>
                  <a:pt x="133" y="26"/>
                  <a:pt x="134" y="24"/>
                </a:cubicBezTo>
                <a:cubicBezTo>
                  <a:pt x="137" y="22"/>
                  <a:pt x="132" y="20"/>
                  <a:pt x="133" y="18"/>
                </a:cubicBezTo>
                <a:cubicBezTo>
                  <a:pt x="133" y="18"/>
                  <a:pt x="133" y="18"/>
                  <a:pt x="134" y="18"/>
                </a:cubicBezTo>
                <a:cubicBezTo>
                  <a:pt x="134" y="19"/>
                  <a:pt x="136" y="20"/>
                  <a:pt x="137" y="20"/>
                </a:cubicBezTo>
                <a:cubicBezTo>
                  <a:pt x="137" y="19"/>
                  <a:pt x="138" y="18"/>
                  <a:pt x="139" y="17"/>
                </a:cubicBezTo>
                <a:cubicBezTo>
                  <a:pt x="138" y="17"/>
                  <a:pt x="137" y="18"/>
                  <a:pt x="136" y="19"/>
                </a:cubicBezTo>
                <a:cubicBezTo>
                  <a:pt x="136" y="18"/>
                  <a:pt x="135" y="18"/>
                  <a:pt x="134" y="18"/>
                </a:cubicBezTo>
                <a:close/>
              </a:path>
              <a:path w="232" h="59">
                <a:moveTo>
                  <a:pt x="84" y="9"/>
                </a:moveTo>
                <a:cubicBezTo>
                  <a:pt x="86" y="9"/>
                  <a:pt x="87" y="10"/>
                  <a:pt x="87" y="12"/>
                </a:cubicBezTo>
                <a:cubicBezTo>
                  <a:pt x="88" y="11"/>
                  <a:pt x="87" y="10"/>
                  <a:pt x="90" y="11"/>
                </a:cubicBezTo>
                <a:cubicBezTo>
                  <a:pt x="90" y="12"/>
                  <a:pt x="90" y="12"/>
                  <a:pt x="90" y="14"/>
                </a:cubicBezTo>
                <a:cubicBezTo>
                  <a:pt x="89" y="15"/>
                  <a:pt x="88" y="16"/>
                  <a:pt x="87" y="17"/>
                </a:cubicBezTo>
                <a:cubicBezTo>
                  <a:pt x="88" y="19"/>
                  <a:pt x="87" y="19"/>
                  <a:pt x="88" y="20"/>
                </a:cubicBezTo>
                <a:cubicBezTo>
                  <a:pt x="88" y="20"/>
                  <a:pt x="89" y="19"/>
                  <a:pt x="90" y="18"/>
                </a:cubicBezTo>
                <a:cubicBezTo>
                  <a:pt x="90" y="20"/>
                  <a:pt x="89" y="20"/>
                  <a:pt x="88" y="21"/>
                </a:cubicBezTo>
                <a:cubicBezTo>
                  <a:pt x="88" y="24"/>
                  <a:pt x="90" y="28"/>
                  <a:pt x="88" y="30"/>
                </a:cubicBezTo>
                <a:cubicBezTo>
                  <a:pt x="85" y="31"/>
                  <a:pt x="86" y="26"/>
                  <a:pt x="85" y="25"/>
                </a:cubicBezTo>
                <a:cubicBezTo>
                  <a:pt x="85" y="25"/>
                  <a:pt x="85" y="25"/>
                  <a:pt x="85" y="25"/>
                </a:cubicBezTo>
                <a:cubicBezTo>
                  <a:pt x="84" y="26"/>
                  <a:pt x="82" y="28"/>
                  <a:pt x="81" y="27"/>
                </a:cubicBezTo>
                <a:cubicBezTo>
                  <a:pt x="80" y="26"/>
                  <a:pt x="81" y="24"/>
                  <a:pt x="82" y="22"/>
                </a:cubicBezTo>
                <a:cubicBezTo>
                  <a:pt x="83" y="21"/>
                  <a:pt x="85" y="18"/>
                  <a:pt x="85" y="18"/>
                </a:cubicBezTo>
                <a:cubicBezTo>
                  <a:pt x="85" y="17"/>
                  <a:pt x="85" y="17"/>
                  <a:pt x="85" y="17"/>
                </a:cubicBezTo>
                <a:cubicBezTo>
                  <a:pt x="85" y="17"/>
                  <a:pt x="84" y="16"/>
                  <a:pt x="84" y="16"/>
                </a:cubicBezTo>
                <a:cubicBezTo>
                  <a:pt x="83" y="18"/>
                  <a:pt x="81" y="20"/>
                  <a:pt x="79" y="20"/>
                </a:cubicBezTo>
                <a:cubicBezTo>
                  <a:pt x="78" y="19"/>
                  <a:pt x="78" y="19"/>
                  <a:pt x="78" y="18"/>
                </a:cubicBezTo>
                <a:cubicBezTo>
                  <a:pt x="80" y="17"/>
                  <a:pt x="82" y="15"/>
                  <a:pt x="84" y="14"/>
                </a:cubicBezTo>
                <a:cubicBezTo>
                  <a:pt x="84" y="12"/>
                  <a:pt x="83" y="11"/>
                  <a:pt x="84" y="9"/>
                </a:cubicBezTo>
                <a:cubicBezTo>
                  <a:pt x="82" y="9"/>
                  <a:pt x="81" y="10"/>
                  <a:pt x="80" y="10"/>
                </a:cubicBezTo>
                <a:cubicBezTo>
                  <a:pt x="80" y="10"/>
                  <a:pt x="80" y="10"/>
                  <a:pt x="81" y="9"/>
                </a:cubicBezTo>
                <a:cubicBezTo>
                  <a:pt x="85" y="6"/>
                  <a:pt x="86" y="5"/>
                  <a:pt x="86" y="4"/>
                </a:cubicBezTo>
                <a:cubicBezTo>
                  <a:pt x="87" y="3"/>
                  <a:pt x="87" y="2"/>
                  <a:pt x="89" y="3"/>
                </a:cubicBezTo>
                <a:cubicBezTo>
                  <a:pt x="90" y="3"/>
                  <a:pt x="90" y="5"/>
                  <a:pt x="90" y="5"/>
                </a:cubicBezTo>
                <a:cubicBezTo>
                  <a:pt x="88" y="7"/>
                  <a:pt x="86" y="8"/>
                  <a:pt x="84" y="9"/>
                </a:cubicBezTo>
                <a:cubicBezTo>
                  <a:pt x="84" y="9"/>
                  <a:pt x="84" y="9"/>
                  <a:pt x="84" y="9"/>
                </a:cubicBezTo>
                <a:close/>
                <a:moveTo>
                  <a:pt x="84" y="23"/>
                </a:moveTo>
                <a:cubicBezTo>
                  <a:pt x="84" y="22"/>
                  <a:pt x="84" y="22"/>
                  <a:pt x="85" y="21"/>
                </a:cubicBezTo>
                <a:cubicBezTo>
                  <a:pt x="85" y="21"/>
                  <a:pt x="85" y="21"/>
                  <a:pt x="85" y="22"/>
                </a:cubicBezTo>
                <a:cubicBezTo>
                  <a:pt x="85" y="22"/>
                  <a:pt x="85" y="23"/>
                  <a:pt x="84" y="23"/>
                </a:cubicBezTo>
                <a:close/>
              </a:path>
              <a:path w="232" h="59">
                <a:moveTo>
                  <a:pt x="99" y="32"/>
                </a:moveTo>
                <a:cubicBezTo>
                  <a:pt x="99" y="32"/>
                  <a:pt x="98" y="32"/>
                  <a:pt x="98" y="31"/>
                </a:cubicBezTo>
                <a:cubicBezTo>
                  <a:pt x="98" y="28"/>
                  <a:pt x="97" y="25"/>
                  <a:pt x="97" y="22"/>
                </a:cubicBezTo>
                <a:cubicBezTo>
                  <a:pt x="96" y="22"/>
                  <a:pt x="95" y="23"/>
                  <a:pt x="94" y="24"/>
                </a:cubicBezTo>
                <a:cubicBezTo>
                  <a:pt x="93" y="24"/>
                  <a:pt x="92" y="24"/>
                  <a:pt x="92" y="23"/>
                </a:cubicBezTo>
                <a:cubicBezTo>
                  <a:pt x="92" y="23"/>
                  <a:pt x="92" y="22"/>
                  <a:pt x="92" y="22"/>
                </a:cubicBezTo>
                <a:cubicBezTo>
                  <a:pt x="92" y="20"/>
                  <a:pt x="93" y="16"/>
                  <a:pt x="91" y="16"/>
                </a:cubicBezTo>
                <a:cubicBezTo>
                  <a:pt x="90" y="15"/>
                  <a:pt x="90" y="15"/>
                  <a:pt x="90" y="14"/>
                </a:cubicBezTo>
                <a:cubicBezTo>
                  <a:pt x="92" y="14"/>
                  <a:pt x="91" y="11"/>
                  <a:pt x="91" y="10"/>
                </a:cubicBezTo>
                <a:cubicBezTo>
                  <a:pt x="89" y="9"/>
                  <a:pt x="87" y="8"/>
                  <a:pt x="89" y="7"/>
                </a:cubicBezTo>
                <a:cubicBezTo>
                  <a:pt x="91" y="7"/>
                  <a:pt x="93" y="7"/>
                  <a:pt x="94" y="9"/>
                </a:cubicBezTo>
                <a:cubicBezTo>
                  <a:pt x="94" y="10"/>
                  <a:pt x="92" y="12"/>
                  <a:pt x="92" y="13"/>
                </a:cubicBezTo>
                <a:cubicBezTo>
                  <a:pt x="94" y="13"/>
                  <a:pt x="95" y="14"/>
                  <a:pt x="95" y="16"/>
                </a:cubicBezTo>
                <a:cubicBezTo>
                  <a:pt x="93" y="17"/>
                  <a:pt x="93" y="18"/>
                  <a:pt x="94" y="20"/>
                </a:cubicBezTo>
                <a:cubicBezTo>
                  <a:pt x="95" y="19"/>
                  <a:pt x="95" y="18"/>
                  <a:pt x="96" y="17"/>
                </a:cubicBezTo>
                <a:cubicBezTo>
                  <a:pt x="96" y="11"/>
                  <a:pt x="93" y="7"/>
                  <a:pt x="93" y="2"/>
                </a:cubicBezTo>
                <a:cubicBezTo>
                  <a:pt x="94" y="0"/>
                  <a:pt x="96" y="0"/>
                  <a:pt x="97" y="2"/>
                </a:cubicBezTo>
                <a:cubicBezTo>
                  <a:pt x="97" y="5"/>
                  <a:pt x="97" y="11"/>
                  <a:pt x="99" y="14"/>
                </a:cubicBezTo>
                <a:cubicBezTo>
                  <a:pt x="99" y="13"/>
                  <a:pt x="100" y="12"/>
                  <a:pt x="100" y="11"/>
                </a:cubicBezTo>
                <a:cubicBezTo>
                  <a:pt x="101" y="11"/>
                  <a:pt x="102" y="12"/>
                  <a:pt x="103" y="14"/>
                </a:cubicBezTo>
                <a:cubicBezTo>
                  <a:pt x="101" y="15"/>
                  <a:pt x="100" y="16"/>
                  <a:pt x="99" y="18"/>
                </a:cubicBezTo>
                <a:cubicBezTo>
                  <a:pt x="100" y="23"/>
                  <a:pt x="100" y="26"/>
                  <a:pt x="101" y="29"/>
                </a:cubicBezTo>
                <a:cubicBezTo>
                  <a:pt x="100" y="30"/>
                  <a:pt x="100" y="32"/>
                  <a:pt x="99" y="32"/>
                </a:cubicBezTo>
                <a:close/>
              </a:path>
              <a:path w="232" h="59">
                <a:moveTo>
                  <a:pt x="58" y="41"/>
                </a:moveTo>
                <a:cubicBezTo>
                  <a:pt x="58" y="42"/>
                  <a:pt x="57" y="41"/>
                  <a:pt x="57" y="41"/>
                </a:cubicBezTo>
                <a:cubicBezTo>
                  <a:pt x="52" y="36"/>
                  <a:pt x="53" y="29"/>
                  <a:pt x="50" y="25"/>
                </a:cubicBezTo>
                <a:cubicBezTo>
                  <a:pt x="48" y="26"/>
                  <a:pt x="48" y="30"/>
                  <a:pt x="47" y="31"/>
                </a:cubicBezTo>
                <a:cubicBezTo>
                  <a:pt x="44" y="33"/>
                  <a:pt x="43" y="28"/>
                  <a:pt x="43" y="26"/>
                </a:cubicBezTo>
                <a:cubicBezTo>
                  <a:pt x="43" y="25"/>
                  <a:pt x="43" y="24"/>
                  <a:pt x="43" y="23"/>
                </a:cubicBezTo>
                <a:cubicBezTo>
                  <a:pt x="44" y="23"/>
                  <a:pt x="45" y="25"/>
                  <a:pt x="46" y="26"/>
                </a:cubicBezTo>
                <a:cubicBezTo>
                  <a:pt x="47" y="26"/>
                  <a:pt x="47" y="26"/>
                  <a:pt x="47" y="26"/>
                </a:cubicBezTo>
                <a:cubicBezTo>
                  <a:pt x="50" y="21"/>
                  <a:pt x="47" y="18"/>
                  <a:pt x="44" y="15"/>
                </a:cubicBezTo>
                <a:cubicBezTo>
                  <a:pt x="44" y="14"/>
                  <a:pt x="44" y="13"/>
                  <a:pt x="45" y="12"/>
                </a:cubicBezTo>
                <a:cubicBezTo>
                  <a:pt x="45" y="12"/>
                  <a:pt x="47" y="12"/>
                  <a:pt x="48" y="12"/>
                </a:cubicBezTo>
                <a:cubicBezTo>
                  <a:pt x="48" y="12"/>
                  <a:pt x="48" y="12"/>
                  <a:pt x="48" y="12"/>
                </a:cubicBezTo>
                <a:cubicBezTo>
                  <a:pt x="49" y="14"/>
                  <a:pt x="50" y="16"/>
                  <a:pt x="50" y="17"/>
                </a:cubicBezTo>
                <a:cubicBezTo>
                  <a:pt x="50" y="17"/>
                  <a:pt x="51" y="17"/>
                  <a:pt x="51" y="17"/>
                </a:cubicBezTo>
                <a:cubicBezTo>
                  <a:pt x="52" y="16"/>
                  <a:pt x="53" y="14"/>
                  <a:pt x="54" y="12"/>
                </a:cubicBezTo>
                <a:cubicBezTo>
                  <a:pt x="55" y="12"/>
                  <a:pt x="57" y="10"/>
                  <a:pt x="58" y="13"/>
                </a:cubicBezTo>
                <a:cubicBezTo>
                  <a:pt x="58" y="15"/>
                  <a:pt x="53" y="19"/>
                  <a:pt x="57" y="20"/>
                </a:cubicBezTo>
                <a:cubicBezTo>
                  <a:pt x="57" y="20"/>
                  <a:pt x="57" y="21"/>
                  <a:pt x="57" y="21"/>
                </a:cubicBezTo>
                <a:cubicBezTo>
                  <a:pt x="57" y="23"/>
                  <a:pt x="55" y="25"/>
                  <a:pt x="53" y="26"/>
                </a:cubicBezTo>
                <a:cubicBezTo>
                  <a:pt x="54" y="30"/>
                  <a:pt x="57" y="34"/>
                  <a:pt x="58" y="37"/>
                </a:cubicBezTo>
                <a:cubicBezTo>
                  <a:pt x="59" y="39"/>
                  <a:pt x="59" y="40"/>
                  <a:pt x="58" y="41"/>
                </a:cubicBezTo>
                <a:close/>
                <a:moveTo>
                  <a:pt x="53" y="23"/>
                </a:moveTo>
                <a:cubicBezTo>
                  <a:pt x="52" y="23"/>
                  <a:pt x="51" y="21"/>
                  <a:pt x="51" y="21"/>
                </a:cubicBezTo>
                <a:cubicBezTo>
                  <a:pt x="51" y="20"/>
                  <a:pt x="52" y="18"/>
                  <a:pt x="53" y="18"/>
                </a:cubicBezTo>
                <a:cubicBezTo>
                  <a:pt x="54" y="20"/>
                  <a:pt x="54" y="21"/>
                  <a:pt x="53" y="23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14" name="Freeform 15"/>
          <p:cNvSpPr>
            <a:spLocks noGrp="1"/>
          </p:cNvSpPr>
          <p:nvPr/>
        </p:nvSpPr>
        <p:spPr>
          <a:xfrm>
            <a:off x="9802619" y="257975"/>
            <a:ext cx="519403" cy="294625"/>
          </a:xfrm>
          <a:custGeom>
            <a:avLst/>
            <a:gdLst/>
            <a:ahLst/>
            <a:cxnLst/>
            <a:rect l="l" t="t" r="r" b="b"/>
            <a:pathLst>
              <a:path w="336" h="189">
                <a:moveTo>
                  <a:pt x="293" y="24"/>
                </a:moveTo>
                <a:lnTo>
                  <a:pt x="299" y="19"/>
                </a:lnTo>
                <a:lnTo>
                  <a:pt x="300" y="19"/>
                </a:lnTo>
                <a:cubicBezTo>
                  <a:pt x="298" y="20"/>
                  <a:pt x="297" y="22"/>
                  <a:pt x="297" y="23"/>
                </a:cubicBezTo>
                <a:cubicBezTo>
                  <a:pt x="296" y="24"/>
                  <a:pt x="296" y="26"/>
                  <a:pt x="297" y="27"/>
                </a:cubicBezTo>
                <a:cubicBezTo>
                  <a:pt x="298" y="28"/>
                  <a:pt x="299" y="28"/>
                  <a:pt x="302" y="27"/>
                </a:cubicBezTo>
                <a:cubicBezTo>
                  <a:pt x="304" y="27"/>
                  <a:pt x="307" y="25"/>
                  <a:pt x="309" y="23"/>
                </a:cubicBezTo>
                <a:cubicBezTo>
                  <a:pt x="311" y="22"/>
                  <a:pt x="313" y="20"/>
                  <a:pt x="314" y="19"/>
                </a:cubicBezTo>
                <a:cubicBezTo>
                  <a:pt x="316" y="17"/>
                  <a:pt x="316" y="16"/>
                  <a:pt x="317" y="14"/>
                </a:cubicBezTo>
                <a:cubicBezTo>
                  <a:pt x="317" y="13"/>
                  <a:pt x="317" y="12"/>
                  <a:pt x="317" y="12"/>
                </a:cubicBezTo>
                <a:cubicBezTo>
                  <a:pt x="316" y="11"/>
                  <a:pt x="316" y="11"/>
                  <a:pt x="315" y="11"/>
                </a:cubicBezTo>
                <a:cubicBezTo>
                  <a:pt x="315" y="11"/>
                  <a:pt x="314" y="10"/>
                  <a:pt x="314" y="10"/>
                </a:cubicBezTo>
                <a:lnTo>
                  <a:pt x="308" y="15"/>
                </a:lnTo>
                <a:cubicBezTo>
                  <a:pt x="307" y="16"/>
                  <a:pt x="306" y="16"/>
                  <a:pt x="306" y="17"/>
                </a:cubicBezTo>
                <a:cubicBezTo>
                  <a:pt x="305" y="17"/>
                  <a:pt x="305" y="17"/>
                  <a:pt x="305" y="18"/>
                </a:cubicBezTo>
                <a:cubicBezTo>
                  <a:pt x="305" y="18"/>
                  <a:pt x="305" y="18"/>
                  <a:pt x="306" y="19"/>
                </a:cubicBezTo>
                <a:lnTo>
                  <a:pt x="305" y="19"/>
                </a:lnTo>
                <a:lnTo>
                  <a:pt x="302" y="15"/>
                </a:lnTo>
                <a:lnTo>
                  <a:pt x="303" y="15"/>
                </a:lnTo>
                <a:cubicBezTo>
                  <a:pt x="303" y="15"/>
                  <a:pt x="304" y="15"/>
                  <a:pt x="304" y="15"/>
                </a:cubicBezTo>
                <a:cubicBezTo>
                  <a:pt x="305" y="15"/>
                  <a:pt x="305" y="14"/>
                  <a:pt x="307" y="13"/>
                </a:cubicBezTo>
                <a:lnTo>
                  <a:pt x="313" y="9"/>
                </a:lnTo>
                <a:cubicBezTo>
                  <a:pt x="314" y="9"/>
                  <a:pt x="315" y="9"/>
                  <a:pt x="316" y="9"/>
                </a:cubicBezTo>
                <a:cubicBezTo>
                  <a:pt x="316" y="10"/>
                  <a:pt x="317" y="10"/>
                  <a:pt x="318" y="11"/>
                </a:cubicBezTo>
                <a:cubicBezTo>
                  <a:pt x="319" y="13"/>
                  <a:pt x="319" y="15"/>
                  <a:pt x="317" y="18"/>
                </a:cubicBezTo>
                <a:cubicBezTo>
                  <a:pt x="316" y="21"/>
                  <a:pt x="314" y="23"/>
                  <a:pt x="311" y="25"/>
                </a:cubicBezTo>
                <a:cubicBezTo>
                  <a:pt x="309" y="26"/>
                  <a:pt x="307" y="27"/>
                  <a:pt x="305" y="28"/>
                </a:cubicBezTo>
                <a:cubicBezTo>
                  <a:pt x="303" y="29"/>
                  <a:pt x="301" y="29"/>
                  <a:pt x="299" y="29"/>
                </a:cubicBezTo>
                <a:cubicBezTo>
                  <a:pt x="298" y="29"/>
                  <a:pt x="296" y="29"/>
                  <a:pt x="296" y="28"/>
                </a:cubicBezTo>
                <a:cubicBezTo>
                  <a:pt x="295" y="27"/>
                  <a:pt x="295" y="27"/>
                  <a:pt x="295" y="26"/>
                </a:cubicBezTo>
                <a:cubicBezTo>
                  <a:pt x="295" y="26"/>
                  <a:pt x="295" y="25"/>
                  <a:pt x="295" y="24"/>
                </a:cubicBezTo>
                <a:cubicBezTo>
                  <a:pt x="295" y="24"/>
                  <a:pt x="295" y="24"/>
                  <a:pt x="295" y="24"/>
                </a:cubicBezTo>
                <a:cubicBezTo>
                  <a:pt x="295" y="23"/>
                  <a:pt x="295" y="23"/>
                  <a:pt x="294" y="24"/>
                </a:cubicBezTo>
                <a:cubicBezTo>
                  <a:pt x="294" y="24"/>
                  <a:pt x="294" y="24"/>
                  <a:pt x="293" y="24"/>
                </a:cubicBezTo>
                <a:close/>
              </a:path>
              <a:path w="336" h="189">
                <a:moveTo>
                  <a:pt x="293" y="145"/>
                </a:moveTo>
                <a:lnTo>
                  <a:pt x="292" y="145"/>
                </a:lnTo>
                <a:lnTo>
                  <a:pt x="293" y="144"/>
                </a:lnTo>
                <a:cubicBezTo>
                  <a:pt x="293" y="144"/>
                  <a:pt x="293" y="144"/>
                  <a:pt x="293" y="143"/>
                </a:cubicBezTo>
                <a:cubicBezTo>
                  <a:pt x="293" y="143"/>
                  <a:pt x="292" y="142"/>
                  <a:pt x="292" y="141"/>
                </a:cubicBezTo>
                <a:lnTo>
                  <a:pt x="282" y="128"/>
                </a:lnTo>
                <a:cubicBezTo>
                  <a:pt x="281" y="126"/>
                  <a:pt x="280" y="126"/>
                  <a:pt x="280" y="126"/>
                </a:cubicBezTo>
                <a:cubicBezTo>
                  <a:pt x="279" y="125"/>
                  <a:pt x="279" y="125"/>
                  <a:pt x="278" y="126"/>
                </a:cubicBezTo>
                <a:lnTo>
                  <a:pt x="277" y="125"/>
                </a:lnTo>
                <a:lnTo>
                  <a:pt x="282" y="122"/>
                </a:lnTo>
                <a:cubicBezTo>
                  <a:pt x="283" y="121"/>
                  <a:pt x="284" y="120"/>
                  <a:pt x="286" y="121"/>
                </a:cubicBezTo>
                <a:cubicBezTo>
                  <a:pt x="287" y="121"/>
                  <a:pt x="288" y="121"/>
                  <a:pt x="290" y="123"/>
                </a:cubicBezTo>
                <a:cubicBezTo>
                  <a:pt x="292" y="124"/>
                  <a:pt x="293" y="125"/>
                  <a:pt x="295" y="128"/>
                </a:cubicBezTo>
                <a:cubicBezTo>
                  <a:pt x="297" y="130"/>
                  <a:pt x="299" y="133"/>
                  <a:pt x="299" y="135"/>
                </a:cubicBezTo>
                <a:cubicBezTo>
                  <a:pt x="300" y="138"/>
                  <a:pt x="299" y="140"/>
                  <a:pt x="297" y="142"/>
                </a:cubicBezTo>
                <a:lnTo>
                  <a:pt x="293" y="145"/>
                </a:lnTo>
                <a:close/>
                <a:moveTo>
                  <a:pt x="295" y="142"/>
                </a:moveTo>
                <a:cubicBezTo>
                  <a:pt x="295" y="141"/>
                  <a:pt x="296" y="141"/>
                  <a:pt x="296" y="141"/>
                </a:cubicBezTo>
                <a:cubicBezTo>
                  <a:pt x="298" y="140"/>
                  <a:pt x="298" y="139"/>
                  <a:pt x="297" y="136"/>
                </a:cubicBezTo>
                <a:cubicBezTo>
                  <a:pt x="297" y="134"/>
                  <a:pt x="296" y="132"/>
                  <a:pt x="293" y="129"/>
                </a:cubicBezTo>
                <a:cubicBezTo>
                  <a:pt x="291" y="126"/>
                  <a:pt x="289" y="124"/>
                  <a:pt x="287" y="123"/>
                </a:cubicBezTo>
                <a:cubicBezTo>
                  <a:pt x="285" y="122"/>
                  <a:pt x="284" y="122"/>
                  <a:pt x="283" y="123"/>
                </a:cubicBezTo>
                <a:cubicBezTo>
                  <a:pt x="282" y="123"/>
                  <a:pt x="282" y="124"/>
                  <a:pt x="281" y="125"/>
                </a:cubicBezTo>
                <a:lnTo>
                  <a:pt x="295" y="142"/>
                </a:lnTo>
                <a:close/>
              </a:path>
              <a:path w="336" h="189">
                <a:moveTo>
                  <a:pt x="266" y="134"/>
                </a:moveTo>
                <a:lnTo>
                  <a:pt x="268" y="132"/>
                </a:lnTo>
                <a:lnTo>
                  <a:pt x="286" y="143"/>
                </a:lnTo>
                <a:lnTo>
                  <a:pt x="277" y="131"/>
                </a:lnTo>
                <a:cubicBezTo>
                  <a:pt x="276" y="130"/>
                  <a:pt x="276" y="129"/>
                  <a:pt x="275" y="129"/>
                </a:cubicBezTo>
                <a:cubicBezTo>
                  <a:pt x="275" y="129"/>
                  <a:pt x="274" y="129"/>
                  <a:pt x="274" y="129"/>
                </a:cubicBezTo>
                <a:lnTo>
                  <a:pt x="273" y="129"/>
                </a:lnTo>
                <a:lnTo>
                  <a:pt x="277" y="126"/>
                </a:lnTo>
                <a:lnTo>
                  <a:pt x="277" y="127"/>
                </a:lnTo>
                <a:cubicBezTo>
                  <a:pt x="276" y="127"/>
                  <a:pt x="276" y="128"/>
                  <a:pt x="276" y="128"/>
                </a:cubicBezTo>
                <a:cubicBezTo>
                  <a:pt x="277" y="129"/>
                  <a:pt x="277" y="129"/>
                  <a:pt x="278" y="130"/>
                </a:cubicBezTo>
                <a:lnTo>
                  <a:pt x="291" y="147"/>
                </a:lnTo>
                <a:lnTo>
                  <a:pt x="290" y="148"/>
                </a:lnTo>
                <a:lnTo>
                  <a:pt x="272" y="136"/>
                </a:lnTo>
                <a:lnTo>
                  <a:pt x="281" y="149"/>
                </a:lnTo>
                <a:cubicBezTo>
                  <a:pt x="282" y="150"/>
                  <a:pt x="283" y="151"/>
                  <a:pt x="283" y="151"/>
                </a:cubicBezTo>
                <a:cubicBezTo>
                  <a:pt x="284" y="151"/>
                  <a:pt x="284" y="151"/>
                  <a:pt x="284" y="151"/>
                </a:cubicBezTo>
                <a:lnTo>
                  <a:pt x="285" y="151"/>
                </a:lnTo>
                <a:lnTo>
                  <a:pt x="282" y="154"/>
                </a:lnTo>
                <a:lnTo>
                  <a:pt x="281" y="153"/>
                </a:lnTo>
                <a:lnTo>
                  <a:pt x="282" y="153"/>
                </a:lnTo>
                <a:cubicBezTo>
                  <a:pt x="282" y="153"/>
                  <a:pt x="282" y="152"/>
                  <a:pt x="282" y="152"/>
                </a:cubicBezTo>
                <a:cubicBezTo>
                  <a:pt x="282" y="151"/>
                  <a:pt x="281" y="150"/>
                  <a:pt x="280" y="149"/>
                </a:cubicBezTo>
                <a:lnTo>
                  <a:pt x="270" y="135"/>
                </a:lnTo>
                <a:cubicBezTo>
                  <a:pt x="269" y="135"/>
                  <a:pt x="268" y="135"/>
                  <a:pt x="268" y="134"/>
                </a:cubicBezTo>
                <a:cubicBezTo>
                  <a:pt x="268" y="134"/>
                  <a:pt x="267" y="134"/>
                  <a:pt x="267" y="134"/>
                </a:cubicBezTo>
                <a:cubicBezTo>
                  <a:pt x="267" y="134"/>
                  <a:pt x="267" y="135"/>
                  <a:pt x="266" y="135"/>
                </a:cubicBezTo>
                <a:lnTo>
                  <a:pt x="266" y="134"/>
                </a:lnTo>
                <a:close/>
              </a:path>
              <a:path w="336" h="189">
                <a:moveTo>
                  <a:pt x="272" y="151"/>
                </a:moveTo>
                <a:lnTo>
                  <a:pt x="268" y="154"/>
                </a:lnTo>
                <a:lnTo>
                  <a:pt x="270" y="157"/>
                </a:lnTo>
                <a:cubicBezTo>
                  <a:pt x="270" y="158"/>
                  <a:pt x="270" y="159"/>
                  <a:pt x="271" y="159"/>
                </a:cubicBezTo>
                <a:cubicBezTo>
                  <a:pt x="271" y="160"/>
                  <a:pt x="271" y="160"/>
                  <a:pt x="272" y="160"/>
                </a:cubicBezTo>
                <a:cubicBezTo>
                  <a:pt x="272" y="160"/>
                  <a:pt x="272" y="160"/>
                  <a:pt x="273" y="160"/>
                </a:cubicBezTo>
                <a:lnTo>
                  <a:pt x="270" y="163"/>
                </a:lnTo>
                <a:lnTo>
                  <a:pt x="270" y="162"/>
                </a:lnTo>
                <a:cubicBezTo>
                  <a:pt x="270" y="162"/>
                  <a:pt x="270" y="161"/>
                  <a:pt x="270" y="161"/>
                </a:cubicBezTo>
                <a:cubicBezTo>
                  <a:pt x="270" y="160"/>
                  <a:pt x="270" y="159"/>
                  <a:pt x="269" y="157"/>
                </a:cubicBezTo>
                <a:lnTo>
                  <a:pt x="260" y="138"/>
                </a:lnTo>
                <a:lnTo>
                  <a:pt x="276" y="152"/>
                </a:lnTo>
                <a:cubicBezTo>
                  <a:pt x="277" y="153"/>
                  <a:pt x="278" y="154"/>
                  <a:pt x="279" y="154"/>
                </a:cubicBezTo>
                <a:cubicBezTo>
                  <a:pt x="279" y="154"/>
                  <a:pt x="280" y="154"/>
                  <a:pt x="280" y="154"/>
                </a:cubicBezTo>
                <a:lnTo>
                  <a:pt x="281" y="155"/>
                </a:lnTo>
                <a:lnTo>
                  <a:pt x="277" y="158"/>
                </a:lnTo>
                <a:lnTo>
                  <a:pt x="276" y="157"/>
                </a:lnTo>
                <a:cubicBezTo>
                  <a:pt x="277" y="157"/>
                  <a:pt x="277" y="156"/>
                  <a:pt x="277" y="156"/>
                </a:cubicBezTo>
                <a:cubicBezTo>
                  <a:pt x="277" y="156"/>
                  <a:pt x="277" y="155"/>
                  <a:pt x="276" y="155"/>
                </a:cubicBezTo>
                <a:cubicBezTo>
                  <a:pt x="276" y="155"/>
                  <a:pt x="276" y="154"/>
                  <a:pt x="275" y="153"/>
                </a:cubicBezTo>
                <a:lnTo>
                  <a:pt x="272" y="151"/>
                </a:lnTo>
                <a:close/>
                <a:moveTo>
                  <a:pt x="271" y="150"/>
                </a:moveTo>
                <a:lnTo>
                  <a:pt x="263" y="143"/>
                </a:lnTo>
                <a:lnTo>
                  <a:pt x="267" y="152"/>
                </a:lnTo>
                <a:lnTo>
                  <a:pt x="271" y="150"/>
                </a:lnTo>
                <a:close/>
              </a:path>
              <a:path w="336" h="189">
                <a:moveTo>
                  <a:pt x="319" y="86"/>
                </a:moveTo>
                <a:lnTo>
                  <a:pt x="320" y="81"/>
                </a:lnTo>
                <a:lnTo>
                  <a:pt x="313" y="79"/>
                </a:lnTo>
                <a:cubicBezTo>
                  <a:pt x="311" y="79"/>
                  <a:pt x="311" y="79"/>
                  <a:pt x="310" y="79"/>
                </a:cubicBezTo>
                <a:cubicBezTo>
                  <a:pt x="310" y="79"/>
                  <a:pt x="310" y="79"/>
                  <a:pt x="309" y="79"/>
                </a:cubicBezTo>
                <a:cubicBezTo>
                  <a:pt x="309" y="79"/>
                  <a:pt x="309" y="80"/>
                  <a:pt x="309" y="80"/>
                </a:cubicBezTo>
                <a:lnTo>
                  <a:pt x="308" y="80"/>
                </a:lnTo>
                <a:lnTo>
                  <a:pt x="309" y="75"/>
                </a:lnTo>
                <a:lnTo>
                  <a:pt x="310" y="75"/>
                </a:lnTo>
                <a:cubicBezTo>
                  <a:pt x="309" y="76"/>
                  <a:pt x="310" y="76"/>
                  <a:pt x="310" y="76"/>
                </a:cubicBezTo>
                <a:cubicBezTo>
                  <a:pt x="310" y="77"/>
                  <a:pt x="310" y="77"/>
                  <a:pt x="311" y="77"/>
                </a:cubicBezTo>
                <a:cubicBezTo>
                  <a:pt x="311" y="77"/>
                  <a:pt x="312" y="77"/>
                  <a:pt x="313" y="77"/>
                </a:cubicBezTo>
                <a:lnTo>
                  <a:pt x="330" y="80"/>
                </a:lnTo>
                <a:cubicBezTo>
                  <a:pt x="331" y="81"/>
                  <a:pt x="332" y="81"/>
                  <a:pt x="332" y="81"/>
                </a:cubicBezTo>
                <a:cubicBezTo>
                  <a:pt x="333" y="81"/>
                  <a:pt x="333" y="81"/>
                  <a:pt x="333" y="81"/>
                </a:cubicBezTo>
                <a:cubicBezTo>
                  <a:pt x="334" y="80"/>
                  <a:pt x="334" y="80"/>
                  <a:pt x="334" y="80"/>
                </a:cubicBezTo>
                <a:lnTo>
                  <a:pt x="334" y="79"/>
                </a:lnTo>
                <a:lnTo>
                  <a:pt x="335" y="80"/>
                </a:lnTo>
                <a:lnTo>
                  <a:pt x="334" y="85"/>
                </a:lnTo>
                <a:lnTo>
                  <a:pt x="333" y="85"/>
                </a:lnTo>
                <a:lnTo>
                  <a:pt x="333" y="84"/>
                </a:lnTo>
                <a:cubicBezTo>
                  <a:pt x="333" y="84"/>
                  <a:pt x="333" y="83"/>
                  <a:pt x="332" y="83"/>
                </a:cubicBezTo>
                <a:cubicBezTo>
                  <a:pt x="332" y="83"/>
                  <a:pt x="331" y="83"/>
                  <a:pt x="329" y="82"/>
                </a:cubicBezTo>
                <a:lnTo>
                  <a:pt x="322" y="81"/>
                </a:lnTo>
                <a:lnTo>
                  <a:pt x="320" y="87"/>
                </a:lnTo>
                <a:lnTo>
                  <a:pt x="328" y="88"/>
                </a:lnTo>
                <a:cubicBezTo>
                  <a:pt x="330" y="88"/>
                  <a:pt x="331" y="88"/>
                  <a:pt x="331" y="88"/>
                </a:cubicBezTo>
                <a:cubicBezTo>
                  <a:pt x="331" y="88"/>
                  <a:pt x="332" y="88"/>
                  <a:pt x="332" y="88"/>
                </a:cubicBezTo>
                <a:cubicBezTo>
                  <a:pt x="332" y="88"/>
                  <a:pt x="332" y="88"/>
                  <a:pt x="333" y="87"/>
                </a:cubicBezTo>
                <a:lnTo>
                  <a:pt x="332" y="92"/>
                </a:lnTo>
                <a:cubicBezTo>
                  <a:pt x="332" y="91"/>
                  <a:pt x="331" y="91"/>
                  <a:pt x="331" y="90"/>
                </a:cubicBezTo>
                <a:cubicBezTo>
                  <a:pt x="331" y="90"/>
                  <a:pt x="330" y="90"/>
                  <a:pt x="328" y="90"/>
                </a:cubicBezTo>
                <a:lnTo>
                  <a:pt x="311" y="87"/>
                </a:lnTo>
                <a:cubicBezTo>
                  <a:pt x="310" y="86"/>
                  <a:pt x="309" y="86"/>
                  <a:pt x="309" y="86"/>
                </a:cubicBezTo>
                <a:cubicBezTo>
                  <a:pt x="308" y="86"/>
                  <a:pt x="308" y="86"/>
                  <a:pt x="308" y="87"/>
                </a:cubicBezTo>
                <a:cubicBezTo>
                  <a:pt x="307" y="87"/>
                  <a:pt x="307" y="87"/>
                  <a:pt x="307" y="87"/>
                </a:cubicBezTo>
                <a:lnTo>
                  <a:pt x="307" y="88"/>
                </a:lnTo>
                <a:lnTo>
                  <a:pt x="306" y="88"/>
                </a:lnTo>
                <a:lnTo>
                  <a:pt x="307" y="82"/>
                </a:lnTo>
                <a:lnTo>
                  <a:pt x="308" y="82"/>
                </a:lnTo>
                <a:lnTo>
                  <a:pt x="308" y="83"/>
                </a:lnTo>
                <a:cubicBezTo>
                  <a:pt x="308" y="83"/>
                  <a:pt x="308" y="84"/>
                  <a:pt x="308" y="84"/>
                </a:cubicBezTo>
                <a:cubicBezTo>
                  <a:pt x="309" y="84"/>
                  <a:pt x="309" y="84"/>
                  <a:pt x="309" y="84"/>
                </a:cubicBezTo>
                <a:cubicBezTo>
                  <a:pt x="310" y="85"/>
                  <a:pt x="310" y="85"/>
                  <a:pt x="312" y="85"/>
                </a:cubicBezTo>
                <a:lnTo>
                  <a:pt x="319" y="86"/>
                </a:lnTo>
                <a:close/>
              </a:path>
              <a:path w="336" h="189">
                <a:moveTo>
                  <a:pt x="305" y="89"/>
                </a:moveTo>
                <a:lnTo>
                  <a:pt x="314" y="91"/>
                </a:lnTo>
                <a:cubicBezTo>
                  <a:pt x="311" y="91"/>
                  <a:pt x="309" y="91"/>
                  <a:pt x="308" y="92"/>
                </a:cubicBezTo>
                <a:cubicBezTo>
                  <a:pt x="307" y="92"/>
                  <a:pt x="306" y="93"/>
                  <a:pt x="306" y="94"/>
                </a:cubicBezTo>
                <a:cubicBezTo>
                  <a:pt x="305" y="95"/>
                  <a:pt x="306" y="95"/>
                  <a:pt x="306" y="96"/>
                </a:cubicBezTo>
                <a:cubicBezTo>
                  <a:pt x="307" y="97"/>
                  <a:pt x="308" y="98"/>
                  <a:pt x="310" y="99"/>
                </a:cubicBezTo>
                <a:cubicBezTo>
                  <a:pt x="312" y="99"/>
                  <a:pt x="314" y="100"/>
                  <a:pt x="317" y="101"/>
                </a:cubicBezTo>
                <a:cubicBezTo>
                  <a:pt x="320" y="101"/>
                  <a:pt x="322" y="101"/>
                  <a:pt x="323" y="101"/>
                </a:cubicBezTo>
                <a:cubicBezTo>
                  <a:pt x="325" y="101"/>
                  <a:pt x="327" y="101"/>
                  <a:pt x="328" y="100"/>
                </a:cubicBezTo>
                <a:cubicBezTo>
                  <a:pt x="329" y="100"/>
                  <a:pt x="329" y="99"/>
                  <a:pt x="330" y="98"/>
                </a:cubicBezTo>
                <a:cubicBezTo>
                  <a:pt x="330" y="97"/>
                  <a:pt x="330" y="97"/>
                  <a:pt x="329" y="96"/>
                </a:cubicBezTo>
                <a:cubicBezTo>
                  <a:pt x="328" y="95"/>
                  <a:pt x="327" y="94"/>
                  <a:pt x="325" y="93"/>
                </a:cubicBezTo>
                <a:lnTo>
                  <a:pt x="326" y="93"/>
                </a:lnTo>
                <a:cubicBezTo>
                  <a:pt x="328" y="94"/>
                  <a:pt x="329" y="95"/>
                  <a:pt x="330" y="96"/>
                </a:cubicBezTo>
                <a:cubicBezTo>
                  <a:pt x="331" y="97"/>
                  <a:pt x="331" y="98"/>
                  <a:pt x="331" y="99"/>
                </a:cubicBezTo>
                <a:cubicBezTo>
                  <a:pt x="331" y="101"/>
                  <a:pt x="329" y="102"/>
                  <a:pt x="325" y="103"/>
                </a:cubicBezTo>
                <a:cubicBezTo>
                  <a:pt x="323" y="103"/>
                  <a:pt x="320" y="103"/>
                  <a:pt x="317" y="103"/>
                </a:cubicBezTo>
                <a:cubicBezTo>
                  <a:pt x="314" y="102"/>
                  <a:pt x="312" y="101"/>
                  <a:pt x="310" y="100"/>
                </a:cubicBezTo>
                <a:cubicBezTo>
                  <a:pt x="308" y="99"/>
                  <a:pt x="306" y="98"/>
                  <a:pt x="305" y="97"/>
                </a:cubicBezTo>
                <a:cubicBezTo>
                  <a:pt x="304" y="96"/>
                  <a:pt x="304" y="95"/>
                  <a:pt x="304" y="94"/>
                </a:cubicBezTo>
                <a:cubicBezTo>
                  <a:pt x="304" y="93"/>
                  <a:pt x="305" y="92"/>
                  <a:pt x="306" y="91"/>
                </a:cubicBezTo>
                <a:cubicBezTo>
                  <a:pt x="306" y="91"/>
                  <a:pt x="307" y="91"/>
                  <a:pt x="307" y="91"/>
                </a:cubicBezTo>
                <a:cubicBezTo>
                  <a:pt x="307" y="91"/>
                  <a:pt x="307" y="90"/>
                  <a:pt x="306" y="90"/>
                </a:cubicBezTo>
                <a:cubicBezTo>
                  <a:pt x="306" y="90"/>
                  <a:pt x="306" y="90"/>
                  <a:pt x="305" y="90"/>
                </a:cubicBezTo>
                <a:lnTo>
                  <a:pt x="305" y="89"/>
                </a:lnTo>
                <a:close/>
              </a:path>
              <a:path w="336" h="189">
                <a:moveTo>
                  <a:pt x="300" y="104"/>
                </a:moveTo>
                <a:lnTo>
                  <a:pt x="309" y="109"/>
                </a:lnTo>
                <a:lnTo>
                  <a:pt x="311" y="106"/>
                </a:lnTo>
                <a:cubicBezTo>
                  <a:pt x="311" y="105"/>
                  <a:pt x="311" y="105"/>
                  <a:pt x="311" y="104"/>
                </a:cubicBezTo>
                <a:cubicBezTo>
                  <a:pt x="310" y="104"/>
                  <a:pt x="309" y="103"/>
                  <a:pt x="308" y="102"/>
                </a:cubicBezTo>
                <a:lnTo>
                  <a:pt x="317" y="106"/>
                </a:lnTo>
                <a:lnTo>
                  <a:pt x="316" y="106"/>
                </a:lnTo>
                <a:cubicBezTo>
                  <a:pt x="315" y="106"/>
                  <a:pt x="314" y="106"/>
                  <a:pt x="314" y="106"/>
                </a:cubicBezTo>
                <a:cubicBezTo>
                  <a:pt x="314" y="106"/>
                  <a:pt x="313" y="106"/>
                  <a:pt x="313" y="106"/>
                </a:cubicBezTo>
                <a:cubicBezTo>
                  <a:pt x="312" y="106"/>
                  <a:pt x="312" y="106"/>
                  <a:pt x="312" y="107"/>
                </a:cubicBezTo>
                <a:lnTo>
                  <a:pt x="311" y="109"/>
                </a:lnTo>
                <a:lnTo>
                  <a:pt x="319" y="113"/>
                </a:lnTo>
                <a:cubicBezTo>
                  <a:pt x="320" y="113"/>
                  <a:pt x="320" y="114"/>
                  <a:pt x="321" y="114"/>
                </a:cubicBezTo>
                <a:cubicBezTo>
                  <a:pt x="321" y="114"/>
                  <a:pt x="321" y="114"/>
                  <a:pt x="321" y="114"/>
                </a:cubicBezTo>
                <a:cubicBezTo>
                  <a:pt x="321" y="114"/>
                  <a:pt x="322" y="114"/>
                  <a:pt x="322" y="113"/>
                </a:cubicBezTo>
                <a:lnTo>
                  <a:pt x="323" y="111"/>
                </a:lnTo>
                <a:cubicBezTo>
                  <a:pt x="323" y="111"/>
                  <a:pt x="323" y="110"/>
                  <a:pt x="323" y="110"/>
                </a:cubicBezTo>
                <a:cubicBezTo>
                  <a:pt x="323" y="109"/>
                  <a:pt x="323" y="109"/>
                  <a:pt x="322" y="108"/>
                </a:cubicBezTo>
                <a:cubicBezTo>
                  <a:pt x="322" y="108"/>
                  <a:pt x="321" y="107"/>
                  <a:pt x="320" y="106"/>
                </a:cubicBezTo>
                <a:lnTo>
                  <a:pt x="320" y="105"/>
                </a:lnTo>
                <a:lnTo>
                  <a:pt x="325" y="109"/>
                </a:lnTo>
                <a:lnTo>
                  <a:pt x="321" y="118"/>
                </a:lnTo>
                <a:lnTo>
                  <a:pt x="320" y="118"/>
                </a:lnTo>
                <a:lnTo>
                  <a:pt x="321" y="118"/>
                </a:lnTo>
                <a:cubicBezTo>
                  <a:pt x="321" y="117"/>
                  <a:pt x="321" y="117"/>
                  <a:pt x="320" y="117"/>
                </a:cubicBezTo>
                <a:cubicBezTo>
                  <a:pt x="320" y="116"/>
                  <a:pt x="320" y="116"/>
                  <a:pt x="320" y="116"/>
                </a:cubicBezTo>
                <a:cubicBezTo>
                  <a:pt x="319" y="115"/>
                  <a:pt x="319" y="115"/>
                  <a:pt x="318" y="115"/>
                </a:cubicBezTo>
                <a:lnTo>
                  <a:pt x="302" y="107"/>
                </a:lnTo>
                <a:cubicBezTo>
                  <a:pt x="301" y="106"/>
                  <a:pt x="300" y="106"/>
                  <a:pt x="299" y="106"/>
                </a:cubicBezTo>
                <a:cubicBezTo>
                  <a:pt x="299" y="106"/>
                  <a:pt x="298" y="106"/>
                  <a:pt x="298" y="107"/>
                </a:cubicBezTo>
                <a:lnTo>
                  <a:pt x="297" y="107"/>
                </a:lnTo>
                <a:lnTo>
                  <a:pt x="301" y="98"/>
                </a:lnTo>
                <a:lnTo>
                  <a:pt x="307" y="100"/>
                </a:lnTo>
                <a:cubicBezTo>
                  <a:pt x="305" y="100"/>
                  <a:pt x="304" y="100"/>
                  <a:pt x="304" y="100"/>
                </a:cubicBezTo>
                <a:cubicBezTo>
                  <a:pt x="303" y="99"/>
                  <a:pt x="303" y="100"/>
                  <a:pt x="302" y="100"/>
                </a:cubicBezTo>
                <a:cubicBezTo>
                  <a:pt x="302" y="100"/>
                  <a:pt x="302" y="100"/>
                  <a:pt x="302" y="101"/>
                </a:cubicBezTo>
                <a:lnTo>
                  <a:pt x="300" y="104"/>
                </a:lnTo>
                <a:close/>
              </a:path>
              <a:path w="336" h="189">
                <a:moveTo>
                  <a:pt x="298" y="108"/>
                </a:moveTo>
                <a:lnTo>
                  <a:pt x="303" y="111"/>
                </a:lnTo>
                <a:cubicBezTo>
                  <a:pt x="302" y="111"/>
                  <a:pt x="301" y="110"/>
                  <a:pt x="301" y="110"/>
                </a:cubicBezTo>
                <a:cubicBezTo>
                  <a:pt x="300" y="110"/>
                  <a:pt x="299" y="110"/>
                  <a:pt x="299" y="110"/>
                </a:cubicBezTo>
                <a:cubicBezTo>
                  <a:pt x="299" y="110"/>
                  <a:pt x="298" y="111"/>
                  <a:pt x="298" y="111"/>
                </a:cubicBezTo>
                <a:lnTo>
                  <a:pt x="297" y="113"/>
                </a:lnTo>
                <a:lnTo>
                  <a:pt x="315" y="122"/>
                </a:lnTo>
                <a:cubicBezTo>
                  <a:pt x="316" y="123"/>
                  <a:pt x="317" y="123"/>
                  <a:pt x="318" y="123"/>
                </a:cubicBezTo>
                <a:cubicBezTo>
                  <a:pt x="318" y="123"/>
                  <a:pt x="319" y="123"/>
                  <a:pt x="319" y="123"/>
                </a:cubicBezTo>
                <a:lnTo>
                  <a:pt x="319" y="122"/>
                </a:lnTo>
                <a:lnTo>
                  <a:pt x="320" y="123"/>
                </a:lnTo>
                <a:lnTo>
                  <a:pt x="317" y="128"/>
                </a:lnTo>
                <a:lnTo>
                  <a:pt x="317" y="127"/>
                </a:lnTo>
                <a:cubicBezTo>
                  <a:pt x="317" y="126"/>
                  <a:pt x="317" y="126"/>
                  <a:pt x="317" y="125"/>
                </a:cubicBezTo>
                <a:cubicBezTo>
                  <a:pt x="316" y="125"/>
                  <a:pt x="315" y="124"/>
                  <a:pt x="314" y="124"/>
                </a:cubicBezTo>
                <a:lnTo>
                  <a:pt x="296" y="114"/>
                </a:lnTo>
                <a:lnTo>
                  <a:pt x="296" y="116"/>
                </a:lnTo>
                <a:cubicBezTo>
                  <a:pt x="295" y="116"/>
                  <a:pt x="295" y="117"/>
                  <a:pt x="295" y="117"/>
                </a:cubicBezTo>
                <a:cubicBezTo>
                  <a:pt x="295" y="117"/>
                  <a:pt x="296" y="118"/>
                  <a:pt x="296" y="118"/>
                </a:cubicBezTo>
                <a:cubicBezTo>
                  <a:pt x="297" y="119"/>
                  <a:pt x="297" y="120"/>
                  <a:pt x="298" y="120"/>
                </a:cubicBezTo>
                <a:lnTo>
                  <a:pt x="293" y="117"/>
                </a:lnTo>
                <a:lnTo>
                  <a:pt x="298" y="108"/>
                </a:lnTo>
                <a:close/>
              </a:path>
              <a:path w="336" h="189">
                <a:moveTo>
                  <a:pt x="307" y="54"/>
                </a:moveTo>
                <a:cubicBezTo>
                  <a:pt x="307" y="53"/>
                  <a:pt x="308" y="51"/>
                  <a:pt x="310" y="50"/>
                </a:cubicBezTo>
                <a:cubicBezTo>
                  <a:pt x="313" y="49"/>
                  <a:pt x="316" y="48"/>
                  <a:pt x="320" y="48"/>
                </a:cubicBezTo>
                <a:cubicBezTo>
                  <a:pt x="324" y="48"/>
                  <a:pt x="327" y="48"/>
                  <a:pt x="330" y="50"/>
                </a:cubicBezTo>
                <a:cubicBezTo>
                  <a:pt x="333" y="51"/>
                  <a:pt x="334" y="52"/>
                  <a:pt x="334" y="54"/>
                </a:cubicBezTo>
                <a:cubicBezTo>
                  <a:pt x="334" y="56"/>
                  <a:pt x="333" y="57"/>
                  <a:pt x="330" y="59"/>
                </a:cubicBezTo>
                <a:cubicBezTo>
                  <a:pt x="328" y="60"/>
                  <a:pt x="325" y="61"/>
                  <a:pt x="320" y="61"/>
                </a:cubicBezTo>
                <a:cubicBezTo>
                  <a:pt x="316" y="61"/>
                  <a:pt x="313" y="60"/>
                  <a:pt x="310" y="59"/>
                </a:cubicBezTo>
                <a:cubicBezTo>
                  <a:pt x="308" y="57"/>
                  <a:pt x="307" y="56"/>
                  <a:pt x="307" y="54"/>
                </a:cubicBezTo>
                <a:close/>
                <a:moveTo>
                  <a:pt x="308" y="55"/>
                </a:moveTo>
                <a:cubicBezTo>
                  <a:pt x="308" y="56"/>
                  <a:pt x="309" y="57"/>
                  <a:pt x="311" y="57"/>
                </a:cubicBezTo>
                <a:cubicBezTo>
                  <a:pt x="313" y="58"/>
                  <a:pt x="316" y="58"/>
                  <a:pt x="320" y="58"/>
                </a:cubicBezTo>
                <a:cubicBezTo>
                  <a:pt x="325" y="58"/>
                  <a:pt x="328" y="58"/>
                  <a:pt x="330" y="57"/>
                </a:cubicBezTo>
                <a:cubicBezTo>
                  <a:pt x="332" y="56"/>
                  <a:pt x="333" y="55"/>
                  <a:pt x="333" y="54"/>
                </a:cubicBezTo>
                <a:cubicBezTo>
                  <a:pt x="333" y="53"/>
                  <a:pt x="332" y="52"/>
                  <a:pt x="330" y="51"/>
                </a:cubicBezTo>
                <a:cubicBezTo>
                  <a:pt x="328" y="50"/>
                  <a:pt x="325" y="50"/>
                  <a:pt x="321" y="50"/>
                </a:cubicBezTo>
                <a:cubicBezTo>
                  <a:pt x="316" y="50"/>
                  <a:pt x="313" y="51"/>
                  <a:pt x="311" y="52"/>
                </a:cubicBezTo>
                <a:cubicBezTo>
                  <a:pt x="309" y="52"/>
                  <a:pt x="308" y="53"/>
                  <a:pt x="308" y="55"/>
                </a:cubicBezTo>
                <a:close/>
              </a:path>
              <a:path w="336" h="189">
                <a:moveTo>
                  <a:pt x="310" y="75"/>
                </a:moveTo>
                <a:lnTo>
                  <a:pt x="310" y="71"/>
                </a:lnTo>
                <a:lnTo>
                  <a:pt x="329" y="63"/>
                </a:lnTo>
                <a:lnTo>
                  <a:pt x="314" y="63"/>
                </a:lnTo>
                <a:cubicBezTo>
                  <a:pt x="313" y="63"/>
                  <a:pt x="312" y="63"/>
                  <a:pt x="311" y="63"/>
                </a:cubicBezTo>
                <a:cubicBezTo>
                  <a:pt x="311" y="63"/>
                  <a:pt x="310" y="64"/>
                  <a:pt x="310" y="64"/>
                </a:cubicBezTo>
                <a:lnTo>
                  <a:pt x="310" y="65"/>
                </a:lnTo>
                <a:lnTo>
                  <a:pt x="310" y="60"/>
                </a:lnTo>
                <a:lnTo>
                  <a:pt x="310" y="61"/>
                </a:lnTo>
                <a:cubicBezTo>
                  <a:pt x="310" y="61"/>
                  <a:pt x="311" y="62"/>
                  <a:pt x="311" y="62"/>
                </a:cubicBezTo>
                <a:cubicBezTo>
                  <a:pt x="312" y="62"/>
                  <a:pt x="313" y="62"/>
                  <a:pt x="314" y="62"/>
                </a:cubicBezTo>
                <a:lnTo>
                  <a:pt x="336" y="62"/>
                </a:lnTo>
                <a:lnTo>
                  <a:pt x="315" y="71"/>
                </a:lnTo>
                <a:lnTo>
                  <a:pt x="332" y="71"/>
                </a:lnTo>
                <a:cubicBezTo>
                  <a:pt x="333" y="71"/>
                  <a:pt x="334" y="71"/>
                  <a:pt x="335" y="70"/>
                </a:cubicBezTo>
                <a:cubicBezTo>
                  <a:pt x="335" y="70"/>
                  <a:pt x="335" y="70"/>
                  <a:pt x="335" y="69"/>
                </a:cubicBezTo>
                <a:lnTo>
                  <a:pt x="336" y="69"/>
                </a:lnTo>
                <a:lnTo>
                  <a:pt x="336" y="73"/>
                </a:lnTo>
                <a:lnTo>
                  <a:pt x="335" y="73"/>
                </a:lnTo>
                <a:cubicBezTo>
                  <a:pt x="335" y="72"/>
                  <a:pt x="335" y="72"/>
                  <a:pt x="334" y="72"/>
                </a:cubicBezTo>
                <a:cubicBezTo>
                  <a:pt x="334" y="72"/>
                  <a:pt x="333" y="72"/>
                  <a:pt x="332" y="72"/>
                </a:cubicBezTo>
                <a:lnTo>
                  <a:pt x="313" y="72"/>
                </a:lnTo>
                <a:cubicBezTo>
                  <a:pt x="312" y="72"/>
                  <a:pt x="312" y="73"/>
                  <a:pt x="311" y="73"/>
                </a:cubicBezTo>
                <a:cubicBezTo>
                  <a:pt x="311" y="73"/>
                  <a:pt x="311" y="73"/>
                  <a:pt x="311" y="74"/>
                </a:cubicBezTo>
                <a:cubicBezTo>
                  <a:pt x="311" y="74"/>
                  <a:pt x="311" y="74"/>
                  <a:pt x="311" y="75"/>
                </a:cubicBezTo>
                <a:lnTo>
                  <a:pt x="310" y="75"/>
                </a:lnTo>
                <a:close/>
              </a:path>
              <a:path w="336" h="189">
                <a:moveTo>
                  <a:pt x="301" y="38"/>
                </a:moveTo>
                <a:cubicBezTo>
                  <a:pt x="300" y="36"/>
                  <a:pt x="301" y="34"/>
                  <a:pt x="303" y="32"/>
                </a:cubicBezTo>
                <a:cubicBezTo>
                  <a:pt x="305" y="30"/>
                  <a:pt x="307" y="28"/>
                  <a:pt x="311" y="27"/>
                </a:cubicBezTo>
                <a:cubicBezTo>
                  <a:pt x="315" y="25"/>
                  <a:pt x="318" y="25"/>
                  <a:pt x="321" y="25"/>
                </a:cubicBezTo>
                <a:cubicBezTo>
                  <a:pt x="324" y="25"/>
                  <a:pt x="326" y="26"/>
                  <a:pt x="326" y="27"/>
                </a:cubicBezTo>
                <a:cubicBezTo>
                  <a:pt x="327" y="29"/>
                  <a:pt x="326" y="31"/>
                  <a:pt x="325" y="33"/>
                </a:cubicBezTo>
                <a:cubicBezTo>
                  <a:pt x="323" y="35"/>
                  <a:pt x="320" y="37"/>
                  <a:pt x="316" y="39"/>
                </a:cubicBezTo>
                <a:cubicBezTo>
                  <a:pt x="312" y="40"/>
                  <a:pt x="309" y="41"/>
                  <a:pt x="306" y="41"/>
                </a:cubicBezTo>
                <a:cubicBezTo>
                  <a:pt x="303" y="40"/>
                  <a:pt x="302" y="39"/>
                  <a:pt x="301" y="38"/>
                </a:cubicBezTo>
                <a:close/>
                <a:moveTo>
                  <a:pt x="302" y="38"/>
                </a:moveTo>
                <a:cubicBezTo>
                  <a:pt x="303" y="39"/>
                  <a:pt x="304" y="39"/>
                  <a:pt x="306" y="39"/>
                </a:cubicBezTo>
                <a:cubicBezTo>
                  <a:pt x="308" y="39"/>
                  <a:pt x="311" y="38"/>
                  <a:pt x="315" y="37"/>
                </a:cubicBezTo>
                <a:cubicBezTo>
                  <a:pt x="319" y="35"/>
                  <a:pt x="322" y="33"/>
                  <a:pt x="324" y="31"/>
                </a:cubicBezTo>
                <a:cubicBezTo>
                  <a:pt x="325" y="30"/>
                  <a:pt x="326" y="29"/>
                  <a:pt x="325" y="28"/>
                </a:cubicBezTo>
                <a:cubicBezTo>
                  <a:pt x="325" y="27"/>
                  <a:pt x="323" y="26"/>
                  <a:pt x="321" y="26"/>
                </a:cubicBezTo>
                <a:cubicBezTo>
                  <a:pt x="319" y="26"/>
                  <a:pt x="316" y="27"/>
                  <a:pt x="312" y="29"/>
                </a:cubicBezTo>
                <a:cubicBezTo>
                  <a:pt x="308" y="30"/>
                  <a:pt x="305" y="32"/>
                  <a:pt x="304" y="34"/>
                </a:cubicBezTo>
                <a:cubicBezTo>
                  <a:pt x="302" y="35"/>
                  <a:pt x="302" y="36"/>
                  <a:pt x="302" y="38"/>
                </a:cubicBezTo>
                <a:close/>
              </a:path>
              <a:path w="336" h="189">
                <a:moveTo>
                  <a:pt x="323" y="35"/>
                </a:moveTo>
                <a:lnTo>
                  <a:pt x="324" y="35"/>
                </a:lnTo>
                <a:lnTo>
                  <a:pt x="331" y="35"/>
                </a:lnTo>
                <a:lnTo>
                  <a:pt x="332" y="45"/>
                </a:lnTo>
                <a:cubicBezTo>
                  <a:pt x="331" y="44"/>
                  <a:pt x="331" y="44"/>
                  <a:pt x="330" y="44"/>
                </a:cubicBezTo>
                <a:cubicBezTo>
                  <a:pt x="330" y="44"/>
                  <a:pt x="329" y="44"/>
                  <a:pt x="327" y="44"/>
                </a:cubicBezTo>
                <a:lnTo>
                  <a:pt x="311" y="47"/>
                </a:lnTo>
                <a:cubicBezTo>
                  <a:pt x="309" y="47"/>
                  <a:pt x="308" y="47"/>
                  <a:pt x="308" y="47"/>
                </a:cubicBezTo>
                <a:cubicBezTo>
                  <a:pt x="307" y="48"/>
                  <a:pt x="307" y="48"/>
                  <a:pt x="307" y="49"/>
                </a:cubicBezTo>
                <a:lnTo>
                  <a:pt x="306" y="49"/>
                </a:lnTo>
                <a:lnTo>
                  <a:pt x="305" y="43"/>
                </a:lnTo>
                <a:lnTo>
                  <a:pt x="306" y="43"/>
                </a:lnTo>
                <a:cubicBezTo>
                  <a:pt x="306" y="44"/>
                  <a:pt x="306" y="44"/>
                  <a:pt x="307" y="45"/>
                </a:cubicBezTo>
                <a:cubicBezTo>
                  <a:pt x="307" y="45"/>
                  <a:pt x="307" y="45"/>
                  <a:pt x="308" y="45"/>
                </a:cubicBezTo>
                <a:cubicBezTo>
                  <a:pt x="308" y="45"/>
                  <a:pt x="309" y="45"/>
                  <a:pt x="311" y="45"/>
                </a:cubicBezTo>
                <a:lnTo>
                  <a:pt x="327" y="42"/>
                </a:lnTo>
                <a:cubicBezTo>
                  <a:pt x="328" y="42"/>
                  <a:pt x="329" y="42"/>
                  <a:pt x="329" y="42"/>
                </a:cubicBezTo>
                <a:cubicBezTo>
                  <a:pt x="330" y="41"/>
                  <a:pt x="330" y="41"/>
                  <a:pt x="330" y="41"/>
                </a:cubicBezTo>
                <a:cubicBezTo>
                  <a:pt x="330" y="41"/>
                  <a:pt x="330" y="40"/>
                  <a:pt x="330" y="40"/>
                </a:cubicBezTo>
                <a:lnTo>
                  <a:pt x="330" y="39"/>
                </a:lnTo>
                <a:cubicBezTo>
                  <a:pt x="330" y="38"/>
                  <a:pt x="329" y="37"/>
                  <a:pt x="329" y="37"/>
                </a:cubicBezTo>
                <a:cubicBezTo>
                  <a:pt x="329" y="36"/>
                  <a:pt x="328" y="36"/>
                  <a:pt x="327" y="36"/>
                </a:cubicBezTo>
                <a:cubicBezTo>
                  <a:pt x="326" y="36"/>
                  <a:pt x="325" y="35"/>
                  <a:pt x="323" y="35"/>
                </a:cubicBezTo>
                <a:close/>
              </a:path>
              <a:path w="336" h="189">
                <a:moveTo>
                  <a:pt x="286" y="18"/>
                </a:moveTo>
                <a:lnTo>
                  <a:pt x="283" y="14"/>
                </a:lnTo>
                <a:lnTo>
                  <a:pt x="284" y="14"/>
                </a:lnTo>
                <a:cubicBezTo>
                  <a:pt x="284" y="14"/>
                  <a:pt x="284" y="14"/>
                  <a:pt x="285" y="14"/>
                </a:cubicBezTo>
                <a:cubicBezTo>
                  <a:pt x="285" y="14"/>
                  <a:pt x="285" y="14"/>
                  <a:pt x="286" y="14"/>
                </a:cubicBezTo>
                <a:cubicBezTo>
                  <a:pt x="287" y="14"/>
                  <a:pt x="288" y="14"/>
                  <a:pt x="289" y="13"/>
                </a:cubicBezTo>
                <a:lnTo>
                  <a:pt x="298" y="9"/>
                </a:lnTo>
                <a:lnTo>
                  <a:pt x="303" y="4"/>
                </a:lnTo>
                <a:cubicBezTo>
                  <a:pt x="304" y="3"/>
                  <a:pt x="305" y="3"/>
                  <a:pt x="305" y="2"/>
                </a:cubicBezTo>
                <a:cubicBezTo>
                  <a:pt x="306" y="2"/>
                  <a:pt x="306" y="1"/>
                  <a:pt x="305" y="1"/>
                </a:cubicBezTo>
                <a:lnTo>
                  <a:pt x="305" y="0"/>
                </a:lnTo>
                <a:lnTo>
                  <a:pt x="309" y="4"/>
                </a:lnTo>
                <a:lnTo>
                  <a:pt x="309" y="5"/>
                </a:lnTo>
                <a:lnTo>
                  <a:pt x="308" y="4"/>
                </a:lnTo>
                <a:cubicBezTo>
                  <a:pt x="308" y="4"/>
                  <a:pt x="307" y="4"/>
                  <a:pt x="307" y="4"/>
                </a:cubicBezTo>
                <a:cubicBezTo>
                  <a:pt x="306" y="4"/>
                  <a:pt x="306" y="5"/>
                  <a:pt x="304" y="6"/>
                </a:cubicBezTo>
                <a:lnTo>
                  <a:pt x="300" y="10"/>
                </a:lnTo>
                <a:lnTo>
                  <a:pt x="294" y="20"/>
                </a:lnTo>
                <a:cubicBezTo>
                  <a:pt x="293" y="21"/>
                  <a:pt x="293" y="22"/>
                  <a:pt x="293" y="22"/>
                </a:cubicBezTo>
                <a:cubicBezTo>
                  <a:pt x="293" y="23"/>
                  <a:pt x="293" y="23"/>
                  <a:pt x="292" y="24"/>
                </a:cubicBezTo>
                <a:cubicBezTo>
                  <a:pt x="292" y="24"/>
                  <a:pt x="293" y="24"/>
                  <a:pt x="293" y="24"/>
                </a:cubicBezTo>
                <a:lnTo>
                  <a:pt x="292" y="25"/>
                </a:lnTo>
                <a:lnTo>
                  <a:pt x="288" y="21"/>
                </a:lnTo>
                <a:lnTo>
                  <a:pt x="289" y="20"/>
                </a:lnTo>
                <a:cubicBezTo>
                  <a:pt x="289" y="21"/>
                  <a:pt x="290" y="21"/>
                  <a:pt x="290" y="21"/>
                </a:cubicBezTo>
                <a:cubicBezTo>
                  <a:pt x="290" y="21"/>
                  <a:pt x="291" y="20"/>
                  <a:pt x="291" y="20"/>
                </a:cubicBezTo>
                <a:cubicBezTo>
                  <a:pt x="292" y="20"/>
                  <a:pt x="292" y="19"/>
                  <a:pt x="293" y="18"/>
                </a:cubicBezTo>
                <a:lnTo>
                  <a:pt x="297" y="10"/>
                </a:lnTo>
                <a:lnTo>
                  <a:pt x="290" y="14"/>
                </a:lnTo>
                <a:cubicBezTo>
                  <a:pt x="288" y="14"/>
                  <a:pt x="288" y="15"/>
                  <a:pt x="287" y="15"/>
                </a:cubicBezTo>
                <a:cubicBezTo>
                  <a:pt x="287" y="15"/>
                  <a:pt x="287" y="16"/>
                  <a:pt x="286" y="16"/>
                </a:cubicBezTo>
                <a:cubicBezTo>
                  <a:pt x="286" y="16"/>
                  <a:pt x="286" y="16"/>
                  <a:pt x="286" y="17"/>
                </a:cubicBezTo>
                <a:cubicBezTo>
                  <a:pt x="286" y="17"/>
                  <a:pt x="286" y="17"/>
                  <a:pt x="287" y="17"/>
                </a:cubicBezTo>
                <a:lnTo>
                  <a:pt x="286" y="18"/>
                </a:lnTo>
                <a:close/>
              </a:path>
              <a:path w="336" h="189">
                <a:moveTo>
                  <a:pt x="35" y="20"/>
                </a:moveTo>
                <a:lnTo>
                  <a:pt x="32" y="25"/>
                </a:lnTo>
                <a:lnTo>
                  <a:pt x="39" y="29"/>
                </a:lnTo>
                <a:cubicBezTo>
                  <a:pt x="40" y="29"/>
                  <a:pt x="41" y="30"/>
                  <a:pt x="41" y="30"/>
                </a:cubicBezTo>
                <a:cubicBezTo>
                  <a:pt x="42" y="30"/>
                  <a:pt x="42" y="30"/>
                  <a:pt x="42" y="30"/>
                </a:cubicBezTo>
                <a:cubicBezTo>
                  <a:pt x="43" y="30"/>
                  <a:pt x="43" y="30"/>
                  <a:pt x="43" y="29"/>
                </a:cubicBezTo>
                <a:lnTo>
                  <a:pt x="44" y="29"/>
                </a:lnTo>
                <a:lnTo>
                  <a:pt x="41" y="34"/>
                </a:lnTo>
                <a:lnTo>
                  <a:pt x="41" y="33"/>
                </a:lnTo>
                <a:cubicBezTo>
                  <a:pt x="41" y="33"/>
                  <a:pt x="41" y="33"/>
                  <a:pt x="41" y="33"/>
                </a:cubicBezTo>
                <a:cubicBezTo>
                  <a:pt x="41" y="32"/>
                  <a:pt x="41" y="32"/>
                  <a:pt x="40" y="32"/>
                </a:cubicBezTo>
                <a:cubicBezTo>
                  <a:pt x="40" y="31"/>
                  <a:pt x="39" y="31"/>
                  <a:pt x="38" y="30"/>
                </a:cubicBezTo>
                <a:lnTo>
                  <a:pt x="23" y="22"/>
                </a:lnTo>
                <a:cubicBezTo>
                  <a:pt x="22" y="21"/>
                  <a:pt x="21" y="21"/>
                  <a:pt x="21" y="21"/>
                </a:cubicBezTo>
                <a:cubicBezTo>
                  <a:pt x="21" y="21"/>
                  <a:pt x="20" y="21"/>
                  <a:pt x="20" y="21"/>
                </a:cubicBezTo>
                <a:cubicBezTo>
                  <a:pt x="19" y="21"/>
                  <a:pt x="19" y="21"/>
                  <a:pt x="19" y="21"/>
                </a:cubicBezTo>
                <a:lnTo>
                  <a:pt x="19" y="22"/>
                </a:lnTo>
                <a:lnTo>
                  <a:pt x="18" y="21"/>
                </a:lnTo>
                <a:lnTo>
                  <a:pt x="21" y="17"/>
                </a:lnTo>
                <a:lnTo>
                  <a:pt x="22" y="17"/>
                </a:lnTo>
                <a:lnTo>
                  <a:pt x="21" y="17"/>
                </a:lnTo>
                <a:cubicBezTo>
                  <a:pt x="21" y="18"/>
                  <a:pt x="21" y="18"/>
                  <a:pt x="22" y="19"/>
                </a:cubicBezTo>
                <a:cubicBezTo>
                  <a:pt x="22" y="19"/>
                  <a:pt x="23" y="20"/>
                  <a:pt x="24" y="20"/>
                </a:cubicBezTo>
                <a:lnTo>
                  <a:pt x="31" y="24"/>
                </a:lnTo>
                <a:lnTo>
                  <a:pt x="34" y="19"/>
                </a:lnTo>
                <a:lnTo>
                  <a:pt x="27" y="15"/>
                </a:lnTo>
                <a:cubicBezTo>
                  <a:pt x="26" y="15"/>
                  <a:pt x="25" y="14"/>
                  <a:pt x="25" y="14"/>
                </a:cubicBezTo>
                <a:cubicBezTo>
                  <a:pt x="24" y="14"/>
                  <a:pt x="24" y="14"/>
                  <a:pt x="24" y="14"/>
                </a:cubicBezTo>
                <a:cubicBezTo>
                  <a:pt x="23" y="14"/>
                  <a:pt x="23" y="14"/>
                  <a:pt x="23" y="14"/>
                </a:cubicBezTo>
                <a:lnTo>
                  <a:pt x="23" y="15"/>
                </a:lnTo>
                <a:lnTo>
                  <a:pt x="22" y="15"/>
                </a:lnTo>
                <a:lnTo>
                  <a:pt x="25" y="10"/>
                </a:lnTo>
                <a:cubicBezTo>
                  <a:pt x="25" y="11"/>
                  <a:pt x="25" y="11"/>
                  <a:pt x="25" y="12"/>
                </a:cubicBezTo>
                <a:cubicBezTo>
                  <a:pt x="26" y="12"/>
                  <a:pt x="27" y="13"/>
                  <a:pt x="28" y="14"/>
                </a:cubicBezTo>
                <a:lnTo>
                  <a:pt x="43" y="22"/>
                </a:lnTo>
                <a:cubicBezTo>
                  <a:pt x="44" y="22"/>
                  <a:pt x="45" y="23"/>
                  <a:pt x="45" y="23"/>
                </a:cubicBezTo>
                <a:cubicBezTo>
                  <a:pt x="45" y="23"/>
                  <a:pt x="46" y="23"/>
                  <a:pt x="46" y="23"/>
                </a:cubicBezTo>
                <a:cubicBezTo>
                  <a:pt x="46" y="23"/>
                  <a:pt x="47" y="23"/>
                  <a:pt x="47" y="23"/>
                </a:cubicBezTo>
                <a:lnTo>
                  <a:pt x="47" y="22"/>
                </a:lnTo>
                <a:lnTo>
                  <a:pt x="48" y="22"/>
                </a:lnTo>
                <a:lnTo>
                  <a:pt x="45" y="27"/>
                </a:lnTo>
                <a:lnTo>
                  <a:pt x="44" y="27"/>
                </a:lnTo>
                <a:lnTo>
                  <a:pt x="45" y="27"/>
                </a:lnTo>
                <a:cubicBezTo>
                  <a:pt x="45" y="26"/>
                  <a:pt x="45" y="26"/>
                  <a:pt x="45" y="26"/>
                </a:cubicBezTo>
                <a:cubicBezTo>
                  <a:pt x="45" y="25"/>
                  <a:pt x="44" y="25"/>
                  <a:pt x="44" y="25"/>
                </a:cubicBezTo>
                <a:cubicBezTo>
                  <a:pt x="44" y="25"/>
                  <a:pt x="43" y="24"/>
                  <a:pt x="42" y="23"/>
                </a:cubicBezTo>
                <a:lnTo>
                  <a:pt x="35" y="20"/>
                </a:lnTo>
                <a:close/>
              </a:path>
              <a:path w="336" h="189">
                <a:moveTo>
                  <a:pt x="36" y="43"/>
                </a:moveTo>
                <a:lnTo>
                  <a:pt x="36" y="43"/>
                </a:lnTo>
                <a:lnTo>
                  <a:pt x="34" y="47"/>
                </a:lnTo>
                <a:lnTo>
                  <a:pt x="33" y="47"/>
                </a:lnTo>
                <a:lnTo>
                  <a:pt x="34" y="47"/>
                </a:lnTo>
                <a:cubicBezTo>
                  <a:pt x="34" y="46"/>
                  <a:pt x="34" y="46"/>
                  <a:pt x="33" y="45"/>
                </a:cubicBezTo>
                <a:cubicBezTo>
                  <a:pt x="33" y="45"/>
                  <a:pt x="32" y="44"/>
                  <a:pt x="31" y="43"/>
                </a:cubicBezTo>
                <a:lnTo>
                  <a:pt x="21" y="38"/>
                </a:lnTo>
                <a:cubicBezTo>
                  <a:pt x="19" y="37"/>
                  <a:pt x="17" y="36"/>
                  <a:pt x="16" y="35"/>
                </a:cubicBezTo>
                <a:cubicBezTo>
                  <a:pt x="15" y="34"/>
                  <a:pt x="14" y="33"/>
                  <a:pt x="14" y="32"/>
                </a:cubicBezTo>
                <a:cubicBezTo>
                  <a:pt x="13" y="30"/>
                  <a:pt x="13" y="29"/>
                  <a:pt x="14" y="28"/>
                </a:cubicBezTo>
                <a:cubicBezTo>
                  <a:pt x="14" y="27"/>
                  <a:pt x="15" y="26"/>
                  <a:pt x="17" y="26"/>
                </a:cubicBezTo>
                <a:cubicBezTo>
                  <a:pt x="18" y="26"/>
                  <a:pt x="19" y="26"/>
                  <a:pt x="21" y="27"/>
                </a:cubicBezTo>
                <a:cubicBezTo>
                  <a:pt x="22" y="27"/>
                  <a:pt x="24" y="28"/>
                  <a:pt x="27" y="30"/>
                </a:cubicBezTo>
                <a:lnTo>
                  <a:pt x="36" y="35"/>
                </a:lnTo>
                <a:cubicBezTo>
                  <a:pt x="37" y="35"/>
                  <a:pt x="38" y="36"/>
                  <a:pt x="39" y="36"/>
                </a:cubicBezTo>
                <a:cubicBezTo>
                  <a:pt x="39" y="36"/>
                  <a:pt x="40" y="36"/>
                  <a:pt x="40" y="35"/>
                </a:cubicBezTo>
                <a:lnTo>
                  <a:pt x="41" y="35"/>
                </a:lnTo>
                <a:lnTo>
                  <a:pt x="38" y="40"/>
                </a:lnTo>
                <a:lnTo>
                  <a:pt x="37" y="40"/>
                </a:lnTo>
                <a:lnTo>
                  <a:pt x="38" y="39"/>
                </a:lnTo>
                <a:cubicBezTo>
                  <a:pt x="38" y="39"/>
                  <a:pt x="38" y="38"/>
                  <a:pt x="37" y="38"/>
                </a:cubicBezTo>
                <a:cubicBezTo>
                  <a:pt x="37" y="37"/>
                  <a:pt x="36" y="37"/>
                  <a:pt x="35" y="36"/>
                </a:cubicBezTo>
                <a:lnTo>
                  <a:pt x="25" y="31"/>
                </a:lnTo>
                <a:cubicBezTo>
                  <a:pt x="24" y="30"/>
                  <a:pt x="23" y="30"/>
                  <a:pt x="22" y="29"/>
                </a:cubicBezTo>
                <a:cubicBezTo>
                  <a:pt x="20" y="28"/>
                  <a:pt x="19" y="28"/>
                  <a:pt x="19" y="28"/>
                </a:cubicBezTo>
                <a:cubicBezTo>
                  <a:pt x="18" y="28"/>
                  <a:pt x="17" y="28"/>
                  <a:pt x="17" y="28"/>
                </a:cubicBezTo>
                <a:cubicBezTo>
                  <a:pt x="16" y="28"/>
                  <a:pt x="15" y="29"/>
                  <a:pt x="15" y="29"/>
                </a:cubicBezTo>
                <a:cubicBezTo>
                  <a:pt x="15" y="30"/>
                  <a:pt x="15" y="31"/>
                  <a:pt x="15" y="32"/>
                </a:cubicBezTo>
                <a:cubicBezTo>
                  <a:pt x="15" y="33"/>
                  <a:pt x="16" y="33"/>
                  <a:pt x="17" y="34"/>
                </a:cubicBezTo>
                <a:cubicBezTo>
                  <a:pt x="18" y="35"/>
                  <a:pt x="19" y="36"/>
                  <a:pt x="22" y="37"/>
                </a:cubicBezTo>
                <a:lnTo>
                  <a:pt x="31" y="43"/>
                </a:lnTo>
                <a:cubicBezTo>
                  <a:pt x="33" y="43"/>
                  <a:pt x="34" y="44"/>
                  <a:pt x="34" y="44"/>
                </a:cubicBezTo>
                <a:cubicBezTo>
                  <a:pt x="35" y="44"/>
                  <a:pt x="35" y="44"/>
                  <a:pt x="35" y="43"/>
                </a:cubicBezTo>
                <a:lnTo>
                  <a:pt x="36" y="43"/>
                </a:lnTo>
                <a:close/>
              </a:path>
              <a:path w="336" h="189">
                <a:moveTo>
                  <a:pt x="15" y="45"/>
                </a:moveTo>
                <a:lnTo>
                  <a:pt x="16" y="40"/>
                </a:lnTo>
                <a:lnTo>
                  <a:pt x="13" y="38"/>
                </a:lnTo>
                <a:cubicBezTo>
                  <a:pt x="12" y="37"/>
                  <a:pt x="11" y="37"/>
                  <a:pt x="11" y="37"/>
                </a:cubicBezTo>
                <a:cubicBezTo>
                  <a:pt x="11" y="37"/>
                  <a:pt x="10" y="37"/>
                  <a:pt x="10" y="37"/>
                </a:cubicBezTo>
                <a:cubicBezTo>
                  <a:pt x="9" y="37"/>
                  <a:pt x="9" y="37"/>
                  <a:pt x="9" y="38"/>
                </a:cubicBezTo>
                <a:lnTo>
                  <a:pt x="8" y="37"/>
                </a:lnTo>
                <a:lnTo>
                  <a:pt x="10" y="33"/>
                </a:lnTo>
                <a:lnTo>
                  <a:pt x="10" y="34"/>
                </a:lnTo>
                <a:cubicBezTo>
                  <a:pt x="10" y="34"/>
                  <a:pt x="10" y="35"/>
                  <a:pt x="11" y="35"/>
                </a:cubicBezTo>
                <a:cubicBezTo>
                  <a:pt x="11" y="36"/>
                  <a:pt x="12" y="36"/>
                  <a:pt x="14" y="37"/>
                </a:cubicBezTo>
                <a:lnTo>
                  <a:pt x="32" y="50"/>
                </a:lnTo>
                <a:lnTo>
                  <a:pt x="10" y="46"/>
                </a:lnTo>
                <a:cubicBezTo>
                  <a:pt x="8" y="46"/>
                  <a:pt x="7" y="46"/>
                  <a:pt x="7" y="46"/>
                </a:cubicBezTo>
                <a:cubicBezTo>
                  <a:pt x="6" y="46"/>
                  <a:pt x="6" y="46"/>
                  <a:pt x="5" y="47"/>
                </a:cubicBezTo>
                <a:lnTo>
                  <a:pt x="5" y="46"/>
                </a:lnTo>
                <a:lnTo>
                  <a:pt x="6" y="42"/>
                </a:lnTo>
                <a:lnTo>
                  <a:pt x="7" y="42"/>
                </a:lnTo>
                <a:cubicBezTo>
                  <a:pt x="7" y="42"/>
                  <a:pt x="7" y="43"/>
                  <a:pt x="7" y="43"/>
                </a:cubicBezTo>
                <a:cubicBezTo>
                  <a:pt x="7" y="43"/>
                  <a:pt x="8" y="44"/>
                  <a:pt x="8" y="44"/>
                </a:cubicBezTo>
                <a:cubicBezTo>
                  <a:pt x="9" y="44"/>
                  <a:pt x="10" y="44"/>
                  <a:pt x="11" y="44"/>
                </a:cubicBezTo>
                <a:lnTo>
                  <a:pt x="15" y="45"/>
                </a:lnTo>
                <a:close/>
                <a:moveTo>
                  <a:pt x="16" y="45"/>
                </a:moveTo>
                <a:lnTo>
                  <a:pt x="27" y="47"/>
                </a:lnTo>
                <a:lnTo>
                  <a:pt x="18" y="41"/>
                </a:lnTo>
                <a:lnTo>
                  <a:pt x="16" y="45"/>
                </a:lnTo>
                <a:close/>
              </a:path>
              <a:path w="336" h="189">
                <a:moveTo>
                  <a:pt x="29" y="62"/>
                </a:moveTo>
                <a:lnTo>
                  <a:pt x="5" y="52"/>
                </a:lnTo>
                <a:lnTo>
                  <a:pt x="5" y="57"/>
                </a:lnTo>
                <a:cubicBezTo>
                  <a:pt x="5" y="58"/>
                  <a:pt x="5" y="59"/>
                  <a:pt x="6" y="59"/>
                </a:cubicBezTo>
                <a:cubicBezTo>
                  <a:pt x="6" y="60"/>
                  <a:pt x="8" y="60"/>
                  <a:pt x="10" y="61"/>
                </a:cubicBezTo>
                <a:lnTo>
                  <a:pt x="3" y="60"/>
                </a:lnTo>
                <a:lnTo>
                  <a:pt x="4" y="49"/>
                </a:lnTo>
                <a:lnTo>
                  <a:pt x="28" y="59"/>
                </a:lnTo>
                <a:lnTo>
                  <a:pt x="28" y="55"/>
                </a:lnTo>
                <a:cubicBezTo>
                  <a:pt x="28" y="54"/>
                  <a:pt x="28" y="53"/>
                  <a:pt x="28" y="53"/>
                </a:cubicBezTo>
                <a:cubicBezTo>
                  <a:pt x="27" y="53"/>
                  <a:pt x="27" y="53"/>
                  <a:pt x="26" y="52"/>
                </a:cubicBezTo>
                <a:cubicBezTo>
                  <a:pt x="26" y="52"/>
                  <a:pt x="25" y="52"/>
                  <a:pt x="23" y="52"/>
                </a:cubicBezTo>
                <a:lnTo>
                  <a:pt x="23" y="51"/>
                </a:lnTo>
                <a:lnTo>
                  <a:pt x="30" y="52"/>
                </a:lnTo>
                <a:lnTo>
                  <a:pt x="29" y="62"/>
                </a:lnTo>
                <a:close/>
              </a:path>
              <a:path w="336" h="189">
                <a:moveTo>
                  <a:pt x="29" y="82"/>
                </a:moveTo>
                <a:cubicBezTo>
                  <a:pt x="29" y="84"/>
                  <a:pt x="28" y="85"/>
                  <a:pt x="25" y="87"/>
                </a:cubicBezTo>
                <a:cubicBezTo>
                  <a:pt x="22" y="88"/>
                  <a:pt x="19" y="89"/>
                  <a:pt x="15" y="89"/>
                </a:cubicBezTo>
                <a:cubicBezTo>
                  <a:pt x="11" y="89"/>
                  <a:pt x="8" y="89"/>
                  <a:pt x="5" y="87"/>
                </a:cubicBezTo>
                <a:cubicBezTo>
                  <a:pt x="3" y="86"/>
                  <a:pt x="1" y="85"/>
                  <a:pt x="1" y="83"/>
                </a:cubicBezTo>
                <a:cubicBezTo>
                  <a:pt x="1" y="81"/>
                  <a:pt x="2" y="80"/>
                  <a:pt x="5" y="78"/>
                </a:cubicBezTo>
                <a:cubicBezTo>
                  <a:pt x="7" y="77"/>
                  <a:pt x="11" y="76"/>
                  <a:pt x="15" y="76"/>
                </a:cubicBezTo>
                <a:cubicBezTo>
                  <a:pt x="19" y="76"/>
                  <a:pt x="22" y="77"/>
                  <a:pt x="25" y="78"/>
                </a:cubicBezTo>
                <a:cubicBezTo>
                  <a:pt x="27" y="79"/>
                  <a:pt x="29" y="80"/>
                  <a:pt x="29" y="82"/>
                </a:cubicBezTo>
                <a:close/>
                <a:moveTo>
                  <a:pt x="27" y="82"/>
                </a:moveTo>
                <a:cubicBezTo>
                  <a:pt x="27" y="81"/>
                  <a:pt x="26" y="80"/>
                  <a:pt x="25" y="79"/>
                </a:cubicBezTo>
                <a:cubicBezTo>
                  <a:pt x="22" y="78"/>
                  <a:pt x="19" y="78"/>
                  <a:pt x="15" y="78"/>
                </a:cubicBezTo>
                <a:cubicBezTo>
                  <a:pt x="11" y="79"/>
                  <a:pt x="7" y="79"/>
                  <a:pt x="5" y="80"/>
                </a:cubicBezTo>
                <a:cubicBezTo>
                  <a:pt x="3" y="81"/>
                  <a:pt x="2" y="82"/>
                  <a:pt x="3" y="83"/>
                </a:cubicBezTo>
                <a:cubicBezTo>
                  <a:pt x="3" y="84"/>
                  <a:pt x="4" y="85"/>
                  <a:pt x="6" y="86"/>
                </a:cubicBezTo>
                <a:cubicBezTo>
                  <a:pt x="8" y="87"/>
                  <a:pt x="11" y="87"/>
                  <a:pt x="15" y="87"/>
                </a:cubicBezTo>
                <a:cubicBezTo>
                  <a:pt x="19" y="87"/>
                  <a:pt x="23" y="86"/>
                  <a:pt x="25" y="85"/>
                </a:cubicBezTo>
                <a:cubicBezTo>
                  <a:pt x="26" y="84"/>
                  <a:pt x="27" y="83"/>
                  <a:pt x="27" y="82"/>
                </a:cubicBezTo>
                <a:close/>
              </a:path>
              <a:path w="336" h="189">
                <a:moveTo>
                  <a:pt x="16" y="66"/>
                </a:moveTo>
                <a:lnTo>
                  <a:pt x="15" y="72"/>
                </a:lnTo>
                <a:lnTo>
                  <a:pt x="22" y="73"/>
                </a:lnTo>
                <a:cubicBezTo>
                  <a:pt x="24" y="73"/>
                  <a:pt x="24" y="73"/>
                  <a:pt x="25" y="73"/>
                </a:cubicBezTo>
                <a:cubicBezTo>
                  <a:pt x="25" y="73"/>
                  <a:pt x="26" y="73"/>
                  <a:pt x="26" y="73"/>
                </a:cubicBezTo>
                <a:cubicBezTo>
                  <a:pt x="26" y="73"/>
                  <a:pt x="26" y="72"/>
                  <a:pt x="26" y="72"/>
                </a:cubicBezTo>
                <a:lnTo>
                  <a:pt x="27" y="72"/>
                </a:lnTo>
                <a:lnTo>
                  <a:pt x="26" y="77"/>
                </a:lnTo>
                <a:cubicBezTo>
                  <a:pt x="26" y="76"/>
                  <a:pt x="26" y="76"/>
                  <a:pt x="25" y="76"/>
                </a:cubicBezTo>
                <a:cubicBezTo>
                  <a:pt x="25" y="76"/>
                  <a:pt x="25" y="75"/>
                  <a:pt x="25" y="75"/>
                </a:cubicBezTo>
                <a:cubicBezTo>
                  <a:pt x="24" y="75"/>
                  <a:pt x="23" y="75"/>
                  <a:pt x="22" y="75"/>
                </a:cubicBezTo>
                <a:lnTo>
                  <a:pt x="5" y="73"/>
                </a:lnTo>
                <a:cubicBezTo>
                  <a:pt x="4" y="72"/>
                  <a:pt x="3" y="72"/>
                  <a:pt x="3" y="72"/>
                </a:cubicBezTo>
                <a:cubicBezTo>
                  <a:pt x="2" y="72"/>
                  <a:pt x="2" y="72"/>
                  <a:pt x="2" y="73"/>
                </a:cubicBezTo>
                <a:cubicBezTo>
                  <a:pt x="1" y="73"/>
                  <a:pt x="1" y="73"/>
                  <a:pt x="1" y="73"/>
                </a:cubicBezTo>
                <a:lnTo>
                  <a:pt x="1" y="74"/>
                </a:lnTo>
                <a:lnTo>
                  <a:pt x="0" y="74"/>
                </a:lnTo>
                <a:lnTo>
                  <a:pt x="1" y="68"/>
                </a:lnTo>
                <a:lnTo>
                  <a:pt x="2" y="68"/>
                </a:lnTo>
                <a:lnTo>
                  <a:pt x="2" y="69"/>
                </a:lnTo>
                <a:cubicBezTo>
                  <a:pt x="2" y="69"/>
                  <a:pt x="2" y="70"/>
                  <a:pt x="2" y="70"/>
                </a:cubicBezTo>
                <a:cubicBezTo>
                  <a:pt x="3" y="70"/>
                  <a:pt x="4" y="71"/>
                  <a:pt x="5" y="71"/>
                </a:cubicBezTo>
                <a:lnTo>
                  <a:pt x="13" y="72"/>
                </a:lnTo>
                <a:lnTo>
                  <a:pt x="14" y="66"/>
                </a:lnTo>
                <a:lnTo>
                  <a:pt x="6" y="65"/>
                </a:lnTo>
                <a:cubicBezTo>
                  <a:pt x="5" y="65"/>
                  <a:pt x="4" y="65"/>
                  <a:pt x="4" y="65"/>
                </a:cubicBezTo>
                <a:cubicBezTo>
                  <a:pt x="3" y="65"/>
                  <a:pt x="3" y="65"/>
                  <a:pt x="3" y="65"/>
                </a:cubicBezTo>
                <a:cubicBezTo>
                  <a:pt x="2" y="65"/>
                  <a:pt x="2" y="65"/>
                  <a:pt x="2" y="66"/>
                </a:cubicBezTo>
                <a:lnTo>
                  <a:pt x="1" y="66"/>
                </a:lnTo>
                <a:lnTo>
                  <a:pt x="2" y="60"/>
                </a:lnTo>
                <a:lnTo>
                  <a:pt x="3" y="61"/>
                </a:lnTo>
                <a:cubicBezTo>
                  <a:pt x="3" y="62"/>
                  <a:pt x="3" y="62"/>
                  <a:pt x="3" y="62"/>
                </a:cubicBezTo>
                <a:cubicBezTo>
                  <a:pt x="4" y="63"/>
                  <a:pt x="5" y="63"/>
                  <a:pt x="6" y="63"/>
                </a:cubicBezTo>
                <a:lnTo>
                  <a:pt x="23" y="65"/>
                </a:lnTo>
                <a:cubicBezTo>
                  <a:pt x="25" y="65"/>
                  <a:pt x="25" y="65"/>
                  <a:pt x="26" y="65"/>
                </a:cubicBezTo>
                <a:cubicBezTo>
                  <a:pt x="26" y="65"/>
                  <a:pt x="27" y="65"/>
                  <a:pt x="27" y="65"/>
                </a:cubicBezTo>
                <a:cubicBezTo>
                  <a:pt x="27" y="65"/>
                  <a:pt x="27" y="65"/>
                  <a:pt x="27" y="64"/>
                </a:cubicBezTo>
                <a:lnTo>
                  <a:pt x="28" y="64"/>
                </a:lnTo>
                <a:lnTo>
                  <a:pt x="27" y="69"/>
                </a:lnTo>
                <a:cubicBezTo>
                  <a:pt x="27" y="69"/>
                  <a:pt x="27" y="68"/>
                  <a:pt x="26" y="68"/>
                </a:cubicBezTo>
                <a:cubicBezTo>
                  <a:pt x="26" y="68"/>
                  <a:pt x="26" y="67"/>
                  <a:pt x="26" y="67"/>
                </a:cubicBezTo>
                <a:cubicBezTo>
                  <a:pt x="25" y="67"/>
                  <a:pt x="24" y="67"/>
                  <a:pt x="23" y="67"/>
                </a:cubicBezTo>
                <a:lnTo>
                  <a:pt x="16" y="66"/>
                </a:lnTo>
                <a:close/>
              </a:path>
              <a:path w="336" h="189">
                <a:moveTo>
                  <a:pt x="29" y="84"/>
                </a:moveTo>
                <a:lnTo>
                  <a:pt x="30" y="88"/>
                </a:lnTo>
                <a:lnTo>
                  <a:pt x="14" y="101"/>
                </a:lnTo>
                <a:lnTo>
                  <a:pt x="28" y="97"/>
                </a:lnTo>
                <a:cubicBezTo>
                  <a:pt x="30" y="96"/>
                  <a:pt x="31" y="96"/>
                  <a:pt x="31" y="95"/>
                </a:cubicBezTo>
                <a:cubicBezTo>
                  <a:pt x="32" y="95"/>
                  <a:pt x="32" y="95"/>
                  <a:pt x="32" y="94"/>
                </a:cubicBezTo>
                <a:lnTo>
                  <a:pt x="31" y="94"/>
                </a:lnTo>
                <a:lnTo>
                  <a:pt x="32" y="93"/>
                </a:lnTo>
                <a:lnTo>
                  <a:pt x="33" y="98"/>
                </a:lnTo>
                <a:cubicBezTo>
                  <a:pt x="32" y="97"/>
                  <a:pt x="32" y="97"/>
                  <a:pt x="31" y="97"/>
                </a:cubicBezTo>
                <a:cubicBezTo>
                  <a:pt x="31" y="97"/>
                  <a:pt x="30" y="97"/>
                  <a:pt x="29" y="97"/>
                </a:cubicBezTo>
                <a:lnTo>
                  <a:pt x="7" y="104"/>
                </a:lnTo>
                <a:lnTo>
                  <a:pt x="25" y="89"/>
                </a:lnTo>
                <a:lnTo>
                  <a:pt x="9" y="94"/>
                </a:lnTo>
                <a:cubicBezTo>
                  <a:pt x="8" y="95"/>
                  <a:pt x="7" y="95"/>
                  <a:pt x="7" y="95"/>
                </a:cubicBezTo>
                <a:cubicBezTo>
                  <a:pt x="6" y="96"/>
                  <a:pt x="6" y="96"/>
                  <a:pt x="6" y="97"/>
                </a:cubicBezTo>
                <a:lnTo>
                  <a:pt x="4" y="93"/>
                </a:lnTo>
                <a:lnTo>
                  <a:pt x="5" y="93"/>
                </a:lnTo>
                <a:cubicBezTo>
                  <a:pt x="5" y="94"/>
                  <a:pt x="6" y="94"/>
                  <a:pt x="6" y="94"/>
                </a:cubicBezTo>
                <a:cubicBezTo>
                  <a:pt x="7" y="94"/>
                  <a:pt x="8" y="94"/>
                  <a:pt x="9" y="93"/>
                </a:cubicBezTo>
                <a:lnTo>
                  <a:pt x="27" y="88"/>
                </a:lnTo>
                <a:cubicBezTo>
                  <a:pt x="27" y="87"/>
                  <a:pt x="28" y="87"/>
                  <a:pt x="28" y="86"/>
                </a:cubicBezTo>
                <a:cubicBezTo>
                  <a:pt x="28" y="86"/>
                  <a:pt x="28" y="86"/>
                  <a:pt x="29" y="85"/>
                </a:cubicBezTo>
                <a:cubicBezTo>
                  <a:pt x="29" y="85"/>
                  <a:pt x="29" y="85"/>
                  <a:pt x="28" y="84"/>
                </a:cubicBezTo>
                <a:lnTo>
                  <a:pt x="29" y="84"/>
                </a:lnTo>
                <a:close/>
              </a:path>
              <a:path w="336" h="189">
                <a:moveTo>
                  <a:pt x="38" y="107"/>
                </a:moveTo>
                <a:lnTo>
                  <a:pt x="30" y="110"/>
                </a:lnTo>
                <a:cubicBezTo>
                  <a:pt x="32" y="109"/>
                  <a:pt x="33" y="108"/>
                  <a:pt x="34" y="107"/>
                </a:cubicBezTo>
                <a:cubicBezTo>
                  <a:pt x="35" y="106"/>
                  <a:pt x="36" y="105"/>
                  <a:pt x="35" y="104"/>
                </a:cubicBezTo>
                <a:cubicBezTo>
                  <a:pt x="35" y="102"/>
                  <a:pt x="33" y="101"/>
                  <a:pt x="30" y="101"/>
                </a:cubicBezTo>
                <a:cubicBezTo>
                  <a:pt x="28" y="102"/>
                  <a:pt x="25" y="102"/>
                  <a:pt x="22" y="103"/>
                </a:cubicBezTo>
                <a:cubicBezTo>
                  <a:pt x="20" y="104"/>
                  <a:pt x="18" y="105"/>
                  <a:pt x="16" y="106"/>
                </a:cubicBezTo>
                <a:cubicBezTo>
                  <a:pt x="14" y="107"/>
                  <a:pt x="13" y="108"/>
                  <a:pt x="12" y="109"/>
                </a:cubicBezTo>
                <a:cubicBezTo>
                  <a:pt x="12" y="110"/>
                  <a:pt x="11" y="111"/>
                  <a:pt x="12" y="112"/>
                </a:cubicBezTo>
                <a:cubicBezTo>
                  <a:pt x="12" y="112"/>
                  <a:pt x="12" y="113"/>
                  <a:pt x="12" y="113"/>
                </a:cubicBezTo>
                <a:cubicBezTo>
                  <a:pt x="13" y="113"/>
                  <a:pt x="13" y="114"/>
                  <a:pt x="14" y="114"/>
                </a:cubicBezTo>
                <a:lnTo>
                  <a:pt x="21" y="112"/>
                </a:lnTo>
                <a:cubicBezTo>
                  <a:pt x="22" y="111"/>
                  <a:pt x="23" y="111"/>
                  <a:pt x="24" y="111"/>
                </a:cubicBezTo>
                <a:cubicBezTo>
                  <a:pt x="24" y="110"/>
                  <a:pt x="24" y="110"/>
                  <a:pt x="24" y="110"/>
                </a:cubicBezTo>
                <a:cubicBezTo>
                  <a:pt x="24" y="110"/>
                  <a:pt x="24" y="109"/>
                  <a:pt x="24" y="109"/>
                </a:cubicBezTo>
                <a:lnTo>
                  <a:pt x="25" y="108"/>
                </a:lnTo>
                <a:lnTo>
                  <a:pt x="27" y="113"/>
                </a:lnTo>
                <a:lnTo>
                  <a:pt x="26" y="113"/>
                </a:lnTo>
                <a:cubicBezTo>
                  <a:pt x="26" y="113"/>
                  <a:pt x="25" y="113"/>
                  <a:pt x="24" y="113"/>
                </a:cubicBezTo>
                <a:cubicBezTo>
                  <a:pt x="24" y="113"/>
                  <a:pt x="23" y="113"/>
                  <a:pt x="22" y="113"/>
                </a:cubicBezTo>
                <a:lnTo>
                  <a:pt x="14" y="116"/>
                </a:lnTo>
                <a:cubicBezTo>
                  <a:pt x="13" y="115"/>
                  <a:pt x="12" y="115"/>
                  <a:pt x="12" y="114"/>
                </a:cubicBezTo>
                <a:cubicBezTo>
                  <a:pt x="11" y="114"/>
                  <a:pt x="11" y="113"/>
                  <a:pt x="10" y="112"/>
                </a:cubicBezTo>
                <a:cubicBezTo>
                  <a:pt x="10" y="110"/>
                  <a:pt x="11" y="108"/>
                  <a:pt x="13" y="105"/>
                </a:cubicBezTo>
                <a:cubicBezTo>
                  <a:pt x="15" y="104"/>
                  <a:pt x="18" y="102"/>
                  <a:pt x="21" y="101"/>
                </a:cubicBezTo>
                <a:cubicBezTo>
                  <a:pt x="23" y="100"/>
                  <a:pt x="25" y="100"/>
                  <a:pt x="27" y="100"/>
                </a:cubicBezTo>
                <a:cubicBezTo>
                  <a:pt x="30" y="100"/>
                  <a:pt x="32" y="100"/>
                  <a:pt x="34" y="101"/>
                </a:cubicBezTo>
                <a:cubicBezTo>
                  <a:pt x="35" y="101"/>
                  <a:pt x="36" y="102"/>
                  <a:pt x="36" y="103"/>
                </a:cubicBezTo>
                <a:cubicBezTo>
                  <a:pt x="37" y="104"/>
                  <a:pt x="37" y="104"/>
                  <a:pt x="37" y="104"/>
                </a:cubicBezTo>
                <a:cubicBezTo>
                  <a:pt x="37" y="105"/>
                  <a:pt x="36" y="106"/>
                  <a:pt x="36" y="106"/>
                </a:cubicBezTo>
                <a:cubicBezTo>
                  <a:pt x="36" y="107"/>
                  <a:pt x="36" y="107"/>
                  <a:pt x="36" y="107"/>
                </a:cubicBezTo>
                <a:cubicBezTo>
                  <a:pt x="36" y="107"/>
                  <a:pt x="36" y="107"/>
                  <a:pt x="36" y="107"/>
                </a:cubicBezTo>
                <a:cubicBezTo>
                  <a:pt x="37" y="107"/>
                  <a:pt x="37" y="107"/>
                  <a:pt x="38" y="107"/>
                </a:cubicBezTo>
                <a:close/>
              </a:path>
              <a:path w="336" h="189">
                <a:moveTo>
                  <a:pt x="47" y="119"/>
                </a:moveTo>
                <a:lnTo>
                  <a:pt x="48" y="118"/>
                </a:lnTo>
                <a:lnTo>
                  <a:pt x="51" y="122"/>
                </a:lnTo>
                <a:lnTo>
                  <a:pt x="50" y="122"/>
                </a:lnTo>
                <a:cubicBezTo>
                  <a:pt x="49" y="121"/>
                  <a:pt x="49" y="121"/>
                  <a:pt x="48" y="122"/>
                </a:cubicBezTo>
                <a:cubicBezTo>
                  <a:pt x="48" y="122"/>
                  <a:pt x="47" y="122"/>
                  <a:pt x="46" y="123"/>
                </a:cubicBezTo>
                <a:lnTo>
                  <a:pt x="38" y="130"/>
                </a:lnTo>
                <a:cubicBezTo>
                  <a:pt x="36" y="132"/>
                  <a:pt x="34" y="133"/>
                  <a:pt x="33" y="134"/>
                </a:cubicBezTo>
                <a:cubicBezTo>
                  <a:pt x="31" y="135"/>
                  <a:pt x="30" y="135"/>
                  <a:pt x="29" y="135"/>
                </a:cubicBezTo>
                <a:cubicBezTo>
                  <a:pt x="27" y="135"/>
                  <a:pt x="26" y="135"/>
                  <a:pt x="26" y="134"/>
                </a:cubicBezTo>
                <a:cubicBezTo>
                  <a:pt x="25" y="133"/>
                  <a:pt x="24" y="131"/>
                  <a:pt x="25" y="130"/>
                </a:cubicBezTo>
                <a:cubicBezTo>
                  <a:pt x="25" y="129"/>
                  <a:pt x="26" y="128"/>
                  <a:pt x="27" y="126"/>
                </a:cubicBezTo>
                <a:cubicBezTo>
                  <a:pt x="27" y="126"/>
                  <a:pt x="29" y="124"/>
                  <a:pt x="32" y="122"/>
                </a:cubicBezTo>
                <a:lnTo>
                  <a:pt x="39" y="115"/>
                </a:lnTo>
                <a:cubicBezTo>
                  <a:pt x="41" y="114"/>
                  <a:pt x="41" y="114"/>
                  <a:pt x="42" y="113"/>
                </a:cubicBezTo>
                <a:cubicBezTo>
                  <a:pt x="42" y="113"/>
                  <a:pt x="42" y="112"/>
                  <a:pt x="42" y="112"/>
                </a:cubicBezTo>
                <a:lnTo>
                  <a:pt x="41" y="111"/>
                </a:lnTo>
                <a:lnTo>
                  <a:pt x="42" y="111"/>
                </a:lnTo>
                <a:lnTo>
                  <a:pt x="45" y="115"/>
                </a:lnTo>
                <a:lnTo>
                  <a:pt x="45" y="116"/>
                </a:lnTo>
                <a:lnTo>
                  <a:pt x="45" y="115"/>
                </a:lnTo>
                <a:cubicBezTo>
                  <a:pt x="44" y="115"/>
                  <a:pt x="44" y="115"/>
                  <a:pt x="43" y="115"/>
                </a:cubicBezTo>
                <a:cubicBezTo>
                  <a:pt x="43" y="115"/>
                  <a:pt x="42" y="116"/>
                  <a:pt x="41" y="117"/>
                </a:cubicBezTo>
                <a:lnTo>
                  <a:pt x="32" y="124"/>
                </a:lnTo>
                <a:cubicBezTo>
                  <a:pt x="31" y="125"/>
                  <a:pt x="30" y="126"/>
                  <a:pt x="29" y="127"/>
                </a:cubicBezTo>
                <a:cubicBezTo>
                  <a:pt x="28" y="127"/>
                  <a:pt x="28" y="128"/>
                  <a:pt x="27" y="129"/>
                </a:cubicBezTo>
                <a:cubicBezTo>
                  <a:pt x="27" y="130"/>
                  <a:pt x="26" y="130"/>
                  <a:pt x="26" y="131"/>
                </a:cubicBezTo>
                <a:cubicBezTo>
                  <a:pt x="26" y="132"/>
                  <a:pt x="26" y="132"/>
                  <a:pt x="27" y="133"/>
                </a:cubicBezTo>
                <a:cubicBezTo>
                  <a:pt x="27" y="133"/>
                  <a:pt x="28" y="134"/>
                  <a:pt x="29" y="134"/>
                </a:cubicBezTo>
                <a:cubicBezTo>
                  <a:pt x="30" y="134"/>
                  <a:pt x="31" y="133"/>
                  <a:pt x="32" y="133"/>
                </a:cubicBezTo>
                <a:cubicBezTo>
                  <a:pt x="33" y="132"/>
                  <a:pt x="35" y="131"/>
                  <a:pt x="37" y="129"/>
                </a:cubicBezTo>
                <a:lnTo>
                  <a:pt x="45" y="123"/>
                </a:lnTo>
                <a:cubicBezTo>
                  <a:pt x="47" y="122"/>
                  <a:pt x="47" y="121"/>
                  <a:pt x="48" y="120"/>
                </a:cubicBezTo>
                <a:cubicBezTo>
                  <a:pt x="48" y="120"/>
                  <a:pt x="48" y="119"/>
                  <a:pt x="47" y="119"/>
                </a:cubicBezTo>
                <a:close/>
              </a:path>
              <a:path w="336" h="189">
                <a:moveTo>
                  <a:pt x="51" y="121"/>
                </a:moveTo>
                <a:lnTo>
                  <a:pt x="53" y="123"/>
                </a:lnTo>
                <a:lnTo>
                  <a:pt x="46" y="143"/>
                </a:lnTo>
                <a:lnTo>
                  <a:pt x="56" y="132"/>
                </a:lnTo>
                <a:cubicBezTo>
                  <a:pt x="57" y="131"/>
                  <a:pt x="58" y="130"/>
                  <a:pt x="58" y="130"/>
                </a:cubicBezTo>
                <a:cubicBezTo>
                  <a:pt x="58" y="129"/>
                  <a:pt x="58" y="128"/>
                  <a:pt x="58" y="128"/>
                </a:cubicBezTo>
                <a:lnTo>
                  <a:pt x="57" y="128"/>
                </a:lnTo>
                <a:lnTo>
                  <a:pt x="58" y="127"/>
                </a:lnTo>
                <a:lnTo>
                  <a:pt x="61" y="130"/>
                </a:lnTo>
                <a:lnTo>
                  <a:pt x="61" y="131"/>
                </a:lnTo>
                <a:lnTo>
                  <a:pt x="60" y="131"/>
                </a:lnTo>
                <a:cubicBezTo>
                  <a:pt x="60" y="130"/>
                  <a:pt x="60" y="130"/>
                  <a:pt x="59" y="131"/>
                </a:cubicBezTo>
                <a:cubicBezTo>
                  <a:pt x="59" y="131"/>
                  <a:pt x="58" y="131"/>
                  <a:pt x="57" y="133"/>
                </a:cubicBezTo>
                <a:lnTo>
                  <a:pt x="42" y="149"/>
                </a:lnTo>
                <a:lnTo>
                  <a:pt x="50" y="127"/>
                </a:lnTo>
                <a:lnTo>
                  <a:pt x="39" y="140"/>
                </a:lnTo>
                <a:cubicBezTo>
                  <a:pt x="38" y="141"/>
                  <a:pt x="37" y="142"/>
                  <a:pt x="37" y="142"/>
                </a:cubicBezTo>
                <a:cubicBezTo>
                  <a:pt x="37" y="143"/>
                  <a:pt x="37" y="143"/>
                  <a:pt x="37" y="143"/>
                </a:cubicBezTo>
                <a:lnTo>
                  <a:pt x="38" y="144"/>
                </a:lnTo>
                <a:lnTo>
                  <a:pt x="37" y="144"/>
                </a:lnTo>
                <a:lnTo>
                  <a:pt x="34" y="141"/>
                </a:lnTo>
                <a:lnTo>
                  <a:pt x="35" y="141"/>
                </a:lnTo>
                <a:cubicBezTo>
                  <a:pt x="35" y="141"/>
                  <a:pt x="36" y="141"/>
                  <a:pt x="36" y="141"/>
                </a:cubicBezTo>
                <a:cubicBezTo>
                  <a:pt x="37" y="141"/>
                  <a:pt x="37" y="140"/>
                  <a:pt x="38" y="139"/>
                </a:cubicBezTo>
                <a:lnTo>
                  <a:pt x="50" y="125"/>
                </a:lnTo>
                <a:cubicBezTo>
                  <a:pt x="51" y="124"/>
                  <a:pt x="51" y="124"/>
                  <a:pt x="51" y="123"/>
                </a:cubicBezTo>
                <a:cubicBezTo>
                  <a:pt x="51" y="123"/>
                  <a:pt x="51" y="123"/>
                  <a:pt x="51" y="122"/>
                </a:cubicBezTo>
                <a:cubicBezTo>
                  <a:pt x="51" y="122"/>
                  <a:pt x="50" y="122"/>
                  <a:pt x="50" y="121"/>
                </a:cubicBezTo>
                <a:lnTo>
                  <a:pt x="51" y="121"/>
                </a:lnTo>
                <a:close/>
              </a:path>
              <a:path w="336" h="189">
                <a:moveTo>
                  <a:pt x="51" y="155"/>
                </a:moveTo>
                <a:lnTo>
                  <a:pt x="50" y="156"/>
                </a:lnTo>
                <a:lnTo>
                  <a:pt x="46" y="152"/>
                </a:lnTo>
                <a:lnTo>
                  <a:pt x="47" y="151"/>
                </a:lnTo>
                <a:lnTo>
                  <a:pt x="47" y="152"/>
                </a:lnTo>
                <a:cubicBezTo>
                  <a:pt x="47" y="152"/>
                  <a:pt x="48" y="152"/>
                  <a:pt x="49" y="152"/>
                </a:cubicBezTo>
                <a:cubicBezTo>
                  <a:pt x="49" y="152"/>
                  <a:pt x="50" y="151"/>
                  <a:pt x="51" y="150"/>
                </a:cubicBezTo>
                <a:lnTo>
                  <a:pt x="62" y="137"/>
                </a:lnTo>
                <a:cubicBezTo>
                  <a:pt x="63" y="136"/>
                  <a:pt x="63" y="135"/>
                  <a:pt x="63" y="135"/>
                </a:cubicBezTo>
                <a:cubicBezTo>
                  <a:pt x="64" y="134"/>
                  <a:pt x="64" y="134"/>
                  <a:pt x="64" y="134"/>
                </a:cubicBezTo>
                <a:cubicBezTo>
                  <a:pt x="64" y="133"/>
                  <a:pt x="64" y="133"/>
                  <a:pt x="63" y="133"/>
                </a:cubicBezTo>
                <a:lnTo>
                  <a:pt x="63" y="132"/>
                </a:lnTo>
                <a:lnTo>
                  <a:pt x="68" y="136"/>
                </a:lnTo>
                <a:lnTo>
                  <a:pt x="67" y="136"/>
                </a:lnTo>
                <a:cubicBezTo>
                  <a:pt x="66" y="136"/>
                  <a:pt x="66" y="136"/>
                  <a:pt x="65" y="136"/>
                </a:cubicBezTo>
                <a:cubicBezTo>
                  <a:pt x="65" y="136"/>
                  <a:pt x="64" y="137"/>
                  <a:pt x="63" y="138"/>
                </a:cubicBezTo>
                <a:lnTo>
                  <a:pt x="52" y="151"/>
                </a:lnTo>
                <a:cubicBezTo>
                  <a:pt x="51" y="152"/>
                  <a:pt x="51" y="153"/>
                  <a:pt x="50" y="153"/>
                </a:cubicBezTo>
                <a:cubicBezTo>
                  <a:pt x="50" y="153"/>
                  <a:pt x="50" y="153"/>
                  <a:pt x="50" y="154"/>
                </a:cubicBezTo>
                <a:cubicBezTo>
                  <a:pt x="50" y="154"/>
                  <a:pt x="50" y="155"/>
                  <a:pt x="51" y="155"/>
                </a:cubicBezTo>
                <a:close/>
              </a:path>
              <a:path w="336" h="189">
                <a:moveTo>
                  <a:pt x="81" y="143"/>
                </a:moveTo>
                <a:lnTo>
                  <a:pt x="80" y="143"/>
                </a:lnTo>
                <a:cubicBezTo>
                  <a:pt x="80" y="143"/>
                  <a:pt x="79" y="143"/>
                  <a:pt x="79" y="144"/>
                </a:cubicBezTo>
                <a:cubicBezTo>
                  <a:pt x="78" y="144"/>
                  <a:pt x="78" y="145"/>
                  <a:pt x="77" y="146"/>
                </a:cubicBezTo>
                <a:lnTo>
                  <a:pt x="61" y="163"/>
                </a:lnTo>
                <a:lnTo>
                  <a:pt x="61" y="162"/>
                </a:lnTo>
                <a:lnTo>
                  <a:pt x="68" y="140"/>
                </a:lnTo>
                <a:cubicBezTo>
                  <a:pt x="69" y="139"/>
                  <a:pt x="69" y="139"/>
                  <a:pt x="69" y="138"/>
                </a:cubicBezTo>
                <a:cubicBezTo>
                  <a:pt x="69" y="138"/>
                  <a:pt x="69" y="137"/>
                  <a:pt x="69" y="137"/>
                </a:cubicBezTo>
                <a:cubicBezTo>
                  <a:pt x="69" y="137"/>
                  <a:pt x="69" y="137"/>
                  <a:pt x="68" y="136"/>
                </a:cubicBezTo>
                <a:lnTo>
                  <a:pt x="69" y="136"/>
                </a:lnTo>
                <a:lnTo>
                  <a:pt x="73" y="138"/>
                </a:lnTo>
                <a:lnTo>
                  <a:pt x="73" y="139"/>
                </a:lnTo>
                <a:cubicBezTo>
                  <a:pt x="72" y="139"/>
                  <a:pt x="72" y="139"/>
                  <a:pt x="72" y="139"/>
                </a:cubicBezTo>
                <a:cubicBezTo>
                  <a:pt x="71" y="139"/>
                  <a:pt x="71" y="139"/>
                  <a:pt x="71" y="140"/>
                </a:cubicBezTo>
                <a:cubicBezTo>
                  <a:pt x="71" y="140"/>
                  <a:pt x="70" y="141"/>
                  <a:pt x="70" y="143"/>
                </a:cubicBezTo>
                <a:lnTo>
                  <a:pt x="65" y="158"/>
                </a:lnTo>
                <a:lnTo>
                  <a:pt x="75" y="146"/>
                </a:lnTo>
                <a:cubicBezTo>
                  <a:pt x="76" y="145"/>
                  <a:pt x="77" y="144"/>
                  <a:pt x="77" y="144"/>
                </a:cubicBezTo>
                <a:cubicBezTo>
                  <a:pt x="77" y="143"/>
                  <a:pt x="77" y="143"/>
                  <a:pt x="77" y="143"/>
                </a:cubicBezTo>
                <a:cubicBezTo>
                  <a:pt x="77" y="142"/>
                  <a:pt x="77" y="142"/>
                  <a:pt x="77" y="141"/>
                </a:cubicBezTo>
                <a:cubicBezTo>
                  <a:pt x="77" y="141"/>
                  <a:pt x="77" y="141"/>
                  <a:pt x="77" y="141"/>
                </a:cubicBezTo>
                <a:lnTo>
                  <a:pt x="81" y="143"/>
                </a:lnTo>
                <a:close/>
              </a:path>
              <a:path w="336" h="189">
                <a:moveTo>
                  <a:pt x="153" y="160"/>
                </a:moveTo>
                <a:cubicBezTo>
                  <a:pt x="155" y="160"/>
                  <a:pt x="156" y="161"/>
                  <a:pt x="157" y="164"/>
                </a:cubicBezTo>
                <a:cubicBezTo>
                  <a:pt x="159" y="166"/>
                  <a:pt x="159" y="170"/>
                  <a:pt x="159" y="174"/>
                </a:cubicBezTo>
                <a:cubicBezTo>
                  <a:pt x="159" y="178"/>
                  <a:pt x="159" y="181"/>
                  <a:pt x="157" y="184"/>
                </a:cubicBezTo>
                <a:cubicBezTo>
                  <a:pt x="156" y="186"/>
                  <a:pt x="155" y="187"/>
                  <a:pt x="153" y="187"/>
                </a:cubicBezTo>
                <a:cubicBezTo>
                  <a:pt x="151" y="187"/>
                  <a:pt x="150" y="186"/>
                  <a:pt x="148" y="184"/>
                </a:cubicBezTo>
                <a:cubicBezTo>
                  <a:pt x="147" y="181"/>
                  <a:pt x="147" y="178"/>
                  <a:pt x="147" y="174"/>
                </a:cubicBezTo>
                <a:cubicBezTo>
                  <a:pt x="147" y="169"/>
                  <a:pt x="147" y="166"/>
                  <a:pt x="149" y="163"/>
                </a:cubicBezTo>
                <a:cubicBezTo>
                  <a:pt x="150" y="161"/>
                  <a:pt x="151" y="160"/>
                  <a:pt x="153" y="160"/>
                </a:cubicBezTo>
                <a:close/>
                <a:moveTo>
                  <a:pt x="153" y="161"/>
                </a:moveTo>
                <a:cubicBezTo>
                  <a:pt x="152" y="161"/>
                  <a:pt x="151" y="162"/>
                  <a:pt x="150" y="164"/>
                </a:cubicBezTo>
                <a:cubicBezTo>
                  <a:pt x="149" y="166"/>
                  <a:pt x="149" y="169"/>
                  <a:pt x="149" y="174"/>
                </a:cubicBezTo>
                <a:cubicBezTo>
                  <a:pt x="149" y="178"/>
                  <a:pt x="149" y="181"/>
                  <a:pt x="150" y="183"/>
                </a:cubicBezTo>
                <a:cubicBezTo>
                  <a:pt x="151" y="185"/>
                  <a:pt x="152" y="186"/>
                  <a:pt x="153" y="186"/>
                </a:cubicBezTo>
                <a:cubicBezTo>
                  <a:pt x="154" y="186"/>
                  <a:pt x="155" y="185"/>
                  <a:pt x="156" y="183"/>
                </a:cubicBezTo>
                <a:cubicBezTo>
                  <a:pt x="157" y="181"/>
                  <a:pt x="157" y="178"/>
                  <a:pt x="157" y="174"/>
                </a:cubicBezTo>
                <a:cubicBezTo>
                  <a:pt x="157" y="170"/>
                  <a:pt x="157" y="166"/>
                  <a:pt x="156" y="164"/>
                </a:cubicBezTo>
                <a:cubicBezTo>
                  <a:pt x="155" y="162"/>
                  <a:pt x="154" y="161"/>
                  <a:pt x="153" y="161"/>
                </a:cubicBezTo>
                <a:close/>
              </a:path>
              <a:path w="336" h="189">
                <a:moveTo>
                  <a:pt x="165" y="162"/>
                </a:moveTo>
                <a:lnTo>
                  <a:pt x="165" y="172"/>
                </a:lnTo>
                <a:lnTo>
                  <a:pt x="167" y="172"/>
                </a:lnTo>
                <a:cubicBezTo>
                  <a:pt x="168" y="172"/>
                  <a:pt x="168" y="172"/>
                  <a:pt x="168" y="172"/>
                </a:cubicBezTo>
                <a:cubicBezTo>
                  <a:pt x="168" y="171"/>
                  <a:pt x="169" y="170"/>
                  <a:pt x="169" y="169"/>
                </a:cubicBezTo>
                <a:lnTo>
                  <a:pt x="169" y="178"/>
                </a:lnTo>
                <a:cubicBezTo>
                  <a:pt x="169" y="177"/>
                  <a:pt x="169" y="176"/>
                  <a:pt x="169" y="175"/>
                </a:cubicBezTo>
                <a:cubicBezTo>
                  <a:pt x="168" y="175"/>
                  <a:pt x="168" y="175"/>
                  <a:pt x="168" y="174"/>
                </a:cubicBezTo>
                <a:cubicBezTo>
                  <a:pt x="168" y="174"/>
                  <a:pt x="167" y="174"/>
                  <a:pt x="167" y="174"/>
                </a:cubicBezTo>
                <a:lnTo>
                  <a:pt x="165" y="174"/>
                </a:lnTo>
                <a:lnTo>
                  <a:pt x="165" y="182"/>
                </a:lnTo>
                <a:cubicBezTo>
                  <a:pt x="165" y="184"/>
                  <a:pt x="165" y="184"/>
                  <a:pt x="165" y="185"/>
                </a:cubicBezTo>
                <a:cubicBezTo>
                  <a:pt x="165" y="185"/>
                  <a:pt x="165" y="185"/>
                  <a:pt x="165" y="186"/>
                </a:cubicBezTo>
                <a:cubicBezTo>
                  <a:pt x="165" y="186"/>
                  <a:pt x="166" y="186"/>
                  <a:pt x="166" y="186"/>
                </a:cubicBezTo>
                <a:lnTo>
                  <a:pt x="167" y="186"/>
                </a:lnTo>
                <a:lnTo>
                  <a:pt x="167" y="187"/>
                </a:lnTo>
                <a:lnTo>
                  <a:pt x="161" y="187"/>
                </a:lnTo>
                <a:lnTo>
                  <a:pt x="161" y="186"/>
                </a:lnTo>
                <a:cubicBezTo>
                  <a:pt x="162" y="186"/>
                  <a:pt x="162" y="186"/>
                  <a:pt x="163" y="185"/>
                </a:cubicBezTo>
                <a:cubicBezTo>
                  <a:pt x="163" y="185"/>
                  <a:pt x="163" y="184"/>
                  <a:pt x="163" y="182"/>
                </a:cubicBezTo>
                <a:lnTo>
                  <a:pt x="163" y="165"/>
                </a:lnTo>
                <a:cubicBezTo>
                  <a:pt x="163" y="164"/>
                  <a:pt x="163" y="163"/>
                  <a:pt x="163" y="163"/>
                </a:cubicBezTo>
                <a:cubicBezTo>
                  <a:pt x="163" y="162"/>
                  <a:pt x="162" y="162"/>
                  <a:pt x="162" y="162"/>
                </a:cubicBezTo>
                <a:cubicBezTo>
                  <a:pt x="162" y="161"/>
                  <a:pt x="162" y="161"/>
                  <a:pt x="161" y="161"/>
                </a:cubicBezTo>
                <a:lnTo>
                  <a:pt x="171" y="161"/>
                </a:lnTo>
                <a:lnTo>
                  <a:pt x="171" y="166"/>
                </a:lnTo>
                <a:lnTo>
                  <a:pt x="170" y="166"/>
                </a:lnTo>
                <a:cubicBezTo>
                  <a:pt x="170" y="165"/>
                  <a:pt x="170" y="164"/>
                  <a:pt x="170" y="164"/>
                </a:cubicBezTo>
                <a:cubicBezTo>
                  <a:pt x="170" y="163"/>
                  <a:pt x="169" y="163"/>
                  <a:pt x="169" y="162"/>
                </a:cubicBezTo>
                <a:cubicBezTo>
                  <a:pt x="169" y="162"/>
                  <a:pt x="168" y="162"/>
                  <a:pt x="168" y="162"/>
                </a:cubicBezTo>
                <a:lnTo>
                  <a:pt x="165" y="162"/>
                </a:lnTo>
                <a:close/>
              </a:path>
              <a:path w="336" h="189">
                <a:moveTo>
                  <a:pt x="92" y="176"/>
                </a:moveTo>
                <a:lnTo>
                  <a:pt x="89" y="175"/>
                </a:lnTo>
                <a:lnTo>
                  <a:pt x="91" y="162"/>
                </a:lnTo>
                <a:cubicBezTo>
                  <a:pt x="90" y="162"/>
                  <a:pt x="90" y="161"/>
                  <a:pt x="90" y="161"/>
                </a:cubicBezTo>
                <a:cubicBezTo>
                  <a:pt x="90" y="161"/>
                  <a:pt x="90" y="161"/>
                  <a:pt x="90" y="161"/>
                </a:cubicBezTo>
                <a:cubicBezTo>
                  <a:pt x="90" y="161"/>
                  <a:pt x="90" y="161"/>
                  <a:pt x="89" y="161"/>
                </a:cubicBezTo>
                <a:lnTo>
                  <a:pt x="86" y="168"/>
                </a:lnTo>
                <a:cubicBezTo>
                  <a:pt x="85" y="169"/>
                  <a:pt x="85" y="170"/>
                  <a:pt x="84" y="171"/>
                </a:cubicBezTo>
                <a:cubicBezTo>
                  <a:pt x="84" y="171"/>
                  <a:pt x="85" y="172"/>
                  <a:pt x="85" y="172"/>
                </a:cubicBezTo>
                <a:lnTo>
                  <a:pt x="85" y="173"/>
                </a:lnTo>
                <a:lnTo>
                  <a:pt x="80" y="170"/>
                </a:lnTo>
                <a:lnTo>
                  <a:pt x="81" y="169"/>
                </a:lnTo>
                <a:lnTo>
                  <a:pt x="81" y="170"/>
                </a:lnTo>
                <a:cubicBezTo>
                  <a:pt x="81" y="170"/>
                  <a:pt x="82" y="170"/>
                  <a:pt x="83" y="169"/>
                </a:cubicBezTo>
                <a:cubicBezTo>
                  <a:pt x="83" y="169"/>
                  <a:pt x="83" y="168"/>
                  <a:pt x="84" y="167"/>
                </a:cubicBezTo>
                <a:lnTo>
                  <a:pt x="92" y="152"/>
                </a:lnTo>
                <a:cubicBezTo>
                  <a:pt x="93" y="151"/>
                  <a:pt x="94" y="150"/>
                  <a:pt x="94" y="149"/>
                </a:cubicBezTo>
                <a:cubicBezTo>
                  <a:pt x="94" y="149"/>
                  <a:pt x="94" y="148"/>
                  <a:pt x="93" y="148"/>
                </a:cubicBezTo>
                <a:lnTo>
                  <a:pt x="93" y="147"/>
                </a:lnTo>
                <a:lnTo>
                  <a:pt x="97" y="149"/>
                </a:lnTo>
                <a:cubicBezTo>
                  <a:pt x="98" y="150"/>
                  <a:pt x="99" y="151"/>
                  <a:pt x="100" y="151"/>
                </a:cubicBezTo>
                <a:cubicBezTo>
                  <a:pt x="100" y="152"/>
                  <a:pt x="100" y="153"/>
                  <a:pt x="100" y="154"/>
                </a:cubicBezTo>
                <a:cubicBezTo>
                  <a:pt x="100" y="155"/>
                  <a:pt x="99" y="157"/>
                  <a:pt x="99" y="158"/>
                </a:cubicBezTo>
                <a:cubicBezTo>
                  <a:pt x="98" y="159"/>
                  <a:pt x="97" y="160"/>
                  <a:pt x="96" y="161"/>
                </a:cubicBezTo>
                <a:cubicBezTo>
                  <a:pt x="95" y="162"/>
                  <a:pt x="94" y="162"/>
                  <a:pt x="93" y="162"/>
                </a:cubicBezTo>
                <a:lnTo>
                  <a:pt x="91" y="170"/>
                </a:lnTo>
                <a:cubicBezTo>
                  <a:pt x="91" y="172"/>
                  <a:pt x="91" y="173"/>
                  <a:pt x="91" y="174"/>
                </a:cubicBezTo>
                <a:cubicBezTo>
                  <a:pt x="91" y="175"/>
                  <a:pt x="91" y="175"/>
                  <a:pt x="92" y="176"/>
                </a:cubicBezTo>
                <a:close/>
                <a:moveTo>
                  <a:pt x="90" y="160"/>
                </a:moveTo>
                <a:cubicBezTo>
                  <a:pt x="90" y="160"/>
                  <a:pt x="90" y="160"/>
                  <a:pt x="90" y="160"/>
                </a:cubicBezTo>
                <a:cubicBezTo>
                  <a:pt x="90" y="160"/>
                  <a:pt x="90" y="160"/>
                  <a:pt x="91" y="160"/>
                </a:cubicBezTo>
                <a:cubicBezTo>
                  <a:pt x="92" y="161"/>
                  <a:pt x="93" y="161"/>
                  <a:pt x="94" y="160"/>
                </a:cubicBezTo>
                <a:cubicBezTo>
                  <a:pt x="95" y="160"/>
                  <a:pt x="96" y="158"/>
                  <a:pt x="97" y="157"/>
                </a:cubicBezTo>
                <a:cubicBezTo>
                  <a:pt x="97" y="156"/>
                  <a:pt x="98" y="154"/>
                  <a:pt x="98" y="153"/>
                </a:cubicBezTo>
                <a:cubicBezTo>
                  <a:pt x="98" y="152"/>
                  <a:pt x="98" y="151"/>
                  <a:pt x="97" y="151"/>
                </a:cubicBezTo>
                <a:cubicBezTo>
                  <a:pt x="97" y="151"/>
                  <a:pt x="96" y="150"/>
                  <a:pt x="95" y="150"/>
                </a:cubicBezTo>
                <a:lnTo>
                  <a:pt x="90" y="160"/>
                </a:lnTo>
                <a:close/>
              </a:path>
              <a:path w="336" h="189">
                <a:moveTo>
                  <a:pt x="110" y="153"/>
                </a:moveTo>
                <a:lnTo>
                  <a:pt x="107" y="161"/>
                </a:lnTo>
                <a:cubicBezTo>
                  <a:pt x="107" y="160"/>
                  <a:pt x="108" y="158"/>
                  <a:pt x="108" y="157"/>
                </a:cubicBezTo>
                <a:cubicBezTo>
                  <a:pt x="108" y="156"/>
                  <a:pt x="108" y="155"/>
                  <a:pt x="107" y="154"/>
                </a:cubicBezTo>
                <a:cubicBezTo>
                  <a:pt x="107" y="154"/>
                  <a:pt x="107" y="153"/>
                  <a:pt x="106" y="153"/>
                </a:cubicBezTo>
                <a:cubicBezTo>
                  <a:pt x="105" y="153"/>
                  <a:pt x="105" y="153"/>
                  <a:pt x="104" y="154"/>
                </a:cubicBezTo>
                <a:cubicBezTo>
                  <a:pt x="103" y="154"/>
                  <a:pt x="103" y="155"/>
                  <a:pt x="103" y="156"/>
                </a:cubicBezTo>
                <a:cubicBezTo>
                  <a:pt x="102" y="157"/>
                  <a:pt x="102" y="157"/>
                  <a:pt x="102" y="158"/>
                </a:cubicBezTo>
                <a:cubicBezTo>
                  <a:pt x="102" y="159"/>
                  <a:pt x="103" y="161"/>
                  <a:pt x="104" y="163"/>
                </a:cubicBezTo>
                <a:cubicBezTo>
                  <a:pt x="104" y="164"/>
                  <a:pt x="105" y="166"/>
                  <a:pt x="105" y="166"/>
                </a:cubicBezTo>
                <a:cubicBezTo>
                  <a:pt x="105" y="167"/>
                  <a:pt x="105" y="168"/>
                  <a:pt x="105" y="169"/>
                </a:cubicBezTo>
                <a:cubicBezTo>
                  <a:pt x="105" y="170"/>
                  <a:pt x="105" y="171"/>
                  <a:pt x="104" y="172"/>
                </a:cubicBezTo>
                <a:cubicBezTo>
                  <a:pt x="104" y="174"/>
                  <a:pt x="103" y="175"/>
                  <a:pt x="101" y="177"/>
                </a:cubicBezTo>
                <a:cubicBezTo>
                  <a:pt x="100" y="178"/>
                  <a:pt x="99" y="178"/>
                  <a:pt x="98" y="178"/>
                </a:cubicBezTo>
                <a:cubicBezTo>
                  <a:pt x="97" y="177"/>
                  <a:pt x="97" y="177"/>
                  <a:pt x="97" y="177"/>
                </a:cubicBezTo>
                <a:cubicBezTo>
                  <a:pt x="97" y="177"/>
                  <a:pt x="96" y="177"/>
                  <a:pt x="96" y="176"/>
                </a:cubicBezTo>
                <a:cubicBezTo>
                  <a:pt x="96" y="175"/>
                  <a:pt x="95" y="175"/>
                  <a:pt x="95" y="175"/>
                </a:cubicBezTo>
                <a:cubicBezTo>
                  <a:pt x="95" y="175"/>
                  <a:pt x="95" y="175"/>
                  <a:pt x="95" y="175"/>
                </a:cubicBezTo>
                <a:cubicBezTo>
                  <a:pt x="94" y="175"/>
                  <a:pt x="94" y="176"/>
                  <a:pt x="94" y="176"/>
                </a:cubicBezTo>
                <a:lnTo>
                  <a:pt x="97" y="168"/>
                </a:lnTo>
                <a:cubicBezTo>
                  <a:pt x="97" y="170"/>
                  <a:pt x="96" y="171"/>
                  <a:pt x="96" y="172"/>
                </a:cubicBezTo>
                <a:cubicBezTo>
                  <a:pt x="96" y="173"/>
                  <a:pt x="96" y="174"/>
                  <a:pt x="97" y="175"/>
                </a:cubicBezTo>
                <a:cubicBezTo>
                  <a:pt x="97" y="175"/>
                  <a:pt x="98" y="176"/>
                  <a:pt x="98" y="176"/>
                </a:cubicBezTo>
                <a:cubicBezTo>
                  <a:pt x="99" y="176"/>
                  <a:pt x="100" y="176"/>
                  <a:pt x="100" y="176"/>
                </a:cubicBezTo>
                <a:cubicBezTo>
                  <a:pt x="101" y="175"/>
                  <a:pt x="102" y="174"/>
                  <a:pt x="102" y="173"/>
                </a:cubicBezTo>
                <a:cubicBezTo>
                  <a:pt x="102" y="172"/>
                  <a:pt x="102" y="172"/>
                  <a:pt x="103" y="171"/>
                </a:cubicBezTo>
                <a:cubicBezTo>
                  <a:pt x="103" y="170"/>
                  <a:pt x="103" y="170"/>
                  <a:pt x="102" y="169"/>
                </a:cubicBezTo>
                <a:cubicBezTo>
                  <a:pt x="102" y="169"/>
                  <a:pt x="102" y="168"/>
                  <a:pt x="101" y="166"/>
                </a:cubicBezTo>
                <a:cubicBezTo>
                  <a:pt x="101" y="164"/>
                  <a:pt x="100" y="163"/>
                  <a:pt x="100" y="162"/>
                </a:cubicBezTo>
                <a:cubicBezTo>
                  <a:pt x="100" y="161"/>
                  <a:pt x="100" y="161"/>
                  <a:pt x="100" y="160"/>
                </a:cubicBezTo>
                <a:cubicBezTo>
                  <a:pt x="100" y="159"/>
                  <a:pt x="100" y="158"/>
                  <a:pt x="101" y="157"/>
                </a:cubicBezTo>
                <a:cubicBezTo>
                  <a:pt x="101" y="155"/>
                  <a:pt x="102" y="153"/>
                  <a:pt x="103" y="152"/>
                </a:cubicBezTo>
                <a:cubicBezTo>
                  <a:pt x="105" y="151"/>
                  <a:pt x="106" y="151"/>
                  <a:pt x="107" y="151"/>
                </a:cubicBezTo>
                <a:cubicBezTo>
                  <a:pt x="107" y="152"/>
                  <a:pt x="108" y="152"/>
                  <a:pt x="108" y="153"/>
                </a:cubicBezTo>
                <a:cubicBezTo>
                  <a:pt x="109" y="154"/>
                  <a:pt x="109" y="154"/>
                  <a:pt x="109" y="154"/>
                </a:cubicBezTo>
                <a:cubicBezTo>
                  <a:pt x="109" y="154"/>
                  <a:pt x="109" y="154"/>
                  <a:pt x="109" y="154"/>
                </a:cubicBezTo>
                <a:cubicBezTo>
                  <a:pt x="110" y="154"/>
                  <a:pt x="110" y="153"/>
                  <a:pt x="110" y="153"/>
                </a:cubicBezTo>
                <a:close/>
              </a:path>
              <a:path w="336" h="189">
                <a:moveTo>
                  <a:pt x="138" y="160"/>
                </a:moveTo>
                <a:lnTo>
                  <a:pt x="143" y="160"/>
                </a:lnTo>
                <a:lnTo>
                  <a:pt x="143" y="161"/>
                </a:lnTo>
                <a:lnTo>
                  <a:pt x="142" y="161"/>
                </a:lnTo>
                <a:cubicBezTo>
                  <a:pt x="142" y="161"/>
                  <a:pt x="142" y="161"/>
                  <a:pt x="142" y="161"/>
                </a:cubicBezTo>
                <a:cubicBezTo>
                  <a:pt x="141" y="162"/>
                  <a:pt x="141" y="162"/>
                  <a:pt x="141" y="163"/>
                </a:cubicBezTo>
                <a:cubicBezTo>
                  <a:pt x="140" y="163"/>
                  <a:pt x="140" y="164"/>
                  <a:pt x="139" y="165"/>
                </a:cubicBezTo>
                <a:lnTo>
                  <a:pt x="135" y="175"/>
                </a:lnTo>
                <a:lnTo>
                  <a:pt x="134" y="181"/>
                </a:lnTo>
                <a:cubicBezTo>
                  <a:pt x="134" y="183"/>
                  <a:pt x="134" y="184"/>
                  <a:pt x="134" y="184"/>
                </a:cubicBezTo>
                <a:cubicBezTo>
                  <a:pt x="135" y="185"/>
                  <a:pt x="135" y="185"/>
                  <a:pt x="135" y="185"/>
                </a:cubicBezTo>
                <a:lnTo>
                  <a:pt x="136" y="185"/>
                </a:lnTo>
                <a:lnTo>
                  <a:pt x="136" y="186"/>
                </a:lnTo>
                <a:lnTo>
                  <a:pt x="130" y="185"/>
                </a:lnTo>
                <a:lnTo>
                  <a:pt x="131" y="185"/>
                </a:lnTo>
                <a:cubicBezTo>
                  <a:pt x="131" y="185"/>
                  <a:pt x="132" y="184"/>
                  <a:pt x="132" y="184"/>
                </a:cubicBezTo>
                <a:cubicBezTo>
                  <a:pt x="132" y="183"/>
                  <a:pt x="132" y="183"/>
                  <a:pt x="133" y="181"/>
                </a:cubicBezTo>
                <a:lnTo>
                  <a:pt x="133" y="175"/>
                </a:lnTo>
                <a:lnTo>
                  <a:pt x="131" y="164"/>
                </a:lnTo>
                <a:cubicBezTo>
                  <a:pt x="131" y="162"/>
                  <a:pt x="130" y="161"/>
                  <a:pt x="130" y="161"/>
                </a:cubicBezTo>
                <a:cubicBezTo>
                  <a:pt x="130" y="161"/>
                  <a:pt x="130" y="160"/>
                  <a:pt x="130" y="160"/>
                </a:cubicBezTo>
                <a:cubicBezTo>
                  <a:pt x="129" y="160"/>
                  <a:pt x="129" y="160"/>
                  <a:pt x="129" y="159"/>
                </a:cubicBezTo>
                <a:lnTo>
                  <a:pt x="135" y="159"/>
                </a:lnTo>
                <a:lnTo>
                  <a:pt x="135" y="160"/>
                </a:lnTo>
                <a:lnTo>
                  <a:pt x="134" y="160"/>
                </a:lnTo>
                <a:cubicBezTo>
                  <a:pt x="134" y="160"/>
                  <a:pt x="134" y="160"/>
                  <a:pt x="133" y="160"/>
                </a:cubicBezTo>
                <a:cubicBezTo>
                  <a:pt x="133" y="161"/>
                  <a:pt x="133" y="161"/>
                  <a:pt x="133" y="162"/>
                </a:cubicBezTo>
                <a:cubicBezTo>
                  <a:pt x="133" y="162"/>
                  <a:pt x="133" y="163"/>
                  <a:pt x="133" y="164"/>
                </a:cubicBezTo>
                <a:lnTo>
                  <a:pt x="135" y="173"/>
                </a:lnTo>
                <a:lnTo>
                  <a:pt x="138" y="165"/>
                </a:lnTo>
                <a:cubicBezTo>
                  <a:pt x="139" y="164"/>
                  <a:pt x="139" y="163"/>
                  <a:pt x="139" y="163"/>
                </a:cubicBezTo>
                <a:cubicBezTo>
                  <a:pt x="139" y="162"/>
                  <a:pt x="139" y="162"/>
                  <a:pt x="139" y="162"/>
                </a:cubicBezTo>
                <a:cubicBezTo>
                  <a:pt x="139" y="161"/>
                  <a:pt x="139" y="161"/>
                  <a:pt x="139" y="161"/>
                </a:cubicBezTo>
                <a:cubicBezTo>
                  <a:pt x="139" y="161"/>
                  <a:pt x="139" y="161"/>
                  <a:pt x="138" y="161"/>
                </a:cubicBezTo>
                <a:lnTo>
                  <a:pt x="138" y="160"/>
                </a:lnTo>
                <a:close/>
              </a:path>
              <a:path w="336" h="189">
                <a:moveTo>
                  <a:pt x="84" y="146"/>
                </a:moveTo>
                <a:lnTo>
                  <a:pt x="79" y="155"/>
                </a:lnTo>
                <a:lnTo>
                  <a:pt x="82" y="156"/>
                </a:lnTo>
                <a:cubicBezTo>
                  <a:pt x="83" y="157"/>
                  <a:pt x="83" y="157"/>
                  <a:pt x="84" y="156"/>
                </a:cubicBezTo>
                <a:cubicBezTo>
                  <a:pt x="84" y="156"/>
                  <a:pt x="85" y="155"/>
                  <a:pt x="86" y="154"/>
                </a:cubicBezTo>
                <a:lnTo>
                  <a:pt x="82" y="162"/>
                </a:lnTo>
                <a:lnTo>
                  <a:pt x="81" y="162"/>
                </a:lnTo>
                <a:cubicBezTo>
                  <a:pt x="82" y="161"/>
                  <a:pt x="82" y="160"/>
                  <a:pt x="82" y="160"/>
                </a:cubicBezTo>
                <a:cubicBezTo>
                  <a:pt x="82" y="159"/>
                  <a:pt x="82" y="159"/>
                  <a:pt x="82" y="158"/>
                </a:cubicBezTo>
                <a:cubicBezTo>
                  <a:pt x="82" y="158"/>
                  <a:pt x="82" y="158"/>
                  <a:pt x="81" y="157"/>
                </a:cubicBezTo>
                <a:lnTo>
                  <a:pt x="79" y="156"/>
                </a:lnTo>
                <a:lnTo>
                  <a:pt x="75" y="164"/>
                </a:lnTo>
                <a:cubicBezTo>
                  <a:pt x="74" y="165"/>
                  <a:pt x="74" y="165"/>
                  <a:pt x="74" y="166"/>
                </a:cubicBezTo>
                <a:cubicBezTo>
                  <a:pt x="74" y="166"/>
                  <a:pt x="74" y="166"/>
                  <a:pt x="74" y="166"/>
                </a:cubicBezTo>
                <a:cubicBezTo>
                  <a:pt x="74" y="166"/>
                  <a:pt x="74" y="167"/>
                  <a:pt x="74" y="167"/>
                </a:cubicBezTo>
                <a:lnTo>
                  <a:pt x="76" y="168"/>
                </a:lnTo>
                <a:cubicBezTo>
                  <a:pt x="77" y="168"/>
                  <a:pt x="77" y="168"/>
                  <a:pt x="78" y="168"/>
                </a:cubicBezTo>
                <a:cubicBezTo>
                  <a:pt x="78" y="168"/>
                  <a:pt x="79" y="168"/>
                  <a:pt x="79" y="168"/>
                </a:cubicBezTo>
                <a:cubicBezTo>
                  <a:pt x="80" y="167"/>
                  <a:pt x="81" y="166"/>
                  <a:pt x="82" y="165"/>
                </a:cubicBezTo>
                <a:lnTo>
                  <a:pt x="78" y="171"/>
                </a:lnTo>
                <a:lnTo>
                  <a:pt x="69" y="166"/>
                </a:lnTo>
                <a:lnTo>
                  <a:pt x="70" y="165"/>
                </a:lnTo>
                <a:cubicBezTo>
                  <a:pt x="70" y="166"/>
                  <a:pt x="71" y="166"/>
                  <a:pt x="71" y="165"/>
                </a:cubicBezTo>
                <a:cubicBezTo>
                  <a:pt x="71" y="165"/>
                  <a:pt x="72" y="165"/>
                  <a:pt x="72" y="165"/>
                </a:cubicBezTo>
                <a:cubicBezTo>
                  <a:pt x="72" y="164"/>
                  <a:pt x="73" y="164"/>
                  <a:pt x="73" y="163"/>
                </a:cubicBezTo>
                <a:lnTo>
                  <a:pt x="81" y="148"/>
                </a:lnTo>
                <a:cubicBezTo>
                  <a:pt x="82" y="146"/>
                  <a:pt x="82" y="145"/>
                  <a:pt x="82" y="145"/>
                </a:cubicBezTo>
                <a:cubicBezTo>
                  <a:pt x="82" y="144"/>
                  <a:pt x="82" y="144"/>
                  <a:pt x="82" y="144"/>
                </a:cubicBezTo>
                <a:lnTo>
                  <a:pt x="81" y="143"/>
                </a:lnTo>
                <a:lnTo>
                  <a:pt x="82" y="143"/>
                </a:lnTo>
                <a:lnTo>
                  <a:pt x="91" y="147"/>
                </a:lnTo>
                <a:lnTo>
                  <a:pt x="88" y="153"/>
                </a:lnTo>
                <a:lnTo>
                  <a:pt x="88" y="152"/>
                </a:lnTo>
                <a:cubicBezTo>
                  <a:pt x="88" y="151"/>
                  <a:pt x="89" y="150"/>
                  <a:pt x="89" y="150"/>
                </a:cubicBezTo>
                <a:cubicBezTo>
                  <a:pt x="89" y="149"/>
                  <a:pt x="89" y="149"/>
                  <a:pt x="89" y="148"/>
                </a:cubicBezTo>
                <a:cubicBezTo>
                  <a:pt x="88" y="148"/>
                  <a:pt x="88" y="148"/>
                  <a:pt x="87" y="147"/>
                </a:cubicBezTo>
                <a:lnTo>
                  <a:pt x="84" y="146"/>
                </a:lnTo>
                <a:close/>
              </a:path>
              <a:path w="336" h="189">
                <a:moveTo>
                  <a:pt x="108" y="180"/>
                </a:moveTo>
                <a:lnTo>
                  <a:pt x="108" y="180"/>
                </a:lnTo>
                <a:lnTo>
                  <a:pt x="103" y="178"/>
                </a:lnTo>
                <a:lnTo>
                  <a:pt x="103" y="177"/>
                </a:lnTo>
                <a:lnTo>
                  <a:pt x="104" y="178"/>
                </a:lnTo>
                <a:cubicBezTo>
                  <a:pt x="104" y="178"/>
                  <a:pt x="105" y="178"/>
                  <a:pt x="105" y="177"/>
                </a:cubicBezTo>
                <a:cubicBezTo>
                  <a:pt x="105" y="177"/>
                  <a:pt x="106" y="176"/>
                  <a:pt x="106" y="174"/>
                </a:cubicBezTo>
                <a:lnTo>
                  <a:pt x="113" y="159"/>
                </a:lnTo>
                <a:cubicBezTo>
                  <a:pt x="113" y="157"/>
                  <a:pt x="113" y="157"/>
                  <a:pt x="113" y="156"/>
                </a:cubicBezTo>
                <a:cubicBezTo>
                  <a:pt x="113" y="156"/>
                  <a:pt x="113" y="156"/>
                  <a:pt x="113" y="155"/>
                </a:cubicBezTo>
                <a:cubicBezTo>
                  <a:pt x="113" y="155"/>
                  <a:pt x="113" y="155"/>
                  <a:pt x="113" y="154"/>
                </a:cubicBezTo>
                <a:lnTo>
                  <a:pt x="112" y="154"/>
                </a:lnTo>
                <a:lnTo>
                  <a:pt x="113" y="154"/>
                </a:lnTo>
                <a:lnTo>
                  <a:pt x="118" y="156"/>
                </a:lnTo>
                <a:lnTo>
                  <a:pt x="117" y="156"/>
                </a:lnTo>
                <a:cubicBezTo>
                  <a:pt x="117" y="156"/>
                  <a:pt x="116" y="156"/>
                  <a:pt x="116" y="157"/>
                </a:cubicBezTo>
                <a:cubicBezTo>
                  <a:pt x="115" y="157"/>
                  <a:pt x="115" y="158"/>
                  <a:pt x="114" y="159"/>
                </a:cubicBezTo>
                <a:lnTo>
                  <a:pt x="108" y="175"/>
                </a:lnTo>
                <a:cubicBezTo>
                  <a:pt x="108" y="176"/>
                  <a:pt x="107" y="177"/>
                  <a:pt x="107" y="178"/>
                </a:cubicBezTo>
                <a:cubicBezTo>
                  <a:pt x="107" y="178"/>
                  <a:pt x="107" y="178"/>
                  <a:pt x="107" y="179"/>
                </a:cubicBezTo>
                <a:cubicBezTo>
                  <a:pt x="107" y="179"/>
                  <a:pt x="108" y="179"/>
                  <a:pt x="108" y="179"/>
                </a:cubicBezTo>
                <a:lnTo>
                  <a:pt x="108" y="180"/>
                </a:lnTo>
                <a:close/>
              </a:path>
              <a:path w="336" h="189">
                <a:moveTo>
                  <a:pt x="129" y="158"/>
                </a:moveTo>
                <a:lnTo>
                  <a:pt x="128" y="164"/>
                </a:lnTo>
                <a:cubicBezTo>
                  <a:pt x="128" y="163"/>
                  <a:pt x="128" y="162"/>
                  <a:pt x="128" y="162"/>
                </a:cubicBezTo>
                <a:cubicBezTo>
                  <a:pt x="128" y="161"/>
                  <a:pt x="128" y="161"/>
                  <a:pt x="128" y="160"/>
                </a:cubicBezTo>
                <a:cubicBezTo>
                  <a:pt x="127" y="160"/>
                  <a:pt x="127" y="159"/>
                  <a:pt x="126" y="159"/>
                </a:cubicBezTo>
                <a:lnTo>
                  <a:pt x="125" y="159"/>
                </a:lnTo>
                <a:lnTo>
                  <a:pt x="120" y="178"/>
                </a:lnTo>
                <a:cubicBezTo>
                  <a:pt x="119" y="180"/>
                  <a:pt x="119" y="181"/>
                  <a:pt x="119" y="181"/>
                </a:cubicBezTo>
                <a:cubicBezTo>
                  <a:pt x="119" y="182"/>
                  <a:pt x="119" y="182"/>
                  <a:pt x="120" y="182"/>
                </a:cubicBezTo>
                <a:lnTo>
                  <a:pt x="120" y="183"/>
                </a:lnTo>
                <a:lnTo>
                  <a:pt x="115" y="182"/>
                </a:lnTo>
                <a:lnTo>
                  <a:pt x="115" y="181"/>
                </a:lnTo>
                <a:cubicBezTo>
                  <a:pt x="116" y="181"/>
                  <a:pt x="116" y="181"/>
                  <a:pt x="117" y="180"/>
                </a:cubicBezTo>
                <a:cubicBezTo>
                  <a:pt x="117" y="180"/>
                  <a:pt x="117" y="179"/>
                  <a:pt x="118" y="178"/>
                </a:cubicBezTo>
                <a:lnTo>
                  <a:pt x="123" y="158"/>
                </a:lnTo>
                <a:lnTo>
                  <a:pt x="121" y="158"/>
                </a:lnTo>
                <a:cubicBezTo>
                  <a:pt x="121" y="158"/>
                  <a:pt x="120" y="158"/>
                  <a:pt x="120" y="158"/>
                </a:cubicBezTo>
                <a:cubicBezTo>
                  <a:pt x="120" y="158"/>
                  <a:pt x="119" y="158"/>
                  <a:pt x="119" y="159"/>
                </a:cubicBezTo>
                <a:cubicBezTo>
                  <a:pt x="119" y="160"/>
                  <a:pt x="118" y="160"/>
                  <a:pt x="118" y="162"/>
                </a:cubicBezTo>
                <a:lnTo>
                  <a:pt x="117" y="161"/>
                </a:lnTo>
                <a:lnTo>
                  <a:pt x="119" y="156"/>
                </a:lnTo>
                <a:lnTo>
                  <a:pt x="129" y="158"/>
                </a:lnTo>
                <a:close/>
              </a:path>
              <a:path w="336" h="189">
                <a:moveTo>
                  <a:pt x="209" y="181"/>
                </a:moveTo>
                <a:lnTo>
                  <a:pt x="210" y="181"/>
                </a:lnTo>
                <a:lnTo>
                  <a:pt x="204" y="183"/>
                </a:lnTo>
                <a:lnTo>
                  <a:pt x="204" y="182"/>
                </a:lnTo>
                <a:lnTo>
                  <a:pt x="205" y="182"/>
                </a:lnTo>
                <a:cubicBezTo>
                  <a:pt x="205" y="182"/>
                  <a:pt x="205" y="181"/>
                  <a:pt x="206" y="181"/>
                </a:cubicBezTo>
                <a:cubicBezTo>
                  <a:pt x="206" y="180"/>
                  <a:pt x="205" y="179"/>
                  <a:pt x="205" y="178"/>
                </a:cubicBezTo>
                <a:lnTo>
                  <a:pt x="202" y="161"/>
                </a:lnTo>
                <a:cubicBezTo>
                  <a:pt x="201" y="160"/>
                  <a:pt x="201" y="159"/>
                  <a:pt x="201" y="159"/>
                </a:cubicBezTo>
                <a:cubicBezTo>
                  <a:pt x="201" y="158"/>
                  <a:pt x="201" y="158"/>
                  <a:pt x="200" y="158"/>
                </a:cubicBezTo>
                <a:cubicBezTo>
                  <a:pt x="200" y="158"/>
                  <a:pt x="200" y="158"/>
                  <a:pt x="199" y="158"/>
                </a:cubicBezTo>
                <a:lnTo>
                  <a:pt x="199" y="157"/>
                </a:lnTo>
                <a:lnTo>
                  <a:pt x="204" y="156"/>
                </a:lnTo>
                <a:lnTo>
                  <a:pt x="204" y="157"/>
                </a:lnTo>
                <a:cubicBezTo>
                  <a:pt x="203" y="157"/>
                  <a:pt x="203" y="157"/>
                  <a:pt x="203" y="158"/>
                </a:cubicBezTo>
                <a:cubicBezTo>
                  <a:pt x="203" y="158"/>
                  <a:pt x="203" y="159"/>
                  <a:pt x="203" y="161"/>
                </a:cubicBezTo>
                <a:lnTo>
                  <a:pt x="207" y="177"/>
                </a:lnTo>
                <a:cubicBezTo>
                  <a:pt x="207" y="179"/>
                  <a:pt x="207" y="179"/>
                  <a:pt x="208" y="180"/>
                </a:cubicBezTo>
                <a:cubicBezTo>
                  <a:pt x="208" y="180"/>
                  <a:pt x="208" y="180"/>
                  <a:pt x="208" y="181"/>
                </a:cubicBezTo>
                <a:cubicBezTo>
                  <a:pt x="208" y="181"/>
                  <a:pt x="209" y="181"/>
                  <a:pt x="209" y="181"/>
                </a:cubicBezTo>
                <a:close/>
              </a:path>
              <a:path w="336" h="189">
                <a:moveTo>
                  <a:pt x="197" y="157"/>
                </a:moveTo>
                <a:lnTo>
                  <a:pt x="199" y="166"/>
                </a:lnTo>
                <a:cubicBezTo>
                  <a:pt x="198" y="163"/>
                  <a:pt x="197" y="162"/>
                  <a:pt x="196" y="161"/>
                </a:cubicBezTo>
                <a:cubicBezTo>
                  <a:pt x="195" y="160"/>
                  <a:pt x="194" y="159"/>
                  <a:pt x="193" y="160"/>
                </a:cubicBezTo>
                <a:cubicBezTo>
                  <a:pt x="193" y="160"/>
                  <a:pt x="192" y="160"/>
                  <a:pt x="192" y="161"/>
                </a:cubicBezTo>
                <a:cubicBezTo>
                  <a:pt x="191" y="162"/>
                  <a:pt x="191" y="164"/>
                  <a:pt x="191" y="166"/>
                </a:cubicBezTo>
                <a:cubicBezTo>
                  <a:pt x="191" y="168"/>
                  <a:pt x="191" y="170"/>
                  <a:pt x="192" y="173"/>
                </a:cubicBezTo>
                <a:cubicBezTo>
                  <a:pt x="192" y="175"/>
                  <a:pt x="193" y="177"/>
                  <a:pt x="194" y="179"/>
                </a:cubicBezTo>
                <a:cubicBezTo>
                  <a:pt x="194" y="181"/>
                  <a:pt x="195" y="182"/>
                  <a:pt x="196" y="183"/>
                </a:cubicBezTo>
                <a:cubicBezTo>
                  <a:pt x="197" y="183"/>
                  <a:pt x="198" y="184"/>
                  <a:pt x="199" y="183"/>
                </a:cubicBezTo>
                <a:cubicBezTo>
                  <a:pt x="200" y="183"/>
                  <a:pt x="200" y="183"/>
                  <a:pt x="201" y="182"/>
                </a:cubicBezTo>
                <a:cubicBezTo>
                  <a:pt x="201" y="181"/>
                  <a:pt x="202" y="179"/>
                  <a:pt x="202" y="177"/>
                </a:cubicBezTo>
                <a:cubicBezTo>
                  <a:pt x="202" y="180"/>
                  <a:pt x="202" y="182"/>
                  <a:pt x="201" y="183"/>
                </a:cubicBezTo>
                <a:cubicBezTo>
                  <a:pt x="201" y="184"/>
                  <a:pt x="200" y="185"/>
                  <a:pt x="199" y="185"/>
                </a:cubicBezTo>
                <a:cubicBezTo>
                  <a:pt x="197" y="186"/>
                  <a:pt x="195" y="184"/>
                  <a:pt x="193" y="182"/>
                </a:cubicBezTo>
                <a:cubicBezTo>
                  <a:pt x="191" y="179"/>
                  <a:pt x="190" y="177"/>
                  <a:pt x="190" y="174"/>
                </a:cubicBezTo>
                <a:cubicBezTo>
                  <a:pt x="189" y="171"/>
                  <a:pt x="189" y="169"/>
                  <a:pt x="189" y="166"/>
                </a:cubicBezTo>
                <a:cubicBezTo>
                  <a:pt x="189" y="164"/>
                  <a:pt x="190" y="162"/>
                  <a:pt x="190" y="161"/>
                </a:cubicBezTo>
                <a:cubicBezTo>
                  <a:pt x="191" y="159"/>
                  <a:pt x="192" y="159"/>
                  <a:pt x="193" y="158"/>
                </a:cubicBezTo>
                <a:cubicBezTo>
                  <a:pt x="194" y="158"/>
                  <a:pt x="195" y="158"/>
                  <a:pt x="196" y="159"/>
                </a:cubicBezTo>
                <a:cubicBezTo>
                  <a:pt x="196" y="159"/>
                  <a:pt x="196" y="159"/>
                  <a:pt x="197" y="159"/>
                </a:cubicBezTo>
                <a:cubicBezTo>
                  <a:pt x="197" y="159"/>
                  <a:pt x="197" y="159"/>
                  <a:pt x="197" y="159"/>
                </a:cubicBezTo>
                <a:cubicBezTo>
                  <a:pt x="197" y="158"/>
                  <a:pt x="197" y="158"/>
                  <a:pt x="197" y="157"/>
                </a:cubicBezTo>
                <a:close/>
              </a:path>
              <a:path w="336" h="189">
                <a:moveTo>
                  <a:pt x="183" y="160"/>
                </a:moveTo>
                <a:lnTo>
                  <a:pt x="185" y="169"/>
                </a:lnTo>
                <a:cubicBezTo>
                  <a:pt x="184" y="167"/>
                  <a:pt x="184" y="166"/>
                  <a:pt x="183" y="165"/>
                </a:cubicBezTo>
                <a:cubicBezTo>
                  <a:pt x="183" y="164"/>
                  <a:pt x="182" y="163"/>
                  <a:pt x="182" y="163"/>
                </a:cubicBezTo>
                <a:cubicBezTo>
                  <a:pt x="181" y="162"/>
                  <a:pt x="180" y="162"/>
                  <a:pt x="180" y="162"/>
                </a:cubicBezTo>
                <a:cubicBezTo>
                  <a:pt x="179" y="163"/>
                  <a:pt x="179" y="163"/>
                  <a:pt x="178" y="164"/>
                </a:cubicBezTo>
                <a:cubicBezTo>
                  <a:pt x="178" y="165"/>
                  <a:pt x="178" y="166"/>
                  <a:pt x="178" y="167"/>
                </a:cubicBezTo>
                <a:cubicBezTo>
                  <a:pt x="179" y="168"/>
                  <a:pt x="179" y="168"/>
                  <a:pt x="179" y="169"/>
                </a:cubicBezTo>
                <a:cubicBezTo>
                  <a:pt x="180" y="170"/>
                  <a:pt x="181" y="171"/>
                  <a:pt x="183" y="172"/>
                </a:cubicBezTo>
                <a:cubicBezTo>
                  <a:pt x="184" y="173"/>
                  <a:pt x="185" y="174"/>
                  <a:pt x="186" y="175"/>
                </a:cubicBezTo>
                <a:cubicBezTo>
                  <a:pt x="186" y="175"/>
                  <a:pt x="187" y="176"/>
                  <a:pt x="187" y="177"/>
                </a:cubicBezTo>
                <a:cubicBezTo>
                  <a:pt x="188" y="178"/>
                  <a:pt x="188" y="179"/>
                  <a:pt x="188" y="180"/>
                </a:cubicBezTo>
                <a:cubicBezTo>
                  <a:pt x="189" y="182"/>
                  <a:pt x="189" y="183"/>
                  <a:pt x="188" y="185"/>
                </a:cubicBezTo>
                <a:cubicBezTo>
                  <a:pt x="188" y="186"/>
                  <a:pt x="187" y="187"/>
                  <a:pt x="186" y="188"/>
                </a:cubicBezTo>
                <a:cubicBezTo>
                  <a:pt x="185" y="188"/>
                  <a:pt x="185" y="188"/>
                  <a:pt x="185" y="188"/>
                </a:cubicBezTo>
                <a:cubicBezTo>
                  <a:pt x="185" y="188"/>
                  <a:pt x="184" y="188"/>
                  <a:pt x="184" y="187"/>
                </a:cubicBezTo>
                <a:cubicBezTo>
                  <a:pt x="183" y="187"/>
                  <a:pt x="182" y="187"/>
                  <a:pt x="182" y="187"/>
                </a:cubicBezTo>
                <a:cubicBezTo>
                  <a:pt x="182" y="187"/>
                  <a:pt x="182" y="187"/>
                  <a:pt x="182" y="187"/>
                </a:cubicBezTo>
                <a:cubicBezTo>
                  <a:pt x="182" y="188"/>
                  <a:pt x="182" y="188"/>
                  <a:pt x="182" y="189"/>
                </a:cubicBezTo>
                <a:lnTo>
                  <a:pt x="180" y="180"/>
                </a:lnTo>
                <a:cubicBezTo>
                  <a:pt x="181" y="182"/>
                  <a:pt x="181" y="183"/>
                  <a:pt x="182" y="184"/>
                </a:cubicBezTo>
                <a:cubicBezTo>
                  <a:pt x="182" y="185"/>
                  <a:pt x="183" y="185"/>
                  <a:pt x="183" y="186"/>
                </a:cubicBezTo>
                <a:cubicBezTo>
                  <a:pt x="184" y="186"/>
                  <a:pt x="185" y="186"/>
                  <a:pt x="185" y="186"/>
                </a:cubicBezTo>
                <a:cubicBezTo>
                  <a:pt x="186" y="186"/>
                  <a:pt x="187" y="185"/>
                  <a:pt x="187" y="185"/>
                </a:cubicBezTo>
                <a:cubicBezTo>
                  <a:pt x="187" y="184"/>
                  <a:pt x="187" y="183"/>
                  <a:pt x="187" y="181"/>
                </a:cubicBezTo>
                <a:cubicBezTo>
                  <a:pt x="187" y="181"/>
                  <a:pt x="187" y="180"/>
                  <a:pt x="186" y="180"/>
                </a:cubicBezTo>
                <a:cubicBezTo>
                  <a:pt x="186" y="179"/>
                  <a:pt x="186" y="178"/>
                  <a:pt x="185" y="178"/>
                </a:cubicBezTo>
                <a:cubicBezTo>
                  <a:pt x="185" y="178"/>
                  <a:pt x="184" y="177"/>
                  <a:pt x="183" y="176"/>
                </a:cubicBezTo>
                <a:cubicBezTo>
                  <a:pt x="181" y="175"/>
                  <a:pt x="180" y="174"/>
                  <a:pt x="180" y="174"/>
                </a:cubicBezTo>
                <a:cubicBezTo>
                  <a:pt x="179" y="173"/>
                  <a:pt x="179" y="172"/>
                  <a:pt x="178" y="171"/>
                </a:cubicBezTo>
                <a:cubicBezTo>
                  <a:pt x="178" y="171"/>
                  <a:pt x="177" y="170"/>
                  <a:pt x="177" y="169"/>
                </a:cubicBezTo>
                <a:cubicBezTo>
                  <a:pt x="177" y="167"/>
                  <a:pt x="177" y="165"/>
                  <a:pt x="177" y="164"/>
                </a:cubicBezTo>
                <a:cubicBezTo>
                  <a:pt x="178" y="162"/>
                  <a:pt x="178" y="161"/>
                  <a:pt x="179" y="161"/>
                </a:cubicBezTo>
                <a:cubicBezTo>
                  <a:pt x="180" y="161"/>
                  <a:pt x="181" y="161"/>
                  <a:pt x="182" y="161"/>
                </a:cubicBezTo>
                <a:cubicBezTo>
                  <a:pt x="182" y="162"/>
                  <a:pt x="182" y="162"/>
                  <a:pt x="182" y="162"/>
                </a:cubicBezTo>
                <a:cubicBezTo>
                  <a:pt x="183" y="162"/>
                  <a:pt x="183" y="162"/>
                  <a:pt x="183" y="161"/>
                </a:cubicBezTo>
                <a:cubicBezTo>
                  <a:pt x="183" y="161"/>
                  <a:pt x="183" y="161"/>
                  <a:pt x="183" y="160"/>
                </a:cubicBezTo>
                <a:close/>
              </a:path>
              <a:path w="336" h="189">
                <a:moveTo>
                  <a:pt x="209" y="157"/>
                </a:moveTo>
                <a:lnTo>
                  <a:pt x="212" y="167"/>
                </a:lnTo>
                <a:lnTo>
                  <a:pt x="214" y="166"/>
                </a:lnTo>
                <a:cubicBezTo>
                  <a:pt x="215" y="166"/>
                  <a:pt x="215" y="166"/>
                  <a:pt x="216" y="165"/>
                </a:cubicBezTo>
                <a:cubicBezTo>
                  <a:pt x="216" y="165"/>
                  <a:pt x="216" y="164"/>
                  <a:pt x="215" y="162"/>
                </a:cubicBezTo>
                <a:lnTo>
                  <a:pt x="216" y="162"/>
                </a:lnTo>
                <a:lnTo>
                  <a:pt x="218" y="171"/>
                </a:lnTo>
                <a:lnTo>
                  <a:pt x="217" y="171"/>
                </a:lnTo>
                <a:cubicBezTo>
                  <a:pt x="217" y="170"/>
                  <a:pt x="217" y="169"/>
                  <a:pt x="217" y="169"/>
                </a:cubicBezTo>
                <a:cubicBezTo>
                  <a:pt x="216" y="168"/>
                  <a:pt x="216" y="168"/>
                  <a:pt x="216" y="168"/>
                </a:cubicBezTo>
                <a:cubicBezTo>
                  <a:pt x="216" y="168"/>
                  <a:pt x="215" y="167"/>
                  <a:pt x="215" y="168"/>
                </a:cubicBezTo>
                <a:lnTo>
                  <a:pt x="212" y="168"/>
                </a:lnTo>
                <a:lnTo>
                  <a:pt x="214" y="177"/>
                </a:lnTo>
                <a:cubicBezTo>
                  <a:pt x="214" y="178"/>
                  <a:pt x="214" y="179"/>
                  <a:pt x="214" y="179"/>
                </a:cubicBezTo>
                <a:cubicBezTo>
                  <a:pt x="215" y="179"/>
                  <a:pt x="215" y="179"/>
                  <a:pt x="215" y="179"/>
                </a:cubicBezTo>
                <a:cubicBezTo>
                  <a:pt x="215" y="179"/>
                  <a:pt x="215" y="179"/>
                  <a:pt x="216" y="179"/>
                </a:cubicBezTo>
                <a:lnTo>
                  <a:pt x="218" y="179"/>
                </a:lnTo>
                <a:cubicBezTo>
                  <a:pt x="218" y="179"/>
                  <a:pt x="219" y="178"/>
                  <a:pt x="219" y="178"/>
                </a:cubicBezTo>
                <a:cubicBezTo>
                  <a:pt x="219" y="178"/>
                  <a:pt x="219" y="177"/>
                  <a:pt x="220" y="177"/>
                </a:cubicBezTo>
                <a:cubicBezTo>
                  <a:pt x="220" y="176"/>
                  <a:pt x="220" y="175"/>
                  <a:pt x="220" y="173"/>
                </a:cubicBezTo>
                <a:lnTo>
                  <a:pt x="221" y="180"/>
                </a:lnTo>
                <a:lnTo>
                  <a:pt x="212" y="182"/>
                </a:lnTo>
                <a:lnTo>
                  <a:pt x="211" y="181"/>
                </a:lnTo>
                <a:lnTo>
                  <a:pt x="212" y="181"/>
                </a:lnTo>
                <a:cubicBezTo>
                  <a:pt x="212" y="181"/>
                  <a:pt x="212" y="181"/>
                  <a:pt x="213" y="180"/>
                </a:cubicBezTo>
                <a:cubicBezTo>
                  <a:pt x="213" y="180"/>
                  <a:pt x="213" y="180"/>
                  <a:pt x="213" y="179"/>
                </a:cubicBezTo>
                <a:cubicBezTo>
                  <a:pt x="213" y="179"/>
                  <a:pt x="213" y="178"/>
                  <a:pt x="212" y="177"/>
                </a:cubicBezTo>
                <a:lnTo>
                  <a:pt x="208" y="160"/>
                </a:lnTo>
                <a:cubicBezTo>
                  <a:pt x="208" y="159"/>
                  <a:pt x="208" y="158"/>
                  <a:pt x="208" y="157"/>
                </a:cubicBezTo>
                <a:cubicBezTo>
                  <a:pt x="207" y="157"/>
                  <a:pt x="207" y="157"/>
                  <a:pt x="206" y="157"/>
                </a:cubicBezTo>
                <a:lnTo>
                  <a:pt x="206" y="156"/>
                </a:lnTo>
                <a:lnTo>
                  <a:pt x="215" y="154"/>
                </a:lnTo>
                <a:lnTo>
                  <a:pt x="216" y="159"/>
                </a:lnTo>
                <a:lnTo>
                  <a:pt x="216" y="160"/>
                </a:lnTo>
                <a:cubicBezTo>
                  <a:pt x="215" y="158"/>
                  <a:pt x="215" y="157"/>
                  <a:pt x="215" y="157"/>
                </a:cubicBezTo>
                <a:cubicBezTo>
                  <a:pt x="215" y="156"/>
                  <a:pt x="214" y="156"/>
                  <a:pt x="214" y="156"/>
                </a:cubicBezTo>
                <a:cubicBezTo>
                  <a:pt x="214" y="156"/>
                  <a:pt x="213" y="156"/>
                  <a:pt x="213" y="156"/>
                </a:cubicBezTo>
                <a:lnTo>
                  <a:pt x="209" y="157"/>
                </a:lnTo>
                <a:close/>
              </a:path>
              <a:path w="336" h="189">
                <a:moveTo>
                  <a:pt x="217" y="153"/>
                </a:moveTo>
                <a:lnTo>
                  <a:pt x="220" y="153"/>
                </a:lnTo>
                <a:lnTo>
                  <a:pt x="231" y="170"/>
                </a:lnTo>
                <a:lnTo>
                  <a:pt x="228" y="155"/>
                </a:lnTo>
                <a:cubicBezTo>
                  <a:pt x="228" y="154"/>
                  <a:pt x="227" y="153"/>
                  <a:pt x="227" y="152"/>
                </a:cubicBezTo>
                <a:cubicBezTo>
                  <a:pt x="227" y="152"/>
                  <a:pt x="226" y="152"/>
                  <a:pt x="226" y="152"/>
                </a:cubicBezTo>
                <a:lnTo>
                  <a:pt x="225" y="152"/>
                </a:lnTo>
                <a:lnTo>
                  <a:pt x="225" y="151"/>
                </a:lnTo>
                <a:lnTo>
                  <a:pt x="229" y="150"/>
                </a:lnTo>
                <a:lnTo>
                  <a:pt x="230" y="151"/>
                </a:lnTo>
                <a:lnTo>
                  <a:pt x="229" y="151"/>
                </a:lnTo>
                <a:cubicBezTo>
                  <a:pt x="229" y="151"/>
                  <a:pt x="228" y="151"/>
                  <a:pt x="228" y="152"/>
                </a:cubicBezTo>
                <a:cubicBezTo>
                  <a:pt x="228" y="153"/>
                  <a:pt x="228" y="154"/>
                  <a:pt x="229" y="155"/>
                </a:cubicBezTo>
                <a:lnTo>
                  <a:pt x="234" y="177"/>
                </a:lnTo>
                <a:lnTo>
                  <a:pt x="233" y="177"/>
                </a:lnTo>
                <a:lnTo>
                  <a:pt x="221" y="158"/>
                </a:lnTo>
                <a:lnTo>
                  <a:pt x="224" y="174"/>
                </a:lnTo>
                <a:cubicBezTo>
                  <a:pt x="225" y="175"/>
                  <a:pt x="225" y="176"/>
                  <a:pt x="225" y="177"/>
                </a:cubicBezTo>
                <a:cubicBezTo>
                  <a:pt x="226" y="177"/>
                  <a:pt x="226" y="177"/>
                  <a:pt x="226" y="177"/>
                </a:cubicBezTo>
                <a:lnTo>
                  <a:pt x="227" y="177"/>
                </a:lnTo>
                <a:lnTo>
                  <a:pt x="227" y="178"/>
                </a:lnTo>
                <a:lnTo>
                  <a:pt x="223" y="179"/>
                </a:lnTo>
                <a:lnTo>
                  <a:pt x="223" y="178"/>
                </a:lnTo>
                <a:cubicBezTo>
                  <a:pt x="224" y="178"/>
                  <a:pt x="224" y="178"/>
                  <a:pt x="224" y="177"/>
                </a:cubicBezTo>
                <a:cubicBezTo>
                  <a:pt x="224" y="176"/>
                  <a:pt x="224" y="175"/>
                  <a:pt x="224" y="174"/>
                </a:cubicBezTo>
                <a:lnTo>
                  <a:pt x="220" y="156"/>
                </a:lnTo>
                <a:cubicBezTo>
                  <a:pt x="219" y="155"/>
                  <a:pt x="219" y="155"/>
                  <a:pt x="218" y="155"/>
                </a:cubicBezTo>
                <a:cubicBezTo>
                  <a:pt x="218" y="154"/>
                  <a:pt x="218" y="154"/>
                  <a:pt x="217" y="154"/>
                </a:cubicBezTo>
                <a:cubicBezTo>
                  <a:pt x="217" y="154"/>
                  <a:pt x="217" y="154"/>
                  <a:pt x="217" y="154"/>
                </a:cubicBezTo>
                <a:lnTo>
                  <a:pt x="217" y="153"/>
                </a:lnTo>
                <a:close/>
              </a:path>
              <a:path w="336" h="189">
                <a:moveTo>
                  <a:pt x="238" y="146"/>
                </a:moveTo>
                <a:lnTo>
                  <a:pt x="242" y="155"/>
                </a:lnTo>
                <a:cubicBezTo>
                  <a:pt x="240" y="152"/>
                  <a:pt x="239" y="151"/>
                  <a:pt x="238" y="150"/>
                </a:cubicBezTo>
                <a:cubicBezTo>
                  <a:pt x="237" y="149"/>
                  <a:pt x="236" y="149"/>
                  <a:pt x="235" y="149"/>
                </a:cubicBezTo>
                <a:cubicBezTo>
                  <a:pt x="234" y="149"/>
                  <a:pt x="233" y="150"/>
                  <a:pt x="233" y="151"/>
                </a:cubicBezTo>
                <a:cubicBezTo>
                  <a:pt x="233" y="152"/>
                  <a:pt x="233" y="154"/>
                  <a:pt x="233" y="156"/>
                </a:cubicBezTo>
                <a:cubicBezTo>
                  <a:pt x="233" y="158"/>
                  <a:pt x="234" y="160"/>
                  <a:pt x="235" y="163"/>
                </a:cubicBezTo>
                <a:cubicBezTo>
                  <a:pt x="236" y="165"/>
                  <a:pt x="237" y="167"/>
                  <a:pt x="237" y="168"/>
                </a:cubicBezTo>
                <a:cubicBezTo>
                  <a:pt x="238" y="170"/>
                  <a:pt x="239" y="171"/>
                  <a:pt x="240" y="172"/>
                </a:cubicBezTo>
                <a:cubicBezTo>
                  <a:pt x="241" y="172"/>
                  <a:pt x="242" y="172"/>
                  <a:pt x="243" y="172"/>
                </a:cubicBezTo>
                <a:cubicBezTo>
                  <a:pt x="244" y="172"/>
                  <a:pt x="245" y="171"/>
                  <a:pt x="245" y="170"/>
                </a:cubicBezTo>
                <a:cubicBezTo>
                  <a:pt x="245" y="169"/>
                  <a:pt x="246" y="168"/>
                  <a:pt x="246" y="165"/>
                </a:cubicBezTo>
                <a:lnTo>
                  <a:pt x="246" y="166"/>
                </a:lnTo>
                <a:cubicBezTo>
                  <a:pt x="246" y="168"/>
                  <a:pt x="246" y="170"/>
                  <a:pt x="246" y="171"/>
                </a:cubicBezTo>
                <a:cubicBezTo>
                  <a:pt x="245" y="173"/>
                  <a:pt x="244" y="174"/>
                  <a:pt x="243" y="174"/>
                </a:cubicBezTo>
                <a:cubicBezTo>
                  <a:pt x="241" y="175"/>
                  <a:pt x="239" y="174"/>
                  <a:pt x="237" y="171"/>
                </a:cubicBezTo>
                <a:cubicBezTo>
                  <a:pt x="235" y="169"/>
                  <a:pt x="234" y="167"/>
                  <a:pt x="233" y="164"/>
                </a:cubicBezTo>
                <a:cubicBezTo>
                  <a:pt x="232" y="161"/>
                  <a:pt x="231" y="159"/>
                  <a:pt x="231" y="156"/>
                </a:cubicBezTo>
                <a:cubicBezTo>
                  <a:pt x="231" y="154"/>
                  <a:pt x="231" y="152"/>
                  <a:pt x="232" y="151"/>
                </a:cubicBezTo>
                <a:cubicBezTo>
                  <a:pt x="232" y="149"/>
                  <a:pt x="233" y="148"/>
                  <a:pt x="234" y="148"/>
                </a:cubicBezTo>
                <a:cubicBezTo>
                  <a:pt x="235" y="148"/>
                  <a:pt x="236" y="148"/>
                  <a:pt x="237" y="148"/>
                </a:cubicBezTo>
                <a:cubicBezTo>
                  <a:pt x="238" y="148"/>
                  <a:pt x="238" y="149"/>
                  <a:pt x="238" y="149"/>
                </a:cubicBezTo>
                <a:cubicBezTo>
                  <a:pt x="238" y="148"/>
                  <a:pt x="238" y="148"/>
                  <a:pt x="238" y="148"/>
                </a:cubicBezTo>
                <a:cubicBezTo>
                  <a:pt x="238" y="148"/>
                  <a:pt x="238" y="147"/>
                  <a:pt x="238" y="147"/>
                </a:cubicBezTo>
                <a:lnTo>
                  <a:pt x="238" y="146"/>
                </a:lnTo>
                <a:close/>
              </a:path>
              <a:path w="336" h="189">
                <a:moveTo>
                  <a:pt x="245" y="146"/>
                </a:moveTo>
                <a:lnTo>
                  <a:pt x="248" y="156"/>
                </a:lnTo>
                <a:lnTo>
                  <a:pt x="251" y="155"/>
                </a:lnTo>
                <a:cubicBezTo>
                  <a:pt x="252" y="155"/>
                  <a:pt x="252" y="155"/>
                  <a:pt x="252" y="154"/>
                </a:cubicBezTo>
                <a:cubicBezTo>
                  <a:pt x="252" y="153"/>
                  <a:pt x="252" y="152"/>
                  <a:pt x="252" y="151"/>
                </a:cubicBezTo>
                <a:lnTo>
                  <a:pt x="255" y="159"/>
                </a:lnTo>
                <a:cubicBezTo>
                  <a:pt x="254" y="158"/>
                  <a:pt x="254" y="158"/>
                  <a:pt x="254" y="157"/>
                </a:cubicBezTo>
                <a:cubicBezTo>
                  <a:pt x="253" y="157"/>
                  <a:pt x="253" y="157"/>
                  <a:pt x="253" y="156"/>
                </a:cubicBezTo>
                <a:cubicBezTo>
                  <a:pt x="252" y="156"/>
                  <a:pt x="252" y="156"/>
                  <a:pt x="251" y="156"/>
                </a:cubicBezTo>
                <a:lnTo>
                  <a:pt x="249" y="157"/>
                </a:lnTo>
                <a:lnTo>
                  <a:pt x="252" y="166"/>
                </a:lnTo>
                <a:cubicBezTo>
                  <a:pt x="252" y="167"/>
                  <a:pt x="252" y="167"/>
                  <a:pt x="252" y="168"/>
                </a:cubicBezTo>
                <a:cubicBezTo>
                  <a:pt x="253" y="168"/>
                  <a:pt x="253" y="168"/>
                  <a:pt x="253" y="168"/>
                </a:cubicBezTo>
                <a:cubicBezTo>
                  <a:pt x="253" y="168"/>
                  <a:pt x="253" y="168"/>
                  <a:pt x="254" y="168"/>
                </a:cubicBezTo>
                <a:lnTo>
                  <a:pt x="256" y="167"/>
                </a:lnTo>
                <a:cubicBezTo>
                  <a:pt x="256" y="167"/>
                  <a:pt x="257" y="167"/>
                  <a:pt x="257" y="166"/>
                </a:cubicBezTo>
                <a:cubicBezTo>
                  <a:pt x="257" y="166"/>
                  <a:pt x="258" y="166"/>
                  <a:pt x="258" y="165"/>
                </a:cubicBezTo>
                <a:cubicBezTo>
                  <a:pt x="258" y="164"/>
                  <a:pt x="258" y="163"/>
                  <a:pt x="258" y="161"/>
                </a:cubicBezTo>
                <a:lnTo>
                  <a:pt x="259" y="168"/>
                </a:lnTo>
                <a:lnTo>
                  <a:pt x="250" y="171"/>
                </a:lnTo>
                <a:lnTo>
                  <a:pt x="249" y="170"/>
                </a:lnTo>
                <a:lnTo>
                  <a:pt x="250" y="170"/>
                </a:lnTo>
                <a:cubicBezTo>
                  <a:pt x="250" y="170"/>
                  <a:pt x="250" y="170"/>
                  <a:pt x="251" y="169"/>
                </a:cubicBezTo>
                <a:cubicBezTo>
                  <a:pt x="251" y="169"/>
                  <a:pt x="251" y="169"/>
                  <a:pt x="251" y="168"/>
                </a:cubicBezTo>
                <a:cubicBezTo>
                  <a:pt x="251" y="168"/>
                  <a:pt x="250" y="167"/>
                  <a:pt x="250" y="166"/>
                </a:cubicBezTo>
                <a:lnTo>
                  <a:pt x="244" y="150"/>
                </a:lnTo>
                <a:cubicBezTo>
                  <a:pt x="244" y="148"/>
                  <a:pt x="243" y="147"/>
                  <a:pt x="243" y="147"/>
                </a:cubicBezTo>
                <a:cubicBezTo>
                  <a:pt x="242" y="147"/>
                  <a:pt x="242" y="147"/>
                  <a:pt x="241" y="147"/>
                </a:cubicBezTo>
                <a:lnTo>
                  <a:pt x="241" y="146"/>
                </a:lnTo>
                <a:lnTo>
                  <a:pt x="250" y="143"/>
                </a:lnTo>
                <a:lnTo>
                  <a:pt x="252" y="148"/>
                </a:lnTo>
                <a:cubicBezTo>
                  <a:pt x="251" y="147"/>
                  <a:pt x="251" y="146"/>
                  <a:pt x="251" y="146"/>
                </a:cubicBezTo>
                <a:cubicBezTo>
                  <a:pt x="250" y="145"/>
                  <a:pt x="250" y="145"/>
                  <a:pt x="249" y="145"/>
                </a:cubicBezTo>
                <a:cubicBezTo>
                  <a:pt x="249" y="145"/>
                  <a:pt x="249" y="145"/>
                  <a:pt x="248" y="145"/>
                </a:cubicBezTo>
                <a:lnTo>
                  <a:pt x="245" y="146"/>
                </a:lnTo>
                <a:close/>
              </a:path>
            </a:pathLst>
          </a:custGeom>
          <a:solidFill>
            <a:srgbClr val="24211D"/>
          </a:solidFill>
          <a:ln>
            <a:noFill/>
          </a:ln>
        </p:spPr>
      </p:sp>
      <p:sp>
        <p:nvSpPr>
          <p:cNvPr id="15" name="Freeform 16"/>
          <p:cNvSpPr>
            <a:spLocks noGrp="1"/>
          </p:cNvSpPr>
          <p:nvPr/>
        </p:nvSpPr>
        <p:spPr>
          <a:xfrm>
            <a:off x="9943582" y="268135"/>
            <a:ext cx="220968" cy="125723"/>
          </a:xfrm>
          <a:custGeom>
            <a:avLst/>
            <a:gdLst/>
            <a:ahLst/>
            <a:cxnLst/>
            <a:rect l="l" t="t" r="r" b="b"/>
            <a:pathLst>
              <a:path w="143" h="81">
                <a:moveTo>
                  <a:pt x="102" y="38"/>
                </a:moveTo>
                <a:lnTo>
                  <a:pt x="129" y="38"/>
                </a:lnTo>
                <a:cubicBezTo>
                  <a:pt x="135" y="33"/>
                  <a:pt x="68" y="12"/>
                  <a:pt x="53" y="18"/>
                </a:cubicBezTo>
                <a:cubicBezTo>
                  <a:pt x="44" y="22"/>
                  <a:pt x="65" y="31"/>
                  <a:pt x="77" y="41"/>
                </a:cubicBezTo>
                <a:cubicBezTo>
                  <a:pt x="84" y="46"/>
                  <a:pt x="94" y="54"/>
                  <a:pt x="96" y="58"/>
                </a:cubicBezTo>
                <a:cubicBezTo>
                  <a:pt x="101" y="65"/>
                  <a:pt x="97" y="72"/>
                  <a:pt x="88" y="81"/>
                </a:cubicBezTo>
                <a:lnTo>
                  <a:pt x="0" y="81"/>
                </a:lnTo>
                <a:cubicBezTo>
                  <a:pt x="3" y="78"/>
                  <a:pt x="7" y="76"/>
                  <a:pt x="10" y="76"/>
                </a:cubicBezTo>
                <a:lnTo>
                  <a:pt x="57" y="76"/>
                </a:lnTo>
                <a:cubicBezTo>
                  <a:pt x="65" y="75"/>
                  <a:pt x="82" y="73"/>
                  <a:pt x="82" y="53"/>
                </a:cubicBezTo>
                <a:cubicBezTo>
                  <a:pt x="79" y="40"/>
                  <a:pt x="48" y="37"/>
                  <a:pt x="39" y="27"/>
                </a:cubicBezTo>
                <a:cubicBezTo>
                  <a:pt x="35" y="23"/>
                  <a:pt x="41" y="17"/>
                  <a:pt x="53" y="17"/>
                </a:cubicBezTo>
                <a:cubicBezTo>
                  <a:pt x="75" y="0"/>
                  <a:pt x="143" y="8"/>
                  <a:pt x="141" y="24"/>
                </a:cubicBezTo>
                <a:cubicBezTo>
                  <a:pt x="140" y="33"/>
                  <a:pt x="134" y="39"/>
                  <a:pt x="127" y="45"/>
                </a:cubicBezTo>
                <a:lnTo>
                  <a:pt x="118" y="45"/>
                </a:lnTo>
                <a:lnTo>
                  <a:pt x="108" y="81"/>
                </a:lnTo>
                <a:lnTo>
                  <a:pt x="96" y="81"/>
                </a:lnTo>
                <a:lnTo>
                  <a:pt x="106" y="45"/>
                </a:lnTo>
                <a:lnTo>
                  <a:pt x="95" y="45"/>
                </a:lnTo>
                <a:lnTo>
                  <a:pt x="102" y="38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6" name="Freeform 17"/>
          <p:cNvSpPr>
            <a:spLocks noGrp="1"/>
          </p:cNvSpPr>
          <p:nvPr/>
        </p:nvSpPr>
        <p:spPr>
          <a:xfrm>
            <a:off x="9962631" y="339251"/>
            <a:ext cx="50797" cy="41908"/>
          </a:xfrm>
          <a:custGeom>
            <a:avLst/>
            <a:gdLst/>
            <a:ahLst/>
            <a:cxnLst/>
            <a:rect l="l" t="t" r="r" b="b"/>
            <a:pathLst>
              <a:path w="33" h="27">
                <a:moveTo>
                  <a:pt x="7" y="0"/>
                </a:moveTo>
                <a:lnTo>
                  <a:pt x="18" y="0"/>
                </a:lnTo>
                <a:lnTo>
                  <a:pt x="13" y="17"/>
                </a:lnTo>
                <a:lnTo>
                  <a:pt x="18" y="17"/>
                </a:lnTo>
                <a:lnTo>
                  <a:pt x="22" y="0"/>
                </a:lnTo>
                <a:lnTo>
                  <a:pt x="33" y="0"/>
                </a:lnTo>
                <a:lnTo>
                  <a:pt x="25" y="27"/>
                </a:lnTo>
                <a:lnTo>
                  <a:pt x="15" y="27"/>
                </a:lnTo>
                <a:lnTo>
                  <a:pt x="17" y="20"/>
                </a:lnTo>
                <a:lnTo>
                  <a:pt x="13" y="20"/>
                </a:lnTo>
                <a:lnTo>
                  <a:pt x="11" y="27"/>
                </a:lnTo>
                <a:lnTo>
                  <a:pt x="0" y="27"/>
                </a:lnTo>
                <a:lnTo>
                  <a:pt x="7" y="0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7" name="Freeform 18"/>
          <p:cNvSpPr>
            <a:spLocks noGrp="1"/>
          </p:cNvSpPr>
          <p:nvPr/>
        </p:nvSpPr>
        <p:spPr>
          <a:xfrm>
            <a:off x="10007079" y="339251"/>
            <a:ext cx="50797" cy="41908"/>
          </a:xfrm>
          <a:custGeom>
            <a:avLst/>
            <a:gdLst/>
            <a:ahLst/>
            <a:cxnLst/>
            <a:rect l="l" t="t" r="r" b="b"/>
            <a:pathLst>
              <a:path w="33" h="27">
                <a:moveTo>
                  <a:pt x="8" y="0"/>
                </a:moveTo>
                <a:lnTo>
                  <a:pt x="0" y="27"/>
                </a:lnTo>
                <a:lnTo>
                  <a:pt x="25" y="27"/>
                </a:lnTo>
                <a:lnTo>
                  <a:pt x="33" y="0"/>
                </a:lnTo>
                <a:lnTo>
                  <a:pt x="22" y="0"/>
                </a:lnTo>
                <a:lnTo>
                  <a:pt x="15" y="24"/>
                </a:lnTo>
                <a:lnTo>
                  <a:pt x="11" y="24"/>
                </a:lnTo>
                <a:lnTo>
                  <a:pt x="18" y="0"/>
                </a:lnTo>
                <a:lnTo>
                  <a:pt x="8" y="0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8" name="Freeform 5"/>
          <p:cNvSpPr>
            <a:spLocks noGrp="1"/>
          </p:cNvSpPr>
          <p:nvPr/>
        </p:nvSpPr>
        <p:spPr>
          <a:xfrm>
            <a:off x="10436316" y="152571"/>
            <a:ext cx="1607736" cy="325103"/>
          </a:xfrm>
          <a:custGeom>
            <a:avLst/>
            <a:gdLst/>
            <a:ahLst/>
            <a:cxnLst/>
            <a:rect l="l" t="t" r="r" b="b"/>
            <a:pathLst>
              <a:path w="489" h="98">
                <a:moveTo>
                  <a:pt x="98" y="37"/>
                </a:moveTo>
                <a:cubicBezTo>
                  <a:pt x="98" y="37"/>
                  <a:pt x="101" y="31"/>
                  <a:pt x="102" y="39"/>
                </a:cubicBezTo>
                <a:lnTo>
                  <a:pt x="104" y="45"/>
                </a:lnTo>
                <a:cubicBezTo>
                  <a:pt x="104" y="45"/>
                  <a:pt x="106" y="49"/>
                  <a:pt x="109" y="43"/>
                </a:cubicBezTo>
                <a:lnTo>
                  <a:pt x="112" y="40"/>
                </a:lnTo>
                <a:cubicBezTo>
                  <a:pt x="112" y="40"/>
                  <a:pt x="114" y="40"/>
                  <a:pt x="114" y="37"/>
                </a:cubicBezTo>
                <a:lnTo>
                  <a:pt x="113" y="28"/>
                </a:lnTo>
                <a:cubicBezTo>
                  <a:pt x="113" y="28"/>
                  <a:pt x="113" y="22"/>
                  <a:pt x="111" y="22"/>
                </a:cubicBezTo>
                <a:cubicBezTo>
                  <a:pt x="111" y="22"/>
                  <a:pt x="108" y="16"/>
                  <a:pt x="112" y="15"/>
                </a:cubicBezTo>
                <a:cubicBezTo>
                  <a:pt x="112" y="15"/>
                  <a:pt x="113" y="11"/>
                  <a:pt x="119" y="14"/>
                </a:cubicBezTo>
                <a:cubicBezTo>
                  <a:pt x="119" y="14"/>
                  <a:pt x="125" y="16"/>
                  <a:pt x="123" y="21"/>
                </a:cubicBezTo>
                <a:lnTo>
                  <a:pt x="122" y="29"/>
                </a:lnTo>
                <a:cubicBezTo>
                  <a:pt x="122" y="29"/>
                  <a:pt x="121" y="33"/>
                  <a:pt x="127" y="28"/>
                </a:cubicBezTo>
                <a:lnTo>
                  <a:pt x="135" y="23"/>
                </a:lnTo>
                <a:cubicBezTo>
                  <a:pt x="135" y="23"/>
                  <a:pt x="143" y="20"/>
                  <a:pt x="145" y="24"/>
                </a:cubicBezTo>
                <a:cubicBezTo>
                  <a:pt x="145" y="24"/>
                  <a:pt x="147" y="27"/>
                  <a:pt x="143" y="30"/>
                </a:cubicBezTo>
                <a:cubicBezTo>
                  <a:pt x="143" y="30"/>
                  <a:pt x="131" y="33"/>
                  <a:pt x="133" y="42"/>
                </a:cubicBezTo>
                <a:cubicBezTo>
                  <a:pt x="133" y="42"/>
                  <a:pt x="139" y="43"/>
                  <a:pt x="134" y="48"/>
                </a:cubicBezTo>
                <a:cubicBezTo>
                  <a:pt x="134" y="48"/>
                  <a:pt x="128" y="49"/>
                  <a:pt x="125" y="52"/>
                </a:cubicBezTo>
                <a:lnTo>
                  <a:pt x="121" y="53"/>
                </a:lnTo>
                <a:lnTo>
                  <a:pt x="121" y="86"/>
                </a:lnTo>
                <a:cubicBezTo>
                  <a:pt x="121" y="86"/>
                  <a:pt x="121" y="96"/>
                  <a:pt x="115" y="92"/>
                </a:cubicBezTo>
                <a:cubicBezTo>
                  <a:pt x="115" y="92"/>
                  <a:pt x="109" y="84"/>
                  <a:pt x="113" y="74"/>
                </a:cubicBezTo>
                <a:lnTo>
                  <a:pt x="114" y="49"/>
                </a:lnTo>
                <a:cubicBezTo>
                  <a:pt x="114" y="49"/>
                  <a:pt x="115" y="41"/>
                  <a:pt x="109" y="50"/>
                </a:cubicBezTo>
                <a:lnTo>
                  <a:pt x="104" y="57"/>
                </a:lnTo>
                <a:cubicBezTo>
                  <a:pt x="104" y="57"/>
                  <a:pt x="102" y="60"/>
                  <a:pt x="98" y="58"/>
                </a:cubicBezTo>
                <a:cubicBezTo>
                  <a:pt x="98" y="58"/>
                  <a:pt x="90" y="54"/>
                  <a:pt x="94" y="47"/>
                </a:cubicBezTo>
                <a:cubicBezTo>
                  <a:pt x="96" y="45"/>
                  <a:pt x="97" y="40"/>
                  <a:pt x="98" y="37"/>
                </a:cubicBezTo>
                <a:close/>
                <a:moveTo>
                  <a:pt x="121" y="39"/>
                </a:moveTo>
                <a:lnTo>
                  <a:pt x="121" y="45"/>
                </a:lnTo>
                <a:cubicBezTo>
                  <a:pt x="121" y="45"/>
                  <a:pt x="120" y="48"/>
                  <a:pt x="125" y="45"/>
                </a:cubicBezTo>
                <a:cubicBezTo>
                  <a:pt x="125" y="45"/>
                  <a:pt x="128" y="42"/>
                  <a:pt x="128" y="40"/>
                </a:cubicBezTo>
                <a:cubicBezTo>
                  <a:pt x="128" y="40"/>
                  <a:pt x="128" y="35"/>
                  <a:pt x="130" y="35"/>
                </a:cubicBezTo>
                <a:cubicBezTo>
                  <a:pt x="130" y="35"/>
                  <a:pt x="131" y="31"/>
                  <a:pt x="126" y="33"/>
                </a:cubicBezTo>
                <a:lnTo>
                  <a:pt x="123" y="37"/>
                </a:lnTo>
                <a:lnTo>
                  <a:pt x="122" y="37"/>
                </a:lnTo>
                <a:cubicBezTo>
                  <a:pt x="122" y="37"/>
                  <a:pt x="121" y="38"/>
                  <a:pt x="121" y="39"/>
                </a:cubicBezTo>
                <a:close/>
              </a:path>
              <a:path w="489" h="98">
                <a:moveTo>
                  <a:pt x="29" y="76"/>
                </a:moveTo>
                <a:cubicBezTo>
                  <a:pt x="34" y="73"/>
                  <a:pt x="37" y="72"/>
                  <a:pt x="38" y="73"/>
                </a:cubicBezTo>
                <a:cubicBezTo>
                  <a:pt x="39" y="73"/>
                  <a:pt x="39" y="80"/>
                  <a:pt x="39" y="92"/>
                </a:cubicBezTo>
                <a:cubicBezTo>
                  <a:pt x="39" y="98"/>
                  <a:pt x="43" y="98"/>
                  <a:pt x="45" y="95"/>
                </a:cubicBezTo>
                <a:cubicBezTo>
                  <a:pt x="47" y="92"/>
                  <a:pt x="48" y="86"/>
                  <a:pt x="48" y="78"/>
                </a:cubicBezTo>
                <a:lnTo>
                  <a:pt x="48" y="71"/>
                </a:lnTo>
                <a:lnTo>
                  <a:pt x="50" y="68"/>
                </a:lnTo>
                <a:lnTo>
                  <a:pt x="59" y="64"/>
                </a:lnTo>
                <a:cubicBezTo>
                  <a:pt x="62" y="63"/>
                  <a:pt x="62" y="61"/>
                  <a:pt x="59" y="60"/>
                </a:cubicBezTo>
                <a:lnTo>
                  <a:pt x="54" y="56"/>
                </a:lnTo>
                <a:cubicBezTo>
                  <a:pt x="53" y="54"/>
                  <a:pt x="53" y="53"/>
                  <a:pt x="56" y="52"/>
                </a:cubicBezTo>
                <a:lnTo>
                  <a:pt x="71" y="44"/>
                </a:lnTo>
                <a:cubicBezTo>
                  <a:pt x="73" y="44"/>
                  <a:pt x="74" y="42"/>
                  <a:pt x="71" y="39"/>
                </a:cubicBezTo>
                <a:cubicBezTo>
                  <a:pt x="69" y="37"/>
                  <a:pt x="67" y="37"/>
                  <a:pt x="64" y="39"/>
                </a:cubicBezTo>
                <a:lnTo>
                  <a:pt x="59" y="41"/>
                </a:lnTo>
                <a:cubicBezTo>
                  <a:pt x="56" y="44"/>
                  <a:pt x="55" y="42"/>
                  <a:pt x="59" y="37"/>
                </a:cubicBezTo>
                <a:lnTo>
                  <a:pt x="64" y="34"/>
                </a:lnTo>
                <a:cubicBezTo>
                  <a:pt x="68" y="32"/>
                  <a:pt x="66" y="30"/>
                  <a:pt x="63" y="29"/>
                </a:cubicBezTo>
                <a:lnTo>
                  <a:pt x="59" y="26"/>
                </a:lnTo>
                <a:cubicBezTo>
                  <a:pt x="57" y="25"/>
                  <a:pt x="56" y="25"/>
                  <a:pt x="55" y="28"/>
                </a:cubicBezTo>
                <a:cubicBezTo>
                  <a:pt x="55" y="32"/>
                  <a:pt x="54" y="34"/>
                  <a:pt x="52" y="35"/>
                </a:cubicBezTo>
                <a:cubicBezTo>
                  <a:pt x="50" y="36"/>
                  <a:pt x="48" y="36"/>
                  <a:pt x="47" y="35"/>
                </a:cubicBezTo>
                <a:cubicBezTo>
                  <a:pt x="45" y="33"/>
                  <a:pt x="45" y="32"/>
                  <a:pt x="47" y="30"/>
                </a:cubicBezTo>
                <a:cubicBezTo>
                  <a:pt x="49" y="27"/>
                  <a:pt x="52" y="25"/>
                  <a:pt x="56" y="25"/>
                </a:cubicBezTo>
                <a:cubicBezTo>
                  <a:pt x="60" y="23"/>
                  <a:pt x="64" y="21"/>
                  <a:pt x="65" y="18"/>
                </a:cubicBezTo>
                <a:cubicBezTo>
                  <a:pt x="66" y="17"/>
                  <a:pt x="65" y="14"/>
                  <a:pt x="62" y="11"/>
                </a:cubicBezTo>
                <a:cubicBezTo>
                  <a:pt x="59" y="6"/>
                  <a:pt x="55" y="5"/>
                  <a:pt x="52" y="10"/>
                </a:cubicBezTo>
                <a:lnTo>
                  <a:pt x="47" y="22"/>
                </a:lnTo>
                <a:lnTo>
                  <a:pt x="43" y="22"/>
                </a:lnTo>
                <a:lnTo>
                  <a:pt x="44" y="14"/>
                </a:lnTo>
                <a:cubicBezTo>
                  <a:pt x="45" y="12"/>
                  <a:pt x="43" y="10"/>
                  <a:pt x="40" y="7"/>
                </a:cubicBezTo>
                <a:cubicBezTo>
                  <a:pt x="36" y="5"/>
                  <a:pt x="34" y="4"/>
                  <a:pt x="33" y="7"/>
                </a:cubicBezTo>
                <a:cubicBezTo>
                  <a:pt x="32" y="7"/>
                  <a:pt x="33" y="9"/>
                  <a:pt x="36" y="13"/>
                </a:cubicBezTo>
                <a:cubicBezTo>
                  <a:pt x="38" y="15"/>
                  <a:pt x="39" y="18"/>
                  <a:pt x="41" y="23"/>
                </a:cubicBezTo>
                <a:cubicBezTo>
                  <a:pt x="36" y="23"/>
                  <a:pt x="31" y="24"/>
                  <a:pt x="26" y="23"/>
                </a:cubicBezTo>
                <a:cubicBezTo>
                  <a:pt x="20" y="23"/>
                  <a:pt x="17" y="24"/>
                  <a:pt x="20" y="27"/>
                </a:cubicBezTo>
                <a:cubicBezTo>
                  <a:pt x="21" y="29"/>
                  <a:pt x="23" y="30"/>
                  <a:pt x="24" y="32"/>
                </a:cubicBezTo>
                <a:lnTo>
                  <a:pt x="38" y="28"/>
                </a:lnTo>
                <a:cubicBezTo>
                  <a:pt x="45" y="27"/>
                  <a:pt x="45" y="27"/>
                  <a:pt x="43" y="30"/>
                </a:cubicBezTo>
                <a:cubicBezTo>
                  <a:pt x="43" y="31"/>
                  <a:pt x="41" y="31"/>
                  <a:pt x="39" y="30"/>
                </a:cubicBezTo>
                <a:cubicBezTo>
                  <a:pt x="36" y="31"/>
                  <a:pt x="36" y="33"/>
                  <a:pt x="37" y="35"/>
                </a:cubicBezTo>
                <a:cubicBezTo>
                  <a:pt x="38" y="39"/>
                  <a:pt x="38" y="40"/>
                  <a:pt x="35" y="38"/>
                </a:cubicBezTo>
                <a:cubicBezTo>
                  <a:pt x="34" y="38"/>
                  <a:pt x="33" y="38"/>
                  <a:pt x="33" y="39"/>
                </a:cubicBezTo>
                <a:cubicBezTo>
                  <a:pt x="32" y="40"/>
                  <a:pt x="30" y="40"/>
                  <a:pt x="28" y="37"/>
                </a:cubicBezTo>
                <a:cubicBezTo>
                  <a:pt x="24" y="33"/>
                  <a:pt x="21" y="32"/>
                  <a:pt x="20" y="35"/>
                </a:cubicBezTo>
                <a:lnTo>
                  <a:pt x="21" y="38"/>
                </a:lnTo>
                <a:cubicBezTo>
                  <a:pt x="23" y="42"/>
                  <a:pt x="23" y="44"/>
                  <a:pt x="20" y="44"/>
                </a:cubicBezTo>
                <a:cubicBezTo>
                  <a:pt x="19" y="45"/>
                  <a:pt x="20" y="46"/>
                  <a:pt x="21" y="47"/>
                </a:cubicBezTo>
                <a:lnTo>
                  <a:pt x="24" y="50"/>
                </a:lnTo>
                <a:cubicBezTo>
                  <a:pt x="26" y="53"/>
                  <a:pt x="28" y="53"/>
                  <a:pt x="32" y="49"/>
                </a:cubicBezTo>
                <a:cubicBezTo>
                  <a:pt x="36" y="44"/>
                  <a:pt x="38" y="43"/>
                  <a:pt x="38" y="47"/>
                </a:cubicBezTo>
                <a:cubicBezTo>
                  <a:pt x="38" y="50"/>
                  <a:pt x="37" y="51"/>
                  <a:pt x="34" y="51"/>
                </a:cubicBezTo>
                <a:lnTo>
                  <a:pt x="1" y="61"/>
                </a:lnTo>
                <a:cubicBezTo>
                  <a:pt x="0" y="61"/>
                  <a:pt x="0" y="61"/>
                  <a:pt x="0" y="61"/>
                </a:cubicBezTo>
                <a:lnTo>
                  <a:pt x="7" y="66"/>
                </a:lnTo>
                <a:cubicBezTo>
                  <a:pt x="8" y="66"/>
                  <a:pt x="10" y="66"/>
                  <a:pt x="11" y="66"/>
                </a:cubicBezTo>
                <a:lnTo>
                  <a:pt x="20" y="63"/>
                </a:lnTo>
                <a:lnTo>
                  <a:pt x="33" y="56"/>
                </a:lnTo>
                <a:cubicBezTo>
                  <a:pt x="37" y="55"/>
                  <a:pt x="39" y="55"/>
                  <a:pt x="38" y="58"/>
                </a:cubicBezTo>
                <a:cubicBezTo>
                  <a:pt x="38" y="59"/>
                  <a:pt x="37" y="60"/>
                  <a:pt x="35" y="61"/>
                </a:cubicBezTo>
                <a:cubicBezTo>
                  <a:pt x="29" y="64"/>
                  <a:pt x="23" y="69"/>
                  <a:pt x="17" y="74"/>
                </a:cubicBezTo>
                <a:cubicBezTo>
                  <a:pt x="14" y="77"/>
                  <a:pt x="13" y="78"/>
                  <a:pt x="17" y="78"/>
                </a:cubicBezTo>
                <a:cubicBezTo>
                  <a:pt x="19" y="79"/>
                  <a:pt x="21" y="79"/>
                  <a:pt x="25" y="77"/>
                </a:cubicBezTo>
                <a:lnTo>
                  <a:pt x="29" y="76"/>
                </a:lnTo>
                <a:close/>
                <a:moveTo>
                  <a:pt x="38" y="65"/>
                </a:moveTo>
                <a:cubicBezTo>
                  <a:pt x="38" y="67"/>
                  <a:pt x="37" y="68"/>
                  <a:pt x="34" y="69"/>
                </a:cubicBezTo>
                <a:lnTo>
                  <a:pt x="30" y="70"/>
                </a:lnTo>
                <a:cubicBezTo>
                  <a:pt x="26" y="71"/>
                  <a:pt x="25" y="71"/>
                  <a:pt x="28" y="69"/>
                </a:cubicBezTo>
                <a:lnTo>
                  <a:pt x="35" y="64"/>
                </a:lnTo>
                <a:cubicBezTo>
                  <a:pt x="37" y="63"/>
                  <a:pt x="38" y="63"/>
                  <a:pt x="38" y="65"/>
                </a:cubicBezTo>
                <a:close/>
                <a:moveTo>
                  <a:pt x="48" y="57"/>
                </a:moveTo>
                <a:lnTo>
                  <a:pt x="48" y="61"/>
                </a:lnTo>
                <a:cubicBezTo>
                  <a:pt x="48" y="63"/>
                  <a:pt x="50" y="63"/>
                  <a:pt x="51" y="62"/>
                </a:cubicBezTo>
                <a:cubicBezTo>
                  <a:pt x="51" y="62"/>
                  <a:pt x="51" y="61"/>
                  <a:pt x="51" y="59"/>
                </a:cubicBezTo>
                <a:cubicBezTo>
                  <a:pt x="50" y="58"/>
                  <a:pt x="49" y="57"/>
                  <a:pt x="48" y="57"/>
                </a:cubicBezTo>
                <a:close/>
                <a:moveTo>
                  <a:pt x="50" y="50"/>
                </a:moveTo>
                <a:cubicBezTo>
                  <a:pt x="48" y="50"/>
                  <a:pt x="48" y="51"/>
                  <a:pt x="48" y="52"/>
                </a:cubicBezTo>
                <a:cubicBezTo>
                  <a:pt x="49" y="53"/>
                  <a:pt x="51" y="53"/>
                  <a:pt x="53" y="51"/>
                </a:cubicBezTo>
                <a:lnTo>
                  <a:pt x="58" y="48"/>
                </a:lnTo>
                <a:cubicBezTo>
                  <a:pt x="59" y="47"/>
                  <a:pt x="59" y="47"/>
                  <a:pt x="56" y="47"/>
                </a:cubicBezTo>
                <a:lnTo>
                  <a:pt x="51" y="49"/>
                </a:lnTo>
                <a:lnTo>
                  <a:pt x="50" y="50"/>
                </a:lnTo>
                <a:close/>
                <a:moveTo>
                  <a:pt x="48" y="39"/>
                </a:moveTo>
                <a:lnTo>
                  <a:pt x="47" y="44"/>
                </a:lnTo>
                <a:cubicBezTo>
                  <a:pt x="48" y="47"/>
                  <a:pt x="49" y="47"/>
                  <a:pt x="51" y="45"/>
                </a:cubicBezTo>
                <a:cubicBezTo>
                  <a:pt x="51" y="44"/>
                  <a:pt x="52" y="43"/>
                  <a:pt x="53" y="41"/>
                </a:cubicBezTo>
                <a:cubicBezTo>
                  <a:pt x="53" y="39"/>
                  <a:pt x="52" y="39"/>
                  <a:pt x="51" y="38"/>
                </a:cubicBezTo>
                <a:cubicBezTo>
                  <a:pt x="50" y="38"/>
                  <a:pt x="49" y="38"/>
                  <a:pt x="48" y="39"/>
                </a:cubicBezTo>
                <a:close/>
                <a:moveTo>
                  <a:pt x="60" y="14"/>
                </a:moveTo>
                <a:cubicBezTo>
                  <a:pt x="60" y="15"/>
                  <a:pt x="59" y="16"/>
                  <a:pt x="58" y="17"/>
                </a:cubicBezTo>
                <a:lnTo>
                  <a:pt x="57" y="17"/>
                </a:lnTo>
                <a:cubicBezTo>
                  <a:pt x="56" y="17"/>
                  <a:pt x="55" y="18"/>
                  <a:pt x="54" y="17"/>
                </a:cubicBezTo>
                <a:lnTo>
                  <a:pt x="57" y="14"/>
                </a:lnTo>
                <a:cubicBezTo>
                  <a:pt x="58" y="14"/>
                  <a:pt x="60" y="13"/>
                  <a:pt x="60" y="14"/>
                </a:cubicBezTo>
                <a:close/>
              </a:path>
              <a:path w="489" h="98">
                <a:moveTo>
                  <a:pt x="186" y="22"/>
                </a:moveTo>
                <a:lnTo>
                  <a:pt x="193" y="17"/>
                </a:lnTo>
                <a:cubicBezTo>
                  <a:pt x="193" y="17"/>
                  <a:pt x="195" y="13"/>
                  <a:pt x="198" y="18"/>
                </a:cubicBezTo>
                <a:cubicBezTo>
                  <a:pt x="198" y="18"/>
                  <a:pt x="202" y="23"/>
                  <a:pt x="196" y="24"/>
                </a:cubicBezTo>
                <a:cubicBezTo>
                  <a:pt x="196" y="24"/>
                  <a:pt x="193" y="26"/>
                  <a:pt x="191" y="25"/>
                </a:cubicBezTo>
                <a:cubicBezTo>
                  <a:pt x="191" y="25"/>
                  <a:pt x="180" y="30"/>
                  <a:pt x="177" y="31"/>
                </a:cubicBezTo>
                <a:cubicBezTo>
                  <a:pt x="177" y="31"/>
                  <a:pt x="171" y="33"/>
                  <a:pt x="172" y="30"/>
                </a:cubicBezTo>
                <a:lnTo>
                  <a:pt x="183" y="24"/>
                </a:lnTo>
                <a:lnTo>
                  <a:pt x="186" y="22"/>
                </a:lnTo>
                <a:close/>
              </a:path>
              <a:path w="489" h="98">
                <a:moveTo>
                  <a:pt x="217" y="29"/>
                </a:moveTo>
                <a:lnTo>
                  <a:pt x="216" y="50"/>
                </a:lnTo>
                <a:lnTo>
                  <a:pt x="220" y="47"/>
                </a:lnTo>
                <a:lnTo>
                  <a:pt x="221" y="42"/>
                </a:lnTo>
                <a:cubicBezTo>
                  <a:pt x="221" y="42"/>
                  <a:pt x="221" y="39"/>
                  <a:pt x="225" y="43"/>
                </a:cubicBezTo>
                <a:cubicBezTo>
                  <a:pt x="225" y="43"/>
                  <a:pt x="229" y="46"/>
                  <a:pt x="228" y="50"/>
                </a:cubicBezTo>
                <a:cubicBezTo>
                  <a:pt x="228" y="50"/>
                  <a:pt x="220" y="52"/>
                  <a:pt x="216" y="59"/>
                </a:cubicBezTo>
                <a:lnTo>
                  <a:pt x="216" y="83"/>
                </a:lnTo>
                <a:cubicBezTo>
                  <a:pt x="216" y="83"/>
                  <a:pt x="216" y="87"/>
                  <a:pt x="215" y="89"/>
                </a:cubicBezTo>
                <a:cubicBezTo>
                  <a:pt x="215" y="89"/>
                  <a:pt x="212" y="95"/>
                  <a:pt x="211" y="94"/>
                </a:cubicBezTo>
                <a:cubicBezTo>
                  <a:pt x="211" y="94"/>
                  <a:pt x="207" y="92"/>
                  <a:pt x="209" y="86"/>
                </a:cubicBezTo>
                <a:lnTo>
                  <a:pt x="209" y="69"/>
                </a:lnTo>
                <a:cubicBezTo>
                  <a:pt x="209" y="69"/>
                  <a:pt x="210" y="63"/>
                  <a:pt x="206" y="68"/>
                </a:cubicBezTo>
                <a:cubicBezTo>
                  <a:pt x="206" y="68"/>
                  <a:pt x="202" y="74"/>
                  <a:pt x="197" y="69"/>
                </a:cubicBezTo>
                <a:cubicBezTo>
                  <a:pt x="197" y="69"/>
                  <a:pt x="192" y="67"/>
                  <a:pt x="197" y="64"/>
                </a:cubicBezTo>
                <a:cubicBezTo>
                  <a:pt x="197" y="64"/>
                  <a:pt x="198" y="64"/>
                  <a:pt x="199" y="59"/>
                </a:cubicBezTo>
                <a:lnTo>
                  <a:pt x="200" y="55"/>
                </a:lnTo>
                <a:cubicBezTo>
                  <a:pt x="200" y="55"/>
                  <a:pt x="201" y="50"/>
                  <a:pt x="198" y="50"/>
                </a:cubicBezTo>
                <a:cubicBezTo>
                  <a:pt x="198" y="50"/>
                  <a:pt x="195" y="47"/>
                  <a:pt x="197" y="45"/>
                </a:cubicBezTo>
                <a:cubicBezTo>
                  <a:pt x="197" y="45"/>
                  <a:pt x="203" y="38"/>
                  <a:pt x="196" y="32"/>
                </a:cubicBezTo>
                <a:cubicBezTo>
                  <a:pt x="196" y="32"/>
                  <a:pt x="190" y="29"/>
                  <a:pt x="195" y="28"/>
                </a:cubicBezTo>
                <a:cubicBezTo>
                  <a:pt x="195" y="28"/>
                  <a:pt x="199" y="28"/>
                  <a:pt x="199" y="29"/>
                </a:cubicBezTo>
                <a:cubicBezTo>
                  <a:pt x="199" y="29"/>
                  <a:pt x="207" y="28"/>
                  <a:pt x="207" y="34"/>
                </a:cubicBezTo>
                <a:cubicBezTo>
                  <a:pt x="207" y="34"/>
                  <a:pt x="207" y="37"/>
                  <a:pt x="205" y="37"/>
                </a:cubicBezTo>
                <a:cubicBezTo>
                  <a:pt x="205" y="37"/>
                  <a:pt x="197" y="44"/>
                  <a:pt x="203" y="44"/>
                </a:cubicBezTo>
                <a:cubicBezTo>
                  <a:pt x="203" y="44"/>
                  <a:pt x="211" y="46"/>
                  <a:pt x="205" y="52"/>
                </a:cubicBezTo>
                <a:cubicBezTo>
                  <a:pt x="205" y="52"/>
                  <a:pt x="203" y="51"/>
                  <a:pt x="202" y="57"/>
                </a:cubicBezTo>
                <a:cubicBezTo>
                  <a:pt x="202" y="57"/>
                  <a:pt x="199" y="64"/>
                  <a:pt x="204" y="61"/>
                </a:cubicBezTo>
                <a:cubicBezTo>
                  <a:pt x="204" y="61"/>
                  <a:pt x="206" y="60"/>
                  <a:pt x="209" y="57"/>
                </a:cubicBezTo>
                <a:cubicBezTo>
                  <a:pt x="209" y="57"/>
                  <a:pt x="210" y="54"/>
                  <a:pt x="210" y="51"/>
                </a:cubicBezTo>
                <a:cubicBezTo>
                  <a:pt x="210" y="51"/>
                  <a:pt x="210" y="26"/>
                  <a:pt x="209" y="20"/>
                </a:cubicBezTo>
                <a:cubicBezTo>
                  <a:pt x="209" y="20"/>
                  <a:pt x="207" y="16"/>
                  <a:pt x="211" y="14"/>
                </a:cubicBezTo>
                <a:cubicBezTo>
                  <a:pt x="211" y="14"/>
                  <a:pt x="214" y="12"/>
                  <a:pt x="218" y="16"/>
                </a:cubicBezTo>
                <a:cubicBezTo>
                  <a:pt x="218" y="16"/>
                  <a:pt x="221" y="17"/>
                  <a:pt x="218" y="21"/>
                </a:cubicBezTo>
                <a:lnTo>
                  <a:pt x="217" y="26"/>
                </a:lnTo>
                <a:lnTo>
                  <a:pt x="217" y="29"/>
                </a:lnTo>
                <a:close/>
              </a:path>
              <a:path w="489" h="98">
                <a:moveTo>
                  <a:pt x="170" y="48"/>
                </a:moveTo>
                <a:cubicBezTo>
                  <a:pt x="170" y="48"/>
                  <a:pt x="165" y="51"/>
                  <a:pt x="163" y="49"/>
                </a:cubicBezTo>
                <a:cubicBezTo>
                  <a:pt x="163" y="49"/>
                  <a:pt x="160" y="49"/>
                  <a:pt x="162" y="52"/>
                </a:cubicBezTo>
                <a:cubicBezTo>
                  <a:pt x="162" y="52"/>
                  <a:pt x="165" y="59"/>
                  <a:pt x="171" y="55"/>
                </a:cubicBezTo>
                <a:lnTo>
                  <a:pt x="179" y="49"/>
                </a:lnTo>
                <a:cubicBezTo>
                  <a:pt x="179" y="49"/>
                  <a:pt x="182" y="45"/>
                  <a:pt x="181" y="51"/>
                </a:cubicBezTo>
                <a:cubicBezTo>
                  <a:pt x="181" y="51"/>
                  <a:pt x="181" y="55"/>
                  <a:pt x="179" y="55"/>
                </a:cubicBezTo>
                <a:lnTo>
                  <a:pt x="167" y="68"/>
                </a:lnTo>
                <a:cubicBezTo>
                  <a:pt x="167" y="68"/>
                  <a:pt x="162" y="73"/>
                  <a:pt x="168" y="74"/>
                </a:cubicBezTo>
                <a:cubicBezTo>
                  <a:pt x="168" y="74"/>
                  <a:pt x="172" y="75"/>
                  <a:pt x="175" y="72"/>
                </a:cubicBezTo>
                <a:cubicBezTo>
                  <a:pt x="175" y="72"/>
                  <a:pt x="180" y="66"/>
                  <a:pt x="179" y="70"/>
                </a:cubicBezTo>
                <a:lnTo>
                  <a:pt x="179" y="79"/>
                </a:lnTo>
                <a:cubicBezTo>
                  <a:pt x="179" y="79"/>
                  <a:pt x="178" y="82"/>
                  <a:pt x="181" y="83"/>
                </a:cubicBezTo>
                <a:cubicBezTo>
                  <a:pt x="181" y="83"/>
                  <a:pt x="183" y="85"/>
                  <a:pt x="185" y="82"/>
                </a:cubicBezTo>
                <a:cubicBezTo>
                  <a:pt x="185" y="82"/>
                  <a:pt x="187" y="80"/>
                  <a:pt x="186" y="75"/>
                </a:cubicBezTo>
                <a:lnTo>
                  <a:pt x="186" y="63"/>
                </a:lnTo>
                <a:cubicBezTo>
                  <a:pt x="186" y="63"/>
                  <a:pt x="192" y="59"/>
                  <a:pt x="193" y="57"/>
                </a:cubicBezTo>
                <a:cubicBezTo>
                  <a:pt x="193" y="57"/>
                  <a:pt x="194" y="53"/>
                  <a:pt x="190" y="57"/>
                </a:cubicBezTo>
                <a:cubicBezTo>
                  <a:pt x="190" y="57"/>
                  <a:pt x="185" y="62"/>
                  <a:pt x="186" y="58"/>
                </a:cubicBezTo>
                <a:lnTo>
                  <a:pt x="186" y="52"/>
                </a:lnTo>
                <a:cubicBezTo>
                  <a:pt x="186" y="52"/>
                  <a:pt x="197" y="43"/>
                  <a:pt x="196" y="42"/>
                </a:cubicBezTo>
                <a:cubicBezTo>
                  <a:pt x="196" y="41"/>
                  <a:pt x="198" y="40"/>
                  <a:pt x="194" y="36"/>
                </a:cubicBezTo>
                <a:cubicBezTo>
                  <a:pt x="194" y="36"/>
                  <a:pt x="191" y="34"/>
                  <a:pt x="190" y="37"/>
                </a:cubicBezTo>
                <a:cubicBezTo>
                  <a:pt x="190" y="37"/>
                  <a:pt x="186" y="41"/>
                  <a:pt x="186" y="37"/>
                </a:cubicBezTo>
                <a:cubicBezTo>
                  <a:pt x="186" y="37"/>
                  <a:pt x="189" y="34"/>
                  <a:pt x="186" y="32"/>
                </a:cubicBezTo>
                <a:cubicBezTo>
                  <a:pt x="186" y="32"/>
                  <a:pt x="182" y="28"/>
                  <a:pt x="180" y="33"/>
                </a:cubicBezTo>
                <a:cubicBezTo>
                  <a:pt x="180" y="33"/>
                  <a:pt x="178" y="33"/>
                  <a:pt x="181" y="42"/>
                </a:cubicBezTo>
                <a:lnTo>
                  <a:pt x="176" y="44"/>
                </a:lnTo>
                <a:lnTo>
                  <a:pt x="173" y="46"/>
                </a:lnTo>
                <a:lnTo>
                  <a:pt x="170" y="48"/>
                </a:lnTo>
                <a:close/>
                <a:moveTo>
                  <a:pt x="186" y="43"/>
                </a:moveTo>
                <a:cubicBezTo>
                  <a:pt x="186" y="43"/>
                  <a:pt x="187" y="41"/>
                  <a:pt x="189" y="42"/>
                </a:cubicBezTo>
                <a:cubicBezTo>
                  <a:pt x="189" y="42"/>
                  <a:pt x="189" y="44"/>
                  <a:pt x="188" y="45"/>
                </a:cubicBezTo>
                <a:cubicBezTo>
                  <a:pt x="188" y="45"/>
                  <a:pt x="186" y="46"/>
                  <a:pt x="187" y="44"/>
                </a:cubicBezTo>
                <a:cubicBezTo>
                  <a:pt x="186" y="46"/>
                  <a:pt x="186" y="43"/>
                  <a:pt x="186" y="43"/>
                </a:cubicBezTo>
                <a:close/>
                <a:moveTo>
                  <a:pt x="175" y="64"/>
                </a:moveTo>
                <a:lnTo>
                  <a:pt x="178" y="61"/>
                </a:lnTo>
                <a:cubicBezTo>
                  <a:pt x="178" y="61"/>
                  <a:pt x="180" y="57"/>
                  <a:pt x="180" y="60"/>
                </a:cubicBezTo>
                <a:cubicBezTo>
                  <a:pt x="180" y="60"/>
                  <a:pt x="180" y="65"/>
                  <a:pt x="177" y="65"/>
                </a:cubicBezTo>
                <a:cubicBezTo>
                  <a:pt x="177" y="65"/>
                  <a:pt x="174" y="67"/>
                  <a:pt x="174" y="65"/>
                </a:cubicBezTo>
                <a:lnTo>
                  <a:pt x="175" y="65"/>
                </a:lnTo>
                <a:lnTo>
                  <a:pt x="175" y="64"/>
                </a:lnTo>
                <a:close/>
              </a:path>
              <a:path w="489" h="98">
                <a:moveTo>
                  <a:pt x="255" y="43"/>
                </a:moveTo>
                <a:cubicBezTo>
                  <a:pt x="255" y="43"/>
                  <a:pt x="252" y="46"/>
                  <a:pt x="249" y="46"/>
                </a:cubicBezTo>
                <a:cubicBezTo>
                  <a:pt x="249" y="46"/>
                  <a:pt x="247" y="45"/>
                  <a:pt x="248" y="48"/>
                </a:cubicBezTo>
                <a:cubicBezTo>
                  <a:pt x="248" y="48"/>
                  <a:pt x="248" y="51"/>
                  <a:pt x="253" y="52"/>
                </a:cubicBezTo>
                <a:cubicBezTo>
                  <a:pt x="253" y="52"/>
                  <a:pt x="257" y="52"/>
                  <a:pt x="257" y="51"/>
                </a:cubicBezTo>
                <a:cubicBezTo>
                  <a:pt x="257" y="51"/>
                  <a:pt x="257" y="49"/>
                  <a:pt x="260" y="48"/>
                </a:cubicBezTo>
                <a:cubicBezTo>
                  <a:pt x="260" y="48"/>
                  <a:pt x="263" y="46"/>
                  <a:pt x="264" y="45"/>
                </a:cubicBezTo>
                <a:cubicBezTo>
                  <a:pt x="264" y="45"/>
                  <a:pt x="267" y="42"/>
                  <a:pt x="266" y="46"/>
                </a:cubicBezTo>
                <a:lnTo>
                  <a:pt x="265" y="55"/>
                </a:lnTo>
                <a:cubicBezTo>
                  <a:pt x="265" y="59"/>
                  <a:pt x="258" y="64"/>
                  <a:pt x="256" y="66"/>
                </a:cubicBezTo>
                <a:cubicBezTo>
                  <a:pt x="256" y="66"/>
                  <a:pt x="253" y="69"/>
                  <a:pt x="251" y="69"/>
                </a:cubicBezTo>
                <a:cubicBezTo>
                  <a:pt x="251" y="69"/>
                  <a:pt x="249" y="68"/>
                  <a:pt x="251" y="72"/>
                </a:cubicBezTo>
                <a:cubicBezTo>
                  <a:pt x="251" y="72"/>
                  <a:pt x="255" y="76"/>
                  <a:pt x="257" y="75"/>
                </a:cubicBezTo>
                <a:lnTo>
                  <a:pt x="261" y="71"/>
                </a:lnTo>
                <a:lnTo>
                  <a:pt x="263" y="67"/>
                </a:lnTo>
                <a:cubicBezTo>
                  <a:pt x="263" y="67"/>
                  <a:pt x="266" y="63"/>
                  <a:pt x="265" y="69"/>
                </a:cubicBezTo>
                <a:cubicBezTo>
                  <a:pt x="265" y="69"/>
                  <a:pt x="265" y="77"/>
                  <a:pt x="263" y="79"/>
                </a:cubicBezTo>
                <a:cubicBezTo>
                  <a:pt x="263" y="79"/>
                  <a:pt x="262" y="79"/>
                  <a:pt x="264" y="82"/>
                </a:cubicBezTo>
                <a:cubicBezTo>
                  <a:pt x="264" y="82"/>
                  <a:pt x="266" y="87"/>
                  <a:pt x="268" y="85"/>
                </a:cubicBezTo>
                <a:lnTo>
                  <a:pt x="270" y="81"/>
                </a:lnTo>
                <a:cubicBezTo>
                  <a:pt x="270" y="81"/>
                  <a:pt x="272" y="78"/>
                  <a:pt x="271" y="76"/>
                </a:cubicBezTo>
                <a:cubicBezTo>
                  <a:pt x="270" y="75"/>
                  <a:pt x="271" y="57"/>
                  <a:pt x="271" y="57"/>
                </a:cubicBezTo>
                <a:lnTo>
                  <a:pt x="277" y="48"/>
                </a:lnTo>
                <a:cubicBezTo>
                  <a:pt x="277" y="48"/>
                  <a:pt x="281" y="44"/>
                  <a:pt x="277" y="44"/>
                </a:cubicBezTo>
                <a:cubicBezTo>
                  <a:pt x="277" y="44"/>
                  <a:pt x="275" y="46"/>
                  <a:pt x="273" y="49"/>
                </a:cubicBezTo>
                <a:cubicBezTo>
                  <a:pt x="273" y="49"/>
                  <a:pt x="271" y="51"/>
                  <a:pt x="272" y="46"/>
                </a:cubicBezTo>
                <a:lnTo>
                  <a:pt x="272" y="40"/>
                </a:lnTo>
                <a:cubicBezTo>
                  <a:pt x="272" y="40"/>
                  <a:pt x="271" y="37"/>
                  <a:pt x="275" y="36"/>
                </a:cubicBezTo>
                <a:lnTo>
                  <a:pt x="279" y="33"/>
                </a:lnTo>
                <a:cubicBezTo>
                  <a:pt x="279" y="33"/>
                  <a:pt x="282" y="31"/>
                  <a:pt x="280" y="30"/>
                </a:cubicBezTo>
                <a:cubicBezTo>
                  <a:pt x="280" y="30"/>
                  <a:pt x="276" y="26"/>
                  <a:pt x="276" y="30"/>
                </a:cubicBezTo>
                <a:lnTo>
                  <a:pt x="274" y="32"/>
                </a:lnTo>
                <a:cubicBezTo>
                  <a:pt x="274" y="32"/>
                  <a:pt x="272" y="34"/>
                  <a:pt x="273" y="30"/>
                </a:cubicBezTo>
                <a:lnTo>
                  <a:pt x="274" y="23"/>
                </a:lnTo>
                <a:cubicBezTo>
                  <a:pt x="274" y="23"/>
                  <a:pt x="274" y="18"/>
                  <a:pt x="276" y="17"/>
                </a:cubicBezTo>
                <a:cubicBezTo>
                  <a:pt x="276" y="17"/>
                  <a:pt x="273" y="11"/>
                  <a:pt x="269" y="14"/>
                </a:cubicBezTo>
                <a:cubicBezTo>
                  <a:pt x="269" y="14"/>
                  <a:pt x="263" y="17"/>
                  <a:pt x="267" y="21"/>
                </a:cubicBezTo>
                <a:lnTo>
                  <a:pt x="266" y="35"/>
                </a:lnTo>
                <a:cubicBezTo>
                  <a:pt x="266" y="35"/>
                  <a:pt x="266" y="38"/>
                  <a:pt x="264" y="38"/>
                </a:cubicBezTo>
                <a:lnTo>
                  <a:pt x="258" y="42"/>
                </a:lnTo>
                <a:lnTo>
                  <a:pt x="256" y="43"/>
                </a:lnTo>
                <a:lnTo>
                  <a:pt x="255" y="43"/>
                </a:lnTo>
                <a:close/>
              </a:path>
              <a:path w="489" h="98">
                <a:moveTo>
                  <a:pt x="303" y="56"/>
                </a:moveTo>
                <a:cubicBezTo>
                  <a:pt x="303" y="56"/>
                  <a:pt x="300" y="63"/>
                  <a:pt x="298" y="65"/>
                </a:cubicBezTo>
                <a:lnTo>
                  <a:pt x="304" y="70"/>
                </a:lnTo>
                <a:cubicBezTo>
                  <a:pt x="304" y="70"/>
                  <a:pt x="306" y="73"/>
                  <a:pt x="317" y="73"/>
                </a:cubicBezTo>
                <a:cubicBezTo>
                  <a:pt x="317" y="73"/>
                  <a:pt x="323" y="73"/>
                  <a:pt x="316" y="76"/>
                </a:cubicBezTo>
                <a:lnTo>
                  <a:pt x="307" y="81"/>
                </a:lnTo>
                <a:cubicBezTo>
                  <a:pt x="307" y="81"/>
                  <a:pt x="300" y="84"/>
                  <a:pt x="299" y="80"/>
                </a:cubicBezTo>
                <a:lnTo>
                  <a:pt x="295" y="73"/>
                </a:lnTo>
                <a:cubicBezTo>
                  <a:pt x="295" y="73"/>
                  <a:pt x="294" y="68"/>
                  <a:pt x="293" y="72"/>
                </a:cubicBezTo>
                <a:cubicBezTo>
                  <a:pt x="293" y="72"/>
                  <a:pt x="288" y="78"/>
                  <a:pt x="285" y="78"/>
                </a:cubicBezTo>
                <a:cubicBezTo>
                  <a:pt x="285" y="78"/>
                  <a:pt x="280" y="79"/>
                  <a:pt x="276" y="77"/>
                </a:cubicBezTo>
                <a:cubicBezTo>
                  <a:pt x="276" y="77"/>
                  <a:pt x="269" y="77"/>
                  <a:pt x="279" y="75"/>
                </a:cubicBezTo>
                <a:cubicBezTo>
                  <a:pt x="279" y="75"/>
                  <a:pt x="286" y="73"/>
                  <a:pt x="290" y="66"/>
                </a:cubicBezTo>
                <a:lnTo>
                  <a:pt x="283" y="58"/>
                </a:lnTo>
                <a:cubicBezTo>
                  <a:pt x="283" y="58"/>
                  <a:pt x="280" y="55"/>
                  <a:pt x="284" y="55"/>
                </a:cubicBezTo>
                <a:cubicBezTo>
                  <a:pt x="284" y="55"/>
                  <a:pt x="285" y="54"/>
                  <a:pt x="289" y="57"/>
                </a:cubicBezTo>
                <a:cubicBezTo>
                  <a:pt x="289" y="57"/>
                  <a:pt x="291" y="59"/>
                  <a:pt x="292" y="60"/>
                </a:cubicBezTo>
                <a:cubicBezTo>
                  <a:pt x="293" y="60"/>
                  <a:pt x="293" y="61"/>
                  <a:pt x="295" y="59"/>
                </a:cubicBezTo>
                <a:cubicBezTo>
                  <a:pt x="295" y="58"/>
                  <a:pt x="296" y="56"/>
                  <a:pt x="298" y="52"/>
                </a:cubicBezTo>
                <a:cubicBezTo>
                  <a:pt x="298" y="52"/>
                  <a:pt x="300" y="49"/>
                  <a:pt x="296" y="50"/>
                </a:cubicBezTo>
                <a:cubicBezTo>
                  <a:pt x="296" y="50"/>
                  <a:pt x="293" y="52"/>
                  <a:pt x="292" y="54"/>
                </a:cubicBezTo>
                <a:cubicBezTo>
                  <a:pt x="292" y="54"/>
                  <a:pt x="290" y="56"/>
                  <a:pt x="287" y="54"/>
                </a:cubicBezTo>
                <a:cubicBezTo>
                  <a:pt x="287" y="54"/>
                  <a:pt x="282" y="51"/>
                  <a:pt x="285" y="49"/>
                </a:cubicBezTo>
                <a:lnTo>
                  <a:pt x="286" y="45"/>
                </a:lnTo>
                <a:cubicBezTo>
                  <a:pt x="286" y="45"/>
                  <a:pt x="288" y="40"/>
                  <a:pt x="284" y="44"/>
                </a:cubicBezTo>
                <a:cubicBezTo>
                  <a:pt x="284" y="44"/>
                  <a:pt x="282" y="47"/>
                  <a:pt x="281" y="45"/>
                </a:cubicBezTo>
                <a:lnTo>
                  <a:pt x="276" y="41"/>
                </a:lnTo>
                <a:cubicBezTo>
                  <a:pt x="276" y="41"/>
                  <a:pt x="273" y="38"/>
                  <a:pt x="278" y="39"/>
                </a:cubicBezTo>
                <a:lnTo>
                  <a:pt x="290" y="34"/>
                </a:lnTo>
                <a:cubicBezTo>
                  <a:pt x="290" y="34"/>
                  <a:pt x="291" y="25"/>
                  <a:pt x="292" y="23"/>
                </a:cubicBezTo>
                <a:cubicBezTo>
                  <a:pt x="292" y="23"/>
                  <a:pt x="293" y="14"/>
                  <a:pt x="298" y="15"/>
                </a:cubicBezTo>
                <a:cubicBezTo>
                  <a:pt x="298" y="15"/>
                  <a:pt x="302" y="15"/>
                  <a:pt x="305" y="23"/>
                </a:cubicBezTo>
                <a:cubicBezTo>
                  <a:pt x="305" y="23"/>
                  <a:pt x="308" y="26"/>
                  <a:pt x="304" y="29"/>
                </a:cubicBezTo>
                <a:cubicBezTo>
                  <a:pt x="304" y="29"/>
                  <a:pt x="296" y="34"/>
                  <a:pt x="295" y="35"/>
                </a:cubicBezTo>
                <a:cubicBezTo>
                  <a:pt x="295" y="35"/>
                  <a:pt x="292" y="37"/>
                  <a:pt x="291" y="41"/>
                </a:cubicBezTo>
                <a:cubicBezTo>
                  <a:pt x="291" y="41"/>
                  <a:pt x="287" y="50"/>
                  <a:pt x="291" y="47"/>
                </a:cubicBezTo>
                <a:lnTo>
                  <a:pt x="301" y="40"/>
                </a:lnTo>
                <a:cubicBezTo>
                  <a:pt x="301" y="40"/>
                  <a:pt x="302" y="37"/>
                  <a:pt x="307" y="41"/>
                </a:cubicBezTo>
                <a:cubicBezTo>
                  <a:pt x="307" y="41"/>
                  <a:pt x="312" y="44"/>
                  <a:pt x="309" y="47"/>
                </a:cubicBezTo>
                <a:lnTo>
                  <a:pt x="305" y="52"/>
                </a:lnTo>
                <a:lnTo>
                  <a:pt x="303" y="54"/>
                </a:lnTo>
                <a:lnTo>
                  <a:pt x="303" y="56"/>
                </a:lnTo>
                <a:close/>
                <a:moveTo>
                  <a:pt x="295" y="27"/>
                </a:moveTo>
                <a:cubicBezTo>
                  <a:pt x="295" y="27"/>
                  <a:pt x="297" y="22"/>
                  <a:pt x="299" y="24"/>
                </a:cubicBezTo>
                <a:cubicBezTo>
                  <a:pt x="299" y="24"/>
                  <a:pt x="302" y="24"/>
                  <a:pt x="299" y="27"/>
                </a:cubicBezTo>
                <a:lnTo>
                  <a:pt x="297" y="30"/>
                </a:lnTo>
                <a:cubicBezTo>
                  <a:pt x="297" y="30"/>
                  <a:pt x="294" y="33"/>
                  <a:pt x="295" y="28"/>
                </a:cubicBezTo>
                <a:cubicBezTo>
                  <a:pt x="294" y="33"/>
                  <a:pt x="295" y="27"/>
                  <a:pt x="295" y="27"/>
                </a:cubicBezTo>
                <a:close/>
              </a:path>
              <a:path w="489" h="98">
                <a:moveTo>
                  <a:pt x="354" y="54"/>
                </a:moveTo>
                <a:cubicBezTo>
                  <a:pt x="354" y="54"/>
                  <a:pt x="348" y="58"/>
                  <a:pt x="341" y="59"/>
                </a:cubicBezTo>
                <a:cubicBezTo>
                  <a:pt x="341" y="59"/>
                  <a:pt x="336" y="59"/>
                  <a:pt x="342" y="62"/>
                </a:cubicBezTo>
                <a:lnTo>
                  <a:pt x="347" y="66"/>
                </a:lnTo>
                <a:cubicBezTo>
                  <a:pt x="347" y="66"/>
                  <a:pt x="352" y="67"/>
                  <a:pt x="354" y="64"/>
                </a:cubicBezTo>
                <a:lnTo>
                  <a:pt x="358" y="61"/>
                </a:lnTo>
                <a:cubicBezTo>
                  <a:pt x="358" y="61"/>
                  <a:pt x="364" y="56"/>
                  <a:pt x="361" y="63"/>
                </a:cubicBezTo>
                <a:cubicBezTo>
                  <a:pt x="361" y="63"/>
                  <a:pt x="357" y="73"/>
                  <a:pt x="342" y="79"/>
                </a:cubicBezTo>
                <a:cubicBezTo>
                  <a:pt x="342" y="79"/>
                  <a:pt x="335" y="81"/>
                  <a:pt x="346" y="80"/>
                </a:cubicBezTo>
                <a:cubicBezTo>
                  <a:pt x="346" y="80"/>
                  <a:pt x="365" y="83"/>
                  <a:pt x="372" y="50"/>
                </a:cubicBezTo>
                <a:cubicBezTo>
                  <a:pt x="372" y="50"/>
                  <a:pt x="385" y="41"/>
                  <a:pt x="388" y="40"/>
                </a:cubicBezTo>
                <a:cubicBezTo>
                  <a:pt x="388" y="40"/>
                  <a:pt x="393" y="37"/>
                  <a:pt x="387" y="36"/>
                </a:cubicBezTo>
                <a:cubicBezTo>
                  <a:pt x="387" y="36"/>
                  <a:pt x="383" y="33"/>
                  <a:pt x="380" y="38"/>
                </a:cubicBezTo>
                <a:lnTo>
                  <a:pt x="377" y="40"/>
                </a:lnTo>
                <a:cubicBezTo>
                  <a:pt x="377" y="40"/>
                  <a:pt x="373" y="43"/>
                  <a:pt x="374" y="37"/>
                </a:cubicBezTo>
                <a:lnTo>
                  <a:pt x="376" y="26"/>
                </a:lnTo>
                <a:cubicBezTo>
                  <a:pt x="376" y="26"/>
                  <a:pt x="377" y="22"/>
                  <a:pt x="374" y="21"/>
                </a:cubicBezTo>
                <a:cubicBezTo>
                  <a:pt x="371" y="19"/>
                  <a:pt x="368" y="15"/>
                  <a:pt x="368" y="15"/>
                </a:cubicBezTo>
                <a:cubicBezTo>
                  <a:pt x="368" y="15"/>
                  <a:pt x="365" y="12"/>
                  <a:pt x="365" y="18"/>
                </a:cubicBezTo>
                <a:cubicBezTo>
                  <a:pt x="365" y="18"/>
                  <a:pt x="368" y="35"/>
                  <a:pt x="365" y="47"/>
                </a:cubicBezTo>
                <a:lnTo>
                  <a:pt x="359" y="51"/>
                </a:lnTo>
                <a:lnTo>
                  <a:pt x="357" y="53"/>
                </a:lnTo>
                <a:lnTo>
                  <a:pt x="354" y="54"/>
                </a:lnTo>
                <a:close/>
              </a:path>
              <a:path w="489" h="98">
                <a:moveTo>
                  <a:pt x="378" y="66"/>
                </a:moveTo>
                <a:lnTo>
                  <a:pt x="383" y="76"/>
                </a:lnTo>
                <a:cubicBezTo>
                  <a:pt x="383" y="76"/>
                  <a:pt x="386" y="79"/>
                  <a:pt x="391" y="76"/>
                </a:cubicBezTo>
                <a:lnTo>
                  <a:pt x="401" y="72"/>
                </a:lnTo>
                <a:cubicBezTo>
                  <a:pt x="401" y="72"/>
                  <a:pt x="405" y="70"/>
                  <a:pt x="400" y="70"/>
                </a:cubicBezTo>
                <a:cubicBezTo>
                  <a:pt x="400" y="70"/>
                  <a:pt x="384" y="70"/>
                  <a:pt x="377" y="55"/>
                </a:cubicBezTo>
                <a:cubicBezTo>
                  <a:pt x="377" y="55"/>
                  <a:pt x="374" y="51"/>
                  <a:pt x="374" y="55"/>
                </a:cubicBezTo>
                <a:cubicBezTo>
                  <a:pt x="374" y="55"/>
                  <a:pt x="373" y="56"/>
                  <a:pt x="376" y="60"/>
                </a:cubicBezTo>
                <a:lnTo>
                  <a:pt x="377" y="63"/>
                </a:lnTo>
                <a:lnTo>
                  <a:pt x="378" y="66"/>
                </a:lnTo>
                <a:close/>
              </a:path>
              <a:path w="489" h="98">
                <a:moveTo>
                  <a:pt x="437" y="62"/>
                </a:moveTo>
                <a:cubicBezTo>
                  <a:pt x="437" y="62"/>
                  <a:pt x="428" y="68"/>
                  <a:pt x="424" y="68"/>
                </a:cubicBezTo>
                <a:cubicBezTo>
                  <a:pt x="424" y="68"/>
                  <a:pt x="420" y="68"/>
                  <a:pt x="424" y="71"/>
                </a:cubicBezTo>
                <a:lnTo>
                  <a:pt x="432" y="74"/>
                </a:lnTo>
                <a:cubicBezTo>
                  <a:pt x="432" y="74"/>
                  <a:pt x="436" y="78"/>
                  <a:pt x="438" y="73"/>
                </a:cubicBezTo>
                <a:cubicBezTo>
                  <a:pt x="438" y="73"/>
                  <a:pt x="449" y="59"/>
                  <a:pt x="452" y="59"/>
                </a:cubicBezTo>
                <a:cubicBezTo>
                  <a:pt x="452" y="59"/>
                  <a:pt x="456" y="55"/>
                  <a:pt x="456" y="60"/>
                </a:cubicBezTo>
                <a:cubicBezTo>
                  <a:pt x="456" y="60"/>
                  <a:pt x="456" y="68"/>
                  <a:pt x="456" y="77"/>
                </a:cubicBezTo>
                <a:cubicBezTo>
                  <a:pt x="456" y="77"/>
                  <a:pt x="458" y="86"/>
                  <a:pt x="450" y="85"/>
                </a:cubicBezTo>
                <a:lnTo>
                  <a:pt x="444" y="86"/>
                </a:lnTo>
                <a:lnTo>
                  <a:pt x="451" y="89"/>
                </a:lnTo>
                <a:lnTo>
                  <a:pt x="457" y="91"/>
                </a:lnTo>
                <a:cubicBezTo>
                  <a:pt x="457" y="91"/>
                  <a:pt x="462" y="94"/>
                  <a:pt x="464" y="88"/>
                </a:cubicBezTo>
                <a:cubicBezTo>
                  <a:pt x="464" y="88"/>
                  <a:pt x="465" y="86"/>
                  <a:pt x="463" y="75"/>
                </a:cubicBezTo>
                <a:lnTo>
                  <a:pt x="461" y="54"/>
                </a:lnTo>
                <a:cubicBezTo>
                  <a:pt x="461" y="54"/>
                  <a:pt x="463" y="49"/>
                  <a:pt x="467" y="53"/>
                </a:cubicBezTo>
                <a:lnTo>
                  <a:pt x="467" y="56"/>
                </a:lnTo>
                <a:cubicBezTo>
                  <a:pt x="467" y="56"/>
                  <a:pt x="466" y="60"/>
                  <a:pt x="471" y="56"/>
                </a:cubicBezTo>
                <a:cubicBezTo>
                  <a:pt x="471" y="56"/>
                  <a:pt x="474" y="53"/>
                  <a:pt x="477" y="53"/>
                </a:cubicBezTo>
                <a:cubicBezTo>
                  <a:pt x="477" y="53"/>
                  <a:pt x="480" y="50"/>
                  <a:pt x="476" y="49"/>
                </a:cubicBezTo>
                <a:cubicBezTo>
                  <a:pt x="476" y="49"/>
                  <a:pt x="473" y="45"/>
                  <a:pt x="468" y="46"/>
                </a:cubicBezTo>
                <a:cubicBezTo>
                  <a:pt x="468" y="46"/>
                  <a:pt x="463" y="46"/>
                  <a:pt x="469" y="41"/>
                </a:cubicBezTo>
                <a:lnTo>
                  <a:pt x="473" y="38"/>
                </a:lnTo>
                <a:cubicBezTo>
                  <a:pt x="473" y="38"/>
                  <a:pt x="477" y="35"/>
                  <a:pt x="472" y="33"/>
                </a:cubicBezTo>
                <a:lnTo>
                  <a:pt x="470" y="31"/>
                </a:lnTo>
                <a:cubicBezTo>
                  <a:pt x="470" y="31"/>
                  <a:pt x="467" y="30"/>
                  <a:pt x="473" y="25"/>
                </a:cubicBezTo>
                <a:cubicBezTo>
                  <a:pt x="473" y="25"/>
                  <a:pt x="478" y="20"/>
                  <a:pt x="483" y="19"/>
                </a:cubicBezTo>
                <a:cubicBezTo>
                  <a:pt x="483" y="19"/>
                  <a:pt x="489" y="15"/>
                  <a:pt x="483" y="9"/>
                </a:cubicBezTo>
                <a:cubicBezTo>
                  <a:pt x="483" y="9"/>
                  <a:pt x="478" y="2"/>
                  <a:pt x="472" y="6"/>
                </a:cubicBezTo>
                <a:lnTo>
                  <a:pt x="462" y="11"/>
                </a:lnTo>
                <a:cubicBezTo>
                  <a:pt x="462" y="11"/>
                  <a:pt x="458" y="14"/>
                  <a:pt x="461" y="10"/>
                </a:cubicBezTo>
                <a:cubicBezTo>
                  <a:pt x="461" y="10"/>
                  <a:pt x="463" y="6"/>
                  <a:pt x="460" y="5"/>
                </a:cubicBezTo>
                <a:lnTo>
                  <a:pt x="457" y="3"/>
                </a:lnTo>
                <a:cubicBezTo>
                  <a:pt x="457" y="3"/>
                  <a:pt x="453" y="0"/>
                  <a:pt x="453" y="4"/>
                </a:cubicBezTo>
                <a:cubicBezTo>
                  <a:pt x="453" y="4"/>
                  <a:pt x="451" y="12"/>
                  <a:pt x="447" y="10"/>
                </a:cubicBezTo>
                <a:cubicBezTo>
                  <a:pt x="447" y="10"/>
                  <a:pt x="442" y="8"/>
                  <a:pt x="442" y="11"/>
                </a:cubicBezTo>
                <a:cubicBezTo>
                  <a:pt x="442" y="11"/>
                  <a:pt x="449" y="15"/>
                  <a:pt x="446" y="18"/>
                </a:cubicBezTo>
                <a:cubicBezTo>
                  <a:pt x="446" y="18"/>
                  <a:pt x="441" y="24"/>
                  <a:pt x="439" y="18"/>
                </a:cubicBezTo>
                <a:cubicBezTo>
                  <a:pt x="439" y="18"/>
                  <a:pt x="436" y="11"/>
                  <a:pt x="430" y="9"/>
                </a:cubicBezTo>
                <a:cubicBezTo>
                  <a:pt x="430" y="9"/>
                  <a:pt x="425" y="7"/>
                  <a:pt x="428" y="11"/>
                </a:cubicBezTo>
                <a:cubicBezTo>
                  <a:pt x="428" y="11"/>
                  <a:pt x="434" y="16"/>
                  <a:pt x="435" y="21"/>
                </a:cubicBezTo>
                <a:cubicBezTo>
                  <a:pt x="435" y="21"/>
                  <a:pt x="438" y="27"/>
                  <a:pt x="433" y="23"/>
                </a:cubicBezTo>
                <a:cubicBezTo>
                  <a:pt x="433" y="23"/>
                  <a:pt x="426" y="17"/>
                  <a:pt x="427" y="21"/>
                </a:cubicBezTo>
                <a:cubicBezTo>
                  <a:pt x="427" y="21"/>
                  <a:pt x="433" y="32"/>
                  <a:pt x="436" y="37"/>
                </a:cubicBezTo>
                <a:cubicBezTo>
                  <a:pt x="436" y="37"/>
                  <a:pt x="439" y="42"/>
                  <a:pt x="439" y="36"/>
                </a:cubicBezTo>
                <a:cubicBezTo>
                  <a:pt x="439" y="36"/>
                  <a:pt x="438" y="30"/>
                  <a:pt x="442" y="34"/>
                </a:cubicBezTo>
                <a:cubicBezTo>
                  <a:pt x="442" y="34"/>
                  <a:pt x="445" y="37"/>
                  <a:pt x="447" y="35"/>
                </a:cubicBezTo>
                <a:cubicBezTo>
                  <a:pt x="447" y="35"/>
                  <a:pt x="449" y="31"/>
                  <a:pt x="447" y="31"/>
                </a:cubicBezTo>
                <a:cubicBezTo>
                  <a:pt x="444" y="30"/>
                  <a:pt x="445" y="26"/>
                  <a:pt x="445" y="26"/>
                </a:cubicBezTo>
                <a:cubicBezTo>
                  <a:pt x="445" y="26"/>
                  <a:pt x="443" y="22"/>
                  <a:pt x="445" y="22"/>
                </a:cubicBezTo>
                <a:cubicBezTo>
                  <a:pt x="445" y="22"/>
                  <a:pt x="453" y="17"/>
                  <a:pt x="450" y="22"/>
                </a:cubicBezTo>
                <a:cubicBezTo>
                  <a:pt x="450" y="22"/>
                  <a:pt x="444" y="27"/>
                  <a:pt x="452" y="32"/>
                </a:cubicBezTo>
                <a:cubicBezTo>
                  <a:pt x="452" y="32"/>
                  <a:pt x="460" y="35"/>
                  <a:pt x="463" y="28"/>
                </a:cubicBezTo>
                <a:cubicBezTo>
                  <a:pt x="463" y="28"/>
                  <a:pt x="464" y="23"/>
                  <a:pt x="462" y="21"/>
                </a:cubicBezTo>
                <a:cubicBezTo>
                  <a:pt x="462" y="21"/>
                  <a:pt x="458" y="16"/>
                  <a:pt x="463" y="16"/>
                </a:cubicBezTo>
                <a:lnTo>
                  <a:pt x="468" y="14"/>
                </a:lnTo>
                <a:cubicBezTo>
                  <a:pt x="468" y="14"/>
                  <a:pt x="473" y="12"/>
                  <a:pt x="472" y="16"/>
                </a:cubicBezTo>
                <a:lnTo>
                  <a:pt x="466" y="28"/>
                </a:lnTo>
                <a:cubicBezTo>
                  <a:pt x="466" y="28"/>
                  <a:pt x="463" y="34"/>
                  <a:pt x="460" y="34"/>
                </a:cubicBezTo>
                <a:lnTo>
                  <a:pt x="444" y="43"/>
                </a:lnTo>
                <a:cubicBezTo>
                  <a:pt x="444" y="43"/>
                  <a:pt x="437" y="45"/>
                  <a:pt x="442" y="46"/>
                </a:cubicBezTo>
                <a:cubicBezTo>
                  <a:pt x="442" y="46"/>
                  <a:pt x="447" y="48"/>
                  <a:pt x="450" y="44"/>
                </a:cubicBezTo>
                <a:lnTo>
                  <a:pt x="458" y="40"/>
                </a:lnTo>
                <a:cubicBezTo>
                  <a:pt x="458" y="40"/>
                  <a:pt x="463" y="36"/>
                  <a:pt x="460" y="42"/>
                </a:cubicBezTo>
                <a:cubicBezTo>
                  <a:pt x="460" y="42"/>
                  <a:pt x="460" y="47"/>
                  <a:pt x="453" y="52"/>
                </a:cubicBezTo>
                <a:lnTo>
                  <a:pt x="443" y="59"/>
                </a:lnTo>
                <a:lnTo>
                  <a:pt x="440" y="60"/>
                </a:lnTo>
                <a:lnTo>
                  <a:pt x="437" y="62"/>
                </a:lnTo>
                <a:close/>
                <a:moveTo>
                  <a:pt x="456" y="23"/>
                </a:moveTo>
                <a:cubicBezTo>
                  <a:pt x="457" y="23"/>
                  <a:pt x="458" y="24"/>
                  <a:pt x="458" y="25"/>
                </a:cubicBezTo>
                <a:cubicBezTo>
                  <a:pt x="458" y="27"/>
                  <a:pt x="457" y="28"/>
                  <a:pt x="456" y="28"/>
                </a:cubicBezTo>
                <a:cubicBezTo>
                  <a:pt x="455" y="28"/>
                  <a:pt x="454" y="27"/>
                  <a:pt x="454" y="25"/>
                </a:cubicBezTo>
                <a:cubicBezTo>
                  <a:pt x="454" y="24"/>
                  <a:pt x="455" y="23"/>
                  <a:pt x="456" y="23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19" name="Freeform 6"/>
          <p:cNvSpPr>
            <a:spLocks noGrp="1"/>
          </p:cNvSpPr>
          <p:nvPr/>
        </p:nvSpPr>
        <p:spPr>
          <a:xfrm>
            <a:off x="10465525" y="520851"/>
            <a:ext cx="1549319" cy="49527"/>
          </a:xfrm>
          <a:custGeom>
            <a:avLst/>
            <a:gdLst/>
            <a:ahLst/>
            <a:cxnLst/>
            <a:rect l="l" t="t" r="r" b="b"/>
            <a:pathLst>
              <a:path w="471" h="15">
                <a:moveTo>
                  <a:pt x="0" y="15"/>
                </a:moveTo>
                <a:lnTo>
                  <a:pt x="0" y="0"/>
                </a:lnTo>
                <a:lnTo>
                  <a:pt x="2" y="0"/>
                </a:lnTo>
                <a:lnTo>
                  <a:pt x="2" y="6"/>
                </a:lnTo>
                <a:lnTo>
                  <a:pt x="9" y="6"/>
                </a:lnTo>
                <a:lnTo>
                  <a:pt x="9" y="0"/>
                </a:lnTo>
                <a:lnTo>
                  <a:pt x="10" y="0"/>
                </a:lnTo>
                <a:lnTo>
                  <a:pt x="10" y="15"/>
                </a:lnTo>
                <a:lnTo>
                  <a:pt x="9" y="15"/>
                </a:lnTo>
                <a:lnTo>
                  <a:pt x="9" y="8"/>
                </a:lnTo>
                <a:lnTo>
                  <a:pt x="2" y="8"/>
                </a:lnTo>
                <a:lnTo>
                  <a:pt x="2" y="15"/>
                </a:lnTo>
                <a:lnTo>
                  <a:pt x="0" y="15"/>
                </a:lnTo>
                <a:close/>
              </a:path>
              <a:path w="471" h="15">
                <a:moveTo>
                  <a:pt x="21" y="0"/>
                </a:moveTo>
                <a:lnTo>
                  <a:pt x="22" y="0"/>
                </a:lnTo>
                <a:lnTo>
                  <a:pt x="22" y="9"/>
                </a:lnTo>
                <a:cubicBezTo>
                  <a:pt x="22" y="10"/>
                  <a:pt x="22" y="11"/>
                  <a:pt x="22" y="12"/>
                </a:cubicBezTo>
                <a:cubicBezTo>
                  <a:pt x="22" y="13"/>
                  <a:pt x="21" y="14"/>
                  <a:pt x="20" y="14"/>
                </a:cubicBezTo>
                <a:cubicBezTo>
                  <a:pt x="20" y="15"/>
                  <a:pt x="19" y="15"/>
                  <a:pt x="17" y="15"/>
                </a:cubicBezTo>
                <a:cubicBezTo>
                  <a:pt x="16" y="15"/>
                  <a:pt x="15" y="15"/>
                  <a:pt x="15" y="14"/>
                </a:cubicBezTo>
                <a:cubicBezTo>
                  <a:pt x="14" y="14"/>
                  <a:pt x="13" y="13"/>
                  <a:pt x="13" y="12"/>
                </a:cubicBezTo>
                <a:cubicBezTo>
                  <a:pt x="13" y="11"/>
                  <a:pt x="12" y="10"/>
                  <a:pt x="12" y="9"/>
                </a:cubicBezTo>
                <a:lnTo>
                  <a:pt x="12" y="0"/>
                </a:lnTo>
                <a:lnTo>
                  <a:pt x="14" y="0"/>
                </a:lnTo>
                <a:lnTo>
                  <a:pt x="14" y="9"/>
                </a:lnTo>
                <a:cubicBezTo>
                  <a:pt x="14" y="10"/>
                  <a:pt x="14" y="11"/>
                  <a:pt x="14" y="11"/>
                </a:cubicBezTo>
                <a:cubicBezTo>
                  <a:pt x="15" y="12"/>
                  <a:pt x="15" y="12"/>
                  <a:pt x="15" y="13"/>
                </a:cubicBezTo>
                <a:cubicBezTo>
                  <a:pt x="16" y="13"/>
                  <a:pt x="17" y="13"/>
                  <a:pt x="17" y="13"/>
                </a:cubicBezTo>
                <a:cubicBezTo>
                  <a:pt x="18" y="13"/>
                  <a:pt x="19" y="13"/>
                  <a:pt x="20" y="12"/>
                </a:cubicBezTo>
                <a:cubicBezTo>
                  <a:pt x="20" y="12"/>
                  <a:pt x="21" y="10"/>
                  <a:pt x="21" y="9"/>
                </a:cubicBezTo>
                <a:lnTo>
                  <a:pt x="21" y="0"/>
                </a:lnTo>
                <a:close/>
              </a:path>
              <a:path w="471" h="15">
                <a:moveTo>
                  <a:pt x="23" y="15"/>
                </a:moveTo>
                <a:lnTo>
                  <a:pt x="28" y="0"/>
                </a:lnTo>
                <a:lnTo>
                  <a:pt x="30" y="0"/>
                </a:lnTo>
                <a:lnTo>
                  <a:pt x="35" y="15"/>
                </a:lnTo>
                <a:lnTo>
                  <a:pt x="33" y="15"/>
                </a:lnTo>
                <a:lnTo>
                  <a:pt x="32" y="10"/>
                </a:lnTo>
                <a:lnTo>
                  <a:pt x="26" y="10"/>
                </a:lnTo>
                <a:lnTo>
                  <a:pt x="25" y="15"/>
                </a:lnTo>
                <a:lnTo>
                  <a:pt x="23" y="15"/>
                </a:lnTo>
                <a:close/>
                <a:moveTo>
                  <a:pt x="27" y="9"/>
                </a:moveTo>
                <a:lnTo>
                  <a:pt x="31" y="9"/>
                </a:lnTo>
                <a:lnTo>
                  <a:pt x="30" y="5"/>
                </a:lnTo>
                <a:cubicBezTo>
                  <a:pt x="29" y="4"/>
                  <a:pt x="29" y="3"/>
                  <a:pt x="29" y="2"/>
                </a:cubicBezTo>
                <a:cubicBezTo>
                  <a:pt x="29" y="3"/>
                  <a:pt x="28" y="4"/>
                  <a:pt x="28" y="5"/>
                </a:cubicBezTo>
                <a:lnTo>
                  <a:pt x="27" y="9"/>
                </a:lnTo>
                <a:close/>
              </a:path>
              <a:path w="471" h="15">
                <a:moveTo>
                  <a:pt x="35" y="15"/>
                </a:moveTo>
                <a:lnTo>
                  <a:pt x="35" y="13"/>
                </a:lnTo>
                <a:lnTo>
                  <a:pt x="41" y="4"/>
                </a:lnTo>
                <a:cubicBezTo>
                  <a:pt x="42" y="3"/>
                  <a:pt x="42" y="2"/>
                  <a:pt x="42" y="2"/>
                </a:cubicBezTo>
                <a:lnTo>
                  <a:pt x="35" y="2"/>
                </a:lnTo>
                <a:lnTo>
                  <a:pt x="35" y="0"/>
                </a:lnTo>
                <a:lnTo>
                  <a:pt x="44" y="0"/>
                </a:lnTo>
                <a:lnTo>
                  <a:pt x="44" y="2"/>
                </a:lnTo>
                <a:lnTo>
                  <a:pt x="37" y="12"/>
                </a:lnTo>
                <a:lnTo>
                  <a:pt x="37" y="13"/>
                </a:lnTo>
                <a:lnTo>
                  <a:pt x="45" y="13"/>
                </a:lnTo>
                <a:lnTo>
                  <a:pt x="45" y="15"/>
                </a:lnTo>
                <a:lnTo>
                  <a:pt x="35" y="15"/>
                </a:lnTo>
                <a:close/>
              </a:path>
              <a:path w="471" h="15">
                <a:moveTo>
                  <a:pt x="46" y="15"/>
                </a:moveTo>
                <a:lnTo>
                  <a:pt x="46" y="0"/>
                </a:lnTo>
                <a:lnTo>
                  <a:pt x="48" y="0"/>
                </a:lnTo>
                <a:lnTo>
                  <a:pt x="48" y="6"/>
                </a:lnTo>
                <a:lnTo>
                  <a:pt x="54" y="6"/>
                </a:lnTo>
                <a:lnTo>
                  <a:pt x="54" y="0"/>
                </a:lnTo>
                <a:lnTo>
                  <a:pt x="56" y="0"/>
                </a:lnTo>
                <a:lnTo>
                  <a:pt x="56" y="15"/>
                </a:lnTo>
                <a:lnTo>
                  <a:pt x="54" y="15"/>
                </a:lnTo>
                <a:lnTo>
                  <a:pt x="54" y="8"/>
                </a:lnTo>
                <a:lnTo>
                  <a:pt x="48" y="8"/>
                </a:lnTo>
                <a:lnTo>
                  <a:pt x="48" y="15"/>
                </a:lnTo>
                <a:lnTo>
                  <a:pt x="46" y="15"/>
                </a:lnTo>
                <a:close/>
              </a:path>
              <a:path w="471" h="15">
                <a:moveTo>
                  <a:pt x="58" y="8"/>
                </a:moveTo>
                <a:cubicBezTo>
                  <a:pt x="58" y="5"/>
                  <a:pt x="58" y="3"/>
                  <a:pt x="59" y="2"/>
                </a:cubicBezTo>
                <a:cubicBezTo>
                  <a:pt x="60" y="1"/>
                  <a:pt x="62" y="0"/>
                  <a:pt x="64" y="0"/>
                </a:cubicBezTo>
                <a:cubicBezTo>
                  <a:pt x="65" y="0"/>
                  <a:pt x="66" y="0"/>
                  <a:pt x="67" y="1"/>
                </a:cubicBezTo>
                <a:cubicBezTo>
                  <a:pt x="68" y="2"/>
                  <a:pt x="68" y="3"/>
                  <a:pt x="69" y="4"/>
                </a:cubicBezTo>
                <a:cubicBezTo>
                  <a:pt x="69" y="5"/>
                  <a:pt x="70" y="6"/>
                  <a:pt x="70" y="8"/>
                </a:cubicBezTo>
                <a:cubicBezTo>
                  <a:pt x="70" y="9"/>
                  <a:pt x="69" y="10"/>
                  <a:pt x="69" y="11"/>
                </a:cubicBezTo>
                <a:cubicBezTo>
                  <a:pt x="68" y="13"/>
                  <a:pt x="68" y="13"/>
                  <a:pt x="67" y="14"/>
                </a:cubicBezTo>
                <a:cubicBezTo>
                  <a:pt x="66" y="15"/>
                  <a:pt x="65" y="15"/>
                  <a:pt x="64" y="15"/>
                </a:cubicBezTo>
                <a:cubicBezTo>
                  <a:pt x="62" y="15"/>
                  <a:pt x="61" y="15"/>
                  <a:pt x="60" y="14"/>
                </a:cubicBezTo>
                <a:cubicBezTo>
                  <a:pt x="59" y="13"/>
                  <a:pt x="59" y="12"/>
                  <a:pt x="58" y="11"/>
                </a:cubicBezTo>
                <a:cubicBezTo>
                  <a:pt x="58" y="10"/>
                  <a:pt x="58" y="9"/>
                  <a:pt x="58" y="8"/>
                </a:cubicBezTo>
                <a:close/>
                <a:moveTo>
                  <a:pt x="59" y="8"/>
                </a:moveTo>
                <a:cubicBezTo>
                  <a:pt x="59" y="9"/>
                  <a:pt x="60" y="11"/>
                  <a:pt x="60" y="12"/>
                </a:cubicBezTo>
                <a:cubicBezTo>
                  <a:pt x="61" y="13"/>
                  <a:pt x="62" y="13"/>
                  <a:pt x="64" y="13"/>
                </a:cubicBezTo>
                <a:cubicBezTo>
                  <a:pt x="65" y="13"/>
                  <a:pt x="66" y="13"/>
                  <a:pt x="67" y="12"/>
                </a:cubicBezTo>
                <a:cubicBezTo>
                  <a:pt x="67" y="11"/>
                  <a:pt x="68" y="9"/>
                  <a:pt x="68" y="7"/>
                </a:cubicBezTo>
                <a:cubicBezTo>
                  <a:pt x="68" y="6"/>
                  <a:pt x="68" y="5"/>
                  <a:pt x="67" y="4"/>
                </a:cubicBezTo>
                <a:cubicBezTo>
                  <a:pt x="67" y="4"/>
                  <a:pt x="66" y="3"/>
                  <a:pt x="66" y="2"/>
                </a:cubicBezTo>
                <a:cubicBezTo>
                  <a:pt x="65" y="2"/>
                  <a:pt x="64" y="2"/>
                  <a:pt x="64" y="2"/>
                </a:cubicBezTo>
                <a:cubicBezTo>
                  <a:pt x="62" y="2"/>
                  <a:pt x="61" y="2"/>
                  <a:pt x="61" y="3"/>
                </a:cubicBezTo>
                <a:cubicBezTo>
                  <a:pt x="60" y="4"/>
                  <a:pt x="59" y="6"/>
                  <a:pt x="59" y="8"/>
                </a:cubicBezTo>
                <a:close/>
              </a:path>
              <a:path w="471" h="15">
                <a:moveTo>
                  <a:pt x="71" y="15"/>
                </a:moveTo>
                <a:lnTo>
                  <a:pt x="71" y="0"/>
                </a:lnTo>
                <a:lnTo>
                  <a:pt x="73" y="0"/>
                </a:lnTo>
                <a:lnTo>
                  <a:pt x="79" y="12"/>
                </a:lnTo>
                <a:lnTo>
                  <a:pt x="79" y="0"/>
                </a:lnTo>
                <a:lnTo>
                  <a:pt x="81" y="0"/>
                </a:lnTo>
                <a:lnTo>
                  <a:pt x="81" y="15"/>
                </a:lnTo>
                <a:lnTo>
                  <a:pt x="79" y="15"/>
                </a:lnTo>
                <a:lnTo>
                  <a:pt x="73" y="3"/>
                </a:lnTo>
                <a:lnTo>
                  <a:pt x="73" y="15"/>
                </a:lnTo>
                <a:lnTo>
                  <a:pt x="71" y="15"/>
                </a:lnTo>
                <a:close/>
              </a:path>
              <a:path w="471" h="15">
                <a:moveTo>
                  <a:pt x="89" y="9"/>
                </a:moveTo>
                <a:lnTo>
                  <a:pt x="89" y="7"/>
                </a:lnTo>
                <a:lnTo>
                  <a:pt x="94" y="7"/>
                </a:lnTo>
                <a:lnTo>
                  <a:pt x="94" y="13"/>
                </a:lnTo>
                <a:cubicBezTo>
                  <a:pt x="94" y="13"/>
                  <a:pt x="93" y="14"/>
                  <a:pt x="92" y="14"/>
                </a:cubicBezTo>
                <a:cubicBezTo>
                  <a:pt x="91" y="15"/>
                  <a:pt x="90" y="15"/>
                  <a:pt x="89" y="15"/>
                </a:cubicBezTo>
                <a:cubicBezTo>
                  <a:pt x="88" y="15"/>
                  <a:pt x="87" y="15"/>
                  <a:pt x="86" y="14"/>
                </a:cubicBezTo>
                <a:cubicBezTo>
                  <a:pt x="85" y="13"/>
                  <a:pt x="84" y="13"/>
                  <a:pt x="84" y="11"/>
                </a:cubicBezTo>
                <a:cubicBezTo>
                  <a:pt x="83" y="10"/>
                  <a:pt x="83" y="9"/>
                  <a:pt x="83" y="8"/>
                </a:cubicBezTo>
                <a:cubicBezTo>
                  <a:pt x="83" y="6"/>
                  <a:pt x="83" y="5"/>
                  <a:pt x="84" y="4"/>
                </a:cubicBezTo>
                <a:cubicBezTo>
                  <a:pt x="84" y="2"/>
                  <a:pt x="85" y="2"/>
                  <a:pt x="86" y="1"/>
                </a:cubicBezTo>
                <a:cubicBezTo>
                  <a:pt x="87" y="0"/>
                  <a:pt x="88" y="0"/>
                  <a:pt x="89" y="0"/>
                </a:cubicBezTo>
                <a:cubicBezTo>
                  <a:pt x="90" y="0"/>
                  <a:pt x="91" y="0"/>
                  <a:pt x="92" y="1"/>
                </a:cubicBezTo>
                <a:cubicBezTo>
                  <a:pt x="92" y="1"/>
                  <a:pt x="93" y="1"/>
                  <a:pt x="93" y="2"/>
                </a:cubicBezTo>
                <a:cubicBezTo>
                  <a:pt x="94" y="3"/>
                  <a:pt x="94" y="3"/>
                  <a:pt x="94" y="4"/>
                </a:cubicBezTo>
                <a:lnTo>
                  <a:pt x="93" y="5"/>
                </a:lnTo>
                <a:cubicBezTo>
                  <a:pt x="93" y="4"/>
                  <a:pt x="92" y="3"/>
                  <a:pt x="92" y="3"/>
                </a:cubicBezTo>
                <a:cubicBezTo>
                  <a:pt x="92" y="3"/>
                  <a:pt x="91" y="2"/>
                  <a:pt x="91" y="2"/>
                </a:cubicBezTo>
                <a:cubicBezTo>
                  <a:pt x="90" y="2"/>
                  <a:pt x="90" y="2"/>
                  <a:pt x="89" y="2"/>
                </a:cubicBezTo>
                <a:cubicBezTo>
                  <a:pt x="88" y="2"/>
                  <a:pt x="88" y="2"/>
                  <a:pt x="87" y="2"/>
                </a:cubicBezTo>
                <a:cubicBezTo>
                  <a:pt x="87" y="2"/>
                  <a:pt x="86" y="3"/>
                  <a:pt x="86" y="3"/>
                </a:cubicBezTo>
                <a:cubicBezTo>
                  <a:pt x="86" y="4"/>
                  <a:pt x="85" y="4"/>
                  <a:pt x="85" y="5"/>
                </a:cubicBezTo>
                <a:cubicBezTo>
                  <a:pt x="85" y="5"/>
                  <a:pt x="85" y="6"/>
                  <a:pt x="85" y="7"/>
                </a:cubicBezTo>
                <a:cubicBezTo>
                  <a:pt x="85" y="9"/>
                  <a:pt x="85" y="10"/>
                  <a:pt x="85" y="11"/>
                </a:cubicBezTo>
                <a:cubicBezTo>
                  <a:pt x="86" y="12"/>
                  <a:pt x="86" y="12"/>
                  <a:pt x="87" y="13"/>
                </a:cubicBezTo>
                <a:cubicBezTo>
                  <a:pt x="88" y="13"/>
                  <a:pt x="88" y="13"/>
                  <a:pt x="89" y="13"/>
                </a:cubicBezTo>
                <a:cubicBezTo>
                  <a:pt x="90" y="13"/>
                  <a:pt x="91" y="13"/>
                  <a:pt x="91" y="13"/>
                </a:cubicBezTo>
                <a:cubicBezTo>
                  <a:pt x="92" y="12"/>
                  <a:pt x="92" y="12"/>
                  <a:pt x="93" y="12"/>
                </a:cubicBezTo>
                <a:lnTo>
                  <a:pt x="93" y="9"/>
                </a:lnTo>
                <a:lnTo>
                  <a:pt x="89" y="9"/>
                </a:lnTo>
                <a:close/>
              </a:path>
              <a:path w="471" h="15">
                <a:moveTo>
                  <a:pt x="110" y="0"/>
                </a:moveTo>
                <a:lnTo>
                  <a:pt x="112" y="0"/>
                </a:lnTo>
                <a:lnTo>
                  <a:pt x="112" y="9"/>
                </a:lnTo>
                <a:cubicBezTo>
                  <a:pt x="112" y="10"/>
                  <a:pt x="111" y="11"/>
                  <a:pt x="111" y="12"/>
                </a:cubicBezTo>
                <a:cubicBezTo>
                  <a:pt x="111" y="13"/>
                  <a:pt x="110" y="14"/>
                  <a:pt x="110" y="14"/>
                </a:cubicBezTo>
                <a:cubicBezTo>
                  <a:pt x="109" y="15"/>
                  <a:pt x="108" y="15"/>
                  <a:pt x="107" y="15"/>
                </a:cubicBezTo>
                <a:cubicBezTo>
                  <a:pt x="106" y="15"/>
                  <a:pt x="105" y="15"/>
                  <a:pt x="104" y="14"/>
                </a:cubicBezTo>
                <a:cubicBezTo>
                  <a:pt x="103" y="14"/>
                  <a:pt x="103" y="13"/>
                  <a:pt x="102" y="12"/>
                </a:cubicBezTo>
                <a:cubicBezTo>
                  <a:pt x="102" y="11"/>
                  <a:pt x="102" y="10"/>
                  <a:pt x="102" y="9"/>
                </a:cubicBezTo>
                <a:lnTo>
                  <a:pt x="102" y="0"/>
                </a:lnTo>
                <a:lnTo>
                  <a:pt x="103" y="0"/>
                </a:lnTo>
                <a:lnTo>
                  <a:pt x="103" y="9"/>
                </a:lnTo>
                <a:cubicBezTo>
                  <a:pt x="103" y="10"/>
                  <a:pt x="104" y="11"/>
                  <a:pt x="104" y="11"/>
                </a:cubicBezTo>
                <a:cubicBezTo>
                  <a:pt x="104" y="12"/>
                  <a:pt x="104" y="12"/>
                  <a:pt x="105" y="13"/>
                </a:cubicBezTo>
                <a:cubicBezTo>
                  <a:pt x="105" y="13"/>
                  <a:pt x="106" y="13"/>
                  <a:pt x="107" y="13"/>
                </a:cubicBezTo>
                <a:cubicBezTo>
                  <a:pt x="108" y="13"/>
                  <a:pt x="109" y="13"/>
                  <a:pt x="109" y="12"/>
                </a:cubicBezTo>
                <a:cubicBezTo>
                  <a:pt x="110" y="12"/>
                  <a:pt x="110" y="10"/>
                  <a:pt x="110" y="9"/>
                </a:cubicBezTo>
                <a:lnTo>
                  <a:pt x="110" y="0"/>
                </a:lnTo>
                <a:close/>
              </a:path>
              <a:path w="471" h="15">
                <a:moveTo>
                  <a:pt x="114" y="15"/>
                </a:moveTo>
                <a:lnTo>
                  <a:pt x="114" y="0"/>
                </a:lnTo>
                <a:lnTo>
                  <a:pt x="116" y="0"/>
                </a:lnTo>
                <a:lnTo>
                  <a:pt x="122" y="12"/>
                </a:lnTo>
                <a:lnTo>
                  <a:pt x="122" y="0"/>
                </a:lnTo>
                <a:lnTo>
                  <a:pt x="124" y="0"/>
                </a:lnTo>
                <a:lnTo>
                  <a:pt x="124" y="15"/>
                </a:lnTo>
                <a:lnTo>
                  <a:pt x="122" y="15"/>
                </a:lnTo>
                <a:lnTo>
                  <a:pt x="115" y="3"/>
                </a:lnTo>
                <a:lnTo>
                  <a:pt x="115" y="15"/>
                </a:lnTo>
                <a:lnTo>
                  <a:pt x="114" y="15"/>
                </a:lnTo>
                <a:close/>
              </a:path>
              <a:path w="471" h="15">
                <a:moveTo>
                  <a:pt x="126" y="15"/>
                </a:moveTo>
                <a:lnTo>
                  <a:pt x="126" y="0"/>
                </a:lnTo>
                <a:lnTo>
                  <a:pt x="128" y="0"/>
                </a:lnTo>
                <a:lnTo>
                  <a:pt x="128" y="15"/>
                </a:lnTo>
                <a:lnTo>
                  <a:pt x="126" y="15"/>
                </a:lnTo>
                <a:close/>
              </a:path>
              <a:path w="471" h="15">
                <a:moveTo>
                  <a:pt x="134" y="15"/>
                </a:moveTo>
                <a:lnTo>
                  <a:pt x="129" y="0"/>
                </a:lnTo>
                <a:lnTo>
                  <a:pt x="131" y="0"/>
                </a:lnTo>
                <a:lnTo>
                  <a:pt x="134" y="11"/>
                </a:lnTo>
                <a:cubicBezTo>
                  <a:pt x="134" y="12"/>
                  <a:pt x="135" y="12"/>
                  <a:pt x="135" y="13"/>
                </a:cubicBezTo>
                <a:cubicBezTo>
                  <a:pt x="135" y="12"/>
                  <a:pt x="135" y="12"/>
                  <a:pt x="135" y="11"/>
                </a:cubicBezTo>
                <a:lnTo>
                  <a:pt x="139" y="0"/>
                </a:lnTo>
                <a:lnTo>
                  <a:pt x="141" y="0"/>
                </a:lnTo>
                <a:lnTo>
                  <a:pt x="136" y="15"/>
                </a:lnTo>
                <a:lnTo>
                  <a:pt x="134" y="15"/>
                </a:lnTo>
                <a:close/>
              </a:path>
              <a:path w="471" h="15">
                <a:moveTo>
                  <a:pt x="142" y="15"/>
                </a:moveTo>
                <a:lnTo>
                  <a:pt x="142" y="0"/>
                </a:lnTo>
                <a:lnTo>
                  <a:pt x="151" y="0"/>
                </a:lnTo>
                <a:lnTo>
                  <a:pt x="151" y="2"/>
                </a:lnTo>
                <a:lnTo>
                  <a:pt x="143" y="2"/>
                </a:lnTo>
                <a:lnTo>
                  <a:pt x="143" y="6"/>
                </a:lnTo>
                <a:lnTo>
                  <a:pt x="150" y="6"/>
                </a:lnTo>
                <a:lnTo>
                  <a:pt x="150" y="8"/>
                </a:lnTo>
                <a:lnTo>
                  <a:pt x="143" y="8"/>
                </a:lnTo>
                <a:lnTo>
                  <a:pt x="143" y="13"/>
                </a:lnTo>
                <a:lnTo>
                  <a:pt x="151" y="13"/>
                </a:lnTo>
                <a:lnTo>
                  <a:pt x="151" y="15"/>
                </a:lnTo>
                <a:lnTo>
                  <a:pt x="142" y="15"/>
                </a:lnTo>
                <a:close/>
              </a:path>
              <a:path w="471" h="15">
                <a:moveTo>
                  <a:pt x="153" y="15"/>
                </a:moveTo>
                <a:lnTo>
                  <a:pt x="153" y="0"/>
                </a:lnTo>
                <a:lnTo>
                  <a:pt x="158" y="0"/>
                </a:lnTo>
                <a:cubicBezTo>
                  <a:pt x="159" y="0"/>
                  <a:pt x="160" y="0"/>
                  <a:pt x="161" y="1"/>
                </a:cubicBezTo>
                <a:cubicBezTo>
                  <a:pt x="161" y="1"/>
                  <a:pt x="162" y="1"/>
                  <a:pt x="162" y="2"/>
                </a:cubicBezTo>
                <a:cubicBezTo>
                  <a:pt x="163" y="3"/>
                  <a:pt x="163" y="3"/>
                  <a:pt x="163" y="4"/>
                </a:cubicBezTo>
                <a:cubicBezTo>
                  <a:pt x="163" y="5"/>
                  <a:pt x="162" y="6"/>
                  <a:pt x="162" y="7"/>
                </a:cubicBezTo>
                <a:cubicBezTo>
                  <a:pt x="161" y="7"/>
                  <a:pt x="160" y="8"/>
                  <a:pt x="159" y="8"/>
                </a:cubicBezTo>
                <a:cubicBezTo>
                  <a:pt x="160" y="8"/>
                  <a:pt x="160" y="9"/>
                  <a:pt x="160" y="9"/>
                </a:cubicBezTo>
                <a:cubicBezTo>
                  <a:pt x="161" y="9"/>
                  <a:pt x="161" y="10"/>
                  <a:pt x="162" y="11"/>
                </a:cubicBezTo>
                <a:lnTo>
                  <a:pt x="164" y="15"/>
                </a:lnTo>
                <a:lnTo>
                  <a:pt x="162" y="15"/>
                </a:lnTo>
                <a:lnTo>
                  <a:pt x="160" y="12"/>
                </a:lnTo>
                <a:cubicBezTo>
                  <a:pt x="160" y="11"/>
                  <a:pt x="159" y="10"/>
                  <a:pt x="159" y="10"/>
                </a:cubicBezTo>
                <a:cubicBezTo>
                  <a:pt x="159" y="9"/>
                  <a:pt x="158" y="9"/>
                  <a:pt x="158" y="9"/>
                </a:cubicBezTo>
                <a:cubicBezTo>
                  <a:pt x="158" y="9"/>
                  <a:pt x="158" y="8"/>
                  <a:pt x="157" y="8"/>
                </a:cubicBezTo>
                <a:cubicBezTo>
                  <a:pt x="157" y="8"/>
                  <a:pt x="157" y="8"/>
                  <a:pt x="156" y="8"/>
                </a:cubicBezTo>
                <a:lnTo>
                  <a:pt x="154" y="8"/>
                </a:lnTo>
                <a:lnTo>
                  <a:pt x="154" y="15"/>
                </a:lnTo>
                <a:lnTo>
                  <a:pt x="153" y="15"/>
                </a:lnTo>
                <a:close/>
                <a:moveTo>
                  <a:pt x="154" y="7"/>
                </a:moveTo>
                <a:lnTo>
                  <a:pt x="158" y="7"/>
                </a:lnTo>
                <a:cubicBezTo>
                  <a:pt x="159" y="7"/>
                  <a:pt x="159" y="7"/>
                  <a:pt x="160" y="6"/>
                </a:cubicBezTo>
                <a:cubicBezTo>
                  <a:pt x="160" y="6"/>
                  <a:pt x="160" y="6"/>
                  <a:pt x="161" y="6"/>
                </a:cubicBezTo>
                <a:cubicBezTo>
                  <a:pt x="161" y="5"/>
                  <a:pt x="161" y="5"/>
                  <a:pt x="161" y="4"/>
                </a:cubicBezTo>
                <a:cubicBezTo>
                  <a:pt x="161" y="4"/>
                  <a:pt x="161" y="3"/>
                  <a:pt x="160" y="3"/>
                </a:cubicBezTo>
                <a:cubicBezTo>
                  <a:pt x="160" y="2"/>
                  <a:pt x="159" y="2"/>
                  <a:pt x="158" y="2"/>
                </a:cubicBezTo>
                <a:lnTo>
                  <a:pt x="154" y="2"/>
                </a:lnTo>
                <a:lnTo>
                  <a:pt x="154" y="7"/>
                </a:lnTo>
                <a:close/>
              </a:path>
              <a:path w="471" h="15">
                <a:moveTo>
                  <a:pt x="164" y="10"/>
                </a:moveTo>
                <a:lnTo>
                  <a:pt x="166" y="10"/>
                </a:lnTo>
                <a:cubicBezTo>
                  <a:pt x="166" y="11"/>
                  <a:pt x="166" y="11"/>
                  <a:pt x="166" y="12"/>
                </a:cubicBezTo>
                <a:cubicBezTo>
                  <a:pt x="167" y="12"/>
                  <a:pt x="167" y="13"/>
                  <a:pt x="168" y="13"/>
                </a:cubicBezTo>
                <a:cubicBezTo>
                  <a:pt x="168" y="13"/>
                  <a:pt x="169" y="13"/>
                  <a:pt x="170" y="13"/>
                </a:cubicBezTo>
                <a:cubicBezTo>
                  <a:pt x="170" y="13"/>
                  <a:pt x="171" y="13"/>
                  <a:pt x="171" y="13"/>
                </a:cubicBezTo>
                <a:cubicBezTo>
                  <a:pt x="172" y="13"/>
                  <a:pt x="172" y="12"/>
                  <a:pt x="172" y="12"/>
                </a:cubicBezTo>
                <a:cubicBezTo>
                  <a:pt x="173" y="12"/>
                  <a:pt x="173" y="11"/>
                  <a:pt x="173" y="11"/>
                </a:cubicBezTo>
                <a:cubicBezTo>
                  <a:pt x="173" y="10"/>
                  <a:pt x="173" y="10"/>
                  <a:pt x="172" y="10"/>
                </a:cubicBezTo>
                <a:cubicBezTo>
                  <a:pt x="172" y="9"/>
                  <a:pt x="172" y="9"/>
                  <a:pt x="171" y="9"/>
                </a:cubicBezTo>
                <a:cubicBezTo>
                  <a:pt x="171" y="9"/>
                  <a:pt x="170" y="8"/>
                  <a:pt x="169" y="8"/>
                </a:cubicBezTo>
                <a:cubicBezTo>
                  <a:pt x="168" y="8"/>
                  <a:pt x="167" y="7"/>
                  <a:pt x="167" y="7"/>
                </a:cubicBezTo>
                <a:cubicBezTo>
                  <a:pt x="166" y="7"/>
                  <a:pt x="166" y="6"/>
                  <a:pt x="165" y="6"/>
                </a:cubicBezTo>
                <a:cubicBezTo>
                  <a:pt x="165" y="5"/>
                  <a:pt x="165" y="5"/>
                  <a:pt x="165" y="4"/>
                </a:cubicBezTo>
                <a:cubicBezTo>
                  <a:pt x="165" y="3"/>
                  <a:pt x="165" y="3"/>
                  <a:pt x="165" y="2"/>
                </a:cubicBezTo>
                <a:cubicBezTo>
                  <a:pt x="166" y="1"/>
                  <a:pt x="166" y="1"/>
                  <a:pt x="167" y="1"/>
                </a:cubicBezTo>
                <a:cubicBezTo>
                  <a:pt x="168" y="0"/>
                  <a:pt x="168" y="0"/>
                  <a:pt x="169" y="0"/>
                </a:cubicBezTo>
                <a:cubicBezTo>
                  <a:pt x="170" y="0"/>
                  <a:pt x="171" y="0"/>
                  <a:pt x="172" y="1"/>
                </a:cubicBezTo>
                <a:cubicBezTo>
                  <a:pt x="172" y="1"/>
                  <a:pt x="173" y="1"/>
                  <a:pt x="173" y="2"/>
                </a:cubicBezTo>
                <a:cubicBezTo>
                  <a:pt x="174" y="3"/>
                  <a:pt x="174" y="3"/>
                  <a:pt x="174" y="4"/>
                </a:cubicBezTo>
                <a:lnTo>
                  <a:pt x="172" y="4"/>
                </a:lnTo>
                <a:cubicBezTo>
                  <a:pt x="172" y="4"/>
                  <a:pt x="172" y="3"/>
                  <a:pt x="171" y="2"/>
                </a:cubicBezTo>
                <a:cubicBezTo>
                  <a:pt x="171" y="2"/>
                  <a:pt x="170" y="2"/>
                  <a:pt x="169" y="2"/>
                </a:cubicBezTo>
                <a:cubicBezTo>
                  <a:pt x="168" y="2"/>
                  <a:pt x="168" y="2"/>
                  <a:pt x="167" y="2"/>
                </a:cubicBezTo>
                <a:cubicBezTo>
                  <a:pt x="167" y="3"/>
                  <a:pt x="166" y="3"/>
                  <a:pt x="166" y="4"/>
                </a:cubicBezTo>
                <a:cubicBezTo>
                  <a:pt x="166" y="4"/>
                  <a:pt x="167" y="5"/>
                  <a:pt x="167" y="5"/>
                </a:cubicBezTo>
                <a:cubicBezTo>
                  <a:pt x="167" y="5"/>
                  <a:pt x="168" y="6"/>
                  <a:pt x="169" y="6"/>
                </a:cubicBezTo>
                <a:cubicBezTo>
                  <a:pt x="171" y="7"/>
                  <a:pt x="172" y="7"/>
                  <a:pt x="172" y="7"/>
                </a:cubicBezTo>
                <a:cubicBezTo>
                  <a:pt x="173" y="7"/>
                  <a:pt x="173" y="8"/>
                  <a:pt x="174" y="9"/>
                </a:cubicBezTo>
                <a:cubicBezTo>
                  <a:pt x="174" y="9"/>
                  <a:pt x="174" y="10"/>
                  <a:pt x="174" y="11"/>
                </a:cubicBezTo>
                <a:cubicBezTo>
                  <a:pt x="174" y="11"/>
                  <a:pt x="174" y="12"/>
                  <a:pt x="174" y="13"/>
                </a:cubicBezTo>
                <a:cubicBezTo>
                  <a:pt x="173" y="13"/>
                  <a:pt x="173" y="14"/>
                  <a:pt x="172" y="14"/>
                </a:cubicBezTo>
                <a:cubicBezTo>
                  <a:pt x="171" y="15"/>
                  <a:pt x="171" y="15"/>
                  <a:pt x="170" y="15"/>
                </a:cubicBezTo>
                <a:cubicBezTo>
                  <a:pt x="169" y="15"/>
                  <a:pt x="168" y="15"/>
                  <a:pt x="167" y="14"/>
                </a:cubicBezTo>
                <a:cubicBezTo>
                  <a:pt x="166" y="14"/>
                  <a:pt x="165" y="13"/>
                  <a:pt x="165" y="13"/>
                </a:cubicBezTo>
                <a:cubicBezTo>
                  <a:pt x="165" y="12"/>
                  <a:pt x="164" y="11"/>
                  <a:pt x="164" y="10"/>
                </a:cubicBezTo>
                <a:close/>
              </a:path>
              <a:path w="471" h="15">
                <a:moveTo>
                  <a:pt x="176" y="15"/>
                </a:moveTo>
                <a:lnTo>
                  <a:pt x="176" y="0"/>
                </a:lnTo>
                <a:lnTo>
                  <a:pt x="178" y="0"/>
                </a:lnTo>
                <a:lnTo>
                  <a:pt x="178" y="15"/>
                </a:lnTo>
                <a:lnTo>
                  <a:pt x="176" y="15"/>
                </a:lnTo>
                <a:close/>
              </a:path>
              <a:path w="471" h="15">
                <a:moveTo>
                  <a:pt x="184" y="15"/>
                </a:moveTo>
                <a:lnTo>
                  <a:pt x="184" y="2"/>
                </a:lnTo>
                <a:lnTo>
                  <a:pt x="179" y="2"/>
                </a:lnTo>
                <a:lnTo>
                  <a:pt x="179" y="0"/>
                </a:lnTo>
                <a:lnTo>
                  <a:pt x="189" y="0"/>
                </a:lnTo>
                <a:lnTo>
                  <a:pt x="189" y="2"/>
                </a:lnTo>
                <a:lnTo>
                  <a:pt x="185" y="2"/>
                </a:lnTo>
                <a:lnTo>
                  <a:pt x="185" y="15"/>
                </a:lnTo>
                <a:lnTo>
                  <a:pt x="184" y="15"/>
                </a:lnTo>
                <a:close/>
              </a:path>
              <a:path w="471" h="15">
                <a:moveTo>
                  <a:pt x="194" y="15"/>
                </a:moveTo>
                <a:lnTo>
                  <a:pt x="194" y="9"/>
                </a:lnTo>
                <a:lnTo>
                  <a:pt x="189" y="0"/>
                </a:lnTo>
                <a:lnTo>
                  <a:pt x="191" y="0"/>
                </a:lnTo>
                <a:lnTo>
                  <a:pt x="194" y="5"/>
                </a:lnTo>
                <a:cubicBezTo>
                  <a:pt x="194" y="5"/>
                  <a:pt x="195" y="6"/>
                  <a:pt x="195" y="7"/>
                </a:cubicBezTo>
                <a:cubicBezTo>
                  <a:pt x="195" y="6"/>
                  <a:pt x="196" y="5"/>
                  <a:pt x="196" y="5"/>
                </a:cubicBezTo>
                <a:lnTo>
                  <a:pt x="199" y="0"/>
                </a:lnTo>
                <a:lnTo>
                  <a:pt x="201" y="0"/>
                </a:lnTo>
                <a:lnTo>
                  <a:pt x="196" y="9"/>
                </a:lnTo>
                <a:lnTo>
                  <a:pt x="196" y="15"/>
                </a:lnTo>
                <a:lnTo>
                  <a:pt x="194" y="15"/>
                </a:lnTo>
                <a:close/>
              </a:path>
              <a:path w="471" h="15">
                <a:moveTo>
                  <a:pt x="206" y="8"/>
                </a:moveTo>
                <a:cubicBezTo>
                  <a:pt x="206" y="5"/>
                  <a:pt x="207" y="3"/>
                  <a:pt x="208" y="2"/>
                </a:cubicBezTo>
                <a:cubicBezTo>
                  <a:pt x="209" y="1"/>
                  <a:pt x="211" y="0"/>
                  <a:pt x="212" y="0"/>
                </a:cubicBezTo>
                <a:cubicBezTo>
                  <a:pt x="213" y="0"/>
                  <a:pt x="214" y="0"/>
                  <a:pt x="215" y="1"/>
                </a:cubicBezTo>
                <a:cubicBezTo>
                  <a:pt x="216" y="2"/>
                  <a:pt x="217" y="3"/>
                  <a:pt x="218" y="4"/>
                </a:cubicBezTo>
                <a:cubicBezTo>
                  <a:pt x="218" y="5"/>
                  <a:pt x="218" y="6"/>
                  <a:pt x="218" y="8"/>
                </a:cubicBezTo>
                <a:cubicBezTo>
                  <a:pt x="218" y="9"/>
                  <a:pt x="218" y="10"/>
                  <a:pt x="217" y="11"/>
                </a:cubicBezTo>
                <a:cubicBezTo>
                  <a:pt x="217" y="13"/>
                  <a:pt x="216" y="13"/>
                  <a:pt x="215" y="14"/>
                </a:cubicBezTo>
                <a:cubicBezTo>
                  <a:pt x="214" y="15"/>
                  <a:pt x="213" y="15"/>
                  <a:pt x="212" y="15"/>
                </a:cubicBezTo>
                <a:cubicBezTo>
                  <a:pt x="211" y="15"/>
                  <a:pt x="210" y="15"/>
                  <a:pt x="209" y="14"/>
                </a:cubicBezTo>
                <a:cubicBezTo>
                  <a:pt x="208" y="13"/>
                  <a:pt x="207" y="12"/>
                  <a:pt x="207" y="11"/>
                </a:cubicBezTo>
                <a:cubicBezTo>
                  <a:pt x="207" y="10"/>
                  <a:pt x="206" y="9"/>
                  <a:pt x="206" y="8"/>
                </a:cubicBezTo>
                <a:close/>
                <a:moveTo>
                  <a:pt x="208" y="8"/>
                </a:moveTo>
                <a:cubicBezTo>
                  <a:pt x="208" y="9"/>
                  <a:pt x="208" y="11"/>
                  <a:pt x="209" y="12"/>
                </a:cubicBezTo>
                <a:cubicBezTo>
                  <a:pt x="210" y="13"/>
                  <a:pt x="211" y="13"/>
                  <a:pt x="212" y="13"/>
                </a:cubicBezTo>
                <a:cubicBezTo>
                  <a:pt x="214" y="13"/>
                  <a:pt x="215" y="13"/>
                  <a:pt x="215" y="12"/>
                </a:cubicBezTo>
                <a:cubicBezTo>
                  <a:pt x="216" y="11"/>
                  <a:pt x="217" y="9"/>
                  <a:pt x="217" y="7"/>
                </a:cubicBezTo>
                <a:cubicBezTo>
                  <a:pt x="217" y="6"/>
                  <a:pt x="216" y="5"/>
                  <a:pt x="216" y="4"/>
                </a:cubicBezTo>
                <a:cubicBezTo>
                  <a:pt x="216" y="4"/>
                  <a:pt x="215" y="3"/>
                  <a:pt x="215" y="2"/>
                </a:cubicBezTo>
                <a:cubicBezTo>
                  <a:pt x="214" y="2"/>
                  <a:pt x="213" y="2"/>
                  <a:pt x="212" y="2"/>
                </a:cubicBezTo>
                <a:cubicBezTo>
                  <a:pt x="211" y="2"/>
                  <a:pt x="210" y="2"/>
                  <a:pt x="209" y="3"/>
                </a:cubicBezTo>
                <a:cubicBezTo>
                  <a:pt x="208" y="4"/>
                  <a:pt x="208" y="6"/>
                  <a:pt x="208" y="8"/>
                </a:cubicBezTo>
                <a:close/>
              </a:path>
              <a:path w="471" h="15">
                <a:moveTo>
                  <a:pt x="220" y="15"/>
                </a:moveTo>
                <a:lnTo>
                  <a:pt x="220" y="0"/>
                </a:lnTo>
                <a:lnTo>
                  <a:pt x="228" y="0"/>
                </a:lnTo>
                <a:lnTo>
                  <a:pt x="228" y="2"/>
                </a:lnTo>
                <a:lnTo>
                  <a:pt x="222" y="2"/>
                </a:lnTo>
                <a:lnTo>
                  <a:pt x="222" y="6"/>
                </a:lnTo>
                <a:lnTo>
                  <a:pt x="228" y="6"/>
                </a:lnTo>
                <a:lnTo>
                  <a:pt x="228" y="8"/>
                </a:lnTo>
                <a:lnTo>
                  <a:pt x="222" y="8"/>
                </a:lnTo>
                <a:lnTo>
                  <a:pt x="222" y="15"/>
                </a:lnTo>
                <a:lnTo>
                  <a:pt x="220" y="15"/>
                </a:lnTo>
                <a:close/>
              </a:path>
              <a:path w="471" h="15">
                <a:moveTo>
                  <a:pt x="235" y="10"/>
                </a:moveTo>
                <a:lnTo>
                  <a:pt x="236" y="10"/>
                </a:lnTo>
                <a:cubicBezTo>
                  <a:pt x="237" y="11"/>
                  <a:pt x="237" y="11"/>
                  <a:pt x="237" y="12"/>
                </a:cubicBezTo>
                <a:cubicBezTo>
                  <a:pt x="237" y="12"/>
                  <a:pt x="238" y="13"/>
                  <a:pt x="238" y="13"/>
                </a:cubicBezTo>
                <a:cubicBezTo>
                  <a:pt x="239" y="13"/>
                  <a:pt x="239" y="13"/>
                  <a:pt x="240" y="13"/>
                </a:cubicBezTo>
                <a:cubicBezTo>
                  <a:pt x="241" y="13"/>
                  <a:pt x="241" y="13"/>
                  <a:pt x="242" y="13"/>
                </a:cubicBezTo>
                <a:cubicBezTo>
                  <a:pt x="242" y="13"/>
                  <a:pt x="243" y="12"/>
                  <a:pt x="243" y="12"/>
                </a:cubicBezTo>
                <a:cubicBezTo>
                  <a:pt x="243" y="12"/>
                  <a:pt x="243" y="11"/>
                  <a:pt x="243" y="11"/>
                </a:cubicBezTo>
                <a:cubicBezTo>
                  <a:pt x="243" y="10"/>
                  <a:pt x="243" y="10"/>
                  <a:pt x="243" y="10"/>
                </a:cubicBezTo>
                <a:cubicBezTo>
                  <a:pt x="243" y="9"/>
                  <a:pt x="242" y="9"/>
                  <a:pt x="242" y="9"/>
                </a:cubicBezTo>
                <a:cubicBezTo>
                  <a:pt x="241" y="9"/>
                  <a:pt x="241" y="8"/>
                  <a:pt x="240" y="8"/>
                </a:cubicBezTo>
                <a:cubicBezTo>
                  <a:pt x="238" y="8"/>
                  <a:pt x="238" y="7"/>
                  <a:pt x="237" y="7"/>
                </a:cubicBezTo>
                <a:cubicBezTo>
                  <a:pt x="237" y="7"/>
                  <a:pt x="236" y="6"/>
                  <a:pt x="236" y="6"/>
                </a:cubicBezTo>
                <a:cubicBezTo>
                  <a:pt x="235" y="5"/>
                  <a:pt x="235" y="5"/>
                  <a:pt x="235" y="4"/>
                </a:cubicBezTo>
                <a:cubicBezTo>
                  <a:pt x="235" y="3"/>
                  <a:pt x="236" y="3"/>
                  <a:pt x="236" y="2"/>
                </a:cubicBezTo>
                <a:cubicBezTo>
                  <a:pt x="236" y="1"/>
                  <a:pt x="237" y="1"/>
                  <a:pt x="237" y="1"/>
                </a:cubicBezTo>
                <a:cubicBezTo>
                  <a:pt x="238" y="0"/>
                  <a:pt x="239" y="0"/>
                  <a:pt x="240" y="0"/>
                </a:cubicBezTo>
                <a:cubicBezTo>
                  <a:pt x="241" y="0"/>
                  <a:pt x="241" y="0"/>
                  <a:pt x="242" y="1"/>
                </a:cubicBezTo>
                <a:cubicBezTo>
                  <a:pt x="243" y="1"/>
                  <a:pt x="243" y="1"/>
                  <a:pt x="244" y="2"/>
                </a:cubicBezTo>
                <a:cubicBezTo>
                  <a:pt x="244" y="3"/>
                  <a:pt x="244" y="3"/>
                  <a:pt x="244" y="4"/>
                </a:cubicBezTo>
                <a:lnTo>
                  <a:pt x="243" y="4"/>
                </a:lnTo>
                <a:cubicBezTo>
                  <a:pt x="243" y="4"/>
                  <a:pt x="242" y="3"/>
                  <a:pt x="242" y="2"/>
                </a:cubicBezTo>
                <a:cubicBezTo>
                  <a:pt x="242" y="2"/>
                  <a:pt x="241" y="2"/>
                  <a:pt x="240" y="2"/>
                </a:cubicBezTo>
                <a:cubicBezTo>
                  <a:pt x="239" y="2"/>
                  <a:pt x="238" y="2"/>
                  <a:pt x="238" y="2"/>
                </a:cubicBezTo>
                <a:cubicBezTo>
                  <a:pt x="237" y="3"/>
                  <a:pt x="237" y="3"/>
                  <a:pt x="237" y="4"/>
                </a:cubicBezTo>
                <a:cubicBezTo>
                  <a:pt x="237" y="4"/>
                  <a:pt x="237" y="5"/>
                  <a:pt x="237" y="5"/>
                </a:cubicBezTo>
                <a:cubicBezTo>
                  <a:pt x="238" y="5"/>
                  <a:pt x="239" y="6"/>
                  <a:pt x="240" y="6"/>
                </a:cubicBezTo>
                <a:cubicBezTo>
                  <a:pt x="241" y="7"/>
                  <a:pt x="242" y="7"/>
                  <a:pt x="243" y="7"/>
                </a:cubicBezTo>
                <a:cubicBezTo>
                  <a:pt x="243" y="7"/>
                  <a:pt x="244" y="8"/>
                  <a:pt x="244" y="9"/>
                </a:cubicBezTo>
                <a:cubicBezTo>
                  <a:pt x="245" y="9"/>
                  <a:pt x="245" y="10"/>
                  <a:pt x="245" y="11"/>
                </a:cubicBezTo>
                <a:cubicBezTo>
                  <a:pt x="245" y="11"/>
                  <a:pt x="245" y="12"/>
                  <a:pt x="244" y="13"/>
                </a:cubicBezTo>
                <a:cubicBezTo>
                  <a:pt x="244" y="13"/>
                  <a:pt x="243" y="14"/>
                  <a:pt x="243" y="14"/>
                </a:cubicBezTo>
                <a:cubicBezTo>
                  <a:pt x="242" y="15"/>
                  <a:pt x="241" y="15"/>
                  <a:pt x="240" y="15"/>
                </a:cubicBezTo>
                <a:cubicBezTo>
                  <a:pt x="239" y="15"/>
                  <a:pt x="238" y="15"/>
                  <a:pt x="237" y="14"/>
                </a:cubicBezTo>
                <a:cubicBezTo>
                  <a:pt x="237" y="14"/>
                  <a:pt x="236" y="13"/>
                  <a:pt x="236" y="13"/>
                </a:cubicBezTo>
                <a:cubicBezTo>
                  <a:pt x="235" y="12"/>
                  <a:pt x="235" y="11"/>
                  <a:pt x="235" y="10"/>
                </a:cubicBezTo>
                <a:close/>
              </a:path>
              <a:path w="471" h="15">
                <a:moveTo>
                  <a:pt x="256" y="10"/>
                </a:moveTo>
                <a:lnTo>
                  <a:pt x="257" y="10"/>
                </a:lnTo>
                <a:cubicBezTo>
                  <a:pt x="257" y="12"/>
                  <a:pt x="256" y="13"/>
                  <a:pt x="255" y="14"/>
                </a:cubicBezTo>
                <a:cubicBezTo>
                  <a:pt x="254" y="15"/>
                  <a:pt x="253" y="15"/>
                  <a:pt x="252" y="15"/>
                </a:cubicBezTo>
                <a:cubicBezTo>
                  <a:pt x="251" y="15"/>
                  <a:pt x="250" y="15"/>
                  <a:pt x="249" y="14"/>
                </a:cubicBezTo>
                <a:cubicBezTo>
                  <a:pt x="248" y="13"/>
                  <a:pt x="247" y="12"/>
                  <a:pt x="247" y="11"/>
                </a:cubicBezTo>
                <a:cubicBezTo>
                  <a:pt x="246" y="10"/>
                  <a:pt x="246" y="9"/>
                  <a:pt x="246" y="7"/>
                </a:cubicBezTo>
                <a:cubicBezTo>
                  <a:pt x="246" y="6"/>
                  <a:pt x="246" y="5"/>
                  <a:pt x="247" y="3"/>
                </a:cubicBezTo>
                <a:cubicBezTo>
                  <a:pt x="247" y="2"/>
                  <a:pt x="248" y="1"/>
                  <a:pt x="249" y="1"/>
                </a:cubicBezTo>
                <a:cubicBezTo>
                  <a:pt x="250" y="0"/>
                  <a:pt x="251" y="0"/>
                  <a:pt x="252" y="0"/>
                </a:cubicBezTo>
                <a:cubicBezTo>
                  <a:pt x="253" y="0"/>
                  <a:pt x="254" y="0"/>
                  <a:pt x="255" y="1"/>
                </a:cubicBezTo>
                <a:cubicBezTo>
                  <a:pt x="256" y="2"/>
                  <a:pt x="257" y="3"/>
                  <a:pt x="257" y="4"/>
                </a:cubicBezTo>
                <a:lnTo>
                  <a:pt x="255" y="5"/>
                </a:lnTo>
                <a:cubicBezTo>
                  <a:pt x="255" y="4"/>
                  <a:pt x="255" y="3"/>
                  <a:pt x="254" y="2"/>
                </a:cubicBezTo>
                <a:cubicBezTo>
                  <a:pt x="254" y="2"/>
                  <a:pt x="253" y="2"/>
                  <a:pt x="252" y="2"/>
                </a:cubicBezTo>
                <a:cubicBezTo>
                  <a:pt x="251" y="2"/>
                  <a:pt x="250" y="2"/>
                  <a:pt x="250" y="2"/>
                </a:cubicBezTo>
                <a:cubicBezTo>
                  <a:pt x="249" y="3"/>
                  <a:pt x="248" y="4"/>
                  <a:pt x="248" y="5"/>
                </a:cubicBezTo>
                <a:cubicBezTo>
                  <a:pt x="248" y="5"/>
                  <a:pt x="248" y="6"/>
                  <a:pt x="248" y="7"/>
                </a:cubicBezTo>
                <a:cubicBezTo>
                  <a:pt x="248" y="9"/>
                  <a:pt x="248" y="10"/>
                  <a:pt x="248" y="11"/>
                </a:cubicBezTo>
                <a:cubicBezTo>
                  <a:pt x="249" y="11"/>
                  <a:pt x="249" y="12"/>
                  <a:pt x="250" y="13"/>
                </a:cubicBezTo>
                <a:cubicBezTo>
                  <a:pt x="250" y="13"/>
                  <a:pt x="251" y="13"/>
                  <a:pt x="252" y="13"/>
                </a:cubicBezTo>
                <a:cubicBezTo>
                  <a:pt x="253" y="13"/>
                  <a:pt x="254" y="13"/>
                  <a:pt x="254" y="12"/>
                </a:cubicBezTo>
                <a:cubicBezTo>
                  <a:pt x="255" y="12"/>
                  <a:pt x="255" y="11"/>
                  <a:pt x="256" y="10"/>
                </a:cubicBezTo>
                <a:close/>
              </a:path>
              <a:path w="471" h="15">
                <a:moveTo>
                  <a:pt x="259" y="15"/>
                </a:moveTo>
                <a:lnTo>
                  <a:pt x="259" y="0"/>
                </a:lnTo>
                <a:lnTo>
                  <a:pt x="261" y="0"/>
                </a:lnTo>
                <a:lnTo>
                  <a:pt x="261" y="15"/>
                </a:lnTo>
                <a:lnTo>
                  <a:pt x="259" y="15"/>
                </a:lnTo>
                <a:close/>
              </a:path>
              <a:path w="471" h="15">
                <a:moveTo>
                  <a:pt x="263" y="15"/>
                </a:moveTo>
                <a:lnTo>
                  <a:pt x="263" y="0"/>
                </a:lnTo>
                <a:lnTo>
                  <a:pt x="272" y="0"/>
                </a:lnTo>
                <a:lnTo>
                  <a:pt x="272" y="2"/>
                </a:lnTo>
                <a:lnTo>
                  <a:pt x="265" y="2"/>
                </a:lnTo>
                <a:lnTo>
                  <a:pt x="265" y="6"/>
                </a:lnTo>
                <a:lnTo>
                  <a:pt x="272" y="6"/>
                </a:lnTo>
                <a:lnTo>
                  <a:pt x="272" y="8"/>
                </a:lnTo>
                <a:lnTo>
                  <a:pt x="265" y="8"/>
                </a:lnTo>
                <a:lnTo>
                  <a:pt x="265" y="13"/>
                </a:lnTo>
                <a:lnTo>
                  <a:pt x="272" y="13"/>
                </a:lnTo>
                <a:lnTo>
                  <a:pt x="272" y="15"/>
                </a:lnTo>
                <a:lnTo>
                  <a:pt x="263" y="15"/>
                </a:lnTo>
                <a:close/>
              </a:path>
              <a:path w="471" h="15">
                <a:moveTo>
                  <a:pt x="274" y="15"/>
                </a:moveTo>
                <a:lnTo>
                  <a:pt x="274" y="0"/>
                </a:lnTo>
                <a:lnTo>
                  <a:pt x="276" y="0"/>
                </a:lnTo>
                <a:lnTo>
                  <a:pt x="283" y="12"/>
                </a:lnTo>
                <a:lnTo>
                  <a:pt x="283" y="0"/>
                </a:lnTo>
                <a:lnTo>
                  <a:pt x="284" y="0"/>
                </a:lnTo>
                <a:lnTo>
                  <a:pt x="284" y="15"/>
                </a:lnTo>
                <a:lnTo>
                  <a:pt x="282" y="15"/>
                </a:lnTo>
                <a:lnTo>
                  <a:pt x="276" y="3"/>
                </a:lnTo>
                <a:lnTo>
                  <a:pt x="276" y="15"/>
                </a:lnTo>
                <a:lnTo>
                  <a:pt x="274" y="15"/>
                </a:lnTo>
                <a:close/>
              </a:path>
              <a:path w="471" h="15">
                <a:moveTo>
                  <a:pt x="295" y="10"/>
                </a:moveTo>
                <a:lnTo>
                  <a:pt x="297" y="10"/>
                </a:lnTo>
                <a:cubicBezTo>
                  <a:pt x="297" y="12"/>
                  <a:pt x="296" y="13"/>
                  <a:pt x="295" y="14"/>
                </a:cubicBezTo>
                <a:cubicBezTo>
                  <a:pt x="294" y="15"/>
                  <a:pt x="293" y="15"/>
                  <a:pt x="292" y="15"/>
                </a:cubicBezTo>
                <a:cubicBezTo>
                  <a:pt x="290" y="15"/>
                  <a:pt x="289" y="15"/>
                  <a:pt x="289" y="14"/>
                </a:cubicBezTo>
                <a:cubicBezTo>
                  <a:pt x="288" y="13"/>
                  <a:pt x="287" y="12"/>
                  <a:pt x="287" y="11"/>
                </a:cubicBezTo>
                <a:cubicBezTo>
                  <a:pt x="286" y="10"/>
                  <a:pt x="286" y="9"/>
                  <a:pt x="286" y="7"/>
                </a:cubicBezTo>
                <a:cubicBezTo>
                  <a:pt x="286" y="6"/>
                  <a:pt x="286" y="5"/>
                  <a:pt x="287" y="3"/>
                </a:cubicBezTo>
                <a:cubicBezTo>
                  <a:pt x="287" y="2"/>
                  <a:pt x="288" y="1"/>
                  <a:pt x="289" y="1"/>
                </a:cubicBezTo>
                <a:cubicBezTo>
                  <a:pt x="290" y="0"/>
                  <a:pt x="291" y="0"/>
                  <a:pt x="292" y="0"/>
                </a:cubicBezTo>
                <a:cubicBezTo>
                  <a:pt x="293" y="0"/>
                  <a:pt x="294" y="0"/>
                  <a:pt x="295" y="1"/>
                </a:cubicBezTo>
                <a:cubicBezTo>
                  <a:pt x="296" y="2"/>
                  <a:pt x="296" y="3"/>
                  <a:pt x="297" y="4"/>
                </a:cubicBezTo>
                <a:lnTo>
                  <a:pt x="295" y="5"/>
                </a:lnTo>
                <a:cubicBezTo>
                  <a:pt x="295" y="4"/>
                  <a:pt x="294" y="3"/>
                  <a:pt x="294" y="2"/>
                </a:cubicBezTo>
                <a:cubicBezTo>
                  <a:pt x="293" y="2"/>
                  <a:pt x="293" y="2"/>
                  <a:pt x="292" y="2"/>
                </a:cubicBezTo>
                <a:cubicBezTo>
                  <a:pt x="291" y="2"/>
                  <a:pt x="290" y="2"/>
                  <a:pt x="289" y="2"/>
                </a:cubicBezTo>
                <a:cubicBezTo>
                  <a:pt x="289" y="3"/>
                  <a:pt x="288" y="4"/>
                  <a:pt x="288" y="5"/>
                </a:cubicBezTo>
                <a:cubicBezTo>
                  <a:pt x="288" y="5"/>
                  <a:pt x="288" y="6"/>
                  <a:pt x="288" y="7"/>
                </a:cubicBezTo>
                <a:cubicBezTo>
                  <a:pt x="288" y="9"/>
                  <a:pt x="288" y="10"/>
                  <a:pt x="288" y="11"/>
                </a:cubicBezTo>
                <a:cubicBezTo>
                  <a:pt x="288" y="11"/>
                  <a:pt x="289" y="12"/>
                  <a:pt x="290" y="13"/>
                </a:cubicBezTo>
                <a:cubicBezTo>
                  <a:pt x="290" y="13"/>
                  <a:pt x="291" y="13"/>
                  <a:pt x="292" y="13"/>
                </a:cubicBezTo>
                <a:cubicBezTo>
                  <a:pt x="293" y="13"/>
                  <a:pt x="293" y="13"/>
                  <a:pt x="294" y="12"/>
                </a:cubicBezTo>
                <a:cubicBezTo>
                  <a:pt x="295" y="12"/>
                  <a:pt x="295" y="11"/>
                  <a:pt x="295" y="10"/>
                </a:cubicBezTo>
                <a:close/>
              </a:path>
              <a:path w="471" h="15">
                <a:moveTo>
                  <a:pt x="299" y="15"/>
                </a:moveTo>
                <a:lnTo>
                  <a:pt x="299" y="0"/>
                </a:lnTo>
                <a:lnTo>
                  <a:pt x="308" y="0"/>
                </a:lnTo>
                <a:lnTo>
                  <a:pt x="308" y="2"/>
                </a:lnTo>
                <a:lnTo>
                  <a:pt x="300" y="2"/>
                </a:lnTo>
                <a:lnTo>
                  <a:pt x="300" y="6"/>
                </a:lnTo>
                <a:lnTo>
                  <a:pt x="307" y="6"/>
                </a:lnTo>
                <a:lnTo>
                  <a:pt x="307" y="8"/>
                </a:lnTo>
                <a:lnTo>
                  <a:pt x="300" y="8"/>
                </a:lnTo>
                <a:lnTo>
                  <a:pt x="300" y="13"/>
                </a:lnTo>
                <a:lnTo>
                  <a:pt x="308" y="13"/>
                </a:lnTo>
                <a:lnTo>
                  <a:pt x="308" y="15"/>
                </a:lnTo>
                <a:lnTo>
                  <a:pt x="299" y="15"/>
                </a:lnTo>
                <a:close/>
              </a:path>
              <a:path w="471" h="15">
                <a:moveTo>
                  <a:pt x="313" y="15"/>
                </a:moveTo>
                <a:lnTo>
                  <a:pt x="318" y="0"/>
                </a:lnTo>
                <a:lnTo>
                  <a:pt x="319" y="0"/>
                </a:lnTo>
                <a:lnTo>
                  <a:pt x="324" y="15"/>
                </a:lnTo>
                <a:lnTo>
                  <a:pt x="323" y="15"/>
                </a:lnTo>
                <a:lnTo>
                  <a:pt x="321" y="10"/>
                </a:lnTo>
                <a:lnTo>
                  <a:pt x="316" y="10"/>
                </a:lnTo>
                <a:lnTo>
                  <a:pt x="314" y="15"/>
                </a:lnTo>
                <a:lnTo>
                  <a:pt x="313" y="15"/>
                </a:lnTo>
                <a:close/>
                <a:moveTo>
                  <a:pt x="316" y="9"/>
                </a:moveTo>
                <a:lnTo>
                  <a:pt x="321" y="9"/>
                </a:lnTo>
                <a:lnTo>
                  <a:pt x="319" y="5"/>
                </a:lnTo>
                <a:cubicBezTo>
                  <a:pt x="319" y="4"/>
                  <a:pt x="319" y="3"/>
                  <a:pt x="318" y="2"/>
                </a:cubicBezTo>
                <a:cubicBezTo>
                  <a:pt x="318" y="3"/>
                  <a:pt x="318" y="4"/>
                  <a:pt x="318" y="5"/>
                </a:cubicBezTo>
                <a:lnTo>
                  <a:pt x="316" y="9"/>
                </a:lnTo>
                <a:close/>
              </a:path>
              <a:path w="471" h="15">
                <a:moveTo>
                  <a:pt x="325" y="15"/>
                </a:moveTo>
                <a:lnTo>
                  <a:pt x="325" y="0"/>
                </a:lnTo>
                <a:lnTo>
                  <a:pt x="327" y="0"/>
                </a:lnTo>
                <a:lnTo>
                  <a:pt x="334" y="12"/>
                </a:lnTo>
                <a:lnTo>
                  <a:pt x="334" y="0"/>
                </a:lnTo>
                <a:lnTo>
                  <a:pt x="335" y="0"/>
                </a:lnTo>
                <a:lnTo>
                  <a:pt x="335" y="15"/>
                </a:lnTo>
                <a:lnTo>
                  <a:pt x="333" y="15"/>
                </a:lnTo>
                <a:lnTo>
                  <a:pt x="327" y="3"/>
                </a:lnTo>
                <a:lnTo>
                  <a:pt x="327" y="15"/>
                </a:lnTo>
                <a:lnTo>
                  <a:pt x="325" y="15"/>
                </a:lnTo>
                <a:close/>
              </a:path>
              <a:path w="471" h="15">
                <a:moveTo>
                  <a:pt x="337" y="15"/>
                </a:moveTo>
                <a:lnTo>
                  <a:pt x="337" y="0"/>
                </a:lnTo>
                <a:lnTo>
                  <a:pt x="342" y="0"/>
                </a:lnTo>
                <a:cubicBezTo>
                  <a:pt x="343" y="0"/>
                  <a:pt x="343" y="0"/>
                  <a:pt x="344" y="0"/>
                </a:cubicBezTo>
                <a:cubicBezTo>
                  <a:pt x="345" y="1"/>
                  <a:pt x="345" y="1"/>
                  <a:pt x="346" y="2"/>
                </a:cubicBezTo>
                <a:cubicBezTo>
                  <a:pt x="346" y="2"/>
                  <a:pt x="347" y="3"/>
                  <a:pt x="347" y="4"/>
                </a:cubicBezTo>
                <a:cubicBezTo>
                  <a:pt x="348" y="5"/>
                  <a:pt x="348" y="6"/>
                  <a:pt x="348" y="7"/>
                </a:cubicBezTo>
                <a:cubicBezTo>
                  <a:pt x="348" y="8"/>
                  <a:pt x="348" y="9"/>
                  <a:pt x="347" y="10"/>
                </a:cubicBezTo>
                <a:cubicBezTo>
                  <a:pt x="347" y="11"/>
                  <a:pt x="347" y="12"/>
                  <a:pt x="347" y="12"/>
                </a:cubicBezTo>
                <a:cubicBezTo>
                  <a:pt x="346" y="13"/>
                  <a:pt x="346" y="13"/>
                  <a:pt x="345" y="14"/>
                </a:cubicBezTo>
                <a:cubicBezTo>
                  <a:pt x="345" y="14"/>
                  <a:pt x="344" y="14"/>
                  <a:pt x="344" y="14"/>
                </a:cubicBezTo>
                <a:cubicBezTo>
                  <a:pt x="343" y="15"/>
                  <a:pt x="343" y="15"/>
                  <a:pt x="342" y="15"/>
                </a:cubicBezTo>
                <a:lnTo>
                  <a:pt x="337" y="15"/>
                </a:lnTo>
                <a:close/>
                <a:moveTo>
                  <a:pt x="339" y="13"/>
                </a:moveTo>
                <a:lnTo>
                  <a:pt x="342" y="13"/>
                </a:lnTo>
                <a:cubicBezTo>
                  <a:pt x="343" y="13"/>
                  <a:pt x="343" y="13"/>
                  <a:pt x="344" y="13"/>
                </a:cubicBezTo>
                <a:cubicBezTo>
                  <a:pt x="344" y="13"/>
                  <a:pt x="345" y="12"/>
                  <a:pt x="345" y="12"/>
                </a:cubicBezTo>
                <a:cubicBezTo>
                  <a:pt x="345" y="12"/>
                  <a:pt x="345" y="11"/>
                  <a:pt x="346" y="10"/>
                </a:cubicBezTo>
                <a:cubicBezTo>
                  <a:pt x="346" y="9"/>
                  <a:pt x="346" y="8"/>
                  <a:pt x="346" y="7"/>
                </a:cubicBezTo>
                <a:cubicBezTo>
                  <a:pt x="346" y="6"/>
                  <a:pt x="346" y="5"/>
                  <a:pt x="345" y="4"/>
                </a:cubicBezTo>
                <a:cubicBezTo>
                  <a:pt x="345" y="3"/>
                  <a:pt x="344" y="3"/>
                  <a:pt x="344" y="2"/>
                </a:cubicBezTo>
                <a:cubicBezTo>
                  <a:pt x="343" y="2"/>
                  <a:pt x="343" y="2"/>
                  <a:pt x="342" y="2"/>
                </a:cubicBezTo>
                <a:lnTo>
                  <a:pt x="339" y="2"/>
                </a:lnTo>
                <a:lnTo>
                  <a:pt x="339" y="13"/>
                </a:lnTo>
                <a:close/>
              </a:path>
              <a:path w="471" h="15">
                <a:moveTo>
                  <a:pt x="358" y="15"/>
                </a:moveTo>
                <a:lnTo>
                  <a:pt x="358" y="2"/>
                </a:lnTo>
                <a:lnTo>
                  <a:pt x="354" y="2"/>
                </a:lnTo>
                <a:lnTo>
                  <a:pt x="354" y="0"/>
                </a:lnTo>
                <a:lnTo>
                  <a:pt x="364" y="0"/>
                </a:lnTo>
                <a:lnTo>
                  <a:pt x="364" y="2"/>
                </a:lnTo>
                <a:lnTo>
                  <a:pt x="359" y="2"/>
                </a:lnTo>
                <a:lnTo>
                  <a:pt x="359" y="15"/>
                </a:lnTo>
                <a:lnTo>
                  <a:pt x="358" y="15"/>
                </a:lnTo>
                <a:close/>
              </a:path>
              <a:path w="471" h="15">
                <a:moveTo>
                  <a:pt x="365" y="15"/>
                </a:moveTo>
                <a:lnTo>
                  <a:pt x="365" y="0"/>
                </a:lnTo>
                <a:lnTo>
                  <a:pt x="374" y="0"/>
                </a:lnTo>
                <a:lnTo>
                  <a:pt x="374" y="2"/>
                </a:lnTo>
                <a:lnTo>
                  <a:pt x="366" y="2"/>
                </a:lnTo>
                <a:lnTo>
                  <a:pt x="366" y="6"/>
                </a:lnTo>
                <a:lnTo>
                  <a:pt x="373" y="6"/>
                </a:lnTo>
                <a:lnTo>
                  <a:pt x="373" y="8"/>
                </a:lnTo>
                <a:lnTo>
                  <a:pt x="366" y="8"/>
                </a:lnTo>
                <a:lnTo>
                  <a:pt x="366" y="13"/>
                </a:lnTo>
                <a:lnTo>
                  <a:pt x="374" y="13"/>
                </a:lnTo>
                <a:lnTo>
                  <a:pt x="374" y="15"/>
                </a:lnTo>
                <a:lnTo>
                  <a:pt x="365" y="15"/>
                </a:lnTo>
                <a:close/>
              </a:path>
              <a:path w="471" h="15">
                <a:moveTo>
                  <a:pt x="385" y="10"/>
                </a:moveTo>
                <a:lnTo>
                  <a:pt x="386" y="10"/>
                </a:lnTo>
                <a:cubicBezTo>
                  <a:pt x="386" y="12"/>
                  <a:pt x="386" y="13"/>
                  <a:pt x="385" y="14"/>
                </a:cubicBezTo>
                <a:cubicBezTo>
                  <a:pt x="384" y="15"/>
                  <a:pt x="383" y="15"/>
                  <a:pt x="381" y="15"/>
                </a:cubicBezTo>
                <a:cubicBezTo>
                  <a:pt x="380" y="15"/>
                  <a:pt x="379" y="15"/>
                  <a:pt x="378" y="14"/>
                </a:cubicBezTo>
                <a:cubicBezTo>
                  <a:pt x="377" y="13"/>
                  <a:pt x="377" y="12"/>
                  <a:pt x="376" y="11"/>
                </a:cubicBezTo>
                <a:cubicBezTo>
                  <a:pt x="376" y="10"/>
                  <a:pt x="375" y="9"/>
                  <a:pt x="375" y="7"/>
                </a:cubicBezTo>
                <a:cubicBezTo>
                  <a:pt x="375" y="6"/>
                  <a:pt x="376" y="5"/>
                  <a:pt x="376" y="3"/>
                </a:cubicBezTo>
                <a:cubicBezTo>
                  <a:pt x="377" y="2"/>
                  <a:pt x="377" y="1"/>
                  <a:pt x="378" y="1"/>
                </a:cubicBezTo>
                <a:cubicBezTo>
                  <a:pt x="379" y="0"/>
                  <a:pt x="380" y="0"/>
                  <a:pt x="381" y="0"/>
                </a:cubicBezTo>
                <a:cubicBezTo>
                  <a:pt x="383" y="0"/>
                  <a:pt x="384" y="0"/>
                  <a:pt x="384" y="1"/>
                </a:cubicBezTo>
                <a:cubicBezTo>
                  <a:pt x="385" y="2"/>
                  <a:pt x="386" y="3"/>
                  <a:pt x="386" y="4"/>
                </a:cubicBezTo>
                <a:lnTo>
                  <a:pt x="385" y="5"/>
                </a:lnTo>
                <a:cubicBezTo>
                  <a:pt x="384" y="4"/>
                  <a:pt x="384" y="3"/>
                  <a:pt x="383" y="2"/>
                </a:cubicBezTo>
                <a:cubicBezTo>
                  <a:pt x="383" y="2"/>
                  <a:pt x="382" y="2"/>
                  <a:pt x="381" y="2"/>
                </a:cubicBezTo>
                <a:cubicBezTo>
                  <a:pt x="380" y="2"/>
                  <a:pt x="380" y="2"/>
                  <a:pt x="379" y="2"/>
                </a:cubicBezTo>
                <a:cubicBezTo>
                  <a:pt x="378" y="3"/>
                  <a:pt x="378" y="4"/>
                  <a:pt x="378" y="5"/>
                </a:cubicBezTo>
                <a:cubicBezTo>
                  <a:pt x="377" y="5"/>
                  <a:pt x="377" y="6"/>
                  <a:pt x="377" y="7"/>
                </a:cubicBezTo>
                <a:cubicBezTo>
                  <a:pt x="377" y="9"/>
                  <a:pt x="377" y="10"/>
                  <a:pt x="378" y="11"/>
                </a:cubicBezTo>
                <a:cubicBezTo>
                  <a:pt x="378" y="11"/>
                  <a:pt x="378" y="12"/>
                  <a:pt x="379" y="13"/>
                </a:cubicBezTo>
                <a:cubicBezTo>
                  <a:pt x="380" y="13"/>
                  <a:pt x="380" y="13"/>
                  <a:pt x="381" y="13"/>
                </a:cubicBezTo>
                <a:cubicBezTo>
                  <a:pt x="382" y="13"/>
                  <a:pt x="383" y="13"/>
                  <a:pt x="384" y="12"/>
                </a:cubicBezTo>
                <a:cubicBezTo>
                  <a:pt x="384" y="12"/>
                  <a:pt x="385" y="11"/>
                  <a:pt x="385" y="10"/>
                </a:cubicBezTo>
                <a:close/>
              </a:path>
              <a:path w="471" h="15">
                <a:moveTo>
                  <a:pt x="388" y="15"/>
                </a:moveTo>
                <a:lnTo>
                  <a:pt x="388" y="0"/>
                </a:lnTo>
                <a:lnTo>
                  <a:pt x="390" y="0"/>
                </a:lnTo>
                <a:lnTo>
                  <a:pt x="390" y="6"/>
                </a:lnTo>
                <a:lnTo>
                  <a:pt x="396" y="6"/>
                </a:lnTo>
                <a:lnTo>
                  <a:pt x="396" y="0"/>
                </a:lnTo>
                <a:lnTo>
                  <a:pt x="398" y="0"/>
                </a:lnTo>
                <a:lnTo>
                  <a:pt x="398" y="15"/>
                </a:lnTo>
                <a:lnTo>
                  <a:pt x="396" y="15"/>
                </a:lnTo>
                <a:lnTo>
                  <a:pt x="396" y="8"/>
                </a:lnTo>
                <a:lnTo>
                  <a:pt x="390" y="8"/>
                </a:lnTo>
                <a:lnTo>
                  <a:pt x="390" y="15"/>
                </a:lnTo>
                <a:lnTo>
                  <a:pt x="388" y="15"/>
                </a:lnTo>
                <a:close/>
              </a:path>
              <a:path w="471" h="15">
                <a:moveTo>
                  <a:pt x="400" y="15"/>
                </a:moveTo>
                <a:lnTo>
                  <a:pt x="400" y="0"/>
                </a:lnTo>
                <a:lnTo>
                  <a:pt x="402" y="0"/>
                </a:lnTo>
                <a:lnTo>
                  <a:pt x="408" y="12"/>
                </a:lnTo>
                <a:lnTo>
                  <a:pt x="408" y="0"/>
                </a:lnTo>
                <a:lnTo>
                  <a:pt x="410" y="0"/>
                </a:lnTo>
                <a:lnTo>
                  <a:pt x="410" y="15"/>
                </a:lnTo>
                <a:lnTo>
                  <a:pt x="408" y="15"/>
                </a:lnTo>
                <a:lnTo>
                  <a:pt x="402" y="3"/>
                </a:lnTo>
                <a:lnTo>
                  <a:pt x="402" y="15"/>
                </a:lnTo>
                <a:lnTo>
                  <a:pt x="400" y="15"/>
                </a:lnTo>
                <a:close/>
              </a:path>
              <a:path w="471" h="15">
                <a:moveTo>
                  <a:pt x="412" y="8"/>
                </a:moveTo>
                <a:cubicBezTo>
                  <a:pt x="412" y="5"/>
                  <a:pt x="412" y="3"/>
                  <a:pt x="413" y="2"/>
                </a:cubicBezTo>
                <a:cubicBezTo>
                  <a:pt x="415" y="1"/>
                  <a:pt x="416" y="0"/>
                  <a:pt x="418" y="0"/>
                </a:cubicBezTo>
                <a:cubicBezTo>
                  <a:pt x="419" y="0"/>
                  <a:pt x="420" y="0"/>
                  <a:pt x="421" y="1"/>
                </a:cubicBezTo>
                <a:cubicBezTo>
                  <a:pt x="422" y="2"/>
                  <a:pt x="423" y="3"/>
                  <a:pt x="423" y="4"/>
                </a:cubicBezTo>
                <a:cubicBezTo>
                  <a:pt x="424" y="5"/>
                  <a:pt x="424" y="6"/>
                  <a:pt x="424" y="8"/>
                </a:cubicBezTo>
                <a:cubicBezTo>
                  <a:pt x="424" y="9"/>
                  <a:pt x="424" y="10"/>
                  <a:pt x="423" y="11"/>
                </a:cubicBezTo>
                <a:cubicBezTo>
                  <a:pt x="422" y="13"/>
                  <a:pt x="422" y="13"/>
                  <a:pt x="421" y="14"/>
                </a:cubicBezTo>
                <a:cubicBezTo>
                  <a:pt x="420" y="15"/>
                  <a:pt x="419" y="15"/>
                  <a:pt x="418" y="15"/>
                </a:cubicBezTo>
                <a:cubicBezTo>
                  <a:pt x="417" y="15"/>
                  <a:pt x="416" y="15"/>
                  <a:pt x="415" y="14"/>
                </a:cubicBezTo>
                <a:cubicBezTo>
                  <a:pt x="414" y="13"/>
                  <a:pt x="413" y="12"/>
                  <a:pt x="413" y="11"/>
                </a:cubicBezTo>
                <a:cubicBezTo>
                  <a:pt x="412" y="10"/>
                  <a:pt x="412" y="9"/>
                  <a:pt x="412" y="8"/>
                </a:cubicBezTo>
                <a:close/>
                <a:moveTo>
                  <a:pt x="414" y="8"/>
                </a:moveTo>
                <a:cubicBezTo>
                  <a:pt x="414" y="9"/>
                  <a:pt x="414" y="11"/>
                  <a:pt x="415" y="12"/>
                </a:cubicBezTo>
                <a:cubicBezTo>
                  <a:pt x="416" y="13"/>
                  <a:pt x="417" y="13"/>
                  <a:pt x="418" y="13"/>
                </a:cubicBezTo>
                <a:cubicBezTo>
                  <a:pt x="419" y="13"/>
                  <a:pt x="420" y="13"/>
                  <a:pt x="421" y="12"/>
                </a:cubicBezTo>
                <a:cubicBezTo>
                  <a:pt x="422" y="11"/>
                  <a:pt x="422" y="9"/>
                  <a:pt x="422" y="7"/>
                </a:cubicBezTo>
                <a:cubicBezTo>
                  <a:pt x="422" y="6"/>
                  <a:pt x="422" y="5"/>
                  <a:pt x="422" y="4"/>
                </a:cubicBezTo>
                <a:cubicBezTo>
                  <a:pt x="421" y="4"/>
                  <a:pt x="421" y="3"/>
                  <a:pt x="420" y="2"/>
                </a:cubicBezTo>
                <a:cubicBezTo>
                  <a:pt x="419" y="2"/>
                  <a:pt x="419" y="2"/>
                  <a:pt x="418" y="2"/>
                </a:cubicBezTo>
                <a:cubicBezTo>
                  <a:pt x="417" y="2"/>
                  <a:pt x="416" y="2"/>
                  <a:pt x="415" y="3"/>
                </a:cubicBezTo>
                <a:cubicBezTo>
                  <a:pt x="414" y="4"/>
                  <a:pt x="414" y="6"/>
                  <a:pt x="414" y="8"/>
                </a:cubicBezTo>
                <a:close/>
              </a:path>
              <a:path w="471" h="15">
                <a:moveTo>
                  <a:pt x="425" y="15"/>
                </a:moveTo>
                <a:lnTo>
                  <a:pt x="425" y="0"/>
                </a:lnTo>
                <a:lnTo>
                  <a:pt x="427" y="0"/>
                </a:lnTo>
                <a:lnTo>
                  <a:pt x="427" y="13"/>
                </a:lnTo>
                <a:lnTo>
                  <a:pt x="433" y="13"/>
                </a:lnTo>
                <a:lnTo>
                  <a:pt x="433" y="15"/>
                </a:lnTo>
                <a:lnTo>
                  <a:pt x="425" y="15"/>
                </a:lnTo>
                <a:close/>
              </a:path>
              <a:path w="471" h="15">
                <a:moveTo>
                  <a:pt x="434" y="8"/>
                </a:moveTo>
                <a:cubicBezTo>
                  <a:pt x="434" y="5"/>
                  <a:pt x="435" y="3"/>
                  <a:pt x="436" y="2"/>
                </a:cubicBezTo>
                <a:cubicBezTo>
                  <a:pt x="437" y="1"/>
                  <a:pt x="438" y="0"/>
                  <a:pt x="440" y="0"/>
                </a:cubicBezTo>
                <a:cubicBezTo>
                  <a:pt x="441" y="0"/>
                  <a:pt x="442" y="0"/>
                  <a:pt x="443" y="1"/>
                </a:cubicBezTo>
                <a:cubicBezTo>
                  <a:pt x="444" y="2"/>
                  <a:pt x="445" y="3"/>
                  <a:pt x="445" y="4"/>
                </a:cubicBezTo>
                <a:cubicBezTo>
                  <a:pt x="446" y="5"/>
                  <a:pt x="446" y="6"/>
                  <a:pt x="446" y="8"/>
                </a:cubicBezTo>
                <a:cubicBezTo>
                  <a:pt x="446" y="9"/>
                  <a:pt x="446" y="10"/>
                  <a:pt x="445" y="11"/>
                </a:cubicBezTo>
                <a:cubicBezTo>
                  <a:pt x="445" y="13"/>
                  <a:pt x="444" y="13"/>
                  <a:pt x="443" y="14"/>
                </a:cubicBezTo>
                <a:cubicBezTo>
                  <a:pt x="442" y="15"/>
                  <a:pt x="441" y="15"/>
                  <a:pt x="440" y="15"/>
                </a:cubicBezTo>
                <a:cubicBezTo>
                  <a:pt x="439" y="15"/>
                  <a:pt x="438" y="15"/>
                  <a:pt x="437" y="14"/>
                </a:cubicBezTo>
                <a:cubicBezTo>
                  <a:pt x="436" y="13"/>
                  <a:pt x="435" y="12"/>
                  <a:pt x="435" y="11"/>
                </a:cubicBezTo>
                <a:cubicBezTo>
                  <a:pt x="434" y="10"/>
                  <a:pt x="434" y="9"/>
                  <a:pt x="434" y="8"/>
                </a:cubicBezTo>
                <a:close/>
                <a:moveTo>
                  <a:pt x="436" y="8"/>
                </a:moveTo>
                <a:cubicBezTo>
                  <a:pt x="436" y="9"/>
                  <a:pt x="436" y="11"/>
                  <a:pt x="437" y="12"/>
                </a:cubicBezTo>
                <a:cubicBezTo>
                  <a:pt x="438" y="13"/>
                  <a:pt x="439" y="13"/>
                  <a:pt x="440" y="13"/>
                </a:cubicBezTo>
                <a:cubicBezTo>
                  <a:pt x="441" y="13"/>
                  <a:pt x="442" y="13"/>
                  <a:pt x="443" y="12"/>
                </a:cubicBezTo>
                <a:cubicBezTo>
                  <a:pt x="444" y="11"/>
                  <a:pt x="444" y="9"/>
                  <a:pt x="444" y="7"/>
                </a:cubicBezTo>
                <a:cubicBezTo>
                  <a:pt x="444" y="6"/>
                  <a:pt x="444" y="5"/>
                  <a:pt x="444" y="4"/>
                </a:cubicBezTo>
                <a:cubicBezTo>
                  <a:pt x="444" y="4"/>
                  <a:pt x="443" y="3"/>
                  <a:pt x="442" y="2"/>
                </a:cubicBezTo>
                <a:cubicBezTo>
                  <a:pt x="442" y="2"/>
                  <a:pt x="441" y="2"/>
                  <a:pt x="440" y="2"/>
                </a:cubicBezTo>
                <a:cubicBezTo>
                  <a:pt x="439" y="2"/>
                  <a:pt x="438" y="2"/>
                  <a:pt x="437" y="3"/>
                </a:cubicBezTo>
                <a:cubicBezTo>
                  <a:pt x="436" y="4"/>
                  <a:pt x="436" y="6"/>
                  <a:pt x="436" y="8"/>
                </a:cubicBezTo>
                <a:close/>
              </a:path>
              <a:path w="471" h="15">
                <a:moveTo>
                  <a:pt x="454" y="9"/>
                </a:moveTo>
                <a:lnTo>
                  <a:pt x="454" y="7"/>
                </a:lnTo>
                <a:lnTo>
                  <a:pt x="459" y="7"/>
                </a:lnTo>
                <a:lnTo>
                  <a:pt x="459" y="13"/>
                </a:lnTo>
                <a:cubicBezTo>
                  <a:pt x="458" y="13"/>
                  <a:pt x="457" y="14"/>
                  <a:pt x="456" y="14"/>
                </a:cubicBezTo>
                <a:cubicBezTo>
                  <a:pt x="456" y="15"/>
                  <a:pt x="455" y="15"/>
                  <a:pt x="454" y="15"/>
                </a:cubicBezTo>
                <a:cubicBezTo>
                  <a:pt x="453" y="15"/>
                  <a:pt x="451" y="15"/>
                  <a:pt x="450" y="14"/>
                </a:cubicBezTo>
                <a:cubicBezTo>
                  <a:pt x="449" y="13"/>
                  <a:pt x="449" y="13"/>
                  <a:pt x="448" y="11"/>
                </a:cubicBezTo>
                <a:cubicBezTo>
                  <a:pt x="448" y="10"/>
                  <a:pt x="447" y="9"/>
                  <a:pt x="447" y="8"/>
                </a:cubicBezTo>
                <a:cubicBezTo>
                  <a:pt x="447" y="6"/>
                  <a:pt x="448" y="5"/>
                  <a:pt x="448" y="4"/>
                </a:cubicBezTo>
                <a:cubicBezTo>
                  <a:pt x="449" y="2"/>
                  <a:pt x="449" y="2"/>
                  <a:pt x="450" y="1"/>
                </a:cubicBezTo>
                <a:cubicBezTo>
                  <a:pt x="451" y="0"/>
                  <a:pt x="452" y="0"/>
                  <a:pt x="454" y="0"/>
                </a:cubicBezTo>
                <a:cubicBezTo>
                  <a:pt x="455" y="0"/>
                  <a:pt x="455" y="0"/>
                  <a:pt x="456" y="1"/>
                </a:cubicBezTo>
                <a:cubicBezTo>
                  <a:pt x="457" y="1"/>
                  <a:pt x="457" y="1"/>
                  <a:pt x="458" y="2"/>
                </a:cubicBezTo>
                <a:cubicBezTo>
                  <a:pt x="458" y="3"/>
                  <a:pt x="459" y="3"/>
                  <a:pt x="459" y="4"/>
                </a:cubicBezTo>
                <a:lnTo>
                  <a:pt x="457" y="5"/>
                </a:lnTo>
                <a:cubicBezTo>
                  <a:pt x="457" y="4"/>
                  <a:pt x="457" y="3"/>
                  <a:pt x="457" y="3"/>
                </a:cubicBezTo>
                <a:cubicBezTo>
                  <a:pt x="456" y="3"/>
                  <a:pt x="456" y="2"/>
                  <a:pt x="455" y="2"/>
                </a:cubicBezTo>
                <a:cubicBezTo>
                  <a:pt x="455" y="2"/>
                  <a:pt x="454" y="2"/>
                  <a:pt x="454" y="2"/>
                </a:cubicBezTo>
                <a:cubicBezTo>
                  <a:pt x="453" y="2"/>
                  <a:pt x="452" y="2"/>
                  <a:pt x="452" y="2"/>
                </a:cubicBezTo>
                <a:cubicBezTo>
                  <a:pt x="451" y="2"/>
                  <a:pt x="451" y="3"/>
                  <a:pt x="450" y="3"/>
                </a:cubicBezTo>
                <a:cubicBezTo>
                  <a:pt x="450" y="4"/>
                  <a:pt x="450" y="4"/>
                  <a:pt x="450" y="5"/>
                </a:cubicBezTo>
                <a:cubicBezTo>
                  <a:pt x="449" y="5"/>
                  <a:pt x="449" y="6"/>
                  <a:pt x="449" y="7"/>
                </a:cubicBezTo>
                <a:cubicBezTo>
                  <a:pt x="449" y="9"/>
                  <a:pt x="449" y="10"/>
                  <a:pt x="450" y="11"/>
                </a:cubicBezTo>
                <a:cubicBezTo>
                  <a:pt x="450" y="12"/>
                  <a:pt x="451" y="12"/>
                  <a:pt x="451" y="13"/>
                </a:cubicBezTo>
                <a:cubicBezTo>
                  <a:pt x="452" y="13"/>
                  <a:pt x="453" y="13"/>
                  <a:pt x="454" y="13"/>
                </a:cubicBezTo>
                <a:cubicBezTo>
                  <a:pt x="454" y="13"/>
                  <a:pt x="455" y="13"/>
                  <a:pt x="456" y="13"/>
                </a:cubicBezTo>
                <a:cubicBezTo>
                  <a:pt x="456" y="12"/>
                  <a:pt x="457" y="12"/>
                  <a:pt x="457" y="12"/>
                </a:cubicBezTo>
                <a:lnTo>
                  <a:pt x="457" y="9"/>
                </a:lnTo>
                <a:lnTo>
                  <a:pt x="454" y="9"/>
                </a:lnTo>
                <a:close/>
              </a:path>
              <a:path w="471" h="15">
                <a:moveTo>
                  <a:pt x="464" y="15"/>
                </a:moveTo>
                <a:lnTo>
                  <a:pt x="464" y="9"/>
                </a:lnTo>
                <a:lnTo>
                  <a:pt x="460" y="0"/>
                </a:lnTo>
                <a:lnTo>
                  <a:pt x="462" y="0"/>
                </a:lnTo>
                <a:lnTo>
                  <a:pt x="464" y="5"/>
                </a:lnTo>
                <a:cubicBezTo>
                  <a:pt x="465" y="5"/>
                  <a:pt x="465" y="6"/>
                  <a:pt x="465" y="7"/>
                </a:cubicBezTo>
                <a:cubicBezTo>
                  <a:pt x="466" y="6"/>
                  <a:pt x="466" y="5"/>
                  <a:pt x="467" y="5"/>
                </a:cubicBezTo>
                <a:lnTo>
                  <a:pt x="469" y="0"/>
                </a:lnTo>
                <a:lnTo>
                  <a:pt x="471" y="0"/>
                </a:lnTo>
                <a:lnTo>
                  <a:pt x="466" y="9"/>
                </a:lnTo>
                <a:lnTo>
                  <a:pt x="466" y="15"/>
                </a:lnTo>
                <a:lnTo>
                  <a:pt x="464" y="1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pic>
        <p:nvPicPr>
          <p:cNvPr id="20" name="图片 2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3251" y="124632"/>
            <a:ext cx="627347" cy="471145"/>
          </a:xfrm>
          <a:prstGeom prst="rect">
            <a:avLst/>
          </a:prstGeom>
          <a:ln>
            <a:noFill/>
          </a:ln>
        </p:spPr>
      </p:pic>
      <p:sp>
        <p:nvSpPr>
          <p:cNvPr id="21" name="分隔线"/>
          <p:cNvSpPr/>
          <p:nvPr/>
        </p:nvSpPr>
        <p:spPr>
          <a:xfrm>
            <a:off x="457200" y="896112"/>
            <a:ext cx="11228832" cy="36576"/>
          </a:xfrm>
          <a:prstGeom prst="rect">
            <a:avLst/>
          </a:prstGeom>
          <a:solidFill>
            <a:srgbClr val="00A4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关键信息条"/>
          <p:cNvSpPr/>
          <p:nvPr/>
        </p:nvSpPr>
        <p:spPr>
          <a:xfrm>
            <a:off x="502920" y="1024128"/>
            <a:ext cx="11183112" cy="45720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关键信息"/>
          <p:cNvSpPr txBox="1"/>
          <p:nvPr/>
        </p:nvSpPr>
        <p:spPr>
          <a:xfrm>
            <a:off x="685800" y="1024128"/>
            <a:ext cx="10817352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600" b="1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建议明确区分“起点已处于重症”“观察期间转重”“转重后好转”“始终未转重”四种情况。</a:t>
            </a:r>
            <a:endParaRPr lang="zh-CN" altLang="en-US" sz="1600" b="1" i="0">
              <a:solidFill>
                <a:srgbClr val="1137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结论框"/>
          <p:cNvSpPr/>
          <p:nvPr/>
        </p:nvSpPr>
        <p:spPr>
          <a:xfrm>
            <a:off x="502920" y="5870448"/>
            <a:ext cx="11183112" cy="420624"/>
          </a:xfrm>
          <a:prstGeom prst="rect">
            <a:avLst/>
          </a:prstGeom>
          <a:solidFill>
            <a:srgbClr val="FCEF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结论"/>
          <p:cNvSpPr txBox="1"/>
          <p:nvPr/>
        </p:nvSpPr>
        <p:spPr>
          <a:xfrm>
            <a:off x="685800" y="5870448"/>
            <a:ext cx="10817352" cy="420624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500" b="1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请院方确认：</a:t>
            </a:r>
            <a:r>
              <a:rPr lang="zh-CN" altLang="en-US" sz="1500" b="0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观察起点的重症状态、首次转重时间，以及转重后恢复出院的病例。</a:t>
            </a:r>
            <a:endParaRPr lang="zh-CN" altLang="en-US" sz="1500" b="0" i="0">
              <a:solidFill>
                <a:srgbClr val="1137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页脚"/>
          <p:cNvSpPr txBox="1"/>
          <p:nvPr/>
        </p:nvSpPr>
        <p:spPr>
          <a:xfrm>
            <a:off x="502920" y="6455664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050" b="0" i="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老年流感多中心数据对齐与研究协作汇报</a:t>
            </a:r>
            <a:endParaRPr lang="zh-CN" altLang="en-US" sz="1050" b="0" i="0">
              <a:solidFill>
                <a:srgbClr val="646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页码"/>
          <p:cNvSpPr txBox="1"/>
          <p:nvPr/>
        </p:nvSpPr>
        <p:spPr>
          <a:xfrm>
            <a:off x="10680192" y="6455664"/>
            <a:ext cx="100584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fld id="{238595E3-F96B-452E-B9CA-D9A91CCF596C}" type="slidenum">
              <a:rPr lang="zh-CN" sz="105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fld>
            <a:endParaRPr lang="zh-CN" sz="1050">
              <a:solidFill>
                <a:srgbClr val="646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2240279" y="162763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50" b="0" i="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观察起点 t0</a:t>
            </a:r>
            <a:endParaRPr lang="zh-CN" altLang="en-US" sz="1150" b="0" i="0">
              <a:solidFill>
                <a:srgbClr val="646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7635240" y="162763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50" b="0" i="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出院 / 死亡</a:t>
            </a:r>
            <a:endParaRPr lang="zh-CN" altLang="en-US" sz="1150" b="0" i="0">
              <a:solidFill>
                <a:srgbClr val="646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251960" y="1627632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50" b="0" i="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住院时间 →</a:t>
            </a:r>
            <a:endParaRPr lang="zh-CN" altLang="en-US" sz="1150" b="0" i="0">
              <a:solidFill>
                <a:srgbClr val="646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8796528" y="1691640"/>
            <a:ext cx="292608" cy="146304"/>
          </a:xfrm>
          <a:prstGeom prst="rect">
            <a:avLst/>
          </a:prstGeom>
          <a:solidFill>
            <a:srgbClr val="9DBBE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0" y="1609344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5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非重症</a:t>
            </a:r>
            <a:endParaRPr lang="zh-CN" altLang="en-US" sz="1150" b="0" i="0">
              <a:solidFill>
                <a:srgbClr val="2731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9875519" y="1691640"/>
            <a:ext cx="292608" cy="14630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22992" y="1609344"/>
            <a:ext cx="1481328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5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重症（ICU、通气等）</a:t>
            </a:r>
            <a:endParaRPr lang="zh-CN" altLang="en-US" sz="1150" b="0" i="0">
              <a:solidFill>
                <a:srgbClr val="2731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502920" y="1975104"/>
            <a:ext cx="11183112" cy="78638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2029968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500" b="1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起点已处于重症</a:t>
            </a:r>
            <a:endParaRPr lang="zh-CN" altLang="en-US" sz="1500" b="1" i="0">
              <a:solidFill>
                <a:srgbClr val="1137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640080" y="2377440"/>
            <a:ext cx="214884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50" b="0" i="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观察起点时已在 ICU 或通气</a:t>
            </a:r>
            <a:endParaRPr lang="zh-CN" altLang="en-US" sz="1150" b="0" i="0">
              <a:solidFill>
                <a:srgbClr val="646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2788920" y="2267712"/>
            <a:ext cx="2427732" cy="20116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216652" y="2267712"/>
            <a:ext cx="2967228" cy="201168"/>
          </a:xfrm>
          <a:prstGeom prst="rect">
            <a:avLst/>
          </a:prstGeom>
          <a:solidFill>
            <a:srgbClr val="9DBBE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697479" y="2276856"/>
            <a:ext cx="182880" cy="18288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1F4E9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092440" y="2276856"/>
            <a:ext cx="182880" cy="182880"/>
          </a:xfrm>
          <a:prstGeom prst="ellipse">
            <a:avLst/>
          </a:prstGeom>
          <a:solidFill>
            <a:srgbClr val="1F4E94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03920" y="1975104"/>
            <a:ext cx="3090672" cy="7863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350" b="1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需单列；纳入方式待共同确认</a:t>
            </a:r>
            <a:endParaRPr lang="zh-CN" altLang="en-US" sz="1350" b="1" i="0">
              <a:solidFill>
                <a:srgbClr val="1137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502920" y="2852928"/>
            <a:ext cx="11183112" cy="7863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2907792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500" b="1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观察期间转重</a:t>
            </a:r>
            <a:endParaRPr lang="zh-CN" altLang="en-US" sz="1500" b="1" i="0">
              <a:solidFill>
                <a:srgbClr val="1137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640080" y="3255264"/>
            <a:ext cx="214884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50" b="0" i="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起点非重症，住院中首次转重</a:t>
            </a:r>
            <a:endParaRPr lang="zh-CN" altLang="en-US" sz="1150" b="0" i="0">
              <a:solidFill>
                <a:srgbClr val="646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2788920" y="3145536"/>
            <a:ext cx="2967228" cy="201168"/>
          </a:xfrm>
          <a:prstGeom prst="rect">
            <a:avLst/>
          </a:prstGeom>
          <a:solidFill>
            <a:srgbClr val="9DBBE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756148" y="3145536"/>
            <a:ext cx="2427731" cy="20116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697479" y="3154680"/>
            <a:ext cx="182880" cy="18288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1F4E9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8092440" y="3154680"/>
            <a:ext cx="182880" cy="182880"/>
          </a:xfrm>
          <a:prstGeom prst="ellipse">
            <a:avLst/>
          </a:prstGeom>
          <a:solidFill>
            <a:srgbClr val="1F4E94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Merge 49"/>
          <p:cNvSpPr/>
          <p:nvPr/>
        </p:nvSpPr>
        <p:spPr>
          <a:xfrm>
            <a:off x="5646420" y="2898648"/>
            <a:ext cx="219456" cy="182880"/>
          </a:xfrm>
          <a:prstGeom prst="flowChartMerge">
            <a:avLst/>
          </a:prstGeom>
          <a:solidFill>
            <a:srgbClr val="C039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884164" y="284378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i="0">
                <a:solidFill>
                  <a:srgbClr val="C039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首次转重</a:t>
            </a:r>
            <a:endParaRPr lang="zh-CN" altLang="en-US" sz="1100" b="1" i="0">
              <a:solidFill>
                <a:srgbClr val="C039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8503920" y="2852928"/>
            <a:ext cx="3090672" cy="7863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350" b="1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预测目标：需记录首次转重时间</a:t>
            </a:r>
            <a:endParaRPr lang="zh-CN" altLang="en-US" sz="1350" b="1" i="0">
              <a:solidFill>
                <a:srgbClr val="1137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502920" y="3730752"/>
            <a:ext cx="11183112" cy="78638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3785615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500" b="1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转重后好转出院</a:t>
            </a:r>
            <a:endParaRPr lang="zh-CN" altLang="en-US" sz="1500" b="1" i="0">
              <a:solidFill>
                <a:srgbClr val="1137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640080" y="4133088"/>
            <a:ext cx="214884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50" b="0" i="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转重经治疗恢复后出院</a:t>
            </a:r>
            <a:endParaRPr lang="zh-CN" altLang="en-US" sz="1150" b="0" i="0">
              <a:solidFill>
                <a:srgbClr val="646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2788920" y="4023359"/>
            <a:ext cx="1888235" cy="201168"/>
          </a:xfrm>
          <a:prstGeom prst="rect">
            <a:avLst/>
          </a:prstGeom>
          <a:solidFill>
            <a:srgbClr val="9DBBE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677155" y="4023359"/>
            <a:ext cx="1780336" cy="20116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457492" y="4023359"/>
            <a:ext cx="1726387" cy="201168"/>
          </a:xfrm>
          <a:prstGeom prst="rect">
            <a:avLst/>
          </a:prstGeom>
          <a:solidFill>
            <a:srgbClr val="9DBBE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2697479" y="4032504"/>
            <a:ext cx="182880" cy="18288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1F4E9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8092440" y="4032504"/>
            <a:ext cx="182880" cy="182880"/>
          </a:xfrm>
          <a:prstGeom prst="ellipse">
            <a:avLst/>
          </a:prstGeom>
          <a:solidFill>
            <a:srgbClr val="1F4E94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Merge 60"/>
          <p:cNvSpPr/>
          <p:nvPr/>
        </p:nvSpPr>
        <p:spPr>
          <a:xfrm>
            <a:off x="4567427" y="3776472"/>
            <a:ext cx="219456" cy="182880"/>
          </a:xfrm>
          <a:prstGeom prst="flowChartMerge">
            <a:avLst/>
          </a:prstGeom>
          <a:solidFill>
            <a:srgbClr val="C039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805171" y="3721607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i="0">
                <a:solidFill>
                  <a:srgbClr val="C039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首次转重</a:t>
            </a:r>
            <a:endParaRPr lang="zh-CN" altLang="en-US" sz="1100" b="1" i="0">
              <a:solidFill>
                <a:srgbClr val="C039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8503920" y="3730752"/>
            <a:ext cx="3090672" cy="7863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350" b="1" i="0">
                <a:solidFill>
                  <a:srgbClr val="C039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只看出院状态会误判为“未转重”</a:t>
            </a:r>
            <a:endParaRPr lang="zh-CN" altLang="en-US" sz="1350" b="1" i="0">
              <a:solidFill>
                <a:srgbClr val="C039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4" name="Rectangle 63"/>
          <p:cNvSpPr/>
          <p:nvPr/>
        </p:nvSpPr>
        <p:spPr>
          <a:xfrm>
            <a:off x="502920" y="4608576"/>
            <a:ext cx="11183112" cy="7863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0080" y="466344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500" b="1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始终未转重</a:t>
            </a:r>
            <a:endParaRPr lang="zh-CN" altLang="en-US" sz="1500" b="1" i="0">
              <a:solidFill>
                <a:srgbClr val="1137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640080" y="5010912"/>
            <a:ext cx="214884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50" b="0" i="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全程未出现重症事件</a:t>
            </a:r>
            <a:endParaRPr lang="zh-CN" altLang="en-US" sz="1150" b="0" i="0">
              <a:solidFill>
                <a:srgbClr val="646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2788920" y="4901183"/>
            <a:ext cx="5394959" cy="201168"/>
          </a:xfrm>
          <a:prstGeom prst="rect">
            <a:avLst/>
          </a:prstGeom>
          <a:solidFill>
            <a:srgbClr val="9DBBE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2697479" y="4910328"/>
            <a:ext cx="182880" cy="18288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1F4E9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8092440" y="4910328"/>
            <a:ext cx="182880" cy="182880"/>
          </a:xfrm>
          <a:prstGeom prst="ellipse">
            <a:avLst/>
          </a:prstGeom>
          <a:solidFill>
            <a:srgbClr val="1F4E94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503920" y="4608576"/>
            <a:ext cx="3090672" cy="7863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350" b="1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需与“未记录 / 未提及”区分</a:t>
            </a:r>
            <a:endParaRPr lang="zh-CN" altLang="en-US" sz="1350" b="1" i="0">
              <a:solidFill>
                <a:srgbClr val="1137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502920" y="5468112"/>
            <a:ext cx="11183112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250" b="1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补充：</a:t>
            </a:r>
            <a:r>
              <a:rPr lang="zh-CN" altLang="en-US" sz="125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GAM 的相关信息分散在病历叙述中，可能存在不同表述、否定语境或记录不完整，候选事件需结合临床记录核验。</a:t>
            </a:r>
            <a:endParaRPr lang="zh-CN" altLang="en-US" sz="1250" b="0" i="0">
              <a:solidFill>
                <a:srgbClr val="2731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顶部色条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F4E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标题栏"/>
          <p:cNvSpPr/>
          <p:nvPr/>
        </p:nvSpPr>
        <p:spPr>
          <a:xfrm>
            <a:off x="0" y="219456"/>
            <a:ext cx="9418320" cy="530352"/>
          </a:xfrm>
          <a:prstGeom prst="rect">
            <a:avLst/>
          </a:prstGeom>
          <a:solidFill>
            <a:srgbClr val="4075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章节标签"/>
          <p:cNvSpPr/>
          <p:nvPr/>
        </p:nvSpPr>
        <p:spPr>
          <a:xfrm>
            <a:off x="320040" y="301752"/>
            <a:ext cx="844296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 i="0">
                <a:solidFill>
                  <a:srgbClr val="1F4E9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问题四</a:t>
            </a:r>
            <a:endParaRPr lang="zh-CN" altLang="en-US" sz="1400" b="1" i="0">
              <a:solidFill>
                <a:srgbClr val="1F4E9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标题"/>
          <p:cNvSpPr txBox="1"/>
          <p:nvPr/>
        </p:nvSpPr>
        <p:spPr>
          <a:xfrm>
            <a:off x="1310640" y="219456"/>
            <a:ext cx="7970520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2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C. 时间信息与连续观测是动态预测的关键</a:t>
            </a:r>
            <a:endParaRPr lang="zh-CN" altLang="en-US" sz="22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Rectangle 7"/>
          <p:cNvSpPr>
            <a:spLocks noGrp="1"/>
          </p:cNvSpPr>
          <p:nvPr/>
        </p:nvSpPr>
        <p:spPr>
          <a:xfrm>
            <a:off x="9971521" y="467514"/>
            <a:ext cx="180331" cy="6350"/>
          </a:xfrm>
          <a:prstGeom prst="rect">
            <a:avLst/>
          </a:prstGeom>
          <a:solidFill>
            <a:srgbClr val="005A9F"/>
          </a:solidFill>
          <a:ln>
            <a:noFill/>
          </a:ln>
        </p:spPr>
      </p:sp>
      <p:sp>
        <p:nvSpPr>
          <p:cNvPr id="7" name="Freeform 8"/>
          <p:cNvSpPr>
            <a:spLocks noGrp="1"/>
          </p:cNvSpPr>
          <p:nvPr/>
        </p:nvSpPr>
        <p:spPr>
          <a:xfrm>
            <a:off x="9862306" y="238926"/>
            <a:ext cx="400029" cy="256527"/>
          </a:xfrm>
          <a:custGeom>
            <a:avLst/>
            <a:gdLst/>
            <a:ahLst/>
            <a:cxnLst/>
            <a:rect l="l" t="t" r="r" b="b"/>
            <a:pathLst>
              <a:path w="259" h="165">
                <a:moveTo>
                  <a:pt x="129" y="4"/>
                </a:moveTo>
                <a:cubicBezTo>
                  <a:pt x="198" y="4"/>
                  <a:pt x="255" y="39"/>
                  <a:pt x="255" y="83"/>
                </a:cubicBezTo>
                <a:cubicBezTo>
                  <a:pt x="255" y="126"/>
                  <a:pt x="198" y="161"/>
                  <a:pt x="129" y="161"/>
                </a:cubicBezTo>
                <a:cubicBezTo>
                  <a:pt x="61" y="161"/>
                  <a:pt x="4" y="126"/>
                  <a:pt x="4" y="83"/>
                </a:cubicBezTo>
                <a:cubicBezTo>
                  <a:pt x="4" y="39"/>
                  <a:pt x="61" y="4"/>
                  <a:pt x="129" y="4"/>
                </a:cubicBezTo>
                <a:close/>
                <a:moveTo>
                  <a:pt x="129" y="0"/>
                </a:moveTo>
                <a:cubicBezTo>
                  <a:pt x="201" y="0"/>
                  <a:pt x="259" y="37"/>
                  <a:pt x="259" y="83"/>
                </a:cubicBezTo>
                <a:cubicBezTo>
                  <a:pt x="259" y="128"/>
                  <a:pt x="201" y="165"/>
                  <a:pt x="129" y="165"/>
                </a:cubicBezTo>
                <a:cubicBezTo>
                  <a:pt x="58" y="165"/>
                  <a:pt x="0" y="128"/>
                  <a:pt x="0" y="83"/>
                </a:cubicBezTo>
                <a:cubicBezTo>
                  <a:pt x="0" y="37"/>
                  <a:pt x="58" y="0"/>
                  <a:pt x="129" y="0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8" name="Freeform 9"/>
          <p:cNvSpPr>
            <a:spLocks noGrp="1"/>
          </p:cNvSpPr>
          <p:nvPr/>
        </p:nvSpPr>
        <p:spPr>
          <a:xfrm>
            <a:off x="9899134" y="238926"/>
            <a:ext cx="326373" cy="256527"/>
          </a:xfrm>
          <a:custGeom>
            <a:avLst/>
            <a:gdLst/>
            <a:ahLst/>
            <a:cxnLst/>
            <a:rect l="l" t="t" r="r" b="b"/>
            <a:pathLst>
              <a:path w="211" h="165">
                <a:moveTo>
                  <a:pt x="105" y="4"/>
                </a:moveTo>
                <a:cubicBezTo>
                  <a:pt x="161" y="4"/>
                  <a:pt x="207" y="39"/>
                  <a:pt x="207" y="83"/>
                </a:cubicBezTo>
                <a:cubicBezTo>
                  <a:pt x="207" y="126"/>
                  <a:pt x="161" y="161"/>
                  <a:pt x="105" y="161"/>
                </a:cubicBezTo>
                <a:cubicBezTo>
                  <a:pt x="50" y="161"/>
                  <a:pt x="4" y="126"/>
                  <a:pt x="4" y="83"/>
                </a:cubicBezTo>
                <a:cubicBezTo>
                  <a:pt x="4" y="39"/>
                  <a:pt x="50" y="4"/>
                  <a:pt x="105" y="4"/>
                </a:cubicBezTo>
                <a:close/>
                <a:moveTo>
                  <a:pt x="105" y="0"/>
                </a:moveTo>
                <a:cubicBezTo>
                  <a:pt x="163" y="0"/>
                  <a:pt x="211" y="37"/>
                  <a:pt x="211" y="83"/>
                </a:cubicBezTo>
                <a:cubicBezTo>
                  <a:pt x="211" y="128"/>
                  <a:pt x="163" y="165"/>
                  <a:pt x="105" y="165"/>
                </a:cubicBezTo>
                <a:cubicBezTo>
                  <a:pt x="48" y="165"/>
                  <a:pt x="0" y="128"/>
                  <a:pt x="0" y="83"/>
                </a:cubicBezTo>
                <a:cubicBezTo>
                  <a:pt x="0" y="37"/>
                  <a:pt x="48" y="0"/>
                  <a:pt x="105" y="0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9" name="Freeform 10"/>
          <p:cNvSpPr>
            <a:spLocks noGrp="1"/>
          </p:cNvSpPr>
          <p:nvPr/>
        </p:nvSpPr>
        <p:spPr>
          <a:xfrm>
            <a:off x="9777221" y="157650"/>
            <a:ext cx="568930" cy="412729"/>
          </a:xfrm>
          <a:custGeom>
            <a:avLst/>
            <a:gdLst/>
            <a:ahLst/>
            <a:cxnLst/>
            <a:rect l="l" t="t" r="r" b="b"/>
            <a:pathLst>
              <a:path w="368" h="265">
                <a:moveTo>
                  <a:pt x="184" y="0"/>
                </a:moveTo>
                <a:cubicBezTo>
                  <a:pt x="286" y="0"/>
                  <a:pt x="368" y="60"/>
                  <a:pt x="368" y="133"/>
                </a:cubicBezTo>
                <a:cubicBezTo>
                  <a:pt x="368" y="206"/>
                  <a:pt x="286" y="265"/>
                  <a:pt x="184" y="265"/>
                </a:cubicBezTo>
                <a:cubicBezTo>
                  <a:pt x="83" y="265"/>
                  <a:pt x="0" y="206"/>
                  <a:pt x="0" y="133"/>
                </a:cubicBezTo>
                <a:cubicBezTo>
                  <a:pt x="0" y="60"/>
                  <a:pt x="83" y="0"/>
                  <a:pt x="184" y="0"/>
                </a:cubicBezTo>
                <a:close/>
                <a:moveTo>
                  <a:pt x="184" y="7"/>
                </a:moveTo>
                <a:cubicBezTo>
                  <a:pt x="280" y="7"/>
                  <a:pt x="359" y="64"/>
                  <a:pt x="359" y="133"/>
                </a:cubicBezTo>
                <a:cubicBezTo>
                  <a:pt x="359" y="202"/>
                  <a:pt x="280" y="258"/>
                  <a:pt x="184" y="258"/>
                </a:cubicBezTo>
                <a:cubicBezTo>
                  <a:pt x="88" y="258"/>
                  <a:pt x="9" y="202"/>
                  <a:pt x="9" y="133"/>
                </a:cubicBezTo>
                <a:cubicBezTo>
                  <a:pt x="9" y="64"/>
                  <a:pt x="88" y="7"/>
                  <a:pt x="184" y="7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0" name="Freeform 11"/>
          <p:cNvSpPr>
            <a:spLocks noGrp="1"/>
          </p:cNvSpPr>
          <p:nvPr/>
        </p:nvSpPr>
        <p:spPr>
          <a:xfrm>
            <a:off x="10007079" y="447195"/>
            <a:ext cx="107944" cy="17779"/>
          </a:xfrm>
          <a:custGeom>
            <a:avLst/>
            <a:gdLst/>
            <a:ahLst/>
            <a:cxnLst/>
            <a:rect l="l" t="t" r="r" b="b"/>
            <a:pathLst>
              <a:path w="70" h="11">
                <a:moveTo>
                  <a:pt x="0" y="0"/>
                </a:moveTo>
                <a:lnTo>
                  <a:pt x="1" y="0"/>
                </a:lnTo>
                <a:lnTo>
                  <a:pt x="2" y="6"/>
                </a:lnTo>
                <a:cubicBezTo>
                  <a:pt x="3" y="6"/>
                  <a:pt x="3" y="7"/>
                  <a:pt x="3" y="7"/>
                </a:cubicBezTo>
                <a:cubicBezTo>
                  <a:pt x="3" y="7"/>
                  <a:pt x="3" y="8"/>
                  <a:pt x="3" y="8"/>
                </a:cubicBezTo>
                <a:cubicBezTo>
                  <a:pt x="3" y="8"/>
                  <a:pt x="3" y="7"/>
                  <a:pt x="3" y="6"/>
                </a:cubicBezTo>
                <a:cubicBezTo>
                  <a:pt x="3" y="6"/>
                  <a:pt x="3" y="6"/>
                  <a:pt x="3" y="6"/>
                </a:cubicBezTo>
                <a:lnTo>
                  <a:pt x="4" y="0"/>
                </a:lnTo>
                <a:lnTo>
                  <a:pt x="5" y="0"/>
                </a:lnTo>
                <a:lnTo>
                  <a:pt x="7" y="6"/>
                </a:lnTo>
                <a:cubicBezTo>
                  <a:pt x="7" y="6"/>
                  <a:pt x="7" y="7"/>
                  <a:pt x="7" y="7"/>
                </a:cubicBezTo>
                <a:cubicBezTo>
                  <a:pt x="7" y="7"/>
                  <a:pt x="7" y="8"/>
                  <a:pt x="7" y="8"/>
                </a:cubicBezTo>
                <a:cubicBezTo>
                  <a:pt x="7" y="8"/>
                  <a:pt x="7" y="7"/>
                  <a:pt x="7" y="7"/>
                </a:cubicBezTo>
                <a:cubicBezTo>
                  <a:pt x="7" y="7"/>
                  <a:pt x="7" y="6"/>
                  <a:pt x="7" y="6"/>
                </a:cubicBezTo>
                <a:lnTo>
                  <a:pt x="8" y="0"/>
                </a:lnTo>
                <a:lnTo>
                  <a:pt x="10" y="0"/>
                </a:lnTo>
                <a:lnTo>
                  <a:pt x="7" y="10"/>
                </a:lnTo>
                <a:lnTo>
                  <a:pt x="6" y="10"/>
                </a:lnTo>
                <a:lnTo>
                  <a:pt x="5" y="5"/>
                </a:lnTo>
                <a:cubicBezTo>
                  <a:pt x="5" y="4"/>
                  <a:pt x="5" y="4"/>
                  <a:pt x="5" y="4"/>
                </a:cubicBezTo>
                <a:cubicBezTo>
                  <a:pt x="5" y="3"/>
                  <a:pt x="5" y="3"/>
                  <a:pt x="5" y="2"/>
                </a:cubicBezTo>
                <a:cubicBezTo>
                  <a:pt x="5" y="3"/>
                  <a:pt x="5" y="3"/>
                  <a:pt x="5" y="4"/>
                </a:cubicBezTo>
                <a:cubicBezTo>
                  <a:pt x="5" y="4"/>
                  <a:pt x="5" y="4"/>
                  <a:pt x="4" y="5"/>
                </a:cubicBezTo>
                <a:lnTo>
                  <a:pt x="3" y="10"/>
                </a:lnTo>
                <a:lnTo>
                  <a:pt x="2" y="10"/>
                </a:lnTo>
                <a:lnTo>
                  <a:pt x="0" y="0"/>
                </a:lnTo>
                <a:close/>
              </a:path>
              <a:path w="70" h="11">
                <a:moveTo>
                  <a:pt x="10" y="0"/>
                </a:moveTo>
                <a:lnTo>
                  <a:pt x="12" y="0"/>
                </a:lnTo>
                <a:lnTo>
                  <a:pt x="12" y="7"/>
                </a:lnTo>
                <a:cubicBezTo>
                  <a:pt x="12" y="8"/>
                  <a:pt x="12" y="8"/>
                  <a:pt x="12" y="9"/>
                </a:cubicBezTo>
                <a:cubicBezTo>
                  <a:pt x="12" y="9"/>
                  <a:pt x="13" y="9"/>
                  <a:pt x="13" y="9"/>
                </a:cubicBezTo>
                <a:cubicBezTo>
                  <a:pt x="14" y="9"/>
                  <a:pt x="14" y="9"/>
                  <a:pt x="15" y="9"/>
                </a:cubicBezTo>
                <a:cubicBezTo>
                  <a:pt x="15" y="8"/>
                  <a:pt x="15" y="8"/>
                  <a:pt x="15" y="7"/>
                </a:cubicBezTo>
                <a:lnTo>
                  <a:pt x="15" y="0"/>
                </a:lnTo>
                <a:lnTo>
                  <a:pt x="16" y="0"/>
                </a:lnTo>
                <a:lnTo>
                  <a:pt x="16" y="7"/>
                </a:lnTo>
                <a:cubicBezTo>
                  <a:pt x="16" y="8"/>
                  <a:pt x="16" y="9"/>
                  <a:pt x="15" y="10"/>
                </a:cubicBezTo>
                <a:cubicBezTo>
                  <a:pt x="15" y="10"/>
                  <a:pt x="14" y="11"/>
                  <a:pt x="13" y="11"/>
                </a:cubicBezTo>
                <a:cubicBezTo>
                  <a:pt x="12" y="11"/>
                  <a:pt x="12" y="10"/>
                  <a:pt x="11" y="10"/>
                </a:cubicBezTo>
                <a:cubicBezTo>
                  <a:pt x="11" y="9"/>
                  <a:pt x="10" y="8"/>
                  <a:pt x="10" y="7"/>
                </a:cubicBezTo>
                <a:lnTo>
                  <a:pt x="10" y="0"/>
                </a:lnTo>
                <a:close/>
              </a:path>
              <a:path w="70" h="11">
                <a:moveTo>
                  <a:pt x="18" y="0"/>
                </a:moveTo>
                <a:lnTo>
                  <a:pt x="19" y="0"/>
                </a:lnTo>
                <a:lnTo>
                  <a:pt x="19" y="4"/>
                </a:lnTo>
                <a:lnTo>
                  <a:pt x="22" y="4"/>
                </a:lnTo>
                <a:lnTo>
                  <a:pt x="22" y="0"/>
                </a:lnTo>
                <a:lnTo>
                  <a:pt x="23" y="0"/>
                </a:lnTo>
                <a:lnTo>
                  <a:pt x="23" y="10"/>
                </a:lnTo>
                <a:lnTo>
                  <a:pt x="22" y="10"/>
                </a:lnTo>
                <a:lnTo>
                  <a:pt x="22" y="6"/>
                </a:lnTo>
                <a:lnTo>
                  <a:pt x="19" y="6"/>
                </a:lnTo>
                <a:lnTo>
                  <a:pt x="19" y="10"/>
                </a:lnTo>
                <a:lnTo>
                  <a:pt x="18" y="10"/>
                </a:lnTo>
                <a:lnTo>
                  <a:pt x="18" y="0"/>
                </a:lnTo>
                <a:close/>
              </a:path>
              <a:path w="70" h="11">
                <a:moveTo>
                  <a:pt x="26" y="0"/>
                </a:moveTo>
                <a:lnTo>
                  <a:pt x="28" y="0"/>
                </a:lnTo>
                <a:lnTo>
                  <a:pt x="30" y="10"/>
                </a:lnTo>
                <a:lnTo>
                  <a:pt x="29" y="10"/>
                </a:lnTo>
                <a:lnTo>
                  <a:pt x="29" y="8"/>
                </a:lnTo>
                <a:lnTo>
                  <a:pt x="26" y="8"/>
                </a:lnTo>
                <a:lnTo>
                  <a:pt x="25" y="10"/>
                </a:lnTo>
                <a:lnTo>
                  <a:pt x="24" y="10"/>
                </a:lnTo>
                <a:lnTo>
                  <a:pt x="26" y="0"/>
                </a:lnTo>
                <a:close/>
                <a:moveTo>
                  <a:pt x="27" y="1"/>
                </a:moveTo>
                <a:lnTo>
                  <a:pt x="26" y="6"/>
                </a:lnTo>
                <a:lnTo>
                  <a:pt x="28" y="6"/>
                </a:lnTo>
                <a:lnTo>
                  <a:pt x="27" y="1"/>
                </a:lnTo>
                <a:close/>
              </a:path>
              <a:path w="70" h="11">
                <a:moveTo>
                  <a:pt x="31" y="0"/>
                </a:moveTo>
                <a:lnTo>
                  <a:pt x="32" y="0"/>
                </a:lnTo>
                <a:lnTo>
                  <a:pt x="35" y="6"/>
                </a:lnTo>
                <a:cubicBezTo>
                  <a:pt x="35" y="6"/>
                  <a:pt x="35" y="7"/>
                  <a:pt x="35" y="7"/>
                </a:cubicBezTo>
                <a:cubicBezTo>
                  <a:pt x="36" y="7"/>
                  <a:pt x="36" y="8"/>
                  <a:pt x="36" y="8"/>
                </a:cubicBezTo>
                <a:cubicBezTo>
                  <a:pt x="36" y="8"/>
                  <a:pt x="36" y="7"/>
                  <a:pt x="36" y="7"/>
                </a:cubicBezTo>
                <a:cubicBezTo>
                  <a:pt x="36" y="7"/>
                  <a:pt x="36" y="6"/>
                  <a:pt x="36" y="6"/>
                </a:cubicBezTo>
                <a:lnTo>
                  <a:pt x="36" y="0"/>
                </a:lnTo>
                <a:lnTo>
                  <a:pt x="37" y="0"/>
                </a:lnTo>
                <a:lnTo>
                  <a:pt x="37" y="10"/>
                </a:lnTo>
                <a:lnTo>
                  <a:pt x="36" y="10"/>
                </a:lnTo>
                <a:lnTo>
                  <a:pt x="33" y="4"/>
                </a:lnTo>
                <a:cubicBezTo>
                  <a:pt x="33" y="4"/>
                  <a:pt x="33" y="4"/>
                  <a:pt x="33" y="3"/>
                </a:cubicBezTo>
                <a:cubicBezTo>
                  <a:pt x="32" y="3"/>
                  <a:pt x="32" y="2"/>
                  <a:pt x="32" y="2"/>
                </a:cubicBezTo>
                <a:cubicBezTo>
                  <a:pt x="32" y="2"/>
                  <a:pt x="32" y="2"/>
                  <a:pt x="32" y="3"/>
                </a:cubicBezTo>
                <a:cubicBezTo>
                  <a:pt x="32" y="3"/>
                  <a:pt x="32" y="4"/>
                  <a:pt x="32" y="4"/>
                </a:cubicBezTo>
                <a:lnTo>
                  <a:pt x="32" y="10"/>
                </a:lnTo>
                <a:lnTo>
                  <a:pt x="31" y="10"/>
                </a:lnTo>
                <a:lnTo>
                  <a:pt x="31" y="0"/>
                </a:lnTo>
                <a:close/>
              </a:path>
              <a:path w="70" h="11">
                <a:moveTo>
                  <a:pt x="46" y="3"/>
                </a:moveTo>
                <a:lnTo>
                  <a:pt x="45" y="3"/>
                </a:lnTo>
                <a:cubicBezTo>
                  <a:pt x="45" y="3"/>
                  <a:pt x="45" y="2"/>
                  <a:pt x="44" y="2"/>
                </a:cubicBezTo>
                <a:cubicBezTo>
                  <a:pt x="44" y="1"/>
                  <a:pt x="44" y="1"/>
                  <a:pt x="43" y="1"/>
                </a:cubicBezTo>
                <a:cubicBezTo>
                  <a:pt x="43" y="1"/>
                  <a:pt x="42" y="2"/>
                  <a:pt x="42" y="2"/>
                </a:cubicBezTo>
                <a:cubicBezTo>
                  <a:pt x="42" y="3"/>
                  <a:pt x="42" y="4"/>
                  <a:pt x="42" y="5"/>
                </a:cubicBezTo>
                <a:cubicBezTo>
                  <a:pt x="42" y="7"/>
                  <a:pt x="42" y="8"/>
                  <a:pt x="42" y="8"/>
                </a:cubicBezTo>
                <a:cubicBezTo>
                  <a:pt x="42" y="9"/>
                  <a:pt x="43" y="9"/>
                  <a:pt x="43" y="9"/>
                </a:cubicBezTo>
                <a:cubicBezTo>
                  <a:pt x="44" y="9"/>
                  <a:pt x="44" y="9"/>
                  <a:pt x="45" y="9"/>
                </a:cubicBezTo>
                <a:cubicBezTo>
                  <a:pt x="45" y="8"/>
                  <a:pt x="45" y="8"/>
                  <a:pt x="45" y="7"/>
                </a:cubicBezTo>
                <a:lnTo>
                  <a:pt x="46" y="8"/>
                </a:lnTo>
                <a:cubicBezTo>
                  <a:pt x="46" y="9"/>
                  <a:pt x="46" y="9"/>
                  <a:pt x="45" y="10"/>
                </a:cubicBezTo>
                <a:cubicBezTo>
                  <a:pt x="45" y="10"/>
                  <a:pt x="44" y="11"/>
                  <a:pt x="43" y="11"/>
                </a:cubicBezTo>
                <a:cubicBezTo>
                  <a:pt x="42" y="11"/>
                  <a:pt x="42" y="10"/>
                  <a:pt x="41" y="9"/>
                </a:cubicBezTo>
                <a:cubicBezTo>
                  <a:pt x="41" y="8"/>
                  <a:pt x="40" y="7"/>
                  <a:pt x="40" y="5"/>
                </a:cubicBezTo>
                <a:cubicBezTo>
                  <a:pt x="40" y="4"/>
                  <a:pt x="41" y="2"/>
                  <a:pt x="41" y="1"/>
                </a:cubicBezTo>
                <a:cubicBezTo>
                  <a:pt x="42" y="0"/>
                  <a:pt x="43" y="0"/>
                  <a:pt x="43" y="0"/>
                </a:cubicBezTo>
                <a:cubicBezTo>
                  <a:pt x="44" y="0"/>
                  <a:pt x="45" y="0"/>
                  <a:pt x="45" y="1"/>
                </a:cubicBezTo>
                <a:cubicBezTo>
                  <a:pt x="46" y="1"/>
                  <a:pt x="46" y="2"/>
                  <a:pt x="46" y="3"/>
                </a:cubicBezTo>
                <a:close/>
              </a:path>
              <a:path w="70" h="11">
                <a:moveTo>
                  <a:pt x="47" y="0"/>
                </a:moveTo>
                <a:lnTo>
                  <a:pt x="48" y="0"/>
                </a:lnTo>
                <a:lnTo>
                  <a:pt x="48" y="4"/>
                </a:lnTo>
                <a:lnTo>
                  <a:pt x="52" y="4"/>
                </a:lnTo>
                <a:lnTo>
                  <a:pt x="52" y="0"/>
                </a:lnTo>
                <a:lnTo>
                  <a:pt x="53" y="0"/>
                </a:lnTo>
                <a:lnTo>
                  <a:pt x="53" y="10"/>
                </a:lnTo>
                <a:lnTo>
                  <a:pt x="52" y="10"/>
                </a:lnTo>
                <a:lnTo>
                  <a:pt x="52" y="6"/>
                </a:lnTo>
                <a:lnTo>
                  <a:pt x="48" y="6"/>
                </a:lnTo>
                <a:lnTo>
                  <a:pt x="48" y="10"/>
                </a:lnTo>
                <a:lnTo>
                  <a:pt x="47" y="10"/>
                </a:lnTo>
                <a:lnTo>
                  <a:pt x="47" y="0"/>
                </a:lnTo>
                <a:close/>
              </a:path>
              <a:path w="70" h="11">
                <a:moveTo>
                  <a:pt x="55" y="0"/>
                </a:moveTo>
                <a:lnTo>
                  <a:pt x="56" y="0"/>
                </a:lnTo>
                <a:lnTo>
                  <a:pt x="56" y="10"/>
                </a:lnTo>
                <a:lnTo>
                  <a:pt x="55" y="10"/>
                </a:lnTo>
                <a:lnTo>
                  <a:pt x="55" y="0"/>
                </a:lnTo>
                <a:close/>
              </a:path>
              <a:path w="70" h="11">
                <a:moveTo>
                  <a:pt x="57" y="0"/>
                </a:moveTo>
                <a:lnTo>
                  <a:pt x="59" y="0"/>
                </a:lnTo>
                <a:lnTo>
                  <a:pt x="61" y="6"/>
                </a:lnTo>
                <a:cubicBezTo>
                  <a:pt x="61" y="6"/>
                  <a:pt x="61" y="7"/>
                  <a:pt x="62" y="7"/>
                </a:cubicBezTo>
                <a:cubicBezTo>
                  <a:pt x="62" y="7"/>
                  <a:pt x="62" y="8"/>
                  <a:pt x="62" y="8"/>
                </a:cubicBezTo>
                <a:cubicBezTo>
                  <a:pt x="62" y="8"/>
                  <a:pt x="62" y="7"/>
                  <a:pt x="62" y="7"/>
                </a:cubicBezTo>
                <a:cubicBezTo>
                  <a:pt x="62" y="7"/>
                  <a:pt x="62" y="6"/>
                  <a:pt x="62" y="6"/>
                </a:cubicBezTo>
                <a:lnTo>
                  <a:pt x="62" y="0"/>
                </a:lnTo>
                <a:lnTo>
                  <a:pt x="63" y="0"/>
                </a:lnTo>
                <a:lnTo>
                  <a:pt x="63" y="10"/>
                </a:lnTo>
                <a:lnTo>
                  <a:pt x="62" y="10"/>
                </a:lnTo>
                <a:lnTo>
                  <a:pt x="59" y="4"/>
                </a:lnTo>
                <a:cubicBezTo>
                  <a:pt x="59" y="4"/>
                  <a:pt x="59" y="4"/>
                  <a:pt x="59" y="3"/>
                </a:cubicBezTo>
                <a:cubicBezTo>
                  <a:pt x="59" y="3"/>
                  <a:pt x="59" y="2"/>
                  <a:pt x="58" y="2"/>
                </a:cubicBezTo>
                <a:cubicBezTo>
                  <a:pt x="58" y="2"/>
                  <a:pt x="58" y="2"/>
                  <a:pt x="58" y="3"/>
                </a:cubicBezTo>
                <a:cubicBezTo>
                  <a:pt x="58" y="3"/>
                  <a:pt x="58" y="4"/>
                  <a:pt x="58" y="4"/>
                </a:cubicBezTo>
                <a:lnTo>
                  <a:pt x="58" y="10"/>
                </a:lnTo>
                <a:lnTo>
                  <a:pt x="57" y="10"/>
                </a:lnTo>
                <a:lnTo>
                  <a:pt x="57" y="0"/>
                </a:lnTo>
                <a:close/>
              </a:path>
              <a:path w="70" h="11">
                <a:moveTo>
                  <a:pt x="66" y="0"/>
                </a:moveTo>
                <a:lnTo>
                  <a:pt x="68" y="0"/>
                </a:lnTo>
                <a:lnTo>
                  <a:pt x="70" y="10"/>
                </a:lnTo>
                <a:lnTo>
                  <a:pt x="69" y="10"/>
                </a:lnTo>
                <a:lnTo>
                  <a:pt x="68" y="8"/>
                </a:lnTo>
                <a:lnTo>
                  <a:pt x="66" y="8"/>
                </a:lnTo>
                <a:lnTo>
                  <a:pt x="65" y="10"/>
                </a:lnTo>
                <a:lnTo>
                  <a:pt x="64" y="10"/>
                </a:lnTo>
                <a:lnTo>
                  <a:pt x="66" y="0"/>
                </a:lnTo>
                <a:close/>
                <a:moveTo>
                  <a:pt x="67" y="1"/>
                </a:moveTo>
                <a:lnTo>
                  <a:pt x="66" y="6"/>
                </a:lnTo>
                <a:lnTo>
                  <a:pt x="68" y="6"/>
                </a:lnTo>
                <a:lnTo>
                  <a:pt x="67" y="1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1" name="Freeform 12"/>
          <p:cNvSpPr>
            <a:spLocks noGrp="1"/>
          </p:cNvSpPr>
          <p:nvPr/>
        </p:nvSpPr>
        <p:spPr>
          <a:xfrm>
            <a:off x="9914374" y="411637"/>
            <a:ext cx="297165" cy="30478"/>
          </a:xfrm>
          <a:custGeom>
            <a:avLst/>
            <a:gdLst/>
            <a:ahLst/>
            <a:cxnLst/>
            <a:rect l="l" t="t" r="r" b="b"/>
            <a:pathLst>
              <a:path w="192" h="20">
                <a:moveTo>
                  <a:pt x="0" y="0"/>
                </a:moveTo>
                <a:lnTo>
                  <a:pt x="192" y="0"/>
                </a:lnTo>
                <a:cubicBezTo>
                  <a:pt x="189" y="7"/>
                  <a:pt x="184" y="13"/>
                  <a:pt x="177" y="20"/>
                </a:cubicBezTo>
                <a:lnTo>
                  <a:pt x="14" y="19"/>
                </a:lnTo>
                <a:cubicBezTo>
                  <a:pt x="7" y="15"/>
                  <a:pt x="3" y="8"/>
                  <a:pt x="0" y="0"/>
                </a:cubicBezTo>
                <a:close/>
                <a:moveTo>
                  <a:pt x="39" y="4"/>
                </a:moveTo>
                <a:cubicBezTo>
                  <a:pt x="39" y="4"/>
                  <a:pt x="39" y="5"/>
                  <a:pt x="38" y="5"/>
                </a:cubicBezTo>
                <a:cubicBezTo>
                  <a:pt x="38" y="5"/>
                  <a:pt x="38" y="5"/>
                  <a:pt x="38" y="6"/>
                </a:cubicBezTo>
                <a:cubicBezTo>
                  <a:pt x="38" y="7"/>
                  <a:pt x="38" y="7"/>
                  <a:pt x="38" y="8"/>
                </a:cubicBezTo>
                <a:cubicBezTo>
                  <a:pt x="38" y="8"/>
                  <a:pt x="38" y="9"/>
                  <a:pt x="38" y="9"/>
                </a:cubicBezTo>
                <a:cubicBezTo>
                  <a:pt x="38" y="10"/>
                  <a:pt x="38" y="11"/>
                  <a:pt x="38" y="12"/>
                </a:cubicBezTo>
                <a:lnTo>
                  <a:pt x="38" y="14"/>
                </a:lnTo>
                <a:cubicBezTo>
                  <a:pt x="38" y="15"/>
                  <a:pt x="38" y="16"/>
                  <a:pt x="38" y="17"/>
                </a:cubicBezTo>
                <a:cubicBezTo>
                  <a:pt x="38" y="17"/>
                  <a:pt x="38" y="17"/>
                  <a:pt x="38" y="17"/>
                </a:cubicBezTo>
                <a:cubicBezTo>
                  <a:pt x="38" y="17"/>
                  <a:pt x="38" y="17"/>
                  <a:pt x="38" y="17"/>
                </a:cubicBezTo>
                <a:cubicBezTo>
                  <a:pt x="38" y="17"/>
                  <a:pt x="38" y="17"/>
                  <a:pt x="37" y="17"/>
                </a:cubicBezTo>
                <a:cubicBezTo>
                  <a:pt x="37" y="17"/>
                  <a:pt x="36" y="17"/>
                  <a:pt x="36" y="17"/>
                </a:cubicBezTo>
                <a:cubicBezTo>
                  <a:pt x="35" y="16"/>
                  <a:pt x="35" y="16"/>
                  <a:pt x="35" y="16"/>
                </a:cubicBezTo>
                <a:cubicBezTo>
                  <a:pt x="34" y="16"/>
                  <a:pt x="34" y="16"/>
                  <a:pt x="34" y="16"/>
                </a:cubicBezTo>
                <a:cubicBezTo>
                  <a:pt x="34" y="16"/>
                  <a:pt x="34" y="15"/>
                  <a:pt x="34" y="15"/>
                </a:cubicBezTo>
                <a:cubicBezTo>
                  <a:pt x="34" y="15"/>
                  <a:pt x="34" y="15"/>
                  <a:pt x="34" y="15"/>
                </a:cubicBezTo>
                <a:cubicBezTo>
                  <a:pt x="35" y="15"/>
                  <a:pt x="35" y="15"/>
                  <a:pt x="36" y="15"/>
                </a:cubicBezTo>
                <a:cubicBezTo>
                  <a:pt x="36" y="15"/>
                  <a:pt x="36" y="15"/>
                  <a:pt x="36" y="15"/>
                </a:cubicBezTo>
                <a:cubicBezTo>
                  <a:pt x="37" y="15"/>
                  <a:pt x="37" y="15"/>
                  <a:pt x="37" y="15"/>
                </a:cubicBezTo>
                <a:cubicBezTo>
                  <a:pt x="37" y="15"/>
                  <a:pt x="37" y="15"/>
                  <a:pt x="37" y="14"/>
                </a:cubicBezTo>
                <a:cubicBezTo>
                  <a:pt x="37" y="14"/>
                  <a:pt x="37" y="13"/>
                  <a:pt x="37" y="12"/>
                </a:cubicBezTo>
                <a:cubicBezTo>
                  <a:pt x="36" y="11"/>
                  <a:pt x="36" y="10"/>
                  <a:pt x="36" y="8"/>
                </a:cubicBezTo>
                <a:lnTo>
                  <a:pt x="36" y="6"/>
                </a:lnTo>
                <a:cubicBezTo>
                  <a:pt x="36" y="5"/>
                  <a:pt x="36" y="5"/>
                  <a:pt x="36" y="5"/>
                </a:cubicBezTo>
                <a:cubicBezTo>
                  <a:pt x="35" y="5"/>
                  <a:pt x="35" y="5"/>
                  <a:pt x="35" y="5"/>
                </a:cubicBezTo>
                <a:cubicBezTo>
                  <a:pt x="34" y="5"/>
                  <a:pt x="34" y="5"/>
                  <a:pt x="34" y="6"/>
                </a:cubicBezTo>
                <a:cubicBezTo>
                  <a:pt x="34" y="6"/>
                  <a:pt x="34" y="6"/>
                  <a:pt x="34" y="6"/>
                </a:cubicBezTo>
                <a:cubicBezTo>
                  <a:pt x="34" y="7"/>
                  <a:pt x="34" y="7"/>
                  <a:pt x="34" y="7"/>
                </a:cubicBezTo>
                <a:cubicBezTo>
                  <a:pt x="35" y="7"/>
                  <a:pt x="35" y="7"/>
                  <a:pt x="35" y="7"/>
                </a:cubicBezTo>
                <a:cubicBezTo>
                  <a:pt x="35" y="7"/>
                  <a:pt x="35" y="7"/>
                  <a:pt x="35" y="7"/>
                </a:cubicBezTo>
                <a:cubicBezTo>
                  <a:pt x="36" y="7"/>
                  <a:pt x="36" y="7"/>
                  <a:pt x="36" y="7"/>
                </a:cubicBezTo>
                <a:cubicBezTo>
                  <a:pt x="36" y="7"/>
                  <a:pt x="36" y="7"/>
                  <a:pt x="35" y="7"/>
                </a:cubicBezTo>
                <a:cubicBezTo>
                  <a:pt x="35" y="7"/>
                  <a:pt x="35" y="8"/>
                  <a:pt x="35" y="8"/>
                </a:cubicBezTo>
                <a:cubicBezTo>
                  <a:pt x="34" y="8"/>
                  <a:pt x="34" y="8"/>
                  <a:pt x="34" y="8"/>
                </a:cubicBezTo>
                <a:cubicBezTo>
                  <a:pt x="34" y="8"/>
                  <a:pt x="34" y="9"/>
                  <a:pt x="34" y="9"/>
                </a:cubicBezTo>
                <a:cubicBezTo>
                  <a:pt x="34" y="9"/>
                  <a:pt x="34" y="9"/>
                  <a:pt x="34" y="9"/>
                </a:cubicBezTo>
                <a:cubicBezTo>
                  <a:pt x="34" y="9"/>
                  <a:pt x="34" y="9"/>
                  <a:pt x="34" y="9"/>
                </a:cubicBezTo>
                <a:cubicBezTo>
                  <a:pt x="34" y="9"/>
                  <a:pt x="35" y="9"/>
                  <a:pt x="35" y="9"/>
                </a:cubicBezTo>
                <a:cubicBezTo>
                  <a:pt x="35" y="9"/>
                  <a:pt x="35" y="9"/>
                  <a:pt x="35" y="9"/>
                </a:cubicBezTo>
                <a:cubicBezTo>
                  <a:pt x="36" y="9"/>
                  <a:pt x="36" y="9"/>
                  <a:pt x="36" y="9"/>
                </a:cubicBezTo>
                <a:cubicBezTo>
                  <a:pt x="36" y="9"/>
                  <a:pt x="36" y="10"/>
                  <a:pt x="36" y="10"/>
                </a:cubicBezTo>
                <a:cubicBezTo>
                  <a:pt x="36" y="10"/>
                  <a:pt x="36" y="10"/>
                  <a:pt x="36" y="10"/>
                </a:cubicBezTo>
                <a:cubicBezTo>
                  <a:pt x="36" y="10"/>
                  <a:pt x="35" y="10"/>
                  <a:pt x="35" y="11"/>
                </a:cubicBezTo>
                <a:cubicBezTo>
                  <a:pt x="35" y="11"/>
                  <a:pt x="35" y="11"/>
                  <a:pt x="34" y="11"/>
                </a:cubicBezTo>
                <a:cubicBezTo>
                  <a:pt x="34" y="11"/>
                  <a:pt x="33" y="12"/>
                  <a:pt x="33" y="12"/>
                </a:cubicBezTo>
                <a:cubicBezTo>
                  <a:pt x="33" y="12"/>
                  <a:pt x="33" y="12"/>
                  <a:pt x="33" y="12"/>
                </a:cubicBezTo>
                <a:cubicBezTo>
                  <a:pt x="32" y="13"/>
                  <a:pt x="32" y="14"/>
                  <a:pt x="32" y="14"/>
                </a:cubicBezTo>
                <a:cubicBezTo>
                  <a:pt x="32" y="14"/>
                  <a:pt x="32" y="15"/>
                  <a:pt x="32" y="15"/>
                </a:cubicBezTo>
                <a:cubicBezTo>
                  <a:pt x="32" y="15"/>
                  <a:pt x="32" y="15"/>
                  <a:pt x="32" y="15"/>
                </a:cubicBezTo>
                <a:cubicBezTo>
                  <a:pt x="32" y="15"/>
                  <a:pt x="32" y="16"/>
                  <a:pt x="31" y="16"/>
                </a:cubicBezTo>
                <a:cubicBezTo>
                  <a:pt x="31" y="16"/>
                  <a:pt x="31" y="16"/>
                  <a:pt x="30" y="16"/>
                </a:cubicBezTo>
                <a:cubicBezTo>
                  <a:pt x="30" y="16"/>
                  <a:pt x="30" y="16"/>
                  <a:pt x="29" y="16"/>
                </a:cubicBezTo>
                <a:cubicBezTo>
                  <a:pt x="29" y="16"/>
                  <a:pt x="29" y="16"/>
                  <a:pt x="29" y="16"/>
                </a:cubicBezTo>
                <a:cubicBezTo>
                  <a:pt x="29" y="16"/>
                  <a:pt x="29" y="16"/>
                  <a:pt x="29" y="16"/>
                </a:cubicBezTo>
                <a:cubicBezTo>
                  <a:pt x="30" y="15"/>
                  <a:pt x="30" y="15"/>
                  <a:pt x="31" y="15"/>
                </a:cubicBezTo>
                <a:cubicBezTo>
                  <a:pt x="31" y="15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0" y="14"/>
                  <a:pt x="29" y="13"/>
                  <a:pt x="29" y="13"/>
                </a:cubicBezTo>
                <a:cubicBezTo>
                  <a:pt x="28" y="13"/>
                  <a:pt x="28" y="12"/>
                  <a:pt x="28" y="12"/>
                </a:cubicBezTo>
                <a:cubicBezTo>
                  <a:pt x="28" y="12"/>
                  <a:pt x="28" y="12"/>
                  <a:pt x="28" y="12"/>
                </a:cubicBezTo>
                <a:cubicBezTo>
                  <a:pt x="28" y="12"/>
                  <a:pt x="28" y="12"/>
                  <a:pt x="28" y="12"/>
                </a:cubicBezTo>
                <a:cubicBezTo>
                  <a:pt x="29" y="13"/>
                  <a:pt x="29" y="13"/>
                  <a:pt x="30" y="13"/>
                </a:cubicBezTo>
                <a:cubicBezTo>
                  <a:pt x="30" y="13"/>
                  <a:pt x="30" y="13"/>
                  <a:pt x="30" y="12"/>
                </a:cubicBezTo>
                <a:lnTo>
                  <a:pt x="30" y="11"/>
                </a:lnTo>
                <a:cubicBezTo>
                  <a:pt x="30" y="11"/>
                  <a:pt x="30" y="11"/>
                  <a:pt x="30" y="11"/>
                </a:cubicBezTo>
                <a:cubicBezTo>
                  <a:pt x="30" y="11"/>
                  <a:pt x="30" y="11"/>
                  <a:pt x="29" y="11"/>
                </a:cubicBezTo>
                <a:cubicBezTo>
                  <a:pt x="29" y="11"/>
                  <a:pt x="29" y="12"/>
                  <a:pt x="28" y="12"/>
                </a:cubicBezTo>
                <a:cubicBezTo>
                  <a:pt x="28" y="12"/>
                  <a:pt x="28" y="13"/>
                  <a:pt x="27" y="13"/>
                </a:cubicBezTo>
                <a:cubicBezTo>
                  <a:pt x="27" y="14"/>
                  <a:pt x="26" y="14"/>
                  <a:pt x="26" y="14"/>
                </a:cubicBezTo>
                <a:cubicBezTo>
                  <a:pt x="26" y="14"/>
                  <a:pt x="26" y="14"/>
                  <a:pt x="26" y="14"/>
                </a:cubicBezTo>
                <a:cubicBezTo>
                  <a:pt x="26" y="14"/>
                  <a:pt x="25" y="14"/>
                  <a:pt x="25" y="14"/>
                </a:cubicBezTo>
                <a:cubicBezTo>
                  <a:pt x="25" y="14"/>
                  <a:pt x="25" y="13"/>
                  <a:pt x="25" y="13"/>
                </a:cubicBezTo>
                <a:cubicBezTo>
                  <a:pt x="25" y="13"/>
                  <a:pt x="25" y="13"/>
                  <a:pt x="25" y="13"/>
                </a:cubicBezTo>
                <a:cubicBezTo>
                  <a:pt x="25" y="13"/>
                  <a:pt x="26" y="13"/>
                  <a:pt x="26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12"/>
                  <a:pt x="27" y="12"/>
                  <a:pt x="27" y="11"/>
                </a:cubicBezTo>
                <a:cubicBezTo>
                  <a:pt x="26" y="10"/>
                  <a:pt x="26" y="9"/>
                  <a:pt x="26" y="9"/>
                </a:cubicBezTo>
                <a:lnTo>
                  <a:pt x="26" y="7"/>
                </a:lnTo>
                <a:lnTo>
                  <a:pt x="26" y="6"/>
                </a:lnTo>
                <a:cubicBezTo>
                  <a:pt x="26" y="6"/>
                  <a:pt x="27" y="6"/>
                  <a:pt x="27" y="6"/>
                </a:cubicBezTo>
                <a:cubicBezTo>
                  <a:pt x="27" y="6"/>
                  <a:pt x="27" y="5"/>
                  <a:pt x="28" y="5"/>
                </a:cubicBezTo>
                <a:cubicBezTo>
                  <a:pt x="28" y="5"/>
                  <a:pt x="28" y="5"/>
                  <a:pt x="29" y="5"/>
                </a:cubicBezTo>
                <a:cubicBezTo>
                  <a:pt x="30" y="5"/>
                  <a:pt x="30" y="5"/>
                  <a:pt x="30" y="5"/>
                </a:cubicBezTo>
                <a:cubicBezTo>
                  <a:pt x="31" y="5"/>
                  <a:pt x="31" y="5"/>
                  <a:pt x="31" y="5"/>
                </a:cubicBezTo>
                <a:cubicBezTo>
                  <a:pt x="32" y="5"/>
                  <a:pt x="32" y="5"/>
                  <a:pt x="32" y="5"/>
                </a:cubicBezTo>
                <a:cubicBezTo>
                  <a:pt x="32" y="5"/>
                  <a:pt x="32" y="5"/>
                  <a:pt x="32" y="5"/>
                </a:cubicBezTo>
                <a:cubicBezTo>
                  <a:pt x="32" y="6"/>
                  <a:pt x="32" y="6"/>
                  <a:pt x="31" y="6"/>
                </a:cubicBezTo>
                <a:cubicBezTo>
                  <a:pt x="31" y="6"/>
                  <a:pt x="31" y="7"/>
                  <a:pt x="31" y="7"/>
                </a:cubicBezTo>
                <a:cubicBezTo>
                  <a:pt x="31" y="7"/>
                  <a:pt x="31" y="8"/>
                  <a:pt x="31" y="8"/>
                </a:cubicBezTo>
                <a:cubicBezTo>
                  <a:pt x="31" y="8"/>
                  <a:pt x="31" y="9"/>
                  <a:pt x="31" y="10"/>
                </a:cubicBezTo>
                <a:cubicBezTo>
                  <a:pt x="31" y="11"/>
                  <a:pt x="31" y="11"/>
                  <a:pt x="31" y="11"/>
                </a:cubicBezTo>
                <a:cubicBezTo>
                  <a:pt x="31" y="12"/>
                  <a:pt x="31" y="12"/>
                  <a:pt x="31" y="12"/>
                </a:cubicBezTo>
                <a:cubicBezTo>
                  <a:pt x="31" y="13"/>
                  <a:pt x="31" y="13"/>
                  <a:pt x="31" y="13"/>
                </a:cubicBezTo>
                <a:cubicBezTo>
                  <a:pt x="31" y="13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1" y="14"/>
                  <a:pt x="32" y="13"/>
                  <a:pt x="32" y="12"/>
                </a:cubicBezTo>
                <a:cubicBezTo>
                  <a:pt x="32" y="12"/>
                  <a:pt x="32" y="11"/>
                  <a:pt x="33" y="10"/>
                </a:cubicBezTo>
                <a:cubicBezTo>
                  <a:pt x="33" y="8"/>
                  <a:pt x="33" y="6"/>
                  <a:pt x="33" y="6"/>
                </a:cubicBezTo>
                <a:cubicBezTo>
                  <a:pt x="33" y="5"/>
                  <a:pt x="33" y="5"/>
                  <a:pt x="33" y="5"/>
                </a:cubicBezTo>
                <a:cubicBezTo>
                  <a:pt x="33" y="5"/>
                  <a:pt x="33" y="4"/>
                  <a:pt x="34" y="4"/>
                </a:cubicBezTo>
                <a:cubicBezTo>
                  <a:pt x="34" y="4"/>
                  <a:pt x="34" y="4"/>
                  <a:pt x="34" y="4"/>
                </a:cubicBezTo>
                <a:cubicBezTo>
                  <a:pt x="35" y="4"/>
                  <a:pt x="35" y="4"/>
                  <a:pt x="35" y="4"/>
                </a:cubicBezTo>
                <a:cubicBezTo>
                  <a:pt x="35" y="4"/>
                  <a:pt x="36" y="4"/>
                  <a:pt x="36" y="4"/>
                </a:cubicBezTo>
                <a:cubicBezTo>
                  <a:pt x="36" y="4"/>
                  <a:pt x="37" y="4"/>
                  <a:pt x="37" y="4"/>
                </a:cubicBezTo>
                <a:cubicBezTo>
                  <a:pt x="37" y="4"/>
                  <a:pt x="37" y="4"/>
                  <a:pt x="38" y="4"/>
                </a:cubicBezTo>
                <a:cubicBezTo>
                  <a:pt x="38" y="4"/>
                  <a:pt x="38" y="4"/>
                  <a:pt x="38" y="4"/>
                </a:cubicBezTo>
                <a:cubicBezTo>
                  <a:pt x="39" y="4"/>
                  <a:pt x="39" y="4"/>
                  <a:pt x="39" y="4"/>
                </a:cubicBezTo>
                <a:close/>
                <a:moveTo>
                  <a:pt x="52" y="6"/>
                </a:moveTo>
                <a:cubicBezTo>
                  <a:pt x="52" y="6"/>
                  <a:pt x="53" y="6"/>
                  <a:pt x="53" y="6"/>
                </a:cubicBezTo>
                <a:cubicBezTo>
                  <a:pt x="53" y="6"/>
                  <a:pt x="54" y="6"/>
                  <a:pt x="54" y="6"/>
                </a:cubicBezTo>
                <a:cubicBezTo>
                  <a:pt x="54" y="7"/>
                  <a:pt x="55" y="7"/>
                  <a:pt x="55" y="7"/>
                </a:cubicBezTo>
                <a:cubicBezTo>
                  <a:pt x="55" y="7"/>
                  <a:pt x="55" y="7"/>
                  <a:pt x="55" y="7"/>
                </a:cubicBezTo>
                <a:cubicBezTo>
                  <a:pt x="55" y="7"/>
                  <a:pt x="55" y="7"/>
                  <a:pt x="54" y="7"/>
                </a:cubicBezTo>
                <a:cubicBezTo>
                  <a:pt x="54" y="8"/>
                  <a:pt x="54" y="8"/>
                  <a:pt x="54" y="8"/>
                </a:cubicBezTo>
                <a:cubicBezTo>
                  <a:pt x="54" y="9"/>
                  <a:pt x="54" y="9"/>
                  <a:pt x="53" y="10"/>
                </a:cubicBezTo>
                <a:cubicBezTo>
                  <a:pt x="53" y="10"/>
                  <a:pt x="53" y="10"/>
                  <a:pt x="53" y="10"/>
                </a:cubicBezTo>
                <a:cubicBezTo>
                  <a:pt x="53" y="10"/>
                  <a:pt x="53" y="10"/>
                  <a:pt x="53" y="10"/>
                </a:cubicBezTo>
                <a:cubicBezTo>
                  <a:pt x="52" y="10"/>
                  <a:pt x="52" y="10"/>
                  <a:pt x="52" y="10"/>
                </a:cubicBezTo>
                <a:cubicBezTo>
                  <a:pt x="52" y="10"/>
                  <a:pt x="51" y="10"/>
                  <a:pt x="51" y="10"/>
                </a:cubicBezTo>
                <a:cubicBezTo>
                  <a:pt x="51" y="10"/>
                  <a:pt x="51" y="10"/>
                  <a:pt x="50" y="10"/>
                </a:cubicBezTo>
                <a:cubicBezTo>
                  <a:pt x="50" y="10"/>
                  <a:pt x="49" y="10"/>
                  <a:pt x="49" y="10"/>
                </a:cubicBezTo>
                <a:cubicBezTo>
                  <a:pt x="49" y="11"/>
                  <a:pt x="48" y="11"/>
                  <a:pt x="48" y="11"/>
                </a:cubicBezTo>
                <a:cubicBezTo>
                  <a:pt x="48" y="11"/>
                  <a:pt x="48" y="10"/>
                  <a:pt x="48" y="10"/>
                </a:cubicBezTo>
                <a:cubicBezTo>
                  <a:pt x="47" y="10"/>
                  <a:pt x="47" y="9"/>
                  <a:pt x="47" y="9"/>
                </a:cubicBezTo>
                <a:cubicBezTo>
                  <a:pt x="46" y="8"/>
                  <a:pt x="46" y="8"/>
                  <a:pt x="46" y="8"/>
                </a:cubicBezTo>
                <a:cubicBezTo>
                  <a:pt x="46" y="8"/>
                  <a:pt x="46" y="7"/>
                  <a:pt x="47" y="7"/>
                </a:cubicBezTo>
                <a:cubicBezTo>
                  <a:pt x="47" y="7"/>
                  <a:pt x="47" y="7"/>
                  <a:pt x="48" y="7"/>
                </a:cubicBezTo>
                <a:cubicBezTo>
                  <a:pt x="49" y="7"/>
                  <a:pt x="49" y="7"/>
                  <a:pt x="49" y="6"/>
                </a:cubicBezTo>
                <a:cubicBezTo>
                  <a:pt x="49" y="6"/>
                  <a:pt x="49" y="6"/>
                  <a:pt x="49" y="6"/>
                </a:cubicBezTo>
                <a:cubicBezTo>
                  <a:pt x="48" y="6"/>
                  <a:pt x="48" y="6"/>
                  <a:pt x="47" y="6"/>
                </a:cubicBezTo>
                <a:cubicBezTo>
                  <a:pt x="47" y="6"/>
                  <a:pt x="47" y="6"/>
                  <a:pt x="47" y="6"/>
                </a:cubicBezTo>
                <a:cubicBezTo>
                  <a:pt x="47" y="6"/>
                  <a:pt x="47" y="6"/>
                  <a:pt x="47" y="6"/>
                </a:cubicBezTo>
                <a:cubicBezTo>
                  <a:pt x="46" y="6"/>
                  <a:pt x="46" y="5"/>
                  <a:pt x="46" y="5"/>
                </a:cubicBezTo>
                <a:cubicBezTo>
                  <a:pt x="46" y="5"/>
                  <a:pt x="46" y="5"/>
                  <a:pt x="47" y="5"/>
                </a:cubicBezTo>
                <a:cubicBezTo>
                  <a:pt x="47" y="5"/>
                  <a:pt x="47" y="5"/>
                  <a:pt x="47" y="5"/>
                </a:cubicBezTo>
                <a:cubicBezTo>
                  <a:pt x="48" y="5"/>
                  <a:pt x="49" y="5"/>
                  <a:pt x="49" y="4"/>
                </a:cubicBezTo>
                <a:cubicBezTo>
                  <a:pt x="49" y="4"/>
                  <a:pt x="49" y="4"/>
                  <a:pt x="49" y="3"/>
                </a:cubicBezTo>
                <a:cubicBezTo>
                  <a:pt x="50" y="2"/>
                  <a:pt x="50" y="2"/>
                  <a:pt x="50" y="2"/>
                </a:cubicBezTo>
                <a:cubicBezTo>
                  <a:pt x="50" y="2"/>
                  <a:pt x="50" y="2"/>
                  <a:pt x="50" y="2"/>
                </a:cubicBezTo>
                <a:cubicBezTo>
                  <a:pt x="50" y="2"/>
                  <a:pt x="50" y="2"/>
                  <a:pt x="50" y="2"/>
                </a:cubicBezTo>
                <a:cubicBezTo>
                  <a:pt x="51" y="2"/>
                  <a:pt x="51" y="2"/>
                  <a:pt x="51" y="2"/>
                </a:cubicBezTo>
                <a:cubicBezTo>
                  <a:pt x="51" y="2"/>
                  <a:pt x="51" y="2"/>
                  <a:pt x="51" y="3"/>
                </a:cubicBezTo>
                <a:cubicBezTo>
                  <a:pt x="50" y="3"/>
                  <a:pt x="50" y="3"/>
                  <a:pt x="50" y="4"/>
                </a:cubicBezTo>
                <a:cubicBezTo>
                  <a:pt x="50" y="4"/>
                  <a:pt x="51" y="4"/>
                  <a:pt x="51" y="4"/>
                </a:cubicBezTo>
                <a:cubicBezTo>
                  <a:pt x="51" y="4"/>
                  <a:pt x="51" y="4"/>
                  <a:pt x="52" y="4"/>
                </a:cubicBezTo>
                <a:cubicBezTo>
                  <a:pt x="52" y="4"/>
                  <a:pt x="53" y="4"/>
                  <a:pt x="53" y="4"/>
                </a:cubicBezTo>
                <a:cubicBezTo>
                  <a:pt x="53" y="4"/>
                  <a:pt x="53" y="4"/>
                  <a:pt x="53" y="4"/>
                </a:cubicBezTo>
                <a:cubicBezTo>
                  <a:pt x="53" y="4"/>
                  <a:pt x="53" y="4"/>
                  <a:pt x="53" y="4"/>
                </a:cubicBezTo>
                <a:cubicBezTo>
                  <a:pt x="54" y="4"/>
                  <a:pt x="54" y="5"/>
                  <a:pt x="54" y="5"/>
                </a:cubicBezTo>
                <a:cubicBezTo>
                  <a:pt x="54" y="5"/>
                  <a:pt x="54" y="5"/>
                  <a:pt x="54" y="5"/>
                </a:cubicBezTo>
                <a:cubicBezTo>
                  <a:pt x="53" y="5"/>
                  <a:pt x="53" y="5"/>
                  <a:pt x="53" y="5"/>
                </a:cubicBezTo>
                <a:cubicBezTo>
                  <a:pt x="53" y="5"/>
                  <a:pt x="53" y="5"/>
                  <a:pt x="52" y="5"/>
                </a:cubicBezTo>
                <a:cubicBezTo>
                  <a:pt x="52" y="5"/>
                  <a:pt x="51" y="5"/>
                  <a:pt x="51" y="5"/>
                </a:cubicBezTo>
                <a:lnTo>
                  <a:pt x="50" y="6"/>
                </a:lnTo>
                <a:cubicBezTo>
                  <a:pt x="50" y="6"/>
                  <a:pt x="50" y="6"/>
                  <a:pt x="50" y="6"/>
                </a:cubicBezTo>
                <a:cubicBezTo>
                  <a:pt x="50" y="6"/>
                  <a:pt x="50" y="6"/>
                  <a:pt x="51" y="6"/>
                </a:cubicBezTo>
                <a:cubicBezTo>
                  <a:pt x="51" y="6"/>
                  <a:pt x="51" y="6"/>
                  <a:pt x="52" y="6"/>
                </a:cubicBezTo>
                <a:close/>
                <a:moveTo>
                  <a:pt x="45" y="3"/>
                </a:moveTo>
                <a:cubicBezTo>
                  <a:pt x="45" y="3"/>
                  <a:pt x="45" y="3"/>
                  <a:pt x="46" y="4"/>
                </a:cubicBezTo>
                <a:cubicBezTo>
                  <a:pt x="46" y="4"/>
                  <a:pt x="46" y="4"/>
                  <a:pt x="46" y="4"/>
                </a:cubicBezTo>
                <a:cubicBezTo>
                  <a:pt x="46" y="4"/>
                  <a:pt x="46" y="5"/>
                  <a:pt x="45" y="5"/>
                </a:cubicBezTo>
                <a:cubicBezTo>
                  <a:pt x="45" y="6"/>
                  <a:pt x="44" y="6"/>
                  <a:pt x="44" y="6"/>
                </a:cubicBezTo>
                <a:cubicBezTo>
                  <a:pt x="44" y="7"/>
                  <a:pt x="44" y="7"/>
                  <a:pt x="43" y="7"/>
                </a:cubicBezTo>
                <a:cubicBezTo>
                  <a:pt x="43" y="7"/>
                  <a:pt x="43" y="7"/>
                  <a:pt x="43" y="7"/>
                </a:cubicBezTo>
                <a:cubicBezTo>
                  <a:pt x="43" y="7"/>
                  <a:pt x="43" y="7"/>
                  <a:pt x="43" y="7"/>
                </a:cubicBezTo>
                <a:cubicBezTo>
                  <a:pt x="43" y="7"/>
                  <a:pt x="43" y="6"/>
                  <a:pt x="43" y="6"/>
                </a:cubicBezTo>
                <a:cubicBezTo>
                  <a:pt x="43" y="6"/>
                  <a:pt x="44" y="5"/>
                  <a:pt x="44" y="4"/>
                </a:cubicBezTo>
                <a:cubicBezTo>
                  <a:pt x="44" y="4"/>
                  <a:pt x="45" y="3"/>
                  <a:pt x="45" y="3"/>
                </a:cubicBezTo>
                <a:cubicBezTo>
                  <a:pt x="45" y="3"/>
                  <a:pt x="45" y="3"/>
                  <a:pt x="45" y="3"/>
                </a:cubicBezTo>
                <a:close/>
                <a:moveTo>
                  <a:pt x="45" y="6"/>
                </a:moveTo>
                <a:cubicBezTo>
                  <a:pt x="45" y="6"/>
                  <a:pt x="45" y="6"/>
                  <a:pt x="46" y="7"/>
                </a:cubicBezTo>
                <a:cubicBezTo>
                  <a:pt x="46" y="7"/>
                  <a:pt x="46" y="7"/>
                  <a:pt x="46" y="7"/>
                </a:cubicBezTo>
                <a:cubicBezTo>
                  <a:pt x="46" y="7"/>
                  <a:pt x="46" y="8"/>
                  <a:pt x="45" y="8"/>
                </a:cubicBezTo>
                <a:cubicBezTo>
                  <a:pt x="45" y="9"/>
                  <a:pt x="44" y="9"/>
                  <a:pt x="44" y="9"/>
                </a:cubicBezTo>
                <a:cubicBezTo>
                  <a:pt x="44" y="9"/>
                  <a:pt x="44" y="10"/>
                  <a:pt x="44" y="10"/>
                </a:cubicBezTo>
                <a:cubicBezTo>
                  <a:pt x="44" y="10"/>
                  <a:pt x="44" y="10"/>
                  <a:pt x="44" y="10"/>
                </a:cubicBezTo>
                <a:cubicBezTo>
                  <a:pt x="44" y="10"/>
                  <a:pt x="44" y="10"/>
                  <a:pt x="44" y="10"/>
                </a:cubicBezTo>
                <a:cubicBezTo>
                  <a:pt x="45" y="10"/>
                  <a:pt x="45" y="11"/>
                  <a:pt x="45" y="11"/>
                </a:cubicBezTo>
                <a:cubicBezTo>
                  <a:pt x="45" y="11"/>
                  <a:pt x="45" y="11"/>
                  <a:pt x="45" y="11"/>
                </a:cubicBezTo>
                <a:cubicBezTo>
                  <a:pt x="45" y="11"/>
                  <a:pt x="45" y="11"/>
                  <a:pt x="45" y="12"/>
                </a:cubicBezTo>
                <a:cubicBezTo>
                  <a:pt x="45" y="12"/>
                  <a:pt x="45" y="12"/>
                  <a:pt x="45" y="13"/>
                </a:cubicBezTo>
                <a:cubicBezTo>
                  <a:pt x="45" y="14"/>
                  <a:pt x="45" y="14"/>
                  <a:pt x="45" y="14"/>
                </a:cubicBezTo>
                <a:cubicBezTo>
                  <a:pt x="45" y="15"/>
                  <a:pt x="45" y="15"/>
                  <a:pt x="45" y="15"/>
                </a:cubicBezTo>
                <a:cubicBezTo>
                  <a:pt x="45" y="15"/>
                  <a:pt x="45" y="16"/>
                  <a:pt x="45" y="16"/>
                </a:cubicBezTo>
                <a:cubicBezTo>
                  <a:pt x="45" y="16"/>
                  <a:pt x="45" y="16"/>
                  <a:pt x="44" y="16"/>
                </a:cubicBezTo>
                <a:cubicBezTo>
                  <a:pt x="44" y="16"/>
                  <a:pt x="44" y="16"/>
                  <a:pt x="44" y="16"/>
                </a:cubicBezTo>
                <a:cubicBezTo>
                  <a:pt x="44" y="16"/>
                  <a:pt x="44" y="15"/>
                  <a:pt x="44" y="14"/>
                </a:cubicBezTo>
                <a:cubicBezTo>
                  <a:pt x="44" y="14"/>
                  <a:pt x="44" y="13"/>
                  <a:pt x="44" y="13"/>
                </a:cubicBezTo>
                <a:cubicBezTo>
                  <a:pt x="44" y="13"/>
                  <a:pt x="44" y="13"/>
                  <a:pt x="44" y="12"/>
                </a:cubicBezTo>
                <a:cubicBezTo>
                  <a:pt x="44" y="12"/>
                  <a:pt x="44" y="12"/>
                  <a:pt x="44" y="12"/>
                </a:cubicBezTo>
                <a:cubicBezTo>
                  <a:pt x="44" y="12"/>
                  <a:pt x="44" y="12"/>
                  <a:pt x="43" y="12"/>
                </a:cubicBezTo>
                <a:cubicBezTo>
                  <a:pt x="43" y="12"/>
                  <a:pt x="43" y="12"/>
                  <a:pt x="43" y="12"/>
                </a:cubicBezTo>
                <a:cubicBezTo>
                  <a:pt x="43" y="12"/>
                  <a:pt x="42" y="12"/>
                  <a:pt x="42" y="13"/>
                </a:cubicBezTo>
                <a:cubicBezTo>
                  <a:pt x="41" y="13"/>
                  <a:pt x="41" y="13"/>
                  <a:pt x="41" y="13"/>
                </a:cubicBezTo>
                <a:cubicBezTo>
                  <a:pt x="41" y="13"/>
                  <a:pt x="41" y="13"/>
                  <a:pt x="41" y="13"/>
                </a:cubicBezTo>
                <a:cubicBezTo>
                  <a:pt x="41" y="13"/>
                  <a:pt x="41" y="12"/>
                  <a:pt x="41" y="12"/>
                </a:cubicBezTo>
                <a:cubicBezTo>
                  <a:pt x="41" y="12"/>
                  <a:pt x="41" y="11"/>
                  <a:pt x="42" y="11"/>
                </a:cubicBezTo>
                <a:cubicBezTo>
                  <a:pt x="43" y="10"/>
                  <a:pt x="43" y="10"/>
                  <a:pt x="43" y="9"/>
                </a:cubicBezTo>
                <a:cubicBezTo>
                  <a:pt x="43" y="9"/>
                  <a:pt x="44" y="8"/>
                  <a:pt x="44" y="8"/>
                </a:cubicBezTo>
                <a:cubicBezTo>
                  <a:pt x="44" y="7"/>
                  <a:pt x="45" y="7"/>
                  <a:pt x="45" y="7"/>
                </a:cubicBezTo>
                <a:cubicBezTo>
                  <a:pt x="45" y="6"/>
                  <a:pt x="45" y="6"/>
                  <a:pt x="45" y="6"/>
                </a:cubicBezTo>
                <a:close/>
                <a:moveTo>
                  <a:pt x="52" y="12"/>
                </a:moveTo>
                <a:cubicBezTo>
                  <a:pt x="52" y="12"/>
                  <a:pt x="52" y="12"/>
                  <a:pt x="52" y="12"/>
                </a:cubicBezTo>
                <a:cubicBezTo>
                  <a:pt x="53" y="13"/>
                  <a:pt x="54" y="14"/>
                  <a:pt x="54" y="14"/>
                </a:cubicBezTo>
                <a:cubicBezTo>
                  <a:pt x="55" y="15"/>
                  <a:pt x="55" y="16"/>
                  <a:pt x="55" y="16"/>
                </a:cubicBezTo>
                <a:cubicBezTo>
                  <a:pt x="55" y="16"/>
                  <a:pt x="55" y="16"/>
                  <a:pt x="55" y="16"/>
                </a:cubicBezTo>
                <a:cubicBezTo>
                  <a:pt x="55" y="16"/>
                  <a:pt x="55" y="16"/>
                  <a:pt x="54" y="16"/>
                </a:cubicBezTo>
                <a:cubicBezTo>
                  <a:pt x="54" y="16"/>
                  <a:pt x="54" y="16"/>
                  <a:pt x="53" y="16"/>
                </a:cubicBezTo>
                <a:cubicBezTo>
                  <a:pt x="53" y="16"/>
                  <a:pt x="52" y="16"/>
                  <a:pt x="52" y="16"/>
                </a:cubicBezTo>
                <a:cubicBezTo>
                  <a:pt x="52" y="16"/>
                  <a:pt x="51" y="16"/>
                  <a:pt x="51" y="16"/>
                </a:cubicBezTo>
                <a:lnTo>
                  <a:pt x="50" y="16"/>
                </a:lnTo>
                <a:cubicBezTo>
                  <a:pt x="50" y="16"/>
                  <a:pt x="50" y="16"/>
                  <a:pt x="50" y="16"/>
                </a:cubicBezTo>
                <a:cubicBezTo>
                  <a:pt x="49" y="16"/>
                  <a:pt x="49" y="16"/>
                  <a:pt x="49" y="16"/>
                </a:cubicBezTo>
                <a:cubicBezTo>
                  <a:pt x="49" y="16"/>
                  <a:pt x="49" y="16"/>
                  <a:pt x="49" y="16"/>
                </a:cubicBezTo>
                <a:cubicBezTo>
                  <a:pt x="49" y="15"/>
                  <a:pt x="48" y="15"/>
                  <a:pt x="48" y="15"/>
                </a:cubicBezTo>
                <a:cubicBezTo>
                  <a:pt x="48" y="15"/>
                  <a:pt x="48" y="14"/>
                  <a:pt x="48" y="14"/>
                </a:cubicBezTo>
                <a:cubicBezTo>
                  <a:pt x="48" y="14"/>
                  <a:pt x="48" y="13"/>
                  <a:pt x="48" y="13"/>
                </a:cubicBezTo>
                <a:cubicBezTo>
                  <a:pt x="48" y="13"/>
                  <a:pt x="48" y="13"/>
                  <a:pt x="48" y="13"/>
                </a:cubicBezTo>
                <a:cubicBezTo>
                  <a:pt x="48" y="13"/>
                  <a:pt x="47" y="13"/>
                  <a:pt x="47" y="14"/>
                </a:cubicBezTo>
                <a:cubicBezTo>
                  <a:pt x="47" y="14"/>
                  <a:pt x="47" y="15"/>
                  <a:pt x="47" y="15"/>
                </a:cubicBezTo>
                <a:cubicBezTo>
                  <a:pt x="47" y="15"/>
                  <a:pt x="47" y="15"/>
                  <a:pt x="47" y="15"/>
                </a:cubicBezTo>
                <a:cubicBezTo>
                  <a:pt x="46" y="15"/>
                  <a:pt x="46" y="15"/>
                  <a:pt x="46" y="15"/>
                </a:cubicBezTo>
                <a:cubicBezTo>
                  <a:pt x="45" y="15"/>
                  <a:pt x="45" y="15"/>
                  <a:pt x="45" y="15"/>
                </a:cubicBezTo>
                <a:cubicBezTo>
                  <a:pt x="45" y="15"/>
                  <a:pt x="45" y="14"/>
                  <a:pt x="46" y="14"/>
                </a:cubicBezTo>
                <a:cubicBezTo>
                  <a:pt x="46" y="13"/>
                  <a:pt x="46" y="13"/>
                  <a:pt x="47" y="13"/>
                </a:cubicBezTo>
                <a:cubicBezTo>
                  <a:pt x="47" y="13"/>
                  <a:pt x="47" y="12"/>
                  <a:pt x="47" y="12"/>
                </a:cubicBezTo>
                <a:cubicBezTo>
                  <a:pt x="47" y="12"/>
                  <a:pt x="47" y="12"/>
                  <a:pt x="47" y="12"/>
                </a:cubicBezTo>
                <a:cubicBezTo>
                  <a:pt x="47" y="12"/>
                  <a:pt x="47" y="12"/>
                  <a:pt x="47" y="12"/>
                </a:cubicBezTo>
                <a:cubicBezTo>
                  <a:pt x="47" y="11"/>
                  <a:pt x="47" y="11"/>
                  <a:pt x="47" y="11"/>
                </a:cubicBezTo>
                <a:cubicBezTo>
                  <a:pt x="48" y="11"/>
                  <a:pt x="48" y="11"/>
                  <a:pt x="48" y="11"/>
                </a:cubicBezTo>
                <a:cubicBezTo>
                  <a:pt x="48" y="11"/>
                  <a:pt x="49" y="11"/>
                  <a:pt x="49" y="11"/>
                </a:cubicBezTo>
                <a:cubicBezTo>
                  <a:pt x="49" y="11"/>
                  <a:pt x="50" y="11"/>
                  <a:pt x="50" y="11"/>
                </a:cubicBezTo>
                <a:cubicBezTo>
                  <a:pt x="50" y="11"/>
                  <a:pt x="50" y="11"/>
                  <a:pt x="50" y="11"/>
                </a:cubicBezTo>
                <a:cubicBezTo>
                  <a:pt x="51" y="11"/>
                  <a:pt x="51" y="11"/>
                  <a:pt x="51" y="11"/>
                </a:cubicBezTo>
                <a:cubicBezTo>
                  <a:pt x="51" y="11"/>
                  <a:pt x="52" y="11"/>
                  <a:pt x="52" y="11"/>
                </a:cubicBezTo>
                <a:cubicBezTo>
                  <a:pt x="52" y="11"/>
                  <a:pt x="52" y="11"/>
                  <a:pt x="52" y="11"/>
                </a:cubicBezTo>
                <a:cubicBezTo>
                  <a:pt x="52" y="11"/>
                  <a:pt x="52" y="11"/>
                  <a:pt x="52" y="11"/>
                </a:cubicBezTo>
                <a:cubicBezTo>
                  <a:pt x="52" y="11"/>
                  <a:pt x="52" y="12"/>
                  <a:pt x="52" y="12"/>
                </a:cubicBezTo>
                <a:cubicBezTo>
                  <a:pt x="52" y="12"/>
                  <a:pt x="52" y="12"/>
                  <a:pt x="52" y="12"/>
                </a:cubicBezTo>
                <a:close/>
                <a:moveTo>
                  <a:pt x="57" y="13"/>
                </a:moveTo>
                <a:cubicBezTo>
                  <a:pt x="57" y="13"/>
                  <a:pt x="57" y="13"/>
                  <a:pt x="57" y="14"/>
                </a:cubicBezTo>
                <a:cubicBezTo>
                  <a:pt x="57" y="14"/>
                  <a:pt x="57" y="14"/>
                  <a:pt x="57" y="14"/>
                </a:cubicBezTo>
                <a:cubicBezTo>
                  <a:pt x="56" y="14"/>
                  <a:pt x="56" y="14"/>
                  <a:pt x="55" y="13"/>
                </a:cubicBezTo>
                <a:cubicBezTo>
                  <a:pt x="54" y="12"/>
                  <a:pt x="54" y="12"/>
                  <a:pt x="54" y="12"/>
                </a:cubicBezTo>
                <a:cubicBezTo>
                  <a:pt x="54" y="12"/>
                  <a:pt x="54" y="12"/>
                  <a:pt x="54" y="12"/>
                </a:cubicBezTo>
                <a:cubicBezTo>
                  <a:pt x="54" y="12"/>
                  <a:pt x="54" y="12"/>
                  <a:pt x="54" y="12"/>
                </a:cubicBezTo>
                <a:cubicBezTo>
                  <a:pt x="55" y="12"/>
                  <a:pt x="55" y="12"/>
                  <a:pt x="56" y="12"/>
                </a:cubicBezTo>
                <a:cubicBezTo>
                  <a:pt x="56" y="12"/>
                  <a:pt x="56" y="12"/>
                  <a:pt x="56" y="12"/>
                </a:cubicBezTo>
                <a:cubicBezTo>
                  <a:pt x="56" y="12"/>
                  <a:pt x="57" y="12"/>
                  <a:pt x="57" y="12"/>
                </a:cubicBezTo>
                <a:cubicBezTo>
                  <a:pt x="57" y="12"/>
                  <a:pt x="57" y="12"/>
                  <a:pt x="57" y="13"/>
                </a:cubicBezTo>
                <a:cubicBezTo>
                  <a:pt x="57" y="13"/>
                  <a:pt x="57" y="13"/>
                  <a:pt x="57" y="13"/>
                </a:cubicBezTo>
                <a:close/>
                <a:moveTo>
                  <a:pt x="71" y="5"/>
                </a:moveTo>
                <a:cubicBezTo>
                  <a:pt x="71" y="5"/>
                  <a:pt x="71" y="5"/>
                  <a:pt x="71" y="5"/>
                </a:cubicBezTo>
                <a:cubicBezTo>
                  <a:pt x="71" y="5"/>
                  <a:pt x="71" y="6"/>
                  <a:pt x="71" y="6"/>
                </a:cubicBezTo>
                <a:cubicBezTo>
                  <a:pt x="70" y="6"/>
                  <a:pt x="70" y="6"/>
                  <a:pt x="70" y="7"/>
                </a:cubicBezTo>
                <a:cubicBezTo>
                  <a:pt x="70" y="7"/>
                  <a:pt x="70" y="7"/>
                  <a:pt x="70" y="8"/>
                </a:cubicBezTo>
                <a:cubicBezTo>
                  <a:pt x="70" y="8"/>
                  <a:pt x="70" y="9"/>
                  <a:pt x="69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69" y="9"/>
                  <a:pt x="69" y="8"/>
                  <a:pt x="68" y="8"/>
                </a:cubicBezTo>
                <a:cubicBezTo>
                  <a:pt x="68" y="8"/>
                  <a:pt x="68" y="8"/>
                  <a:pt x="68" y="8"/>
                </a:cubicBezTo>
                <a:cubicBezTo>
                  <a:pt x="68" y="8"/>
                  <a:pt x="67" y="8"/>
                  <a:pt x="66" y="9"/>
                </a:cubicBezTo>
                <a:cubicBezTo>
                  <a:pt x="66" y="9"/>
                  <a:pt x="65" y="9"/>
                  <a:pt x="65" y="9"/>
                </a:cubicBezTo>
                <a:cubicBezTo>
                  <a:pt x="65" y="9"/>
                  <a:pt x="65" y="9"/>
                  <a:pt x="65" y="9"/>
                </a:cubicBezTo>
                <a:cubicBezTo>
                  <a:pt x="65" y="9"/>
                  <a:pt x="65" y="9"/>
                  <a:pt x="64" y="9"/>
                </a:cubicBezTo>
                <a:cubicBezTo>
                  <a:pt x="64" y="8"/>
                  <a:pt x="64" y="8"/>
                  <a:pt x="63" y="7"/>
                </a:cubicBezTo>
                <a:cubicBezTo>
                  <a:pt x="63" y="7"/>
                  <a:pt x="63" y="6"/>
                  <a:pt x="63" y="6"/>
                </a:cubicBezTo>
                <a:cubicBezTo>
                  <a:pt x="63" y="6"/>
                  <a:pt x="63" y="7"/>
                  <a:pt x="63" y="7"/>
                </a:cubicBezTo>
                <a:cubicBezTo>
                  <a:pt x="63" y="8"/>
                  <a:pt x="62" y="10"/>
                  <a:pt x="61" y="11"/>
                </a:cubicBezTo>
                <a:cubicBezTo>
                  <a:pt x="61" y="12"/>
                  <a:pt x="61" y="12"/>
                  <a:pt x="61" y="13"/>
                </a:cubicBezTo>
                <a:cubicBezTo>
                  <a:pt x="61" y="13"/>
                  <a:pt x="61" y="14"/>
                  <a:pt x="61" y="14"/>
                </a:cubicBezTo>
                <a:cubicBezTo>
                  <a:pt x="60" y="14"/>
                  <a:pt x="60" y="14"/>
                  <a:pt x="60" y="14"/>
                </a:cubicBezTo>
                <a:cubicBezTo>
                  <a:pt x="59" y="15"/>
                  <a:pt x="59" y="15"/>
                  <a:pt x="58" y="15"/>
                </a:cubicBezTo>
                <a:cubicBezTo>
                  <a:pt x="58" y="15"/>
                  <a:pt x="58" y="16"/>
                  <a:pt x="58" y="16"/>
                </a:cubicBezTo>
                <a:cubicBezTo>
                  <a:pt x="57" y="16"/>
                  <a:pt x="57" y="16"/>
                  <a:pt x="57" y="15"/>
                </a:cubicBezTo>
                <a:cubicBezTo>
                  <a:pt x="57" y="15"/>
                  <a:pt x="58" y="15"/>
                  <a:pt x="58" y="15"/>
                </a:cubicBezTo>
                <a:cubicBezTo>
                  <a:pt x="58" y="14"/>
                  <a:pt x="59" y="14"/>
                  <a:pt x="59" y="13"/>
                </a:cubicBezTo>
                <a:cubicBezTo>
                  <a:pt x="59" y="13"/>
                  <a:pt x="60" y="13"/>
                  <a:pt x="60" y="12"/>
                </a:cubicBezTo>
                <a:cubicBezTo>
                  <a:pt x="60" y="11"/>
                  <a:pt x="61" y="10"/>
                  <a:pt x="61" y="9"/>
                </a:cubicBezTo>
                <a:cubicBezTo>
                  <a:pt x="62" y="8"/>
                  <a:pt x="62" y="7"/>
                  <a:pt x="62" y="6"/>
                </a:cubicBezTo>
                <a:cubicBezTo>
                  <a:pt x="63" y="5"/>
                  <a:pt x="63" y="4"/>
                  <a:pt x="63" y="3"/>
                </a:cubicBezTo>
                <a:cubicBezTo>
                  <a:pt x="63" y="3"/>
                  <a:pt x="63" y="3"/>
                  <a:pt x="63" y="3"/>
                </a:cubicBezTo>
                <a:cubicBezTo>
                  <a:pt x="63" y="2"/>
                  <a:pt x="63" y="2"/>
                  <a:pt x="63" y="2"/>
                </a:cubicBezTo>
                <a:cubicBezTo>
                  <a:pt x="63" y="2"/>
                  <a:pt x="64" y="2"/>
                  <a:pt x="64" y="3"/>
                </a:cubicBezTo>
                <a:cubicBezTo>
                  <a:pt x="64" y="3"/>
                  <a:pt x="64" y="3"/>
                  <a:pt x="64" y="3"/>
                </a:cubicBezTo>
                <a:cubicBezTo>
                  <a:pt x="64" y="3"/>
                  <a:pt x="65" y="3"/>
                  <a:pt x="65" y="3"/>
                </a:cubicBezTo>
                <a:cubicBezTo>
                  <a:pt x="66" y="2"/>
                  <a:pt x="66" y="2"/>
                  <a:pt x="66" y="2"/>
                </a:cubicBezTo>
                <a:cubicBezTo>
                  <a:pt x="67" y="2"/>
                  <a:pt x="67" y="2"/>
                  <a:pt x="68" y="2"/>
                </a:cubicBezTo>
                <a:cubicBezTo>
                  <a:pt x="68" y="2"/>
                  <a:pt x="68" y="2"/>
                  <a:pt x="68" y="2"/>
                </a:cubicBezTo>
                <a:cubicBezTo>
                  <a:pt x="69" y="2"/>
                  <a:pt x="69" y="2"/>
                  <a:pt x="69" y="2"/>
                </a:cubicBezTo>
                <a:cubicBezTo>
                  <a:pt x="69" y="2"/>
                  <a:pt x="69" y="2"/>
                  <a:pt x="69" y="2"/>
                </a:cubicBezTo>
                <a:cubicBezTo>
                  <a:pt x="69" y="2"/>
                  <a:pt x="69" y="2"/>
                  <a:pt x="69" y="3"/>
                </a:cubicBezTo>
                <a:cubicBezTo>
                  <a:pt x="70" y="3"/>
                  <a:pt x="70" y="3"/>
                  <a:pt x="70" y="3"/>
                </a:cubicBezTo>
                <a:cubicBezTo>
                  <a:pt x="70" y="3"/>
                  <a:pt x="70" y="3"/>
                  <a:pt x="69" y="3"/>
                </a:cubicBezTo>
                <a:cubicBezTo>
                  <a:pt x="68" y="3"/>
                  <a:pt x="68" y="3"/>
                  <a:pt x="67" y="4"/>
                </a:cubicBezTo>
                <a:cubicBezTo>
                  <a:pt x="67" y="4"/>
                  <a:pt x="67" y="4"/>
                  <a:pt x="67" y="4"/>
                </a:cubicBezTo>
                <a:cubicBezTo>
                  <a:pt x="66" y="4"/>
                  <a:pt x="66" y="4"/>
                  <a:pt x="66" y="4"/>
                </a:cubicBezTo>
                <a:cubicBezTo>
                  <a:pt x="66" y="4"/>
                  <a:pt x="66" y="4"/>
                  <a:pt x="66" y="4"/>
                </a:cubicBezTo>
                <a:cubicBezTo>
                  <a:pt x="66" y="4"/>
                  <a:pt x="65" y="4"/>
                  <a:pt x="65" y="4"/>
                </a:cubicBezTo>
                <a:cubicBezTo>
                  <a:pt x="65" y="4"/>
                  <a:pt x="65" y="4"/>
                  <a:pt x="64" y="4"/>
                </a:cubicBezTo>
                <a:cubicBezTo>
                  <a:pt x="64" y="4"/>
                  <a:pt x="64" y="4"/>
                  <a:pt x="64" y="4"/>
                </a:cubicBezTo>
                <a:cubicBezTo>
                  <a:pt x="64" y="5"/>
                  <a:pt x="64" y="5"/>
                  <a:pt x="64" y="5"/>
                </a:cubicBezTo>
                <a:cubicBezTo>
                  <a:pt x="64" y="5"/>
                  <a:pt x="64" y="5"/>
                  <a:pt x="64" y="5"/>
                </a:cubicBezTo>
                <a:cubicBezTo>
                  <a:pt x="64" y="5"/>
                  <a:pt x="64" y="5"/>
                  <a:pt x="64" y="5"/>
                </a:cubicBezTo>
                <a:cubicBezTo>
                  <a:pt x="65" y="5"/>
                  <a:pt x="66" y="5"/>
                  <a:pt x="67" y="4"/>
                </a:cubicBezTo>
                <a:cubicBezTo>
                  <a:pt x="68" y="4"/>
                  <a:pt x="68" y="4"/>
                  <a:pt x="69" y="4"/>
                </a:cubicBezTo>
                <a:cubicBezTo>
                  <a:pt x="70" y="4"/>
                  <a:pt x="70" y="4"/>
                  <a:pt x="70" y="5"/>
                </a:cubicBezTo>
                <a:cubicBezTo>
                  <a:pt x="71" y="5"/>
                  <a:pt x="71" y="5"/>
                  <a:pt x="71" y="5"/>
                </a:cubicBezTo>
                <a:cubicBezTo>
                  <a:pt x="71" y="5"/>
                  <a:pt x="71" y="5"/>
                  <a:pt x="71" y="5"/>
                </a:cubicBezTo>
                <a:close/>
                <a:moveTo>
                  <a:pt x="72" y="12"/>
                </a:moveTo>
                <a:cubicBezTo>
                  <a:pt x="72" y="12"/>
                  <a:pt x="72" y="12"/>
                  <a:pt x="72" y="12"/>
                </a:cubicBezTo>
                <a:cubicBezTo>
                  <a:pt x="72" y="12"/>
                  <a:pt x="73" y="12"/>
                  <a:pt x="73" y="13"/>
                </a:cubicBezTo>
                <a:cubicBezTo>
                  <a:pt x="73" y="13"/>
                  <a:pt x="73" y="13"/>
                  <a:pt x="73" y="13"/>
                </a:cubicBezTo>
                <a:cubicBezTo>
                  <a:pt x="73" y="13"/>
                  <a:pt x="73" y="13"/>
                  <a:pt x="73" y="13"/>
                </a:cubicBezTo>
                <a:cubicBezTo>
                  <a:pt x="73" y="13"/>
                  <a:pt x="72" y="13"/>
                  <a:pt x="72" y="13"/>
                </a:cubicBezTo>
                <a:cubicBezTo>
                  <a:pt x="72" y="13"/>
                  <a:pt x="71" y="13"/>
                  <a:pt x="70" y="13"/>
                </a:cubicBezTo>
                <a:cubicBezTo>
                  <a:pt x="69" y="13"/>
                  <a:pt x="69" y="13"/>
                  <a:pt x="69" y="13"/>
                </a:cubicBezTo>
                <a:cubicBezTo>
                  <a:pt x="68" y="13"/>
                  <a:pt x="68" y="13"/>
                  <a:pt x="68" y="13"/>
                </a:cubicBezTo>
                <a:lnTo>
                  <a:pt x="68" y="14"/>
                </a:lnTo>
                <a:cubicBezTo>
                  <a:pt x="68" y="15"/>
                  <a:pt x="68" y="16"/>
                  <a:pt x="68" y="16"/>
                </a:cubicBezTo>
                <a:cubicBezTo>
                  <a:pt x="68" y="17"/>
                  <a:pt x="68" y="17"/>
                  <a:pt x="68" y="17"/>
                </a:cubicBezTo>
                <a:cubicBezTo>
                  <a:pt x="68" y="18"/>
                  <a:pt x="68" y="18"/>
                  <a:pt x="68" y="18"/>
                </a:cubicBezTo>
                <a:cubicBezTo>
                  <a:pt x="67" y="18"/>
                  <a:pt x="67" y="18"/>
                  <a:pt x="66" y="17"/>
                </a:cubicBezTo>
                <a:cubicBezTo>
                  <a:pt x="65" y="17"/>
                  <a:pt x="65" y="17"/>
                  <a:pt x="64" y="17"/>
                </a:cubicBezTo>
                <a:cubicBezTo>
                  <a:pt x="64" y="16"/>
                  <a:pt x="63" y="16"/>
                  <a:pt x="63" y="16"/>
                </a:cubicBezTo>
                <a:cubicBezTo>
                  <a:pt x="63" y="16"/>
                  <a:pt x="63" y="16"/>
                  <a:pt x="64" y="16"/>
                </a:cubicBezTo>
                <a:cubicBezTo>
                  <a:pt x="64" y="16"/>
                  <a:pt x="64" y="16"/>
                  <a:pt x="64" y="16"/>
                </a:cubicBezTo>
                <a:cubicBezTo>
                  <a:pt x="64" y="16"/>
                  <a:pt x="65" y="16"/>
                  <a:pt x="65" y="16"/>
                </a:cubicBezTo>
                <a:cubicBezTo>
                  <a:pt x="66" y="16"/>
                  <a:pt x="66" y="16"/>
                  <a:pt x="66" y="16"/>
                </a:cubicBezTo>
                <a:cubicBezTo>
                  <a:pt x="66" y="16"/>
                  <a:pt x="67" y="16"/>
                  <a:pt x="67" y="16"/>
                </a:cubicBezTo>
                <a:cubicBezTo>
                  <a:pt x="67" y="16"/>
                  <a:pt x="67" y="16"/>
                  <a:pt x="67" y="16"/>
                </a:cubicBezTo>
                <a:cubicBezTo>
                  <a:pt x="67" y="16"/>
                  <a:pt x="67" y="15"/>
                  <a:pt x="67" y="15"/>
                </a:cubicBezTo>
                <a:cubicBezTo>
                  <a:pt x="67" y="15"/>
                  <a:pt x="67" y="14"/>
                  <a:pt x="67" y="14"/>
                </a:cubicBezTo>
                <a:cubicBezTo>
                  <a:pt x="67" y="14"/>
                  <a:pt x="67" y="13"/>
                  <a:pt x="67" y="13"/>
                </a:cubicBezTo>
                <a:cubicBezTo>
                  <a:pt x="67" y="13"/>
                  <a:pt x="67" y="13"/>
                  <a:pt x="67" y="13"/>
                </a:cubicBezTo>
                <a:cubicBezTo>
                  <a:pt x="67" y="13"/>
                  <a:pt x="67" y="13"/>
                  <a:pt x="67" y="13"/>
                </a:cubicBezTo>
                <a:cubicBezTo>
                  <a:pt x="66" y="13"/>
                  <a:pt x="65" y="13"/>
                  <a:pt x="64" y="13"/>
                </a:cubicBezTo>
                <a:cubicBezTo>
                  <a:pt x="64" y="14"/>
                  <a:pt x="64" y="14"/>
                  <a:pt x="63" y="14"/>
                </a:cubicBezTo>
                <a:cubicBezTo>
                  <a:pt x="63" y="14"/>
                  <a:pt x="63" y="14"/>
                  <a:pt x="62" y="14"/>
                </a:cubicBezTo>
                <a:cubicBezTo>
                  <a:pt x="62" y="14"/>
                  <a:pt x="62" y="14"/>
                  <a:pt x="62" y="14"/>
                </a:cubicBezTo>
                <a:cubicBezTo>
                  <a:pt x="62" y="14"/>
                  <a:pt x="62" y="14"/>
                  <a:pt x="62" y="14"/>
                </a:cubicBezTo>
                <a:cubicBezTo>
                  <a:pt x="62" y="14"/>
                  <a:pt x="62" y="13"/>
                  <a:pt x="62" y="13"/>
                </a:cubicBezTo>
                <a:cubicBezTo>
                  <a:pt x="62" y="13"/>
                  <a:pt x="62" y="13"/>
                  <a:pt x="62" y="13"/>
                </a:cubicBezTo>
                <a:cubicBezTo>
                  <a:pt x="62" y="13"/>
                  <a:pt x="62" y="13"/>
                  <a:pt x="63" y="13"/>
                </a:cubicBezTo>
                <a:cubicBezTo>
                  <a:pt x="63" y="13"/>
                  <a:pt x="63" y="13"/>
                  <a:pt x="63" y="13"/>
                </a:cubicBezTo>
                <a:cubicBezTo>
                  <a:pt x="64" y="13"/>
                  <a:pt x="65" y="12"/>
                  <a:pt x="66" y="12"/>
                </a:cubicBezTo>
                <a:cubicBezTo>
                  <a:pt x="67" y="12"/>
                  <a:pt x="67" y="12"/>
                  <a:pt x="67" y="12"/>
                </a:cubicBezTo>
                <a:cubicBezTo>
                  <a:pt x="67" y="12"/>
                  <a:pt x="67" y="11"/>
                  <a:pt x="66" y="11"/>
                </a:cubicBezTo>
                <a:cubicBezTo>
                  <a:pt x="66" y="11"/>
                  <a:pt x="66" y="11"/>
                  <a:pt x="66" y="11"/>
                </a:cubicBezTo>
                <a:cubicBezTo>
                  <a:pt x="66" y="11"/>
                  <a:pt x="66" y="11"/>
                  <a:pt x="66" y="11"/>
                </a:cubicBezTo>
                <a:cubicBezTo>
                  <a:pt x="67" y="11"/>
                  <a:pt x="67" y="11"/>
                  <a:pt x="67" y="11"/>
                </a:cubicBezTo>
                <a:cubicBezTo>
                  <a:pt x="67" y="11"/>
                  <a:pt x="68" y="11"/>
                  <a:pt x="68" y="10"/>
                </a:cubicBezTo>
                <a:cubicBezTo>
                  <a:pt x="68" y="10"/>
                  <a:pt x="68" y="10"/>
                  <a:pt x="68" y="10"/>
                </a:cubicBezTo>
                <a:cubicBezTo>
                  <a:pt x="68" y="10"/>
                  <a:pt x="68" y="9"/>
                  <a:pt x="68" y="9"/>
                </a:cubicBezTo>
                <a:cubicBezTo>
                  <a:pt x="68" y="9"/>
                  <a:pt x="67" y="10"/>
                  <a:pt x="66" y="10"/>
                </a:cubicBezTo>
                <a:cubicBezTo>
                  <a:pt x="65" y="11"/>
                  <a:pt x="65" y="11"/>
                  <a:pt x="64" y="11"/>
                </a:cubicBezTo>
                <a:cubicBezTo>
                  <a:pt x="64" y="11"/>
                  <a:pt x="64" y="11"/>
                  <a:pt x="64" y="11"/>
                </a:cubicBezTo>
                <a:cubicBezTo>
                  <a:pt x="64" y="11"/>
                  <a:pt x="63" y="11"/>
                  <a:pt x="63" y="11"/>
                </a:cubicBezTo>
                <a:cubicBezTo>
                  <a:pt x="63" y="11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4" y="10"/>
                  <a:pt x="64" y="10"/>
                </a:cubicBezTo>
                <a:cubicBezTo>
                  <a:pt x="64" y="10"/>
                  <a:pt x="65" y="10"/>
                  <a:pt x="66" y="9"/>
                </a:cubicBezTo>
                <a:cubicBezTo>
                  <a:pt x="67" y="9"/>
                  <a:pt x="67" y="9"/>
                  <a:pt x="68" y="9"/>
                </a:cubicBezTo>
                <a:cubicBezTo>
                  <a:pt x="68" y="9"/>
                  <a:pt x="68" y="9"/>
                  <a:pt x="68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70" y="9"/>
                  <a:pt x="70" y="10"/>
                  <a:pt x="70" y="10"/>
                </a:cubicBezTo>
                <a:cubicBezTo>
                  <a:pt x="70" y="10"/>
                  <a:pt x="70" y="10"/>
                  <a:pt x="69" y="10"/>
                </a:cubicBezTo>
                <a:cubicBezTo>
                  <a:pt x="69" y="11"/>
                  <a:pt x="69" y="11"/>
                  <a:pt x="68" y="11"/>
                </a:cubicBezTo>
                <a:cubicBezTo>
                  <a:pt x="68" y="11"/>
                  <a:pt x="68" y="11"/>
                  <a:pt x="68" y="11"/>
                </a:cubicBezTo>
                <a:cubicBezTo>
                  <a:pt x="68" y="11"/>
                  <a:pt x="68" y="12"/>
                  <a:pt x="68" y="12"/>
                </a:cubicBezTo>
                <a:cubicBezTo>
                  <a:pt x="68" y="12"/>
                  <a:pt x="68" y="12"/>
                  <a:pt x="69" y="12"/>
                </a:cubicBezTo>
                <a:lnTo>
                  <a:pt x="70" y="12"/>
                </a:lnTo>
                <a:cubicBezTo>
                  <a:pt x="70" y="12"/>
                  <a:pt x="71" y="12"/>
                  <a:pt x="71" y="12"/>
                </a:cubicBezTo>
                <a:cubicBezTo>
                  <a:pt x="71" y="12"/>
                  <a:pt x="71" y="12"/>
                  <a:pt x="72" y="12"/>
                </a:cubicBezTo>
                <a:close/>
                <a:moveTo>
                  <a:pt x="84" y="6"/>
                </a:moveTo>
                <a:cubicBezTo>
                  <a:pt x="84" y="6"/>
                  <a:pt x="84" y="6"/>
                  <a:pt x="85" y="6"/>
                </a:cubicBezTo>
                <a:cubicBezTo>
                  <a:pt x="85" y="6"/>
                  <a:pt x="85" y="6"/>
                  <a:pt x="86" y="6"/>
                </a:cubicBezTo>
                <a:cubicBezTo>
                  <a:pt x="86" y="6"/>
                  <a:pt x="86" y="6"/>
                  <a:pt x="87" y="6"/>
                </a:cubicBezTo>
                <a:cubicBezTo>
                  <a:pt x="87" y="6"/>
                  <a:pt x="87" y="6"/>
                  <a:pt x="88" y="7"/>
                </a:cubicBezTo>
                <a:cubicBezTo>
                  <a:pt x="88" y="7"/>
                  <a:pt x="89" y="8"/>
                  <a:pt x="89" y="8"/>
                </a:cubicBezTo>
                <a:cubicBezTo>
                  <a:pt x="89" y="8"/>
                  <a:pt x="89" y="8"/>
                  <a:pt x="89" y="8"/>
                </a:cubicBezTo>
                <a:cubicBezTo>
                  <a:pt x="89" y="8"/>
                  <a:pt x="89" y="9"/>
                  <a:pt x="89" y="9"/>
                </a:cubicBezTo>
                <a:cubicBezTo>
                  <a:pt x="89" y="9"/>
                  <a:pt x="89" y="9"/>
                  <a:pt x="89" y="9"/>
                </a:cubicBezTo>
                <a:cubicBezTo>
                  <a:pt x="89" y="9"/>
                  <a:pt x="89" y="9"/>
                  <a:pt x="88" y="9"/>
                </a:cubicBezTo>
                <a:cubicBezTo>
                  <a:pt x="88" y="9"/>
                  <a:pt x="88" y="9"/>
                  <a:pt x="87" y="9"/>
                </a:cubicBezTo>
                <a:lnTo>
                  <a:pt x="86" y="9"/>
                </a:lnTo>
                <a:cubicBezTo>
                  <a:pt x="86" y="9"/>
                  <a:pt x="86" y="9"/>
                  <a:pt x="86" y="9"/>
                </a:cubicBezTo>
                <a:cubicBezTo>
                  <a:pt x="85" y="9"/>
                  <a:pt x="85" y="10"/>
                  <a:pt x="84" y="10"/>
                </a:cubicBezTo>
                <a:cubicBezTo>
                  <a:pt x="84" y="10"/>
                  <a:pt x="84" y="10"/>
                  <a:pt x="84" y="10"/>
                </a:cubicBezTo>
                <a:cubicBezTo>
                  <a:pt x="84" y="10"/>
                  <a:pt x="84" y="10"/>
                  <a:pt x="84" y="10"/>
                </a:cubicBezTo>
                <a:cubicBezTo>
                  <a:pt x="84" y="11"/>
                  <a:pt x="84" y="11"/>
                  <a:pt x="84" y="11"/>
                </a:cubicBezTo>
                <a:cubicBezTo>
                  <a:pt x="84" y="11"/>
                  <a:pt x="84" y="11"/>
                  <a:pt x="84" y="11"/>
                </a:cubicBezTo>
                <a:cubicBezTo>
                  <a:pt x="84" y="11"/>
                  <a:pt x="84" y="11"/>
                  <a:pt x="84" y="11"/>
                </a:cubicBezTo>
                <a:cubicBezTo>
                  <a:pt x="85" y="11"/>
                  <a:pt x="86" y="11"/>
                  <a:pt x="87" y="11"/>
                </a:cubicBezTo>
                <a:cubicBezTo>
                  <a:pt x="87" y="11"/>
                  <a:pt x="88" y="11"/>
                  <a:pt x="88" y="11"/>
                </a:cubicBezTo>
                <a:cubicBezTo>
                  <a:pt x="88" y="11"/>
                  <a:pt x="88" y="11"/>
                  <a:pt x="88" y="11"/>
                </a:cubicBezTo>
                <a:cubicBezTo>
                  <a:pt x="88" y="12"/>
                  <a:pt x="88" y="12"/>
                  <a:pt x="88" y="12"/>
                </a:cubicBezTo>
                <a:cubicBezTo>
                  <a:pt x="88" y="12"/>
                  <a:pt x="88" y="12"/>
                  <a:pt x="88" y="13"/>
                </a:cubicBezTo>
                <a:cubicBezTo>
                  <a:pt x="88" y="13"/>
                  <a:pt x="88" y="13"/>
                  <a:pt x="88" y="13"/>
                </a:cubicBezTo>
                <a:cubicBezTo>
                  <a:pt x="88" y="13"/>
                  <a:pt x="88" y="13"/>
                  <a:pt x="88" y="13"/>
                </a:cubicBezTo>
                <a:cubicBezTo>
                  <a:pt x="87" y="13"/>
                  <a:pt x="87" y="12"/>
                  <a:pt x="86" y="12"/>
                </a:cubicBezTo>
                <a:cubicBezTo>
                  <a:pt x="85" y="12"/>
                  <a:pt x="84" y="12"/>
                  <a:pt x="84" y="13"/>
                </a:cubicBezTo>
                <a:cubicBezTo>
                  <a:pt x="84" y="13"/>
                  <a:pt x="84" y="13"/>
                  <a:pt x="84" y="13"/>
                </a:cubicBezTo>
                <a:cubicBezTo>
                  <a:pt x="84" y="13"/>
                  <a:pt x="84" y="14"/>
                  <a:pt x="84" y="15"/>
                </a:cubicBezTo>
                <a:cubicBezTo>
                  <a:pt x="84" y="15"/>
                  <a:pt x="84" y="16"/>
                  <a:pt x="84" y="16"/>
                </a:cubicBezTo>
                <a:cubicBezTo>
                  <a:pt x="83" y="17"/>
                  <a:pt x="83" y="17"/>
                  <a:pt x="83" y="18"/>
                </a:cubicBezTo>
                <a:cubicBezTo>
                  <a:pt x="83" y="18"/>
                  <a:pt x="83" y="18"/>
                  <a:pt x="83" y="18"/>
                </a:cubicBezTo>
                <a:cubicBezTo>
                  <a:pt x="83" y="18"/>
                  <a:pt x="83" y="18"/>
                  <a:pt x="83" y="18"/>
                </a:cubicBezTo>
                <a:cubicBezTo>
                  <a:pt x="82" y="18"/>
                  <a:pt x="82" y="18"/>
                  <a:pt x="82" y="18"/>
                </a:cubicBezTo>
                <a:cubicBezTo>
                  <a:pt x="81" y="17"/>
                  <a:pt x="80" y="17"/>
                  <a:pt x="80" y="17"/>
                </a:cubicBezTo>
                <a:cubicBezTo>
                  <a:pt x="80" y="17"/>
                  <a:pt x="79" y="16"/>
                  <a:pt x="79" y="16"/>
                </a:cubicBezTo>
                <a:cubicBezTo>
                  <a:pt x="79" y="16"/>
                  <a:pt x="79" y="16"/>
                  <a:pt x="80" y="16"/>
                </a:cubicBezTo>
                <a:cubicBezTo>
                  <a:pt x="80" y="16"/>
                  <a:pt x="80" y="16"/>
                  <a:pt x="81" y="16"/>
                </a:cubicBezTo>
                <a:cubicBezTo>
                  <a:pt x="81" y="16"/>
                  <a:pt x="81" y="16"/>
                  <a:pt x="81" y="16"/>
                </a:cubicBezTo>
                <a:cubicBezTo>
                  <a:pt x="82" y="16"/>
                  <a:pt x="82" y="16"/>
                  <a:pt x="82" y="16"/>
                </a:cubicBezTo>
                <a:cubicBezTo>
                  <a:pt x="82" y="16"/>
                  <a:pt x="82" y="15"/>
                  <a:pt x="82" y="15"/>
                </a:cubicBezTo>
                <a:cubicBezTo>
                  <a:pt x="82" y="15"/>
                  <a:pt x="82" y="14"/>
                  <a:pt x="82" y="14"/>
                </a:cubicBezTo>
                <a:cubicBezTo>
                  <a:pt x="82" y="13"/>
                  <a:pt x="82" y="13"/>
                  <a:pt x="82" y="13"/>
                </a:cubicBezTo>
                <a:cubicBezTo>
                  <a:pt x="82" y="13"/>
                  <a:pt x="82" y="13"/>
                  <a:pt x="82" y="13"/>
                </a:cubicBezTo>
                <a:cubicBezTo>
                  <a:pt x="82" y="13"/>
                  <a:pt x="82" y="13"/>
                  <a:pt x="81" y="13"/>
                </a:cubicBezTo>
                <a:cubicBezTo>
                  <a:pt x="80" y="13"/>
                  <a:pt x="79" y="13"/>
                  <a:pt x="78" y="13"/>
                </a:cubicBezTo>
                <a:cubicBezTo>
                  <a:pt x="78" y="14"/>
                  <a:pt x="78" y="14"/>
                  <a:pt x="77" y="14"/>
                </a:cubicBezTo>
                <a:cubicBezTo>
                  <a:pt x="77" y="14"/>
                  <a:pt x="77" y="14"/>
                  <a:pt x="77" y="14"/>
                </a:cubicBezTo>
                <a:cubicBezTo>
                  <a:pt x="77" y="14"/>
                  <a:pt x="77" y="14"/>
                  <a:pt x="77" y="14"/>
                </a:cubicBezTo>
                <a:cubicBezTo>
                  <a:pt x="77" y="13"/>
                  <a:pt x="77" y="13"/>
                  <a:pt x="77" y="13"/>
                </a:cubicBezTo>
                <a:cubicBezTo>
                  <a:pt x="77" y="13"/>
                  <a:pt x="77" y="13"/>
                  <a:pt x="77" y="13"/>
                </a:cubicBezTo>
                <a:cubicBezTo>
                  <a:pt x="77" y="13"/>
                  <a:pt x="77" y="13"/>
                  <a:pt x="77" y="13"/>
                </a:cubicBezTo>
                <a:cubicBezTo>
                  <a:pt x="78" y="13"/>
                  <a:pt x="78" y="13"/>
                  <a:pt x="79" y="12"/>
                </a:cubicBezTo>
                <a:cubicBezTo>
                  <a:pt x="80" y="12"/>
                  <a:pt x="81" y="12"/>
                  <a:pt x="82" y="12"/>
                </a:cubicBezTo>
                <a:cubicBezTo>
                  <a:pt x="82" y="11"/>
                  <a:pt x="82" y="11"/>
                  <a:pt x="82" y="11"/>
                </a:cubicBezTo>
                <a:cubicBezTo>
                  <a:pt x="82" y="11"/>
                  <a:pt x="82" y="11"/>
                  <a:pt x="82" y="11"/>
                </a:cubicBezTo>
                <a:cubicBezTo>
                  <a:pt x="82" y="11"/>
                  <a:pt x="82" y="10"/>
                  <a:pt x="82" y="10"/>
                </a:cubicBezTo>
                <a:cubicBezTo>
                  <a:pt x="82" y="10"/>
                  <a:pt x="82" y="10"/>
                  <a:pt x="83" y="10"/>
                </a:cubicBezTo>
                <a:cubicBezTo>
                  <a:pt x="83" y="10"/>
                  <a:pt x="83" y="10"/>
                  <a:pt x="83" y="10"/>
                </a:cubicBezTo>
                <a:cubicBezTo>
                  <a:pt x="83" y="10"/>
                  <a:pt x="83" y="10"/>
                  <a:pt x="83" y="10"/>
                </a:cubicBezTo>
                <a:cubicBezTo>
                  <a:pt x="84" y="10"/>
                  <a:pt x="84" y="9"/>
                  <a:pt x="84" y="9"/>
                </a:cubicBezTo>
                <a:cubicBezTo>
                  <a:pt x="84" y="9"/>
                  <a:pt x="84" y="9"/>
                  <a:pt x="84" y="9"/>
                </a:cubicBezTo>
                <a:cubicBezTo>
                  <a:pt x="84" y="9"/>
                  <a:pt x="84" y="9"/>
                  <a:pt x="83" y="9"/>
                </a:cubicBezTo>
                <a:cubicBezTo>
                  <a:pt x="83" y="9"/>
                  <a:pt x="83" y="9"/>
                  <a:pt x="82" y="9"/>
                </a:cubicBezTo>
                <a:cubicBezTo>
                  <a:pt x="82" y="9"/>
                  <a:pt x="82" y="9"/>
                  <a:pt x="82" y="9"/>
                </a:cubicBezTo>
                <a:cubicBezTo>
                  <a:pt x="82" y="9"/>
                  <a:pt x="82" y="10"/>
                  <a:pt x="81" y="10"/>
                </a:cubicBezTo>
                <a:cubicBezTo>
                  <a:pt x="81" y="10"/>
                  <a:pt x="81" y="10"/>
                  <a:pt x="81" y="10"/>
                </a:cubicBezTo>
                <a:cubicBezTo>
                  <a:pt x="80" y="10"/>
                  <a:pt x="80" y="10"/>
                  <a:pt x="80" y="10"/>
                </a:cubicBezTo>
                <a:cubicBezTo>
                  <a:pt x="80" y="10"/>
                  <a:pt x="80" y="11"/>
                  <a:pt x="80" y="11"/>
                </a:cubicBezTo>
                <a:cubicBezTo>
                  <a:pt x="80" y="11"/>
                  <a:pt x="79" y="10"/>
                  <a:pt x="79" y="10"/>
                </a:cubicBezTo>
                <a:cubicBezTo>
                  <a:pt x="79" y="10"/>
                  <a:pt x="79" y="10"/>
                  <a:pt x="79" y="9"/>
                </a:cubicBezTo>
                <a:cubicBezTo>
                  <a:pt x="79" y="9"/>
                  <a:pt x="79" y="9"/>
                  <a:pt x="79" y="9"/>
                </a:cubicBezTo>
                <a:cubicBezTo>
                  <a:pt x="80" y="9"/>
                  <a:pt x="81" y="9"/>
                  <a:pt x="81" y="9"/>
                </a:cubicBezTo>
                <a:cubicBezTo>
                  <a:pt x="82" y="8"/>
                  <a:pt x="83" y="8"/>
                  <a:pt x="84" y="8"/>
                </a:cubicBezTo>
                <a:cubicBezTo>
                  <a:pt x="84" y="8"/>
                  <a:pt x="84" y="8"/>
                  <a:pt x="85" y="8"/>
                </a:cubicBezTo>
                <a:cubicBezTo>
                  <a:pt x="85" y="8"/>
                  <a:pt x="85" y="8"/>
                  <a:pt x="85" y="9"/>
                </a:cubicBezTo>
                <a:cubicBezTo>
                  <a:pt x="86" y="9"/>
                  <a:pt x="86" y="9"/>
                  <a:pt x="86" y="9"/>
                </a:cubicBezTo>
                <a:cubicBezTo>
                  <a:pt x="86" y="9"/>
                  <a:pt x="86" y="9"/>
                  <a:pt x="87" y="8"/>
                </a:cubicBezTo>
                <a:cubicBezTo>
                  <a:pt x="87" y="8"/>
                  <a:pt x="87" y="8"/>
                  <a:pt x="87" y="7"/>
                </a:cubicBezTo>
                <a:cubicBezTo>
                  <a:pt x="87" y="7"/>
                  <a:pt x="87" y="7"/>
                  <a:pt x="87" y="7"/>
                </a:cubicBezTo>
                <a:cubicBezTo>
                  <a:pt x="86" y="6"/>
                  <a:pt x="86" y="6"/>
                  <a:pt x="86" y="6"/>
                </a:cubicBezTo>
                <a:cubicBezTo>
                  <a:pt x="86" y="6"/>
                  <a:pt x="85" y="6"/>
                  <a:pt x="84" y="7"/>
                </a:cubicBezTo>
                <a:cubicBezTo>
                  <a:pt x="84" y="7"/>
                  <a:pt x="83" y="7"/>
                  <a:pt x="83" y="7"/>
                </a:cubicBezTo>
                <a:cubicBezTo>
                  <a:pt x="83" y="7"/>
                  <a:pt x="82" y="7"/>
                  <a:pt x="82" y="7"/>
                </a:cubicBezTo>
                <a:cubicBezTo>
                  <a:pt x="81" y="7"/>
                  <a:pt x="81" y="7"/>
                  <a:pt x="80" y="8"/>
                </a:cubicBezTo>
                <a:cubicBezTo>
                  <a:pt x="80" y="8"/>
                  <a:pt x="80" y="8"/>
                  <a:pt x="79" y="8"/>
                </a:cubicBezTo>
                <a:cubicBezTo>
                  <a:pt x="79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9" y="7"/>
                </a:cubicBezTo>
                <a:cubicBezTo>
                  <a:pt x="80" y="7"/>
                  <a:pt x="81" y="6"/>
                  <a:pt x="82" y="6"/>
                </a:cubicBezTo>
                <a:cubicBezTo>
                  <a:pt x="82" y="6"/>
                  <a:pt x="83" y="6"/>
                  <a:pt x="83" y="5"/>
                </a:cubicBezTo>
                <a:cubicBezTo>
                  <a:pt x="84" y="4"/>
                  <a:pt x="84" y="3"/>
                  <a:pt x="85" y="2"/>
                </a:cubicBezTo>
                <a:cubicBezTo>
                  <a:pt x="85" y="2"/>
                  <a:pt x="85" y="2"/>
                  <a:pt x="85" y="2"/>
                </a:cubicBezTo>
                <a:cubicBezTo>
                  <a:pt x="86" y="2"/>
                  <a:pt x="86" y="2"/>
                  <a:pt x="86" y="2"/>
                </a:cubicBezTo>
                <a:cubicBezTo>
                  <a:pt x="86" y="3"/>
                  <a:pt x="87" y="3"/>
                  <a:pt x="87" y="3"/>
                </a:cubicBezTo>
                <a:cubicBezTo>
                  <a:pt x="87" y="3"/>
                  <a:pt x="87" y="3"/>
                  <a:pt x="86" y="3"/>
                </a:cubicBezTo>
                <a:cubicBezTo>
                  <a:pt x="86" y="3"/>
                  <a:pt x="86" y="4"/>
                  <a:pt x="86" y="4"/>
                </a:cubicBezTo>
                <a:cubicBezTo>
                  <a:pt x="86" y="4"/>
                  <a:pt x="85" y="4"/>
                  <a:pt x="85" y="5"/>
                </a:cubicBezTo>
                <a:cubicBezTo>
                  <a:pt x="85" y="5"/>
                  <a:pt x="84" y="5"/>
                  <a:pt x="84" y="5"/>
                </a:cubicBezTo>
                <a:cubicBezTo>
                  <a:pt x="84" y="5"/>
                  <a:pt x="84" y="5"/>
                  <a:pt x="84" y="6"/>
                </a:cubicBezTo>
                <a:close/>
                <a:moveTo>
                  <a:pt x="83" y="2"/>
                </a:moveTo>
                <a:cubicBezTo>
                  <a:pt x="83" y="2"/>
                  <a:pt x="83" y="2"/>
                  <a:pt x="83" y="3"/>
                </a:cubicBezTo>
                <a:cubicBezTo>
                  <a:pt x="83" y="3"/>
                  <a:pt x="83" y="3"/>
                  <a:pt x="83" y="3"/>
                </a:cubicBezTo>
                <a:cubicBezTo>
                  <a:pt x="82" y="3"/>
                  <a:pt x="82" y="4"/>
                  <a:pt x="82" y="4"/>
                </a:cubicBezTo>
                <a:cubicBezTo>
                  <a:pt x="82" y="4"/>
                  <a:pt x="82" y="4"/>
                  <a:pt x="82" y="4"/>
                </a:cubicBezTo>
                <a:cubicBezTo>
                  <a:pt x="82" y="4"/>
                  <a:pt x="81" y="4"/>
                  <a:pt x="81" y="4"/>
                </a:cubicBezTo>
                <a:cubicBezTo>
                  <a:pt x="81" y="4"/>
                  <a:pt x="81" y="3"/>
                  <a:pt x="81" y="3"/>
                </a:cubicBezTo>
                <a:cubicBezTo>
                  <a:pt x="81" y="3"/>
                  <a:pt x="81" y="3"/>
                  <a:pt x="81" y="3"/>
                </a:cubicBezTo>
                <a:cubicBezTo>
                  <a:pt x="81" y="3"/>
                  <a:pt x="81" y="3"/>
                  <a:pt x="82" y="3"/>
                </a:cubicBezTo>
                <a:cubicBezTo>
                  <a:pt x="82" y="3"/>
                  <a:pt x="82" y="3"/>
                  <a:pt x="82" y="3"/>
                </a:cubicBezTo>
                <a:cubicBezTo>
                  <a:pt x="82" y="3"/>
                  <a:pt x="82" y="3"/>
                  <a:pt x="82" y="3"/>
                </a:cubicBezTo>
                <a:cubicBezTo>
                  <a:pt x="82" y="3"/>
                  <a:pt x="82" y="3"/>
                  <a:pt x="83" y="3"/>
                </a:cubicBezTo>
                <a:cubicBezTo>
                  <a:pt x="83" y="2"/>
                  <a:pt x="83" y="2"/>
                  <a:pt x="83" y="2"/>
                </a:cubicBezTo>
                <a:close/>
                <a:moveTo>
                  <a:pt x="80" y="5"/>
                </a:moveTo>
                <a:cubicBezTo>
                  <a:pt x="80" y="6"/>
                  <a:pt x="80" y="6"/>
                  <a:pt x="80" y="6"/>
                </a:cubicBezTo>
                <a:cubicBezTo>
                  <a:pt x="80" y="6"/>
                  <a:pt x="80" y="6"/>
                  <a:pt x="80" y="6"/>
                </a:cubicBezTo>
                <a:cubicBezTo>
                  <a:pt x="79" y="6"/>
                  <a:pt x="79" y="6"/>
                  <a:pt x="79" y="6"/>
                </a:cubicBezTo>
                <a:cubicBezTo>
                  <a:pt x="79" y="6"/>
                  <a:pt x="78" y="6"/>
                  <a:pt x="78" y="6"/>
                </a:cubicBezTo>
                <a:cubicBezTo>
                  <a:pt x="78" y="6"/>
                  <a:pt x="78" y="5"/>
                  <a:pt x="78" y="5"/>
                </a:cubicBezTo>
                <a:cubicBezTo>
                  <a:pt x="78" y="5"/>
                  <a:pt x="78" y="5"/>
                  <a:pt x="78" y="4"/>
                </a:cubicBezTo>
                <a:cubicBezTo>
                  <a:pt x="78" y="4"/>
                  <a:pt x="78" y="4"/>
                  <a:pt x="78" y="4"/>
                </a:cubicBezTo>
                <a:cubicBezTo>
                  <a:pt x="78" y="4"/>
                  <a:pt x="78" y="4"/>
                  <a:pt x="79" y="4"/>
                </a:cubicBezTo>
                <a:cubicBezTo>
                  <a:pt x="79" y="4"/>
                  <a:pt x="79" y="4"/>
                  <a:pt x="79" y="4"/>
                </a:cubicBezTo>
                <a:cubicBezTo>
                  <a:pt x="79" y="4"/>
                  <a:pt x="79" y="4"/>
                  <a:pt x="80" y="4"/>
                </a:cubicBezTo>
                <a:cubicBezTo>
                  <a:pt x="80" y="5"/>
                  <a:pt x="80" y="5"/>
                  <a:pt x="80" y="5"/>
                </a:cubicBezTo>
                <a:close/>
                <a:moveTo>
                  <a:pt x="77" y="9"/>
                </a:moveTo>
                <a:cubicBezTo>
                  <a:pt x="77" y="10"/>
                  <a:pt x="77" y="10"/>
                  <a:pt x="77" y="10"/>
                </a:cubicBezTo>
                <a:cubicBezTo>
                  <a:pt x="77" y="10"/>
                  <a:pt x="77" y="10"/>
                  <a:pt x="77" y="10"/>
                </a:cubicBezTo>
                <a:cubicBezTo>
                  <a:pt x="77" y="10"/>
                  <a:pt x="77" y="11"/>
                  <a:pt x="77" y="11"/>
                </a:cubicBezTo>
                <a:cubicBezTo>
                  <a:pt x="76" y="11"/>
                  <a:pt x="76" y="10"/>
                  <a:pt x="76" y="10"/>
                </a:cubicBezTo>
                <a:cubicBezTo>
                  <a:pt x="75" y="10"/>
                  <a:pt x="75" y="10"/>
                  <a:pt x="75" y="10"/>
                </a:cubicBezTo>
                <a:cubicBezTo>
                  <a:pt x="75" y="10"/>
                  <a:pt x="75" y="9"/>
                  <a:pt x="75" y="9"/>
                </a:cubicBezTo>
                <a:cubicBezTo>
                  <a:pt x="75" y="9"/>
                  <a:pt x="76" y="9"/>
                  <a:pt x="76" y="9"/>
                </a:cubicBezTo>
                <a:cubicBezTo>
                  <a:pt x="76" y="8"/>
                  <a:pt x="77" y="8"/>
                  <a:pt x="77" y="8"/>
                </a:cubicBezTo>
                <a:cubicBezTo>
                  <a:pt x="77" y="8"/>
                  <a:pt x="77" y="8"/>
                  <a:pt x="77" y="8"/>
                </a:cubicBezTo>
                <a:cubicBezTo>
                  <a:pt x="77" y="9"/>
                  <a:pt x="77" y="9"/>
                  <a:pt x="77" y="9"/>
                </a:cubicBezTo>
                <a:cubicBezTo>
                  <a:pt x="77" y="9"/>
                  <a:pt x="77" y="9"/>
                  <a:pt x="77" y="9"/>
                </a:cubicBezTo>
                <a:close/>
                <a:moveTo>
                  <a:pt x="118" y="15"/>
                </a:moveTo>
                <a:cubicBezTo>
                  <a:pt x="118" y="15"/>
                  <a:pt x="118" y="15"/>
                  <a:pt x="117" y="15"/>
                </a:cubicBezTo>
                <a:cubicBezTo>
                  <a:pt x="117" y="15"/>
                  <a:pt x="117" y="15"/>
                  <a:pt x="116" y="15"/>
                </a:cubicBezTo>
                <a:cubicBezTo>
                  <a:pt x="115" y="15"/>
                  <a:pt x="114" y="15"/>
                  <a:pt x="114" y="15"/>
                </a:cubicBezTo>
                <a:cubicBezTo>
                  <a:pt x="113" y="15"/>
                  <a:pt x="113" y="15"/>
                  <a:pt x="113" y="14"/>
                </a:cubicBezTo>
                <a:cubicBezTo>
                  <a:pt x="113" y="14"/>
                  <a:pt x="113" y="14"/>
                  <a:pt x="113" y="14"/>
                </a:cubicBezTo>
                <a:cubicBezTo>
                  <a:pt x="113" y="13"/>
                  <a:pt x="112" y="13"/>
                  <a:pt x="112" y="13"/>
                </a:cubicBezTo>
                <a:cubicBezTo>
                  <a:pt x="111" y="12"/>
                  <a:pt x="111" y="12"/>
                  <a:pt x="110" y="12"/>
                </a:cubicBezTo>
                <a:cubicBezTo>
                  <a:pt x="110" y="12"/>
                  <a:pt x="110" y="11"/>
                  <a:pt x="110" y="11"/>
                </a:cubicBezTo>
                <a:cubicBezTo>
                  <a:pt x="110" y="11"/>
                  <a:pt x="110" y="12"/>
                  <a:pt x="110" y="12"/>
                </a:cubicBezTo>
                <a:cubicBezTo>
                  <a:pt x="110" y="12"/>
                  <a:pt x="110" y="12"/>
                  <a:pt x="110" y="13"/>
                </a:cubicBezTo>
                <a:cubicBezTo>
                  <a:pt x="110" y="14"/>
                  <a:pt x="110" y="14"/>
                  <a:pt x="110" y="15"/>
                </a:cubicBezTo>
                <a:cubicBezTo>
                  <a:pt x="110" y="16"/>
                  <a:pt x="110" y="16"/>
                  <a:pt x="110" y="17"/>
                </a:cubicBezTo>
                <a:cubicBezTo>
                  <a:pt x="110" y="17"/>
                  <a:pt x="110" y="17"/>
                  <a:pt x="110" y="17"/>
                </a:cubicBezTo>
                <a:cubicBezTo>
                  <a:pt x="110" y="17"/>
                  <a:pt x="110" y="17"/>
                  <a:pt x="110" y="17"/>
                </a:cubicBezTo>
                <a:cubicBezTo>
                  <a:pt x="109" y="17"/>
                  <a:pt x="109" y="17"/>
                  <a:pt x="109" y="17"/>
                </a:cubicBezTo>
                <a:cubicBezTo>
                  <a:pt x="109" y="17"/>
                  <a:pt x="108" y="17"/>
                  <a:pt x="108" y="17"/>
                </a:cubicBezTo>
                <a:cubicBezTo>
                  <a:pt x="107" y="16"/>
                  <a:pt x="107" y="16"/>
                  <a:pt x="106" y="16"/>
                </a:cubicBezTo>
                <a:cubicBezTo>
                  <a:pt x="106" y="15"/>
                  <a:pt x="105" y="15"/>
                  <a:pt x="105" y="15"/>
                </a:cubicBezTo>
                <a:cubicBezTo>
                  <a:pt x="105" y="15"/>
                  <a:pt x="105" y="15"/>
                  <a:pt x="105" y="15"/>
                </a:cubicBezTo>
                <a:cubicBezTo>
                  <a:pt x="105" y="15"/>
                  <a:pt x="105" y="15"/>
                  <a:pt x="106" y="15"/>
                </a:cubicBezTo>
                <a:cubicBezTo>
                  <a:pt x="106" y="15"/>
                  <a:pt x="107" y="15"/>
                  <a:pt x="107" y="15"/>
                </a:cubicBezTo>
                <a:cubicBezTo>
                  <a:pt x="108" y="15"/>
                  <a:pt x="108" y="15"/>
                  <a:pt x="108" y="15"/>
                </a:cubicBezTo>
                <a:cubicBezTo>
                  <a:pt x="108" y="15"/>
                  <a:pt x="108" y="15"/>
                  <a:pt x="108" y="15"/>
                </a:cubicBezTo>
                <a:cubicBezTo>
                  <a:pt x="108" y="14"/>
                  <a:pt x="108" y="14"/>
                  <a:pt x="108" y="13"/>
                </a:cubicBezTo>
                <a:cubicBezTo>
                  <a:pt x="108" y="12"/>
                  <a:pt x="108" y="12"/>
                  <a:pt x="108" y="11"/>
                </a:cubicBezTo>
                <a:cubicBezTo>
                  <a:pt x="108" y="10"/>
                  <a:pt x="108" y="9"/>
                  <a:pt x="108" y="8"/>
                </a:cubicBezTo>
                <a:cubicBezTo>
                  <a:pt x="108" y="8"/>
                  <a:pt x="108" y="8"/>
                  <a:pt x="108" y="8"/>
                </a:cubicBezTo>
                <a:cubicBezTo>
                  <a:pt x="108" y="8"/>
                  <a:pt x="108" y="8"/>
                  <a:pt x="108" y="8"/>
                </a:cubicBezTo>
                <a:cubicBezTo>
                  <a:pt x="108" y="8"/>
                  <a:pt x="107" y="8"/>
                  <a:pt x="106" y="8"/>
                </a:cubicBezTo>
                <a:cubicBezTo>
                  <a:pt x="106" y="8"/>
                  <a:pt x="105" y="8"/>
                  <a:pt x="105" y="8"/>
                </a:cubicBezTo>
                <a:cubicBezTo>
                  <a:pt x="105" y="8"/>
                  <a:pt x="105" y="8"/>
                  <a:pt x="105" y="8"/>
                </a:cubicBezTo>
                <a:cubicBezTo>
                  <a:pt x="104" y="8"/>
                  <a:pt x="104" y="8"/>
                  <a:pt x="104" y="8"/>
                </a:cubicBezTo>
                <a:cubicBezTo>
                  <a:pt x="104" y="8"/>
                  <a:pt x="104" y="8"/>
                  <a:pt x="104" y="7"/>
                </a:cubicBezTo>
                <a:cubicBezTo>
                  <a:pt x="104" y="7"/>
                  <a:pt x="104" y="7"/>
                  <a:pt x="104" y="7"/>
                </a:cubicBezTo>
                <a:cubicBezTo>
                  <a:pt x="104" y="7"/>
                  <a:pt x="104" y="7"/>
                  <a:pt x="104" y="7"/>
                </a:cubicBezTo>
                <a:cubicBezTo>
                  <a:pt x="104" y="7"/>
                  <a:pt x="105" y="6"/>
                  <a:pt x="105" y="6"/>
                </a:cubicBezTo>
                <a:cubicBezTo>
                  <a:pt x="106" y="6"/>
                  <a:pt x="107" y="6"/>
                  <a:pt x="107" y="6"/>
                </a:cubicBezTo>
                <a:cubicBezTo>
                  <a:pt x="107" y="6"/>
                  <a:pt x="108" y="6"/>
                  <a:pt x="108" y="6"/>
                </a:cubicBezTo>
                <a:cubicBezTo>
                  <a:pt x="108" y="6"/>
                  <a:pt x="108" y="6"/>
                  <a:pt x="108" y="6"/>
                </a:cubicBezTo>
                <a:lnTo>
                  <a:pt x="108" y="5"/>
                </a:lnTo>
                <a:cubicBezTo>
                  <a:pt x="108" y="4"/>
                  <a:pt x="108" y="4"/>
                  <a:pt x="108" y="3"/>
                </a:cubicBezTo>
                <a:cubicBezTo>
                  <a:pt x="108" y="3"/>
                  <a:pt x="108" y="3"/>
                  <a:pt x="109" y="2"/>
                </a:cubicBezTo>
                <a:cubicBezTo>
                  <a:pt x="109" y="2"/>
                  <a:pt x="109" y="1"/>
                  <a:pt x="109" y="1"/>
                </a:cubicBezTo>
                <a:cubicBezTo>
                  <a:pt x="109" y="1"/>
                  <a:pt x="109" y="1"/>
                  <a:pt x="109" y="1"/>
                </a:cubicBezTo>
                <a:cubicBezTo>
                  <a:pt x="109" y="1"/>
                  <a:pt x="109" y="1"/>
                  <a:pt x="110" y="1"/>
                </a:cubicBezTo>
                <a:cubicBezTo>
                  <a:pt x="110" y="1"/>
                  <a:pt x="110" y="1"/>
                  <a:pt x="110" y="1"/>
                </a:cubicBezTo>
                <a:cubicBezTo>
                  <a:pt x="110" y="2"/>
                  <a:pt x="110" y="2"/>
                  <a:pt x="110" y="2"/>
                </a:cubicBezTo>
                <a:cubicBezTo>
                  <a:pt x="110" y="2"/>
                  <a:pt x="110" y="3"/>
                  <a:pt x="110" y="3"/>
                </a:cubicBezTo>
                <a:lnTo>
                  <a:pt x="110" y="4"/>
                </a:lnTo>
                <a:lnTo>
                  <a:pt x="110" y="5"/>
                </a:lnTo>
                <a:cubicBezTo>
                  <a:pt x="110" y="5"/>
                  <a:pt x="110" y="5"/>
                  <a:pt x="110" y="5"/>
                </a:cubicBezTo>
                <a:cubicBezTo>
                  <a:pt x="110" y="5"/>
                  <a:pt x="110" y="5"/>
                  <a:pt x="110" y="5"/>
                </a:cubicBezTo>
                <a:cubicBezTo>
                  <a:pt x="111" y="5"/>
                  <a:pt x="111" y="5"/>
                  <a:pt x="111" y="5"/>
                </a:cubicBezTo>
                <a:cubicBezTo>
                  <a:pt x="111" y="5"/>
                  <a:pt x="112" y="5"/>
                  <a:pt x="112" y="5"/>
                </a:cubicBezTo>
                <a:cubicBezTo>
                  <a:pt x="112" y="6"/>
                  <a:pt x="112" y="6"/>
                  <a:pt x="112" y="6"/>
                </a:cubicBezTo>
                <a:cubicBezTo>
                  <a:pt x="112" y="6"/>
                  <a:pt x="112" y="6"/>
                  <a:pt x="112" y="6"/>
                </a:cubicBezTo>
                <a:cubicBezTo>
                  <a:pt x="112" y="7"/>
                  <a:pt x="112" y="7"/>
                  <a:pt x="112" y="7"/>
                </a:cubicBezTo>
                <a:cubicBezTo>
                  <a:pt x="112" y="7"/>
                  <a:pt x="111" y="7"/>
                  <a:pt x="111" y="7"/>
                </a:cubicBezTo>
                <a:cubicBezTo>
                  <a:pt x="111" y="7"/>
                  <a:pt x="110" y="7"/>
                  <a:pt x="110" y="7"/>
                </a:cubicBezTo>
                <a:cubicBezTo>
                  <a:pt x="110" y="7"/>
                  <a:pt x="110" y="7"/>
                  <a:pt x="110" y="7"/>
                </a:cubicBezTo>
                <a:cubicBezTo>
                  <a:pt x="109" y="7"/>
                  <a:pt x="109" y="8"/>
                  <a:pt x="109" y="8"/>
                </a:cubicBezTo>
                <a:cubicBezTo>
                  <a:pt x="109" y="8"/>
                  <a:pt x="109" y="8"/>
                  <a:pt x="109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1" y="9"/>
                  <a:pt x="111" y="9"/>
                </a:cubicBezTo>
                <a:cubicBezTo>
                  <a:pt x="112" y="8"/>
                  <a:pt x="112" y="8"/>
                  <a:pt x="113" y="7"/>
                </a:cubicBezTo>
                <a:cubicBezTo>
                  <a:pt x="113" y="7"/>
                  <a:pt x="113" y="7"/>
                  <a:pt x="113" y="7"/>
                </a:cubicBezTo>
                <a:cubicBezTo>
                  <a:pt x="113" y="7"/>
                  <a:pt x="113" y="7"/>
                  <a:pt x="114" y="8"/>
                </a:cubicBezTo>
                <a:cubicBezTo>
                  <a:pt x="114" y="8"/>
                  <a:pt x="114" y="8"/>
                  <a:pt x="114" y="8"/>
                </a:cubicBezTo>
                <a:cubicBezTo>
                  <a:pt x="114" y="8"/>
                  <a:pt x="114" y="8"/>
                  <a:pt x="113" y="8"/>
                </a:cubicBezTo>
                <a:cubicBezTo>
                  <a:pt x="113" y="8"/>
                  <a:pt x="113" y="9"/>
                  <a:pt x="113" y="9"/>
                </a:cubicBezTo>
                <a:cubicBezTo>
                  <a:pt x="112" y="9"/>
                  <a:pt x="112" y="9"/>
                  <a:pt x="111" y="10"/>
                </a:cubicBezTo>
                <a:cubicBezTo>
                  <a:pt x="111" y="10"/>
                  <a:pt x="111" y="10"/>
                  <a:pt x="111" y="10"/>
                </a:cubicBezTo>
                <a:cubicBezTo>
                  <a:pt x="111" y="10"/>
                  <a:pt x="111" y="10"/>
                  <a:pt x="111" y="10"/>
                </a:cubicBezTo>
                <a:cubicBezTo>
                  <a:pt x="111" y="11"/>
                  <a:pt x="111" y="11"/>
                  <a:pt x="112" y="11"/>
                </a:cubicBezTo>
                <a:cubicBezTo>
                  <a:pt x="112" y="12"/>
                  <a:pt x="113" y="12"/>
                  <a:pt x="113" y="12"/>
                </a:cubicBezTo>
                <a:cubicBezTo>
                  <a:pt x="114" y="13"/>
                  <a:pt x="114" y="13"/>
                  <a:pt x="115" y="13"/>
                </a:cubicBezTo>
                <a:cubicBezTo>
                  <a:pt x="117" y="14"/>
                  <a:pt x="118" y="14"/>
                  <a:pt x="118" y="15"/>
                </a:cubicBezTo>
                <a:close/>
                <a:moveTo>
                  <a:pt x="113" y="3"/>
                </a:moveTo>
                <a:cubicBezTo>
                  <a:pt x="113" y="3"/>
                  <a:pt x="113" y="3"/>
                  <a:pt x="113" y="3"/>
                </a:cubicBezTo>
                <a:cubicBezTo>
                  <a:pt x="113" y="3"/>
                  <a:pt x="113" y="3"/>
                  <a:pt x="114" y="3"/>
                </a:cubicBezTo>
                <a:cubicBezTo>
                  <a:pt x="114" y="4"/>
                  <a:pt x="114" y="4"/>
                  <a:pt x="114" y="4"/>
                </a:cubicBezTo>
                <a:cubicBezTo>
                  <a:pt x="115" y="4"/>
                  <a:pt x="115" y="5"/>
                  <a:pt x="115" y="5"/>
                </a:cubicBezTo>
                <a:cubicBezTo>
                  <a:pt x="115" y="5"/>
                  <a:pt x="115" y="5"/>
                  <a:pt x="114" y="5"/>
                </a:cubicBezTo>
                <a:cubicBezTo>
                  <a:pt x="114" y="5"/>
                  <a:pt x="114" y="5"/>
                  <a:pt x="113" y="5"/>
                </a:cubicBezTo>
                <a:cubicBezTo>
                  <a:pt x="113" y="5"/>
                  <a:pt x="113" y="5"/>
                  <a:pt x="113" y="5"/>
                </a:cubicBezTo>
                <a:cubicBezTo>
                  <a:pt x="112" y="5"/>
                  <a:pt x="112" y="5"/>
                  <a:pt x="112" y="4"/>
                </a:cubicBezTo>
                <a:cubicBezTo>
                  <a:pt x="112" y="4"/>
                  <a:pt x="112" y="4"/>
                  <a:pt x="112" y="4"/>
                </a:cubicBezTo>
                <a:cubicBezTo>
                  <a:pt x="112" y="4"/>
                  <a:pt x="112" y="3"/>
                  <a:pt x="112" y="3"/>
                </a:cubicBezTo>
                <a:cubicBezTo>
                  <a:pt x="112" y="3"/>
                  <a:pt x="113" y="3"/>
                  <a:pt x="113" y="3"/>
                </a:cubicBezTo>
                <a:close/>
                <a:moveTo>
                  <a:pt x="105" y="9"/>
                </a:moveTo>
                <a:cubicBezTo>
                  <a:pt x="105" y="9"/>
                  <a:pt x="105" y="9"/>
                  <a:pt x="105" y="9"/>
                </a:cubicBezTo>
                <a:cubicBezTo>
                  <a:pt x="105" y="9"/>
                  <a:pt x="105" y="9"/>
                  <a:pt x="106" y="9"/>
                </a:cubicBezTo>
                <a:cubicBezTo>
                  <a:pt x="106" y="10"/>
                  <a:pt x="107" y="10"/>
                  <a:pt x="107" y="10"/>
                </a:cubicBezTo>
                <a:cubicBezTo>
                  <a:pt x="107" y="11"/>
                  <a:pt x="106" y="11"/>
                  <a:pt x="106" y="11"/>
                </a:cubicBezTo>
                <a:cubicBezTo>
                  <a:pt x="105" y="11"/>
                  <a:pt x="105" y="11"/>
                  <a:pt x="105" y="11"/>
                </a:cubicBezTo>
                <a:cubicBezTo>
                  <a:pt x="105" y="11"/>
                  <a:pt x="104" y="11"/>
                  <a:pt x="104" y="10"/>
                </a:cubicBezTo>
                <a:cubicBezTo>
                  <a:pt x="104" y="10"/>
                  <a:pt x="104" y="10"/>
                  <a:pt x="104" y="10"/>
                </a:cubicBezTo>
                <a:cubicBezTo>
                  <a:pt x="104" y="9"/>
                  <a:pt x="104" y="9"/>
                  <a:pt x="104" y="9"/>
                </a:cubicBezTo>
                <a:cubicBezTo>
                  <a:pt x="104" y="9"/>
                  <a:pt x="105" y="9"/>
                  <a:pt x="105" y="9"/>
                </a:cubicBezTo>
                <a:close/>
                <a:moveTo>
                  <a:pt x="108" y="11"/>
                </a:moveTo>
                <a:cubicBezTo>
                  <a:pt x="108" y="11"/>
                  <a:pt x="107" y="11"/>
                  <a:pt x="107" y="11"/>
                </a:cubicBezTo>
                <a:cubicBezTo>
                  <a:pt x="107" y="12"/>
                  <a:pt x="107" y="12"/>
                  <a:pt x="107" y="12"/>
                </a:cubicBezTo>
                <a:cubicBezTo>
                  <a:pt x="106" y="12"/>
                  <a:pt x="106" y="12"/>
                  <a:pt x="106" y="13"/>
                </a:cubicBezTo>
                <a:cubicBezTo>
                  <a:pt x="106" y="13"/>
                  <a:pt x="105" y="14"/>
                  <a:pt x="104" y="14"/>
                </a:cubicBezTo>
                <a:cubicBezTo>
                  <a:pt x="104" y="14"/>
                  <a:pt x="104" y="14"/>
                  <a:pt x="104" y="15"/>
                </a:cubicBezTo>
                <a:cubicBezTo>
                  <a:pt x="104" y="15"/>
                  <a:pt x="104" y="15"/>
                  <a:pt x="104" y="15"/>
                </a:cubicBezTo>
                <a:cubicBezTo>
                  <a:pt x="103" y="15"/>
                  <a:pt x="103" y="15"/>
                  <a:pt x="103" y="15"/>
                </a:cubicBezTo>
                <a:cubicBezTo>
                  <a:pt x="103" y="15"/>
                  <a:pt x="103" y="15"/>
                  <a:pt x="103" y="15"/>
                </a:cubicBezTo>
                <a:cubicBezTo>
                  <a:pt x="102" y="14"/>
                  <a:pt x="102" y="14"/>
                  <a:pt x="102" y="14"/>
                </a:cubicBezTo>
                <a:cubicBezTo>
                  <a:pt x="102" y="14"/>
                  <a:pt x="102" y="14"/>
                  <a:pt x="103" y="14"/>
                </a:cubicBezTo>
                <a:cubicBezTo>
                  <a:pt x="103" y="13"/>
                  <a:pt x="104" y="13"/>
                  <a:pt x="104" y="13"/>
                </a:cubicBezTo>
                <a:cubicBezTo>
                  <a:pt x="105" y="12"/>
                  <a:pt x="106" y="11"/>
                  <a:pt x="107" y="11"/>
                </a:cubicBezTo>
                <a:cubicBezTo>
                  <a:pt x="107" y="11"/>
                  <a:pt x="107" y="11"/>
                  <a:pt x="107" y="11"/>
                </a:cubicBezTo>
                <a:cubicBezTo>
                  <a:pt x="107" y="11"/>
                  <a:pt x="108" y="11"/>
                  <a:pt x="108" y="11"/>
                </a:cubicBezTo>
                <a:close/>
                <a:moveTo>
                  <a:pt x="127" y="13"/>
                </a:moveTo>
                <a:cubicBezTo>
                  <a:pt x="127" y="13"/>
                  <a:pt x="127" y="13"/>
                  <a:pt x="127" y="14"/>
                </a:cubicBezTo>
                <a:cubicBezTo>
                  <a:pt x="127" y="14"/>
                  <a:pt x="127" y="14"/>
                  <a:pt x="128" y="14"/>
                </a:cubicBezTo>
                <a:cubicBezTo>
                  <a:pt x="128" y="14"/>
                  <a:pt x="129" y="15"/>
                  <a:pt x="129" y="15"/>
                </a:cubicBezTo>
                <a:cubicBezTo>
                  <a:pt x="130" y="15"/>
                  <a:pt x="130" y="15"/>
                  <a:pt x="131" y="15"/>
                </a:cubicBezTo>
                <a:cubicBezTo>
                  <a:pt x="131" y="16"/>
                  <a:pt x="132" y="16"/>
                  <a:pt x="134" y="16"/>
                </a:cubicBezTo>
                <a:cubicBezTo>
                  <a:pt x="135" y="17"/>
                  <a:pt x="135" y="17"/>
                  <a:pt x="135" y="17"/>
                </a:cubicBezTo>
                <a:cubicBezTo>
                  <a:pt x="135" y="17"/>
                  <a:pt x="135" y="17"/>
                  <a:pt x="135" y="17"/>
                </a:cubicBezTo>
                <a:cubicBezTo>
                  <a:pt x="134" y="18"/>
                  <a:pt x="134" y="18"/>
                  <a:pt x="133" y="18"/>
                </a:cubicBezTo>
                <a:cubicBezTo>
                  <a:pt x="133" y="18"/>
                  <a:pt x="132" y="18"/>
                  <a:pt x="131" y="18"/>
                </a:cubicBezTo>
                <a:cubicBezTo>
                  <a:pt x="131" y="18"/>
                  <a:pt x="130" y="17"/>
                  <a:pt x="130" y="17"/>
                </a:cubicBezTo>
                <a:cubicBezTo>
                  <a:pt x="130" y="17"/>
                  <a:pt x="129" y="17"/>
                  <a:pt x="129" y="17"/>
                </a:cubicBezTo>
                <a:cubicBezTo>
                  <a:pt x="129" y="17"/>
                  <a:pt x="129" y="17"/>
                  <a:pt x="129" y="17"/>
                </a:cubicBezTo>
                <a:cubicBezTo>
                  <a:pt x="129" y="16"/>
                  <a:pt x="129" y="16"/>
                  <a:pt x="129" y="16"/>
                </a:cubicBezTo>
                <a:cubicBezTo>
                  <a:pt x="128" y="15"/>
                  <a:pt x="128" y="15"/>
                  <a:pt x="127" y="15"/>
                </a:cubicBezTo>
                <a:cubicBezTo>
                  <a:pt x="126" y="15"/>
                  <a:pt x="126" y="14"/>
                  <a:pt x="126" y="14"/>
                </a:cubicBezTo>
                <a:cubicBezTo>
                  <a:pt x="125" y="14"/>
                  <a:pt x="125" y="14"/>
                  <a:pt x="124" y="14"/>
                </a:cubicBezTo>
                <a:cubicBezTo>
                  <a:pt x="124" y="13"/>
                  <a:pt x="123" y="13"/>
                  <a:pt x="123" y="13"/>
                </a:cubicBezTo>
                <a:cubicBezTo>
                  <a:pt x="123" y="13"/>
                  <a:pt x="123" y="13"/>
                  <a:pt x="123" y="14"/>
                </a:cubicBezTo>
                <a:cubicBezTo>
                  <a:pt x="123" y="14"/>
                  <a:pt x="122" y="14"/>
                  <a:pt x="122" y="14"/>
                </a:cubicBezTo>
                <a:cubicBezTo>
                  <a:pt x="122" y="14"/>
                  <a:pt x="122" y="15"/>
                  <a:pt x="122" y="15"/>
                </a:cubicBezTo>
                <a:cubicBezTo>
                  <a:pt x="122" y="15"/>
                  <a:pt x="122" y="15"/>
                  <a:pt x="122" y="15"/>
                </a:cubicBezTo>
                <a:cubicBezTo>
                  <a:pt x="121" y="15"/>
                  <a:pt x="121" y="15"/>
                  <a:pt x="120" y="15"/>
                </a:cubicBezTo>
                <a:cubicBezTo>
                  <a:pt x="120" y="16"/>
                  <a:pt x="119" y="16"/>
                  <a:pt x="119" y="16"/>
                </a:cubicBezTo>
                <a:cubicBezTo>
                  <a:pt x="119" y="16"/>
                  <a:pt x="119" y="16"/>
                  <a:pt x="118" y="16"/>
                </a:cubicBezTo>
                <a:cubicBezTo>
                  <a:pt x="118" y="15"/>
                  <a:pt x="118" y="15"/>
                  <a:pt x="118" y="15"/>
                </a:cubicBezTo>
                <a:cubicBezTo>
                  <a:pt x="118" y="15"/>
                  <a:pt x="119" y="15"/>
                  <a:pt x="119" y="15"/>
                </a:cubicBezTo>
                <a:cubicBezTo>
                  <a:pt x="120" y="15"/>
                  <a:pt x="120" y="15"/>
                  <a:pt x="121" y="14"/>
                </a:cubicBezTo>
                <a:cubicBezTo>
                  <a:pt x="121" y="14"/>
                  <a:pt x="122" y="13"/>
                  <a:pt x="122" y="12"/>
                </a:cubicBezTo>
                <a:cubicBezTo>
                  <a:pt x="123" y="11"/>
                  <a:pt x="123" y="11"/>
                  <a:pt x="123" y="11"/>
                </a:cubicBezTo>
                <a:cubicBezTo>
                  <a:pt x="123" y="11"/>
                  <a:pt x="123" y="11"/>
                  <a:pt x="123" y="11"/>
                </a:cubicBezTo>
                <a:cubicBezTo>
                  <a:pt x="123" y="10"/>
                  <a:pt x="123" y="10"/>
                  <a:pt x="123" y="10"/>
                </a:cubicBezTo>
                <a:cubicBezTo>
                  <a:pt x="122" y="10"/>
                  <a:pt x="122" y="11"/>
                  <a:pt x="122" y="11"/>
                </a:cubicBezTo>
                <a:cubicBezTo>
                  <a:pt x="122" y="11"/>
                  <a:pt x="121" y="11"/>
                  <a:pt x="121" y="11"/>
                </a:cubicBezTo>
                <a:cubicBezTo>
                  <a:pt x="120" y="11"/>
                  <a:pt x="120" y="11"/>
                  <a:pt x="120" y="11"/>
                </a:cubicBezTo>
                <a:cubicBezTo>
                  <a:pt x="120" y="11"/>
                  <a:pt x="119" y="11"/>
                  <a:pt x="119" y="11"/>
                </a:cubicBezTo>
                <a:cubicBezTo>
                  <a:pt x="119" y="11"/>
                  <a:pt x="119" y="11"/>
                  <a:pt x="119" y="11"/>
                </a:cubicBezTo>
                <a:cubicBezTo>
                  <a:pt x="119" y="11"/>
                  <a:pt x="119" y="11"/>
                  <a:pt x="119" y="10"/>
                </a:cubicBezTo>
                <a:cubicBezTo>
                  <a:pt x="119" y="10"/>
                  <a:pt x="119" y="10"/>
                  <a:pt x="119" y="10"/>
                </a:cubicBezTo>
                <a:cubicBezTo>
                  <a:pt x="120" y="10"/>
                  <a:pt x="121" y="10"/>
                  <a:pt x="123" y="9"/>
                </a:cubicBezTo>
                <a:cubicBezTo>
                  <a:pt x="124" y="9"/>
                  <a:pt x="126" y="8"/>
                  <a:pt x="127" y="8"/>
                </a:cubicBezTo>
                <a:cubicBezTo>
                  <a:pt x="127" y="8"/>
                  <a:pt x="127" y="8"/>
                  <a:pt x="127" y="8"/>
                </a:cubicBezTo>
                <a:cubicBezTo>
                  <a:pt x="127" y="8"/>
                  <a:pt x="127" y="8"/>
                  <a:pt x="127" y="8"/>
                </a:cubicBezTo>
                <a:cubicBezTo>
                  <a:pt x="126" y="7"/>
                  <a:pt x="126" y="7"/>
                  <a:pt x="126" y="7"/>
                </a:cubicBezTo>
                <a:cubicBezTo>
                  <a:pt x="126" y="7"/>
                  <a:pt x="126" y="7"/>
                  <a:pt x="125" y="7"/>
                </a:cubicBezTo>
                <a:cubicBezTo>
                  <a:pt x="125" y="8"/>
                  <a:pt x="125" y="8"/>
                  <a:pt x="125" y="8"/>
                </a:cubicBezTo>
                <a:cubicBezTo>
                  <a:pt x="125" y="8"/>
                  <a:pt x="124" y="8"/>
                  <a:pt x="124" y="8"/>
                </a:cubicBezTo>
                <a:cubicBezTo>
                  <a:pt x="124" y="8"/>
                  <a:pt x="124" y="8"/>
                  <a:pt x="123" y="7"/>
                </a:cubicBezTo>
                <a:cubicBezTo>
                  <a:pt x="123" y="7"/>
                  <a:pt x="123" y="7"/>
                  <a:pt x="123" y="6"/>
                </a:cubicBezTo>
                <a:cubicBezTo>
                  <a:pt x="123" y="5"/>
                  <a:pt x="123" y="4"/>
                  <a:pt x="123" y="3"/>
                </a:cubicBezTo>
                <a:cubicBezTo>
                  <a:pt x="123" y="3"/>
                  <a:pt x="123" y="2"/>
                  <a:pt x="124" y="2"/>
                </a:cubicBezTo>
                <a:cubicBezTo>
                  <a:pt x="124" y="2"/>
                  <a:pt x="124" y="2"/>
                  <a:pt x="125" y="2"/>
                </a:cubicBezTo>
                <a:cubicBezTo>
                  <a:pt x="126" y="2"/>
                  <a:pt x="127" y="2"/>
                  <a:pt x="128" y="2"/>
                </a:cubicBezTo>
                <a:cubicBezTo>
                  <a:pt x="128" y="2"/>
                  <a:pt x="129" y="2"/>
                  <a:pt x="129" y="2"/>
                </a:cubicBezTo>
                <a:cubicBezTo>
                  <a:pt x="129" y="2"/>
                  <a:pt x="130" y="2"/>
                  <a:pt x="130" y="2"/>
                </a:cubicBezTo>
                <a:cubicBezTo>
                  <a:pt x="130" y="2"/>
                  <a:pt x="130" y="2"/>
                  <a:pt x="129" y="3"/>
                </a:cubicBezTo>
                <a:cubicBezTo>
                  <a:pt x="129" y="3"/>
                  <a:pt x="129" y="3"/>
                  <a:pt x="129" y="3"/>
                </a:cubicBezTo>
                <a:cubicBezTo>
                  <a:pt x="129" y="4"/>
                  <a:pt x="129" y="4"/>
                  <a:pt x="129" y="4"/>
                </a:cubicBezTo>
                <a:lnTo>
                  <a:pt x="129" y="6"/>
                </a:lnTo>
                <a:cubicBezTo>
                  <a:pt x="129" y="7"/>
                  <a:pt x="129" y="7"/>
                  <a:pt x="129" y="7"/>
                </a:cubicBezTo>
                <a:cubicBezTo>
                  <a:pt x="129" y="8"/>
                  <a:pt x="129" y="8"/>
                  <a:pt x="129" y="8"/>
                </a:cubicBezTo>
                <a:cubicBezTo>
                  <a:pt x="129" y="8"/>
                  <a:pt x="129" y="8"/>
                  <a:pt x="129" y="8"/>
                </a:cubicBezTo>
                <a:cubicBezTo>
                  <a:pt x="129" y="8"/>
                  <a:pt x="130" y="8"/>
                  <a:pt x="130" y="8"/>
                </a:cubicBezTo>
                <a:cubicBezTo>
                  <a:pt x="130" y="8"/>
                  <a:pt x="130" y="8"/>
                  <a:pt x="131" y="8"/>
                </a:cubicBezTo>
                <a:cubicBezTo>
                  <a:pt x="131" y="8"/>
                  <a:pt x="131" y="8"/>
                  <a:pt x="131" y="8"/>
                </a:cubicBezTo>
                <a:cubicBezTo>
                  <a:pt x="131" y="8"/>
                  <a:pt x="131" y="8"/>
                  <a:pt x="131" y="9"/>
                </a:cubicBezTo>
                <a:cubicBezTo>
                  <a:pt x="131" y="9"/>
                  <a:pt x="131" y="9"/>
                  <a:pt x="131" y="9"/>
                </a:cubicBezTo>
                <a:cubicBezTo>
                  <a:pt x="131" y="9"/>
                  <a:pt x="131" y="10"/>
                  <a:pt x="131" y="10"/>
                </a:cubicBezTo>
                <a:cubicBezTo>
                  <a:pt x="130" y="10"/>
                  <a:pt x="130" y="10"/>
                  <a:pt x="129" y="10"/>
                </a:cubicBezTo>
                <a:cubicBezTo>
                  <a:pt x="128" y="10"/>
                  <a:pt x="128" y="10"/>
                  <a:pt x="127" y="10"/>
                </a:cubicBezTo>
                <a:cubicBezTo>
                  <a:pt x="127" y="10"/>
                  <a:pt x="127" y="10"/>
                  <a:pt x="127" y="10"/>
                </a:cubicBezTo>
                <a:cubicBezTo>
                  <a:pt x="127" y="10"/>
                  <a:pt x="127" y="10"/>
                  <a:pt x="127" y="10"/>
                </a:cubicBezTo>
                <a:cubicBezTo>
                  <a:pt x="127" y="10"/>
                  <a:pt x="127" y="11"/>
                  <a:pt x="127" y="11"/>
                </a:cubicBezTo>
                <a:cubicBezTo>
                  <a:pt x="127" y="11"/>
                  <a:pt x="127" y="11"/>
                  <a:pt x="128" y="11"/>
                </a:cubicBezTo>
                <a:cubicBezTo>
                  <a:pt x="128" y="11"/>
                  <a:pt x="128" y="11"/>
                  <a:pt x="128" y="11"/>
                </a:cubicBezTo>
                <a:cubicBezTo>
                  <a:pt x="128" y="10"/>
                  <a:pt x="129" y="10"/>
                  <a:pt x="129" y="10"/>
                </a:cubicBezTo>
                <a:cubicBezTo>
                  <a:pt x="129" y="10"/>
                  <a:pt x="129" y="11"/>
                  <a:pt x="129" y="11"/>
                </a:cubicBezTo>
                <a:cubicBezTo>
                  <a:pt x="129" y="11"/>
                  <a:pt x="129" y="11"/>
                  <a:pt x="129" y="11"/>
                </a:cubicBezTo>
                <a:cubicBezTo>
                  <a:pt x="129" y="11"/>
                  <a:pt x="129" y="12"/>
                  <a:pt x="129" y="12"/>
                </a:cubicBezTo>
                <a:cubicBezTo>
                  <a:pt x="129" y="12"/>
                  <a:pt x="129" y="12"/>
                  <a:pt x="128" y="12"/>
                </a:cubicBezTo>
                <a:cubicBezTo>
                  <a:pt x="128" y="12"/>
                  <a:pt x="128" y="12"/>
                  <a:pt x="127" y="12"/>
                </a:cubicBezTo>
                <a:cubicBezTo>
                  <a:pt x="127" y="12"/>
                  <a:pt x="127" y="12"/>
                  <a:pt x="127" y="12"/>
                </a:cubicBezTo>
                <a:cubicBezTo>
                  <a:pt x="127" y="12"/>
                  <a:pt x="127" y="13"/>
                  <a:pt x="127" y="13"/>
                </a:cubicBezTo>
                <a:cubicBezTo>
                  <a:pt x="127" y="13"/>
                  <a:pt x="127" y="13"/>
                  <a:pt x="127" y="13"/>
                </a:cubicBezTo>
                <a:close/>
                <a:moveTo>
                  <a:pt x="148" y="11"/>
                </a:moveTo>
                <a:cubicBezTo>
                  <a:pt x="148" y="12"/>
                  <a:pt x="148" y="13"/>
                  <a:pt x="148" y="14"/>
                </a:cubicBezTo>
                <a:cubicBezTo>
                  <a:pt x="148" y="15"/>
                  <a:pt x="148" y="15"/>
                  <a:pt x="148" y="16"/>
                </a:cubicBezTo>
                <a:cubicBezTo>
                  <a:pt x="148" y="16"/>
                  <a:pt x="148" y="16"/>
                  <a:pt x="148" y="17"/>
                </a:cubicBezTo>
                <a:cubicBezTo>
                  <a:pt x="148" y="17"/>
                  <a:pt x="148" y="17"/>
                  <a:pt x="148" y="17"/>
                </a:cubicBezTo>
                <a:cubicBezTo>
                  <a:pt x="148" y="18"/>
                  <a:pt x="148" y="18"/>
                  <a:pt x="148" y="18"/>
                </a:cubicBezTo>
                <a:cubicBezTo>
                  <a:pt x="148" y="18"/>
                  <a:pt x="147" y="18"/>
                  <a:pt x="146" y="17"/>
                </a:cubicBezTo>
                <a:cubicBezTo>
                  <a:pt x="145" y="17"/>
                  <a:pt x="144" y="16"/>
                  <a:pt x="144" y="16"/>
                </a:cubicBezTo>
                <a:cubicBezTo>
                  <a:pt x="143" y="16"/>
                  <a:pt x="143" y="15"/>
                  <a:pt x="143" y="15"/>
                </a:cubicBezTo>
                <a:cubicBezTo>
                  <a:pt x="143" y="15"/>
                  <a:pt x="143" y="15"/>
                  <a:pt x="143" y="15"/>
                </a:cubicBezTo>
                <a:cubicBezTo>
                  <a:pt x="143" y="15"/>
                  <a:pt x="143" y="15"/>
                  <a:pt x="143" y="15"/>
                </a:cubicBezTo>
                <a:cubicBezTo>
                  <a:pt x="144" y="16"/>
                  <a:pt x="145" y="16"/>
                  <a:pt x="146" y="16"/>
                </a:cubicBezTo>
                <a:cubicBezTo>
                  <a:pt x="146" y="16"/>
                  <a:pt x="147" y="16"/>
                  <a:pt x="147" y="16"/>
                </a:cubicBezTo>
                <a:cubicBezTo>
                  <a:pt x="147" y="16"/>
                  <a:pt x="147" y="15"/>
                  <a:pt x="147" y="15"/>
                </a:cubicBezTo>
                <a:cubicBezTo>
                  <a:pt x="147" y="14"/>
                  <a:pt x="147" y="14"/>
                  <a:pt x="147" y="12"/>
                </a:cubicBezTo>
                <a:cubicBezTo>
                  <a:pt x="147" y="11"/>
                  <a:pt x="146" y="9"/>
                  <a:pt x="146" y="8"/>
                </a:cubicBezTo>
                <a:lnTo>
                  <a:pt x="146" y="5"/>
                </a:lnTo>
                <a:lnTo>
                  <a:pt x="146" y="3"/>
                </a:lnTo>
                <a:cubicBezTo>
                  <a:pt x="146" y="3"/>
                  <a:pt x="147" y="3"/>
                  <a:pt x="147" y="3"/>
                </a:cubicBezTo>
                <a:cubicBezTo>
                  <a:pt x="147" y="3"/>
                  <a:pt x="147" y="3"/>
                  <a:pt x="148" y="3"/>
                </a:cubicBezTo>
                <a:cubicBezTo>
                  <a:pt x="148" y="3"/>
                  <a:pt x="148" y="3"/>
                  <a:pt x="148" y="3"/>
                </a:cubicBezTo>
                <a:cubicBezTo>
                  <a:pt x="148" y="4"/>
                  <a:pt x="148" y="4"/>
                  <a:pt x="148" y="4"/>
                </a:cubicBezTo>
                <a:cubicBezTo>
                  <a:pt x="148" y="4"/>
                  <a:pt x="148" y="5"/>
                  <a:pt x="148" y="6"/>
                </a:cubicBezTo>
                <a:cubicBezTo>
                  <a:pt x="148" y="6"/>
                  <a:pt x="148" y="6"/>
                  <a:pt x="148" y="7"/>
                </a:cubicBezTo>
                <a:cubicBezTo>
                  <a:pt x="148" y="9"/>
                  <a:pt x="148" y="9"/>
                  <a:pt x="148" y="10"/>
                </a:cubicBezTo>
                <a:lnTo>
                  <a:pt x="148" y="11"/>
                </a:lnTo>
                <a:close/>
                <a:moveTo>
                  <a:pt x="143" y="7"/>
                </a:moveTo>
                <a:cubicBezTo>
                  <a:pt x="143" y="7"/>
                  <a:pt x="143" y="7"/>
                  <a:pt x="142" y="7"/>
                </a:cubicBezTo>
                <a:cubicBezTo>
                  <a:pt x="142" y="7"/>
                  <a:pt x="142" y="7"/>
                  <a:pt x="141" y="7"/>
                </a:cubicBezTo>
                <a:cubicBezTo>
                  <a:pt x="141" y="7"/>
                  <a:pt x="141" y="7"/>
                  <a:pt x="141" y="7"/>
                </a:cubicBezTo>
                <a:cubicBezTo>
                  <a:pt x="141" y="7"/>
                  <a:pt x="141" y="7"/>
                  <a:pt x="140" y="7"/>
                </a:cubicBezTo>
                <a:cubicBezTo>
                  <a:pt x="140" y="7"/>
                  <a:pt x="140" y="6"/>
                  <a:pt x="140" y="6"/>
                </a:cubicBezTo>
                <a:cubicBezTo>
                  <a:pt x="140" y="6"/>
                  <a:pt x="140" y="7"/>
                  <a:pt x="140" y="7"/>
                </a:cubicBezTo>
                <a:cubicBezTo>
                  <a:pt x="139" y="7"/>
                  <a:pt x="139" y="7"/>
                  <a:pt x="139" y="7"/>
                </a:cubicBezTo>
                <a:cubicBezTo>
                  <a:pt x="138" y="8"/>
                  <a:pt x="138" y="8"/>
                  <a:pt x="138" y="9"/>
                </a:cubicBezTo>
                <a:cubicBezTo>
                  <a:pt x="138" y="9"/>
                  <a:pt x="137" y="9"/>
                  <a:pt x="137" y="10"/>
                </a:cubicBezTo>
                <a:cubicBezTo>
                  <a:pt x="137" y="10"/>
                  <a:pt x="138" y="10"/>
                  <a:pt x="138" y="10"/>
                </a:cubicBezTo>
                <a:cubicBezTo>
                  <a:pt x="138" y="10"/>
                  <a:pt x="138" y="10"/>
                  <a:pt x="138" y="10"/>
                </a:cubicBezTo>
                <a:cubicBezTo>
                  <a:pt x="139" y="9"/>
                  <a:pt x="140" y="9"/>
                  <a:pt x="141" y="9"/>
                </a:cubicBezTo>
                <a:cubicBezTo>
                  <a:pt x="141" y="9"/>
                  <a:pt x="141" y="9"/>
                  <a:pt x="141" y="9"/>
                </a:cubicBezTo>
                <a:cubicBezTo>
                  <a:pt x="142" y="9"/>
                  <a:pt x="142" y="9"/>
                  <a:pt x="142" y="9"/>
                </a:cubicBezTo>
                <a:cubicBezTo>
                  <a:pt x="142" y="9"/>
                  <a:pt x="142" y="9"/>
                  <a:pt x="142" y="9"/>
                </a:cubicBezTo>
                <a:cubicBezTo>
                  <a:pt x="142" y="10"/>
                  <a:pt x="142" y="10"/>
                  <a:pt x="142" y="10"/>
                </a:cubicBezTo>
                <a:cubicBezTo>
                  <a:pt x="142" y="11"/>
                  <a:pt x="141" y="11"/>
                  <a:pt x="141" y="12"/>
                </a:cubicBezTo>
                <a:cubicBezTo>
                  <a:pt x="141" y="12"/>
                  <a:pt x="141" y="13"/>
                  <a:pt x="141" y="13"/>
                </a:cubicBezTo>
                <a:cubicBezTo>
                  <a:pt x="141" y="13"/>
                  <a:pt x="140" y="13"/>
                  <a:pt x="140" y="13"/>
                </a:cubicBezTo>
                <a:cubicBezTo>
                  <a:pt x="140" y="13"/>
                  <a:pt x="139" y="13"/>
                  <a:pt x="139" y="13"/>
                </a:cubicBezTo>
                <a:cubicBezTo>
                  <a:pt x="139" y="13"/>
                  <a:pt x="139" y="13"/>
                  <a:pt x="139" y="13"/>
                </a:cubicBezTo>
                <a:cubicBezTo>
                  <a:pt x="139" y="13"/>
                  <a:pt x="139" y="13"/>
                  <a:pt x="139" y="13"/>
                </a:cubicBezTo>
                <a:cubicBezTo>
                  <a:pt x="139" y="13"/>
                  <a:pt x="139" y="13"/>
                  <a:pt x="139" y="14"/>
                </a:cubicBezTo>
                <a:cubicBezTo>
                  <a:pt x="138" y="14"/>
                  <a:pt x="138" y="14"/>
                  <a:pt x="138" y="15"/>
                </a:cubicBezTo>
                <a:cubicBezTo>
                  <a:pt x="138" y="15"/>
                  <a:pt x="138" y="15"/>
                  <a:pt x="139" y="15"/>
                </a:cubicBezTo>
                <a:cubicBezTo>
                  <a:pt x="139" y="15"/>
                  <a:pt x="139" y="15"/>
                  <a:pt x="139" y="15"/>
                </a:cubicBezTo>
                <a:cubicBezTo>
                  <a:pt x="139" y="15"/>
                  <a:pt x="140" y="15"/>
                  <a:pt x="140" y="15"/>
                </a:cubicBezTo>
                <a:cubicBezTo>
                  <a:pt x="140" y="15"/>
                  <a:pt x="140" y="15"/>
                  <a:pt x="141" y="15"/>
                </a:cubicBezTo>
                <a:cubicBezTo>
                  <a:pt x="141" y="15"/>
                  <a:pt x="141" y="14"/>
                  <a:pt x="141" y="14"/>
                </a:cubicBezTo>
                <a:cubicBezTo>
                  <a:pt x="141" y="14"/>
                  <a:pt x="141" y="13"/>
                  <a:pt x="141" y="13"/>
                </a:cubicBezTo>
                <a:cubicBezTo>
                  <a:pt x="141" y="13"/>
                  <a:pt x="141" y="14"/>
                  <a:pt x="142" y="14"/>
                </a:cubicBezTo>
                <a:cubicBezTo>
                  <a:pt x="142" y="15"/>
                  <a:pt x="142" y="15"/>
                  <a:pt x="142" y="16"/>
                </a:cubicBezTo>
                <a:cubicBezTo>
                  <a:pt x="142" y="16"/>
                  <a:pt x="142" y="16"/>
                  <a:pt x="141" y="16"/>
                </a:cubicBezTo>
                <a:cubicBezTo>
                  <a:pt x="141" y="16"/>
                  <a:pt x="141" y="16"/>
                  <a:pt x="141" y="16"/>
                </a:cubicBezTo>
                <a:cubicBezTo>
                  <a:pt x="140" y="16"/>
                  <a:pt x="140" y="16"/>
                  <a:pt x="139" y="16"/>
                </a:cubicBezTo>
                <a:cubicBezTo>
                  <a:pt x="139" y="16"/>
                  <a:pt x="138" y="16"/>
                  <a:pt x="138" y="16"/>
                </a:cubicBezTo>
                <a:cubicBezTo>
                  <a:pt x="138" y="16"/>
                  <a:pt x="137" y="15"/>
                  <a:pt x="137" y="14"/>
                </a:cubicBezTo>
                <a:cubicBezTo>
                  <a:pt x="137" y="14"/>
                  <a:pt x="138" y="13"/>
                  <a:pt x="138" y="13"/>
                </a:cubicBezTo>
                <a:cubicBezTo>
                  <a:pt x="138" y="12"/>
                  <a:pt x="138" y="12"/>
                  <a:pt x="138" y="11"/>
                </a:cubicBezTo>
                <a:cubicBezTo>
                  <a:pt x="138" y="11"/>
                  <a:pt x="138" y="11"/>
                  <a:pt x="138" y="11"/>
                </a:cubicBezTo>
                <a:cubicBezTo>
                  <a:pt x="138" y="11"/>
                  <a:pt x="139" y="11"/>
                  <a:pt x="139" y="11"/>
                </a:cubicBezTo>
                <a:cubicBezTo>
                  <a:pt x="139" y="11"/>
                  <a:pt x="139" y="11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40" y="12"/>
                  <a:pt x="140" y="12"/>
                  <a:pt x="140" y="11"/>
                </a:cubicBezTo>
                <a:cubicBezTo>
                  <a:pt x="140" y="11"/>
                  <a:pt x="140" y="11"/>
                  <a:pt x="140" y="10"/>
                </a:cubicBezTo>
                <a:cubicBezTo>
                  <a:pt x="140" y="10"/>
                  <a:pt x="140" y="10"/>
                  <a:pt x="140" y="10"/>
                </a:cubicBezTo>
                <a:cubicBezTo>
                  <a:pt x="139" y="10"/>
                  <a:pt x="139" y="10"/>
                  <a:pt x="138" y="11"/>
                </a:cubicBezTo>
                <a:cubicBezTo>
                  <a:pt x="138" y="11"/>
                  <a:pt x="138" y="11"/>
                  <a:pt x="138" y="11"/>
                </a:cubicBezTo>
                <a:cubicBezTo>
                  <a:pt x="138" y="11"/>
                  <a:pt x="138" y="11"/>
                  <a:pt x="137" y="11"/>
                </a:cubicBezTo>
                <a:cubicBezTo>
                  <a:pt x="137" y="11"/>
                  <a:pt x="137" y="11"/>
                  <a:pt x="137" y="11"/>
                </a:cubicBezTo>
                <a:cubicBezTo>
                  <a:pt x="137" y="11"/>
                  <a:pt x="137" y="11"/>
                  <a:pt x="137" y="11"/>
                </a:cubicBezTo>
                <a:cubicBezTo>
                  <a:pt x="137" y="11"/>
                  <a:pt x="137" y="11"/>
                  <a:pt x="136" y="12"/>
                </a:cubicBezTo>
                <a:cubicBezTo>
                  <a:pt x="135" y="12"/>
                  <a:pt x="135" y="12"/>
                  <a:pt x="135" y="12"/>
                </a:cubicBezTo>
                <a:cubicBezTo>
                  <a:pt x="134" y="12"/>
                  <a:pt x="134" y="12"/>
                  <a:pt x="134" y="12"/>
                </a:cubicBezTo>
                <a:cubicBezTo>
                  <a:pt x="134" y="12"/>
                  <a:pt x="133" y="12"/>
                  <a:pt x="133" y="12"/>
                </a:cubicBezTo>
                <a:cubicBezTo>
                  <a:pt x="133" y="12"/>
                  <a:pt x="134" y="12"/>
                  <a:pt x="134" y="12"/>
                </a:cubicBezTo>
                <a:cubicBezTo>
                  <a:pt x="134" y="11"/>
                  <a:pt x="135" y="11"/>
                  <a:pt x="135" y="10"/>
                </a:cubicBezTo>
                <a:cubicBezTo>
                  <a:pt x="136" y="10"/>
                  <a:pt x="136" y="9"/>
                  <a:pt x="137" y="8"/>
                </a:cubicBezTo>
                <a:cubicBezTo>
                  <a:pt x="137" y="8"/>
                  <a:pt x="138" y="7"/>
                  <a:pt x="138" y="7"/>
                </a:cubicBezTo>
                <a:cubicBezTo>
                  <a:pt x="138" y="7"/>
                  <a:pt x="138" y="6"/>
                  <a:pt x="139" y="6"/>
                </a:cubicBezTo>
                <a:cubicBezTo>
                  <a:pt x="139" y="5"/>
                  <a:pt x="140" y="4"/>
                  <a:pt x="140" y="4"/>
                </a:cubicBezTo>
                <a:cubicBezTo>
                  <a:pt x="140" y="4"/>
                  <a:pt x="140" y="4"/>
                  <a:pt x="140" y="4"/>
                </a:cubicBezTo>
                <a:cubicBezTo>
                  <a:pt x="140" y="4"/>
                  <a:pt x="141" y="3"/>
                  <a:pt x="141" y="3"/>
                </a:cubicBezTo>
                <a:cubicBezTo>
                  <a:pt x="141" y="3"/>
                  <a:pt x="141" y="4"/>
                  <a:pt x="141" y="4"/>
                </a:cubicBezTo>
                <a:cubicBezTo>
                  <a:pt x="141" y="4"/>
                  <a:pt x="141" y="4"/>
                  <a:pt x="141" y="4"/>
                </a:cubicBezTo>
                <a:cubicBezTo>
                  <a:pt x="141" y="5"/>
                  <a:pt x="141" y="5"/>
                  <a:pt x="141" y="5"/>
                </a:cubicBezTo>
                <a:cubicBezTo>
                  <a:pt x="141" y="5"/>
                  <a:pt x="141" y="5"/>
                  <a:pt x="141" y="6"/>
                </a:cubicBezTo>
                <a:cubicBezTo>
                  <a:pt x="141" y="6"/>
                  <a:pt x="141" y="6"/>
                  <a:pt x="141" y="6"/>
                </a:cubicBezTo>
                <a:cubicBezTo>
                  <a:pt x="141" y="6"/>
                  <a:pt x="141" y="6"/>
                  <a:pt x="142" y="6"/>
                </a:cubicBezTo>
                <a:cubicBezTo>
                  <a:pt x="142" y="6"/>
                  <a:pt x="143" y="6"/>
                  <a:pt x="143" y="7"/>
                </a:cubicBezTo>
                <a:close/>
                <a:moveTo>
                  <a:pt x="145" y="8"/>
                </a:moveTo>
                <a:cubicBezTo>
                  <a:pt x="145" y="8"/>
                  <a:pt x="145" y="8"/>
                  <a:pt x="145" y="8"/>
                </a:cubicBezTo>
                <a:cubicBezTo>
                  <a:pt x="145" y="8"/>
                  <a:pt x="145" y="9"/>
                  <a:pt x="145" y="9"/>
                </a:cubicBezTo>
                <a:cubicBezTo>
                  <a:pt x="145" y="9"/>
                  <a:pt x="145" y="10"/>
                  <a:pt x="145" y="10"/>
                </a:cubicBezTo>
                <a:cubicBezTo>
                  <a:pt x="145" y="11"/>
                  <a:pt x="145" y="11"/>
                  <a:pt x="144" y="11"/>
                </a:cubicBezTo>
                <a:cubicBezTo>
                  <a:pt x="144" y="11"/>
                  <a:pt x="144" y="11"/>
                  <a:pt x="144" y="11"/>
                </a:cubicBezTo>
                <a:cubicBezTo>
                  <a:pt x="144" y="11"/>
                  <a:pt x="143" y="11"/>
                  <a:pt x="143" y="10"/>
                </a:cubicBezTo>
                <a:cubicBezTo>
                  <a:pt x="143" y="9"/>
                  <a:pt x="143" y="9"/>
                  <a:pt x="143" y="9"/>
                </a:cubicBezTo>
                <a:lnTo>
                  <a:pt x="143" y="8"/>
                </a:lnTo>
                <a:cubicBezTo>
                  <a:pt x="143" y="8"/>
                  <a:pt x="143" y="8"/>
                  <a:pt x="144" y="8"/>
                </a:cubicBezTo>
                <a:cubicBezTo>
                  <a:pt x="144" y="8"/>
                  <a:pt x="144" y="8"/>
                  <a:pt x="144" y="8"/>
                </a:cubicBezTo>
                <a:cubicBezTo>
                  <a:pt x="145" y="8"/>
                  <a:pt x="145" y="8"/>
                  <a:pt x="145" y="8"/>
                </a:cubicBezTo>
                <a:cubicBezTo>
                  <a:pt x="145" y="8"/>
                  <a:pt x="145" y="8"/>
                  <a:pt x="145" y="8"/>
                </a:cubicBezTo>
                <a:close/>
                <a:moveTo>
                  <a:pt x="157" y="2"/>
                </a:moveTo>
                <a:cubicBezTo>
                  <a:pt x="157" y="2"/>
                  <a:pt x="158" y="2"/>
                  <a:pt x="158" y="2"/>
                </a:cubicBezTo>
                <a:cubicBezTo>
                  <a:pt x="158" y="2"/>
                  <a:pt x="158" y="2"/>
                  <a:pt x="158" y="3"/>
                </a:cubicBezTo>
                <a:cubicBezTo>
                  <a:pt x="158" y="3"/>
                  <a:pt x="158" y="3"/>
                  <a:pt x="158" y="3"/>
                </a:cubicBezTo>
                <a:cubicBezTo>
                  <a:pt x="158" y="3"/>
                  <a:pt x="158" y="4"/>
                  <a:pt x="158" y="4"/>
                </a:cubicBezTo>
                <a:cubicBezTo>
                  <a:pt x="158" y="4"/>
                  <a:pt x="158" y="4"/>
                  <a:pt x="158" y="4"/>
                </a:cubicBezTo>
                <a:cubicBezTo>
                  <a:pt x="158" y="4"/>
                  <a:pt x="158" y="4"/>
                  <a:pt x="158" y="4"/>
                </a:cubicBezTo>
                <a:cubicBezTo>
                  <a:pt x="158" y="4"/>
                  <a:pt x="157" y="4"/>
                  <a:pt x="157" y="4"/>
                </a:cubicBezTo>
                <a:cubicBezTo>
                  <a:pt x="157" y="4"/>
                  <a:pt x="156" y="4"/>
                  <a:pt x="156" y="3"/>
                </a:cubicBezTo>
                <a:cubicBezTo>
                  <a:pt x="156" y="3"/>
                  <a:pt x="157" y="3"/>
                  <a:pt x="157" y="2"/>
                </a:cubicBezTo>
                <a:cubicBezTo>
                  <a:pt x="157" y="2"/>
                  <a:pt x="157" y="2"/>
                  <a:pt x="157" y="2"/>
                </a:cubicBezTo>
                <a:close/>
                <a:moveTo>
                  <a:pt x="159" y="5"/>
                </a:moveTo>
                <a:cubicBezTo>
                  <a:pt x="159" y="5"/>
                  <a:pt x="159" y="6"/>
                  <a:pt x="159" y="6"/>
                </a:cubicBezTo>
                <a:cubicBezTo>
                  <a:pt x="159" y="6"/>
                  <a:pt x="159" y="6"/>
                  <a:pt x="159" y="6"/>
                </a:cubicBezTo>
                <a:cubicBezTo>
                  <a:pt x="159" y="6"/>
                  <a:pt x="158" y="6"/>
                  <a:pt x="158" y="6"/>
                </a:cubicBezTo>
                <a:cubicBezTo>
                  <a:pt x="158" y="6"/>
                  <a:pt x="158" y="6"/>
                  <a:pt x="159" y="6"/>
                </a:cubicBezTo>
                <a:cubicBezTo>
                  <a:pt x="159" y="6"/>
                  <a:pt x="159" y="7"/>
                  <a:pt x="159" y="7"/>
                </a:cubicBezTo>
                <a:cubicBezTo>
                  <a:pt x="159" y="7"/>
                  <a:pt x="159" y="7"/>
                  <a:pt x="159" y="7"/>
                </a:cubicBezTo>
                <a:cubicBezTo>
                  <a:pt x="159" y="7"/>
                  <a:pt x="159" y="7"/>
                  <a:pt x="159" y="7"/>
                </a:cubicBezTo>
                <a:cubicBezTo>
                  <a:pt x="159" y="8"/>
                  <a:pt x="159" y="8"/>
                  <a:pt x="158" y="8"/>
                </a:cubicBezTo>
                <a:cubicBezTo>
                  <a:pt x="158" y="8"/>
                  <a:pt x="158" y="8"/>
                  <a:pt x="158" y="8"/>
                </a:cubicBezTo>
                <a:cubicBezTo>
                  <a:pt x="158" y="8"/>
                  <a:pt x="158" y="8"/>
                  <a:pt x="159" y="8"/>
                </a:cubicBezTo>
                <a:cubicBezTo>
                  <a:pt x="159" y="8"/>
                  <a:pt x="159" y="8"/>
                  <a:pt x="159" y="8"/>
                </a:cubicBezTo>
                <a:cubicBezTo>
                  <a:pt x="159" y="8"/>
                  <a:pt x="159" y="8"/>
                  <a:pt x="159" y="9"/>
                </a:cubicBezTo>
                <a:cubicBezTo>
                  <a:pt x="159" y="9"/>
                  <a:pt x="159" y="9"/>
                  <a:pt x="159" y="9"/>
                </a:cubicBezTo>
                <a:cubicBezTo>
                  <a:pt x="159" y="9"/>
                  <a:pt x="158" y="9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9" y="10"/>
                  <a:pt x="159" y="10"/>
                </a:cubicBezTo>
                <a:cubicBezTo>
                  <a:pt x="159" y="10"/>
                  <a:pt x="159" y="10"/>
                  <a:pt x="159" y="10"/>
                </a:cubicBezTo>
                <a:cubicBezTo>
                  <a:pt x="159" y="11"/>
                  <a:pt x="159" y="11"/>
                  <a:pt x="159" y="11"/>
                </a:cubicBezTo>
                <a:cubicBezTo>
                  <a:pt x="159" y="11"/>
                  <a:pt x="159" y="11"/>
                  <a:pt x="159" y="11"/>
                </a:cubicBezTo>
                <a:cubicBezTo>
                  <a:pt x="159" y="11"/>
                  <a:pt x="159" y="11"/>
                  <a:pt x="158" y="11"/>
                </a:cubicBezTo>
                <a:cubicBezTo>
                  <a:pt x="158" y="11"/>
                  <a:pt x="157" y="12"/>
                  <a:pt x="157" y="12"/>
                </a:cubicBezTo>
                <a:cubicBezTo>
                  <a:pt x="157" y="12"/>
                  <a:pt x="157" y="12"/>
                  <a:pt x="157" y="12"/>
                </a:cubicBezTo>
                <a:cubicBezTo>
                  <a:pt x="157" y="12"/>
                  <a:pt x="157" y="12"/>
                  <a:pt x="158" y="12"/>
                </a:cubicBezTo>
                <a:cubicBezTo>
                  <a:pt x="158" y="12"/>
                  <a:pt x="159" y="13"/>
                  <a:pt x="159" y="13"/>
                </a:cubicBezTo>
                <a:cubicBezTo>
                  <a:pt x="159" y="13"/>
                  <a:pt x="159" y="13"/>
                  <a:pt x="158" y="13"/>
                </a:cubicBezTo>
                <a:cubicBezTo>
                  <a:pt x="158" y="13"/>
                  <a:pt x="158" y="13"/>
                  <a:pt x="158" y="13"/>
                </a:cubicBezTo>
                <a:cubicBezTo>
                  <a:pt x="158" y="13"/>
                  <a:pt x="158" y="13"/>
                  <a:pt x="158" y="13"/>
                </a:cubicBezTo>
                <a:cubicBezTo>
                  <a:pt x="158" y="13"/>
                  <a:pt x="157" y="13"/>
                  <a:pt x="157" y="13"/>
                </a:cubicBezTo>
                <a:cubicBezTo>
                  <a:pt x="157" y="13"/>
                  <a:pt x="157" y="13"/>
                  <a:pt x="157" y="13"/>
                </a:cubicBezTo>
                <a:cubicBezTo>
                  <a:pt x="157" y="14"/>
                  <a:pt x="157" y="14"/>
                  <a:pt x="157" y="14"/>
                </a:cubicBezTo>
                <a:cubicBezTo>
                  <a:pt x="157" y="14"/>
                  <a:pt x="157" y="15"/>
                  <a:pt x="157" y="15"/>
                </a:cubicBezTo>
                <a:cubicBezTo>
                  <a:pt x="157" y="16"/>
                  <a:pt x="157" y="16"/>
                  <a:pt x="157" y="16"/>
                </a:cubicBezTo>
                <a:cubicBezTo>
                  <a:pt x="157" y="16"/>
                  <a:pt x="156" y="16"/>
                  <a:pt x="156" y="16"/>
                </a:cubicBezTo>
                <a:cubicBezTo>
                  <a:pt x="156" y="15"/>
                  <a:pt x="155" y="15"/>
                  <a:pt x="155" y="15"/>
                </a:cubicBezTo>
                <a:cubicBezTo>
                  <a:pt x="155" y="15"/>
                  <a:pt x="154" y="15"/>
                  <a:pt x="154" y="15"/>
                </a:cubicBezTo>
                <a:cubicBezTo>
                  <a:pt x="154" y="15"/>
                  <a:pt x="154" y="15"/>
                  <a:pt x="154" y="15"/>
                </a:cubicBezTo>
                <a:cubicBezTo>
                  <a:pt x="154" y="15"/>
                  <a:pt x="154" y="15"/>
                  <a:pt x="154" y="15"/>
                </a:cubicBezTo>
                <a:cubicBezTo>
                  <a:pt x="154" y="15"/>
                  <a:pt x="154" y="16"/>
                  <a:pt x="154" y="16"/>
                </a:cubicBezTo>
                <a:cubicBezTo>
                  <a:pt x="154" y="16"/>
                  <a:pt x="153" y="15"/>
                  <a:pt x="153" y="15"/>
                </a:cubicBezTo>
                <a:cubicBezTo>
                  <a:pt x="153" y="15"/>
                  <a:pt x="153" y="15"/>
                  <a:pt x="153" y="15"/>
                </a:cubicBezTo>
                <a:cubicBezTo>
                  <a:pt x="153" y="15"/>
                  <a:pt x="153" y="15"/>
                  <a:pt x="153" y="15"/>
                </a:cubicBezTo>
                <a:cubicBezTo>
                  <a:pt x="153" y="14"/>
                  <a:pt x="153" y="14"/>
                  <a:pt x="153" y="14"/>
                </a:cubicBezTo>
                <a:cubicBezTo>
                  <a:pt x="154" y="13"/>
                  <a:pt x="154" y="13"/>
                  <a:pt x="154" y="13"/>
                </a:cubicBezTo>
                <a:cubicBezTo>
                  <a:pt x="154" y="13"/>
                  <a:pt x="154" y="13"/>
                  <a:pt x="154" y="13"/>
                </a:cubicBezTo>
                <a:cubicBezTo>
                  <a:pt x="154" y="12"/>
                  <a:pt x="154" y="12"/>
                  <a:pt x="154" y="12"/>
                </a:cubicBezTo>
                <a:cubicBezTo>
                  <a:pt x="154" y="12"/>
                  <a:pt x="154" y="12"/>
                  <a:pt x="153" y="13"/>
                </a:cubicBezTo>
                <a:cubicBezTo>
                  <a:pt x="153" y="13"/>
                  <a:pt x="153" y="13"/>
                  <a:pt x="153" y="13"/>
                </a:cubicBezTo>
                <a:cubicBezTo>
                  <a:pt x="152" y="13"/>
                  <a:pt x="152" y="13"/>
                  <a:pt x="152" y="13"/>
                </a:cubicBezTo>
                <a:cubicBezTo>
                  <a:pt x="152" y="13"/>
                  <a:pt x="152" y="13"/>
                  <a:pt x="152" y="13"/>
                </a:cubicBezTo>
                <a:cubicBezTo>
                  <a:pt x="152" y="12"/>
                  <a:pt x="152" y="12"/>
                  <a:pt x="152" y="12"/>
                </a:cubicBezTo>
                <a:cubicBezTo>
                  <a:pt x="152" y="12"/>
                  <a:pt x="152" y="12"/>
                  <a:pt x="152" y="12"/>
                </a:cubicBezTo>
                <a:cubicBezTo>
                  <a:pt x="153" y="12"/>
                  <a:pt x="154" y="11"/>
                  <a:pt x="155" y="11"/>
                </a:cubicBezTo>
                <a:cubicBezTo>
                  <a:pt x="155" y="11"/>
                  <a:pt x="155" y="11"/>
                  <a:pt x="156" y="11"/>
                </a:cubicBezTo>
                <a:cubicBezTo>
                  <a:pt x="156" y="11"/>
                  <a:pt x="156" y="11"/>
                  <a:pt x="156" y="11"/>
                </a:cubicBezTo>
                <a:cubicBezTo>
                  <a:pt x="156" y="10"/>
                  <a:pt x="156" y="10"/>
                  <a:pt x="156" y="10"/>
                </a:cubicBezTo>
                <a:cubicBezTo>
                  <a:pt x="156" y="10"/>
                  <a:pt x="155" y="10"/>
                  <a:pt x="155" y="10"/>
                </a:cubicBezTo>
                <a:cubicBezTo>
                  <a:pt x="155" y="10"/>
                  <a:pt x="154" y="10"/>
                  <a:pt x="154" y="10"/>
                </a:cubicBezTo>
                <a:cubicBezTo>
                  <a:pt x="154" y="11"/>
                  <a:pt x="154" y="11"/>
                  <a:pt x="154" y="11"/>
                </a:cubicBezTo>
                <a:cubicBezTo>
                  <a:pt x="154" y="11"/>
                  <a:pt x="154" y="10"/>
                  <a:pt x="154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154" y="10"/>
                  <a:pt x="154" y="10"/>
                  <a:pt x="154" y="9"/>
                </a:cubicBezTo>
                <a:cubicBezTo>
                  <a:pt x="154" y="9"/>
                  <a:pt x="154" y="9"/>
                  <a:pt x="154" y="9"/>
                </a:cubicBezTo>
                <a:cubicBezTo>
                  <a:pt x="155" y="9"/>
                  <a:pt x="155" y="9"/>
                  <a:pt x="156" y="9"/>
                </a:cubicBezTo>
                <a:cubicBezTo>
                  <a:pt x="156" y="9"/>
                  <a:pt x="157" y="8"/>
                  <a:pt x="157" y="8"/>
                </a:cubicBezTo>
                <a:cubicBezTo>
                  <a:pt x="157" y="8"/>
                  <a:pt x="157" y="8"/>
                  <a:pt x="157" y="8"/>
                </a:cubicBezTo>
                <a:cubicBezTo>
                  <a:pt x="157" y="8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6" y="7"/>
                  <a:pt x="156" y="7"/>
                  <a:pt x="156" y="7"/>
                </a:cubicBezTo>
                <a:cubicBezTo>
                  <a:pt x="156" y="7"/>
                  <a:pt x="156" y="8"/>
                  <a:pt x="156" y="8"/>
                </a:cubicBezTo>
                <a:cubicBezTo>
                  <a:pt x="156" y="8"/>
                  <a:pt x="156" y="8"/>
                  <a:pt x="155" y="9"/>
                </a:cubicBezTo>
                <a:cubicBezTo>
                  <a:pt x="155" y="9"/>
                  <a:pt x="155" y="9"/>
                  <a:pt x="155" y="9"/>
                </a:cubicBezTo>
                <a:cubicBezTo>
                  <a:pt x="155" y="9"/>
                  <a:pt x="155" y="9"/>
                  <a:pt x="155" y="9"/>
                </a:cubicBezTo>
                <a:cubicBezTo>
                  <a:pt x="155" y="8"/>
                  <a:pt x="155" y="8"/>
                  <a:pt x="155" y="8"/>
                </a:cubicBezTo>
                <a:cubicBezTo>
                  <a:pt x="155" y="8"/>
                  <a:pt x="155" y="8"/>
                  <a:pt x="155" y="8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4" y="7"/>
                </a:cubicBezTo>
                <a:cubicBezTo>
                  <a:pt x="154" y="7"/>
                  <a:pt x="154" y="7"/>
                  <a:pt x="154" y="7"/>
                </a:cubicBezTo>
                <a:cubicBezTo>
                  <a:pt x="154" y="7"/>
                  <a:pt x="154" y="7"/>
                  <a:pt x="154" y="7"/>
                </a:cubicBezTo>
                <a:cubicBezTo>
                  <a:pt x="154" y="6"/>
                  <a:pt x="154" y="6"/>
                  <a:pt x="154" y="6"/>
                </a:cubicBezTo>
                <a:cubicBezTo>
                  <a:pt x="154" y="6"/>
                  <a:pt x="154" y="6"/>
                  <a:pt x="154" y="6"/>
                </a:cubicBezTo>
                <a:cubicBezTo>
                  <a:pt x="154" y="6"/>
                  <a:pt x="155" y="6"/>
                  <a:pt x="156" y="6"/>
                </a:cubicBezTo>
                <a:cubicBezTo>
                  <a:pt x="157" y="5"/>
                  <a:pt x="158" y="5"/>
                  <a:pt x="159" y="5"/>
                </a:cubicBezTo>
                <a:cubicBezTo>
                  <a:pt x="159" y="5"/>
                  <a:pt x="159" y="5"/>
                  <a:pt x="159" y="5"/>
                </a:cubicBezTo>
                <a:cubicBezTo>
                  <a:pt x="159" y="5"/>
                  <a:pt x="159" y="5"/>
                  <a:pt x="159" y="5"/>
                </a:cubicBezTo>
                <a:close/>
                <a:moveTo>
                  <a:pt x="166" y="8"/>
                </a:moveTo>
                <a:cubicBezTo>
                  <a:pt x="166" y="8"/>
                  <a:pt x="166" y="8"/>
                  <a:pt x="166" y="8"/>
                </a:cubicBezTo>
                <a:cubicBezTo>
                  <a:pt x="166" y="8"/>
                  <a:pt x="166" y="8"/>
                  <a:pt x="166" y="9"/>
                </a:cubicBezTo>
                <a:cubicBezTo>
                  <a:pt x="167" y="9"/>
                  <a:pt x="167" y="9"/>
                  <a:pt x="167" y="9"/>
                </a:cubicBezTo>
                <a:cubicBezTo>
                  <a:pt x="167" y="9"/>
                  <a:pt x="167" y="9"/>
                  <a:pt x="167" y="10"/>
                </a:cubicBezTo>
                <a:cubicBezTo>
                  <a:pt x="167" y="10"/>
                  <a:pt x="167" y="10"/>
                  <a:pt x="167" y="10"/>
                </a:cubicBezTo>
                <a:cubicBezTo>
                  <a:pt x="167" y="10"/>
                  <a:pt x="166" y="10"/>
                  <a:pt x="166" y="10"/>
                </a:cubicBezTo>
                <a:cubicBezTo>
                  <a:pt x="166" y="10"/>
                  <a:pt x="166" y="10"/>
                  <a:pt x="165" y="10"/>
                </a:cubicBezTo>
                <a:cubicBezTo>
                  <a:pt x="165" y="10"/>
                  <a:pt x="164" y="10"/>
                  <a:pt x="164" y="10"/>
                </a:cubicBezTo>
                <a:cubicBezTo>
                  <a:pt x="164" y="10"/>
                  <a:pt x="164" y="10"/>
                  <a:pt x="164" y="11"/>
                </a:cubicBezTo>
                <a:cubicBezTo>
                  <a:pt x="164" y="12"/>
                  <a:pt x="164" y="12"/>
                  <a:pt x="164" y="13"/>
                </a:cubicBezTo>
                <a:cubicBezTo>
                  <a:pt x="164" y="13"/>
                  <a:pt x="164" y="13"/>
                  <a:pt x="164" y="14"/>
                </a:cubicBezTo>
                <a:cubicBezTo>
                  <a:pt x="164" y="14"/>
                  <a:pt x="164" y="14"/>
                  <a:pt x="164" y="15"/>
                </a:cubicBezTo>
                <a:cubicBezTo>
                  <a:pt x="164" y="15"/>
                  <a:pt x="164" y="15"/>
                  <a:pt x="164" y="16"/>
                </a:cubicBezTo>
                <a:cubicBezTo>
                  <a:pt x="164" y="16"/>
                  <a:pt x="164" y="16"/>
                  <a:pt x="164" y="16"/>
                </a:cubicBezTo>
                <a:cubicBezTo>
                  <a:pt x="164" y="17"/>
                  <a:pt x="164" y="17"/>
                  <a:pt x="164" y="17"/>
                </a:cubicBezTo>
                <a:cubicBezTo>
                  <a:pt x="164" y="17"/>
                  <a:pt x="164" y="18"/>
                  <a:pt x="164" y="18"/>
                </a:cubicBezTo>
                <a:cubicBezTo>
                  <a:pt x="164" y="18"/>
                  <a:pt x="164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lnTo>
                  <a:pt x="163" y="17"/>
                </a:lnTo>
                <a:cubicBezTo>
                  <a:pt x="163" y="17"/>
                  <a:pt x="163" y="15"/>
                  <a:pt x="163" y="14"/>
                </a:cubicBezTo>
                <a:cubicBezTo>
                  <a:pt x="163" y="12"/>
                  <a:pt x="163" y="11"/>
                  <a:pt x="163" y="11"/>
                </a:cubicBezTo>
                <a:cubicBezTo>
                  <a:pt x="163" y="11"/>
                  <a:pt x="162" y="10"/>
                  <a:pt x="162" y="10"/>
                </a:cubicBezTo>
                <a:cubicBezTo>
                  <a:pt x="162" y="10"/>
                  <a:pt x="162" y="10"/>
                  <a:pt x="162" y="10"/>
                </a:cubicBezTo>
                <a:cubicBezTo>
                  <a:pt x="162" y="10"/>
                  <a:pt x="162" y="10"/>
                  <a:pt x="162" y="10"/>
                </a:cubicBezTo>
                <a:cubicBezTo>
                  <a:pt x="161" y="10"/>
                  <a:pt x="161" y="10"/>
                  <a:pt x="161" y="11"/>
                </a:cubicBezTo>
                <a:cubicBezTo>
                  <a:pt x="161" y="11"/>
                  <a:pt x="161" y="11"/>
                  <a:pt x="161" y="11"/>
                </a:cubicBezTo>
                <a:cubicBezTo>
                  <a:pt x="161" y="11"/>
                  <a:pt x="161" y="11"/>
                  <a:pt x="161" y="11"/>
                </a:cubicBezTo>
                <a:cubicBezTo>
                  <a:pt x="160" y="12"/>
                  <a:pt x="160" y="12"/>
                  <a:pt x="160" y="12"/>
                </a:cubicBezTo>
                <a:lnTo>
                  <a:pt x="160" y="13"/>
                </a:lnTo>
                <a:cubicBezTo>
                  <a:pt x="160" y="13"/>
                  <a:pt x="160" y="13"/>
                  <a:pt x="160" y="14"/>
                </a:cubicBezTo>
                <a:cubicBezTo>
                  <a:pt x="160" y="14"/>
                  <a:pt x="159" y="14"/>
                  <a:pt x="159" y="15"/>
                </a:cubicBezTo>
                <a:cubicBezTo>
                  <a:pt x="159" y="15"/>
                  <a:pt x="158" y="15"/>
                  <a:pt x="158" y="15"/>
                </a:cubicBezTo>
                <a:cubicBezTo>
                  <a:pt x="158" y="15"/>
                  <a:pt x="158" y="15"/>
                  <a:pt x="158" y="15"/>
                </a:cubicBezTo>
                <a:cubicBezTo>
                  <a:pt x="158" y="15"/>
                  <a:pt x="158" y="14"/>
                  <a:pt x="159" y="14"/>
                </a:cubicBezTo>
                <a:cubicBezTo>
                  <a:pt x="159" y="13"/>
                  <a:pt x="159" y="12"/>
                  <a:pt x="160" y="12"/>
                </a:cubicBezTo>
                <a:cubicBezTo>
                  <a:pt x="160" y="11"/>
                  <a:pt x="160" y="11"/>
                  <a:pt x="160" y="10"/>
                </a:cubicBezTo>
                <a:cubicBezTo>
                  <a:pt x="160" y="9"/>
                  <a:pt x="160" y="8"/>
                  <a:pt x="160" y="8"/>
                </a:cubicBezTo>
                <a:lnTo>
                  <a:pt x="160" y="7"/>
                </a:lnTo>
                <a:cubicBezTo>
                  <a:pt x="160" y="7"/>
                  <a:pt x="160" y="6"/>
                  <a:pt x="160" y="6"/>
                </a:cubicBezTo>
                <a:cubicBezTo>
                  <a:pt x="160" y="6"/>
                  <a:pt x="160" y="6"/>
                  <a:pt x="161" y="6"/>
                </a:cubicBezTo>
                <a:cubicBezTo>
                  <a:pt x="161" y="6"/>
                  <a:pt x="162" y="6"/>
                  <a:pt x="162" y="6"/>
                </a:cubicBezTo>
                <a:cubicBezTo>
                  <a:pt x="163" y="5"/>
                  <a:pt x="164" y="5"/>
                  <a:pt x="164" y="5"/>
                </a:cubicBezTo>
                <a:cubicBezTo>
                  <a:pt x="164" y="5"/>
                  <a:pt x="165" y="5"/>
                  <a:pt x="165" y="5"/>
                </a:cubicBezTo>
                <a:cubicBezTo>
                  <a:pt x="165" y="6"/>
                  <a:pt x="165" y="6"/>
                  <a:pt x="165" y="6"/>
                </a:cubicBezTo>
                <a:cubicBezTo>
                  <a:pt x="165" y="6"/>
                  <a:pt x="165" y="6"/>
                  <a:pt x="165" y="6"/>
                </a:cubicBezTo>
                <a:cubicBezTo>
                  <a:pt x="165" y="7"/>
                  <a:pt x="164" y="7"/>
                  <a:pt x="164" y="7"/>
                </a:cubicBezTo>
                <a:cubicBezTo>
                  <a:pt x="164" y="7"/>
                  <a:pt x="164" y="7"/>
                  <a:pt x="164" y="7"/>
                </a:cubicBezTo>
                <a:cubicBezTo>
                  <a:pt x="163" y="7"/>
                  <a:pt x="163" y="7"/>
                  <a:pt x="163" y="7"/>
                </a:cubicBezTo>
                <a:cubicBezTo>
                  <a:pt x="162" y="7"/>
                  <a:pt x="162" y="7"/>
                  <a:pt x="161" y="8"/>
                </a:cubicBezTo>
                <a:cubicBezTo>
                  <a:pt x="161" y="8"/>
                  <a:pt x="161" y="9"/>
                  <a:pt x="161" y="9"/>
                </a:cubicBezTo>
                <a:cubicBezTo>
                  <a:pt x="161" y="9"/>
                  <a:pt x="161" y="9"/>
                  <a:pt x="161" y="9"/>
                </a:cubicBezTo>
                <a:cubicBezTo>
                  <a:pt x="161" y="9"/>
                  <a:pt x="162" y="9"/>
                  <a:pt x="163" y="9"/>
                </a:cubicBezTo>
                <a:cubicBezTo>
                  <a:pt x="163" y="8"/>
                  <a:pt x="164" y="8"/>
                  <a:pt x="165" y="8"/>
                </a:cubicBezTo>
                <a:cubicBezTo>
                  <a:pt x="165" y="8"/>
                  <a:pt x="165" y="8"/>
                  <a:pt x="166" y="8"/>
                </a:cubicBezTo>
                <a:close/>
              </a:path>
              <a:path w="192" h="20">
                <a:moveTo>
                  <a:pt x="28" y="11"/>
                </a:moveTo>
                <a:cubicBezTo>
                  <a:pt x="28" y="11"/>
                  <a:pt x="28" y="11"/>
                  <a:pt x="28" y="11"/>
                </a:cubicBezTo>
                <a:cubicBezTo>
                  <a:pt x="28" y="11"/>
                  <a:pt x="29" y="10"/>
                  <a:pt x="30" y="10"/>
                </a:cubicBezTo>
                <a:cubicBezTo>
                  <a:pt x="30" y="10"/>
                  <a:pt x="30" y="10"/>
                  <a:pt x="30" y="10"/>
                </a:cubicBezTo>
                <a:cubicBezTo>
                  <a:pt x="30" y="10"/>
                  <a:pt x="30" y="9"/>
                  <a:pt x="30" y="9"/>
                </a:cubicBezTo>
                <a:lnTo>
                  <a:pt x="30" y="7"/>
                </a:lnTo>
                <a:cubicBezTo>
                  <a:pt x="30" y="6"/>
                  <a:pt x="30" y="6"/>
                  <a:pt x="30" y="6"/>
                </a:cubicBezTo>
                <a:cubicBezTo>
                  <a:pt x="29" y="6"/>
                  <a:pt x="29" y="6"/>
                  <a:pt x="29" y="6"/>
                </a:cubicBezTo>
                <a:cubicBezTo>
                  <a:pt x="29" y="6"/>
                  <a:pt x="29" y="6"/>
                  <a:pt x="29" y="6"/>
                </a:cubicBezTo>
                <a:cubicBezTo>
                  <a:pt x="28" y="6"/>
                  <a:pt x="28" y="6"/>
                  <a:pt x="28" y="6"/>
                </a:cubicBezTo>
                <a:cubicBezTo>
                  <a:pt x="28" y="7"/>
                  <a:pt x="28" y="7"/>
                  <a:pt x="28" y="7"/>
                </a:cubicBezTo>
                <a:cubicBezTo>
                  <a:pt x="28" y="7"/>
                  <a:pt x="28" y="7"/>
                  <a:pt x="28" y="7"/>
                </a:cubicBezTo>
                <a:cubicBezTo>
                  <a:pt x="28" y="8"/>
                  <a:pt x="29" y="8"/>
                  <a:pt x="29" y="8"/>
                </a:cubicBezTo>
                <a:cubicBezTo>
                  <a:pt x="29" y="8"/>
                  <a:pt x="29" y="8"/>
                  <a:pt x="29" y="9"/>
                </a:cubicBezTo>
                <a:cubicBezTo>
                  <a:pt x="29" y="9"/>
                  <a:pt x="29" y="9"/>
                  <a:pt x="29" y="9"/>
                </a:cubicBezTo>
                <a:cubicBezTo>
                  <a:pt x="29" y="9"/>
                  <a:pt x="28" y="9"/>
                  <a:pt x="28" y="9"/>
                </a:cubicBezTo>
                <a:cubicBezTo>
                  <a:pt x="28" y="9"/>
                  <a:pt x="28" y="9"/>
                  <a:pt x="28" y="10"/>
                </a:cubicBezTo>
                <a:cubicBezTo>
                  <a:pt x="28" y="10"/>
                  <a:pt x="28" y="10"/>
                  <a:pt x="28" y="10"/>
                </a:cubicBezTo>
                <a:cubicBezTo>
                  <a:pt x="28" y="10"/>
                  <a:pt x="28" y="11"/>
                  <a:pt x="28" y="11"/>
                </a:cubicBezTo>
                <a:cubicBezTo>
                  <a:pt x="28" y="11"/>
                  <a:pt x="28" y="11"/>
                  <a:pt x="28" y="11"/>
                </a:cubicBezTo>
                <a:close/>
              </a:path>
              <a:path w="192" h="20">
                <a:moveTo>
                  <a:pt x="53" y="8"/>
                </a:moveTo>
                <a:cubicBezTo>
                  <a:pt x="53" y="7"/>
                  <a:pt x="53" y="7"/>
                  <a:pt x="52" y="7"/>
                </a:cubicBezTo>
                <a:cubicBezTo>
                  <a:pt x="52" y="7"/>
                  <a:pt x="52" y="7"/>
                  <a:pt x="52" y="7"/>
                </a:cubicBezTo>
                <a:cubicBezTo>
                  <a:pt x="52" y="7"/>
                  <a:pt x="52" y="7"/>
                  <a:pt x="52" y="7"/>
                </a:cubicBezTo>
                <a:cubicBezTo>
                  <a:pt x="52" y="7"/>
                  <a:pt x="52" y="7"/>
                  <a:pt x="52" y="8"/>
                </a:cubicBezTo>
                <a:cubicBezTo>
                  <a:pt x="51" y="8"/>
                  <a:pt x="51" y="9"/>
                  <a:pt x="51" y="9"/>
                </a:cubicBezTo>
                <a:cubicBezTo>
                  <a:pt x="51" y="9"/>
                  <a:pt x="52" y="9"/>
                  <a:pt x="52" y="9"/>
                </a:cubicBezTo>
                <a:cubicBezTo>
                  <a:pt x="52" y="9"/>
                  <a:pt x="52" y="9"/>
                  <a:pt x="52" y="9"/>
                </a:cubicBezTo>
                <a:cubicBezTo>
                  <a:pt x="53" y="8"/>
                  <a:pt x="53" y="8"/>
                  <a:pt x="53" y="8"/>
                </a:cubicBezTo>
                <a:close/>
              </a:path>
              <a:path w="192" h="20">
                <a:moveTo>
                  <a:pt x="50" y="8"/>
                </a:moveTo>
                <a:cubicBezTo>
                  <a:pt x="50" y="8"/>
                  <a:pt x="50" y="8"/>
                  <a:pt x="50" y="7"/>
                </a:cubicBezTo>
                <a:cubicBezTo>
                  <a:pt x="50" y="7"/>
                  <a:pt x="50" y="7"/>
                  <a:pt x="50" y="7"/>
                </a:cubicBezTo>
                <a:cubicBezTo>
                  <a:pt x="50" y="7"/>
                  <a:pt x="50" y="7"/>
                  <a:pt x="50" y="7"/>
                </a:cubicBezTo>
                <a:cubicBezTo>
                  <a:pt x="50" y="7"/>
                  <a:pt x="50" y="8"/>
                  <a:pt x="50" y="8"/>
                </a:cubicBezTo>
                <a:cubicBezTo>
                  <a:pt x="50" y="8"/>
                  <a:pt x="50" y="8"/>
                  <a:pt x="50" y="9"/>
                </a:cubicBezTo>
                <a:cubicBezTo>
                  <a:pt x="50" y="9"/>
                  <a:pt x="50" y="9"/>
                  <a:pt x="50" y="9"/>
                </a:cubicBezTo>
                <a:cubicBezTo>
                  <a:pt x="50" y="9"/>
                  <a:pt x="50" y="9"/>
                  <a:pt x="50" y="9"/>
                </a:cubicBezTo>
                <a:cubicBezTo>
                  <a:pt x="50" y="8"/>
                  <a:pt x="50" y="8"/>
                  <a:pt x="50" y="8"/>
                </a:cubicBezTo>
                <a:close/>
              </a:path>
              <a:path w="192" h="20">
                <a:moveTo>
                  <a:pt x="49" y="9"/>
                </a:moveTo>
                <a:cubicBezTo>
                  <a:pt x="49" y="9"/>
                  <a:pt x="49" y="9"/>
                  <a:pt x="49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9"/>
                  <a:pt x="48" y="9"/>
                  <a:pt x="48" y="9"/>
                </a:cubicBezTo>
                <a:cubicBezTo>
                  <a:pt x="48" y="9"/>
                  <a:pt x="48" y="9"/>
                  <a:pt x="48" y="9"/>
                </a:cubicBezTo>
                <a:cubicBezTo>
                  <a:pt x="49" y="9"/>
                  <a:pt x="49" y="9"/>
                  <a:pt x="49" y="9"/>
                </a:cubicBezTo>
                <a:close/>
              </a:path>
              <a:path w="192" h="20">
                <a:moveTo>
                  <a:pt x="51" y="13"/>
                </a:moveTo>
                <a:cubicBezTo>
                  <a:pt x="51" y="13"/>
                  <a:pt x="51" y="13"/>
                  <a:pt x="51" y="13"/>
                </a:cubicBezTo>
                <a:cubicBezTo>
                  <a:pt x="51" y="13"/>
                  <a:pt x="52" y="13"/>
                  <a:pt x="52" y="13"/>
                </a:cubicBezTo>
                <a:cubicBezTo>
                  <a:pt x="52" y="13"/>
                  <a:pt x="52" y="12"/>
                  <a:pt x="52" y="12"/>
                </a:cubicBezTo>
                <a:cubicBezTo>
                  <a:pt x="52" y="12"/>
                  <a:pt x="52" y="12"/>
                  <a:pt x="51" y="12"/>
                </a:cubicBezTo>
                <a:cubicBezTo>
                  <a:pt x="51" y="12"/>
                  <a:pt x="51" y="12"/>
                  <a:pt x="51" y="12"/>
                </a:cubicBezTo>
                <a:cubicBezTo>
                  <a:pt x="51" y="12"/>
                  <a:pt x="51" y="12"/>
                  <a:pt x="50" y="12"/>
                </a:cubicBezTo>
                <a:cubicBezTo>
                  <a:pt x="50" y="12"/>
                  <a:pt x="50" y="12"/>
                  <a:pt x="50" y="12"/>
                </a:cubicBezTo>
                <a:cubicBezTo>
                  <a:pt x="50" y="12"/>
                  <a:pt x="50" y="12"/>
                  <a:pt x="50" y="13"/>
                </a:cubicBezTo>
                <a:cubicBezTo>
                  <a:pt x="50" y="13"/>
                  <a:pt x="50" y="13"/>
                  <a:pt x="51" y="13"/>
                </a:cubicBezTo>
                <a:close/>
              </a:path>
              <a:path w="192" h="20">
                <a:moveTo>
                  <a:pt x="51" y="15"/>
                </a:moveTo>
                <a:cubicBezTo>
                  <a:pt x="52" y="15"/>
                  <a:pt x="52" y="15"/>
                  <a:pt x="52" y="15"/>
                </a:cubicBezTo>
                <a:cubicBezTo>
                  <a:pt x="53" y="15"/>
                  <a:pt x="53" y="15"/>
                  <a:pt x="53" y="14"/>
                </a:cubicBezTo>
                <a:cubicBezTo>
                  <a:pt x="53" y="14"/>
                  <a:pt x="53" y="14"/>
                  <a:pt x="53" y="13"/>
                </a:cubicBezTo>
                <a:cubicBezTo>
                  <a:pt x="52" y="13"/>
                  <a:pt x="52" y="13"/>
                  <a:pt x="52" y="13"/>
                </a:cubicBezTo>
                <a:cubicBezTo>
                  <a:pt x="52" y="13"/>
                  <a:pt x="52" y="13"/>
                  <a:pt x="52" y="13"/>
                </a:cubicBezTo>
                <a:cubicBezTo>
                  <a:pt x="52" y="13"/>
                  <a:pt x="51" y="14"/>
                  <a:pt x="51" y="14"/>
                </a:cubicBezTo>
                <a:cubicBezTo>
                  <a:pt x="51" y="14"/>
                  <a:pt x="51" y="14"/>
                  <a:pt x="51" y="14"/>
                </a:cubicBezTo>
                <a:lnTo>
                  <a:pt x="50" y="14"/>
                </a:lnTo>
                <a:cubicBezTo>
                  <a:pt x="50" y="14"/>
                  <a:pt x="50" y="14"/>
                  <a:pt x="49" y="12"/>
                </a:cubicBezTo>
                <a:cubicBezTo>
                  <a:pt x="49" y="12"/>
                  <a:pt x="49" y="12"/>
                  <a:pt x="49" y="12"/>
                </a:cubicBezTo>
                <a:cubicBezTo>
                  <a:pt x="49" y="12"/>
                  <a:pt x="49" y="12"/>
                  <a:pt x="49" y="12"/>
                </a:cubicBezTo>
                <a:cubicBezTo>
                  <a:pt x="49" y="12"/>
                  <a:pt x="49" y="12"/>
                  <a:pt x="49" y="13"/>
                </a:cubicBezTo>
                <a:cubicBezTo>
                  <a:pt x="49" y="13"/>
                  <a:pt x="49" y="13"/>
                  <a:pt x="49" y="13"/>
                </a:cubicBezTo>
                <a:cubicBezTo>
                  <a:pt x="49" y="14"/>
                  <a:pt x="49" y="14"/>
                  <a:pt x="49" y="15"/>
                </a:cubicBezTo>
                <a:cubicBezTo>
                  <a:pt x="50" y="15"/>
                  <a:pt x="50" y="15"/>
                  <a:pt x="51" y="15"/>
                </a:cubicBezTo>
                <a:close/>
              </a:path>
              <a:path w="192" h="20">
                <a:moveTo>
                  <a:pt x="68" y="8"/>
                </a:moveTo>
                <a:cubicBezTo>
                  <a:pt x="68" y="8"/>
                  <a:pt x="69" y="8"/>
                  <a:pt x="69" y="8"/>
                </a:cubicBezTo>
                <a:cubicBezTo>
                  <a:pt x="69" y="8"/>
                  <a:pt x="69" y="7"/>
                  <a:pt x="69" y="7"/>
                </a:cubicBezTo>
                <a:cubicBezTo>
                  <a:pt x="69" y="7"/>
                  <a:pt x="69" y="6"/>
                  <a:pt x="69" y="6"/>
                </a:cubicBezTo>
                <a:cubicBezTo>
                  <a:pt x="69" y="6"/>
                  <a:pt x="69" y="5"/>
                  <a:pt x="69" y="5"/>
                </a:cubicBezTo>
                <a:cubicBezTo>
                  <a:pt x="68" y="5"/>
                  <a:pt x="68" y="5"/>
                  <a:pt x="68" y="5"/>
                </a:cubicBezTo>
                <a:cubicBezTo>
                  <a:pt x="68" y="5"/>
                  <a:pt x="67" y="5"/>
                  <a:pt x="67" y="5"/>
                </a:cubicBezTo>
                <a:cubicBezTo>
                  <a:pt x="67" y="5"/>
                  <a:pt x="67" y="5"/>
                  <a:pt x="66" y="5"/>
                </a:cubicBezTo>
                <a:cubicBezTo>
                  <a:pt x="66" y="6"/>
                  <a:pt x="66" y="6"/>
                  <a:pt x="65" y="6"/>
                </a:cubicBezTo>
                <a:cubicBezTo>
                  <a:pt x="65" y="6"/>
                  <a:pt x="65" y="6"/>
                  <a:pt x="65" y="6"/>
                </a:cubicBezTo>
                <a:cubicBezTo>
                  <a:pt x="65" y="6"/>
                  <a:pt x="65" y="6"/>
                  <a:pt x="65" y="6"/>
                </a:cubicBezTo>
                <a:cubicBezTo>
                  <a:pt x="65" y="7"/>
                  <a:pt x="65" y="7"/>
                  <a:pt x="65" y="8"/>
                </a:cubicBezTo>
                <a:cubicBezTo>
                  <a:pt x="65" y="8"/>
                  <a:pt x="65" y="8"/>
                  <a:pt x="65" y="8"/>
                </a:cubicBezTo>
                <a:cubicBezTo>
                  <a:pt x="66" y="8"/>
                  <a:pt x="66" y="8"/>
                  <a:pt x="66" y="8"/>
                </a:cubicBezTo>
                <a:cubicBezTo>
                  <a:pt x="67" y="7"/>
                  <a:pt x="68" y="7"/>
                  <a:pt x="68" y="7"/>
                </a:cubicBezTo>
                <a:cubicBezTo>
                  <a:pt x="68" y="7"/>
                  <a:pt x="68" y="7"/>
                  <a:pt x="68" y="8"/>
                </a:cubicBezTo>
                <a:cubicBezTo>
                  <a:pt x="68" y="8"/>
                  <a:pt x="68" y="8"/>
                  <a:pt x="68" y="8"/>
                </a:cubicBezTo>
                <a:close/>
                <a:moveTo>
                  <a:pt x="68" y="6"/>
                </a:moveTo>
                <a:cubicBezTo>
                  <a:pt x="68" y="6"/>
                  <a:pt x="68" y="6"/>
                  <a:pt x="68" y="6"/>
                </a:cubicBezTo>
                <a:cubicBezTo>
                  <a:pt x="68" y="7"/>
                  <a:pt x="68" y="7"/>
                  <a:pt x="67" y="7"/>
                </a:cubicBezTo>
                <a:cubicBezTo>
                  <a:pt x="67" y="7"/>
                  <a:pt x="66" y="7"/>
                  <a:pt x="66" y="7"/>
                </a:cubicBezTo>
                <a:cubicBezTo>
                  <a:pt x="66" y="7"/>
                  <a:pt x="66" y="7"/>
                  <a:pt x="66" y="7"/>
                </a:cubicBezTo>
                <a:cubicBezTo>
                  <a:pt x="65" y="7"/>
                  <a:pt x="65" y="7"/>
                  <a:pt x="65" y="6"/>
                </a:cubicBezTo>
                <a:cubicBezTo>
                  <a:pt x="65" y="6"/>
                  <a:pt x="66" y="6"/>
                  <a:pt x="66" y="6"/>
                </a:cubicBezTo>
                <a:cubicBezTo>
                  <a:pt x="66" y="6"/>
                  <a:pt x="67" y="6"/>
                  <a:pt x="67" y="6"/>
                </a:cubicBezTo>
                <a:cubicBezTo>
                  <a:pt x="67" y="6"/>
                  <a:pt x="67" y="6"/>
                  <a:pt x="68" y="6"/>
                </a:cubicBezTo>
                <a:close/>
              </a:path>
              <a:path w="192" h="20">
                <a:moveTo>
                  <a:pt x="127" y="7"/>
                </a:moveTo>
                <a:cubicBezTo>
                  <a:pt x="127" y="7"/>
                  <a:pt x="127" y="7"/>
                  <a:pt x="127" y="7"/>
                </a:cubicBezTo>
                <a:cubicBezTo>
                  <a:pt x="127" y="7"/>
                  <a:pt x="127" y="7"/>
                  <a:pt x="127" y="6"/>
                </a:cubicBezTo>
                <a:cubicBezTo>
                  <a:pt x="127" y="6"/>
                  <a:pt x="127" y="5"/>
                  <a:pt x="127" y="5"/>
                </a:cubicBezTo>
                <a:cubicBezTo>
                  <a:pt x="127" y="4"/>
                  <a:pt x="127" y="4"/>
                  <a:pt x="127" y="3"/>
                </a:cubicBezTo>
                <a:cubicBezTo>
                  <a:pt x="127" y="3"/>
                  <a:pt x="127" y="3"/>
                  <a:pt x="127" y="3"/>
                </a:cubicBezTo>
                <a:cubicBezTo>
                  <a:pt x="127" y="3"/>
                  <a:pt x="127" y="3"/>
                  <a:pt x="127" y="3"/>
                </a:cubicBezTo>
                <a:cubicBezTo>
                  <a:pt x="127" y="3"/>
                  <a:pt x="126" y="3"/>
                  <a:pt x="126" y="3"/>
                </a:cubicBezTo>
                <a:cubicBezTo>
                  <a:pt x="125" y="3"/>
                  <a:pt x="125" y="3"/>
                  <a:pt x="125" y="4"/>
                </a:cubicBezTo>
                <a:cubicBezTo>
                  <a:pt x="125" y="4"/>
                  <a:pt x="125" y="4"/>
                  <a:pt x="125" y="4"/>
                </a:cubicBezTo>
                <a:cubicBezTo>
                  <a:pt x="125" y="4"/>
                  <a:pt x="125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5"/>
                  <a:pt x="126" y="5"/>
                  <a:pt x="126" y="5"/>
                </a:cubicBezTo>
                <a:cubicBezTo>
                  <a:pt x="125" y="5"/>
                  <a:pt x="125" y="5"/>
                  <a:pt x="125" y="5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6" y="6"/>
                </a:cubicBezTo>
                <a:cubicBezTo>
                  <a:pt x="126" y="6"/>
                  <a:pt x="126" y="6"/>
                  <a:pt x="126" y="6"/>
                </a:cubicBezTo>
                <a:cubicBezTo>
                  <a:pt x="126" y="6"/>
                  <a:pt x="126" y="6"/>
                  <a:pt x="126" y="6"/>
                </a:cubicBezTo>
                <a:cubicBezTo>
                  <a:pt x="126" y="6"/>
                  <a:pt x="126" y="6"/>
                  <a:pt x="127" y="7"/>
                </a:cubicBezTo>
                <a:cubicBezTo>
                  <a:pt x="127" y="7"/>
                  <a:pt x="127" y="7"/>
                  <a:pt x="127" y="7"/>
                </a:cubicBezTo>
                <a:close/>
              </a:path>
              <a:path w="192" h="20">
                <a:moveTo>
                  <a:pt x="125" y="13"/>
                </a:moveTo>
                <a:cubicBezTo>
                  <a:pt x="125" y="13"/>
                  <a:pt x="125" y="13"/>
                  <a:pt x="125" y="13"/>
                </a:cubicBezTo>
                <a:cubicBezTo>
                  <a:pt x="125" y="13"/>
                  <a:pt x="125" y="12"/>
                  <a:pt x="125" y="12"/>
                </a:cubicBezTo>
                <a:cubicBezTo>
                  <a:pt x="126" y="12"/>
                  <a:pt x="126" y="11"/>
                  <a:pt x="126" y="11"/>
                </a:cubicBezTo>
                <a:cubicBezTo>
                  <a:pt x="126" y="11"/>
                  <a:pt x="125" y="11"/>
                  <a:pt x="125" y="10"/>
                </a:cubicBezTo>
                <a:cubicBezTo>
                  <a:pt x="125" y="10"/>
                  <a:pt x="125" y="10"/>
                  <a:pt x="125" y="10"/>
                </a:cubicBezTo>
                <a:cubicBezTo>
                  <a:pt x="125" y="10"/>
                  <a:pt x="125" y="10"/>
                  <a:pt x="125" y="10"/>
                </a:cubicBezTo>
                <a:cubicBezTo>
                  <a:pt x="124" y="10"/>
                  <a:pt x="124" y="10"/>
                  <a:pt x="124" y="11"/>
                </a:cubicBezTo>
                <a:cubicBezTo>
                  <a:pt x="124" y="11"/>
                  <a:pt x="124" y="11"/>
                  <a:pt x="124" y="11"/>
                </a:cubicBezTo>
                <a:cubicBezTo>
                  <a:pt x="124" y="12"/>
                  <a:pt x="124" y="12"/>
                  <a:pt x="124" y="12"/>
                </a:cubicBezTo>
                <a:cubicBezTo>
                  <a:pt x="125" y="12"/>
                  <a:pt x="125" y="12"/>
                  <a:pt x="125" y="12"/>
                </a:cubicBezTo>
                <a:cubicBezTo>
                  <a:pt x="125" y="13"/>
                  <a:pt x="125" y="13"/>
                  <a:pt x="125" y="13"/>
                </a:cubicBezTo>
                <a:close/>
              </a:path>
              <a:path w="192" h="20">
                <a:moveTo>
                  <a:pt x="156" y="13"/>
                </a:moveTo>
                <a:cubicBezTo>
                  <a:pt x="156" y="13"/>
                  <a:pt x="156" y="12"/>
                  <a:pt x="156" y="12"/>
                </a:cubicBezTo>
                <a:cubicBezTo>
                  <a:pt x="156" y="12"/>
                  <a:pt x="156" y="12"/>
                  <a:pt x="156" y="12"/>
                </a:cubicBezTo>
                <a:cubicBezTo>
                  <a:pt x="156" y="12"/>
                  <a:pt x="156" y="12"/>
                  <a:pt x="156" y="12"/>
                </a:cubicBezTo>
                <a:cubicBezTo>
                  <a:pt x="156" y="12"/>
                  <a:pt x="156" y="12"/>
                  <a:pt x="155" y="12"/>
                </a:cubicBezTo>
                <a:cubicBezTo>
                  <a:pt x="155" y="12"/>
                  <a:pt x="155" y="12"/>
                  <a:pt x="155" y="12"/>
                </a:cubicBezTo>
                <a:cubicBezTo>
                  <a:pt x="155" y="12"/>
                  <a:pt x="155" y="12"/>
                  <a:pt x="155" y="13"/>
                </a:cubicBezTo>
                <a:cubicBezTo>
                  <a:pt x="155" y="13"/>
                  <a:pt x="155" y="13"/>
                  <a:pt x="155" y="13"/>
                </a:cubicBezTo>
                <a:cubicBezTo>
                  <a:pt x="155" y="14"/>
                  <a:pt x="155" y="14"/>
                  <a:pt x="155" y="14"/>
                </a:cubicBezTo>
                <a:cubicBezTo>
                  <a:pt x="155" y="14"/>
                  <a:pt x="155" y="14"/>
                  <a:pt x="155" y="14"/>
                </a:cubicBezTo>
                <a:cubicBezTo>
                  <a:pt x="155" y="14"/>
                  <a:pt x="155" y="14"/>
                  <a:pt x="156" y="14"/>
                </a:cubicBezTo>
                <a:cubicBezTo>
                  <a:pt x="156" y="14"/>
                  <a:pt x="156" y="14"/>
                  <a:pt x="156" y="14"/>
                </a:cubicBezTo>
                <a:cubicBezTo>
                  <a:pt x="156" y="14"/>
                  <a:pt x="156" y="14"/>
                  <a:pt x="156" y="14"/>
                </a:cubicBezTo>
                <a:cubicBezTo>
                  <a:pt x="156" y="13"/>
                  <a:pt x="156" y="13"/>
                  <a:pt x="156" y="13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2" name="Rectangle 13"/>
          <p:cNvSpPr>
            <a:spLocks noGrp="1"/>
          </p:cNvSpPr>
          <p:nvPr/>
        </p:nvSpPr>
        <p:spPr>
          <a:xfrm>
            <a:off x="9971521" y="260515"/>
            <a:ext cx="182870" cy="6350"/>
          </a:xfrm>
          <a:prstGeom prst="rect">
            <a:avLst/>
          </a:prstGeom>
          <a:solidFill>
            <a:srgbClr val="005A9F"/>
          </a:solidFill>
          <a:ln>
            <a:noFill/>
          </a:ln>
        </p:spPr>
      </p:sp>
      <p:sp>
        <p:nvSpPr>
          <p:cNvPr id="13" name="Freeform 14"/>
          <p:cNvSpPr>
            <a:spLocks noGrp="1"/>
          </p:cNvSpPr>
          <p:nvPr/>
        </p:nvSpPr>
        <p:spPr>
          <a:xfrm>
            <a:off x="9881355" y="177969"/>
            <a:ext cx="358121" cy="91435"/>
          </a:xfrm>
          <a:custGeom>
            <a:avLst/>
            <a:gdLst/>
            <a:ahLst/>
            <a:cxnLst/>
            <a:rect l="l" t="t" r="r" b="b"/>
            <a:pathLst>
              <a:path w="232" h="59">
                <a:moveTo>
                  <a:pt x="7" y="34"/>
                </a:moveTo>
                <a:lnTo>
                  <a:pt x="2" y="31"/>
                </a:lnTo>
                <a:lnTo>
                  <a:pt x="1" y="31"/>
                </a:lnTo>
                <a:lnTo>
                  <a:pt x="1" y="30"/>
                </a:lnTo>
                <a:lnTo>
                  <a:pt x="2" y="30"/>
                </a:lnTo>
                <a:lnTo>
                  <a:pt x="3" y="30"/>
                </a:lnTo>
                <a:lnTo>
                  <a:pt x="3" y="29"/>
                </a:lnTo>
                <a:lnTo>
                  <a:pt x="4" y="29"/>
                </a:lnTo>
                <a:lnTo>
                  <a:pt x="5" y="30"/>
                </a:lnTo>
                <a:lnTo>
                  <a:pt x="6" y="30"/>
                </a:lnTo>
                <a:lnTo>
                  <a:pt x="7" y="31"/>
                </a:lnTo>
                <a:lnTo>
                  <a:pt x="7" y="32"/>
                </a:lnTo>
                <a:lnTo>
                  <a:pt x="8" y="34"/>
                </a:lnTo>
                <a:lnTo>
                  <a:pt x="9" y="33"/>
                </a:lnTo>
                <a:lnTo>
                  <a:pt x="9" y="28"/>
                </a:lnTo>
                <a:lnTo>
                  <a:pt x="9" y="27"/>
                </a:lnTo>
                <a:lnTo>
                  <a:pt x="9" y="26"/>
                </a:lnTo>
                <a:lnTo>
                  <a:pt x="10" y="26"/>
                </a:lnTo>
                <a:lnTo>
                  <a:pt x="11" y="26"/>
                </a:lnTo>
                <a:lnTo>
                  <a:pt x="12" y="26"/>
                </a:lnTo>
                <a:lnTo>
                  <a:pt x="13" y="26"/>
                </a:lnTo>
                <a:lnTo>
                  <a:pt x="14" y="27"/>
                </a:lnTo>
                <a:lnTo>
                  <a:pt x="14" y="28"/>
                </a:lnTo>
                <a:lnTo>
                  <a:pt x="15" y="28"/>
                </a:lnTo>
                <a:lnTo>
                  <a:pt x="15" y="29"/>
                </a:lnTo>
                <a:lnTo>
                  <a:pt x="14" y="29"/>
                </a:lnTo>
                <a:lnTo>
                  <a:pt x="12" y="32"/>
                </a:lnTo>
                <a:lnTo>
                  <a:pt x="12" y="33"/>
                </a:lnTo>
                <a:lnTo>
                  <a:pt x="11" y="33"/>
                </a:lnTo>
                <a:lnTo>
                  <a:pt x="11" y="34"/>
                </a:lnTo>
                <a:lnTo>
                  <a:pt x="11" y="35"/>
                </a:lnTo>
                <a:lnTo>
                  <a:pt x="11" y="37"/>
                </a:lnTo>
                <a:lnTo>
                  <a:pt x="13" y="37"/>
                </a:lnTo>
                <a:lnTo>
                  <a:pt x="14" y="36"/>
                </a:lnTo>
                <a:lnTo>
                  <a:pt x="14" y="35"/>
                </a:lnTo>
                <a:lnTo>
                  <a:pt x="14" y="34"/>
                </a:lnTo>
                <a:lnTo>
                  <a:pt x="14" y="33"/>
                </a:lnTo>
                <a:lnTo>
                  <a:pt x="13" y="33"/>
                </a:lnTo>
                <a:lnTo>
                  <a:pt x="13" y="32"/>
                </a:lnTo>
                <a:lnTo>
                  <a:pt x="14" y="32"/>
                </a:lnTo>
                <a:lnTo>
                  <a:pt x="16" y="32"/>
                </a:lnTo>
                <a:lnTo>
                  <a:pt x="17" y="32"/>
                </a:lnTo>
                <a:lnTo>
                  <a:pt x="18" y="32"/>
                </a:lnTo>
                <a:lnTo>
                  <a:pt x="18" y="33"/>
                </a:lnTo>
                <a:lnTo>
                  <a:pt x="18" y="34"/>
                </a:lnTo>
                <a:lnTo>
                  <a:pt x="17" y="34"/>
                </a:lnTo>
                <a:lnTo>
                  <a:pt x="17" y="35"/>
                </a:lnTo>
                <a:lnTo>
                  <a:pt x="17" y="36"/>
                </a:lnTo>
                <a:lnTo>
                  <a:pt x="16" y="36"/>
                </a:lnTo>
                <a:lnTo>
                  <a:pt x="16" y="38"/>
                </a:lnTo>
                <a:lnTo>
                  <a:pt x="17" y="38"/>
                </a:lnTo>
                <a:lnTo>
                  <a:pt x="19" y="35"/>
                </a:lnTo>
                <a:lnTo>
                  <a:pt x="19" y="34"/>
                </a:lnTo>
                <a:lnTo>
                  <a:pt x="20" y="34"/>
                </a:lnTo>
                <a:lnTo>
                  <a:pt x="21" y="34"/>
                </a:lnTo>
                <a:lnTo>
                  <a:pt x="22" y="34"/>
                </a:lnTo>
                <a:lnTo>
                  <a:pt x="22" y="35"/>
                </a:lnTo>
                <a:lnTo>
                  <a:pt x="23" y="35"/>
                </a:lnTo>
                <a:lnTo>
                  <a:pt x="23" y="36"/>
                </a:lnTo>
                <a:lnTo>
                  <a:pt x="22" y="36"/>
                </a:lnTo>
                <a:lnTo>
                  <a:pt x="19" y="42"/>
                </a:lnTo>
                <a:lnTo>
                  <a:pt x="18" y="42"/>
                </a:lnTo>
                <a:lnTo>
                  <a:pt x="18" y="43"/>
                </a:lnTo>
                <a:lnTo>
                  <a:pt x="19" y="43"/>
                </a:lnTo>
                <a:lnTo>
                  <a:pt x="20" y="43"/>
                </a:lnTo>
                <a:lnTo>
                  <a:pt x="22" y="43"/>
                </a:lnTo>
                <a:lnTo>
                  <a:pt x="23" y="43"/>
                </a:lnTo>
                <a:lnTo>
                  <a:pt x="23" y="44"/>
                </a:lnTo>
                <a:lnTo>
                  <a:pt x="20" y="48"/>
                </a:lnTo>
                <a:lnTo>
                  <a:pt x="24" y="54"/>
                </a:lnTo>
                <a:lnTo>
                  <a:pt x="24" y="56"/>
                </a:lnTo>
                <a:lnTo>
                  <a:pt x="25" y="57"/>
                </a:lnTo>
                <a:lnTo>
                  <a:pt x="25" y="58"/>
                </a:lnTo>
                <a:lnTo>
                  <a:pt x="25" y="59"/>
                </a:lnTo>
                <a:lnTo>
                  <a:pt x="24" y="59"/>
                </a:lnTo>
                <a:lnTo>
                  <a:pt x="23" y="59"/>
                </a:lnTo>
                <a:lnTo>
                  <a:pt x="22" y="59"/>
                </a:lnTo>
                <a:lnTo>
                  <a:pt x="22" y="58"/>
                </a:lnTo>
                <a:lnTo>
                  <a:pt x="17" y="51"/>
                </a:lnTo>
                <a:lnTo>
                  <a:pt x="13" y="57"/>
                </a:lnTo>
                <a:lnTo>
                  <a:pt x="12" y="58"/>
                </a:lnTo>
                <a:lnTo>
                  <a:pt x="11" y="58"/>
                </a:lnTo>
                <a:lnTo>
                  <a:pt x="10" y="58"/>
                </a:lnTo>
                <a:lnTo>
                  <a:pt x="10" y="57"/>
                </a:lnTo>
                <a:lnTo>
                  <a:pt x="12" y="52"/>
                </a:lnTo>
                <a:lnTo>
                  <a:pt x="14" y="47"/>
                </a:lnTo>
                <a:lnTo>
                  <a:pt x="14" y="46"/>
                </a:lnTo>
                <a:lnTo>
                  <a:pt x="13" y="46"/>
                </a:lnTo>
                <a:lnTo>
                  <a:pt x="8" y="53"/>
                </a:lnTo>
                <a:lnTo>
                  <a:pt x="7" y="54"/>
                </a:lnTo>
                <a:lnTo>
                  <a:pt x="7" y="55"/>
                </a:lnTo>
                <a:lnTo>
                  <a:pt x="6" y="55"/>
                </a:lnTo>
                <a:lnTo>
                  <a:pt x="5" y="56"/>
                </a:lnTo>
                <a:lnTo>
                  <a:pt x="3" y="56"/>
                </a:lnTo>
                <a:lnTo>
                  <a:pt x="2" y="55"/>
                </a:lnTo>
                <a:lnTo>
                  <a:pt x="12" y="44"/>
                </a:lnTo>
                <a:lnTo>
                  <a:pt x="11" y="42"/>
                </a:lnTo>
                <a:lnTo>
                  <a:pt x="11" y="43"/>
                </a:lnTo>
                <a:lnTo>
                  <a:pt x="10" y="43"/>
                </a:lnTo>
                <a:lnTo>
                  <a:pt x="10" y="44"/>
                </a:lnTo>
                <a:lnTo>
                  <a:pt x="10" y="45"/>
                </a:lnTo>
                <a:lnTo>
                  <a:pt x="10" y="46"/>
                </a:lnTo>
                <a:lnTo>
                  <a:pt x="9" y="47"/>
                </a:lnTo>
                <a:lnTo>
                  <a:pt x="5" y="46"/>
                </a:lnTo>
                <a:lnTo>
                  <a:pt x="5" y="45"/>
                </a:lnTo>
                <a:lnTo>
                  <a:pt x="5" y="44"/>
                </a:lnTo>
                <a:lnTo>
                  <a:pt x="3" y="43"/>
                </a:lnTo>
                <a:lnTo>
                  <a:pt x="3" y="42"/>
                </a:lnTo>
                <a:lnTo>
                  <a:pt x="4" y="42"/>
                </a:lnTo>
                <a:lnTo>
                  <a:pt x="7" y="42"/>
                </a:lnTo>
                <a:lnTo>
                  <a:pt x="8" y="42"/>
                </a:lnTo>
                <a:lnTo>
                  <a:pt x="8" y="41"/>
                </a:lnTo>
                <a:lnTo>
                  <a:pt x="9" y="41"/>
                </a:lnTo>
                <a:lnTo>
                  <a:pt x="10" y="41"/>
                </a:lnTo>
                <a:lnTo>
                  <a:pt x="10" y="40"/>
                </a:lnTo>
                <a:lnTo>
                  <a:pt x="8" y="39"/>
                </a:lnTo>
                <a:lnTo>
                  <a:pt x="8" y="38"/>
                </a:lnTo>
                <a:lnTo>
                  <a:pt x="8" y="37"/>
                </a:lnTo>
                <a:lnTo>
                  <a:pt x="9" y="37"/>
                </a:lnTo>
                <a:lnTo>
                  <a:pt x="10" y="37"/>
                </a:lnTo>
                <a:lnTo>
                  <a:pt x="10" y="36"/>
                </a:lnTo>
                <a:lnTo>
                  <a:pt x="10" y="35"/>
                </a:lnTo>
                <a:lnTo>
                  <a:pt x="9" y="35"/>
                </a:lnTo>
                <a:lnTo>
                  <a:pt x="5" y="39"/>
                </a:lnTo>
                <a:lnTo>
                  <a:pt x="4" y="40"/>
                </a:lnTo>
                <a:lnTo>
                  <a:pt x="3" y="40"/>
                </a:lnTo>
                <a:lnTo>
                  <a:pt x="2" y="40"/>
                </a:lnTo>
                <a:lnTo>
                  <a:pt x="1" y="40"/>
                </a:lnTo>
                <a:lnTo>
                  <a:pt x="0" y="40"/>
                </a:lnTo>
                <a:lnTo>
                  <a:pt x="0" y="39"/>
                </a:lnTo>
                <a:lnTo>
                  <a:pt x="1" y="38"/>
                </a:lnTo>
                <a:lnTo>
                  <a:pt x="7" y="34"/>
                </a:lnTo>
                <a:close/>
                <a:moveTo>
                  <a:pt x="17" y="45"/>
                </a:moveTo>
                <a:lnTo>
                  <a:pt x="17" y="45"/>
                </a:lnTo>
                <a:lnTo>
                  <a:pt x="18" y="45"/>
                </a:lnTo>
                <a:lnTo>
                  <a:pt x="18" y="46"/>
                </a:lnTo>
                <a:lnTo>
                  <a:pt x="19" y="46"/>
                </a:lnTo>
                <a:lnTo>
                  <a:pt x="19" y="45"/>
                </a:lnTo>
                <a:lnTo>
                  <a:pt x="18" y="44"/>
                </a:lnTo>
                <a:lnTo>
                  <a:pt x="17" y="44"/>
                </a:lnTo>
                <a:lnTo>
                  <a:pt x="17" y="45"/>
                </a:lnTo>
                <a:close/>
                <a:moveTo>
                  <a:pt x="16" y="42"/>
                </a:moveTo>
                <a:lnTo>
                  <a:pt x="18" y="39"/>
                </a:lnTo>
                <a:lnTo>
                  <a:pt x="19" y="39"/>
                </a:lnTo>
                <a:lnTo>
                  <a:pt x="17" y="42"/>
                </a:lnTo>
                <a:lnTo>
                  <a:pt x="17" y="43"/>
                </a:lnTo>
                <a:lnTo>
                  <a:pt x="16" y="43"/>
                </a:lnTo>
                <a:lnTo>
                  <a:pt x="16" y="42"/>
                </a:lnTo>
                <a:close/>
                <a:moveTo>
                  <a:pt x="13" y="38"/>
                </a:moveTo>
                <a:lnTo>
                  <a:pt x="15" y="41"/>
                </a:lnTo>
                <a:lnTo>
                  <a:pt x="15" y="40"/>
                </a:lnTo>
                <a:lnTo>
                  <a:pt x="16" y="40"/>
                </a:lnTo>
                <a:lnTo>
                  <a:pt x="16" y="39"/>
                </a:lnTo>
                <a:lnTo>
                  <a:pt x="15" y="39"/>
                </a:lnTo>
                <a:lnTo>
                  <a:pt x="15" y="38"/>
                </a:lnTo>
                <a:lnTo>
                  <a:pt x="15" y="37"/>
                </a:lnTo>
                <a:lnTo>
                  <a:pt x="14" y="37"/>
                </a:lnTo>
                <a:lnTo>
                  <a:pt x="13" y="38"/>
                </a:lnTo>
                <a:close/>
                <a:moveTo>
                  <a:pt x="11" y="29"/>
                </a:moveTo>
                <a:lnTo>
                  <a:pt x="11" y="29"/>
                </a:lnTo>
                <a:lnTo>
                  <a:pt x="11" y="28"/>
                </a:lnTo>
                <a:lnTo>
                  <a:pt x="12" y="28"/>
                </a:lnTo>
                <a:lnTo>
                  <a:pt x="12" y="29"/>
                </a:lnTo>
                <a:lnTo>
                  <a:pt x="12" y="30"/>
                </a:lnTo>
                <a:lnTo>
                  <a:pt x="12" y="31"/>
                </a:lnTo>
                <a:lnTo>
                  <a:pt x="11" y="31"/>
                </a:lnTo>
                <a:lnTo>
                  <a:pt x="11" y="30"/>
                </a:lnTo>
                <a:lnTo>
                  <a:pt x="11" y="29"/>
                </a:lnTo>
                <a:close/>
                <a:moveTo>
                  <a:pt x="15" y="48"/>
                </a:moveTo>
                <a:lnTo>
                  <a:pt x="16" y="49"/>
                </a:lnTo>
                <a:lnTo>
                  <a:pt x="13" y="53"/>
                </a:lnTo>
                <a:lnTo>
                  <a:pt x="12" y="53"/>
                </a:lnTo>
                <a:lnTo>
                  <a:pt x="15" y="48"/>
                </a:lnTo>
                <a:close/>
              </a:path>
              <a:path w="232" h="59">
                <a:moveTo>
                  <a:pt x="204" y="57"/>
                </a:moveTo>
                <a:cubicBezTo>
                  <a:pt x="202" y="54"/>
                  <a:pt x="202" y="53"/>
                  <a:pt x="201" y="52"/>
                </a:cubicBezTo>
                <a:cubicBezTo>
                  <a:pt x="201" y="52"/>
                  <a:pt x="201" y="52"/>
                  <a:pt x="201" y="52"/>
                </a:cubicBezTo>
                <a:cubicBezTo>
                  <a:pt x="203" y="53"/>
                  <a:pt x="204" y="54"/>
                  <a:pt x="206" y="52"/>
                </a:cubicBezTo>
                <a:cubicBezTo>
                  <a:pt x="208" y="50"/>
                  <a:pt x="209" y="48"/>
                  <a:pt x="210" y="46"/>
                </a:cubicBezTo>
                <a:cubicBezTo>
                  <a:pt x="210" y="45"/>
                  <a:pt x="210" y="45"/>
                  <a:pt x="210" y="45"/>
                </a:cubicBezTo>
                <a:cubicBezTo>
                  <a:pt x="207" y="45"/>
                  <a:pt x="204" y="46"/>
                  <a:pt x="200" y="46"/>
                </a:cubicBezTo>
                <a:cubicBezTo>
                  <a:pt x="199" y="45"/>
                  <a:pt x="198" y="43"/>
                  <a:pt x="198" y="42"/>
                </a:cubicBezTo>
                <a:cubicBezTo>
                  <a:pt x="198" y="42"/>
                  <a:pt x="198" y="42"/>
                  <a:pt x="198" y="42"/>
                </a:cubicBezTo>
                <a:cubicBezTo>
                  <a:pt x="203" y="42"/>
                  <a:pt x="208" y="44"/>
                  <a:pt x="213" y="43"/>
                </a:cubicBezTo>
                <a:cubicBezTo>
                  <a:pt x="214" y="43"/>
                  <a:pt x="217" y="41"/>
                  <a:pt x="216" y="41"/>
                </a:cubicBezTo>
                <a:cubicBezTo>
                  <a:pt x="215" y="39"/>
                  <a:pt x="210" y="41"/>
                  <a:pt x="209" y="38"/>
                </a:cubicBezTo>
                <a:cubicBezTo>
                  <a:pt x="209" y="38"/>
                  <a:pt x="209" y="38"/>
                  <a:pt x="209" y="38"/>
                </a:cubicBezTo>
                <a:cubicBezTo>
                  <a:pt x="213" y="38"/>
                  <a:pt x="216" y="39"/>
                  <a:pt x="219" y="39"/>
                </a:cubicBezTo>
                <a:cubicBezTo>
                  <a:pt x="221" y="38"/>
                  <a:pt x="223" y="37"/>
                  <a:pt x="224" y="37"/>
                </a:cubicBezTo>
                <a:cubicBezTo>
                  <a:pt x="225" y="36"/>
                  <a:pt x="225" y="36"/>
                  <a:pt x="226" y="35"/>
                </a:cubicBezTo>
                <a:cubicBezTo>
                  <a:pt x="225" y="34"/>
                  <a:pt x="222" y="33"/>
                  <a:pt x="222" y="34"/>
                </a:cubicBezTo>
                <a:cubicBezTo>
                  <a:pt x="221" y="36"/>
                  <a:pt x="221" y="38"/>
                  <a:pt x="218" y="38"/>
                </a:cubicBezTo>
                <a:cubicBezTo>
                  <a:pt x="216" y="38"/>
                  <a:pt x="216" y="37"/>
                  <a:pt x="215" y="36"/>
                </a:cubicBezTo>
                <a:cubicBezTo>
                  <a:pt x="215" y="33"/>
                  <a:pt x="217" y="33"/>
                  <a:pt x="218" y="32"/>
                </a:cubicBezTo>
                <a:cubicBezTo>
                  <a:pt x="217" y="31"/>
                  <a:pt x="216" y="32"/>
                  <a:pt x="215" y="32"/>
                </a:cubicBezTo>
                <a:cubicBezTo>
                  <a:pt x="215" y="33"/>
                  <a:pt x="215" y="33"/>
                  <a:pt x="214" y="34"/>
                </a:cubicBezTo>
                <a:cubicBezTo>
                  <a:pt x="214" y="35"/>
                  <a:pt x="214" y="36"/>
                  <a:pt x="213" y="36"/>
                </a:cubicBezTo>
                <a:cubicBezTo>
                  <a:pt x="212" y="36"/>
                  <a:pt x="212" y="34"/>
                  <a:pt x="212" y="34"/>
                </a:cubicBezTo>
                <a:cubicBezTo>
                  <a:pt x="211" y="34"/>
                  <a:pt x="211" y="35"/>
                  <a:pt x="210" y="36"/>
                </a:cubicBezTo>
                <a:cubicBezTo>
                  <a:pt x="209" y="36"/>
                  <a:pt x="209" y="36"/>
                  <a:pt x="209" y="35"/>
                </a:cubicBezTo>
                <a:cubicBezTo>
                  <a:pt x="210" y="33"/>
                  <a:pt x="210" y="29"/>
                  <a:pt x="211" y="27"/>
                </a:cubicBezTo>
                <a:cubicBezTo>
                  <a:pt x="212" y="27"/>
                  <a:pt x="211" y="29"/>
                  <a:pt x="212" y="30"/>
                </a:cubicBezTo>
                <a:cubicBezTo>
                  <a:pt x="212" y="30"/>
                  <a:pt x="213" y="30"/>
                  <a:pt x="213" y="30"/>
                </a:cubicBezTo>
                <a:cubicBezTo>
                  <a:pt x="213" y="28"/>
                  <a:pt x="213" y="26"/>
                  <a:pt x="213" y="24"/>
                </a:cubicBezTo>
                <a:cubicBezTo>
                  <a:pt x="213" y="24"/>
                  <a:pt x="213" y="24"/>
                  <a:pt x="213" y="24"/>
                </a:cubicBezTo>
                <a:cubicBezTo>
                  <a:pt x="214" y="23"/>
                  <a:pt x="215" y="26"/>
                  <a:pt x="215" y="27"/>
                </a:cubicBezTo>
                <a:cubicBezTo>
                  <a:pt x="215" y="28"/>
                  <a:pt x="215" y="29"/>
                  <a:pt x="215" y="30"/>
                </a:cubicBezTo>
                <a:cubicBezTo>
                  <a:pt x="216" y="31"/>
                  <a:pt x="217" y="31"/>
                  <a:pt x="218" y="30"/>
                </a:cubicBezTo>
                <a:cubicBezTo>
                  <a:pt x="218" y="29"/>
                  <a:pt x="217" y="28"/>
                  <a:pt x="218" y="27"/>
                </a:cubicBezTo>
                <a:cubicBezTo>
                  <a:pt x="219" y="27"/>
                  <a:pt x="219" y="29"/>
                  <a:pt x="221" y="29"/>
                </a:cubicBezTo>
                <a:cubicBezTo>
                  <a:pt x="221" y="28"/>
                  <a:pt x="222" y="28"/>
                  <a:pt x="223" y="27"/>
                </a:cubicBezTo>
                <a:cubicBezTo>
                  <a:pt x="224" y="28"/>
                  <a:pt x="225" y="30"/>
                  <a:pt x="224" y="31"/>
                </a:cubicBezTo>
                <a:cubicBezTo>
                  <a:pt x="224" y="31"/>
                  <a:pt x="223" y="31"/>
                  <a:pt x="223" y="32"/>
                </a:cubicBezTo>
                <a:cubicBezTo>
                  <a:pt x="224" y="32"/>
                  <a:pt x="228" y="33"/>
                  <a:pt x="229" y="33"/>
                </a:cubicBezTo>
                <a:cubicBezTo>
                  <a:pt x="230" y="33"/>
                  <a:pt x="232" y="37"/>
                  <a:pt x="230" y="39"/>
                </a:cubicBezTo>
                <a:cubicBezTo>
                  <a:pt x="229" y="39"/>
                  <a:pt x="226" y="39"/>
                  <a:pt x="225" y="39"/>
                </a:cubicBezTo>
                <a:cubicBezTo>
                  <a:pt x="223" y="39"/>
                  <a:pt x="223" y="39"/>
                  <a:pt x="222" y="39"/>
                </a:cubicBezTo>
                <a:cubicBezTo>
                  <a:pt x="221" y="40"/>
                  <a:pt x="221" y="40"/>
                  <a:pt x="222" y="42"/>
                </a:cubicBezTo>
                <a:cubicBezTo>
                  <a:pt x="221" y="44"/>
                  <a:pt x="218" y="42"/>
                  <a:pt x="217" y="44"/>
                </a:cubicBezTo>
                <a:cubicBezTo>
                  <a:pt x="218" y="45"/>
                  <a:pt x="220" y="46"/>
                  <a:pt x="219" y="48"/>
                </a:cubicBezTo>
                <a:cubicBezTo>
                  <a:pt x="218" y="49"/>
                  <a:pt x="215" y="49"/>
                  <a:pt x="214" y="48"/>
                </a:cubicBezTo>
                <a:cubicBezTo>
                  <a:pt x="215" y="46"/>
                  <a:pt x="215" y="46"/>
                  <a:pt x="215" y="46"/>
                </a:cubicBezTo>
                <a:cubicBezTo>
                  <a:pt x="215" y="46"/>
                  <a:pt x="215" y="46"/>
                  <a:pt x="214" y="46"/>
                </a:cubicBezTo>
                <a:cubicBezTo>
                  <a:pt x="212" y="46"/>
                  <a:pt x="210" y="51"/>
                  <a:pt x="209" y="53"/>
                </a:cubicBezTo>
                <a:cubicBezTo>
                  <a:pt x="208" y="54"/>
                  <a:pt x="207" y="58"/>
                  <a:pt x="204" y="57"/>
                </a:cubicBezTo>
                <a:close/>
                <a:moveTo>
                  <a:pt x="218" y="36"/>
                </a:moveTo>
                <a:cubicBezTo>
                  <a:pt x="218" y="35"/>
                  <a:pt x="218" y="35"/>
                  <a:pt x="218" y="35"/>
                </a:cubicBezTo>
                <a:cubicBezTo>
                  <a:pt x="218" y="35"/>
                  <a:pt x="219" y="34"/>
                  <a:pt x="219" y="34"/>
                </a:cubicBezTo>
                <a:cubicBezTo>
                  <a:pt x="219" y="35"/>
                  <a:pt x="219" y="35"/>
                  <a:pt x="218" y="36"/>
                </a:cubicBezTo>
                <a:cubicBezTo>
                  <a:pt x="218" y="36"/>
                  <a:pt x="218" y="36"/>
                  <a:pt x="218" y="36"/>
                </a:cubicBezTo>
                <a:close/>
              </a:path>
              <a:path w="232" h="59">
                <a:moveTo>
                  <a:pt x="177" y="37"/>
                </a:moveTo>
                <a:cubicBezTo>
                  <a:pt x="176" y="36"/>
                  <a:pt x="176" y="36"/>
                  <a:pt x="176" y="35"/>
                </a:cubicBezTo>
                <a:cubicBezTo>
                  <a:pt x="177" y="33"/>
                  <a:pt x="177" y="28"/>
                  <a:pt x="178" y="27"/>
                </a:cubicBezTo>
                <a:cubicBezTo>
                  <a:pt x="179" y="27"/>
                  <a:pt x="179" y="27"/>
                  <a:pt x="179" y="27"/>
                </a:cubicBezTo>
                <a:cubicBezTo>
                  <a:pt x="179" y="27"/>
                  <a:pt x="179" y="27"/>
                  <a:pt x="179" y="28"/>
                </a:cubicBezTo>
                <a:cubicBezTo>
                  <a:pt x="179" y="32"/>
                  <a:pt x="180" y="35"/>
                  <a:pt x="183" y="38"/>
                </a:cubicBezTo>
                <a:cubicBezTo>
                  <a:pt x="183" y="38"/>
                  <a:pt x="183" y="38"/>
                  <a:pt x="183" y="38"/>
                </a:cubicBezTo>
                <a:cubicBezTo>
                  <a:pt x="183" y="39"/>
                  <a:pt x="178" y="37"/>
                  <a:pt x="177" y="37"/>
                </a:cubicBezTo>
                <a:close/>
              </a:path>
              <a:path w="232" h="59">
                <a:moveTo>
                  <a:pt x="163" y="29"/>
                </a:moveTo>
                <a:cubicBezTo>
                  <a:pt x="163" y="28"/>
                  <a:pt x="163" y="28"/>
                  <a:pt x="162" y="28"/>
                </a:cubicBezTo>
                <a:cubicBezTo>
                  <a:pt x="162" y="27"/>
                  <a:pt x="162" y="27"/>
                  <a:pt x="162" y="27"/>
                </a:cubicBezTo>
                <a:cubicBezTo>
                  <a:pt x="164" y="28"/>
                  <a:pt x="165" y="28"/>
                  <a:pt x="166" y="28"/>
                </a:cubicBezTo>
                <a:cubicBezTo>
                  <a:pt x="169" y="28"/>
                  <a:pt x="171" y="27"/>
                  <a:pt x="173" y="26"/>
                </a:cubicBezTo>
                <a:cubicBezTo>
                  <a:pt x="172" y="25"/>
                  <a:pt x="170" y="25"/>
                  <a:pt x="169" y="26"/>
                </a:cubicBezTo>
                <a:cubicBezTo>
                  <a:pt x="167" y="25"/>
                  <a:pt x="166" y="21"/>
                  <a:pt x="166" y="21"/>
                </a:cubicBezTo>
                <a:cubicBezTo>
                  <a:pt x="168" y="21"/>
                  <a:pt x="172" y="23"/>
                  <a:pt x="173" y="22"/>
                </a:cubicBezTo>
                <a:cubicBezTo>
                  <a:pt x="178" y="23"/>
                  <a:pt x="178" y="21"/>
                  <a:pt x="181" y="17"/>
                </a:cubicBezTo>
                <a:cubicBezTo>
                  <a:pt x="182" y="16"/>
                  <a:pt x="184" y="12"/>
                  <a:pt x="185" y="12"/>
                </a:cubicBezTo>
                <a:cubicBezTo>
                  <a:pt x="186" y="13"/>
                  <a:pt x="186" y="15"/>
                  <a:pt x="186" y="17"/>
                </a:cubicBezTo>
                <a:cubicBezTo>
                  <a:pt x="185" y="19"/>
                  <a:pt x="183" y="20"/>
                  <a:pt x="182" y="23"/>
                </a:cubicBezTo>
                <a:cubicBezTo>
                  <a:pt x="184" y="24"/>
                  <a:pt x="185" y="22"/>
                  <a:pt x="187" y="24"/>
                </a:cubicBezTo>
                <a:cubicBezTo>
                  <a:pt x="187" y="25"/>
                  <a:pt x="187" y="25"/>
                  <a:pt x="187" y="25"/>
                </a:cubicBezTo>
                <a:cubicBezTo>
                  <a:pt x="186" y="26"/>
                  <a:pt x="184" y="25"/>
                  <a:pt x="183" y="25"/>
                </a:cubicBezTo>
                <a:cubicBezTo>
                  <a:pt x="180" y="25"/>
                  <a:pt x="180" y="25"/>
                  <a:pt x="179" y="25"/>
                </a:cubicBezTo>
                <a:cubicBezTo>
                  <a:pt x="175" y="28"/>
                  <a:pt x="169" y="33"/>
                  <a:pt x="163" y="29"/>
                </a:cubicBezTo>
                <a:close/>
              </a:path>
              <a:path w="232" h="59">
                <a:moveTo>
                  <a:pt x="134" y="18"/>
                </a:moveTo>
                <a:cubicBezTo>
                  <a:pt x="133" y="16"/>
                  <a:pt x="134" y="15"/>
                  <a:pt x="134" y="14"/>
                </a:cubicBezTo>
                <a:cubicBezTo>
                  <a:pt x="134" y="14"/>
                  <a:pt x="134" y="14"/>
                  <a:pt x="134" y="14"/>
                </a:cubicBezTo>
                <a:cubicBezTo>
                  <a:pt x="133" y="15"/>
                  <a:pt x="132" y="15"/>
                  <a:pt x="132" y="15"/>
                </a:cubicBezTo>
                <a:cubicBezTo>
                  <a:pt x="131" y="16"/>
                  <a:pt x="130" y="17"/>
                  <a:pt x="129" y="19"/>
                </a:cubicBezTo>
                <a:cubicBezTo>
                  <a:pt x="129" y="20"/>
                  <a:pt x="129" y="30"/>
                  <a:pt x="126" y="30"/>
                </a:cubicBezTo>
                <a:cubicBezTo>
                  <a:pt x="124" y="28"/>
                  <a:pt x="125" y="27"/>
                  <a:pt x="125" y="25"/>
                </a:cubicBezTo>
                <a:cubicBezTo>
                  <a:pt x="125" y="24"/>
                  <a:pt x="125" y="24"/>
                  <a:pt x="126" y="23"/>
                </a:cubicBezTo>
                <a:cubicBezTo>
                  <a:pt x="125" y="23"/>
                  <a:pt x="123" y="25"/>
                  <a:pt x="123" y="25"/>
                </a:cubicBezTo>
                <a:cubicBezTo>
                  <a:pt x="121" y="26"/>
                  <a:pt x="120" y="25"/>
                  <a:pt x="120" y="23"/>
                </a:cubicBezTo>
                <a:cubicBezTo>
                  <a:pt x="122" y="23"/>
                  <a:pt x="124" y="21"/>
                  <a:pt x="126" y="19"/>
                </a:cubicBezTo>
                <a:cubicBezTo>
                  <a:pt x="126" y="17"/>
                  <a:pt x="126" y="17"/>
                  <a:pt x="126" y="14"/>
                </a:cubicBezTo>
                <a:cubicBezTo>
                  <a:pt x="126" y="14"/>
                  <a:pt x="126" y="14"/>
                  <a:pt x="126" y="14"/>
                </a:cubicBezTo>
                <a:cubicBezTo>
                  <a:pt x="125" y="15"/>
                  <a:pt x="125" y="15"/>
                  <a:pt x="124" y="16"/>
                </a:cubicBezTo>
                <a:cubicBezTo>
                  <a:pt x="122" y="18"/>
                  <a:pt x="119" y="16"/>
                  <a:pt x="120" y="14"/>
                </a:cubicBezTo>
                <a:cubicBezTo>
                  <a:pt x="122" y="14"/>
                  <a:pt x="124" y="12"/>
                  <a:pt x="126" y="11"/>
                </a:cubicBezTo>
                <a:cubicBezTo>
                  <a:pt x="127" y="9"/>
                  <a:pt x="127" y="6"/>
                  <a:pt x="127" y="4"/>
                </a:cubicBezTo>
                <a:cubicBezTo>
                  <a:pt x="126" y="3"/>
                  <a:pt x="128" y="2"/>
                  <a:pt x="129" y="1"/>
                </a:cubicBezTo>
                <a:cubicBezTo>
                  <a:pt x="132" y="2"/>
                  <a:pt x="130" y="5"/>
                  <a:pt x="130" y="7"/>
                </a:cubicBezTo>
                <a:cubicBezTo>
                  <a:pt x="130" y="8"/>
                  <a:pt x="130" y="8"/>
                  <a:pt x="130" y="9"/>
                </a:cubicBezTo>
                <a:cubicBezTo>
                  <a:pt x="130" y="9"/>
                  <a:pt x="131" y="8"/>
                  <a:pt x="132" y="8"/>
                </a:cubicBezTo>
                <a:cubicBezTo>
                  <a:pt x="132" y="8"/>
                  <a:pt x="132" y="8"/>
                  <a:pt x="132" y="9"/>
                </a:cubicBezTo>
                <a:cubicBezTo>
                  <a:pt x="129" y="12"/>
                  <a:pt x="129" y="11"/>
                  <a:pt x="129" y="15"/>
                </a:cubicBezTo>
                <a:cubicBezTo>
                  <a:pt x="130" y="15"/>
                  <a:pt x="131" y="14"/>
                  <a:pt x="131" y="13"/>
                </a:cubicBezTo>
                <a:cubicBezTo>
                  <a:pt x="130" y="12"/>
                  <a:pt x="130" y="12"/>
                  <a:pt x="130" y="12"/>
                </a:cubicBezTo>
                <a:cubicBezTo>
                  <a:pt x="132" y="12"/>
                  <a:pt x="134" y="11"/>
                  <a:pt x="136" y="10"/>
                </a:cubicBezTo>
                <a:cubicBezTo>
                  <a:pt x="136" y="8"/>
                  <a:pt x="137" y="7"/>
                  <a:pt x="138" y="4"/>
                </a:cubicBezTo>
                <a:cubicBezTo>
                  <a:pt x="140" y="2"/>
                  <a:pt x="143" y="5"/>
                  <a:pt x="142" y="8"/>
                </a:cubicBezTo>
                <a:cubicBezTo>
                  <a:pt x="142" y="9"/>
                  <a:pt x="138" y="11"/>
                  <a:pt x="137" y="12"/>
                </a:cubicBezTo>
                <a:cubicBezTo>
                  <a:pt x="137" y="12"/>
                  <a:pt x="136" y="15"/>
                  <a:pt x="136" y="15"/>
                </a:cubicBezTo>
                <a:cubicBezTo>
                  <a:pt x="138" y="16"/>
                  <a:pt x="139" y="11"/>
                  <a:pt x="142" y="13"/>
                </a:cubicBezTo>
                <a:cubicBezTo>
                  <a:pt x="143" y="14"/>
                  <a:pt x="143" y="14"/>
                  <a:pt x="143" y="15"/>
                </a:cubicBezTo>
                <a:cubicBezTo>
                  <a:pt x="142" y="17"/>
                  <a:pt x="140" y="20"/>
                  <a:pt x="139" y="23"/>
                </a:cubicBezTo>
                <a:cubicBezTo>
                  <a:pt x="141" y="25"/>
                  <a:pt x="143" y="26"/>
                  <a:pt x="146" y="27"/>
                </a:cubicBezTo>
                <a:cubicBezTo>
                  <a:pt x="146" y="27"/>
                  <a:pt x="142" y="29"/>
                  <a:pt x="141" y="29"/>
                </a:cubicBezTo>
                <a:cubicBezTo>
                  <a:pt x="138" y="30"/>
                  <a:pt x="138" y="27"/>
                  <a:pt x="137" y="25"/>
                </a:cubicBezTo>
                <a:cubicBezTo>
                  <a:pt x="135" y="27"/>
                  <a:pt x="132" y="28"/>
                  <a:pt x="129" y="27"/>
                </a:cubicBezTo>
                <a:cubicBezTo>
                  <a:pt x="129" y="27"/>
                  <a:pt x="129" y="27"/>
                  <a:pt x="129" y="27"/>
                </a:cubicBezTo>
                <a:cubicBezTo>
                  <a:pt x="131" y="26"/>
                  <a:pt x="133" y="26"/>
                  <a:pt x="134" y="24"/>
                </a:cubicBezTo>
                <a:cubicBezTo>
                  <a:pt x="137" y="22"/>
                  <a:pt x="132" y="20"/>
                  <a:pt x="133" y="18"/>
                </a:cubicBezTo>
                <a:cubicBezTo>
                  <a:pt x="133" y="18"/>
                  <a:pt x="133" y="18"/>
                  <a:pt x="134" y="18"/>
                </a:cubicBezTo>
                <a:cubicBezTo>
                  <a:pt x="134" y="19"/>
                  <a:pt x="136" y="20"/>
                  <a:pt x="137" y="20"/>
                </a:cubicBezTo>
                <a:cubicBezTo>
                  <a:pt x="137" y="19"/>
                  <a:pt x="138" y="18"/>
                  <a:pt x="139" y="17"/>
                </a:cubicBezTo>
                <a:cubicBezTo>
                  <a:pt x="138" y="17"/>
                  <a:pt x="137" y="18"/>
                  <a:pt x="136" y="19"/>
                </a:cubicBezTo>
                <a:cubicBezTo>
                  <a:pt x="136" y="18"/>
                  <a:pt x="135" y="18"/>
                  <a:pt x="134" y="18"/>
                </a:cubicBezTo>
                <a:close/>
              </a:path>
              <a:path w="232" h="59">
                <a:moveTo>
                  <a:pt x="84" y="9"/>
                </a:moveTo>
                <a:cubicBezTo>
                  <a:pt x="86" y="9"/>
                  <a:pt x="87" y="10"/>
                  <a:pt x="87" y="12"/>
                </a:cubicBezTo>
                <a:cubicBezTo>
                  <a:pt x="88" y="11"/>
                  <a:pt x="87" y="10"/>
                  <a:pt x="90" y="11"/>
                </a:cubicBezTo>
                <a:cubicBezTo>
                  <a:pt x="90" y="12"/>
                  <a:pt x="90" y="12"/>
                  <a:pt x="90" y="14"/>
                </a:cubicBezTo>
                <a:cubicBezTo>
                  <a:pt x="89" y="15"/>
                  <a:pt x="88" y="16"/>
                  <a:pt x="87" y="17"/>
                </a:cubicBezTo>
                <a:cubicBezTo>
                  <a:pt x="88" y="19"/>
                  <a:pt x="87" y="19"/>
                  <a:pt x="88" y="20"/>
                </a:cubicBezTo>
                <a:cubicBezTo>
                  <a:pt x="88" y="20"/>
                  <a:pt x="89" y="19"/>
                  <a:pt x="90" y="18"/>
                </a:cubicBezTo>
                <a:cubicBezTo>
                  <a:pt x="90" y="20"/>
                  <a:pt x="89" y="20"/>
                  <a:pt x="88" y="21"/>
                </a:cubicBezTo>
                <a:cubicBezTo>
                  <a:pt x="88" y="24"/>
                  <a:pt x="90" y="28"/>
                  <a:pt x="88" y="30"/>
                </a:cubicBezTo>
                <a:cubicBezTo>
                  <a:pt x="85" y="31"/>
                  <a:pt x="86" y="26"/>
                  <a:pt x="85" y="25"/>
                </a:cubicBezTo>
                <a:cubicBezTo>
                  <a:pt x="85" y="25"/>
                  <a:pt x="85" y="25"/>
                  <a:pt x="85" y="25"/>
                </a:cubicBezTo>
                <a:cubicBezTo>
                  <a:pt x="84" y="26"/>
                  <a:pt x="82" y="28"/>
                  <a:pt x="81" y="27"/>
                </a:cubicBezTo>
                <a:cubicBezTo>
                  <a:pt x="80" y="26"/>
                  <a:pt x="81" y="24"/>
                  <a:pt x="82" y="22"/>
                </a:cubicBezTo>
                <a:cubicBezTo>
                  <a:pt x="83" y="21"/>
                  <a:pt x="85" y="18"/>
                  <a:pt x="85" y="18"/>
                </a:cubicBezTo>
                <a:cubicBezTo>
                  <a:pt x="85" y="17"/>
                  <a:pt x="85" y="17"/>
                  <a:pt x="85" y="17"/>
                </a:cubicBezTo>
                <a:cubicBezTo>
                  <a:pt x="85" y="17"/>
                  <a:pt x="84" y="16"/>
                  <a:pt x="84" y="16"/>
                </a:cubicBezTo>
                <a:cubicBezTo>
                  <a:pt x="83" y="18"/>
                  <a:pt x="81" y="20"/>
                  <a:pt x="79" y="20"/>
                </a:cubicBezTo>
                <a:cubicBezTo>
                  <a:pt x="78" y="19"/>
                  <a:pt x="78" y="19"/>
                  <a:pt x="78" y="18"/>
                </a:cubicBezTo>
                <a:cubicBezTo>
                  <a:pt x="80" y="17"/>
                  <a:pt x="82" y="15"/>
                  <a:pt x="84" y="14"/>
                </a:cubicBezTo>
                <a:cubicBezTo>
                  <a:pt x="84" y="12"/>
                  <a:pt x="83" y="11"/>
                  <a:pt x="84" y="9"/>
                </a:cubicBezTo>
                <a:cubicBezTo>
                  <a:pt x="82" y="9"/>
                  <a:pt x="81" y="10"/>
                  <a:pt x="80" y="10"/>
                </a:cubicBezTo>
                <a:cubicBezTo>
                  <a:pt x="80" y="10"/>
                  <a:pt x="80" y="10"/>
                  <a:pt x="81" y="9"/>
                </a:cubicBezTo>
                <a:cubicBezTo>
                  <a:pt x="85" y="6"/>
                  <a:pt x="86" y="5"/>
                  <a:pt x="86" y="4"/>
                </a:cubicBezTo>
                <a:cubicBezTo>
                  <a:pt x="87" y="3"/>
                  <a:pt x="87" y="2"/>
                  <a:pt x="89" y="3"/>
                </a:cubicBezTo>
                <a:cubicBezTo>
                  <a:pt x="90" y="3"/>
                  <a:pt x="90" y="5"/>
                  <a:pt x="90" y="5"/>
                </a:cubicBezTo>
                <a:cubicBezTo>
                  <a:pt x="88" y="7"/>
                  <a:pt x="86" y="8"/>
                  <a:pt x="84" y="9"/>
                </a:cubicBezTo>
                <a:cubicBezTo>
                  <a:pt x="84" y="9"/>
                  <a:pt x="84" y="9"/>
                  <a:pt x="84" y="9"/>
                </a:cubicBezTo>
                <a:close/>
                <a:moveTo>
                  <a:pt x="84" y="23"/>
                </a:moveTo>
                <a:cubicBezTo>
                  <a:pt x="84" y="22"/>
                  <a:pt x="84" y="22"/>
                  <a:pt x="85" y="21"/>
                </a:cubicBezTo>
                <a:cubicBezTo>
                  <a:pt x="85" y="21"/>
                  <a:pt x="85" y="21"/>
                  <a:pt x="85" y="22"/>
                </a:cubicBezTo>
                <a:cubicBezTo>
                  <a:pt x="85" y="22"/>
                  <a:pt x="85" y="23"/>
                  <a:pt x="84" y="23"/>
                </a:cubicBezTo>
                <a:close/>
              </a:path>
              <a:path w="232" h="59">
                <a:moveTo>
                  <a:pt x="99" y="32"/>
                </a:moveTo>
                <a:cubicBezTo>
                  <a:pt x="99" y="32"/>
                  <a:pt x="98" y="32"/>
                  <a:pt x="98" y="31"/>
                </a:cubicBezTo>
                <a:cubicBezTo>
                  <a:pt x="98" y="28"/>
                  <a:pt x="97" y="25"/>
                  <a:pt x="97" y="22"/>
                </a:cubicBezTo>
                <a:cubicBezTo>
                  <a:pt x="96" y="22"/>
                  <a:pt x="95" y="23"/>
                  <a:pt x="94" y="24"/>
                </a:cubicBezTo>
                <a:cubicBezTo>
                  <a:pt x="93" y="24"/>
                  <a:pt x="92" y="24"/>
                  <a:pt x="92" y="23"/>
                </a:cubicBezTo>
                <a:cubicBezTo>
                  <a:pt x="92" y="23"/>
                  <a:pt x="92" y="22"/>
                  <a:pt x="92" y="22"/>
                </a:cubicBezTo>
                <a:cubicBezTo>
                  <a:pt x="92" y="20"/>
                  <a:pt x="93" y="16"/>
                  <a:pt x="91" y="16"/>
                </a:cubicBezTo>
                <a:cubicBezTo>
                  <a:pt x="90" y="15"/>
                  <a:pt x="90" y="15"/>
                  <a:pt x="90" y="14"/>
                </a:cubicBezTo>
                <a:cubicBezTo>
                  <a:pt x="92" y="14"/>
                  <a:pt x="91" y="11"/>
                  <a:pt x="91" y="10"/>
                </a:cubicBezTo>
                <a:cubicBezTo>
                  <a:pt x="89" y="9"/>
                  <a:pt x="87" y="8"/>
                  <a:pt x="89" y="7"/>
                </a:cubicBezTo>
                <a:cubicBezTo>
                  <a:pt x="91" y="7"/>
                  <a:pt x="93" y="7"/>
                  <a:pt x="94" y="9"/>
                </a:cubicBezTo>
                <a:cubicBezTo>
                  <a:pt x="94" y="10"/>
                  <a:pt x="92" y="12"/>
                  <a:pt x="92" y="13"/>
                </a:cubicBezTo>
                <a:cubicBezTo>
                  <a:pt x="94" y="13"/>
                  <a:pt x="95" y="14"/>
                  <a:pt x="95" y="16"/>
                </a:cubicBezTo>
                <a:cubicBezTo>
                  <a:pt x="93" y="17"/>
                  <a:pt x="93" y="18"/>
                  <a:pt x="94" y="20"/>
                </a:cubicBezTo>
                <a:cubicBezTo>
                  <a:pt x="95" y="19"/>
                  <a:pt x="95" y="18"/>
                  <a:pt x="96" y="17"/>
                </a:cubicBezTo>
                <a:cubicBezTo>
                  <a:pt x="96" y="11"/>
                  <a:pt x="93" y="7"/>
                  <a:pt x="93" y="2"/>
                </a:cubicBezTo>
                <a:cubicBezTo>
                  <a:pt x="94" y="0"/>
                  <a:pt x="96" y="0"/>
                  <a:pt x="97" y="2"/>
                </a:cubicBezTo>
                <a:cubicBezTo>
                  <a:pt x="97" y="5"/>
                  <a:pt x="97" y="11"/>
                  <a:pt x="99" y="14"/>
                </a:cubicBezTo>
                <a:cubicBezTo>
                  <a:pt x="99" y="13"/>
                  <a:pt x="100" y="12"/>
                  <a:pt x="100" y="11"/>
                </a:cubicBezTo>
                <a:cubicBezTo>
                  <a:pt x="101" y="11"/>
                  <a:pt x="102" y="12"/>
                  <a:pt x="103" y="14"/>
                </a:cubicBezTo>
                <a:cubicBezTo>
                  <a:pt x="101" y="15"/>
                  <a:pt x="100" y="16"/>
                  <a:pt x="99" y="18"/>
                </a:cubicBezTo>
                <a:cubicBezTo>
                  <a:pt x="100" y="23"/>
                  <a:pt x="100" y="26"/>
                  <a:pt x="101" y="29"/>
                </a:cubicBezTo>
                <a:cubicBezTo>
                  <a:pt x="100" y="30"/>
                  <a:pt x="100" y="32"/>
                  <a:pt x="99" y="32"/>
                </a:cubicBezTo>
                <a:close/>
              </a:path>
              <a:path w="232" h="59">
                <a:moveTo>
                  <a:pt x="58" y="41"/>
                </a:moveTo>
                <a:cubicBezTo>
                  <a:pt x="58" y="42"/>
                  <a:pt x="57" y="41"/>
                  <a:pt x="57" y="41"/>
                </a:cubicBezTo>
                <a:cubicBezTo>
                  <a:pt x="52" y="36"/>
                  <a:pt x="53" y="29"/>
                  <a:pt x="50" y="25"/>
                </a:cubicBezTo>
                <a:cubicBezTo>
                  <a:pt x="48" y="26"/>
                  <a:pt x="48" y="30"/>
                  <a:pt x="47" y="31"/>
                </a:cubicBezTo>
                <a:cubicBezTo>
                  <a:pt x="44" y="33"/>
                  <a:pt x="43" y="28"/>
                  <a:pt x="43" y="26"/>
                </a:cubicBezTo>
                <a:cubicBezTo>
                  <a:pt x="43" y="25"/>
                  <a:pt x="43" y="24"/>
                  <a:pt x="43" y="23"/>
                </a:cubicBezTo>
                <a:cubicBezTo>
                  <a:pt x="44" y="23"/>
                  <a:pt x="45" y="25"/>
                  <a:pt x="46" y="26"/>
                </a:cubicBezTo>
                <a:cubicBezTo>
                  <a:pt x="47" y="26"/>
                  <a:pt x="47" y="26"/>
                  <a:pt x="47" y="26"/>
                </a:cubicBezTo>
                <a:cubicBezTo>
                  <a:pt x="50" y="21"/>
                  <a:pt x="47" y="18"/>
                  <a:pt x="44" y="15"/>
                </a:cubicBezTo>
                <a:cubicBezTo>
                  <a:pt x="44" y="14"/>
                  <a:pt x="44" y="13"/>
                  <a:pt x="45" y="12"/>
                </a:cubicBezTo>
                <a:cubicBezTo>
                  <a:pt x="45" y="12"/>
                  <a:pt x="47" y="12"/>
                  <a:pt x="48" y="12"/>
                </a:cubicBezTo>
                <a:cubicBezTo>
                  <a:pt x="48" y="12"/>
                  <a:pt x="48" y="12"/>
                  <a:pt x="48" y="12"/>
                </a:cubicBezTo>
                <a:cubicBezTo>
                  <a:pt x="49" y="14"/>
                  <a:pt x="50" y="16"/>
                  <a:pt x="50" y="17"/>
                </a:cubicBezTo>
                <a:cubicBezTo>
                  <a:pt x="50" y="17"/>
                  <a:pt x="51" y="17"/>
                  <a:pt x="51" y="17"/>
                </a:cubicBezTo>
                <a:cubicBezTo>
                  <a:pt x="52" y="16"/>
                  <a:pt x="53" y="14"/>
                  <a:pt x="54" y="12"/>
                </a:cubicBezTo>
                <a:cubicBezTo>
                  <a:pt x="55" y="12"/>
                  <a:pt x="57" y="10"/>
                  <a:pt x="58" y="13"/>
                </a:cubicBezTo>
                <a:cubicBezTo>
                  <a:pt x="58" y="15"/>
                  <a:pt x="53" y="19"/>
                  <a:pt x="57" y="20"/>
                </a:cubicBezTo>
                <a:cubicBezTo>
                  <a:pt x="57" y="20"/>
                  <a:pt x="57" y="21"/>
                  <a:pt x="57" y="21"/>
                </a:cubicBezTo>
                <a:cubicBezTo>
                  <a:pt x="57" y="23"/>
                  <a:pt x="55" y="25"/>
                  <a:pt x="53" y="26"/>
                </a:cubicBezTo>
                <a:cubicBezTo>
                  <a:pt x="54" y="30"/>
                  <a:pt x="57" y="34"/>
                  <a:pt x="58" y="37"/>
                </a:cubicBezTo>
                <a:cubicBezTo>
                  <a:pt x="59" y="39"/>
                  <a:pt x="59" y="40"/>
                  <a:pt x="58" y="41"/>
                </a:cubicBezTo>
                <a:close/>
                <a:moveTo>
                  <a:pt x="53" y="23"/>
                </a:moveTo>
                <a:cubicBezTo>
                  <a:pt x="52" y="23"/>
                  <a:pt x="51" y="21"/>
                  <a:pt x="51" y="21"/>
                </a:cubicBezTo>
                <a:cubicBezTo>
                  <a:pt x="51" y="20"/>
                  <a:pt x="52" y="18"/>
                  <a:pt x="53" y="18"/>
                </a:cubicBezTo>
                <a:cubicBezTo>
                  <a:pt x="54" y="20"/>
                  <a:pt x="54" y="21"/>
                  <a:pt x="53" y="23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14" name="Freeform 15"/>
          <p:cNvSpPr>
            <a:spLocks noGrp="1"/>
          </p:cNvSpPr>
          <p:nvPr/>
        </p:nvSpPr>
        <p:spPr>
          <a:xfrm>
            <a:off x="9802619" y="257975"/>
            <a:ext cx="519403" cy="294625"/>
          </a:xfrm>
          <a:custGeom>
            <a:avLst/>
            <a:gdLst/>
            <a:ahLst/>
            <a:cxnLst/>
            <a:rect l="l" t="t" r="r" b="b"/>
            <a:pathLst>
              <a:path w="336" h="189">
                <a:moveTo>
                  <a:pt x="293" y="24"/>
                </a:moveTo>
                <a:lnTo>
                  <a:pt x="299" y="19"/>
                </a:lnTo>
                <a:lnTo>
                  <a:pt x="300" y="19"/>
                </a:lnTo>
                <a:cubicBezTo>
                  <a:pt x="298" y="20"/>
                  <a:pt x="297" y="22"/>
                  <a:pt x="297" y="23"/>
                </a:cubicBezTo>
                <a:cubicBezTo>
                  <a:pt x="296" y="24"/>
                  <a:pt x="296" y="26"/>
                  <a:pt x="297" y="27"/>
                </a:cubicBezTo>
                <a:cubicBezTo>
                  <a:pt x="298" y="28"/>
                  <a:pt x="299" y="28"/>
                  <a:pt x="302" y="27"/>
                </a:cubicBezTo>
                <a:cubicBezTo>
                  <a:pt x="304" y="27"/>
                  <a:pt x="307" y="25"/>
                  <a:pt x="309" y="23"/>
                </a:cubicBezTo>
                <a:cubicBezTo>
                  <a:pt x="311" y="22"/>
                  <a:pt x="313" y="20"/>
                  <a:pt x="314" y="19"/>
                </a:cubicBezTo>
                <a:cubicBezTo>
                  <a:pt x="316" y="17"/>
                  <a:pt x="316" y="16"/>
                  <a:pt x="317" y="14"/>
                </a:cubicBezTo>
                <a:cubicBezTo>
                  <a:pt x="317" y="13"/>
                  <a:pt x="317" y="12"/>
                  <a:pt x="317" y="12"/>
                </a:cubicBezTo>
                <a:cubicBezTo>
                  <a:pt x="316" y="11"/>
                  <a:pt x="316" y="11"/>
                  <a:pt x="315" y="11"/>
                </a:cubicBezTo>
                <a:cubicBezTo>
                  <a:pt x="315" y="11"/>
                  <a:pt x="314" y="10"/>
                  <a:pt x="314" y="10"/>
                </a:cubicBezTo>
                <a:lnTo>
                  <a:pt x="308" y="15"/>
                </a:lnTo>
                <a:cubicBezTo>
                  <a:pt x="307" y="16"/>
                  <a:pt x="306" y="16"/>
                  <a:pt x="306" y="17"/>
                </a:cubicBezTo>
                <a:cubicBezTo>
                  <a:pt x="305" y="17"/>
                  <a:pt x="305" y="17"/>
                  <a:pt x="305" y="18"/>
                </a:cubicBezTo>
                <a:cubicBezTo>
                  <a:pt x="305" y="18"/>
                  <a:pt x="305" y="18"/>
                  <a:pt x="306" y="19"/>
                </a:cubicBezTo>
                <a:lnTo>
                  <a:pt x="305" y="19"/>
                </a:lnTo>
                <a:lnTo>
                  <a:pt x="302" y="15"/>
                </a:lnTo>
                <a:lnTo>
                  <a:pt x="303" y="15"/>
                </a:lnTo>
                <a:cubicBezTo>
                  <a:pt x="303" y="15"/>
                  <a:pt x="304" y="15"/>
                  <a:pt x="304" y="15"/>
                </a:cubicBezTo>
                <a:cubicBezTo>
                  <a:pt x="305" y="15"/>
                  <a:pt x="305" y="14"/>
                  <a:pt x="307" y="13"/>
                </a:cubicBezTo>
                <a:lnTo>
                  <a:pt x="313" y="9"/>
                </a:lnTo>
                <a:cubicBezTo>
                  <a:pt x="314" y="9"/>
                  <a:pt x="315" y="9"/>
                  <a:pt x="316" y="9"/>
                </a:cubicBezTo>
                <a:cubicBezTo>
                  <a:pt x="316" y="10"/>
                  <a:pt x="317" y="10"/>
                  <a:pt x="318" y="11"/>
                </a:cubicBezTo>
                <a:cubicBezTo>
                  <a:pt x="319" y="13"/>
                  <a:pt x="319" y="15"/>
                  <a:pt x="317" y="18"/>
                </a:cubicBezTo>
                <a:cubicBezTo>
                  <a:pt x="316" y="21"/>
                  <a:pt x="314" y="23"/>
                  <a:pt x="311" y="25"/>
                </a:cubicBezTo>
                <a:cubicBezTo>
                  <a:pt x="309" y="26"/>
                  <a:pt x="307" y="27"/>
                  <a:pt x="305" y="28"/>
                </a:cubicBezTo>
                <a:cubicBezTo>
                  <a:pt x="303" y="29"/>
                  <a:pt x="301" y="29"/>
                  <a:pt x="299" y="29"/>
                </a:cubicBezTo>
                <a:cubicBezTo>
                  <a:pt x="298" y="29"/>
                  <a:pt x="296" y="29"/>
                  <a:pt x="296" y="28"/>
                </a:cubicBezTo>
                <a:cubicBezTo>
                  <a:pt x="295" y="27"/>
                  <a:pt x="295" y="27"/>
                  <a:pt x="295" y="26"/>
                </a:cubicBezTo>
                <a:cubicBezTo>
                  <a:pt x="295" y="26"/>
                  <a:pt x="295" y="25"/>
                  <a:pt x="295" y="24"/>
                </a:cubicBezTo>
                <a:cubicBezTo>
                  <a:pt x="295" y="24"/>
                  <a:pt x="295" y="24"/>
                  <a:pt x="295" y="24"/>
                </a:cubicBezTo>
                <a:cubicBezTo>
                  <a:pt x="295" y="23"/>
                  <a:pt x="295" y="23"/>
                  <a:pt x="294" y="24"/>
                </a:cubicBezTo>
                <a:cubicBezTo>
                  <a:pt x="294" y="24"/>
                  <a:pt x="294" y="24"/>
                  <a:pt x="293" y="24"/>
                </a:cubicBezTo>
                <a:close/>
              </a:path>
              <a:path w="336" h="189">
                <a:moveTo>
                  <a:pt x="293" y="145"/>
                </a:moveTo>
                <a:lnTo>
                  <a:pt x="292" y="145"/>
                </a:lnTo>
                <a:lnTo>
                  <a:pt x="293" y="144"/>
                </a:lnTo>
                <a:cubicBezTo>
                  <a:pt x="293" y="144"/>
                  <a:pt x="293" y="144"/>
                  <a:pt x="293" y="143"/>
                </a:cubicBezTo>
                <a:cubicBezTo>
                  <a:pt x="293" y="143"/>
                  <a:pt x="292" y="142"/>
                  <a:pt x="292" y="141"/>
                </a:cubicBezTo>
                <a:lnTo>
                  <a:pt x="282" y="128"/>
                </a:lnTo>
                <a:cubicBezTo>
                  <a:pt x="281" y="126"/>
                  <a:pt x="280" y="126"/>
                  <a:pt x="280" y="126"/>
                </a:cubicBezTo>
                <a:cubicBezTo>
                  <a:pt x="279" y="125"/>
                  <a:pt x="279" y="125"/>
                  <a:pt x="278" y="126"/>
                </a:cubicBezTo>
                <a:lnTo>
                  <a:pt x="277" y="125"/>
                </a:lnTo>
                <a:lnTo>
                  <a:pt x="282" y="122"/>
                </a:lnTo>
                <a:cubicBezTo>
                  <a:pt x="283" y="121"/>
                  <a:pt x="284" y="120"/>
                  <a:pt x="286" y="121"/>
                </a:cubicBezTo>
                <a:cubicBezTo>
                  <a:pt x="287" y="121"/>
                  <a:pt x="288" y="121"/>
                  <a:pt x="290" y="123"/>
                </a:cubicBezTo>
                <a:cubicBezTo>
                  <a:pt x="292" y="124"/>
                  <a:pt x="293" y="125"/>
                  <a:pt x="295" y="128"/>
                </a:cubicBezTo>
                <a:cubicBezTo>
                  <a:pt x="297" y="130"/>
                  <a:pt x="299" y="133"/>
                  <a:pt x="299" y="135"/>
                </a:cubicBezTo>
                <a:cubicBezTo>
                  <a:pt x="300" y="138"/>
                  <a:pt x="299" y="140"/>
                  <a:pt x="297" y="142"/>
                </a:cubicBezTo>
                <a:lnTo>
                  <a:pt x="293" y="145"/>
                </a:lnTo>
                <a:close/>
                <a:moveTo>
                  <a:pt x="295" y="142"/>
                </a:moveTo>
                <a:cubicBezTo>
                  <a:pt x="295" y="141"/>
                  <a:pt x="296" y="141"/>
                  <a:pt x="296" y="141"/>
                </a:cubicBezTo>
                <a:cubicBezTo>
                  <a:pt x="298" y="140"/>
                  <a:pt x="298" y="139"/>
                  <a:pt x="297" y="136"/>
                </a:cubicBezTo>
                <a:cubicBezTo>
                  <a:pt x="297" y="134"/>
                  <a:pt x="296" y="132"/>
                  <a:pt x="293" y="129"/>
                </a:cubicBezTo>
                <a:cubicBezTo>
                  <a:pt x="291" y="126"/>
                  <a:pt x="289" y="124"/>
                  <a:pt x="287" y="123"/>
                </a:cubicBezTo>
                <a:cubicBezTo>
                  <a:pt x="285" y="122"/>
                  <a:pt x="284" y="122"/>
                  <a:pt x="283" y="123"/>
                </a:cubicBezTo>
                <a:cubicBezTo>
                  <a:pt x="282" y="123"/>
                  <a:pt x="282" y="124"/>
                  <a:pt x="281" y="125"/>
                </a:cubicBezTo>
                <a:lnTo>
                  <a:pt x="295" y="142"/>
                </a:lnTo>
                <a:close/>
              </a:path>
              <a:path w="336" h="189">
                <a:moveTo>
                  <a:pt x="266" y="134"/>
                </a:moveTo>
                <a:lnTo>
                  <a:pt x="268" y="132"/>
                </a:lnTo>
                <a:lnTo>
                  <a:pt x="286" y="143"/>
                </a:lnTo>
                <a:lnTo>
                  <a:pt x="277" y="131"/>
                </a:lnTo>
                <a:cubicBezTo>
                  <a:pt x="276" y="130"/>
                  <a:pt x="276" y="129"/>
                  <a:pt x="275" y="129"/>
                </a:cubicBezTo>
                <a:cubicBezTo>
                  <a:pt x="275" y="129"/>
                  <a:pt x="274" y="129"/>
                  <a:pt x="274" y="129"/>
                </a:cubicBezTo>
                <a:lnTo>
                  <a:pt x="273" y="129"/>
                </a:lnTo>
                <a:lnTo>
                  <a:pt x="277" y="126"/>
                </a:lnTo>
                <a:lnTo>
                  <a:pt x="277" y="127"/>
                </a:lnTo>
                <a:cubicBezTo>
                  <a:pt x="276" y="127"/>
                  <a:pt x="276" y="128"/>
                  <a:pt x="276" y="128"/>
                </a:cubicBezTo>
                <a:cubicBezTo>
                  <a:pt x="277" y="129"/>
                  <a:pt x="277" y="129"/>
                  <a:pt x="278" y="130"/>
                </a:cubicBezTo>
                <a:lnTo>
                  <a:pt x="291" y="147"/>
                </a:lnTo>
                <a:lnTo>
                  <a:pt x="290" y="148"/>
                </a:lnTo>
                <a:lnTo>
                  <a:pt x="272" y="136"/>
                </a:lnTo>
                <a:lnTo>
                  <a:pt x="281" y="149"/>
                </a:lnTo>
                <a:cubicBezTo>
                  <a:pt x="282" y="150"/>
                  <a:pt x="283" y="151"/>
                  <a:pt x="283" y="151"/>
                </a:cubicBezTo>
                <a:cubicBezTo>
                  <a:pt x="284" y="151"/>
                  <a:pt x="284" y="151"/>
                  <a:pt x="284" y="151"/>
                </a:cubicBezTo>
                <a:lnTo>
                  <a:pt x="285" y="151"/>
                </a:lnTo>
                <a:lnTo>
                  <a:pt x="282" y="154"/>
                </a:lnTo>
                <a:lnTo>
                  <a:pt x="281" y="153"/>
                </a:lnTo>
                <a:lnTo>
                  <a:pt x="282" y="153"/>
                </a:lnTo>
                <a:cubicBezTo>
                  <a:pt x="282" y="153"/>
                  <a:pt x="282" y="152"/>
                  <a:pt x="282" y="152"/>
                </a:cubicBezTo>
                <a:cubicBezTo>
                  <a:pt x="282" y="151"/>
                  <a:pt x="281" y="150"/>
                  <a:pt x="280" y="149"/>
                </a:cubicBezTo>
                <a:lnTo>
                  <a:pt x="270" y="135"/>
                </a:lnTo>
                <a:cubicBezTo>
                  <a:pt x="269" y="135"/>
                  <a:pt x="268" y="135"/>
                  <a:pt x="268" y="134"/>
                </a:cubicBezTo>
                <a:cubicBezTo>
                  <a:pt x="268" y="134"/>
                  <a:pt x="267" y="134"/>
                  <a:pt x="267" y="134"/>
                </a:cubicBezTo>
                <a:cubicBezTo>
                  <a:pt x="267" y="134"/>
                  <a:pt x="267" y="135"/>
                  <a:pt x="266" y="135"/>
                </a:cubicBezTo>
                <a:lnTo>
                  <a:pt x="266" y="134"/>
                </a:lnTo>
                <a:close/>
              </a:path>
              <a:path w="336" h="189">
                <a:moveTo>
                  <a:pt x="272" y="151"/>
                </a:moveTo>
                <a:lnTo>
                  <a:pt x="268" y="154"/>
                </a:lnTo>
                <a:lnTo>
                  <a:pt x="270" y="157"/>
                </a:lnTo>
                <a:cubicBezTo>
                  <a:pt x="270" y="158"/>
                  <a:pt x="270" y="159"/>
                  <a:pt x="271" y="159"/>
                </a:cubicBezTo>
                <a:cubicBezTo>
                  <a:pt x="271" y="160"/>
                  <a:pt x="271" y="160"/>
                  <a:pt x="272" y="160"/>
                </a:cubicBezTo>
                <a:cubicBezTo>
                  <a:pt x="272" y="160"/>
                  <a:pt x="272" y="160"/>
                  <a:pt x="273" y="160"/>
                </a:cubicBezTo>
                <a:lnTo>
                  <a:pt x="270" y="163"/>
                </a:lnTo>
                <a:lnTo>
                  <a:pt x="270" y="162"/>
                </a:lnTo>
                <a:cubicBezTo>
                  <a:pt x="270" y="162"/>
                  <a:pt x="270" y="161"/>
                  <a:pt x="270" y="161"/>
                </a:cubicBezTo>
                <a:cubicBezTo>
                  <a:pt x="270" y="160"/>
                  <a:pt x="270" y="159"/>
                  <a:pt x="269" y="157"/>
                </a:cubicBezTo>
                <a:lnTo>
                  <a:pt x="260" y="138"/>
                </a:lnTo>
                <a:lnTo>
                  <a:pt x="276" y="152"/>
                </a:lnTo>
                <a:cubicBezTo>
                  <a:pt x="277" y="153"/>
                  <a:pt x="278" y="154"/>
                  <a:pt x="279" y="154"/>
                </a:cubicBezTo>
                <a:cubicBezTo>
                  <a:pt x="279" y="154"/>
                  <a:pt x="280" y="154"/>
                  <a:pt x="280" y="154"/>
                </a:cubicBezTo>
                <a:lnTo>
                  <a:pt x="281" y="155"/>
                </a:lnTo>
                <a:lnTo>
                  <a:pt x="277" y="158"/>
                </a:lnTo>
                <a:lnTo>
                  <a:pt x="276" y="157"/>
                </a:lnTo>
                <a:cubicBezTo>
                  <a:pt x="277" y="157"/>
                  <a:pt x="277" y="156"/>
                  <a:pt x="277" y="156"/>
                </a:cubicBezTo>
                <a:cubicBezTo>
                  <a:pt x="277" y="156"/>
                  <a:pt x="277" y="155"/>
                  <a:pt x="276" y="155"/>
                </a:cubicBezTo>
                <a:cubicBezTo>
                  <a:pt x="276" y="155"/>
                  <a:pt x="276" y="154"/>
                  <a:pt x="275" y="153"/>
                </a:cubicBezTo>
                <a:lnTo>
                  <a:pt x="272" y="151"/>
                </a:lnTo>
                <a:close/>
                <a:moveTo>
                  <a:pt x="271" y="150"/>
                </a:moveTo>
                <a:lnTo>
                  <a:pt x="263" y="143"/>
                </a:lnTo>
                <a:lnTo>
                  <a:pt x="267" y="152"/>
                </a:lnTo>
                <a:lnTo>
                  <a:pt x="271" y="150"/>
                </a:lnTo>
                <a:close/>
              </a:path>
              <a:path w="336" h="189">
                <a:moveTo>
                  <a:pt x="319" y="86"/>
                </a:moveTo>
                <a:lnTo>
                  <a:pt x="320" y="81"/>
                </a:lnTo>
                <a:lnTo>
                  <a:pt x="313" y="79"/>
                </a:lnTo>
                <a:cubicBezTo>
                  <a:pt x="311" y="79"/>
                  <a:pt x="311" y="79"/>
                  <a:pt x="310" y="79"/>
                </a:cubicBezTo>
                <a:cubicBezTo>
                  <a:pt x="310" y="79"/>
                  <a:pt x="310" y="79"/>
                  <a:pt x="309" y="79"/>
                </a:cubicBezTo>
                <a:cubicBezTo>
                  <a:pt x="309" y="79"/>
                  <a:pt x="309" y="80"/>
                  <a:pt x="309" y="80"/>
                </a:cubicBezTo>
                <a:lnTo>
                  <a:pt x="308" y="80"/>
                </a:lnTo>
                <a:lnTo>
                  <a:pt x="309" y="75"/>
                </a:lnTo>
                <a:lnTo>
                  <a:pt x="310" y="75"/>
                </a:lnTo>
                <a:cubicBezTo>
                  <a:pt x="309" y="76"/>
                  <a:pt x="310" y="76"/>
                  <a:pt x="310" y="76"/>
                </a:cubicBezTo>
                <a:cubicBezTo>
                  <a:pt x="310" y="77"/>
                  <a:pt x="310" y="77"/>
                  <a:pt x="311" y="77"/>
                </a:cubicBezTo>
                <a:cubicBezTo>
                  <a:pt x="311" y="77"/>
                  <a:pt x="312" y="77"/>
                  <a:pt x="313" y="77"/>
                </a:cubicBezTo>
                <a:lnTo>
                  <a:pt x="330" y="80"/>
                </a:lnTo>
                <a:cubicBezTo>
                  <a:pt x="331" y="81"/>
                  <a:pt x="332" y="81"/>
                  <a:pt x="332" y="81"/>
                </a:cubicBezTo>
                <a:cubicBezTo>
                  <a:pt x="333" y="81"/>
                  <a:pt x="333" y="81"/>
                  <a:pt x="333" y="81"/>
                </a:cubicBezTo>
                <a:cubicBezTo>
                  <a:pt x="334" y="80"/>
                  <a:pt x="334" y="80"/>
                  <a:pt x="334" y="80"/>
                </a:cubicBezTo>
                <a:lnTo>
                  <a:pt x="334" y="79"/>
                </a:lnTo>
                <a:lnTo>
                  <a:pt x="335" y="80"/>
                </a:lnTo>
                <a:lnTo>
                  <a:pt x="334" y="85"/>
                </a:lnTo>
                <a:lnTo>
                  <a:pt x="333" y="85"/>
                </a:lnTo>
                <a:lnTo>
                  <a:pt x="333" y="84"/>
                </a:lnTo>
                <a:cubicBezTo>
                  <a:pt x="333" y="84"/>
                  <a:pt x="333" y="83"/>
                  <a:pt x="332" y="83"/>
                </a:cubicBezTo>
                <a:cubicBezTo>
                  <a:pt x="332" y="83"/>
                  <a:pt x="331" y="83"/>
                  <a:pt x="329" y="82"/>
                </a:cubicBezTo>
                <a:lnTo>
                  <a:pt x="322" y="81"/>
                </a:lnTo>
                <a:lnTo>
                  <a:pt x="320" y="87"/>
                </a:lnTo>
                <a:lnTo>
                  <a:pt x="328" y="88"/>
                </a:lnTo>
                <a:cubicBezTo>
                  <a:pt x="330" y="88"/>
                  <a:pt x="331" y="88"/>
                  <a:pt x="331" y="88"/>
                </a:cubicBezTo>
                <a:cubicBezTo>
                  <a:pt x="331" y="88"/>
                  <a:pt x="332" y="88"/>
                  <a:pt x="332" y="88"/>
                </a:cubicBezTo>
                <a:cubicBezTo>
                  <a:pt x="332" y="88"/>
                  <a:pt x="332" y="88"/>
                  <a:pt x="333" y="87"/>
                </a:cubicBezTo>
                <a:lnTo>
                  <a:pt x="332" y="92"/>
                </a:lnTo>
                <a:cubicBezTo>
                  <a:pt x="332" y="91"/>
                  <a:pt x="331" y="91"/>
                  <a:pt x="331" y="90"/>
                </a:cubicBezTo>
                <a:cubicBezTo>
                  <a:pt x="331" y="90"/>
                  <a:pt x="330" y="90"/>
                  <a:pt x="328" y="90"/>
                </a:cubicBezTo>
                <a:lnTo>
                  <a:pt x="311" y="87"/>
                </a:lnTo>
                <a:cubicBezTo>
                  <a:pt x="310" y="86"/>
                  <a:pt x="309" y="86"/>
                  <a:pt x="309" y="86"/>
                </a:cubicBezTo>
                <a:cubicBezTo>
                  <a:pt x="308" y="86"/>
                  <a:pt x="308" y="86"/>
                  <a:pt x="308" y="87"/>
                </a:cubicBezTo>
                <a:cubicBezTo>
                  <a:pt x="307" y="87"/>
                  <a:pt x="307" y="87"/>
                  <a:pt x="307" y="87"/>
                </a:cubicBezTo>
                <a:lnTo>
                  <a:pt x="307" y="88"/>
                </a:lnTo>
                <a:lnTo>
                  <a:pt x="306" y="88"/>
                </a:lnTo>
                <a:lnTo>
                  <a:pt x="307" y="82"/>
                </a:lnTo>
                <a:lnTo>
                  <a:pt x="308" y="82"/>
                </a:lnTo>
                <a:lnTo>
                  <a:pt x="308" y="83"/>
                </a:lnTo>
                <a:cubicBezTo>
                  <a:pt x="308" y="83"/>
                  <a:pt x="308" y="84"/>
                  <a:pt x="308" y="84"/>
                </a:cubicBezTo>
                <a:cubicBezTo>
                  <a:pt x="309" y="84"/>
                  <a:pt x="309" y="84"/>
                  <a:pt x="309" y="84"/>
                </a:cubicBezTo>
                <a:cubicBezTo>
                  <a:pt x="310" y="85"/>
                  <a:pt x="310" y="85"/>
                  <a:pt x="312" y="85"/>
                </a:cubicBezTo>
                <a:lnTo>
                  <a:pt x="319" y="86"/>
                </a:lnTo>
                <a:close/>
              </a:path>
              <a:path w="336" h="189">
                <a:moveTo>
                  <a:pt x="305" y="89"/>
                </a:moveTo>
                <a:lnTo>
                  <a:pt x="314" y="91"/>
                </a:lnTo>
                <a:cubicBezTo>
                  <a:pt x="311" y="91"/>
                  <a:pt x="309" y="91"/>
                  <a:pt x="308" y="92"/>
                </a:cubicBezTo>
                <a:cubicBezTo>
                  <a:pt x="307" y="92"/>
                  <a:pt x="306" y="93"/>
                  <a:pt x="306" y="94"/>
                </a:cubicBezTo>
                <a:cubicBezTo>
                  <a:pt x="305" y="95"/>
                  <a:pt x="306" y="95"/>
                  <a:pt x="306" y="96"/>
                </a:cubicBezTo>
                <a:cubicBezTo>
                  <a:pt x="307" y="97"/>
                  <a:pt x="308" y="98"/>
                  <a:pt x="310" y="99"/>
                </a:cubicBezTo>
                <a:cubicBezTo>
                  <a:pt x="312" y="99"/>
                  <a:pt x="314" y="100"/>
                  <a:pt x="317" y="101"/>
                </a:cubicBezTo>
                <a:cubicBezTo>
                  <a:pt x="320" y="101"/>
                  <a:pt x="322" y="101"/>
                  <a:pt x="323" y="101"/>
                </a:cubicBezTo>
                <a:cubicBezTo>
                  <a:pt x="325" y="101"/>
                  <a:pt x="327" y="101"/>
                  <a:pt x="328" y="100"/>
                </a:cubicBezTo>
                <a:cubicBezTo>
                  <a:pt x="329" y="100"/>
                  <a:pt x="329" y="99"/>
                  <a:pt x="330" y="98"/>
                </a:cubicBezTo>
                <a:cubicBezTo>
                  <a:pt x="330" y="97"/>
                  <a:pt x="330" y="97"/>
                  <a:pt x="329" y="96"/>
                </a:cubicBezTo>
                <a:cubicBezTo>
                  <a:pt x="328" y="95"/>
                  <a:pt x="327" y="94"/>
                  <a:pt x="325" y="93"/>
                </a:cubicBezTo>
                <a:lnTo>
                  <a:pt x="326" y="93"/>
                </a:lnTo>
                <a:cubicBezTo>
                  <a:pt x="328" y="94"/>
                  <a:pt x="329" y="95"/>
                  <a:pt x="330" y="96"/>
                </a:cubicBezTo>
                <a:cubicBezTo>
                  <a:pt x="331" y="97"/>
                  <a:pt x="331" y="98"/>
                  <a:pt x="331" y="99"/>
                </a:cubicBezTo>
                <a:cubicBezTo>
                  <a:pt x="331" y="101"/>
                  <a:pt x="329" y="102"/>
                  <a:pt x="325" y="103"/>
                </a:cubicBezTo>
                <a:cubicBezTo>
                  <a:pt x="323" y="103"/>
                  <a:pt x="320" y="103"/>
                  <a:pt x="317" y="103"/>
                </a:cubicBezTo>
                <a:cubicBezTo>
                  <a:pt x="314" y="102"/>
                  <a:pt x="312" y="101"/>
                  <a:pt x="310" y="100"/>
                </a:cubicBezTo>
                <a:cubicBezTo>
                  <a:pt x="308" y="99"/>
                  <a:pt x="306" y="98"/>
                  <a:pt x="305" y="97"/>
                </a:cubicBezTo>
                <a:cubicBezTo>
                  <a:pt x="304" y="96"/>
                  <a:pt x="304" y="95"/>
                  <a:pt x="304" y="94"/>
                </a:cubicBezTo>
                <a:cubicBezTo>
                  <a:pt x="304" y="93"/>
                  <a:pt x="305" y="92"/>
                  <a:pt x="306" y="91"/>
                </a:cubicBezTo>
                <a:cubicBezTo>
                  <a:pt x="306" y="91"/>
                  <a:pt x="307" y="91"/>
                  <a:pt x="307" y="91"/>
                </a:cubicBezTo>
                <a:cubicBezTo>
                  <a:pt x="307" y="91"/>
                  <a:pt x="307" y="90"/>
                  <a:pt x="306" y="90"/>
                </a:cubicBezTo>
                <a:cubicBezTo>
                  <a:pt x="306" y="90"/>
                  <a:pt x="306" y="90"/>
                  <a:pt x="305" y="90"/>
                </a:cubicBezTo>
                <a:lnTo>
                  <a:pt x="305" y="89"/>
                </a:lnTo>
                <a:close/>
              </a:path>
              <a:path w="336" h="189">
                <a:moveTo>
                  <a:pt x="300" y="104"/>
                </a:moveTo>
                <a:lnTo>
                  <a:pt x="309" y="109"/>
                </a:lnTo>
                <a:lnTo>
                  <a:pt x="311" y="106"/>
                </a:lnTo>
                <a:cubicBezTo>
                  <a:pt x="311" y="105"/>
                  <a:pt x="311" y="105"/>
                  <a:pt x="311" y="104"/>
                </a:cubicBezTo>
                <a:cubicBezTo>
                  <a:pt x="310" y="104"/>
                  <a:pt x="309" y="103"/>
                  <a:pt x="308" y="102"/>
                </a:cubicBezTo>
                <a:lnTo>
                  <a:pt x="317" y="106"/>
                </a:lnTo>
                <a:lnTo>
                  <a:pt x="316" y="106"/>
                </a:lnTo>
                <a:cubicBezTo>
                  <a:pt x="315" y="106"/>
                  <a:pt x="314" y="106"/>
                  <a:pt x="314" y="106"/>
                </a:cubicBezTo>
                <a:cubicBezTo>
                  <a:pt x="314" y="106"/>
                  <a:pt x="313" y="106"/>
                  <a:pt x="313" y="106"/>
                </a:cubicBezTo>
                <a:cubicBezTo>
                  <a:pt x="312" y="106"/>
                  <a:pt x="312" y="106"/>
                  <a:pt x="312" y="107"/>
                </a:cubicBezTo>
                <a:lnTo>
                  <a:pt x="311" y="109"/>
                </a:lnTo>
                <a:lnTo>
                  <a:pt x="319" y="113"/>
                </a:lnTo>
                <a:cubicBezTo>
                  <a:pt x="320" y="113"/>
                  <a:pt x="320" y="114"/>
                  <a:pt x="321" y="114"/>
                </a:cubicBezTo>
                <a:cubicBezTo>
                  <a:pt x="321" y="114"/>
                  <a:pt x="321" y="114"/>
                  <a:pt x="321" y="114"/>
                </a:cubicBezTo>
                <a:cubicBezTo>
                  <a:pt x="321" y="114"/>
                  <a:pt x="322" y="114"/>
                  <a:pt x="322" y="113"/>
                </a:cubicBezTo>
                <a:lnTo>
                  <a:pt x="323" y="111"/>
                </a:lnTo>
                <a:cubicBezTo>
                  <a:pt x="323" y="111"/>
                  <a:pt x="323" y="110"/>
                  <a:pt x="323" y="110"/>
                </a:cubicBezTo>
                <a:cubicBezTo>
                  <a:pt x="323" y="109"/>
                  <a:pt x="323" y="109"/>
                  <a:pt x="322" y="108"/>
                </a:cubicBezTo>
                <a:cubicBezTo>
                  <a:pt x="322" y="108"/>
                  <a:pt x="321" y="107"/>
                  <a:pt x="320" y="106"/>
                </a:cubicBezTo>
                <a:lnTo>
                  <a:pt x="320" y="105"/>
                </a:lnTo>
                <a:lnTo>
                  <a:pt x="325" y="109"/>
                </a:lnTo>
                <a:lnTo>
                  <a:pt x="321" y="118"/>
                </a:lnTo>
                <a:lnTo>
                  <a:pt x="320" y="118"/>
                </a:lnTo>
                <a:lnTo>
                  <a:pt x="321" y="118"/>
                </a:lnTo>
                <a:cubicBezTo>
                  <a:pt x="321" y="117"/>
                  <a:pt x="321" y="117"/>
                  <a:pt x="320" y="117"/>
                </a:cubicBezTo>
                <a:cubicBezTo>
                  <a:pt x="320" y="116"/>
                  <a:pt x="320" y="116"/>
                  <a:pt x="320" y="116"/>
                </a:cubicBezTo>
                <a:cubicBezTo>
                  <a:pt x="319" y="115"/>
                  <a:pt x="319" y="115"/>
                  <a:pt x="318" y="115"/>
                </a:cubicBezTo>
                <a:lnTo>
                  <a:pt x="302" y="107"/>
                </a:lnTo>
                <a:cubicBezTo>
                  <a:pt x="301" y="106"/>
                  <a:pt x="300" y="106"/>
                  <a:pt x="299" y="106"/>
                </a:cubicBezTo>
                <a:cubicBezTo>
                  <a:pt x="299" y="106"/>
                  <a:pt x="298" y="106"/>
                  <a:pt x="298" y="107"/>
                </a:cubicBezTo>
                <a:lnTo>
                  <a:pt x="297" y="107"/>
                </a:lnTo>
                <a:lnTo>
                  <a:pt x="301" y="98"/>
                </a:lnTo>
                <a:lnTo>
                  <a:pt x="307" y="100"/>
                </a:lnTo>
                <a:cubicBezTo>
                  <a:pt x="305" y="100"/>
                  <a:pt x="304" y="100"/>
                  <a:pt x="304" y="100"/>
                </a:cubicBezTo>
                <a:cubicBezTo>
                  <a:pt x="303" y="99"/>
                  <a:pt x="303" y="100"/>
                  <a:pt x="302" y="100"/>
                </a:cubicBezTo>
                <a:cubicBezTo>
                  <a:pt x="302" y="100"/>
                  <a:pt x="302" y="100"/>
                  <a:pt x="302" y="101"/>
                </a:cubicBezTo>
                <a:lnTo>
                  <a:pt x="300" y="104"/>
                </a:lnTo>
                <a:close/>
              </a:path>
              <a:path w="336" h="189">
                <a:moveTo>
                  <a:pt x="298" y="108"/>
                </a:moveTo>
                <a:lnTo>
                  <a:pt x="303" y="111"/>
                </a:lnTo>
                <a:cubicBezTo>
                  <a:pt x="302" y="111"/>
                  <a:pt x="301" y="110"/>
                  <a:pt x="301" y="110"/>
                </a:cubicBezTo>
                <a:cubicBezTo>
                  <a:pt x="300" y="110"/>
                  <a:pt x="299" y="110"/>
                  <a:pt x="299" y="110"/>
                </a:cubicBezTo>
                <a:cubicBezTo>
                  <a:pt x="299" y="110"/>
                  <a:pt x="298" y="111"/>
                  <a:pt x="298" y="111"/>
                </a:cubicBezTo>
                <a:lnTo>
                  <a:pt x="297" y="113"/>
                </a:lnTo>
                <a:lnTo>
                  <a:pt x="315" y="122"/>
                </a:lnTo>
                <a:cubicBezTo>
                  <a:pt x="316" y="123"/>
                  <a:pt x="317" y="123"/>
                  <a:pt x="318" y="123"/>
                </a:cubicBezTo>
                <a:cubicBezTo>
                  <a:pt x="318" y="123"/>
                  <a:pt x="319" y="123"/>
                  <a:pt x="319" y="123"/>
                </a:cubicBezTo>
                <a:lnTo>
                  <a:pt x="319" y="122"/>
                </a:lnTo>
                <a:lnTo>
                  <a:pt x="320" y="123"/>
                </a:lnTo>
                <a:lnTo>
                  <a:pt x="317" y="128"/>
                </a:lnTo>
                <a:lnTo>
                  <a:pt x="317" y="127"/>
                </a:lnTo>
                <a:cubicBezTo>
                  <a:pt x="317" y="126"/>
                  <a:pt x="317" y="126"/>
                  <a:pt x="317" y="125"/>
                </a:cubicBezTo>
                <a:cubicBezTo>
                  <a:pt x="316" y="125"/>
                  <a:pt x="315" y="124"/>
                  <a:pt x="314" y="124"/>
                </a:cubicBezTo>
                <a:lnTo>
                  <a:pt x="296" y="114"/>
                </a:lnTo>
                <a:lnTo>
                  <a:pt x="296" y="116"/>
                </a:lnTo>
                <a:cubicBezTo>
                  <a:pt x="295" y="116"/>
                  <a:pt x="295" y="117"/>
                  <a:pt x="295" y="117"/>
                </a:cubicBezTo>
                <a:cubicBezTo>
                  <a:pt x="295" y="117"/>
                  <a:pt x="296" y="118"/>
                  <a:pt x="296" y="118"/>
                </a:cubicBezTo>
                <a:cubicBezTo>
                  <a:pt x="297" y="119"/>
                  <a:pt x="297" y="120"/>
                  <a:pt x="298" y="120"/>
                </a:cubicBezTo>
                <a:lnTo>
                  <a:pt x="293" y="117"/>
                </a:lnTo>
                <a:lnTo>
                  <a:pt x="298" y="108"/>
                </a:lnTo>
                <a:close/>
              </a:path>
              <a:path w="336" h="189">
                <a:moveTo>
                  <a:pt x="307" y="54"/>
                </a:moveTo>
                <a:cubicBezTo>
                  <a:pt x="307" y="53"/>
                  <a:pt x="308" y="51"/>
                  <a:pt x="310" y="50"/>
                </a:cubicBezTo>
                <a:cubicBezTo>
                  <a:pt x="313" y="49"/>
                  <a:pt x="316" y="48"/>
                  <a:pt x="320" y="48"/>
                </a:cubicBezTo>
                <a:cubicBezTo>
                  <a:pt x="324" y="48"/>
                  <a:pt x="327" y="48"/>
                  <a:pt x="330" y="50"/>
                </a:cubicBezTo>
                <a:cubicBezTo>
                  <a:pt x="333" y="51"/>
                  <a:pt x="334" y="52"/>
                  <a:pt x="334" y="54"/>
                </a:cubicBezTo>
                <a:cubicBezTo>
                  <a:pt x="334" y="56"/>
                  <a:pt x="333" y="57"/>
                  <a:pt x="330" y="59"/>
                </a:cubicBezTo>
                <a:cubicBezTo>
                  <a:pt x="328" y="60"/>
                  <a:pt x="325" y="61"/>
                  <a:pt x="320" y="61"/>
                </a:cubicBezTo>
                <a:cubicBezTo>
                  <a:pt x="316" y="61"/>
                  <a:pt x="313" y="60"/>
                  <a:pt x="310" y="59"/>
                </a:cubicBezTo>
                <a:cubicBezTo>
                  <a:pt x="308" y="57"/>
                  <a:pt x="307" y="56"/>
                  <a:pt x="307" y="54"/>
                </a:cubicBezTo>
                <a:close/>
                <a:moveTo>
                  <a:pt x="308" y="55"/>
                </a:moveTo>
                <a:cubicBezTo>
                  <a:pt x="308" y="56"/>
                  <a:pt x="309" y="57"/>
                  <a:pt x="311" y="57"/>
                </a:cubicBezTo>
                <a:cubicBezTo>
                  <a:pt x="313" y="58"/>
                  <a:pt x="316" y="58"/>
                  <a:pt x="320" y="58"/>
                </a:cubicBezTo>
                <a:cubicBezTo>
                  <a:pt x="325" y="58"/>
                  <a:pt x="328" y="58"/>
                  <a:pt x="330" y="57"/>
                </a:cubicBezTo>
                <a:cubicBezTo>
                  <a:pt x="332" y="56"/>
                  <a:pt x="333" y="55"/>
                  <a:pt x="333" y="54"/>
                </a:cubicBezTo>
                <a:cubicBezTo>
                  <a:pt x="333" y="53"/>
                  <a:pt x="332" y="52"/>
                  <a:pt x="330" y="51"/>
                </a:cubicBezTo>
                <a:cubicBezTo>
                  <a:pt x="328" y="50"/>
                  <a:pt x="325" y="50"/>
                  <a:pt x="321" y="50"/>
                </a:cubicBezTo>
                <a:cubicBezTo>
                  <a:pt x="316" y="50"/>
                  <a:pt x="313" y="51"/>
                  <a:pt x="311" y="52"/>
                </a:cubicBezTo>
                <a:cubicBezTo>
                  <a:pt x="309" y="52"/>
                  <a:pt x="308" y="53"/>
                  <a:pt x="308" y="55"/>
                </a:cubicBezTo>
                <a:close/>
              </a:path>
              <a:path w="336" h="189">
                <a:moveTo>
                  <a:pt x="310" y="75"/>
                </a:moveTo>
                <a:lnTo>
                  <a:pt x="310" y="71"/>
                </a:lnTo>
                <a:lnTo>
                  <a:pt x="329" y="63"/>
                </a:lnTo>
                <a:lnTo>
                  <a:pt x="314" y="63"/>
                </a:lnTo>
                <a:cubicBezTo>
                  <a:pt x="313" y="63"/>
                  <a:pt x="312" y="63"/>
                  <a:pt x="311" y="63"/>
                </a:cubicBezTo>
                <a:cubicBezTo>
                  <a:pt x="311" y="63"/>
                  <a:pt x="310" y="64"/>
                  <a:pt x="310" y="64"/>
                </a:cubicBezTo>
                <a:lnTo>
                  <a:pt x="310" y="65"/>
                </a:lnTo>
                <a:lnTo>
                  <a:pt x="310" y="60"/>
                </a:lnTo>
                <a:lnTo>
                  <a:pt x="310" y="61"/>
                </a:lnTo>
                <a:cubicBezTo>
                  <a:pt x="310" y="61"/>
                  <a:pt x="311" y="62"/>
                  <a:pt x="311" y="62"/>
                </a:cubicBezTo>
                <a:cubicBezTo>
                  <a:pt x="312" y="62"/>
                  <a:pt x="313" y="62"/>
                  <a:pt x="314" y="62"/>
                </a:cubicBezTo>
                <a:lnTo>
                  <a:pt x="336" y="62"/>
                </a:lnTo>
                <a:lnTo>
                  <a:pt x="315" y="71"/>
                </a:lnTo>
                <a:lnTo>
                  <a:pt x="332" y="71"/>
                </a:lnTo>
                <a:cubicBezTo>
                  <a:pt x="333" y="71"/>
                  <a:pt x="334" y="71"/>
                  <a:pt x="335" y="70"/>
                </a:cubicBezTo>
                <a:cubicBezTo>
                  <a:pt x="335" y="70"/>
                  <a:pt x="335" y="70"/>
                  <a:pt x="335" y="69"/>
                </a:cubicBezTo>
                <a:lnTo>
                  <a:pt x="336" y="69"/>
                </a:lnTo>
                <a:lnTo>
                  <a:pt x="336" y="73"/>
                </a:lnTo>
                <a:lnTo>
                  <a:pt x="335" y="73"/>
                </a:lnTo>
                <a:cubicBezTo>
                  <a:pt x="335" y="72"/>
                  <a:pt x="335" y="72"/>
                  <a:pt x="334" y="72"/>
                </a:cubicBezTo>
                <a:cubicBezTo>
                  <a:pt x="334" y="72"/>
                  <a:pt x="333" y="72"/>
                  <a:pt x="332" y="72"/>
                </a:cubicBezTo>
                <a:lnTo>
                  <a:pt x="313" y="72"/>
                </a:lnTo>
                <a:cubicBezTo>
                  <a:pt x="312" y="72"/>
                  <a:pt x="312" y="73"/>
                  <a:pt x="311" y="73"/>
                </a:cubicBezTo>
                <a:cubicBezTo>
                  <a:pt x="311" y="73"/>
                  <a:pt x="311" y="73"/>
                  <a:pt x="311" y="74"/>
                </a:cubicBezTo>
                <a:cubicBezTo>
                  <a:pt x="311" y="74"/>
                  <a:pt x="311" y="74"/>
                  <a:pt x="311" y="75"/>
                </a:cubicBezTo>
                <a:lnTo>
                  <a:pt x="310" y="75"/>
                </a:lnTo>
                <a:close/>
              </a:path>
              <a:path w="336" h="189">
                <a:moveTo>
                  <a:pt x="301" y="38"/>
                </a:moveTo>
                <a:cubicBezTo>
                  <a:pt x="300" y="36"/>
                  <a:pt x="301" y="34"/>
                  <a:pt x="303" y="32"/>
                </a:cubicBezTo>
                <a:cubicBezTo>
                  <a:pt x="305" y="30"/>
                  <a:pt x="307" y="28"/>
                  <a:pt x="311" y="27"/>
                </a:cubicBezTo>
                <a:cubicBezTo>
                  <a:pt x="315" y="25"/>
                  <a:pt x="318" y="25"/>
                  <a:pt x="321" y="25"/>
                </a:cubicBezTo>
                <a:cubicBezTo>
                  <a:pt x="324" y="25"/>
                  <a:pt x="326" y="26"/>
                  <a:pt x="326" y="27"/>
                </a:cubicBezTo>
                <a:cubicBezTo>
                  <a:pt x="327" y="29"/>
                  <a:pt x="326" y="31"/>
                  <a:pt x="325" y="33"/>
                </a:cubicBezTo>
                <a:cubicBezTo>
                  <a:pt x="323" y="35"/>
                  <a:pt x="320" y="37"/>
                  <a:pt x="316" y="39"/>
                </a:cubicBezTo>
                <a:cubicBezTo>
                  <a:pt x="312" y="40"/>
                  <a:pt x="309" y="41"/>
                  <a:pt x="306" y="41"/>
                </a:cubicBezTo>
                <a:cubicBezTo>
                  <a:pt x="303" y="40"/>
                  <a:pt x="302" y="39"/>
                  <a:pt x="301" y="38"/>
                </a:cubicBezTo>
                <a:close/>
                <a:moveTo>
                  <a:pt x="302" y="38"/>
                </a:moveTo>
                <a:cubicBezTo>
                  <a:pt x="303" y="39"/>
                  <a:pt x="304" y="39"/>
                  <a:pt x="306" y="39"/>
                </a:cubicBezTo>
                <a:cubicBezTo>
                  <a:pt x="308" y="39"/>
                  <a:pt x="311" y="38"/>
                  <a:pt x="315" y="37"/>
                </a:cubicBezTo>
                <a:cubicBezTo>
                  <a:pt x="319" y="35"/>
                  <a:pt x="322" y="33"/>
                  <a:pt x="324" y="31"/>
                </a:cubicBezTo>
                <a:cubicBezTo>
                  <a:pt x="325" y="30"/>
                  <a:pt x="326" y="29"/>
                  <a:pt x="325" y="28"/>
                </a:cubicBezTo>
                <a:cubicBezTo>
                  <a:pt x="325" y="27"/>
                  <a:pt x="323" y="26"/>
                  <a:pt x="321" y="26"/>
                </a:cubicBezTo>
                <a:cubicBezTo>
                  <a:pt x="319" y="26"/>
                  <a:pt x="316" y="27"/>
                  <a:pt x="312" y="29"/>
                </a:cubicBezTo>
                <a:cubicBezTo>
                  <a:pt x="308" y="30"/>
                  <a:pt x="305" y="32"/>
                  <a:pt x="304" y="34"/>
                </a:cubicBezTo>
                <a:cubicBezTo>
                  <a:pt x="302" y="35"/>
                  <a:pt x="302" y="36"/>
                  <a:pt x="302" y="38"/>
                </a:cubicBezTo>
                <a:close/>
              </a:path>
              <a:path w="336" h="189">
                <a:moveTo>
                  <a:pt x="323" y="35"/>
                </a:moveTo>
                <a:lnTo>
                  <a:pt x="324" y="35"/>
                </a:lnTo>
                <a:lnTo>
                  <a:pt x="331" y="35"/>
                </a:lnTo>
                <a:lnTo>
                  <a:pt x="332" y="45"/>
                </a:lnTo>
                <a:cubicBezTo>
                  <a:pt x="331" y="44"/>
                  <a:pt x="331" y="44"/>
                  <a:pt x="330" y="44"/>
                </a:cubicBezTo>
                <a:cubicBezTo>
                  <a:pt x="330" y="44"/>
                  <a:pt x="329" y="44"/>
                  <a:pt x="327" y="44"/>
                </a:cubicBezTo>
                <a:lnTo>
                  <a:pt x="311" y="47"/>
                </a:lnTo>
                <a:cubicBezTo>
                  <a:pt x="309" y="47"/>
                  <a:pt x="308" y="47"/>
                  <a:pt x="308" y="47"/>
                </a:cubicBezTo>
                <a:cubicBezTo>
                  <a:pt x="307" y="48"/>
                  <a:pt x="307" y="48"/>
                  <a:pt x="307" y="49"/>
                </a:cubicBezTo>
                <a:lnTo>
                  <a:pt x="306" y="49"/>
                </a:lnTo>
                <a:lnTo>
                  <a:pt x="305" y="43"/>
                </a:lnTo>
                <a:lnTo>
                  <a:pt x="306" y="43"/>
                </a:lnTo>
                <a:cubicBezTo>
                  <a:pt x="306" y="44"/>
                  <a:pt x="306" y="44"/>
                  <a:pt x="307" y="45"/>
                </a:cubicBezTo>
                <a:cubicBezTo>
                  <a:pt x="307" y="45"/>
                  <a:pt x="307" y="45"/>
                  <a:pt x="308" y="45"/>
                </a:cubicBezTo>
                <a:cubicBezTo>
                  <a:pt x="308" y="45"/>
                  <a:pt x="309" y="45"/>
                  <a:pt x="311" y="45"/>
                </a:cubicBezTo>
                <a:lnTo>
                  <a:pt x="327" y="42"/>
                </a:lnTo>
                <a:cubicBezTo>
                  <a:pt x="328" y="42"/>
                  <a:pt x="329" y="42"/>
                  <a:pt x="329" y="42"/>
                </a:cubicBezTo>
                <a:cubicBezTo>
                  <a:pt x="330" y="41"/>
                  <a:pt x="330" y="41"/>
                  <a:pt x="330" y="41"/>
                </a:cubicBezTo>
                <a:cubicBezTo>
                  <a:pt x="330" y="41"/>
                  <a:pt x="330" y="40"/>
                  <a:pt x="330" y="40"/>
                </a:cubicBezTo>
                <a:lnTo>
                  <a:pt x="330" y="39"/>
                </a:lnTo>
                <a:cubicBezTo>
                  <a:pt x="330" y="38"/>
                  <a:pt x="329" y="37"/>
                  <a:pt x="329" y="37"/>
                </a:cubicBezTo>
                <a:cubicBezTo>
                  <a:pt x="329" y="36"/>
                  <a:pt x="328" y="36"/>
                  <a:pt x="327" y="36"/>
                </a:cubicBezTo>
                <a:cubicBezTo>
                  <a:pt x="326" y="36"/>
                  <a:pt x="325" y="35"/>
                  <a:pt x="323" y="35"/>
                </a:cubicBezTo>
                <a:close/>
              </a:path>
              <a:path w="336" h="189">
                <a:moveTo>
                  <a:pt x="286" y="18"/>
                </a:moveTo>
                <a:lnTo>
                  <a:pt x="283" y="14"/>
                </a:lnTo>
                <a:lnTo>
                  <a:pt x="284" y="14"/>
                </a:lnTo>
                <a:cubicBezTo>
                  <a:pt x="284" y="14"/>
                  <a:pt x="284" y="14"/>
                  <a:pt x="285" y="14"/>
                </a:cubicBezTo>
                <a:cubicBezTo>
                  <a:pt x="285" y="14"/>
                  <a:pt x="285" y="14"/>
                  <a:pt x="286" y="14"/>
                </a:cubicBezTo>
                <a:cubicBezTo>
                  <a:pt x="287" y="14"/>
                  <a:pt x="288" y="14"/>
                  <a:pt x="289" y="13"/>
                </a:cubicBezTo>
                <a:lnTo>
                  <a:pt x="298" y="9"/>
                </a:lnTo>
                <a:lnTo>
                  <a:pt x="303" y="4"/>
                </a:lnTo>
                <a:cubicBezTo>
                  <a:pt x="304" y="3"/>
                  <a:pt x="305" y="3"/>
                  <a:pt x="305" y="2"/>
                </a:cubicBezTo>
                <a:cubicBezTo>
                  <a:pt x="306" y="2"/>
                  <a:pt x="306" y="1"/>
                  <a:pt x="305" y="1"/>
                </a:cubicBezTo>
                <a:lnTo>
                  <a:pt x="305" y="0"/>
                </a:lnTo>
                <a:lnTo>
                  <a:pt x="309" y="4"/>
                </a:lnTo>
                <a:lnTo>
                  <a:pt x="309" y="5"/>
                </a:lnTo>
                <a:lnTo>
                  <a:pt x="308" y="4"/>
                </a:lnTo>
                <a:cubicBezTo>
                  <a:pt x="308" y="4"/>
                  <a:pt x="307" y="4"/>
                  <a:pt x="307" y="4"/>
                </a:cubicBezTo>
                <a:cubicBezTo>
                  <a:pt x="306" y="4"/>
                  <a:pt x="306" y="5"/>
                  <a:pt x="304" y="6"/>
                </a:cubicBezTo>
                <a:lnTo>
                  <a:pt x="300" y="10"/>
                </a:lnTo>
                <a:lnTo>
                  <a:pt x="294" y="20"/>
                </a:lnTo>
                <a:cubicBezTo>
                  <a:pt x="293" y="21"/>
                  <a:pt x="293" y="22"/>
                  <a:pt x="293" y="22"/>
                </a:cubicBezTo>
                <a:cubicBezTo>
                  <a:pt x="293" y="23"/>
                  <a:pt x="293" y="23"/>
                  <a:pt x="292" y="24"/>
                </a:cubicBezTo>
                <a:cubicBezTo>
                  <a:pt x="292" y="24"/>
                  <a:pt x="293" y="24"/>
                  <a:pt x="293" y="24"/>
                </a:cubicBezTo>
                <a:lnTo>
                  <a:pt x="292" y="25"/>
                </a:lnTo>
                <a:lnTo>
                  <a:pt x="288" y="21"/>
                </a:lnTo>
                <a:lnTo>
                  <a:pt x="289" y="20"/>
                </a:lnTo>
                <a:cubicBezTo>
                  <a:pt x="289" y="21"/>
                  <a:pt x="290" y="21"/>
                  <a:pt x="290" y="21"/>
                </a:cubicBezTo>
                <a:cubicBezTo>
                  <a:pt x="290" y="21"/>
                  <a:pt x="291" y="20"/>
                  <a:pt x="291" y="20"/>
                </a:cubicBezTo>
                <a:cubicBezTo>
                  <a:pt x="292" y="20"/>
                  <a:pt x="292" y="19"/>
                  <a:pt x="293" y="18"/>
                </a:cubicBezTo>
                <a:lnTo>
                  <a:pt x="297" y="10"/>
                </a:lnTo>
                <a:lnTo>
                  <a:pt x="290" y="14"/>
                </a:lnTo>
                <a:cubicBezTo>
                  <a:pt x="288" y="14"/>
                  <a:pt x="288" y="15"/>
                  <a:pt x="287" y="15"/>
                </a:cubicBezTo>
                <a:cubicBezTo>
                  <a:pt x="287" y="15"/>
                  <a:pt x="287" y="16"/>
                  <a:pt x="286" y="16"/>
                </a:cubicBezTo>
                <a:cubicBezTo>
                  <a:pt x="286" y="16"/>
                  <a:pt x="286" y="16"/>
                  <a:pt x="286" y="17"/>
                </a:cubicBezTo>
                <a:cubicBezTo>
                  <a:pt x="286" y="17"/>
                  <a:pt x="286" y="17"/>
                  <a:pt x="287" y="17"/>
                </a:cubicBezTo>
                <a:lnTo>
                  <a:pt x="286" y="18"/>
                </a:lnTo>
                <a:close/>
              </a:path>
              <a:path w="336" h="189">
                <a:moveTo>
                  <a:pt x="35" y="20"/>
                </a:moveTo>
                <a:lnTo>
                  <a:pt x="32" y="25"/>
                </a:lnTo>
                <a:lnTo>
                  <a:pt x="39" y="29"/>
                </a:lnTo>
                <a:cubicBezTo>
                  <a:pt x="40" y="29"/>
                  <a:pt x="41" y="30"/>
                  <a:pt x="41" y="30"/>
                </a:cubicBezTo>
                <a:cubicBezTo>
                  <a:pt x="42" y="30"/>
                  <a:pt x="42" y="30"/>
                  <a:pt x="42" y="30"/>
                </a:cubicBezTo>
                <a:cubicBezTo>
                  <a:pt x="43" y="30"/>
                  <a:pt x="43" y="30"/>
                  <a:pt x="43" y="29"/>
                </a:cubicBezTo>
                <a:lnTo>
                  <a:pt x="44" y="29"/>
                </a:lnTo>
                <a:lnTo>
                  <a:pt x="41" y="34"/>
                </a:lnTo>
                <a:lnTo>
                  <a:pt x="41" y="33"/>
                </a:lnTo>
                <a:cubicBezTo>
                  <a:pt x="41" y="33"/>
                  <a:pt x="41" y="33"/>
                  <a:pt x="41" y="33"/>
                </a:cubicBezTo>
                <a:cubicBezTo>
                  <a:pt x="41" y="32"/>
                  <a:pt x="41" y="32"/>
                  <a:pt x="40" y="32"/>
                </a:cubicBezTo>
                <a:cubicBezTo>
                  <a:pt x="40" y="31"/>
                  <a:pt x="39" y="31"/>
                  <a:pt x="38" y="30"/>
                </a:cubicBezTo>
                <a:lnTo>
                  <a:pt x="23" y="22"/>
                </a:lnTo>
                <a:cubicBezTo>
                  <a:pt x="22" y="21"/>
                  <a:pt x="21" y="21"/>
                  <a:pt x="21" y="21"/>
                </a:cubicBezTo>
                <a:cubicBezTo>
                  <a:pt x="21" y="21"/>
                  <a:pt x="20" y="21"/>
                  <a:pt x="20" y="21"/>
                </a:cubicBezTo>
                <a:cubicBezTo>
                  <a:pt x="19" y="21"/>
                  <a:pt x="19" y="21"/>
                  <a:pt x="19" y="21"/>
                </a:cubicBezTo>
                <a:lnTo>
                  <a:pt x="19" y="22"/>
                </a:lnTo>
                <a:lnTo>
                  <a:pt x="18" y="21"/>
                </a:lnTo>
                <a:lnTo>
                  <a:pt x="21" y="17"/>
                </a:lnTo>
                <a:lnTo>
                  <a:pt x="22" y="17"/>
                </a:lnTo>
                <a:lnTo>
                  <a:pt x="21" y="17"/>
                </a:lnTo>
                <a:cubicBezTo>
                  <a:pt x="21" y="18"/>
                  <a:pt x="21" y="18"/>
                  <a:pt x="22" y="19"/>
                </a:cubicBezTo>
                <a:cubicBezTo>
                  <a:pt x="22" y="19"/>
                  <a:pt x="23" y="20"/>
                  <a:pt x="24" y="20"/>
                </a:cubicBezTo>
                <a:lnTo>
                  <a:pt x="31" y="24"/>
                </a:lnTo>
                <a:lnTo>
                  <a:pt x="34" y="19"/>
                </a:lnTo>
                <a:lnTo>
                  <a:pt x="27" y="15"/>
                </a:lnTo>
                <a:cubicBezTo>
                  <a:pt x="26" y="15"/>
                  <a:pt x="25" y="14"/>
                  <a:pt x="25" y="14"/>
                </a:cubicBezTo>
                <a:cubicBezTo>
                  <a:pt x="24" y="14"/>
                  <a:pt x="24" y="14"/>
                  <a:pt x="24" y="14"/>
                </a:cubicBezTo>
                <a:cubicBezTo>
                  <a:pt x="23" y="14"/>
                  <a:pt x="23" y="14"/>
                  <a:pt x="23" y="14"/>
                </a:cubicBezTo>
                <a:lnTo>
                  <a:pt x="23" y="15"/>
                </a:lnTo>
                <a:lnTo>
                  <a:pt x="22" y="15"/>
                </a:lnTo>
                <a:lnTo>
                  <a:pt x="25" y="10"/>
                </a:lnTo>
                <a:cubicBezTo>
                  <a:pt x="25" y="11"/>
                  <a:pt x="25" y="11"/>
                  <a:pt x="25" y="12"/>
                </a:cubicBezTo>
                <a:cubicBezTo>
                  <a:pt x="26" y="12"/>
                  <a:pt x="27" y="13"/>
                  <a:pt x="28" y="14"/>
                </a:cubicBezTo>
                <a:lnTo>
                  <a:pt x="43" y="22"/>
                </a:lnTo>
                <a:cubicBezTo>
                  <a:pt x="44" y="22"/>
                  <a:pt x="45" y="23"/>
                  <a:pt x="45" y="23"/>
                </a:cubicBezTo>
                <a:cubicBezTo>
                  <a:pt x="45" y="23"/>
                  <a:pt x="46" y="23"/>
                  <a:pt x="46" y="23"/>
                </a:cubicBezTo>
                <a:cubicBezTo>
                  <a:pt x="46" y="23"/>
                  <a:pt x="47" y="23"/>
                  <a:pt x="47" y="23"/>
                </a:cubicBezTo>
                <a:lnTo>
                  <a:pt x="47" y="22"/>
                </a:lnTo>
                <a:lnTo>
                  <a:pt x="48" y="22"/>
                </a:lnTo>
                <a:lnTo>
                  <a:pt x="45" y="27"/>
                </a:lnTo>
                <a:lnTo>
                  <a:pt x="44" y="27"/>
                </a:lnTo>
                <a:lnTo>
                  <a:pt x="45" y="27"/>
                </a:lnTo>
                <a:cubicBezTo>
                  <a:pt x="45" y="26"/>
                  <a:pt x="45" y="26"/>
                  <a:pt x="45" y="26"/>
                </a:cubicBezTo>
                <a:cubicBezTo>
                  <a:pt x="45" y="25"/>
                  <a:pt x="44" y="25"/>
                  <a:pt x="44" y="25"/>
                </a:cubicBezTo>
                <a:cubicBezTo>
                  <a:pt x="44" y="25"/>
                  <a:pt x="43" y="24"/>
                  <a:pt x="42" y="23"/>
                </a:cubicBezTo>
                <a:lnTo>
                  <a:pt x="35" y="20"/>
                </a:lnTo>
                <a:close/>
              </a:path>
              <a:path w="336" h="189">
                <a:moveTo>
                  <a:pt x="36" y="43"/>
                </a:moveTo>
                <a:lnTo>
                  <a:pt x="36" y="43"/>
                </a:lnTo>
                <a:lnTo>
                  <a:pt x="34" y="47"/>
                </a:lnTo>
                <a:lnTo>
                  <a:pt x="33" y="47"/>
                </a:lnTo>
                <a:lnTo>
                  <a:pt x="34" y="47"/>
                </a:lnTo>
                <a:cubicBezTo>
                  <a:pt x="34" y="46"/>
                  <a:pt x="34" y="46"/>
                  <a:pt x="33" y="45"/>
                </a:cubicBezTo>
                <a:cubicBezTo>
                  <a:pt x="33" y="45"/>
                  <a:pt x="32" y="44"/>
                  <a:pt x="31" y="43"/>
                </a:cubicBezTo>
                <a:lnTo>
                  <a:pt x="21" y="38"/>
                </a:lnTo>
                <a:cubicBezTo>
                  <a:pt x="19" y="37"/>
                  <a:pt x="17" y="36"/>
                  <a:pt x="16" y="35"/>
                </a:cubicBezTo>
                <a:cubicBezTo>
                  <a:pt x="15" y="34"/>
                  <a:pt x="14" y="33"/>
                  <a:pt x="14" y="32"/>
                </a:cubicBezTo>
                <a:cubicBezTo>
                  <a:pt x="13" y="30"/>
                  <a:pt x="13" y="29"/>
                  <a:pt x="14" y="28"/>
                </a:cubicBezTo>
                <a:cubicBezTo>
                  <a:pt x="14" y="27"/>
                  <a:pt x="15" y="26"/>
                  <a:pt x="17" y="26"/>
                </a:cubicBezTo>
                <a:cubicBezTo>
                  <a:pt x="18" y="26"/>
                  <a:pt x="19" y="26"/>
                  <a:pt x="21" y="27"/>
                </a:cubicBezTo>
                <a:cubicBezTo>
                  <a:pt x="22" y="27"/>
                  <a:pt x="24" y="28"/>
                  <a:pt x="27" y="30"/>
                </a:cubicBezTo>
                <a:lnTo>
                  <a:pt x="36" y="35"/>
                </a:lnTo>
                <a:cubicBezTo>
                  <a:pt x="37" y="35"/>
                  <a:pt x="38" y="36"/>
                  <a:pt x="39" y="36"/>
                </a:cubicBezTo>
                <a:cubicBezTo>
                  <a:pt x="39" y="36"/>
                  <a:pt x="40" y="36"/>
                  <a:pt x="40" y="35"/>
                </a:cubicBezTo>
                <a:lnTo>
                  <a:pt x="41" y="35"/>
                </a:lnTo>
                <a:lnTo>
                  <a:pt x="38" y="40"/>
                </a:lnTo>
                <a:lnTo>
                  <a:pt x="37" y="40"/>
                </a:lnTo>
                <a:lnTo>
                  <a:pt x="38" y="39"/>
                </a:lnTo>
                <a:cubicBezTo>
                  <a:pt x="38" y="39"/>
                  <a:pt x="38" y="38"/>
                  <a:pt x="37" y="38"/>
                </a:cubicBezTo>
                <a:cubicBezTo>
                  <a:pt x="37" y="37"/>
                  <a:pt x="36" y="37"/>
                  <a:pt x="35" y="36"/>
                </a:cubicBezTo>
                <a:lnTo>
                  <a:pt x="25" y="31"/>
                </a:lnTo>
                <a:cubicBezTo>
                  <a:pt x="24" y="30"/>
                  <a:pt x="23" y="30"/>
                  <a:pt x="22" y="29"/>
                </a:cubicBezTo>
                <a:cubicBezTo>
                  <a:pt x="20" y="28"/>
                  <a:pt x="19" y="28"/>
                  <a:pt x="19" y="28"/>
                </a:cubicBezTo>
                <a:cubicBezTo>
                  <a:pt x="18" y="28"/>
                  <a:pt x="17" y="28"/>
                  <a:pt x="17" y="28"/>
                </a:cubicBezTo>
                <a:cubicBezTo>
                  <a:pt x="16" y="28"/>
                  <a:pt x="15" y="29"/>
                  <a:pt x="15" y="29"/>
                </a:cubicBezTo>
                <a:cubicBezTo>
                  <a:pt x="15" y="30"/>
                  <a:pt x="15" y="31"/>
                  <a:pt x="15" y="32"/>
                </a:cubicBezTo>
                <a:cubicBezTo>
                  <a:pt x="15" y="33"/>
                  <a:pt x="16" y="33"/>
                  <a:pt x="17" y="34"/>
                </a:cubicBezTo>
                <a:cubicBezTo>
                  <a:pt x="18" y="35"/>
                  <a:pt x="19" y="36"/>
                  <a:pt x="22" y="37"/>
                </a:cubicBezTo>
                <a:lnTo>
                  <a:pt x="31" y="43"/>
                </a:lnTo>
                <a:cubicBezTo>
                  <a:pt x="33" y="43"/>
                  <a:pt x="34" y="44"/>
                  <a:pt x="34" y="44"/>
                </a:cubicBezTo>
                <a:cubicBezTo>
                  <a:pt x="35" y="44"/>
                  <a:pt x="35" y="44"/>
                  <a:pt x="35" y="43"/>
                </a:cubicBezTo>
                <a:lnTo>
                  <a:pt x="36" y="43"/>
                </a:lnTo>
                <a:close/>
              </a:path>
              <a:path w="336" h="189">
                <a:moveTo>
                  <a:pt x="15" y="45"/>
                </a:moveTo>
                <a:lnTo>
                  <a:pt x="16" y="40"/>
                </a:lnTo>
                <a:lnTo>
                  <a:pt x="13" y="38"/>
                </a:lnTo>
                <a:cubicBezTo>
                  <a:pt x="12" y="37"/>
                  <a:pt x="11" y="37"/>
                  <a:pt x="11" y="37"/>
                </a:cubicBezTo>
                <a:cubicBezTo>
                  <a:pt x="11" y="37"/>
                  <a:pt x="10" y="37"/>
                  <a:pt x="10" y="37"/>
                </a:cubicBezTo>
                <a:cubicBezTo>
                  <a:pt x="9" y="37"/>
                  <a:pt x="9" y="37"/>
                  <a:pt x="9" y="38"/>
                </a:cubicBezTo>
                <a:lnTo>
                  <a:pt x="8" y="37"/>
                </a:lnTo>
                <a:lnTo>
                  <a:pt x="10" y="33"/>
                </a:lnTo>
                <a:lnTo>
                  <a:pt x="10" y="34"/>
                </a:lnTo>
                <a:cubicBezTo>
                  <a:pt x="10" y="34"/>
                  <a:pt x="10" y="35"/>
                  <a:pt x="11" y="35"/>
                </a:cubicBezTo>
                <a:cubicBezTo>
                  <a:pt x="11" y="36"/>
                  <a:pt x="12" y="36"/>
                  <a:pt x="14" y="37"/>
                </a:cubicBezTo>
                <a:lnTo>
                  <a:pt x="32" y="50"/>
                </a:lnTo>
                <a:lnTo>
                  <a:pt x="10" y="46"/>
                </a:lnTo>
                <a:cubicBezTo>
                  <a:pt x="8" y="46"/>
                  <a:pt x="7" y="46"/>
                  <a:pt x="7" y="46"/>
                </a:cubicBezTo>
                <a:cubicBezTo>
                  <a:pt x="6" y="46"/>
                  <a:pt x="6" y="46"/>
                  <a:pt x="5" y="47"/>
                </a:cubicBezTo>
                <a:lnTo>
                  <a:pt x="5" y="46"/>
                </a:lnTo>
                <a:lnTo>
                  <a:pt x="6" y="42"/>
                </a:lnTo>
                <a:lnTo>
                  <a:pt x="7" y="42"/>
                </a:lnTo>
                <a:cubicBezTo>
                  <a:pt x="7" y="42"/>
                  <a:pt x="7" y="43"/>
                  <a:pt x="7" y="43"/>
                </a:cubicBezTo>
                <a:cubicBezTo>
                  <a:pt x="7" y="43"/>
                  <a:pt x="8" y="44"/>
                  <a:pt x="8" y="44"/>
                </a:cubicBezTo>
                <a:cubicBezTo>
                  <a:pt x="9" y="44"/>
                  <a:pt x="10" y="44"/>
                  <a:pt x="11" y="44"/>
                </a:cubicBezTo>
                <a:lnTo>
                  <a:pt x="15" y="45"/>
                </a:lnTo>
                <a:close/>
                <a:moveTo>
                  <a:pt x="16" y="45"/>
                </a:moveTo>
                <a:lnTo>
                  <a:pt x="27" y="47"/>
                </a:lnTo>
                <a:lnTo>
                  <a:pt x="18" y="41"/>
                </a:lnTo>
                <a:lnTo>
                  <a:pt x="16" y="45"/>
                </a:lnTo>
                <a:close/>
              </a:path>
              <a:path w="336" h="189">
                <a:moveTo>
                  <a:pt x="29" y="62"/>
                </a:moveTo>
                <a:lnTo>
                  <a:pt x="5" y="52"/>
                </a:lnTo>
                <a:lnTo>
                  <a:pt x="5" y="57"/>
                </a:lnTo>
                <a:cubicBezTo>
                  <a:pt x="5" y="58"/>
                  <a:pt x="5" y="59"/>
                  <a:pt x="6" y="59"/>
                </a:cubicBezTo>
                <a:cubicBezTo>
                  <a:pt x="6" y="60"/>
                  <a:pt x="8" y="60"/>
                  <a:pt x="10" y="61"/>
                </a:cubicBezTo>
                <a:lnTo>
                  <a:pt x="3" y="60"/>
                </a:lnTo>
                <a:lnTo>
                  <a:pt x="4" y="49"/>
                </a:lnTo>
                <a:lnTo>
                  <a:pt x="28" y="59"/>
                </a:lnTo>
                <a:lnTo>
                  <a:pt x="28" y="55"/>
                </a:lnTo>
                <a:cubicBezTo>
                  <a:pt x="28" y="54"/>
                  <a:pt x="28" y="53"/>
                  <a:pt x="28" y="53"/>
                </a:cubicBezTo>
                <a:cubicBezTo>
                  <a:pt x="27" y="53"/>
                  <a:pt x="27" y="53"/>
                  <a:pt x="26" y="52"/>
                </a:cubicBezTo>
                <a:cubicBezTo>
                  <a:pt x="26" y="52"/>
                  <a:pt x="25" y="52"/>
                  <a:pt x="23" y="52"/>
                </a:cubicBezTo>
                <a:lnTo>
                  <a:pt x="23" y="51"/>
                </a:lnTo>
                <a:lnTo>
                  <a:pt x="30" y="52"/>
                </a:lnTo>
                <a:lnTo>
                  <a:pt x="29" y="62"/>
                </a:lnTo>
                <a:close/>
              </a:path>
              <a:path w="336" h="189">
                <a:moveTo>
                  <a:pt x="29" y="82"/>
                </a:moveTo>
                <a:cubicBezTo>
                  <a:pt x="29" y="84"/>
                  <a:pt x="28" y="85"/>
                  <a:pt x="25" y="87"/>
                </a:cubicBezTo>
                <a:cubicBezTo>
                  <a:pt x="22" y="88"/>
                  <a:pt x="19" y="89"/>
                  <a:pt x="15" y="89"/>
                </a:cubicBezTo>
                <a:cubicBezTo>
                  <a:pt x="11" y="89"/>
                  <a:pt x="8" y="89"/>
                  <a:pt x="5" y="87"/>
                </a:cubicBezTo>
                <a:cubicBezTo>
                  <a:pt x="3" y="86"/>
                  <a:pt x="1" y="85"/>
                  <a:pt x="1" y="83"/>
                </a:cubicBezTo>
                <a:cubicBezTo>
                  <a:pt x="1" y="81"/>
                  <a:pt x="2" y="80"/>
                  <a:pt x="5" y="78"/>
                </a:cubicBezTo>
                <a:cubicBezTo>
                  <a:pt x="7" y="77"/>
                  <a:pt x="11" y="76"/>
                  <a:pt x="15" y="76"/>
                </a:cubicBezTo>
                <a:cubicBezTo>
                  <a:pt x="19" y="76"/>
                  <a:pt x="22" y="77"/>
                  <a:pt x="25" y="78"/>
                </a:cubicBezTo>
                <a:cubicBezTo>
                  <a:pt x="27" y="79"/>
                  <a:pt x="29" y="80"/>
                  <a:pt x="29" y="82"/>
                </a:cubicBezTo>
                <a:close/>
                <a:moveTo>
                  <a:pt x="27" y="82"/>
                </a:moveTo>
                <a:cubicBezTo>
                  <a:pt x="27" y="81"/>
                  <a:pt x="26" y="80"/>
                  <a:pt x="25" y="79"/>
                </a:cubicBezTo>
                <a:cubicBezTo>
                  <a:pt x="22" y="78"/>
                  <a:pt x="19" y="78"/>
                  <a:pt x="15" y="78"/>
                </a:cubicBezTo>
                <a:cubicBezTo>
                  <a:pt x="11" y="79"/>
                  <a:pt x="7" y="79"/>
                  <a:pt x="5" y="80"/>
                </a:cubicBezTo>
                <a:cubicBezTo>
                  <a:pt x="3" y="81"/>
                  <a:pt x="2" y="82"/>
                  <a:pt x="3" y="83"/>
                </a:cubicBezTo>
                <a:cubicBezTo>
                  <a:pt x="3" y="84"/>
                  <a:pt x="4" y="85"/>
                  <a:pt x="6" y="86"/>
                </a:cubicBezTo>
                <a:cubicBezTo>
                  <a:pt x="8" y="87"/>
                  <a:pt x="11" y="87"/>
                  <a:pt x="15" y="87"/>
                </a:cubicBezTo>
                <a:cubicBezTo>
                  <a:pt x="19" y="87"/>
                  <a:pt x="23" y="86"/>
                  <a:pt x="25" y="85"/>
                </a:cubicBezTo>
                <a:cubicBezTo>
                  <a:pt x="26" y="84"/>
                  <a:pt x="27" y="83"/>
                  <a:pt x="27" y="82"/>
                </a:cubicBezTo>
                <a:close/>
              </a:path>
              <a:path w="336" h="189">
                <a:moveTo>
                  <a:pt x="16" y="66"/>
                </a:moveTo>
                <a:lnTo>
                  <a:pt x="15" y="72"/>
                </a:lnTo>
                <a:lnTo>
                  <a:pt x="22" y="73"/>
                </a:lnTo>
                <a:cubicBezTo>
                  <a:pt x="24" y="73"/>
                  <a:pt x="24" y="73"/>
                  <a:pt x="25" y="73"/>
                </a:cubicBezTo>
                <a:cubicBezTo>
                  <a:pt x="25" y="73"/>
                  <a:pt x="26" y="73"/>
                  <a:pt x="26" y="73"/>
                </a:cubicBezTo>
                <a:cubicBezTo>
                  <a:pt x="26" y="73"/>
                  <a:pt x="26" y="72"/>
                  <a:pt x="26" y="72"/>
                </a:cubicBezTo>
                <a:lnTo>
                  <a:pt x="27" y="72"/>
                </a:lnTo>
                <a:lnTo>
                  <a:pt x="26" y="77"/>
                </a:lnTo>
                <a:cubicBezTo>
                  <a:pt x="26" y="76"/>
                  <a:pt x="26" y="76"/>
                  <a:pt x="25" y="76"/>
                </a:cubicBezTo>
                <a:cubicBezTo>
                  <a:pt x="25" y="76"/>
                  <a:pt x="25" y="75"/>
                  <a:pt x="25" y="75"/>
                </a:cubicBezTo>
                <a:cubicBezTo>
                  <a:pt x="24" y="75"/>
                  <a:pt x="23" y="75"/>
                  <a:pt x="22" y="75"/>
                </a:cubicBezTo>
                <a:lnTo>
                  <a:pt x="5" y="73"/>
                </a:lnTo>
                <a:cubicBezTo>
                  <a:pt x="4" y="72"/>
                  <a:pt x="3" y="72"/>
                  <a:pt x="3" y="72"/>
                </a:cubicBezTo>
                <a:cubicBezTo>
                  <a:pt x="2" y="72"/>
                  <a:pt x="2" y="72"/>
                  <a:pt x="2" y="73"/>
                </a:cubicBezTo>
                <a:cubicBezTo>
                  <a:pt x="1" y="73"/>
                  <a:pt x="1" y="73"/>
                  <a:pt x="1" y="73"/>
                </a:cubicBezTo>
                <a:lnTo>
                  <a:pt x="1" y="74"/>
                </a:lnTo>
                <a:lnTo>
                  <a:pt x="0" y="74"/>
                </a:lnTo>
                <a:lnTo>
                  <a:pt x="1" y="68"/>
                </a:lnTo>
                <a:lnTo>
                  <a:pt x="2" y="68"/>
                </a:lnTo>
                <a:lnTo>
                  <a:pt x="2" y="69"/>
                </a:lnTo>
                <a:cubicBezTo>
                  <a:pt x="2" y="69"/>
                  <a:pt x="2" y="70"/>
                  <a:pt x="2" y="70"/>
                </a:cubicBezTo>
                <a:cubicBezTo>
                  <a:pt x="3" y="70"/>
                  <a:pt x="4" y="71"/>
                  <a:pt x="5" y="71"/>
                </a:cubicBezTo>
                <a:lnTo>
                  <a:pt x="13" y="72"/>
                </a:lnTo>
                <a:lnTo>
                  <a:pt x="14" y="66"/>
                </a:lnTo>
                <a:lnTo>
                  <a:pt x="6" y="65"/>
                </a:lnTo>
                <a:cubicBezTo>
                  <a:pt x="5" y="65"/>
                  <a:pt x="4" y="65"/>
                  <a:pt x="4" y="65"/>
                </a:cubicBezTo>
                <a:cubicBezTo>
                  <a:pt x="3" y="65"/>
                  <a:pt x="3" y="65"/>
                  <a:pt x="3" y="65"/>
                </a:cubicBezTo>
                <a:cubicBezTo>
                  <a:pt x="2" y="65"/>
                  <a:pt x="2" y="65"/>
                  <a:pt x="2" y="66"/>
                </a:cubicBezTo>
                <a:lnTo>
                  <a:pt x="1" y="66"/>
                </a:lnTo>
                <a:lnTo>
                  <a:pt x="2" y="60"/>
                </a:lnTo>
                <a:lnTo>
                  <a:pt x="3" y="61"/>
                </a:lnTo>
                <a:cubicBezTo>
                  <a:pt x="3" y="62"/>
                  <a:pt x="3" y="62"/>
                  <a:pt x="3" y="62"/>
                </a:cubicBezTo>
                <a:cubicBezTo>
                  <a:pt x="4" y="63"/>
                  <a:pt x="5" y="63"/>
                  <a:pt x="6" y="63"/>
                </a:cubicBezTo>
                <a:lnTo>
                  <a:pt x="23" y="65"/>
                </a:lnTo>
                <a:cubicBezTo>
                  <a:pt x="25" y="65"/>
                  <a:pt x="25" y="65"/>
                  <a:pt x="26" y="65"/>
                </a:cubicBezTo>
                <a:cubicBezTo>
                  <a:pt x="26" y="65"/>
                  <a:pt x="27" y="65"/>
                  <a:pt x="27" y="65"/>
                </a:cubicBezTo>
                <a:cubicBezTo>
                  <a:pt x="27" y="65"/>
                  <a:pt x="27" y="65"/>
                  <a:pt x="27" y="64"/>
                </a:cubicBezTo>
                <a:lnTo>
                  <a:pt x="28" y="64"/>
                </a:lnTo>
                <a:lnTo>
                  <a:pt x="27" y="69"/>
                </a:lnTo>
                <a:cubicBezTo>
                  <a:pt x="27" y="69"/>
                  <a:pt x="27" y="68"/>
                  <a:pt x="26" y="68"/>
                </a:cubicBezTo>
                <a:cubicBezTo>
                  <a:pt x="26" y="68"/>
                  <a:pt x="26" y="67"/>
                  <a:pt x="26" y="67"/>
                </a:cubicBezTo>
                <a:cubicBezTo>
                  <a:pt x="25" y="67"/>
                  <a:pt x="24" y="67"/>
                  <a:pt x="23" y="67"/>
                </a:cubicBezTo>
                <a:lnTo>
                  <a:pt x="16" y="66"/>
                </a:lnTo>
                <a:close/>
              </a:path>
              <a:path w="336" h="189">
                <a:moveTo>
                  <a:pt x="29" y="84"/>
                </a:moveTo>
                <a:lnTo>
                  <a:pt x="30" y="88"/>
                </a:lnTo>
                <a:lnTo>
                  <a:pt x="14" y="101"/>
                </a:lnTo>
                <a:lnTo>
                  <a:pt x="28" y="97"/>
                </a:lnTo>
                <a:cubicBezTo>
                  <a:pt x="30" y="96"/>
                  <a:pt x="31" y="96"/>
                  <a:pt x="31" y="95"/>
                </a:cubicBezTo>
                <a:cubicBezTo>
                  <a:pt x="32" y="95"/>
                  <a:pt x="32" y="95"/>
                  <a:pt x="32" y="94"/>
                </a:cubicBezTo>
                <a:lnTo>
                  <a:pt x="31" y="94"/>
                </a:lnTo>
                <a:lnTo>
                  <a:pt x="32" y="93"/>
                </a:lnTo>
                <a:lnTo>
                  <a:pt x="33" y="98"/>
                </a:lnTo>
                <a:cubicBezTo>
                  <a:pt x="32" y="97"/>
                  <a:pt x="32" y="97"/>
                  <a:pt x="31" y="97"/>
                </a:cubicBezTo>
                <a:cubicBezTo>
                  <a:pt x="31" y="97"/>
                  <a:pt x="30" y="97"/>
                  <a:pt x="29" y="97"/>
                </a:cubicBezTo>
                <a:lnTo>
                  <a:pt x="7" y="104"/>
                </a:lnTo>
                <a:lnTo>
                  <a:pt x="25" y="89"/>
                </a:lnTo>
                <a:lnTo>
                  <a:pt x="9" y="94"/>
                </a:lnTo>
                <a:cubicBezTo>
                  <a:pt x="8" y="95"/>
                  <a:pt x="7" y="95"/>
                  <a:pt x="7" y="95"/>
                </a:cubicBezTo>
                <a:cubicBezTo>
                  <a:pt x="6" y="96"/>
                  <a:pt x="6" y="96"/>
                  <a:pt x="6" y="97"/>
                </a:cubicBezTo>
                <a:lnTo>
                  <a:pt x="4" y="93"/>
                </a:lnTo>
                <a:lnTo>
                  <a:pt x="5" y="93"/>
                </a:lnTo>
                <a:cubicBezTo>
                  <a:pt x="5" y="94"/>
                  <a:pt x="6" y="94"/>
                  <a:pt x="6" y="94"/>
                </a:cubicBezTo>
                <a:cubicBezTo>
                  <a:pt x="7" y="94"/>
                  <a:pt x="8" y="94"/>
                  <a:pt x="9" y="93"/>
                </a:cubicBezTo>
                <a:lnTo>
                  <a:pt x="27" y="88"/>
                </a:lnTo>
                <a:cubicBezTo>
                  <a:pt x="27" y="87"/>
                  <a:pt x="28" y="87"/>
                  <a:pt x="28" y="86"/>
                </a:cubicBezTo>
                <a:cubicBezTo>
                  <a:pt x="28" y="86"/>
                  <a:pt x="28" y="86"/>
                  <a:pt x="29" y="85"/>
                </a:cubicBezTo>
                <a:cubicBezTo>
                  <a:pt x="29" y="85"/>
                  <a:pt x="29" y="85"/>
                  <a:pt x="28" y="84"/>
                </a:cubicBezTo>
                <a:lnTo>
                  <a:pt x="29" y="84"/>
                </a:lnTo>
                <a:close/>
              </a:path>
              <a:path w="336" h="189">
                <a:moveTo>
                  <a:pt x="38" y="107"/>
                </a:moveTo>
                <a:lnTo>
                  <a:pt x="30" y="110"/>
                </a:lnTo>
                <a:cubicBezTo>
                  <a:pt x="32" y="109"/>
                  <a:pt x="33" y="108"/>
                  <a:pt x="34" y="107"/>
                </a:cubicBezTo>
                <a:cubicBezTo>
                  <a:pt x="35" y="106"/>
                  <a:pt x="36" y="105"/>
                  <a:pt x="35" y="104"/>
                </a:cubicBezTo>
                <a:cubicBezTo>
                  <a:pt x="35" y="102"/>
                  <a:pt x="33" y="101"/>
                  <a:pt x="30" y="101"/>
                </a:cubicBezTo>
                <a:cubicBezTo>
                  <a:pt x="28" y="102"/>
                  <a:pt x="25" y="102"/>
                  <a:pt x="22" y="103"/>
                </a:cubicBezTo>
                <a:cubicBezTo>
                  <a:pt x="20" y="104"/>
                  <a:pt x="18" y="105"/>
                  <a:pt x="16" y="106"/>
                </a:cubicBezTo>
                <a:cubicBezTo>
                  <a:pt x="14" y="107"/>
                  <a:pt x="13" y="108"/>
                  <a:pt x="12" y="109"/>
                </a:cubicBezTo>
                <a:cubicBezTo>
                  <a:pt x="12" y="110"/>
                  <a:pt x="11" y="111"/>
                  <a:pt x="12" y="112"/>
                </a:cubicBezTo>
                <a:cubicBezTo>
                  <a:pt x="12" y="112"/>
                  <a:pt x="12" y="113"/>
                  <a:pt x="12" y="113"/>
                </a:cubicBezTo>
                <a:cubicBezTo>
                  <a:pt x="13" y="113"/>
                  <a:pt x="13" y="114"/>
                  <a:pt x="14" y="114"/>
                </a:cubicBezTo>
                <a:lnTo>
                  <a:pt x="21" y="112"/>
                </a:lnTo>
                <a:cubicBezTo>
                  <a:pt x="22" y="111"/>
                  <a:pt x="23" y="111"/>
                  <a:pt x="24" y="111"/>
                </a:cubicBezTo>
                <a:cubicBezTo>
                  <a:pt x="24" y="110"/>
                  <a:pt x="24" y="110"/>
                  <a:pt x="24" y="110"/>
                </a:cubicBezTo>
                <a:cubicBezTo>
                  <a:pt x="24" y="110"/>
                  <a:pt x="24" y="109"/>
                  <a:pt x="24" y="109"/>
                </a:cubicBezTo>
                <a:lnTo>
                  <a:pt x="25" y="108"/>
                </a:lnTo>
                <a:lnTo>
                  <a:pt x="27" y="113"/>
                </a:lnTo>
                <a:lnTo>
                  <a:pt x="26" y="113"/>
                </a:lnTo>
                <a:cubicBezTo>
                  <a:pt x="26" y="113"/>
                  <a:pt x="25" y="113"/>
                  <a:pt x="24" y="113"/>
                </a:cubicBezTo>
                <a:cubicBezTo>
                  <a:pt x="24" y="113"/>
                  <a:pt x="23" y="113"/>
                  <a:pt x="22" y="113"/>
                </a:cubicBezTo>
                <a:lnTo>
                  <a:pt x="14" y="116"/>
                </a:lnTo>
                <a:cubicBezTo>
                  <a:pt x="13" y="115"/>
                  <a:pt x="12" y="115"/>
                  <a:pt x="12" y="114"/>
                </a:cubicBezTo>
                <a:cubicBezTo>
                  <a:pt x="11" y="114"/>
                  <a:pt x="11" y="113"/>
                  <a:pt x="10" y="112"/>
                </a:cubicBezTo>
                <a:cubicBezTo>
                  <a:pt x="10" y="110"/>
                  <a:pt x="11" y="108"/>
                  <a:pt x="13" y="105"/>
                </a:cubicBezTo>
                <a:cubicBezTo>
                  <a:pt x="15" y="104"/>
                  <a:pt x="18" y="102"/>
                  <a:pt x="21" y="101"/>
                </a:cubicBezTo>
                <a:cubicBezTo>
                  <a:pt x="23" y="100"/>
                  <a:pt x="25" y="100"/>
                  <a:pt x="27" y="100"/>
                </a:cubicBezTo>
                <a:cubicBezTo>
                  <a:pt x="30" y="100"/>
                  <a:pt x="32" y="100"/>
                  <a:pt x="34" y="101"/>
                </a:cubicBezTo>
                <a:cubicBezTo>
                  <a:pt x="35" y="101"/>
                  <a:pt x="36" y="102"/>
                  <a:pt x="36" y="103"/>
                </a:cubicBezTo>
                <a:cubicBezTo>
                  <a:pt x="37" y="104"/>
                  <a:pt x="37" y="104"/>
                  <a:pt x="37" y="104"/>
                </a:cubicBezTo>
                <a:cubicBezTo>
                  <a:pt x="37" y="105"/>
                  <a:pt x="36" y="106"/>
                  <a:pt x="36" y="106"/>
                </a:cubicBezTo>
                <a:cubicBezTo>
                  <a:pt x="36" y="107"/>
                  <a:pt x="36" y="107"/>
                  <a:pt x="36" y="107"/>
                </a:cubicBezTo>
                <a:cubicBezTo>
                  <a:pt x="36" y="107"/>
                  <a:pt x="36" y="107"/>
                  <a:pt x="36" y="107"/>
                </a:cubicBezTo>
                <a:cubicBezTo>
                  <a:pt x="37" y="107"/>
                  <a:pt x="37" y="107"/>
                  <a:pt x="38" y="107"/>
                </a:cubicBezTo>
                <a:close/>
              </a:path>
              <a:path w="336" h="189">
                <a:moveTo>
                  <a:pt x="47" y="119"/>
                </a:moveTo>
                <a:lnTo>
                  <a:pt x="48" y="118"/>
                </a:lnTo>
                <a:lnTo>
                  <a:pt x="51" y="122"/>
                </a:lnTo>
                <a:lnTo>
                  <a:pt x="50" y="122"/>
                </a:lnTo>
                <a:cubicBezTo>
                  <a:pt x="49" y="121"/>
                  <a:pt x="49" y="121"/>
                  <a:pt x="48" y="122"/>
                </a:cubicBezTo>
                <a:cubicBezTo>
                  <a:pt x="48" y="122"/>
                  <a:pt x="47" y="122"/>
                  <a:pt x="46" y="123"/>
                </a:cubicBezTo>
                <a:lnTo>
                  <a:pt x="38" y="130"/>
                </a:lnTo>
                <a:cubicBezTo>
                  <a:pt x="36" y="132"/>
                  <a:pt x="34" y="133"/>
                  <a:pt x="33" y="134"/>
                </a:cubicBezTo>
                <a:cubicBezTo>
                  <a:pt x="31" y="135"/>
                  <a:pt x="30" y="135"/>
                  <a:pt x="29" y="135"/>
                </a:cubicBezTo>
                <a:cubicBezTo>
                  <a:pt x="27" y="135"/>
                  <a:pt x="26" y="135"/>
                  <a:pt x="26" y="134"/>
                </a:cubicBezTo>
                <a:cubicBezTo>
                  <a:pt x="25" y="133"/>
                  <a:pt x="24" y="131"/>
                  <a:pt x="25" y="130"/>
                </a:cubicBezTo>
                <a:cubicBezTo>
                  <a:pt x="25" y="129"/>
                  <a:pt x="26" y="128"/>
                  <a:pt x="27" y="126"/>
                </a:cubicBezTo>
                <a:cubicBezTo>
                  <a:pt x="27" y="126"/>
                  <a:pt x="29" y="124"/>
                  <a:pt x="32" y="122"/>
                </a:cubicBezTo>
                <a:lnTo>
                  <a:pt x="39" y="115"/>
                </a:lnTo>
                <a:cubicBezTo>
                  <a:pt x="41" y="114"/>
                  <a:pt x="41" y="114"/>
                  <a:pt x="42" y="113"/>
                </a:cubicBezTo>
                <a:cubicBezTo>
                  <a:pt x="42" y="113"/>
                  <a:pt x="42" y="112"/>
                  <a:pt x="42" y="112"/>
                </a:cubicBezTo>
                <a:lnTo>
                  <a:pt x="41" y="111"/>
                </a:lnTo>
                <a:lnTo>
                  <a:pt x="42" y="111"/>
                </a:lnTo>
                <a:lnTo>
                  <a:pt x="45" y="115"/>
                </a:lnTo>
                <a:lnTo>
                  <a:pt x="45" y="116"/>
                </a:lnTo>
                <a:lnTo>
                  <a:pt x="45" y="115"/>
                </a:lnTo>
                <a:cubicBezTo>
                  <a:pt x="44" y="115"/>
                  <a:pt x="44" y="115"/>
                  <a:pt x="43" y="115"/>
                </a:cubicBezTo>
                <a:cubicBezTo>
                  <a:pt x="43" y="115"/>
                  <a:pt x="42" y="116"/>
                  <a:pt x="41" y="117"/>
                </a:cubicBezTo>
                <a:lnTo>
                  <a:pt x="32" y="124"/>
                </a:lnTo>
                <a:cubicBezTo>
                  <a:pt x="31" y="125"/>
                  <a:pt x="30" y="126"/>
                  <a:pt x="29" y="127"/>
                </a:cubicBezTo>
                <a:cubicBezTo>
                  <a:pt x="28" y="127"/>
                  <a:pt x="28" y="128"/>
                  <a:pt x="27" y="129"/>
                </a:cubicBezTo>
                <a:cubicBezTo>
                  <a:pt x="27" y="130"/>
                  <a:pt x="26" y="130"/>
                  <a:pt x="26" y="131"/>
                </a:cubicBezTo>
                <a:cubicBezTo>
                  <a:pt x="26" y="132"/>
                  <a:pt x="26" y="132"/>
                  <a:pt x="27" y="133"/>
                </a:cubicBezTo>
                <a:cubicBezTo>
                  <a:pt x="27" y="133"/>
                  <a:pt x="28" y="134"/>
                  <a:pt x="29" y="134"/>
                </a:cubicBezTo>
                <a:cubicBezTo>
                  <a:pt x="30" y="134"/>
                  <a:pt x="31" y="133"/>
                  <a:pt x="32" y="133"/>
                </a:cubicBezTo>
                <a:cubicBezTo>
                  <a:pt x="33" y="132"/>
                  <a:pt x="35" y="131"/>
                  <a:pt x="37" y="129"/>
                </a:cubicBezTo>
                <a:lnTo>
                  <a:pt x="45" y="123"/>
                </a:lnTo>
                <a:cubicBezTo>
                  <a:pt x="47" y="122"/>
                  <a:pt x="47" y="121"/>
                  <a:pt x="48" y="120"/>
                </a:cubicBezTo>
                <a:cubicBezTo>
                  <a:pt x="48" y="120"/>
                  <a:pt x="48" y="119"/>
                  <a:pt x="47" y="119"/>
                </a:cubicBezTo>
                <a:close/>
              </a:path>
              <a:path w="336" h="189">
                <a:moveTo>
                  <a:pt x="51" y="121"/>
                </a:moveTo>
                <a:lnTo>
                  <a:pt x="53" y="123"/>
                </a:lnTo>
                <a:lnTo>
                  <a:pt x="46" y="143"/>
                </a:lnTo>
                <a:lnTo>
                  <a:pt x="56" y="132"/>
                </a:lnTo>
                <a:cubicBezTo>
                  <a:pt x="57" y="131"/>
                  <a:pt x="58" y="130"/>
                  <a:pt x="58" y="130"/>
                </a:cubicBezTo>
                <a:cubicBezTo>
                  <a:pt x="58" y="129"/>
                  <a:pt x="58" y="128"/>
                  <a:pt x="58" y="128"/>
                </a:cubicBezTo>
                <a:lnTo>
                  <a:pt x="57" y="128"/>
                </a:lnTo>
                <a:lnTo>
                  <a:pt x="58" y="127"/>
                </a:lnTo>
                <a:lnTo>
                  <a:pt x="61" y="130"/>
                </a:lnTo>
                <a:lnTo>
                  <a:pt x="61" y="131"/>
                </a:lnTo>
                <a:lnTo>
                  <a:pt x="60" y="131"/>
                </a:lnTo>
                <a:cubicBezTo>
                  <a:pt x="60" y="130"/>
                  <a:pt x="60" y="130"/>
                  <a:pt x="59" y="131"/>
                </a:cubicBezTo>
                <a:cubicBezTo>
                  <a:pt x="59" y="131"/>
                  <a:pt x="58" y="131"/>
                  <a:pt x="57" y="133"/>
                </a:cubicBezTo>
                <a:lnTo>
                  <a:pt x="42" y="149"/>
                </a:lnTo>
                <a:lnTo>
                  <a:pt x="50" y="127"/>
                </a:lnTo>
                <a:lnTo>
                  <a:pt x="39" y="140"/>
                </a:lnTo>
                <a:cubicBezTo>
                  <a:pt x="38" y="141"/>
                  <a:pt x="37" y="142"/>
                  <a:pt x="37" y="142"/>
                </a:cubicBezTo>
                <a:cubicBezTo>
                  <a:pt x="37" y="143"/>
                  <a:pt x="37" y="143"/>
                  <a:pt x="37" y="143"/>
                </a:cubicBezTo>
                <a:lnTo>
                  <a:pt x="38" y="144"/>
                </a:lnTo>
                <a:lnTo>
                  <a:pt x="37" y="144"/>
                </a:lnTo>
                <a:lnTo>
                  <a:pt x="34" y="141"/>
                </a:lnTo>
                <a:lnTo>
                  <a:pt x="35" y="141"/>
                </a:lnTo>
                <a:cubicBezTo>
                  <a:pt x="35" y="141"/>
                  <a:pt x="36" y="141"/>
                  <a:pt x="36" y="141"/>
                </a:cubicBezTo>
                <a:cubicBezTo>
                  <a:pt x="37" y="141"/>
                  <a:pt x="37" y="140"/>
                  <a:pt x="38" y="139"/>
                </a:cubicBezTo>
                <a:lnTo>
                  <a:pt x="50" y="125"/>
                </a:lnTo>
                <a:cubicBezTo>
                  <a:pt x="51" y="124"/>
                  <a:pt x="51" y="124"/>
                  <a:pt x="51" y="123"/>
                </a:cubicBezTo>
                <a:cubicBezTo>
                  <a:pt x="51" y="123"/>
                  <a:pt x="51" y="123"/>
                  <a:pt x="51" y="122"/>
                </a:cubicBezTo>
                <a:cubicBezTo>
                  <a:pt x="51" y="122"/>
                  <a:pt x="50" y="122"/>
                  <a:pt x="50" y="121"/>
                </a:cubicBezTo>
                <a:lnTo>
                  <a:pt x="51" y="121"/>
                </a:lnTo>
                <a:close/>
              </a:path>
              <a:path w="336" h="189">
                <a:moveTo>
                  <a:pt x="51" y="155"/>
                </a:moveTo>
                <a:lnTo>
                  <a:pt x="50" y="156"/>
                </a:lnTo>
                <a:lnTo>
                  <a:pt x="46" y="152"/>
                </a:lnTo>
                <a:lnTo>
                  <a:pt x="47" y="151"/>
                </a:lnTo>
                <a:lnTo>
                  <a:pt x="47" y="152"/>
                </a:lnTo>
                <a:cubicBezTo>
                  <a:pt x="47" y="152"/>
                  <a:pt x="48" y="152"/>
                  <a:pt x="49" y="152"/>
                </a:cubicBezTo>
                <a:cubicBezTo>
                  <a:pt x="49" y="152"/>
                  <a:pt x="50" y="151"/>
                  <a:pt x="51" y="150"/>
                </a:cubicBezTo>
                <a:lnTo>
                  <a:pt x="62" y="137"/>
                </a:lnTo>
                <a:cubicBezTo>
                  <a:pt x="63" y="136"/>
                  <a:pt x="63" y="135"/>
                  <a:pt x="63" y="135"/>
                </a:cubicBezTo>
                <a:cubicBezTo>
                  <a:pt x="64" y="134"/>
                  <a:pt x="64" y="134"/>
                  <a:pt x="64" y="134"/>
                </a:cubicBezTo>
                <a:cubicBezTo>
                  <a:pt x="64" y="133"/>
                  <a:pt x="64" y="133"/>
                  <a:pt x="63" y="133"/>
                </a:cubicBezTo>
                <a:lnTo>
                  <a:pt x="63" y="132"/>
                </a:lnTo>
                <a:lnTo>
                  <a:pt x="68" y="136"/>
                </a:lnTo>
                <a:lnTo>
                  <a:pt x="67" y="136"/>
                </a:lnTo>
                <a:cubicBezTo>
                  <a:pt x="66" y="136"/>
                  <a:pt x="66" y="136"/>
                  <a:pt x="65" y="136"/>
                </a:cubicBezTo>
                <a:cubicBezTo>
                  <a:pt x="65" y="136"/>
                  <a:pt x="64" y="137"/>
                  <a:pt x="63" y="138"/>
                </a:cubicBezTo>
                <a:lnTo>
                  <a:pt x="52" y="151"/>
                </a:lnTo>
                <a:cubicBezTo>
                  <a:pt x="51" y="152"/>
                  <a:pt x="51" y="153"/>
                  <a:pt x="50" y="153"/>
                </a:cubicBezTo>
                <a:cubicBezTo>
                  <a:pt x="50" y="153"/>
                  <a:pt x="50" y="153"/>
                  <a:pt x="50" y="154"/>
                </a:cubicBezTo>
                <a:cubicBezTo>
                  <a:pt x="50" y="154"/>
                  <a:pt x="50" y="155"/>
                  <a:pt x="51" y="155"/>
                </a:cubicBezTo>
                <a:close/>
              </a:path>
              <a:path w="336" h="189">
                <a:moveTo>
                  <a:pt x="81" y="143"/>
                </a:moveTo>
                <a:lnTo>
                  <a:pt x="80" y="143"/>
                </a:lnTo>
                <a:cubicBezTo>
                  <a:pt x="80" y="143"/>
                  <a:pt x="79" y="143"/>
                  <a:pt x="79" y="144"/>
                </a:cubicBezTo>
                <a:cubicBezTo>
                  <a:pt x="78" y="144"/>
                  <a:pt x="78" y="145"/>
                  <a:pt x="77" y="146"/>
                </a:cubicBezTo>
                <a:lnTo>
                  <a:pt x="61" y="163"/>
                </a:lnTo>
                <a:lnTo>
                  <a:pt x="61" y="162"/>
                </a:lnTo>
                <a:lnTo>
                  <a:pt x="68" y="140"/>
                </a:lnTo>
                <a:cubicBezTo>
                  <a:pt x="69" y="139"/>
                  <a:pt x="69" y="139"/>
                  <a:pt x="69" y="138"/>
                </a:cubicBezTo>
                <a:cubicBezTo>
                  <a:pt x="69" y="138"/>
                  <a:pt x="69" y="137"/>
                  <a:pt x="69" y="137"/>
                </a:cubicBezTo>
                <a:cubicBezTo>
                  <a:pt x="69" y="137"/>
                  <a:pt x="69" y="137"/>
                  <a:pt x="68" y="136"/>
                </a:cubicBezTo>
                <a:lnTo>
                  <a:pt x="69" y="136"/>
                </a:lnTo>
                <a:lnTo>
                  <a:pt x="73" y="138"/>
                </a:lnTo>
                <a:lnTo>
                  <a:pt x="73" y="139"/>
                </a:lnTo>
                <a:cubicBezTo>
                  <a:pt x="72" y="139"/>
                  <a:pt x="72" y="139"/>
                  <a:pt x="72" y="139"/>
                </a:cubicBezTo>
                <a:cubicBezTo>
                  <a:pt x="71" y="139"/>
                  <a:pt x="71" y="139"/>
                  <a:pt x="71" y="140"/>
                </a:cubicBezTo>
                <a:cubicBezTo>
                  <a:pt x="71" y="140"/>
                  <a:pt x="70" y="141"/>
                  <a:pt x="70" y="143"/>
                </a:cubicBezTo>
                <a:lnTo>
                  <a:pt x="65" y="158"/>
                </a:lnTo>
                <a:lnTo>
                  <a:pt x="75" y="146"/>
                </a:lnTo>
                <a:cubicBezTo>
                  <a:pt x="76" y="145"/>
                  <a:pt x="77" y="144"/>
                  <a:pt x="77" y="144"/>
                </a:cubicBezTo>
                <a:cubicBezTo>
                  <a:pt x="77" y="143"/>
                  <a:pt x="77" y="143"/>
                  <a:pt x="77" y="143"/>
                </a:cubicBezTo>
                <a:cubicBezTo>
                  <a:pt x="77" y="142"/>
                  <a:pt x="77" y="142"/>
                  <a:pt x="77" y="141"/>
                </a:cubicBezTo>
                <a:cubicBezTo>
                  <a:pt x="77" y="141"/>
                  <a:pt x="77" y="141"/>
                  <a:pt x="77" y="141"/>
                </a:cubicBezTo>
                <a:lnTo>
                  <a:pt x="81" y="143"/>
                </a:lnTo>
                <a:close/>
              </a:path>
              <a:path w="336" h="189">
                <a:moveTo>
                  <a:pt x="153" y="160"/>
                </a:moveTo>
                <a:cubicBezTo>
                  <a:pt x="155" y="160"/>
                  <a:pt x="156" y="161"/>
                  <a:pt x="157" y="164"/>
                </a:cubicBezTo>
                <a:cubicBezTo>
                  <a:pt x="159" y="166"/>
                  <a:pt x="159" y="170"/>
                  <a:pt x="159" y="174"/>
                </a:cubicBezTo>
                <a:cubicBezTo>
                  <a:pt x="159" y="178"/>
                  <a:pt x="159" y="181"/>
                  <a:pt x="157" y="184"/>
                </a:cubicBezTo>
                <a:cubicBezTo>
                  <a:pt x="156" y="186"/>
                  <a:pt x="155" y="187"/>
                  <a:pt x="153" y="187"/>
                </a:cubicBezTo>
                <a:cubicBezTo>
                  <a:pt x="151" y="187"/>
                  <a:pt x="150" y="186"/>
                  <a:pt x="148" y="184"/>
                </a:cubicBezTo>
                <a:cubicBezTo>
                  <a:pt x="147" y="181"/>
                  <a:pt x="147" y="178"/>
                  <a:pt x="147" y="174"/>
                </a:cubicBezTo>
                <a:cubicBezTo>
                  <a:pt x="147" y="169"/>
                  <a:pt x="147" y="166"/>
                  <a:pt x="149" y="163"/>
                </a:cubicBezTo>
                <a:cubicBezTo>
                  <a:pt x="150" y="161"/>
                  <a:pt x="151" y="160"/>
                  <a:pt x="153" y="160"/>
                </a:cubicBezTo>
                <a:close/>
                <a:moveTo>
                  <a:pt x="153" y="161"/>
                </a:moveTo>
                <a:cubicBezTo>
                  <a:pt x="152" y="161"/>
                  <a:pt x="151" y="162"/>
                  <a:pt x="150" y="164"/>
                </a:cubicBezTo>
                <a:cubicBezTo>
                  <a:pt x="149" y="166"/>
                  <a:pt x="149" y="169"/>
                  <a:pt x="149" y="174"/>
                </a:cubicBezTo>
                <a:cubicBezTo>
                  <a:pt x="149" y="178"/>
                  <a:pt x="149" y="181"/>
                  <a:pt x="150" y="183"/>
                </a:cubicBezTo>
                <a:cubicBezTo>
                  <a:pt x="151" y="185"/>
                  <a:pt x="152" y="186"/>
                  <a:pt x="153" y="186"/>
                </a:cubicBezTo>
                <a:cubicBezTo>
                  <a:pt x="154" y="186"/>
                  <a:pt x="155" y="185"/>
                  <a:pt x="156" y="183"/>
                </a:cubicBezTo>
                <a:cubicBezTo>
                  <a:pt x="157" y="181"/>
                  <a:pt x="157" y="178"/>
                  <a:pt x="157" y="174"/>
                </a:cubicBezTo>
                <a:cubicBezTo>
                  <a:pt x="157" y="170"/>
                  <a:pt x="157" y="166"/>
                  <a:pt x="156" y="164"/>
                </a:cubicBezTo>
                <a:cubicBezTo>
                  <a:pt x="155" y="162"/>
                  <a:pt x="154" y="161"/>
                  <a:pt x="153" y="161"/>
                </a:cubicBezTo>
                <a:close/>
              </a:path>
              <a:path w="336" h="189">
                <a:moveTo>
                  <a:pt x="165" y="162"/>
                </a:moveTo>
                <a:lnTo>
                  <a:pt x="165" y="172"/>
                </a:lnTo>
                <a:lnTo>
                  <a:pt x="167" y="172"/>
                </a:lnTo>
                <a:cubicBezTo>
                  <a:pt x="168" y="172"/>
                  <a:pt x="168" y="172"/>
                  <a:pt x="168" y="172"/>
                </a:cubicBezTo>
                <a:cubicBezTo>
                  <a:pt x="168" y="171"/>
                  <a:pt x="169" y="170"/>
                  <a:pt x="169" y="169"/>
                </a:cubicBezTo>
                <a:lnTo>
                  <a:pt x="169" y="178"/>
                </a:lnTo>
                <a:cubicBezTo>
                  <a:pt x="169" y="177"/>
                  <a:pt x="169" y="176"/>
                  <a:pt x="169" y="175"/>
                </a:cubicBezTo>
                <a:cubicBezTo>
                  <a:pt x="168" y="175"/>
                  <a:pt x="168" y="175"/>
                  <a:pt x="168" y="174"/>
                </a:cubicBezTo>
                <a:cubicBezTo>
                  <a:pt x="168" y="174"/>
                  <a:pt x="167" y="174"/>
                  <a:pt x="167" y="174"/>
                </a:cubicBezTo>
                <a:lnTo>
                  <a:pt x="165" y="174"/>
                </a:lnTo>
                <a:lnTo>
                  <a:pt x="165" y="182"/>
                </a:lnTo>
                <a:cubicBezTo>
                  <a:pt x="165" y="184"/>
                  <a:pt x="165" y="184"/>
                  <a:pt x="165" y="185"/>
                </a:cubicBezTo>
                <a:cubicBezTo>
                  <a:pt x="165" y="185"/>
                  <a:pt x="165" y="185"/>
                  <a:pt x="165" y="186"/>
                </a:cubicBezTo>
                <a:cubicBezTo>
                  <a:pt x="165" y="186"/>
                  <a:pt x="166" y="186"/>
                  <a:pt x="166" y="186"/>
                </a:cubicBezTo>
                <a:lnTo>
                  <a:pt x="167" y="186"/>
                </a:lnTo>
                <a:lnTo>
                  <a:pt x="167" y="187"/>
                </a:lnTo>
                <a:lnTo>
                  <a:pt x="161" y="187"/>
                </a:lnTo>
                <a:lnTo>
                  <a:pt x="161" y="186"/>
                </a:lnTo>
                <a:cubicBezTo>
                  <a:pt x="162" y="186"/>
                  <a:pt x="162" y="186"/>
                  <a:pt x="163" y="185"/>
                </a:cubicBezTo>
                <a:cubicBezTo>
                  <a:pt x="163" y="185"/>
                  <a:pt x="163" y="184"/>
                  <a:pt x="163" y="182"/>
                </a:cubicBezTo>
                <a:lnTo>
                  <a:pt x="163" y="165"/>
                </a:lnTo>
                <a:cubicBezTo>
                  <a:pt x="163" y="164"/>
                  <a:pt x="163" y="163"/>
                  <a:pt x="163" y="163"/>
                </a:cubicBezTo>
                <a:cubicBezTo>
                  <a:pt x="163" y="162"/>
                  <a:pt x="162" y="162"/>
                  <a:pt x="162" y="162"/>
                </a:cubicBezTo>
                <a:cubicBezTo>
                  <a:pt x="162" y="161"/>
                  <a:pt x="162" y="161"/>
                  <a:pt x="161" y="161"/>
                </a:cubicBezTo>
                <a:lnTo>
                  <a:pt x="171" y="161"/>
                </a:lnTo>
                <a:lnTo>
                  <a:pt x="171" y="166"/>
                </a:lnTo>
                <a:lnTo>
                  <a:pt x="170" y="166"/>
                </a:lnTo>
                <a:cubicBezTo>
                  <a:pt x="170" y="165"/>
                  <a:pt x="170" y="164"/>
                  <a:pt x="170" y="164"/>
                </a:cubicBezTo>
                <a:cubicBezTo>
                  <a:pt x="170" y="163"/>
                  <a:pt x="169" y="163"/>
                  <a:pt x="169" y="162"/>
                </a:cubicBezTo>
                <a:cubicBezTo>
                  <a:pt x="169" y="162"/>
                  <a:pt x="168" y="162"/>
                  <a:pt x="168" y="162"/>
                </a:cubicBezTo>
                <a:lnTo>
                  <a:pt x="165" y="162"/>
                </a:lnTo>
                <a:close/>
              </a:path>
              <a:path w="336" h="189">
                <a:moveTo>
                  <a:pt x="92" y="176"/>
                </a:moveTo>
                <a:lnTo>
                  <a:pt x="89" y="175"/>
                </a:lnTo>
                <a:lnTo>
                  <a:pt x="91" y="162"/>
                </a:lnTo>
                <a:cubicBezTo>
                  <a:pt x="90" y="162"/>
                  <a:pt x="90" y="161"/>
                  <a:pt x="90" y="161"/>
                </a:cubicBezTo>
                <a:cubicBezTo>
                  <a:pt x="90" y="161"/>
                  <a:pt x="90" y="161"/>
                  <a:pt x="90" y="161"/>
                </a:cubicBezTo>
                <a:cubicBezTo>
                  <a:pt x="90" y="161"/>
                  <a:pt x="90" y="161"/>
                  <a:pt x="89" y="161"/>
                </a:cubicBezTo>
                <a:lnTo>
                  <a:pt x="86" y="168"/>
                </a:lnTo>
                <a:cubicBezTo>
                  <a:pt x="85" y="169"/>
                  <a:pt x="85" y="170"/>
                  <a:pt x="84" y="171"/>
                </a:cubicBezTo>
                <a:cubicBezTo>
                  <a:pt x="84" y="171"/>
                  <a:pt x="85" y="172"/>
                  <a:pt x="85" y="172"/>
                </a:cubicBezTo>
                <a:lnTo>
                  <a:pt x="85" y="173"/>
                </a:lnTo>
                <a:lnTo>
                  <a:pt x="80" y="170"/>
                </a:lnTo>
                <a:lnTo>
                  <a:pt x="81" y="169"/>
                </a:lnTo>
                <a:lnTo>
                  <a:pt x="81" y="170"/>
                </a:lnTo>
                <a:cubicBezTo>
                  <a:pt x="81" y="170"/>
                  <a:pt x="82" y="170"/>
                  <a:pt x="83" y="169"/>
                </a:cubicBezTo>
                <a:cubicBezTo>
                  <a:pt x="83" y="169"/>
                  <a:pt x="83" y="168"/>
                  <a:pt x="84" y="167"/>
                </a:cubicBezTo>
                <a:lnTo>
                  <a:pt x="92" y="152"/>
                </a:lnTo>
                <a:cubicBezTo>
                  <a:pt x="93" y="151"/>
                  <a:pt x="94" y="150"/>
                  <a:pt x="94" y="149"/>
                </a:cubicBezTo>
                <a:cubicBezTo>
                  <a:pt x="94" y="149"/>
                  <a:pt x="94" y="148"/>
                  <a:pt x="93" y="148"/>
                </a:cubicBezTo>
                <a:lnTo>
                  <a:pt x="93" y="147"/>
                </a:lnTo>
                <a:lnTo>
                  <a:pt x="97" y="149"/>
                </a:lnTo>
                <a:cubicBezTo>
                  <a:pt x="98" y="150"/>
                  <a:pt x="99" y="151"/>
                  <a:pt x="100" y="151"/>
                </a:cubicBezTo>
                <a:cubicBezTo>
                  <a:pt x="100" y="152"/>
                  <a:pt x="100" y="153"/>
                  <a:pt x="100" y="154"/>
                </a:cubicBezTo>
                <a:cubicBezTo>
                  <a:pt x="100" y="155"/>
                  <a:pt x="99" y="157"/>
                  <a:pt x="99" y="158"/>
                </a:cubicBezTo>
                <a:cubicBezTo>
                  <a:pt x="98" y="159"/>
                  <a:pt x="97" y="160"/>
                  <a:pt x="96" y="161"/>
                </a:cubicBezTo>
                <a:cubicBezTo>
                  <a:pt x="95" y="162"/>
                  <a:pt x="94" y="162"/>
                  <a:pt x="93" y="162"/>
                </a:cubicBezTo>
                <a:lnTo>
                  <a:pt x="91" y="170"/>
                </a:lnTo>
                <a:cubicBezTo>
                  <a:pt x="91" y="172"/>
                  <a:pt x="91" y="173"/>
                  <a:pt x="91" y="174"/>
                </a:cubicBezTo>
                <a:cubicBezTo>
                  <a:pt x="91" y="175"/>
                  <a:pt x="91" y="175"/>
                  <a:pt x="92" y="176"/>
                </a:cubicBezTo>
                <a:close/>
                <a:moveTo>
                  <a:pt x="90" y="160"/>
                </a:moveTo>
                <a:cubicBezTo>
                  <a:pt x="90" y="160"/>
                  <a:pt x="90" y="160"/>
                  <a:pt x="90" y="160"/>
                </a:cubicBezTo>
                <a:cubicBezTo>
                  <a:pt x="90" y="160"/>
                  <a:pt x="90" y="160"/>
                  <a:pt x="91" y="160"/>
                </a:cubicBezTo>
                <a:cubicBezTo>
                  <a:pt x="92" y="161"/>
                  <a:pt x="93" y="161"/>
                  <a:pt x="94" y="160"/>
                </a:cubicBezTo>
                <a:cubicBezTo>
                  <a:pt x="95" y="160"/>
                  <a:pt x="96" y="158"/>
                  <a:pt x="97" y="157"/>
                </a:cubicBezTo>
                <a:cubicBezTo>
                  <a:pt x="97" y="156"/>
                  <a:pt x="98" y="154"/>
                  <a:pt x="98" y="153"/>
                </a:cubicBezTo>
                <a:cubicBezTo>
                  <a:pt x="98" y="152"/>
                  <a:pt x="98" y="151"/>
                  <a:pt x="97" y="151"/>
                </a:cubicBezTo>
                <a:cubicBezTo>
                  <a:pt x="97" y="151"/>
                  <a:pt x="96" y="150"/>
                  <a:pt x="95" y="150"/>
                </a:cubicBezTo>
                <a:lnTo>
                  <a:pt x="90" y="160"/>
                </a:lnTo>
                <a:close/>
              </a:path>
              <a:path w="336" h="189">
                <a:moveTo>
                  <a:pt x="110" y="153"/>
                </a:moveTo>
                <a:lnTo>
                  <a:pt x="107" y="161"/>
                </a:lnTo>
                <a:cubicBezTo>
                  <a:pt x="107" y="160"/>
                  <a:pt x="108" y="158"/>
                  <a:pt x="108" y="157"/>
                </a:cubicBezTo>
                <a:cubicBezTo>
                  <a:pt x="108" y="156"/>
                  <a:pt x="108" y="155"/>
                  <a:pt x="107" y="154"/>
                </a:cubicBezTo>
                <a:cubicBezTo>
                  <a:pt x="107" y="154"/>
                  <a:pt x="107" y="153"/>
                  <a:pt x="106" y="153"/>
                </a:cubicBezTo>
                <a:cubicBezTo>
                  <a:pt x="105" y="153"/>
                  <a:pt x="105" y="153"/>
                  <a:pt x="104" y="154"/>
                </a:cubicBezTo>
                <a:cubicBezTo>
                  <a:pt x="103" y="154"/>
                  <a:pt x="103" y="155"/>
                  <a:pt x="103" y="156"/>
                </a:cubicBezTo>
                <a:cubicBezTo>
                  <a:pt x="102" y="157"/>
                  <a:pt x="102" y="157"/>
                  <a:pt x="102" y="158"/>
                </a:cubicBezTo>
                <a:cubicBezTo>
                  <a:pt x="102" y="159"/>
                  <a:pt x="103" y="161"/>
                  <a:pt x="104" y="163"/>
                </a:cubicBezTo>
                <a:cubicBezTo>
                  <a:pt x="104" y="164"/>
                  <a:pt x="105" y="166"/>
                  <a:pt x="105" y="166"/>
                </a:cubicBezTo>
                <a:cubicBezTo>
                  <a:pt x="105" y="167"/>
                  <a:pt x="105" y="168"/>
                  <a:pt x="105" y="169"/>
                </a:cubicBezTo>
                <a:cubicBezTo>
                  <a:pt x="105" y="170"/>
                  <a:pt x="105" y="171"/>
                  <a:pt x="104" y="172"/>
                </a:cubicBezTo>
                <a:cubicBezTo>
                  <a:pt x="104" y="174"/>
                  <a:pt x="103" y="175"/>
                  <a:pt x="101" y="177"/>
                </a:cubicBezTo>
                <a:cubicBezTo>
                  <a:pt x="100" y="178"/>
                  <a:pt x="99" y="178"/>
                  <a:pt x="98" y="178"/>
                </a:cubicBezTo>
                <a:cubicBezTo>
                  <a:pt x="97" y="177"/>
                  <a:pt x="97" y="177"/>
                  <a:pt x="97" y="177"/>
                </a:cubicBezTo>
                <a:cubicBezTo>
                  <a:pt x="97" y="177"/>
                  <a:pt x="96" y="177"/>
                  <a:pt x="96" y="176"/>
                </a:cubicBezTo>
                <a:cubicBezTo>
                  <a:pt x="96" y="175"/>
                  <a:pt x="95" y="175"/>
                  <a:pt x="95" y="175"/>
                </a:cubicBezTo>
                <a:cubicBezTo>
                  <a:pt x="95" y="175"/>
                  <a:pt x="95" y="175"/>
                  <a:pt x="95" y="175"/>
                </a:cubicBezTo>
                <a:cubicBezTo>
                  <a:pt x="94" y="175"/>
                  <a:pt x="94" y="176"/>
                  <a:pt x="94" y="176"/>
                </a:cubicBezTo>
                <a:lnTo>
                  <a:pt x="97" y="168"/>
                </a:lnTo>
                <a:cubicBezTo>
                  <a:pt x="97" y="170"/>
                  <a:pt x="96" y="171"/>
                  <a:pt x="96" y="172"/>
                </a:cubicBezTo>
                <a:cubicBezTo>
                  <a:pt x="96" y="173"/>
                  <a:pt x="96" y="174"/>
                  <a:pt x="97" y="175"/>
                </a:cubicBezTo>
                <a:cubicBezTo>
                  <a:pt x="97" y="175"/>
                  <a:pt x="98" y="176"/>
                  <a:pt x="98" y="176"/>
                </a:cubicBezTo>
                <a:cubicBezTo>
                  <a:pt x="99" y="176"/>
                  <a:pt x="100" y="176"/>
                  <a:pt x="100" y="176"/>
                </a:cubicBezTo>
                <a:cubicBezTo>
                  <a:pt x="101" y="175"/>
                  <a:pt x="102" y="174"/>
                  <a:pt x="102" y="173"/>
                </a:cubicBezTo>
                <a:cubicBezTo>
                  <a:pt x="102" y="172"/>
                  <a:pt x="102" y="172"/>
                  <a:pt x="103" y="171"/>
                </a:cubicBezTo>
                <a:cubicBezTo>
                  <a:pt x="103" y="170"/>
                  <a:pt x="103" y="170"/>
                  <a:pt x="102" y="169"/>
                </a:cubicBezTo>
                <a:cubicBezTo>
                  <a:pt x="102" y="169"/>
                  <a:pt x="102" y="168"/>
                  <a:pt x="101" y="166"/>
                </a:cubicBezTo>
                <a:cubicBezTo>
                  <a:pt x="101" y="164"/>
                  <a:pt x="100" y="163"/>
                  <a:pt x="100" y="162"/>
                </a:cubicBezTo>
                <a:cubicBezTo>
                  <a:pt x="100" y="161"/>
                  <a:pt x="100" y="161"/>
                  <a:pt x="100" y="160"/>
                </a:cubicBezTo>
                <a:cubicBezTo>
                  <a:pt x="100" y="159"/>
                  <a:pt x="100" y="158"/>
                  <a:pt x="101" y="157"/>
                </a:cubicBezTo>
                <a:cubicBezTo>
                  <a:pt x="101" y="155"/>
                  <a:pt x="102" y="153"/>
                  <a:pt x="103" y="152"/>
                </a:cubicBezTo>
                <a:cubicBezTo>
                  <a:pt x="105" y="151"/>
                  <a:pt x="106" y="151"/>
                  <a:pt x="107" y="151"/>
                </a:cubicBezTo>
                <a:cubicBezTo>
                  <a:pt x="107" y="152"/>
                  <a:pt x="108" y="152"/>
                  <a:pt x="108" y="153"/>
                </a:cubicBezTo>
                <a:cubicBezTo>
                  <a:pt x="109" y="154"/>
                  <a:pt x="109" y="154"/>
                  <a:pt x="109" y="154"/>
                </a:cubicBezTo>
                <a:cubicBezTo>
                  <a:pt x="109" y="154"/>
                  <a:pt x="109" y="154"/>
                  <a:pt x="109" y="154"/>
                </a:cubicBezTo>
                <a:cubicBezTo>
                  <a:pt x="110" y="154"/>
                  <a:pt x="110" y="153"/>
                  <a:pt x="110" y="153"/>
                </a:cubicBezTo>
                <a:close/>
              </a:path>
              <a:path w="336" h="189">
                <a:moveTo>
                  <a:pt x="138" y="160"/>
                </a:moveTo>
                <a:lnTo>
                  <a:pt x="143" y="160"/>
                </a:lnTo>
                <a:lnTo>
                  <a:pt x="143" y="161"/>
                </a:lnTo>
                <a:lnTo>
                  <a:pt x="142" y="161"/>
                </a:lnTo>
                <a:cubicBezTo>
                  <a:pt x="142" y="161"/>
                  <a:pt x="142" y="161"/>
                  <a:pt x="142" y="161"/>
                </a:cubicBezTo>
                <a:cubicBezTo>
                  <a:pt x="141" y="162"/>
                  <a:pt x="141" y="162"/>
                  <a:pt x="141" y="163"/>
                </a:cubicBezTo>
                <a:cubicBezTo>
                  <a:pt x="140" y="163"/>
                  <a:pt x="140" y="164"/>
                  <a:pt x="139" y="165"/>
                </a:cubicBezTo>
                <a:lnTo>
                  <a:pt x="135" y="175"/>
                </a:lnTo>
                <a:lnTo>
                  <a:pt x="134" y="181"/>
                </a:lnTo>
                <a:cubicBezTo>
                  <a:pt x="134" y="183"/>
                  <a:pt x="134" y="184"/>
                  <a:pt x="134" y="184"/>
                </a:cubicBezTo>
                <a:cubicBezTo>
                  <a:pt x="135" y="185"/>
                  <a:pt x="135" y="185"/>
                  <a:pt x="135" y="185"/>
                </a:cubicBezTo>
                <a:lnTo>
                  <a:pt x="136" y="185"/>
                </a:lnTo>
                <a:lnTo>
                  <a:pt x="136" y="186"/>
                </a:lnTo>
                <a:lnTo>
                  <a:pt x="130" y="185"/>
                </a:lnTo>
                <a:lnTo>
                  <a:pt x="131" y="185"/>
                </a:lnTo>
                <a:cubicBezTo>
                  <a:pt x="131" y="185"/>
                  <a:pt x="132" y="184"/>
                  <a:pt x="132" y="184"/>
                </a:cubicBezTo>
                <a:cubicBezTo>
                  <a:pt x="132" y="183"/>
                  <a:pt x="132" y="183"/>
                  <a:pt x="133" y="181"/>
                </a:cubicBezTo>
                <a:lnTo>
                  <a:pt x="133" y="175"/>
                </a:lnTo>
                <a:lnTo>
                  <a:pt x="131" y="164"/>
                </a:lnTo>
                <a:cubicBezTo>
                  <a:pt x="131" y="162"/>
                  <a:pt x="130" y="161"/>
                  <a:pt x="130" y="161"/>
                </a:cubicBezTo>
                <a:cubicBezTo>
                  <a:pt x="130" y="161"/>
                  <a:pt x="130" y="160"/>
                  <a:pt x="130" y="160"/>
                </a:cubicBezTo>
                <a:cubicBezTo>
                  <a:pt x="129" y="160"/>
                  <a:pt x="129" y="160"/>
                  <a:pt x="129" y="159"/>
                </a:cubicBezTo>
                <a:lnTo>
                  <a:pt x="135" y="159"/>
                </a:lnTo>
                <a:lnTo>
                  <a:pt x="135" y="160"/>
                </a:lnTo>
                <a:lnTo>
                  <a:pt x="134" y="160"/>
                </a:lnTo>
                <a:cubicBezTo>
                  <a:pt x="134" y="160"/>
                  <a:pt x="134" y="160"/>
                  <a:pt x="133" y="160"/>
                </a:cubicBezTo>
                <a:cubicBezTo>
                  <a:pt x="133" y="161"/>
                  <a:pt x="133" y="161"/>
                  <a:pt x="133" y="162"/>
                </a:cubicBezTo>
                <a:cubicBezTo>
                  <a:pt x="133" y="162"/>
                  <a:pt x="133" y="163"/>
                  <a:pt x="133" y="164"/>
                </a:cubicBezTo>
                <a:lnTo>
                  <a:pt x="135" y="173"/>
                </a:lnTo>
                <a:lnTo>
                  <a:pt x="138" y="165"/>
                </a:lnTo>
                <a:cubicBezTo>
                  <a:pt x="139" y="164"/>
                  <a:pt x="139" y="163"/>
                  <a:pt x="139" y="163"/>
                </a:cubicBezTo>
                <a:cubicBezTo>
                  <a:pt x="139" y="162"/>
                  <a:pt x="139" y="162"/>
                  <a:pt x="139" y="162"/>
                </a:cubicBezTo>
                <a:cubicBezTo>
                  <a:pt x="139" y="161"/>
                  <a:pt x="139" y="161"/>
                  <a:pt x="139" y="161"/>
                </a:cubicBezTo>
                <a:cubicBezTo>
                  <a:pt x="139" y="161"/>
                  <a:pt x="139" y="161"/>
                  <a:pt x="138" y="161"/>
                </a:cubicBezTo>
                <a:lnTo>
                  <a:pt x="138" y="160"/>
                </a:lnTo>
                <a:close/>
              </a:path>
              <a:path w="336" h="189">
                <a:moveTo>
                  <a:pt x="84" y="146"/>
                </a:moveTo>
                <a:lnTo>
                  <a:pt x="79" y="155"/>
                </a:lnTo>
                <a:lnTo>
                  <a:pt x="82" y="156"/>
                </a:lnTo>
                <a:cubicBezTo>
                  <a:pt x="83" y="157"/>
                  <a:pt x="83" y="157"/>
                  <a:pt x="84" y="156"/>
                </a:cubicBezTo>
                <a:cubicBezTo>
                  <a:pt x="84" y="156"/>
                  <a:pt x="85" y="155"/>
                  <a:pt x="86" y="154"/>
                </a:cubicBezTo>
                <a:lnTo>
                  <a:pt x="82" y="162"/>
                </a:lnTo>
                <a:lnTo>
                  <a:pt x="81" y="162"/>
                </a:lnTo>
                <a:cubicBezTo>
                  <a:pt x="82" y="161"/>
                  <a:pt x="82" y="160"/>
                  <a:pt x="82" y="160"/>
                </a:cubicBezTo>
                <a:cubicBezTo>
                  <a:pt x="82" y="159"/>
                  <a:pt x="82" y="159"/>
                  <a:pt x="82" y="158"/>
                </a:cubicBezTo>
                <a:cubicBezTo>
                  <a:pt x="82" y="158"/>
                  <a:pt x="82" y="158"/>
                  <a:pt x="81" y="157"/>
                </a:cubicBezTo>
                <a:lnTo>
                  <a:pt x="79" y="156"/>
                </a:lnTo>
                <a:lnTo>
                  <a:pt x="75" y="164"/>
                </a:lnTo>
                <a:cubicBezTo>
                  <a:pt x="74" y="165"/>
                  <a:pt x="74" y="165"/>
                  <a:pt x="74" y="166"/>
                </a:cubicBezTo>
                <a:cubicBezTo>
                  <a:pt x="74" y="166"/>
                  <a:pt x="74" y="166"/>
                  <a:pt x="74" y="166"/>
                </a:cubicBezTo>
                <a:cubicBezTo>
                  <a:pt x="74" y="166"/>
                  <a:pt x="74" y="167"/>
                  <a:pt x="74" y="167"/>
                </a:cubicBezTo>
                <a:lnTo>
                  <a:pt x="76" y="168"/>
                </a:lnTo>
                <a:cubicBezTo>
                  <a:pt x="77" y="168"/>
                  <a:pt x="77" y="168"/>
                  <a:pt x="78" y="168"/>
                </a:cubicBezTo>
                <a:cubicBezTo>
                  <a:pt x="78" y="168"/>
                  <a:pt x="79" y="168"/>
                  <a:pt x="79" y="168"/>
                </a:cubicBezTo>
                <a:cubicBezTo>
                  <a:pt x="80" y="167"/>
                  <a:pt x="81" y="166"/>
                  <a:pt x="82" y="165"/>
                </a:cubicBezTo>
                <a:lnTo>
                  <a:pt x="78" y="171"/>
                </a:lnTo>
                <a:lnTo>
                  <a:pt x="69" y="166"/>
                </a:lnTo>
                <a:lnTo>
                  <a:pt x="70" y="165"/>
                </a:lnTo>
                <a:cubicBezTo>
                  <a:pt x="70" y="166"/>
                  <a:pt x="71" y="166"/>
                  <a:pt x="71" y="165"/>
                </a:cubicBezTo>
                <a:cubicBezTo>
                  <a:pt x="71" y="165"/>
                  <a:pt x="72" y="165"/>
                  <a:pt x="72" y="165"/>
                </a:cubicBezTo>
                <a:cubicBezTo>
                  <a:pt x="72" y="164"/>
                  <a:pt x="73" y="164"/>
                  <a:pt x="73" y="163"/>
                </a:cubicBezTo>
                <a:lnTo>
                  <a:pt x="81" y="148"/>
                </a:lnTo>
                <a:cubicBezTo>
                  <a:pt x="82" y="146"/>
                  <a:pt x="82" y="145"/>
                  <a:pt x="82" y="145"/>
                </a:cubicBezTo>
                <a:cubicBezTo>
                  <a:pt x="82" y="144"/>
                  <a:pt x="82" y="144"/>
                  <a:pt x="82" y="144"/>
                </a:cubicBezTo>
                <a:lnTo>
                  <a:pt x="81" y="143"/>
                </a:lnTo>
                <a:lnTo>
                  <a:pt x="82" y="143"/>
                </a:lnTo>
                <a:lnTo>
                  <a:pt x="91" y="147"/>
                </a:lnTo>
                <a:lnTo>
                  <a:pt x="88" y="153"/>
                </a:lnTo>
                <a:lnTo>
                  <a:pt x="88" y="152"/>
                </a:lnTo>
                <a:cubicBezTo>
                  <a:pt x="88" y="151"/>
                  <a:pt x="89" y="150"/>
                  <a:pt x="89" y="150"/>
                </a:cubicBezTo>
                <a:cubicBezTo>
                  <a:pt x="89" y="149"/>
                  <a:pt x="89" y="149"/>
                  <a:pt x="89" y="148"/>
                </a:cubicBezTo>
                <a:cubicBezTo>
                  <a:pt x="88" y="148"/>
                  <a:pt x="88" y="148"/>
                  <a:pt x="87" y="147"/>
                </a:cubicBezTo>
                <a:lnTo>
                  <a:pt x="84" y="146"/>
                </a:lnTo>
                <a:close/>
              </a:path>
              <a:path w="336" h="189">
                <a:moveTo>
                  <a:pt x="108" y="180"/>
                </a:moveTo>
                <a:lnTo>
                  <a:pt x="108" y="180"/>
                </a:lnTo>
                <a:lnTo>
                  <a:pt x="103" y="178"/>
                </a:lnTo>
                <a:lnTo>
                  <a:pt x="103" y="177"/>
                </a:lnTo>
                <a:lnTo>
                  <a:pt x="104" y="178"/>
                </a:lnTo>
                <a:cubicBezTo>
                  <a:pt x="104" y="178"/>
                  <a:pt x="105" y="178"/>
                  <a:pt x="105" y="177"/>
                </a:cubicBezTo>
                <a:cubicBezTo>
                  <a:pt x="105" y="177"/>
                  <a:pt x="106" y="176"/>
                  <a:pt x="106" y="174"/>
                </a:cubicBezTo>
                <a:lnTo>
                  <a:pt x="113" y="159"/>
                </a:lnTo>
                <a:cubicBezTo>
                  <a:pt x="113" y="157"/>
                  <a:pt x="113" y="157"/>
                  <a:pt x="113" y="156"/>
                </a:cubicBezTo>
                <a:cubicBezTo>
                  <a:pt x="113" y="156"/>
                  <a:pt x="113" y="156"/>
                  <a:pt x="113" y="155"/>
                </a:cubicBezTo>
                <a:cubicBezTo>
                  <a:pt x="113" y="155"/>
                  <a:pt x="113" y="155"/>
                  <a:pt x="113" y="154"/>
                </a:cubicBezTo>
                <a:lnTo>
                  <a:pt x="112" y="154"/>
                </a:lnTo>
                <a:lnTo>
                  <a:pt x="113" y="154"/>
                </a:lnTo>
                <a:lnTo>
                  <a:pt x="118" y="156"/>
                </a:lnTo>
                <a:lnTo>
                  <a:pt x="117" y="156"/>
                </a:lnTo>
                <a:cubicBezTo>
                  <a:pt x="117" y="156"/>
                  <a:pt x="116" y="156"/>
                  <a:pt x="116" y="157"/>
                </a:cubicBezTo>
                <a:cubicBezTo>
                  <a:pt x="115" y="157"/>
                  <a:pt x="115" y="158"/>
                  <a:pt x="114" y="159"/>
                </a:cubicBezTo>
                <a:lnTo>
                  <a:pt x="108" y="175"/>
                </a:lnTo>
                <a:cubicBezTo>
                  <a:pt x="108" y="176"/>
                  <a:pt x="107" y="177"/>
                  <a:pt x="107" y="178"/>
                </a:cubicBezTo>
                <a:cubicBezTo>
                  <a:pt x="107" y="178"/>
                  <a:pt x="107" y="178"/>
                  <a:pt x="107" y="179"/>
                </a:cubicBezTo>
                <a:cubicBezTo>
                  <a:pt x="107" y="179"/>
                  <a:pt x="108" y="179"/>
                  <a:pt x="108" y="179"/>
                </a:cubicBezTo>
                <a:lnTo>
                  <a:pt x="108" y="180"/>
                </a:lnTo>
                <a:close/>
              </a:path>
              <a:path w="336" h="189">
                <a:moveTo>
                  <a:pt x="129" y="158"/>
                </a:moveTo>
                <a:lnTo>
                  <a:pt x="128" y="164"/>
                </a:lnTo>
                <a:cubicBezTo>
                  <a:pt x="128" y="163"/>
                  <a:pt x="128" y="162"/>
                  <a:pt x="128" y="162"/>
                </a:cubicBezTo>
                <a:cubicBezTo>
                  <a:pt x="128" y="161"/>
                  <a:pt x="128" y="161"/>
                  <a:pt x="128" y="160"/>
                </a:cubicBezTo>
                <a:cubicBezTo>
                  <a:pt x="127" y="160"/>
                  <a:pt x="127" y="159"/>
                  <a:pt x="126" y="159"/>
                </a:cubicBezTo>
                <a:lnTo>
                  <a:pt x="125" y="159"/>
                </a:lnTo>
                <a:lnTo>
                  <a:pt x="120" y="178"/>
                </a:lnTo>
                <a:cubicBezTo>
                  <a:pt x="119" y="180"/>
                  <a:pt x="119" y="181"/>
                  <a:pt x="119" y="181"/>
                </a:cubicBezTo>
                <a:cubicBezTo>
                  <a:pt x="119" y="182"/>
                  <a:pt x="119" y="182"/>
                  <a:pt x="120" y="182"/>
                </a:cubicBezTo>
                <a:lnTo>
                  <a:pt x="120" y="183"/>
                </a:lnTo>
                <a:lnTo>
                  <a:pt x="115" y="182"/>
                </a:lnTo>
                <a:lnTo>
                  <a:pt x="115" y="181"/>
                </a:lnTo>
                <a:cubicBezTo>
                  <a:pt x="116" y="181"/>
                  <a:pt x="116" y="181"/>
                  <a:pt x="117" y="180"/>
                </a:cubicBezTo>
                <a:cubicBezTo>
                  <a:pt x="117" y="180"/>
                  <a:pt x="117" y="179"/>
                  <a:pt x="118" y="178"/>
                </a:cubicBezTo>
                <a:lnTo>
                  <a:pt x="123" y="158"/>
                </a:lnTo>
                <a:lnTo>
                  <a:pt x="121" y="158"/>
                </a:lnTo>
                <a:cubicBezTo>
                  <a:pt x="121" y="158"/>
                  <a:pt x="120" y="158"/>
                  <a:pt x="120" y="158"/>
                </a:cubicBezTo>
                <a:cubicBezTo>
                  <a:pt x="120" y="158"/>
                  <a:pt x="119" y="158"/>
                  <a:pt x="119" y="159"/>
                </a:cubicBezTo>
                <a:cubicBezTo>
                  <a:pt x="119" y="160"/>
                  <a:pt x="118" y="160"/>
                  <a:pt x="118" y="162"/>
                </a:cubicBezTo>
                <a:lnTo>
                  <a:pt x="117" y="161"/>
                </a:lnTo>
                <a:lnTo>
                  <a:pt x="119" y="156"/>
                </a:lnTo>
                <a:lnTo>
                  <a:pt x="129" y="158"/>
                </a:lnTo>
                <a:close/>
              </a:path>
              <a:path w="336" h="189">
                <a:moveTo>
                  <a:pt x="209" y="181"/>
                </a:moveTo>
                <a:lnTo>
                  <a:pt x="210" y="181"/>
                </a:lnTo>
                <a:lnTo>
                  <a:pt x="204" y="183"/>
                </a:lnTo>
                <a:lnTo>
                  <a:pt x="204" y="182"/>
                </a:lnTo>
                <a:lnTo>
                  <a:pt x="205" y="182"/>
                </a:lnTo>
                <a:cubicBezTo>
                  <a:pt x="205" y="182"/>
                  <a:pt x="205" y="181"/>
                  <a:pt x="206" y="181"/>
                </a:cubicBezTo>
                <a:cubicBezTo>
                  <a:pt x="206" y="180"/>
                  <a:pt x="205" y="179"/>
                  <a:pt x="205" y="178"/>
                </a:cubicBezTo>
                <a:lnTo>
                  <a:pt x="202" y="161"/>
                </a:lnTo>
                <a:cubicBezTo>
                  <a:pt x="201" y="160"/>
                  <a:pt x="201" y="159"/>
                  <a:pt x="201" y="159"/>
                </a:cubicBezTo>
                <a:cubicBezTo>
                  <a:pt x="201" y="158"/>
                  <a:pt x="201" y="158"/>
                  <a:pt x="200" y="158"/>
                </a:cubicBezTo>
                <a:cubicBezTo>
                  <a:pt x="200" y="158"/>
                  <a:pt x="200" y="158"/>
                  <a:pt x="199" y="158"/>
                </a:cubicBezTo>
                <a:lnTo>
                  <a:pt x="199" y="157"/>
                </a:lnTo>
                <a:lnTo>
                  <a:pt x="204" y="156"/>
                </a:lnTo>
                <a:lnTo>
                  <a:pt x="204" y="157"/>
                </a:lnTo>
                <a:cubicBezTo>
                  <a:pt x="203" y="157"/>
                  <a:pt x="203" y="157"/>
                  <a:pt x="203" y="158"/>
                </a:cubicBezTo>
                <a:cubicBezTo>
                  <a:pt x="203" y="158"/>
                  <a:pt x="203" y="159"/>
                  <a:pt x="203" y="161"/>
                </a:cubicBezTo>
                <a:lnTo>
                  <a:pt x="207" y="177"/>
                </a:lnTo>
                <a:cubicBezTo>
                  <a:pt x="207" y="179"/>
                  <a:pt x="207" y="179"/>
                  <a:pt x="208" y="180"/>
                </a:cubicBezTo>
                <a:cubicBezTo>
                  <a:pt x="208" y="180"/>
                  <a:pt x="208" y="180"/>
                  <a:pt x="208" y="181"/>
                </a:cubicBezTo>
                <a:cubicBezTo>
                  <a:pt x="208" y="181"/>
                  <a:pt x="209" y="181"/>
                  <a:pt x="209" y="181"/>
                </a:cubicBezTo>
                <a:close/>
              </a:path>
              <a:path w="336" h="189">
                <a:moveTo>
                  <a:pt x="197" y="157"/>
                </a:moveTo>
                <a:lnTo>
                  <a:pt x="199" y="166"/>
                </a:lnTo>
                <a:cubicBezTo>
                  <a:pt x="198" y="163"/>
                  <a:pt x="197" y="162"/>
                  <a:pt x="196" y="161"/>
                </a:cubicBezTo>
                <a:cubicBezTo>
                  <a:pt x="195" y="160"/>
                  <a:pt x="194" y="159"/>
                  <a:pt x="193" y="160"/>
                </a:cubicBezTo>
                <a:cubicBezTo>
                  <a:pt x="193" y="160"/>
                  <a:pt x="192" y="160"/>
                  <a:pt x="192" y="161"/>
                </a:cubicBezTo>
                <a:cubicBezTo>
                  <a:pt x="191" y="162"/>
                  <a:pt x="191" y="164"/>
                  <a:pt x="191" y="166"/>
                </a:cubicBezTo>
                <a:cubicBezTo>
                  <a:pt x="191" y="168"/>
                  <a:pt x="191" y="170"/>
                  <a:pt x="192" y="173"/>
                </a:cubicBezTo>
                <a:cubicBezTo>
                  <a:pt x="192" y="175"/>
                  <a:pt x="193" y="177"/>
                  <a:pt x="194" y="179"/>
                </a:cubicBezTo>
                <a:cubicBezTo>
                  <a:pt x="194" y="181"/>
                  <a:pt x="195" y="182"/>
                  <a:pt x="196" y="183"/>
                </a:cubicBezTo>
                <a:cubicBezTo>
                  <a:pt x="197" y="183"/>
                  <a:pt x="198" y="184"/>
                  <a:pt x="199" y="183"/>
                </a:cubicBezTo>
                <a:cubicBezTo>
                  <a:pt x="200" y="183"/>
                  <a:pt x="200" y="183"/>
                  <a:pt x="201" y="182"/>
                </a:cubicBezTo>
                <a:cubicBezTo>
                  <a:pt x="201" y="181"/>
                  <a:pt x="202" y="179"/>
                  <a:pt x="202" y="177"/>
                </a:cubicBezTo>
                <a:cubicBezTo>
                  <a:pt x="202" y="180"/>
                  <a:pt x="202" y="182"/>
                  <a:pt x="201" y="183"/>
                </a:cubicBezTo>
                <a:cubicBezTo>
                  <a:pt x="201" y="184"/>
                  <a:pt x="200" y="185"/>
                  <a:pt x="199" y="185"/>
                </a:cubicBezTo>
                <a:cubicBezTo>
                  <a:pt x="197" y="186"/>
                  <a:pt x="195" y="184"/>
                  <a:pt x="193" y="182"/>
                </a:cubicBezTo>
                <a:cubicBezTo>
                  <a:pt x="191" y="179"/>
                  <a:pt x="190" y="177"/>
                  <a:pt x="190" y="174"/>
                </a:cubicBezTo>
                <a:cubicBezTo>
                  <a:pt x="189" y="171"/>
                  <a:pt x="189" y="169"/>
                  <a:pt x="189" y="166"/>
                </a:cubicBezTo>
                <a:cubicBezTo>
                  <a:pt x="189" y="164"/>
                  <a:pt x="190" y="162"/>
                  <a:pt x="190" y="161"/>
                </a:cubicBezTo>
                <a:cubicBezTo>
                  <a:pt x="191" y="159"/>
                  <a:pt x="192" y="159"/>
                  <a:pt x="193" y="158"/>
                </a:cubicBezTo>
                <a:cubicBezTo>
                  <a:pt x="194" y="158"/>
                  <a:pt x="195" y="158"/>
                  <a:pt x="196" y="159"/>
                </a:cubicBezTo>
                <a:cubicBezTo>
                  <a:pt x="196" y="159"/>
                  <a:pt x="196" y="159"/>
                  <a:pt x="197" y="159"/>
                </a:cubicBezTo>
                <a:cubicBezTo>
                  <a:pt x="197" y="159"/>
                  <a:pt x="197" y="159"/>
                  <a:pt x="197" y="159"/>
                </a:cubicBezTo>
                <a:cubicBezTo>
                  <a:pt x="197" y="158"/>
                  <a:pt x="197" y="158"/>
                  <a:pt x="197" y="157"/>
                </a:cubicBezTo>
                <a:close/>
              </a:path>
              <a:path w="336" h="189">
                <a:moveTo>
                  <a:pt x="183" y="160"/>
                </a:moveTo>
                <a:lnTo>
                  <a:pt x="185" y="169"/>
                </a:lnTo>
                <a:cubicBezTo>
                  <a:pt x="184" y="167"/>
                  <a:pt x="184" y="166"/>
                  <a:pt x="183" y="165"/>
                </a:cubicBezTo>
                <a:cubicBezTo>
                  <a:pt x="183" y="164"/>
                  <a:pt x="182" y="163"/>
                  <a:pt x="182" y="163"/>
                </a:cubicBezTo>
                <a:cubicBezTo>
                  <a:pt x="181" y="162"/>
                  <a:pt x="180" y="162"/>
                  <a:pt x="180" y="162"/>
                </a:cubicBezTo>
                <a:cubicBezTo>
                  <a:pt x="179" y="163"/>
                  <a:pt x="179" y="163"/>
                  <a:pt x="178" y="164"/>
                </a:cubicBezTo>
                <a:cubicBezTo>
                  <a:pt x="178" y="165"/>
                  <a:pt x="178" y="166"/>
                  <a:pt x="178" y="167"/>
                </a:cubicBezTo>
                <a:cubicBezTo>
                  <a:pt x="179" y="168"/>
                  <a:pt x="179" y="168"/>
                  <a:pt x="179" y="169"/>
                </a:cubicBezTo>
                <a:cubicBezTo>
                  <a:pt x="180" y="170"/>
                  <a:pt x="181" y="171"/>
                  <a:pt x="183" y="172"/>
                </a:cubicBezTo>
                <a:cubicBezTo>
                  <a:pt x="184" y="173"/>
                  <a:pt x="185" y="174"/>
                  <a:pt x="186" y="175"/>
                </a:cubicBezTo>
                <a:cubicBezTo>
                  <a:pt x="186" y="175"/>
                  <a:pt x="187" y="176"/>
                  <a:pt x="187" y="177"/>
                </a:cubicBezTo>
                <a:cubicBezTo>
                  <a:pt x="188" y="178"/>
                  <a:pt x="188" y="179"/>
                  <a:pt x="188" y="180"/>
                </a:cubicBezTo>
                <a:cubicBezTo>
                  <a:pt x="189" y="182"/>
                  <a:pt x="189" y="183"/>
                  <a:pt x="188" y="185"/>
                </a:cubicBezTo>
                <a:cubicBezTo>
                  <a:pt x="188" y="186"/>
                  <a:pt x="187" y="187"/>
                  <a:pt x="186" y="188"/>
                </a:cubicBezTo>
                <a:cubicBezTo>
                  <a:pt x="185" y="188"/>
                  <a:pt x="185" y="188"/>
                  <a:pt x="185" y="188"/>
                </a:cubicBezTo>
                <a:cubicBezTo>
                  <a:pt x="185" y="188"/>
                  <a:pt x="184" y="188"/>
                  <a:pt x="184" y="187"/>
                </a:cubicBezTo>
                <a:cubicBezTo>
                  <a:pt x="183" y="187"/>
                  <a:pt x="182" y="187"/>
                  <a:pt x="182" y="187"/>
                </a:cubicBezTo>
                <a:cubicBezTo>
                  <a:pt x="182" y="187"/>
                  <a:pt x="182" y="187"/>
                  <a:pt x="182" y="187"/>
                </a:cubicBezTo>
                <a:cubicBezTo>
                  <a:pt x="182" y="188"/>
                  <a:pt x="182" y="188"/>
                  <a:pt x="182" y="189"/>
                </a:cubicBezTo>
                <a:lnTo>
                  <a:pt x="180" y="180"/>
                </a:lnTo>
                <a:cubicBezTo>
                  <a:pt x="181" y="182"/>
                  <a:pt x="181" y="183"/>
                  <a:pt x="182" y="184"/>
                </a:cubicBezTo>
                <a:cubicBezTo>
                  <a:pt x="182" y="185"/>
                  <a:pt x="183" y="185"/>
                  <a:pt x="183" y="186"/>
                </a:cubicBezTo>
                <a:cubicBezTo>
                  <a:pt x="184" y="186"/>
                  <a:pt x="185" y="186"/>
                  <a:pt x="185" y="186"/>
                </a:cubicBezTo>
                <a:cubicBezTo>
                  <a:pt x="186" y="186"/>
                  <a:pt x="187" y="185"/>
                  <a:pt x="187" y="185"/>
                </a:cubicBezTo>
                <a:cubicBezTo>
                  <a:pt x="187" y="184"/>
                  <a:pt x="187" y="183"/>
                  <a:pt x="187" y="181"/>
                </a:cubicBezTo>
                <a:cubicBezTo>
                  <a:pt x="187" y="181"/>
                  <a:pt x="187" y="180"/>
                  <a:pt x="186" y="180"/>
                </a:cubicBezTo>
                <a:cubicBezTo>
                  <a:pt x="186" y="179"/>
                  <a:pt x="186" y="178"/>
                  <a:pt x="185" y="178"/>
                </a:cubicBezTo>
                <a:cubicBezTo>
                  <a:pt x="185" y="178"/>
                  <a:pt x="184" y="177"/>
                  <a:pt x="183" y="176"/>
                </a:cubicBezTo>
                <a:cubicBezTo>
                  <a:pt x="181" y="175"/>
                  <a:pt x="180" y="174"/>
                  <a:pt x="180" y="174"/>
                </a:cubicBezTo>
                <a:cubicBezTo>
                  <a:pt x="179" y="173"/>
                  <a:pt x="179" y="172"/>
                  <a:pt x="178" y="171"/>
                </a:cubicBezTo>
                <a:cubicBezTo>
                  <a:pt x="178" y="171"/>
                  <a:pt x="177" y="170"/>
                  <a:pt x="177" y="169"/>
                </a:cubicBezTo>
                <a:cubicBezTo>
                  <a:pt x="177" y="167"/>
                  <a:pt x="177" y="165"/>
                  <a:pt x="177" y="164"/>
                </a:cubicBezTo>
                <a:cubicBezTo>
                  <a:pt x="178" y="162"/>
                  <a:pt x="178" y="161"/>
                  <a:pt x="179" y="161"/>
                </a:cubicBezTo>
                <a:cubicBezTo>
                  <a:pt x="180" y="161"/>
                  <a:pt x="181" y="161"/>
                  <a:pt x="182" y="161"/>
                </a:cubicBezTo>
                <a:cubicBezTo>
                  <a:pt x="182" y="162"/>
                  <a:pt x="182" y="162"/>
                  <a:pt x="182" y="162"/>
                </a:cubicBezTo>
                <a:cubicBezTo>
                  <a:pt x="183" y="162"/>
                  <a:pt x="183" y="162"/>
                  <a:pt x="183" y="161"/>
                </a:cubicBezTo>
                <a:cubicBezTo>
                  <a:pt x="183" y="161"/>
                  <a:pt x="183" y="161"/>
                  <a:pt x="183" y="160"/>
                </a:cubicBezTo>
                <a:close/>
              </a:path>
              <a:path w="336" h="189">
                <a:moveTo>
                  <a:pt x="209" y="157"/>
                </a:moveTo>
                <a:lnTo>
                  <a:pt x="212" y="167"/>
                </a:lnTo>
                <a:lnTo>
                  <a:pt x="214" y="166"/>
                </a:lnTo>
                <a:cubicBezTo>
                  <a:pt x="215" y="166"/>
                  <a:pt x="215" y="166"/>
                  <a:pt x="216" y="165"/>
                </a:cubicBezTo>
                <a:cubicBezTo>
                  <a:pt x="216" y="165"/>
                  <a:pt x="216" y="164"/>
                  <a:pt x="215" y="162"/>
                </a:cubicBezTo>
                <a:lnTo>
                  <a:pt x="216" y="162"/>
                </a:lnTo>
                <a:lnTo>
                  <a:pt x="218" y="171"/>
                </a:lnTo>
                <a:lnTo>
                  <a:pt x="217" y="171"/>
                </a:lnTo>
                <a:cubicBezTo>
                  <a:pt x="217" y="170"/>
                  <a:pt x="217" y="169"/>
                  <a:pt x="217" y="169"/>
                </a:cubicBezTo>
                <a:cubicBezTo>
                  <a:pt x="216" y="168"/>
                  <a:pt x="216" y="168"/>
                  <a:pt x="216" y="168"/>
                </a:cubicBezTo>
                <a:cubicBezTo>
                  <a:pt x="216" y="168"/>
                  <a:pt x="215" y="167"/>
                  <a:pt x="215" y="168"/>
                </a:cubicBezTo>
                <a:lnTo>
                  <a:pt x="212" y="168"/>
                </a:lnTo>
                <a:lnTo>
                  <a:pt x="214" y="177"/>
                </a:lnTo>
                <a:cubicBezTo>
                  <a:pt x="214" y="178"/>
                  <a:pt x="214" y="179"/>
                  <a:pt x="214" y="179"/>
                </a:cubicBezTo>
                <a:cubicBezTo>
                  <a:pt x="215" y="179"/>
                  <a:pt x="215" y="179"/>
                  <a:pt x="215" y="179"/>
                </a:cubicBezTo>
                <a:cubicBezTo>
                  <a:pt x="215" y="179"/>
                  <a:pt x="215" y="179"/>
                  <a:pt x="216" y="179"/>
                </a:cubicBezTo>
                <a:lnTo>
                  <a:pt x="218" y="179"/>
                </a:lnTo>
                <a:cubicBezTo>
                  <a:pt x="218" y="179"/>
                  <a:pt x="219" y="178"/>
                  <a:pt x="219" y="178"/>
                </a:cubicBezTo>
                <a:cubicBezTo>
                  <a:pt x="219" y="178"/>
                  <a:pt x="219" y="177"/>
                  <a:pt x="220" y="177"/>
                </a:cubicBezTo>
                <a:cubicBezTo>
                  <a:pt x="220" y="176"/>
                  <a:pt x="220" y="175"/>
                  <a:pt x="220" y="173"/>
                </a:cubicBezTo>
                <a:lnTo>
                  <a:pt x="221" y="180"/>
                </a:lnTo>
                <a:lnTo>
                  <a:pt x="212" y="182"/>
                </a:lnTo>
                <a:lnTo>
                  <a:pt x="211" y="181"/>
                </a:lnTo>
                <a:lnTo>
                  <a:pt x="212" y="181"/>
                </a:lnTo>
                <a:cubicBezTo>
                  <a:pt x="212" y="181"/>
                  <a:pt x="212" y="181"/>
                  <a:pt x="213" y="180"/>
                </a:cubicBezTo>
                <a:cubicBezTo>
                  <a:pt x="213" y="180"/>
                  <a:pt x="213" y="180"/>
                  <a:pt x="213" y="179"/>
                </a:cubicBezTo>
                <a:cubicBezTo>
                  <a:pt x="213" y="179"/>
                  <a:pt x="213" y="178"/>
                  <a:pt x="212" y="177"/>
                </a:cubicBezTo>
                <a:lnTo>
                  <a:pt x="208" y="160"/>
                </a:lnTo>
                <a:cubicBezTo>
                  <a:pt x="208" y="159"/>
                  <a:pt x="208" y="158"/>
                  <a:pt x="208" y="157"/>
                </a:cubicBezTo>
                <a:cubicBezTo>
                  <a:pt x="207" y="157"/>
                  <a:pt x="207" y="157"/>
                  <a:pt x="206" y="157"/>
                </a:cubicBezTo>
                <a:lnTo>
                  <a:pt x="206" y="156"/>
                </a:lnTo>
                <a:lnTo>
                  <a:pt x="215" y="154"/>
                </a:lnTo>
                <a:lnTo>
                  <a:pt x="216" y="159"/>
                </a:lnTo>
                <a:lnTo>
                  <a:pt x="216" y="160"/>
                </a:lnTo>
                <a:cubicBezTo>
                  <a:pt x="215" y="158"/>
                  <a:pt x="215" y="157"/>
                  <a:pt x="215" y="157"/>
                </a:cubicBezTo>
                <a:cubicBezTo>
                  <a:pt x="215" y="156"/>
                  <a:pt x="214" y="156"/>
                  <a:pt x="214" y="156"/>
                </a:cubicBezTo>
                <a:cubicBezTo>
                  <a:pt x="214" y="156"/>
                  <a:pt x="213" y="156"/>
                  <a:pt x="213" y="156"/>
                </a:cubicBezTo>
                <a:lnTo>
                  <a:pt x="209" y="157"/>
                </a:lnTo>
                <a:close/>
              </a:path>
              <a:path w="336" h="189">
                <a:moveTo>
                  <a:pt x="217" y="153"/>
                </a:moveTo>
                <a:lnTo>
                  <a:pt x="220" y="153"/>
                </a:lnTo>
                <a:lnTo>
                  <a:pt x="231" y="170"/>
                </a:lnTo>
                <a:lnTo>
                  <a:pt x="228" y="155"/>
                </a:lnTo>
                <a:cubicBezTo>
                  <a:pt x="228" y="154"/>
                  <a:pt x="227" y="153"/>
                  <a:pt x="227" y="152"/>
                </a:cubicBezTo>
                <a:cubicBezTo>
                  <a:pt x="227" y="152"/>
                  <a:pt x="226" y="152"/>
                  <a:pt x="226" y="152"/>
                </a:cubicBezTo>
                <a:lnTo>
                  <a:pt x="225" y="152"/>
                </a:lnTo>
                <a:lnTo>
                  <a:pt x="225" y="151"/>
                </a:lnTo>
                <a:lnTo>
                  <a:pt x="229" y="150"/>
                </a:lnTo>
                <a:lnTo>
                  <a:pt x="230" y="151"/>
                </a:lnTo>
                <a:lnTo>
                  <a:pt x="229" y="151"/>
                </a:lnTo>
                <a:cubicBezTo>
                  <a:pt x="229" y="151"/>
                  <a:pt x="228" y="151"/>
                  <a:pt x="228" y="152"/>
                </a:cubicBezTo>
                <a:cubicBezTo>
                  <a:pt x="228" y="153"/>
                  <a:pt x="228" y="154"/>
                  <a:pt x="229" y="155"/>
                </a:cubicBezTo>
                <a:lnTo>
                  <a:pt x="234" y="177"/>
                </a:lnTo>
                <a:lnTo>
                  <a:pt x="233" y="177"/>
                </a:lnTo>
                <a:lnTo>
                  <a:pt x="221" y="158"/>
                </a:lnTo>
                <a:lnTo>
                  <a:pt x="224" y="174"/>
                </a:lnTo>
                <a:cubicBezTo>
                  <a:pt x="225" y="175"/>
                  <a:pt x="225" y="176"/>
                  <a:pt x="225" y="177"/>
                </a:cubicBezTo>
                <a:cubicBezTo>
                  <a:pt x="226" y="177"/>
                  <a:pt x="226" y="177"/>
                  <a:pt x="226" y="177"/>
                </a:cubicBezTo>
                <a:lnTo>
                  <a:pt x="227" y="177"/>
                </a:lnTo>
                <a:lnTo>
                  <a:pt x="227" y="178"/>
                </a:lnTo>
                <a:lnTo>
                  <a:pt x="223" y="179"/>
                </a:lnTo>
                <a:lnTo>
                  <a:pt x="223" y="178"/>
                </a:lnTo>
                <a:cubicBezTo>
                  <a:pt x="224" y="178"/>
                  <a:pt x="224" y="178"/>
                  <a:pt x="224" y="177"/>
                </a:cubicBezTo>
                <a:cubicBezTo>
                  <a:pt x="224" y="176"/>
                  <a:pt x="224" y="175"/>
                  <a:pt x="224" y="174"/>
                </a:cubicBezTo>
                <a:lnTo>
                  <a:pt x="220" y="156"/>
                </a:lnTo>
                <a:cubicBezTo>
                  <a:pt x="219" y="155"/>
                  <a:pt x="219" y="155"/>
                  <a:pt x="218" y="155"/>
                </a:cubicBezTo>
                <a:cubicBezTo>
                  <a:pt x="218" y="154"/>
                  <a:pt x="218" y="154"/>
                  <a:pt x="217" y="154"/>
                </a:cubicBezTo>
                <a:cubicBezTo>
                  <a:pt x="217" y="154"/>
                  <a:pt x="217" y="154"/>
                  <a:pt x="217" y="154"/>
                </a:cubicBezTo>
                <a:lnTo>
                  <a:pt x="217" y="153"/>
                </a:lnTo>
                <a:close/>
              </a:path>
              <a:path w="336" h="189">
                <a:moveTo>
                  <a:pt x="238" y="146"/>
                </a:moveTo>
                <a:lnTo>
                  <a:pt x="242" y="155"/>
                </a:lnTo>
                <a:cubicBezTo>
                  <a:pt x="240" y="152"/>
                  <a:pt x="239" y="151"/>
                  <a:pt x="238" y="150"/>
                </a:cubicBezTo>
                <a:cubicBezTo>
                  <a:pt x="237" y="149"/>
                  <a:pt x="236" y="149"/>
                  <a:pt x="235" y="149"/>
                </a:cubicBezTo>
                <a:cubicBezTo>
                  <a:pt x="234" y="149"/>
                  <a:pt x="233" y="150"/>
                  <a:pt x="233" y="151"/>
                </a:cubicBezTo>
                <a:cubicBezTo>
                  <a:pt x="233" y="152"/>
                  <a:pt x="233" y="154"/>
                  <a:pt x="233" y="156"/>
                </a:cubicBezTo>
                <a:cubicBezTo>
                  <a:pt x="233" y="158"/>
                  <a:pt x="234" y="160"/>
                  <a:pt x="235" y="163"/>
                </a:cubicBezTo>
                <a:cubicBezTo>
                  <a:pt x="236" y="165"/>
                  <a:pt x="237" y="167"/>
                  <a:pt x="237" y="168"/>
                </a:cubicBezTo>
                <a:cubicBezTo>
                  <a:pt x="238" y="170"/>
                  <a:pt x="239" y="171"/>
                  <a:pt x="240" y="172"/>
                </a:cubicBezTo>
                <a:cubicBezTo>
                  <a:pt x="241" y="172"/>
                  <a:pt x="242" y="172"/>
                  <a:pt x="243" y="172"/>
                </a:cubicBezTo>
                <a:cubicBezTo>
                  <a:pt x="244" y="172"/>
                  <a:pt x="245" y="171"/>
                  <a:pt x="245" y="170"/>
                </a:cubicBezTo>
                <a:cubicBezTo>
                  <a:pt x="245" y="169"/>
                  <a:pt x="246" y="168"/>
                  <a:pt x="246" y="165"/>
                </a:cubicBezTo>
                <a:lnTo>
                  <a:pt x="246" y="166"/>
                </a:lnTo>
                <a:cubicBezTo>
                  <a:pt x="246" y="168"/>
                  <a:pt x="246" y="170"/>
                  <a:pt x="246" y="171"/>
                </a:cubicBezTo>
                <a:cubicBezTo>
                  <a:pt x="245" y="173"/>
                  <a:pt x="244" y="174"/>
                  <a:pt x="243" y="174"/>
                </a:cubicBezTo>
                <a:cubicBezTo>
                  <a:pt x="241" y="175"/>
                  <a:pt x="239" y="174"/>
                  <a:pt x="237" y="171"/>
                </a:cubicBezTo>
                <a:cubicBezTo>
                  <a:pt x="235" y="169"/>
                  <a:pt x="234" y="167"/>
                  <a:pt x="233" y="164"/>
                </a:cubicBezTo>
                <a:cubicBezTo>
                  <a:pt x="232" y="161"/>
                  <a:pt x="231" y="159"/>
                  <a:pt x="231" y="156"/>
                </a:cubicBezTo>
                <a:cubicBezTo>
                  <a:pt x="231" y="154"/>
                  <a:pt x="231" y="152"/>
                  <a:pt x="232" y="151"/>
                </a:cubicBezTo>
                <a:cubicBezTo>
                  <a:pt x="232" y="149"/>
                  <a:pt x="233" y="148"/>
                  <a:pt x="234" y="148"/>
                </a:cubicBezTo>
                <a:cubicBezTo>
                  <a:pt x="235" y="148"/>
                  <a:pt x="236" y="148"/>
                  <a:pt x="237" y="148"/>
                </a:cubicBezTo>
                <a:cubicBezTo>
                  <a:pt x="238" y="148"/>
                  <a:pt x="238" y="149"/>
                  <a:pt x="238" y="149"/>
                </a:cubicBezTo>
                <a:cubicBezTo>
                  <a:pt x="238" y="148"/>
                  <a:pt x="238" y="148"/>
                  <a:pt x="238" y="148"/>
                </a:cubicBezTo>
                <a:cubicBezTo>
                  <a:pt x="238" y="148"/>
                  <a:pt x="238" y="147"/>
                  <a:pt x="238" y="147"/>
                </a:cubicBezTo>
                <a:lnTo>
                  <a:pt x="238" y="146"/>
                </a:lnTo>
                <a:close/>
              </a:path>
              <a:path w="336" h="189">
                <a:moveTo>
                  <a:pt x="245" y="146"/>
                </a:moveTo>
                <a:lnTo>
                  <a:pt x="248" y="156"/>
                </a:lnTo>
                <a:lnTo>
                  <a:pt x="251" y="155"/>
                </a:lnTo>
                <a:cubicBezTo>
                  <a:pt x="252" y="155"/>
                  <a:pt x="252" y="155"/>
                  <a:pt x="252" y="154"/>
                </a:cubicBezTo>
                <a:cubicBezTo>
                  <a:pt x="252" y="153"/>
                  <a:pt x="252" y="152"/>
                  <a:pt x="252" y="151"/>
                </a:cubicBezTo>
                <a:lnTo>
                  <a:pt x="255" y="159"/>
                </a:lnTo>
                <a:cubicBezTo>
                  <a:pt x="254" y="158"/>
                  <a:pt x="254" y="158"/>
                  <a:pt x="254" y="157"/>
                </a:cubicBezTo>
                <a:cubicBezTo>
                  <a:pt x="253" y="157"/>
                  <a:pt x="253" y="157"/>
                  <a:pt x="253" y="156"/>
                </a:cubicBezTo>
                <a:cubicBezTo>
                  <a:pt x="252" y="156"/>
                  <a:pt x="252" y="156"/>
                  <a:pt x="251" y="156"/>
                </a:cubicBezTo>
                <a:lnTo>
                  <a:pt x="249" y="157"/>
                </a:lnTo>
                <a:lnTo>
                  <a:pt x="252" y="166"/>
                </a:lnTo>
                <a:cubicBezTo>
                  <a:pt x="252" y="167"/>
                  <a:pt x="252" y="167"/>
                  <a:pt x="252" y="168"/>
                </a:cubicBezTo>
                <a:cubicBezTo>
                  <a:pt x="253" y="168"/>
                  <a:pt x="253" y="168"/>
                  <a:pt x="253" y="168"/>
                </a:cubicBezTo>
                <a:cubicBezTo>
                  <a:pt x="253" y="168"/>
                  <a:pt x="253" y="168"/>
                  <a:pt x="254" y="168"/>
                </a:cubicBezTo>
                <a:lnTo>
                  <a:pt x="256" y="167"/>
                </a:lnTo>
                <a:cubicBezTo>
                  <a:pt x="256" y="167"/>
                  <a:pt x="257" y="167"/>
                  <a:pt x="257" y="166"/>
                </a:cubicBezTo>
                <a:cubicBezTo>
                  <a:pt x="257" y="166"/>
                  <a:pt x="258" y="166"/>
                  <a:pt x="258" y="165"/>
                </a:cubicBezTo>
                <a:cubicBezTo>
                  <a:pt x="258" y="164"/>
                  <a:pt x="258" y="163"/>
                  <a:pt x="258" y="161"/>
                </a:cubicBezTo>
                <a:lnTo>
                  <a:pt x="259" y="168"/>
                </a:lnTo>
                <a:lnTo>
                  <a:pt x="250" y="171"/>
                </a:lnTo>
                <a:lnTo>
                  <a:pt x="249" y="170"/>
                </a:lnTo>
                <a:lnTo>
                  <a:pt x="250" y="170"/>
                </a:lnTo>
                <a:cubicBezTo>
                  <a:pt x="250" y="170"/>
                  <a:pt x="250" y="170"/>
                  <a:pt x="251" y="169"/>
                </a:cubicBezTo>
                <a:cubicBezTo>
                  <a:pt x="251" y="169"/>
                  <a:pt x="251" y="169"/>
                  <a:pt x="251" y="168"/>
                </a:cubicBezTo>
                <a:cubicBezTo>
                  <a:pt x="251" y="168"/>
                  <a:pt x="250" y="167"/>
                  <a:pt x="250" y="166"/>
                </a:cubicBezTo>
                <a:lnTo>
                  <a:pt x="244" y="150"/>
                </a:lnTo>
                <a:cubicBezTo>
                  <a:pt x="244" y="148"/>
                  <a:pt x="243" y="147"/>
                  <a:pt x="243" y="147"/>
                </a:cubicBezTo>
                <a:cubicBezTo>
                  <a:pt x="242" y="147"/>
                  <a:pt x="242" y="147"/>
                  <a:pt x="241" y="147"/>
                </a:cubicBezTo>
                <a:lnTo>
                  <a:pt x="241" y="146"/>
                </a:lnTo>
                <a:lnTo>
                  <a:pt x="250" y="143"/>
                </a:lnTo>
                <a:lnTo>
                  <a:pt x="252" y="148"/>
                </a:lnTo>
                <a:cubicBezTo>
                  <a:pt x="251" y="147"/>
                  <a:pt x="251" y="146"/>
                  <a:pt x="251" y="146"/>
                </a:cubicBezTo>
                <a:cubicBezTo>
                  <a:pt x="250" y="145"/>
                  <a:pt x="250" y="145"/>
                  <a:pt x="249" y="145"/>
                </a:cubicBezTo>
                <a:cubicBezTo>
                  <a:pt x="249" y="145"/>
                  <a:pt x="249" y="145"/>
                  <a:pt x="248" y="145"/>
                </a:cubicBezTo>
                <a:lnTo>
                  <a:pt x="245" y="146"/>
                </a:lnTo>
                <a:close/>
              </a:path>
            </a:pathLst>
          </a:custGeom>
          <a:solidFill>
            <a:srgbClr val="24211D"/>
          </a:solidFill>
          <a:ln>
            <a:noFill/>
          </a:ln>
        </p:spPr>
      </p:sp>
      <p:sp>
        <p:nvSpPr>
          <p:cNvPr id="15" name="Freeform 16"/>
          <p:cNvSpPr>
            <a:spLocks noGrp="1"/>
          </p:cNvSpPr>
          <p:nvPr/>
        </p:nvSpPr>
        <p:spPr>
          <a:xfrm>
            <a:off x="9943582" y="268135"/>
            <a:ext cx="220968" cy="125723"/>
          </a:xfrm>
          <a:custGeom>
            <a:avLst/>
            <a:gdLst/>
            <a:ahLst/>
            <a:cxnLst/>
            <a:rect l="l" t="t" r="r" b="b"/>
            <a:pathLst>
              <a:path w="143" h="81">
                <a:moveTo>
                  <a:pt x="102" y="38"/>
                </a:moveTo>
                <a:lnTo>
                  <a:pt x="129" y="38"/>
                </a:lnTo>
                <a:cubicBezTo>
                  <a:pt x="135" y="33"/>
                  <a:pt x="68" y="12"/>
                  <a:pt x="53" y="18"/>
                </a:cubicBezTo>
                <a:cubicBezTo>
                  <a:pt x="44" y="22"/>
                  <a:pt x="65" y="31"/>
                  <a:pt x="77" y="41"/>
                </a:cubicBezTo>
                <a:cubicBezTo>
                  <a:pt x="84" y="46"/>
                  <a:pt x="94" y="54"/>
                  <a:pt x="96" y="58"/>
                </a:cubicBezTo>
                <a:cubicBezTo>
                  <a:pt x="101" y="65"/>
                  <a:pt x="97" y="72"/>
                  <a:pt x="88" y="81"/>
                </a:cubicBezTo>
                <a:lnTo>
                  <a:pt x="0" y="81"/>
                </a:lnTo>
                <a:cubicBezTo>
                  <a:pt x="3" y="78"/>
                  <a:pt x="7" y="76"/>
                  <a:pt x="10" y="76"/>
                </a:cubicBezTo>
                <a:lnTo>
                  <a:pt x="57" y="76"/>
                </a:lnTo>
                <a:cubicBezTo>
                  <a:pt x="65" y="75"/>
                  <a:pt x="82" y="73"/>
                  <a:pt x="82" y="53"/>
                </a:cubicBezTo>
                <a:cubicBezTo>
                  <a:pt x="79" y="40"/>
                  <a:pt x="48" y="37"/>
                  <a:pt x="39" y="27"/>
                </a:cubicBezTo>
                <a:cubicBezTo>
                  <a:pt x="35" y="23"/>
                  <a:pt x="41" y="17"/>
                  <a:pt x="53" y="17"/>
                </a:cubicBezTo>
                <a:cubicBezTo>
                  <a:pt x="75" y="0"/>
                  <a:pt x="143" y="8"/>
                  <a:pt x="141" y="24"/>
                </a:cubicBezTo>
                <a:cubicBezTo>
                  <a:pt x="140" y="33"/>
                  <a:pt x="134" y="39"/>
                  <a:pt x="127" y="45"/>
                </a:cubicBezTo>
                <a:lnTo>
                  <a:pt x="118" y="45"/>
                </a:lnTo>
                <a:lnTo>
                  <a:pt x="108" y="81"/>
                </a:lnTo>
                <a:lnTo>
                  <a:pt x="96" y="81"/>
                </a:lnTo>
                <a:lnTo>
                  <a:pt x="106" y="45"/>
                </a:lnTo>
                <a:lnTo>
                  <a:pt x="95" y="45"/>
                </a:lnTo>
                <a:lnTo>
                  <a:pt x="102" y="38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6" name="Freeform 17"/>
          <p:cNvSpPr>
            <a:spLocks noGrp="1"/>
          </p:cNvSpPr>
          <p:nvPr/>
        </p:nvSpPr>
        <p:spPr>
          <a:xfrm>
            <a:off x="9962631" y="339251"/>
            <a:ext cx="50797" cy="41908"/>
          </a:xfrm>
          <a:custGeom>
            <a:avLst/>
            <a:gdLst/>
            <a:ahLst/>
            <a:cxnLst/>
            <a:rect l="l" t="t" r="r" b="b"/>
            <a:pathLst>
              <a:path w="33" h="27">
                <a:moveTo>
                  <a:pt x="7" y="0"/>
                </a:moveTo>
                <a:lnTo>
                  <a:pt x="18" y="0"/>
                </a:lnTo>
                <a:lnTo>
                  <a:pt x="13" y="17"/>
                </a:lnTo>
                <a:lnTo>
                  <a:pt x="18" y="17"/>
                </a:lnTo>
                <a:lnTo>
                  <a:pt x="22" y="0"/>
                </a:lnTo>
                <a:lnTo>
                  <a:pt x="33" y="0"/>
                </a:lnTo>
                <a:lnTo>
                  <a:pt x="25" y="27"/>
                </a:lnTo>
                <a:lnTo>
                  <a:pt x="15" y="27"/>
                </a:lnTo>
                <a:lnTo>
                  <a:pt x="17" y="20"/>
                </a:lnTo>
                <a:lnTo>
                  <a:pt x="13" y="20"/>
                </a:lnTo>
                <a:lnTo>
                  <a:pt x="11" y="27"/>
                </a:lnTo>
                <a:lnTo>
                  <a:pt x="0" y="27"/>
                </a:lnTo>
                <a:lnTo>
                  <a:pt x="7" y="0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7" name="Freeform 18"/>
          <p:cNvSpPr>
            <a:spLocks noGrp="1"/>
          </p:cNvSpPr>
          <p:nvPr/>
        </p:nvSpPr>
        <p:spPr>
          <a:xfrm>
            <a:off x="10007079" y="339251"/>
            <a:ext cx="50797" cy="41908"/>
          </a:xfrm>
          <a:custGeom>
            <a:avLst/>
            <a:gdLst/>
            <a:ahLst/>
            <a:cxnLst/>
            <a:rect l="l" t="t" r="r" b="b"/>
            <a:pathLst>
              <a:path w="33" h="27">
                <a:moveTo>
                  <a:pt x="8" y="0"/>
                </a:moveTo>
                <a:lnTo>
                  <a:pt x="0" y="27"/>
                </a:lnTo>
                <a:lnTo>
                  <a:pt x="25" y="27"/>
                </a:lnTo>
                <a:lnTo>
                  <a:pt x="33" y="0"/>
                </a:lnTo>
                <a:lnTo>
                  <a:pt x="22" y="0"/>
                </a:lnTo>
                <a:lnTo>
                  <a:pt x="15" y="24"/>
                </a:lnTo>
                <a:lnTo>
                  <a:pt x="11" y="24"/>
                </a:lnTo>
                <a:lnTo>
                  <a:pt x="18" y="0"/>
                </a:lnTo>
                <a:lnTo>
                  <a:pt x="8" y="0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8" name="Freeform 5"/>
          <p:cNvSpPr>
            <a:spLocks noGrp="1"/>
          </p:cNvSpPr>
          <p:nvPr/>
        </p:nvSpPr>
        <p:spPr>
          <a:xfrm>
            <a:off x="10436316" y="152571"/>
            <a:ext cx="1607736" cy="325103"/>
          </a:xfrm>
          <a:custGeom>
            <a:avLst/>
            <a:gdLst/>
            <a:ahLst/>
            <a:cxnLst/>
            <a:rect l="l" t="t" r="r" b="b"/>
            <a:pathLst>
              <a:path w="489" h="98">
                <a:moveTo>
                  <a:pt x="98" y="37"/>
                </a:moveTo>
                <a:cubicBezTo>
                  <a:pt x="98" y="37"/>
                  <a:pt x="101" y="31"/>
                  <a:pt x="102" y="39"/>
                </a:cubicBezTo>
                <a:lnTo>
                  <a:pt x="104" y="45"/>
                </a:lnTo>
                <a:cubicBezTo>
                  <a:pt x="104" y="45"/>
                  <a:pt x="106" y="49"/>
                  <a:pt x="109" y="43"/>
                </a:cubicBezTo>
                <a:lnTo>
                  <a:pt x="112" y="40"/>
                </a:lnTo>
                <a:cubicBezTo>
                  <a:pt x="112" y="40"/>
                  <a:pt x="114" y="40"/>
                  <a:pt x="114" y="37"/>
                </a:cubicBezTo>
                <a:lnTo>
                  <a:pt x="113" y="28"/>
                </a:lnTo>
                <a:cubicBezTo>
                  <a:pt x="113" y="28"/>
                  <a:pt x="113" y="22"/>
                  <a:pt x="111" y="22"/>
                </a:cubicBezTo>
                <a:cubicBezTo>
                  <a:pt x="111" y="22"/>
                  <a:pt x="108" y="16"/>
                  <a:pt x="112" y="15"/>
                </a:cubicBezTo>
                <a:cubicBezTo>
                  <a:pt x="112" y="15"/>
                  <a:pt x="113" y="11"/>
                  <a:pt x="119" y="14"/>
                </a:cubicBezTo>
                <a:cubicBezTo>
                  <a:pt x="119" y="14"/>
                  <a:pt x="125" y="16"/>
                  <a:pt x="123" y="21"/>
                </a:cubicBezTo>
                <a:lnTo>
                  <a:pt x="122" y="29"/>
                </a:lnTo>
                <a:cubicBezTo>
                  <a:pt x="122" y="29"/>
                  <a:pt x="121" y="33"/>
                  <a:pt x="127" y="28"/>
                </a:cubicBezTo>
                <a:lnTo>
                  <a:pt x="135" y="23"/>
                </a:lnTo>
                <a:cubicBezTo>
                  <a:pt x="135" y="23"/>
                  <a:pt x="143" y="20"/>
                  <a:pt x="145" y="24"/>
                </a:cubicBezTo>
                <a:cubicBezTo>
                  <a:pt x="145" y="24"/>
                  <a:pt x="147" y="27"/>
                  <a:pt x="143" y="30"/>
                </a:cubicBezTo>
                <a:cubicBezTo>
                  <a:pt x="143" y="30"/>
                  <a:pt x="131" y="33"/>
                  <a:pt x="133" y="42"/>
                </a:cubicBezTo>
                <a:cubicBezTo>
                  <a:pt x="133" y="42"/>
                  <a:pt x="139" y="43"/>
                  <a:pt x="134" y="48"/>
                </a:cubicBezTo>
                <a:cubicBezTo>
                  <a:pt x="134" y="48"/>
                  <a:pt x="128" y="49"/>
                  <a:pt x="125" y="52"/>
                </a:cubicBezTo>
                <a:lnTo>
                  <a:pt x="121" y="53"/>
                </a:lnTo>
                <a:lnTo>
                  <a:pt x="121" y="86"/>
                </a:lnTo>
                <a:cubicBezTo>
                  <a:pt x="121" y="86"/>
                  <a:pt x="121" y="96"/>
                  <a:pt x="115" y="92"/>
                </a:cubicBezTo>
                <a:cubicBezTo>
                  <a:pt x="115" y="92"/>
                  <a:pt x="109" y="84"/>
                  <a:pt x="113" y="74"/>
                </a:cubicBezTo>
                <a:lnTo>
                  <a:pt x="114" y="49"/>
                </a:lnTo>
                <a:cubicBezTo>
                  <a:pt x="114" y="49"/>
                  <a:pt x="115" y="41"/>
                  <a:pt x="109" y="50"/>
                </a:cubicBezTo>
                <a:lnTo>
                  <a:pt x="104" y="57"/>
                </a:lnTo>
                <a:cubicBezTo>
                  <a:pt x="104" y="57"/>
                  <a:pt x="102" y="60"/>
                  <a:pt x="98" y="58"/>
                </a:cubicBezTo>
                <a:cubicBezTo>
                  <a:pt x="98" y="58"/>
                  <a:pt x="90" y="54"/>
                  <a:pt x="94" y="47"/>
                </a:cubicBezTo>
                <a:cubicBezTo>
                  <a:pt x="96" y="45"/>
                  <a:pt x="97" y="40"/>
                  <a:pt x="98" y="37"/>
                </a:cubicBezTo>
                <a:close/>
                <a:moveTo>
                  <a:pt x="121" y="39"/>
                </a:moveTo>
                <a:lnTo>
                  <a:pt x="121" y="45"/>
                </a:lnTo>
                <a:cubicBezTo>
                  <a:pt x="121" y="45"/>
                  <a:pt x="120" y="48"/>
                  <a:pt x="125" y="45"/>
                </a:cubicBezTo>
                <a:cubicBezTo>
                  <a:pt x="125" y="45"/>
                  <a:pt x="128" y="42"/>
                  <a:pt x="128" y="40"/>
                </a:cubicBezTo>
                <a:cubicBezTo>
                  <a:pt x="128" y="40"/>
                  <a:pt x="128" y="35"/>
                  <a:pt x="130" y="35"/>
                </a:cubicBezTo>
                <a:cubicBezTo>
                  <a:pt x="130" y="35"/>
                  <a:pt x="131" y="31"/>
                  <a:pt x="126" y="33"/>
                </a:cubicBezTo>
                <a:lnTo>
                  <a:pt x="123" y="37"/>
                </a:lnTo>
                <a:lnTo>
                  <a:pt x="122" y="37"/>
                </a:lnTo>
                <a:cubicBezTo>
                  <a:pt x="122" y="37"/>
                  <a:pt x="121" y="38"/>
                  <a:pt x="121" y="39"/>
                </a:cubicBezTo>
                <a:close/>
              </a:path>
              <a:path w="489" h="98">
                <a:moveTo>
                  <a:pt x="29" y="76"/>
                </a:moveTo>
                <a:cubicBezTo>
                  <a:pt x="34" y="73"/>
                  <a:pt x="37" y="72"/>
                  <a:pt x="38" y="73"/>
                </a:cubicBezTo>
                <a:cubicBezTo>
                  <a:pt x="39" y="73"/>
                  <a:pt x="39" y="80"/>
                  <a:pt x="39" y="92"/>
                </a:cubicBezTo>
                <a:cubicBezTo>
                  <a:pt x="39" y="98"/>
                  <a:pt x="43" y="98"/>
                  <a:pt x="45" y="95"/>
                </a:cubicBezTo>
                <a:cubicBezTo>
                  <a:pt x="47" y="92"/>
                  <a:pt x="48" y="86"/>
                  <a:pt x="48" y="78"/>
                </a:cubicBezTo>
                <a:lnTo>
                  <a:pt x="48" y="71"/>
                </a:lnTo>
                <a:lnTo>
                  <a:pt x="50" y="68"/>
                </a:lnTo>
                <a:lnTo>
                  <a:pt x="59" y="64"/>
                </a:lnTo>
                <a:cubicBezTo>
                  <a:pt x="62" y="63"/>
                  <a:pt x="62" y="61"/>
                  <a:pt x="59" y="60"/>
                </a:cubicBezTo>
                <a:lnTo>
                  <a:pt x="54" y="56"/>
                </a:lnTo>
                <a:cubicBezTo>
                  <a:pt x="53" y="54"/>
                  <a:pt x="53" y="53"/>
                  <a:pt x="56" y="52"/>
                </a:cubicBezTo>
                <a:lnTo>
                  <a:pt x="71" y="44"/>
                </a:lnTo>
                <a:cubicBezTo>
                  <a:pt x="73" y="44"/>
                  <a:pt x="74" y="42"/>
                  <a:pt x="71" y="39"/>
                </a:cubicBezTo>
                <a:cubicBezTo>
                  <a:pt x="69" y="37"/>
                  <a:pt x="67" y="37"/>
                  <a:pt x="64" y="39"/>
                </a:cubicBezTo>
                <a:lnTo>
                  <a:pt x="59" y="41"/>
                </a:lnTo>
                <a:cubicBezTo>
                  <a:pt x="56" y="44"/>
                  <a:pt x="55" y="42"/>
                  <a:pt x="59" y="37"/>
                </a:cubicBezTo>
                <a:lnTo>
                  <a:pt x="64" y="34"/>
                </a:lnTo>
                <a:cubicBezTo>
                  <a:pt x="68" y="32"/>
                  <a:pt x="66" y="30"/>
                  <a:pt x="63" y="29"/>
                </a:cubicBezTo>
                <a:lnTo>
                  <a:pt x="59" y="26"/>
                </a:lnTo>
                <a:cubicBezTo>
                  <a:pt x="57" y="25"/>
                  <a:pt x="56" y="25"/>
                  <a:pt x="55" y="28"/>
                </a:cubicBezTo>
                <a:cubicBezTo>
                  <a:pt x="55" y="32"/>
                  <a:pt x="54" y="34"/>
                  <a:pt x="52" y="35"/>
                </a:cubicBezTo>
                <a:cubicBezTo>
                  <a:pt x="50" y="36"/>
                  <a:pt x="48" y="36"/>
                  <a:pt x="47" y="35"/>
                </a:cubicBezTo>
                <a:cubicBezTo>
                  <a:pt x="45" y="33"/>
                  <a:pt x="45" y="32"/>
                  <a:pt x="47" y="30"/>
                </a:cubicBezTo>
                <a:cubicBezTo>
                  <a:pt x="49" y="27"/>
                  <a:pt x="52" y="25"/>
                  <a:pt x="56" y="25"/>
                </a:cubicBezTo>
                <a:cubicBezTo>
                  <a:pt x="60" y="23"/>
                  <a:pt x="64" y="21"/>
                  <a:pt x="65" y="18"/>
                </a:cubicBezTo>
                <a:cubicBezTo>
                  <a:pt x="66" y="17"/>
                  <a:pt x="65" y="14"/>
                  <a:pt x="62" y="11"/>
                </a:cubicBezTo>
                <a:cubicBezTo>
                  <a:pt x="59" y="6"/>
                  <a:pt x="55" y="5"/>
                  <a:pt x="52" y="10"/>
                </a:cubicBezTo>
                <a:lnTo>
                  <a:pt x="47" y="22"/>
                </a:lnTo>
                <a:lnTo>
                  <a:pt x="43" y="22"/>
                </a:lnTo>
                <a:lnTo>
                  <a:pt x="44" y="14"/>
                </a:lnTo>
                <a:cubicBezTo>
                  <a:pt x="45" y="12"/>
                  <a:pt x="43" y="10"/>
                  <a:pt x="40" y="7"/>
                </a:cubicBezTo>
                <a:cubicBezTo>
                  <a:pt x="36" y="5"/>
                  <a:pt x="34" y="4"/>
                  <a:pt x="33" y="7"/>
                </a:cubicBezTo>
                <a:cubicBezTo>
                  <a:pt x="32" y="7"/>
                  <a:pt x="33" y="9"/>
                  <a:pt x="36" y="13"/>
                </a:cubicBezTo>
                <a:cubicBezTo>
                  <a:pt x="38" y="15"/>
                  <a:pt x="39" y="18"/>
                  <a:pt x="41" y="23"/>
                </a:cubicBezTo>
                <a:cubicBezTo>
                  <a:pt x="36" y="23"/>
                  <a:pt x="31" y="24"/>
                  <a:pt x="26" y="23"/>
                </a:cubicBezTo>
                <a:cubicBezTo>
                  <a:pt x="20" y="23"/>
                  <a:pt x="17" y="24"/>
                  <a:pt x="20" y="27"/>
                </a:cubicBezTo>
                <a:cubicBezTo>
                  <a:pt x="21" y="29"/>
                  <a:pt x="23" y="30"/>
                  <a:pt x="24" y="32"/>
                </a:cubicBezTo>
                <a:lnTo>
                  <a:pt x="38" y="28"/>
                </a:lnTo>
                <a:cubicBezTo>
                  <a:pt x="45" y="27"/>
                  <a:pt x="45" y="27"/>
                  <a:pt x="43" y="30"/>
                </a:cubicBezTo>
                <a:cubicBezTo>
                  <a:pt x="43" y="31"/>
                  <a:pt x="41" y="31"/>
                  <a:pt x="39" y="30"/>
                </a:cubicBezTo>
                <a:cubicBezTo>
                  <a:pt x="36" y="31"/>
                  <a:pt x="36" y="33"/>
                  <a:pt x="37" y="35"/>
                </a:cubicBezTo>
                <a:cubicBezTo>
                  <a:pt x="38" y="39"/>
                  <a:pt x="38" y="40"/>
                  <a:pt x="35" y="38"/>
                </a:cubicBezTo>
                <a:cubicBezTo>
                  <a:pt x="34" y="38"/>
                  <a:pt x="33" y="38"/>
                  <a:pt x="33" y="39"/>
                </a:cubicBezTo>
                <a:cubicBezTo>
                  <a:pt x="32" y="40"/>
                  <a:pt x="30" y="40"/>
                  <a:pt x="28" y="37"/>
                </a:cubicBezTo>
                <a:cubicBezTo>
                  <a:pt x="24" y="33"/>
                  <a:pt x="21" y="32"/>
                  <a:pt x="20" y="35"/>
                </a:cubicBezTo>
                <a:lnTo>
                  <a:pt x="21" y="38"/>
                </a:lnTo>
                <a:cubicBezTo>
                  <a:pt x="23" y="42"/>
                  <a:pt x="23" y="44"/>
                  <a:pt x="20" y="44"/>
                </a:cubicBezTo>
                <a:cubicBezTo>
                  <a:pt x="19" y="45"/>
                  <a:pt x="20" y="46"/>
                  <a:pt x="21" y="47"/>
                </a:cubicBezTo>
                <a:lnTo>
                  <a:pt x="24" y="50"/>
                </a:lnTo>
                <a:cubicBezTo>
                  <a:pt x="26" y="53"/>
                  <a:pt x="28" y="53"/>
                  <a:pt x="32" y="49"/>
                </a:cubicBezTo>
                <a:cubicBezTo>
                  <a:pt x="36" y="44"/>
                  <a:pt x="38" y="43"/>
                  <a:pt x="38" y="47"/>
                </a:cubicBezTo>
                <a:cubicBezTo>
                  <a:pt x="38" y="50"/>
                  <a:pt x="37" y="51"/>
                  <a:pt x="34" y="51"/>
                </a:cubicBezTo>
                <a:lnTo>
                  <a:pt x="1" y="61"/>
                </a:lnTo>
                <a:cubicBezTo>
                  <a:pt x="0" y="61"/>
                  <a:pt x="0" y="61"/>
                  <a:pt x="0" y="61"/>
                </a:cubicBezTo>
                <a:lnTo>
                  <a:pt x="7" y="66"/>
                </a:lnTo>
                <a:cubicBezTo>
                  <a:pt x="8" y="66"/>
                  <a:pt x="10" y="66"/>
                  <a:pt x="11" y="66"/>
                </a:cubicBezTo>
                <a:lnTo>
                  <a:pt x="20" y="63"/>
                </a:lnTo>
                <a:lnTo>
                  <a:pt x="33" y="56"/>
                </a:lnTo>
                <a:cubicBezTo>
                  <a:pt x="37" y="55"/>
                  <a:pt x="39" y="55"/>
                  <a:pt x="38" y="58"/>
                </a:cubicBezTo>
                <a:cubicBezTo>
                  <a:pt x="38" y="59"/>
                  <a:pt x="37" y="60"/>
                  <a:pt x="35" y="61"/>
                </a:cubicBezTo>
                <a:cubicBezTo>
                  <a:pt x="29" y="64"/>
                  <a:pt x="23" y="69"/>
                  <a:pt x="17" y="74"/>
                </a:cubicBezTo>
                <a:cubicBezTo>
                  <a:pt x="14" y="77"/>
                  <a:pt x="13" y="78"/>
                  <a:pt x="17" y="78"/>
                </a:cubicBezTo>
                <a:cubicBezTo>
                  <a:pt x="19" y="79"/>
                  <a:pt x="21" y="79"/>
                  <a:pt x="25" y="77"/>
                </a:cubicBezTo>
                <a:lnTo>
                  <a:pt x="29" y="76"/>
                </a:lnTo>
                <a:close/>
                <a:moveTo>
                  <a:pt x="38" y="65"/>
                </a:moveTo>
                <a:cubicBezTo>
                  <a:pt x="38" y="67"/>
                  <a:pt x="37" y="68"/>
                  <a:pt x="34" y="69"/>
                </a:cubicBezTo>
                <a:lnTo>
                  <a:pt x="30" y="70"/>
                </a:lnTo>
                <a:cubicBezTo>
                  <a:pt x="26" y="71"/>
                  <a:pt x="25" y="71"/>
                  <a:pt x="28" y="69"/>
                </a:cubicBezTo>
                <a:lnTo>
                  <a:pt x="35" y="64"/>
                </a:lnTo>
                <a:cubicBezTo>
                  <a:pt x="37" y="63"/>
                  <a:pt x="38" y="63"/>
                  <a:pt x="38" y="65"/>
                </a:cubicBezTo>
                <a:close/>
                <a:moveTo>
                  <a:pt x="48" y="57"/>
                </a:moveTo>
                <a:lnTo>
                  <a:pt x="48" y="61"/>
                </a:lnTo>
                <a:cubicBezTo>
                  <a:pt x="48" y="63"/>
                  <a:pt x="50" y="63"/>
                  <a:pt x="51" y="62"/>
                </a:cubicBezTo>
                <a:cubicBezTo>
                  <a:pt x="51" y="62"/>
                  <a:pt x="51" y="61"/>
                  <a:pt x="51" y="59"/>
                </a:cubicBezTo>
                <a:cubicBezTo>
                  <a:pt x="50" y="58"/>
                  <a:pt x="49" y="57"/>
                  <a:pt x="48" y="57"/>
                </a:cubicBezTo>
                <a:close/>
                <a:moveTo>
                  <a:pt x="50" y="50"/>
                </a:moveTo>
                <a:cubicBezTo>
                  <a:pt x="48" y="50"/>
                  <a:pt x="48" y="51"/>
                  <a:pt x="48" y="52"/>
                </a:cubicBezTo>
                <a:cubicBezTo>
                  <a:pt x="49" y="53"/>
                  <a:pt x="51" y="53"/>
                  <a:pt x="53" y="51"/>
                </a:cubicBezTo>
                <a:lnTo>
                  <a:pt x="58" y="48"/>
                </a:lnTo>
                <a:cubicBezTo>
                  <a:pt x="59" y="47"/>
                  <a:pt x="59" y="47"/>
                  <a:pt x="56" y="47"/>
                </a:cubicBezTo>
                <a:lnTo>
                  <a:pt x="51" y="49"/>
                </a:lnTo>
                <a:lnTo>
                  <a:pt x="50" y="50"/>
                </a:lnTo>
                <a:close/>
                <a:moveTo>
                  <a:pt x="48" y="39"/>
                </a:moveTo>
                <a:lnTo>
                  <a:pt x="47" y="44"/>
                </a:lnTo>
                <a:cubicBezTo>
                  <a:pt x="48" y="47"/>
                  <a:pt x="49" y="47"/>
                  <a:pt x="51" y="45"/>
                </a:cubicBezTo>
                <a:cubicBezTo>
                  <a:pt x="51" y="44"/>
                  <a:pt x="52" y="43"/>
                  <a:pt x="53" y="41"/>
                </a:cubicBezTo>
                <a:cubicBezTo>
                  <a:pt x="53" y="39"/>
                  <a:pt x="52" y="39"/>
                  <a:pt x="51" y="38"/>
                </a:cubicBezTo>
                <a:cubicBezTo>
                  <a:pt x="50" y="38"/>
                  <a:pt x="49" y="38"/>
                  <a:pt x="48" y="39"/>
                </a:cubicBezTo>
                <a:close/>
                <a:moveTo>
                  <a:pt x="60" y="14"/>
                </a:moveTo>
                <a:cubicBezTo>
                  <a:pt x="60" y="15"/>
                  <a:pt x="59" y="16"/>
                  <a:pt x="58" y="17"/>
                </a:cubicBezTo>
                <a:lnTo>
                  <a:pt x="57" y="17"/>
                </a:lnTo>
                <a:cubicBezTo>
                  <a:pt x="56" y="17"/>
                  <a:pt x="55" y="18"/>
                  <a:pt x="54" y="17"/>
                </a:cubicBezTo>
                <a:lnTo>
                  <a:pt x="57" y="14"/>
                </a:lnTo>
                <a:cubicBezTo>
                  <a:pt x="58" y="14"/>
                  <a:pt x="60" y="13"/>
                  <a:pt x="60" y="14"/>
                </a:cubicBezTo>
                <a:close/>
              </a:path>
              <a:path w="489" h="98">
                <a:moveTo>
                  <a:pt x="186" y="22"/>
                </a:moveTo>
                <a:lnTo>
                  <a:pt x="193" y="17"/>
                </a:lnTo>
                <a:cubicBezTo>
                  <a:pt x="193" y="17"/>
                  <a:pt x="195" y="13"/>
                  <a:pt x="198" y="18"/>
                </a:cubicBezTo>
                <a:cubicBezTo>
                  <a:pt x="198" y="18"/>
                  <a:pt x="202" y="23"/>
                  <a:pt x="196" y="24"/>
                </a:cubicBezTo>
                <a:cubicBezTo>
                  <a:pt x="196" y="24"/>
                  <a:pt x="193" y="26"/>
                  <a:pt x="191" y="25"/>
                </a:cubicBezTo>
                <a:cubicBezTo>
                  <a:pt x="191" y="25"/>
                  <a:pt x="180" y="30"/>
                  <a:pt x="177" y="31"/>
                </a:cubicBezTo>
                <a:cubicBezTo>
                  <a:pt x="177" y="31"/>
                  <a:pt x="171" y="33"/>
                  <a:pt x="172" y="30"/>
                </a:cubicBezTo>
                <a:lnTo>
                  <a:pt x="183" y="24"/>
                </a:lnTo>
                <a:lnTo>
                  <a:pt x="186" y="22"/>
                </a:lnTo>
                <a:close/>
              </a:path>
              <a:path w="489" h="98">
                <a:moveTo>
                  <a:pt x="217" y="29"/>
                </a:moveTo>
                <a:lnTo>
                  <a:pt x="216" y="50"/>
                </a:lnTo>
                <a:lnTo>
                  <a:pt x="220" y="47"/>
                </a:lnTo>
                <a:lnTo>
                  <a:pt x="221" y="42"/>
                </a:lnTo>
                <a:cubicBezTo>
                  <a:pt x="221" y="42"/>
                  <a:pt x="221" y="39"/>
                  <a:pt x="225" y="43"/>
                </a:cubicBezTo>
                <a:cubicBezTo>
                  <a:pt x="225" y="43"/>
                  <a:pt x="229" y="46"/>
                  <a:pt x="228" y="50"/>
                </a:cubicBezTo>
                <a:cubicBezTo>
                  <a:pt x="228" y="50"/>
                  <a:pt x="220" y="52"/>
                  <a:pt x="216" y="59"/>
                </a:cubicBezTo>
                <a:lnTo>
                  <a:pt x="216" y="83"/>
                </a:lnTo>
                <a:cubicBezTo>
                  <a:pt x="216" y="83"/>
                  <a:pt x="216" y="87"/>
                  <a:pt x="215" y="89"/>
                </a:cubicBezTo>
                <a:cubicBezTo>
                  <a:pt x="215" y="89"/>
                  <a:pt x="212" y="95"/>
                  <a:pt x="211" y="94"/>
                </a:cubicBezTo>
                <a:cubicBezTo>
                  <a:pt x="211" y="94"/>
                  <a:pt x="207" y="92"/>
                  <a:pt x="209" y="86"/>
                </a:cubicBezTo>
                <a:lnTo>
                  <a:pt x="209" y="69"/>
                </a:lnTo>
                <a:cubicBezTo>
                  <a:pt x="209" y="69"/>
                  <a:pt x="210" y="63"/>
                  <a:pt x="206" y="68"/>
                </a:cubicBezTo>
                <a:cubicBezTo>
                  <a:pt x="206" y="68"/>
                  <a:pt x="202" y="74"/>
                  <a:pt x="197" y="69"/>
                </a:cubicBezTo>
                <a:cubicBezTo>
                  <a:pt x="197" y="69"/>
                  <a:pt x="192" y="67"/>
                  <a:pt x="197" y="64"/>
                </a:cubicBezTo>
                <a:cubicBezTo>
                  <a:pt x="197" y="64"/>
                  <a:pt x="198" y="64"/>
                  <a:pt x="199" y="59"/>
                </a:cubicBezTo>
                <a:lnTo>
                  <a:pt x="200" y="55"/>
                </a:lnTo>
                <a:cubicBezTo>
                  <a:pt x="200" y="55"/>
                  <a:pt x="201" y="50"/>
                  <a:pt x="198" y="50"/>
                </a:cubicBezTo>
                <a:cubicBezTo>
                  <a:pt x="198" y="50"/>
                  <a:pt x="195" y="47"/>
                  <a:pt x="197" y="45"/>
                </a:cubicBezTo>
                <a:cubicBezTo>
                  <a:pt x="197" y="45"/>
                  <a:pt x="203" y="38"/>
                  <a:pt x="196" y="32"/>
                </a:cubicBezTo>
                <a:cubicBezTo>
                  <a:pt x="196" y="32"/>
                  <a:pt x="190" y="29"/>
                  <a:pt x="195" y="28"/>
                </a:cubicBezTo>
                <a:cubicBezTo>
                  <a:pt x="195" y="28"/>
                  <a:pt x="199" y="28"/>
                  <a:pt x="199" y="29"/>
                </a:cubicBezTo>
                <a:cubicBezTo>
                  <a:pt x="199" y="29"/>
                  <a:pt x="207" y="28"/>
                  <a:pt x="207" y="34"/>
                </a:cubicBezTo>
                <a:cubicBezTo>
                  <a:pt x="207" y="34"/>
                  <a:pt x="207" y="37"/>
                  <a:pt x="205" y="37"/>
                </a:cubicBezTo>
                <a:cubicBezTo>
                  <a:pt x="205" y="37"/>
                  <a:pt x="197" y="44"/>
                  <a:pt x="203" y="44"/>
                </a:cubicBezTo>
                <a:cubicBezTo>
                  <a:pt x="203" y="44"/>
                  <a:pt x="211" y="46"/>
                  <a:pt x="205" y="52"/>
                </a:cubicBezTo>
                <a:cubicBezTo>
                  <a:pt x="205" y="52"/>
                  <a:pt x="203" y="51"/>
                  <a:pt x="202" y="57"/>
                </a:cubicBezTo>
                <a:cubicBezTo>
                  <a:pt x="202" y="57"/>
                  <a:pt x="199" y="64"/>
                  <a:pt x="204" y="61"/>
                </a:cubicBezTo>
                <a:cubicBezTo>
                  <a:pt x="204" y="61"/>
                  <a:pt x="206" y="60"/>
                  <a:pt x="209" y="57"/>
                </a:cubicBezTo>
                <a:cubicBezTo>
                  <a:pt x="209" y="57"/>
                  <a:pt x="210" y="54"/>
                  <a:pt x="210" y="51"/>
                </a:cubicBezTo>
                <a:cubicBezTo>
                  <a:pt x="210" y="51"/>
                  <a:pt x="210" y="26"/>
                  <a:pt x="209" y="20"/>
                </a:cubicBezTo>
                <a:cubicBezTo>
                  <a:pt x="209" y="20"/>
                  <a:pt x="207" y="16"/>
                  <a:pt x="211" y="14"/>
                </a:cubicBezTo>
                <a:cubicBezTo>
                  <a:pt x="211" y="14"/>
                  <a:pt x="214" y="12"/>
                  <a:pt x="218" y="16"/>
                </a:cubicBezTo>
                <a:cubicBezTo>
                  <a:pt x="218" y="16"/>
                  <a:pt x="221" y="17"/>
                  <a:pt x="218" y="21"/>
                </a:cubicBezTo>
                <a:lnTo>
                  <a:pt x="217" y="26"/>
                </a:lnTo>
                <a:lnTo>
                  <a:pt x="217" y="29"/>
                </a:lnTo>
                <a:close/>
              </a:path>
              <a:path w="489" h="98">
                <a:moveTo>
                  <a:pt x="170" y="48"/>
                </a:moveTo>
                <a:cubicBezTo>
                  <a:pt x="170" y="48"/>
                  <a:pt x="165" y="51"/>
                  <a:pt x="163" y="49"/>
                </a:cubicBezTo>
                <a:cubicBezTo>
                  <a:pt x="163" y="49"/>
                  <a:pt x="160" y="49"/>
                  <a:pt x="162" y="52"/>
                </a:cubicBezTo>
                <a:cubicBezTo>
                  <a:pt x="162" y="52"/>
                  <a:pt x="165" y="59"/>
                  <a:pt x="171" y="55"/>
                </a:cubicBezTo>
                <a:lnTo>
                  <a:pt x="179" y="49"/>
                </a:lnTo>
                <a:cubicBezTo>
                  <a:pt x="179" y="49"/>
                  <a:pt x="182" y="45"/>
                  <a:pt x="181" y="51"/>
                </a:cubicBezTo>
                <a:cubicBezTo>
                  <a:pt x="181" y="51"/>
                  <a:pt x="181" y="55"/>
                  <a:pt x="179" y="55"/>
                </a:cubicBezTo>
                <a:lnTo>
                  <a:pt x="167" y="68"/>
                </a:lnTo>
                <a:cubicBezTo>
                  <a:pt x="167" y="68"/>
                  <a:pt x="162" y="73"/>
                  <a:pt x="168" y="74"/>
                </a:cubicBezTo>
                <a:cubicBezTo>
                  <a:pt x="168" y="74"/>
                  <a:pt x="172" y="75"/>
                  <a:pt x="175" y="72"/>
                </a:cubicBezTo>
                <a:cubicBezTo>
                  <a:pt x="175" y="72"/>
                  <a:pt x="180" y="66"/>
                  <a:pt x="179" y="70"/>
                </a:cubicBezTo>
                <a:lnTo>
                  <a:pt x="179" y="79"/>
                </a:lnTo>
                <a:cubicBezTo>
                  <a:pt x="179" y="79"/>
                  <a:pt x="178" y="82"/>
                  <a:pt x="181" y="83"/>
                </a:cubicBezTo>
                <a:cubicBezTo>
                  <a:pt x="181" y="83"/>
                  <a:pt x="183" y="85"/>
                  <a:pt x="185" y="82"/>
                </a:cubicBezTo>
                <a:cubicBezTo>
                  <a:pt x="185" y="82"/>
                  <a:pt x="187" y="80"/>
                  <a:pt x="186" y="75"/>
                </a:cubicBezTo>
                <a:lnTo>
                  <a:pt x="186" y="63"/>
                </a:lnTo>
                <a:cubicBezTo>
                  <a:pt x="186" y="63"/>
                  <a:pt x="192" y="59"/>
                  <a:pt x="193" y="57"/>
                </a:cubicBezTo>
                <a:cubicBezTo>
                  <a:pt x="193" y="57"/>
                  <a:pt x="194" y="53"/>
                  <a:pt x="190" y="57"/>
                </a:cubicBezTo>
                <a:cubicBezTo>
                  <a:pt x="190" y="57"/>
                  <a:pt x="185" y="62"/>
                  <a:pt x="186" y="58"/>
                </a:cubicBezTo>
                <a:lnTo>
                  <a:pt x="186" y="52"/>
                </a:lnTo>
                <a:cubicBezTo>
                  <a:pt x="186" y="52"/>
                  <a:pt x="197" y="43"/>
                  <a:pt x="196" y="42"/>
                </a:cubicBezTo>
                <a:cubicBezTo>
                  <a:pt x="196" y="41"/>
                  <a:pt x="198" y="40"/>
                  <a:pt x="194" y="36"/>
                </a:cubicBezTo>
                <a:cubicBezTo>
                  <a:pt x="194" y="36"/>
                  <a:pt x="191" y="34"/>
                  <a:pt x="190" y="37"/>
                </a:cubicBezTo>
                <a:cubicBezTo>
                  <a:pt x="190" y="37"/>
                  <a:pt x="186" y="41"/>
                  <a:pt x="186" y="37"/>
                </a:cubicBezTo>
                <a:cubicBezTo>
                  <a:pt x="186" y="37"/>
                  <a:pt x="189" y="34"/>
                  <a:pt x="186" y="32"/>
                </a:cubicBezTo>
                <a:cubicBezTo>
                  <a:pt x="186" y="32"/>
                  <a:pt x="182" y="28"/>
                  <a:pt x="180" y="33"/>
                </a:cubicBezTo>
                <a:cubicBezTo>
                  <a:pt x="180" y="33"/>
                  <a:pt x="178" y="33"/>
                  <a:pt x="181" y="42"/>
                </a:cubicBezTo>
                <a:lnTo>
                  <a:pt x="176" y="44"/>
                </a:lnTo>
                <a:lnTo>
                  <a:pt x="173" y="46"/>
                </a:lnTo>
                <a:lnTo>
                  <a:pt x="170" y="48"/>
                </a:lnTo>
                <a:close/>
                <a:moveTo>
                  <a:pt x="186" y="43"/>
                </a:moveTo>
                <a:cubicBezTo>
                  <a:pt x="186" y="43"/>
                  <a:pt x="187" y="41"/>
                  <a:pt x="189" y="42"/>
                </a:cubicBezTo>
                <a:cubicBezTo>
                  <a:pt x="189" y="42"/>
                  <a:pt x="189" y="44"/>
                  <a:pt x="188" y="45"/>
                </a:cubicBezTo>
                <a:cubicBezTo>
                  <a:pt x="188" y="45"/>
                  <a:pt x="186" y="46"/>
                  <a:pt x="187" y="44"/>
                </a:cubicBezTo>
                <a:cubicBezTo>
                  <a:pt x="186" y="46"/>
                  <a:pt x="186" y="43"/>
                  <a:pt x="186" y="43"/>
                </a:cubicBezTo>
                <a:close/>
                <a:moveTo>
                  <a:pt x="175" y="64"/>
                </a:moveTo>
                <a:lnTo>
                  <a:pt x="178" y="61"/>
                </a:lnTo>
                <a:cubicBezTo>
                  <a:pt x="178" y="61"/>
                  <a:pt x="180" y="57"/>
                  <a:pt x="180" y="60"/>
                </a:cubicBezTo>
                <a:cubicBezTo>
                  <a:pt x="180" y="60"/>
                  <a:pt x="180" y="65"/>
                  <a:pt x="177" y="65"/>
                </a:cubicBezTo>
                <a:cubicBezTo>
                  <a:pt x="177" y="65"/>
                  <a:pt x="174" y="67"/>
                  <a:pt x="174" y="65"/>
                </a:cubicBezTo>
                <a:lnTo>
                  <a:pt x="175" y="65"/>
                </a:lnTo>
                <a:lnTo>
                  <a:pt x="175" y="64"/>
                </a:lnTo>
                <a:close/>
              </a:path>
              <a:path w="489" h="98">
                <a:moveTo>
                  <a:pt x="255" y="43"/>
                </a:moveTo>
                <a:cubicBezTo>
                  <a:pt x="255" y="43"/>
                  <a:pt x="252" y="46"/>
                  <a:pt x="249" y="46"/>
                </a:cubicBezTo>
                <a:cubicBezTo>
                  <a:pt x="249" y="46"/>
                  <a:pt x="247" y="45"/>
                  <a:pt x="248" y="48"/>
                </a:cubicBezTo>
                <a:cubicBezTo>
                  <a:pt x="248" y="48"/>
                  <a:pt x="248" y="51"/>
                  <a:pt x="253" y="52"/>
                </a:cubicBezTo>
                <a:cubicBezTo>
                  <a:pt x="253" y="52"/>
                  <a:pt x="257" y="52"/>
                  <a:pt x="257" y="51"/>
                </a:cubicBezTo>
                <a:cubicBezTo>
                  <a:pt x="257" y="51"/>
                  <a:pt x="257" y="49"/>
                  <a:pt x="260" y="48"/>
                </a:cubicBezTo>
                <a:cubicBezTo>
                  <a:pt x="260" y="48"/>
                  <a:pt x="263" y="46"/>
                  <a:pt x="264" y="45"/>
                </a:cubicBezTo>
                <a:cubicBezTo>
                  <a:pt x="264" y="45"/>
                  <a:pt x="267" y="42"/>
                  <a:pt x="266" y="46"/>
                </a:cubicBezTo>
                <a:lnTo>
                  <a:pt x="265" y="55"/>
                </a:lnTo>
                <a:cubicBezTo>
                  <a:pt x="265" y="59"/>
                  <a:pt x="258" y="64"/>
                  <a:pt x="256" y="66"/>
                </a:cubicBezTo>
                <a:cubicBezTo>
                  <a:pt x="256" y="66"/>
                  <a:pt x="253" y="69"/>
                  <a:pt x="251" y="69"/>
                </a:cubicBezTo>
                <a:cubicBezTo>
                  <a:pt x="251" y="69"/>
                  <a:pt x="249" y="68"/>
                  <a:pt x="251" y="72"/>
                </a:cubicBezTo>
                <a:cubicBezTo>
                  <a:pt x="251" y="72"/>
                  <a:pt x="255" y="76"/>
                  <a:pt x="257" y="75"/>
                </a:cubicBezTo>
                <a:lnTo>
                  <a:pt x="261" y="71"/>
                </a:lnTo>
                <a:lnTo>
                  <a:pt x="263" y="67"/>
                </a:lnTo>
                <a:cubicBezTo>
                  <a:pt x="263" y="67"/>
                  <a:pt x="266" y="63"/>
                  <a:pt x="265" y="69"/>
                </a:cubicBezTo>
                <a:cubicBezTo>
                  <a:pt x="265" y="69"/>
                  <a:pt x="265" y="77"/>
                  <a:pt x="263" y="79"/>
                </a:cubicBezTo>
                <a:cubicBezTo>
                  <a:pt x="263" y="79"/>
                  <a:pt x="262" y="79"/>
                  <a:pt x="264" y="82"/>
                </a:cubicBezTo>
                <a:cubicBezTo>
                  <a:pt x="264" y="82"/>
                  <a:pt x="266" y="87"/>
                  <a:pt x="268" y="85"/>
                </a:cubicBezTo>
                <a:lnTo>
                  <a:pt x="270" y="81"/>
                </a:lnTo>
                <a:cubicBezTo>
                  <a:pt x="270" y="81"/>
                  <a:pt x="272" y="78"/>
                  <a:pt x="271" y="76"/>
                </a:cubicBezTo>
                <a:cubicBezTo>
                  <a:pt x="270" y="75"/>
                  <a:pt x="271" y="57"/>
                  <a:pt x="271" y="57"/>
                </a:cubicBezTo>
                <a:lnTo>
                  <a:pt x="277" y="48"/>
                </a:lnTo>
                <a:cubicBezTo>
                  <a:pt x="277" y="48"/>
                  <a:pt x="281" y="44"/>
                  <a:pt x="277" y="44"/>
                </a:cubicBezTo>
                <a:cubicBezTo>
                  <a:pt x="277" y="44"/>
                  <a:pt x="275" y="46"/>
                  <a:pt x="273" y="49"/>
                </a:cubicBezTo>
                <a:cubicBezTo>
                  <a:pt x="273" y="49"/>
                  <a:pt x="271" y="51"/>
                  <a:pt x="272" y="46"/>
                </a:cubicBezTo>
                <a:lnTo>
                  <a:pt x="272" y="40"/>
                </a:lnTo>
                <a:cubicBezTo>
                  <a:pt x="272" y="40"/>
                  <a:pt x="271" y="37"/>
                  <a:pt x="275" y="36"/>
                </a:cubicBezTo>
                <a:lnTo>
                  <a:pt x="279" y="33"/>
                </a:lnTo>
                <a:cubicBezTo>
                  <a:pt x="279" y="33"/>
                  <a:pt x="282" y="31"/>
                  <a:pt x="280" y="30"/>
                </a:cubicBezTo>
                <a:cubicBezTo>
                  <a:pt x="280" y="30"/>
                  <a:pt x="276" y="26"/>
                  <a:pt x="276" y="30"/>
                </a:cubicBezTo>
                <a:lnTo>
                  <a:pt x="274" y="32"/>
                </a:lnTo>
                <a:cubicBezTo>
                  <a:pt x="274" y="32"/>
                  <a:pt x="272" y="34"/>
                  <a:pt x="273" y="30"/>
                </a:cubicBezTo>
                <a:lnTo>
                  <a:pt x="274" y="23"/>
                </a:lnTo>
                <a:cubicBezTo>
                  <a:pt x="274" y="23"/>
                  <a:pt x="274" y="18"/>
                  <a:pt x="276" y="17"/>
                </a:cubicBezTo>
                <a:cubicBezTo>
                  <a:pt x="276" y="17"/>
                  <a:pt x="273" y="11"/>
                  <a:pt x="269" y="14"/>
                </a:cubicBezTo>
                <a:cubicBezTo>
                  <a:pt x="269" y="14"/>
                  <a:pt x="263" y="17"/>
                  <a:pt x="267" y="21"/>
                </a:cubicBezTo>
                <a:lnTo>
                  <a:pt x="266" y="35"/>
                </a:lnTo>
                <a:cubicBezTo>
                  <a:pt x="266" y="35"/>
                  <a:pt x="266" y="38"/>
                  <a:pt x="264" y="38"/>
                </a:cubicBezTo>
                <a:lnTo>
                  <a:pt x="258" y="42"/>
                </a:lnTo>
                <a:lnTo>
                  <a:pt x="256" y="43"/>
                </a:lnTo>
                <a:lnTo>
                  <a:pt x="255" y="43"/>
                </a:lnTo>
                <a:close/>
              </a:path>
              <a:path w="489" h="98">
                <a:moveTo>
                  <a:pt x="303" y="56"/>
                </a:moveTo>
                <a:cubicBezTo>
                  <a:pt x="303" y="56"/>
                  <a:pt x="300" y="63"/>
                  <a:pt x="298" y="65"/>
                </a:cubicBezTo>
                <a:lnTo>
                  <a:pt x="304" y="70"/>
                </a:lnTo>
                <a:cubicBezTo>
                  <a:pt x="304" y="70"/>
                  <a:pt x="306" y="73"/>
                  <a:pt x="317" y="73"/>
                </a:cubicBezTo>
                <a:cubicBezTo>
                  <a:pt x="317" y="73"/>
                  <a:pt x="323" y="73"/>
                  <a:pt x="316" y="76"/>
                </a:cubicBezTo>
                <a:lnTo>
                  <a:pt x="307" y="81"/>
                </a:lnTo>
                <a:cubicBezTo>
                  <a:pt x="307" y="81"/>
                  <a:pt x="300" y="84"/>
                  <a:pt x="299" y="80"/>
                </a:cubicBezTo>
                <a:lnTo>
                  <a:pt x="295" y="73"/>
                </a:lnTo>
                <a:cubicBezTo>
                  <a:pt x="295" y="73"/>
                  <a:pt x="294" y="68"/>
                  <a:pt x="293" y="72"/>
                </a:cubicBezTo>
                <a:cubicBezTo>
                  <a:pt x="293" y="72"/>
                  <a:pt x="288" y="78"/>
                  <a:pt x="285" y="78"/>
                </a:cubicBezTo>
                <a:cubicBezTo>
                  <a:pt x="285" y="78"/>
                  <a:pt x="280" y="79"/>
                  <a:pt x="276" y="77"/>
                </a:cubicBezTo>
                <a:cubicBezTo>
                  <a:pt x="276" y="77"/>
                  <a:pt x="269" y="77"/>
                  <a:pt x="279" y="75"/>
                </a:cubicBezTo>
                <a:cubicBezTo>
                  <a:pt x="279" y="75"/>
                  <a:pt x="286" y="73"/>
                  <a:pt x="290" y="66"/>
                </a:cubicBezTo>
                <a:lnTo>
                  <a:pt x="283" y="58"/>
                </a:lnTo>
                <a:cubicBezTo>
                  <a:pt x="283" y="58"/>
                  <a:pt x="280" y="55"/>
                  <a:pt x="284" y="55"/>
                </a:cubicBezTo>
                <a:cubicBezTo>
                  <a:pt x="284" y="55"/>
                  <a:pt x="285" y="54"/>
                  <a:pt x="289" y="57"/>
                </a:cubicBezTo>
                <a:cubicBezTo>
                  <a:pt x="289" y="57"/>
                  <a:pt x="291" y="59"/>
                  <a:pt x="292" y="60"/>
                </a:cubicBezTo>
                <a:cubicBezTo>
                  <a:pt x="293" y="60"/>
                  <a:pt x="293" y="61"/>
                  <a:pt x="295" y="59"/>
                </a:cubicBezTo>
                <a:cubicBezTo>
                  <a:pt x="295" y="58"/>
                  <a:pt x="296" y="56"/>
                  <a:pt x="298" y="52"/>
                </a:cubicBezTo>
                <a:cubicBezTo>
                  <a:pt x="298" y="52"/>
                  <a:pt x="300" y="49"/>
                  <a:pt x="296" y="50"/>
                </a:cubicBezTo>
                <a:cubicBezTo>
                  <a:pt x="296" y="50"/>
                  <a:pt x="293" y="52"/>
                  <a:pt x="292" y="54"/>
                </a:cubicBezTo>
                <a:cubicBezTo>
                  <a:pt x="292" y="54"/>
                  <a:pt x="290" y="56"/>
                  <a:pt x="287" y="54"/>
                </a:cubicBezTo>
                <a:cubicBezTo>
                  <a:pt x="287" y="54"/>
                  <a:pt x="282" y="51"/>
                  <a:pt x="285" y="49"/>
                </a:cubicBezTo>
                <a:lnTo>
                  <a:pt x="286" y="45"/>
                </a:lnTo>
                <a:cubicBezTo>
                  <a:pt x="286" y="45"/>
                  <a:pt x="288" y="40"/>
                  <a:pt x="284" y="44"/>
                </a:cubicBezTo>
                <a:cubicBezTo>
                  <a:pt x="284" y="44"/>
                  <a:pt x="282" y="47"/>
                  <a:pt x="281" y="45"/>
                </a:cubicBezTo>
                <a:lnTo>
                  <a:pt x="276" y="41"/>
                </a:lnTo>
                <a:cubicBezTo>
                  <a:pt x="276" y="41"/>
                  <a:pt x="273" y="38"/>
                  <a:pt x="278" y="39"/>
                </a:cubicBezTo>
                <a:lnTo>
                  <a:pt x="290" y="34"/>
                </a:lnTo>
                <a:cubicBezTo>
                  <a:pt x="290" y="34"/>
                  <a:pt x="291" y="25"/>
                  <a:pt x="292" y="23"/>
                </a:cubicBezTo>
                <a:cubicBezTo>
                  <a:pt x="292" y="23"/>
                  <a:pt x="293" y="14"/>
                  <a:pt x="298" y="15"/>
                </a:cubicBezTo>
                <a:cubicBezTo>
                  <a:pt x="298" y="15"/>
                  <a:pt x="302" y="15"/>
                  <a:pt x="305" y="23"/>
                </a:cubicBezTo>
                <a:cubicBezTo>
                  <a:pt x="305" y="23"/>
                  <a:pt x="308" y="26"/>
                  <a:pt x="304" y="29"/>
                </a:cubicBezTo>
                <a:cubicBezTo>
                  <a:pt x="304" y="29"/>
                  <a:pt x="296" y="34"/>
                  <a:pt x="295" y="35"/>
                </a:cubicBezTo>
                <a:cubicBezTo>
                  <a:pt x="295" y="35"/>
                  <a:pt x="292" y="37"/>
                  <a:pt x="291" y="41"/>
                </a:cubicBezTo>
                <a:cubicBezTo>
                  <a:pt x="291" y="41"/>
                  <a:pt x="287" y="50"/>
                  <a:pt x="291" y="47"/>
                </a:cubicBezTo>
                <a:lnTo>
                  <a:pt x="301" y="40"/>
                </a:lnTo>
                <a:cubicBezTo>
                  <a:pt x="301" y="40"/>
                  <a:pt x="302" y="37"/>
                  <a:pt x="307" y="41"/>
                </a:cubicBezTo>
                <a:cubicBezTo>
                  <a:pt x="307" y="41"/>
                  <a:pt x="312" y="44"/>
                  <a:pt x="309" y="47"/>
                </a:cubicBezTo>
                <a:lnTo>
                  <a:pt x="305" y="52"/>
                </a:lnTo>
                <a:lnTo>
                  <a:pt x="303" y="54"/>
                </a:lnTo>
                <a:lnTo>
                  <a:pt x="303" y="56"/>
                </a:lnTo>
                <a:close/>
                <a:moveTo>
                  <a:pt x="295" y="27"/>
                </a:moveTo>
                <a:cubicBezTo>
                  <a:pt x="295" y="27"/>
                  <a:pt x="297" y="22"/>
                  <a:pt x="299" y="24"/>
                </a:cubicBezTo>
                <a:cubicBezTo>
                  <a:pt x="299" y="24"/>
                  <a:pt x="302" y="24"/>
                  <a:pt x="299" y="27"/>
                </a:cubicBezTo>
                <a:lnTo>
                  <a:pt x="297" y="30"/>
                </a:lnTo>
                <a:cubicBezTo>
                  <a:pt x="297" y="30"/>
                  <a:pt x="294" y="33"/>
                  <a:pt x="295" y="28"/>
                </a:cubicBezTo>
                <a:cubicBezTo>
                  <a:pt x="294" y="33"/>
                  <a:pt x="295" y="27"/>
                  <a:pt x="295" y="27"/>
                </a:cubicBezTo>
                <a:close/>
              </a:path>
              <a:path w="489" h="98">
                <a:moveTo>
                  <a:pt x="354" y="54"/>
                </a:moveTo>
                <a:cubicBezTo>
                  <a:pt x="354" y="54"/>
                  <a:pt x="348" y="58"/>
                  <a:pt x="341" y="59"/>
                </a:cubicBezTo>
                <a:cubicBezTo>
                  <a:pt x="341" y="59"/>
                  <a:pt x="336" y="59"/>
                  <a:pt x="342" y="62"/>
                </a:cubicBezTo>
                <a:lnTo>
                  <a:pt x="347" y="66"/>
                </a:lnTo>
                <a:cubicBezTo>
                  <a:pt x="347" y="66"/>
                  <a:pt x="352" y="67"/>
                  <a:pt x="354" y="64"/>
                </a:cubicBezTo>
                <a:lnTo>
                  <a:pt x="358" y="61"/>
                </a:lnTo>
                <a:cubicBezTo>
                  <a:pt x="358" y="61"/>
                  <a:pt x="364" y="56"/>
                  <a:pt x="361" y="63"/>
                </a:cubicBezTo>
                <a:cubicBezTo>
                  <a:pt x="361" y="63"/>
                  <a:pt x="357" y="73"/>
                  <a:pt x="342" y="79"/>
                </a:cubicBezTo>
                <a:cubicBezTo>
                  <a:pt x="342" y="79"/>
                  <a:pt x="335" y="81"/>
                  <a:pt x="346" y="80"/>
                </a:cubicBezTo>
                <a:cubicBezTo>
                  <a:pt x="346" y="80"/>
                  <a:pt x="365" y="83"/>
                  <a:pt x="372" y="50"/>
                </a:cubicBezTo>
                <a:cubicBezTo>
                  <a:pt x="372" y="50"/>
                  <a:pt x="385" y="41"/>
                  <a:pt x="388" y="40"/>
                </a:cubicBezTo>
                <a:cubicBezTo>
                  <a:pt x="388" y="40"/>
                  <a:pt x="393" y="37"/>
                  <a:pt x="387" y="36"/>
                </a:cubicBezTo>
                <a:cubicBezTo>
                  <a:pt x="387" y="36"/>
                  <a:pt x="383" y="33"/>
                  <a:pt x="380" y="38"/>
                </a:cubicBezTo>
                <a:lnTo>
                  <a:pt x="377" y="40"/>
                </a:lnTo>
                <a:cubicBezTo>
                  <a:pt x="377" y="40"/>
                  <a:pt x="373" y="43"/>
                  <a:pt x="374" y="37"/>
                </a:cubicBezTo>
                <a:lnTo>
                  <a:pt x="376" y="26"/>
                </a:lnTo>
                <a:cubicBezTo>
                  <a:pt x="376" y="26"/>
                  <a:pt x="377" y="22"/>
                  <a:pt x="374" y="21"/>
                </a:cubicBezTo>
                <a:cubicBezTo>
                  <a:pt x="371" y="19"/>
                  <a:pt x="368" y="15"/>
                  <a:pt x="368" y="15"/>
                </a:cubicBezTo>
                <a:cubicBezTo>
                  <a:pt x="368" y="15"/>
                  <a:pt x="365" y="12"/>
                  <a:pt x="365" y="18"/>
                </a:cubicBezTo>
                <a:cubicBezTo>
                  <a:pt x="365" y="18"/>
                  <a:pt x="368" y="35"/>
                  <a:pt x="365" y="47"/>
                </a:cubicBezTo>
                <a:lnTo>
                  <a:pt x="359" y="51"/>
                </a:lnTo>
                <a:lnTo>
                  <a:pt x="357" y="53"/>
                </a:lnTo>
                <a:lnTo>
                  <a:pt x="354" y="54"/>
                </a:lnTo>
                <a:close/>
              </a:path>
              <a:path w="489" h="98">
                <a:moveTo>
                  <a:pt x="378" y="66"/>
                </a:moveTo>
                <a:lnTo>
                  <a:pt x="383" y="76"/>
                </a:lnTo>
                <a:cubicBezTo>
                  <a:pt x="383" y="76"/>
                  <a:pt x="386" y="79"/>
                  <a:pt x="391" y="76"/>
                </a:cubicBezTo>
                <a:lnTo>
                  <a:pt x="401" y="72"/>
                </a:lnTo>
                <a:cubicBezTo>
                  <a:pt x="401" y="72"/>
                  <a:pt x="405" y="70"/>
                  <a:pt x="400" y="70"/>
                </a:cubicBezTo>
                <a:cubicBezTo>
                  <a:pt x="400" y="70"/>
                  <a:pt x="384" y="70"/>
                  <a:pt x="377" y="55"/>
                </a:cubicBezTo>
                <a:cubicBezTo>
                  <a:pt x="377" y="55"/>
                  <a:pt x="374" y="51"/>
                  <a:pt x="374" y="55"/>
                </a:cubicBezTo>
                <a:cubicBezTo>
                  <a:pt x="374" y="55"/>
                  <a:pt x="373" y="56"/>
                  <a:pt x="376" y="60"/>
                </a:cubicBezTo>
                <a:lnTo>
                  <a:pt x="377" y="63"/>
                </a:lnTo>
                <a:lnTo>
                  <a:pt x="378" y="66"/>
                </a:lnTo>
                <a:close/>
              </a:path>
              <a:path w="489" h="98">
                <a:moveTo>
                  <a:pt x="437" y="62"/>
                </a:moveTo>
                <a:cubicBezTo>
                  <a:pt x="437" y="62"/>
                  <a:pt x="428" y="68"/>
                  <a:pt x="424" y="68"/>
                </a:cubicBezTo>
                <a:cubicBezTo>
                  <a:pt x="424" y="68"/>
                  <a:pt x="420" y="68"/>
                  <a:pt x="424" y="71"/>
                </a:cubicBezTo>
                <a:lnTo>
                  <a:pt x="432" y="74"/>
                </a:lnTo>
                <a:cubicBezTo>
                  <a:pt x="432" y="74"/>
                  <a:pt x="436" y="78"/>
                  <a:pt x="438" y="73"/>
                </a:cubicBezTo>
                <a:cubicBezTo>
                  <a:pt x="438" y="73"/>
                  <a:pt x="449" y="59"/>
                  <a:pt x="452" y="59"/>
                </a:cubicBezTo>
                <a:cubicBezTo>
                  <a:pt x="452" y="59"/>
                  <a:pt x="456" y="55"/>
                  <a:pt x="456" y="60"/>
                </a:cubicBezTo>
                <a:cubicBezTo>
                  <a:pt x="456" y="60"/>
                  <a:pt x="456" y="68"/>
                  <a:pt x="456" y="77"/>
                </a:cubicBezTo>
                <a:cubicBezTo>
                  <a:pt x="456" y="77"/>
                  <a:pt x="458" y="86"/>
                  <a:pt x="450" y="85"/>
                </a:cubicBezTo>
                <a:lnTo>
                  <a:pt x="444" y="86"/>
                </a:lnTo>
                <a:lnTo>
                  <a:pt x="451" y="89"/>
                </a:lnTo>
                <a:lnTo>
                  <a:pt x="457" y="91"/>
                </a:lnTo>
                <a:cubicBezTo>
                  <a:pt x="457" y="91"/>
                  <a:pt x="462" y="94"/>
                  <a:pt x="464" y="88"/>
                </a:cubicBezTo>
                <a:cubicBezTo>
                  <a:pt x="464" y="88"/>
                  <a:pt x="465" y="86"/>
                  <a:pt x="463" y="75"/>
                </a:cubicBezTo>
                <a:lnTo>
                  <a:pt x="461" y="54"/>
                </a:lnTo>
                <a:cubicBezTo>
                  <a:pt x="461" y="54"/>
                  <a:pt x="463" y="49"/>
                  <a:pt x="467" y="53"/>
                </a:cubicBezTo>
                <a:lnTo>
                  <a:pt x="467" y="56"/>
                </a:lnTo>
                <a:cubicBezTo>
                  <a:pt x="467" y="56"/>
                  <a:pt x="466" y="60"/>
                  <a:pt x="471" y="56"/>
                </a:cubicBezTo>
                <a:cubicBezTo>
                  <a:pt x="471" y="56"/>
                  <a:pt x="474" y="53"/>
                  <a:pt x="477" y="53"/>
                </a:cubicBezTo>
                <a:cubicBezTo>
                  <a:pt x="477" y="53"/>
                  <a:pt x="480" y="50"/>
                  <a:pt x="476" y="49"/>
                </a:cubicBezTo>
                <a:cubicBezTo>
                  <a:pt x="476" y="49"/>
                  <a:pt x="473" y="45"/>
                  <a:pt x="468" y="46"/>
                </a:cubicBezTo>
                <a:cubicBezTo>
                  <a:pt x="468" y="46"/>
                  <a:pt x="463" y="46"/>
                  <a:pt x="469" y="41"/>
                </a:cubicBezTo>
                <a:lnTo>
                  <a:pt x="473" y="38"/>
                </a:lnTo>
                <a:cubicBezTo>
                  <a:pt x="473" y="38"/>
                  <a:pt x="477" y="35"/>
                  <a:pt x="472" y="33"/>
                </a:cubicBezTo>
                <a:lnTo>
                  <a:pt x="470" y="31"/>
                </a:lnTo>
                <a:cubicBezTo>
                  <a:pt x="470" y="31"/>
                  <a:pt x="467" y="30"/>
                  <a:pt x="473" y="25"/>
                </a:cubicBezTo>
                <a:cubicBezTo>
                  <a:pt x="473" y="25"/>
                  <a:pt x="478" y="20"/>
                  <a:pt x="483" y="19"/>
                </a:cubicBezTo>
                <a:cubicBezTo>
                  <a:pt x="483" y="19"/>
                  <a:pt x="489" y="15"/>
                  <a:pt x="483" y="9"/>
                </a:cubicBezTo>
                <a:cubicBezTo>
                  <a:pt x="483" y="9"/>
                  <a:pt x="478" y="2"/>
                  <a:pt x="472" y="6"/>
                </a:cubicBezTo>
                <a:lnTo>
                  <a:pt x="462" y="11"/>
                </a:lnTo>
                <a:cubicBezTo>
                  <a:pt x="462" y="11"/>
                  <a:pt x="458" y="14"/>
                  <a:pt x="461" y="10"/>
                </a:cubicBezTo>
                <a:cubicBezTo>
                  <a:pt x="461" y="10"/>
                  <a:pt x="463" y="6"/>
                  <a:pt x="460" y="5"/>
                </a:cubicBezTo>
                <a:lnTo>
                  <a:pt x="457" y="3"/>
                </a:lnTo>
                <a:cubicBezTo>
                  <a:pt x="457" y="3"/>
                  <a:pt x="453" y="0"/>
                  <a:pt x="453" y="4"/>
                </a:cubicBezTo>
                <a:cubicBezTo>
                  <a:pt x="453" y="4"/>
                  <a:pt x="451" y="12"/>
                  <a:pt x="447" y="10"/>
                </a:cubicBezTo>
                <a:cubicBezTo>
                  <a:pt x="447" y="10"/>
                  <a:pt x="442" y="8"/>
                  <a:pt x="442" y="11"/>
                </a:cubicBezTo>
                <a:cubicBezTo>
                  <a:pt x="442" y="11"/>
                  <a:pt x="449" y="15"/>
                  <a:pt x="446" y="18"/>
                </a:cubicBezTo>
                <a:cubicBezTo>
                  <a:pt x="446" y="18"/>
                  <a:pt x="441" y="24"/>
                  <a:pt x="439" y="18"/>
                </a:cubicBezTo>
                <a:cubicBezTo>
                  <a:pt x="439" y="18"/>
                  <a:pt x="436" y="11"/>
                  <a:pt x="430" y="9"/>
                </a:cubicBezTo>
                <a:cubicBezTo>
                  <a:pt x="430" y="9"/>
                  <a:pt x="425" y="7"/>
                  <a:pt x="428" y="11"/>
                </a:cubicBezTo>
                <a:cubicBezTo>
                  <a:pt x="428" y="11"/>
                  <a:pt x="434" y="16"/>
                  <a:pt x="435" y="21"/>
                </a:cubicBezTo>
                <a:cubicBezTo>
                  <a:pt x="435" y="21"/>
                  <a:pt x="438" y="27"/>
                  <a:pt x="433" y="23"/>
                </a:cubicBezTo>
                <a:cubicBezTo>
                  <a:pt x="433" y="23"/>
                  <a:pt x="426" y="17"/>
                  <a:pt x="427" y="21"/>
                </a:cubicBezTo>
                <a:cubicBezTo>
                  <a:pt x="427" y="21"/>
                  <a:pt x="433" y="32"/>
                  <a:pt x="436" y="37"/>
                </a:cubicBezTo>
                <a:cubicBezTo>
                  <a:pt x="436" y="37"/>
                  <a:pt x="439" y="42"/>
                  <a:pt x="439" y="36"/>
                </a:cubicBezTo>
                <a:cubicBezTo>
                  <a:pt x="439" y="36"/>
                  <a:pt x="438" y="30"/>
                  <a:pt x="442" y="34"/>
                </a:cubicBezTo>
                <a:cubicBezTo>
                  <a:pt x="442" y="34"/>
                  <a:pt x="445" y="37"/>
                  <a:pt x="447" y="35"/>
                </a:cubicBezTo>
                <a:cubicBezTo>
                  <a:pt x="447" y="35"/>
                  <a:pt x="449" y="31"/>
                  <a:pt x="447" y="31"/>
                </a:cubicBezTo>
                <a:cubicBezTo>
                  <a:pt x="444" y="30"/>
                  <a:pt x="445" y="26"/>
                  <a:pt x="445" y="26"/>
                </a:cubicBezTo>
                <a:cubicBezTo>
                  <a:pt x="445" y="26"/>
                  <a:pt x="443" y="22"/>
                  <a:pt x="445" y="22"/>
                </a:cubicBezTo>
                <a:cubicBezTo>
                  <a:pt x="445" y="22"/>
                  <a:pt x="453" y="17"/>
                  <a:pt x="450" y="22"/>
                </a:cubicBezTo>
                <a:cubicBezTo>
                  <a:pt x="450" y="22"/>
                  <a:pt x="444" y="27"/>
                  <a:pt x="452" y="32"/>
                </a:cubicBezTo>
                <a:cubicBezTo>
                  <a:pt x="452" y="32"/>
                  <a:pt x="460" y="35"/>
                  <a:pt x="463" y="28"/>
                </a:cubicBezTo>
                <a:cubicBezTo>
                  <a:pt x="463" y="28"/>
                  <a:pt x="464" y="23"/>
                  <a:pt x="462" y="21"/>
                </a:cubicBezTo>
                <a:cubicBezTo>
                  <a:pt x="462" y="21"/>
                  <a:pt x="458" y="16"/>
                  <a:pt x="463" y="16"/>
                </a:cubicBezTo>
                <a:lnTo>
                  <a:pt x="468" y="14"/>
                </a:lnTo>
                <a:cubicBezTo>
                  <a:pt x="468" y="14"/>
                  <a:pt x="473" y="12"/>
                  <a:pt x="472" y="16"/>
                </a:cubicBezTo>
                <a:lnTo>
                  <a:pt x="466" y="28"/>
                </a:lnTo>
                <a:cubicBezTo>
                  <a:pt x="466" y="28"/>
                  <a:pt x="463" y="34"/>
                  <a:pt x="460" y="34"/>
                </a:cubicBezTo>
                <a:lnTo>
                  <a:pt x="444" y="43"/>
                </a:lnTo>
                <a:cubicBezTo>
                  <a:pt x="444" y="43"/>
                  <a:pt x="437" y="45"/>
                  <a:pt x="442" y="46"/>
                </a:cubicBezTo>
                <a:cubicBezTo>
                  <a:pt x="442" y="46"/>
                  <a:pt x="447" y="48"/>
                  <a:pt x="450" y="44"/>
                </a:cubicBezTo>
                <a:lnTo>
                  <a:pt x="458" y="40"/>
                </a:lnTo>
                <a:cubicBezTo>
                  <a:pt x="458" y="40"/>
                  <a:pt x="463" y="36"/>
                  <a:pt x="460" y="42"/>
                </a:cubicBezTo>
                <a:cubicBezTo>
                  <a:pt x="460" y="42"/>
                  <a:pt x="460" y="47"/>
                  <a:pt x="453" y="52"/>
                </a:cubicBezTo>
                <a:lnTo>
                  <a:pt x="443" y="59"/>
                </a:lnTo>
                <a:lnTo>
                  <a:pt x="440" y="60"/>
                </a:lnTo>
                <a:lnTo>
                  <a:pt x="437" y="62"/>
                </a:lnTo>
                <a:close/>
                <a:moveTo>
                  <a:pt x="456" y="23"/>
                </a:moveTo>
                <a:cubicBezTo>
                  <a:pt x="457" y="23"/>
                  <a:pt x="458" y="24"/>
                  <a:pt x="458" y="25"/>
                </a:cubicBezTo>
                <a:cubicBezTo>
                  <a:pt x="458" y="27"/>
                  <a:pt x="457" y="28"/>
                  <a:pt x="456" y="28"/>
                </a:cubicBezTo>
                <a:cubicBezTo>
                  <a:pt x="455" y="28"/>
                  <a:pt x="454" y="27"/>
                  <a:pt x="454" y="25"/>
                </a:cubicBezTo>
                <a:cubicBezTo>
                  <a:pt x="454" y="24"/>
                  <a:pt x="455" y="23"/>
                  <a:pt x="456" y="23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19" name="Freeform 6"/>
          <p:cNvSpPr>
            <a:spLocks noGrp="1"/>
          </p:cNvSpPr>
          <p:nvPr/>
        </p:nvSpPr>
        <p:spPr>
          <a:xfrm>
            <a:off x="10465525" y="520851"/>
            <a:ext cx="1549319" cy="49527"/>
          </a:xfrm>
          <a:custGeom>
            <a:avLst/>
            <a:gdLst/>
            <a:ahLst/>
            <a:cxnLst/>
            <a:rect l="l" t="t" r="r" b="b"/>
            <a:pathLst>
              <a:path w="471" h="15">
                <a:moveTo>
                  <a:pt x="0" y="15"/>
                </a:moveTo>
                <a:lnTo>
                  <a:pt x="0" y="0"/>
                </a:lnTo>
                <a:lnTo>
                  <a:pt x="2" y="0"/>
                </a:lnTo>
                <a:lnTo>
                  <a:pt x="2" y="6"/>
                </a:lnTo>
                <a:lnTo>
                  <a:pt x="9" y="6"/>
                </a:lnTo>
                <a:lnTo>
                  <a:pt x="9" y="0"/>
                </a:lnTo>
                <a:lnTo>
                  <a:pt x="10" y="0"/>
                </a:lnTo>
                <a:lnTo>
                  <a:pt x="10" y="15"/>
                </a:lnTo>
                <a:lnTo>
                  <a:pt x="9" y="15"/>
                </a:lnTo>
                <a:lnTo>
                  <a:pt x="9" y="8"/>
                </a:lnTo>
                <a:lnTo>
                  <a:pt x="2" y="8"/>
                </a:lnTo>
                <a:lnTo>
                  <a:pt x="2" y="15"/>
                </a:lnTo>
                <a:lnTo>
                  <a:pt x="0" y="15"/>
                </a:lnTo>
                <a:close/>
              </a:path>
              <a:path w="471" h="15">
                <a:moveTo>
                  <a:pt x="21" y="0"/>
                </a:moveTo>
                <a:lnTo>
                  <a:pt x="22" y="0"/>
                </a:lnTo>
                <a:lnTo>
                  <a:pt x="22" y="9"/>
                </a:lnTo>
                <a:cubicBezTo>
                  <a:pt x="22" y="10"/>
                  <a:pt x="22" y="11"/>
                  <a:pt x="22" y="12"/>
                </a:cubicBezTo>
                <a:cubicBezTo>
                  <a:pt x="22" y="13"/>
                  <a:pt x="21" y="14"/>
                  <a:pt x="20" y="14"/>
                </a:cubicBezTo>
                <a:cubicBezTo>
                  <a:pt x="20" y="15"/>
                  <a:pt x="19" y="15"/>
                  <a:pt x="17" y="15"/>
                </a:cubicBezTo>
                <a:cubicBezTo>
                  <a:pt x="16" y="15"/>
                  <a:pt x="15" y="15"/>
                  <a:pt x="15" y="14"/>
                </a:cubicBezTo>
                <a:cubicBezTo>
                  <a:pt x="14" y="14"/>
                  <a:pt x="13" y="13"/>
                  <a:pt x="13" y="12"/>
                </a:cubicBezTo>
                <a:cubicBezTo>
                  <a:pt x="13" y="11"/>
                  <a:pt x="12" y="10"/>
                  <a:pt x="12" y="9"/>
                </a:cubicBezTo>
                <a:lnTo>
                  <a:pt x="12" y="0"/>
                </a:lnTo>
                <a:lnTo>
                  <a:pt x="14" y="0"/>
                </a:lnTo>
                <a:lnTo>
                  <a:pt x="14" y="9"/>
                </a:lnTo>
                <a:cubicBezTo>
                  <a:pt x="14" y="10"/>
                  <a:pt x="14" y="11"/>
                  <a:pt x="14" y="11"/>
                </a:cubicBezTo>
                <a:cubicBezTo>
                  <a:pt x="15" y="12"/>
                  <a:pt x="15" y="12"/>
                  <a:pt x="15" y="13"/>
                </a:cubicBezTo>
                <a:cubicBezTo>
                  <a:pt x="16" y="13"/>
                  <a:pt x="17" y="13"/>
                  <a:pt x="17" y="13"/>
                </a:cubicBezTo>
                <a:cubicBezTo>
                  <a:pt x="18" y="13"/>
                  <a:pt x="19" y="13"/>
                  <a:pt x="20" y="12"/>
                </a:cubicBezTo>
                <a:cubicBezTo>
                  <a:pt x="20" y="12"/>
                  <a:pt x="21" y="10"/>
                  <a:pt x="21" y="9"/>
                </a:cubicBezTo>
                <a:lnTo>
                  <a:pt x="21" y="0"/>
                </a:lnTo>
                <a:close/>
              </a:path>
              <a:path w="471" h="15">
                <a:moveTo>
                  <a:pt x="23" y="15"/>
                </a:moveTo>
                <a:lnTo>
                  <a:pt x="28" y="0"/>
                </a:lnTo>
                <a:lnTo>
                  <a:pt x="30" y="0"/>
                </a:lnTo>
                <a:lnTo>
                  <a:pt x="35" y="15"/>
                </a:lnTo>
                <a:lnTo>
                  <a:pt x="33" y="15"/>
                </a:lnTo>
                <a:lnTo>
                  <a:pt x="32" y="10"/>
                </a:lnTo>
                <a:lnTo>
                  <a:pt x="26" y="10"/>
                </a:lnTo>
                <a:lnTo>
                  <a:pt x="25" y="15"/>
                </a:lnTo>
                <a:lnTo>
                  <a:pt x="23" y="15"/>
                </a:lnTo>
                <a:close/>
                <a:moveTo>
                  <a:pt x="27" y="9"/>
                </a:moveTo>
                <a:lnTo>
                  <a:pt x="31" y="9"/>
                </a:lnTo>
                <a:lnTo>
                  <a:pt x="30" y="5"/>
                </a:lnTo>
                <a:cubicBezTo>
                  <a:pt x="29" y="4"/>
                  <a:pt x="29" y="3"/>
                  <a:pt x="29" y="2"/>
                </a:cubicBezTo>
                <a:cubicBezTo>
                  <a:pt x="29" y="3"/>
                  <a:pt x="28" y="4"/>
                  <a:pt x="28" y="5"/>
                </a:cubicBezTo>
                <a:lnTo>
                  <a:pt x="27" y="9"/>
                </a:lnTo>
                <a:close/>
              </a:path>
              <a:path w="471" h="15">
                <a:moveTo>
                  <a:pt x="35" y="15"/>
                </a:moveTo>
                <a:lnTo>
                  <a:pt x="35" y="13"/>
                </a:lnTo>
                <a:lnTo>
                  <a:pt x="41" y="4"/>
                </a:lnTo>
                <a:cubicBezTo>
                  <a:pt x="42" y="3"/>
                  <a:pt x="42" y="2"/>
                  <a:pt x="42" y="2"/>
                </a:cubicBezTo>
                <a:lnTo>
                  <a:pt x="35" y="2"/>
                </a:lnTo>
                <a:lnTo>
                  <a:pt x="35" y="0"/>
                </a:lnTo>
                <a:lnTo>
                  <a:pt x="44" y="0"/>
                </a:lnTo>
                <a:lnTo>
                  <a:pt x="44" y="2"/>
                </a:lnTo>
                <a:lnTo>
                  <a:pt x="37" y="12"/>
                </a:lnTo>
                <a:lnTo>
                  <a:pt x="37" y="13"/>
                </a:lnTo>
                <a:lnTo>
                  <a:pt x="45" y="13"/>
                </a:lnTo>
                <a:lnTo>
                  <a:pt x="45" y="15"/>
                </a:lnTo>
                <a:lnTo>
                  <a:pt x="35" y="15"/>
                </a:lnTo>
                <a:close/>
              </a:path>
              <a:path w="471" h="15">
                <a:moveTo>
                  <a:pt x="46" y="15"/>
                </a:moveTo>
                <a:lnTo>
                  <a:pt x="46" y="0"/>
                </a:lnTo>
                <a:lnTo>
                  <a:pt x="48" y="0"/>
                </a:lnTo>
                <a:lnTo>
                  <a:pt x="48" y="6"/>
                </a:lnTo>
                <a:lnTo>
                  <a:pt x="54" y="6"/>
                </a:lnTo>
                <a:lnTo>
                  <a:pt x="54" y="0"/>
                </a:lnTo>
                <a:lnTo>
                  <a:pt x="56" y="0"/>
                </a:lnTo>
                <a:lnTo>
                  <a:pt x="56" y="15"/>
                </a:lnTo>
                <a:lnTo>
                  <a:pt x="54" y="15"/>
                </a:lnTo>
                <a:lnTo>
                  <a:pt x="54" y="8"/>
                </a:lnTo>
                <a:lnTo>
                  <a:pt x="48" y="8"/>
                </a:lnTo>
                <a:lnTo>
                  <a:pt x="48" y="15"/>
                </a:lnTo>
                <a:lnTo>
                  <a:pt x="46" y="15"/>
                </a:lnTo>
                <a:close/>
              </a:path>
              <a:path w="471" h="15">
                <a:moveTo>
                  <a:pt x="58" y="8"/>
                </a:moveTo>
                <a:cubicBezTo>
                  <a:pt x="58" y="5"/>
                  <a:pt x="58" y="3"/>
                  <a:pt x="59" y="2"/>
                </a:cubicBezTo>
                <a:cubicBezTo>
                  <a:pt x="60" y="1"/>
                  <a:pt x="62" y="0"/>
                  <a:pt x="64" y="0"/>
                </a:cubicBezTo>
                <a:cubicBezTo>
                  <a:pt x="65" y="0"/>
                  <a:pt x="66" y="0"/>
                  <a:pt x="67" y="1"/>
                </a:cubicBezTo>
                <a:cubicBezTo>
                  <a:pt x="68" y="2"/>
                  <a:pt x="68" y="3"/>
                  <a:pt x="69" y="4"/>
                </a:cubicBezTo>
                <a:cubicBezTo>
                  <a:pt x="69" y="5"/>
                  <a:pt x="70" y="6"/>
                  <a:pt x="70" y="8"/>
                </a:cubicBezTo>
                <a:cubicBezTo>
                  <a:pt x="70" y="9"/>
                  <a:pt x="69" y="10"/>
                  <a:pt x="69" y="11"/>
                </a:cubicBezTo>
                <a:cubicBezTo>
                  <a:pt x="68" y="13"/>
                  <a:pt x="68" y="13"/>
                  <a:pt x="67" y="14"/>
                </a:cubicBezTo>
                <a:cubicBezTo>
                  <a:pt x="66" y="15"/>
                  <a:pt x="65" y="15"/>
                  <a:pt x="64" y="15"/>
                </a:cubicBezTo>
                <a:cubicBezTo>
                  <a:pt x="62" y="15"/>
                  <a:pt x="61" y="15"/>
                  <a:pt x="60" y="14"/>
                </a:cubicBezTo>
                <a:cubicBezTo>
                  <a:pt x="59" y="13"/>
                  <a:pt x="59" y="12"/>
                  <a:pt x="58" y="11"/>
                </a:cubicBezTo>
                <a:cubicBezTo>
                  <a:pt x="58" y="10"/>
                  <a:pt x="58" y="9"/>
                  <a:pt x="58" y="8"/>
                </a:cubicBezTo>
                <a:close/>
                <a:moveTo>
                  <a:pt x="59" y="8"/>
                </a:moveTo>
                <a:cubicBezTo>
                  <a:pt x="59" y="9"/>
                  <a:pt x="60" y="11"/>
                  <a:pt x="60" y="12"/>
                </a:cubicBezTo>
                <a:cubicBezTo>
                  <a:pt x="61" y="13"/>
                  <a:pt x="62" y="13"/>
                  <a:pt x="64" y="13"/>
                </a:cubicBezTo>
                <a:cubicBezTo>
                  <a:pt x="65" y="13"/>
                  <a:pt x="66" y="13"/>
                  <a:pt x="67" y="12"/>
                </a:cubicBezTo>
                <a:cubicBezTo>
                  <a:pt x="67" y="11"/>
                  <a:pt x="68" y="9"/>
                  <a:pt x="68" y="7"/>
                </a:cubicBezTo>
                <a:cubicBezTo>
                  <a:pt x="68" y="6"/>
                  <a:pt x="68" y="5"/>
                  <a:pt x="67" y="4"/>
                </a:cubicBezTo>
                <a:cubicBezTo>
                  <a:pt x="67" y="4"/>
                  <a:pt x="66" y="3"/>
                  <a:pt x="66" y="2"/>
                </a:cubicBezTo>
                <a:cubicBezTo>
                  <a:pt x="65" y="2"/>
                  <a:pt x="64" y="2"/>
                  <a:pt x="64" y="2"/>
                </a:cubicBezTo>
                <a:cubicBezTo>
                  <a:pt x="62" y="2"/>
                  <a:pt x="61" y="2"/>
                  <a:pt x="61" y="3"/>
                </a:cubicBezTo>
                <a:cubicBezTo>
                  <a:pt x="60" y="4"/>
                  <a:pt x="59" y="6"/>
                  <a:pt x="59" y="8"/>
                </a:cubicBezTo>
                <a:close/>
              </a:path>
              <a:path w="471" h="15">
                <a:moveTo>
                  <a:pt x="71" y="15"/>
                </a:moveTo>
                <a:lnTo>
                  <a:pt x="71" y="0"/>
                </a:lnTo>
                <a:lnTo>
                  <a:pt x="73" y="0"/>
                </a:lnTo>
                <a:lnTo>
                  <a:pt x="79" y="12"/>
                </a:lnTo>
                <a:lnTo>
                  <a:pt x="79" y="0"/>
                </a:lnTo>
                <a:lnTo>
                  <a:pt x="81" y="0"/>
                </a:lnTo>
                <a:lnTo>
                  <a:pt x="81" y="15"/>
                </a:lnTo>
                <a:lnTo>
                  <a:pt x="79" y="15"/>
                </a:lnTo>
                <a:lnTo>
                  <a:pt x="73" y="3"/>
                </a:lnTo>
                <a:lnTo>
                  <a:pt x="73" y="15"/>
                </a:lnTo>
                <a:lnTo>
                  <a:pt x="71" y="15"/>
                </a:lnTo>
                <a:close/>
              </a:path>
              <a:path w="471" h="15">
                <a:moveTo>
                  <a:pt x="89" y="9"/>
                </a:moveTo>
                <a:lnTo>
                  <a:pt x="89" y="7"/>
                </a:lnTo>
                <a:lnTo>
                  <a:pt x="94" y="7"/>
                </a:lnTo>
                <a:lnTo>
                  <a:pt x="94" y="13"/>
                </a:lnTo>
                <a:cubicBezTo>
                  <a:pt x="94" y="13"/>
                  <a:pt x="93" y="14"/>
                  <a:pt x="92" y="14"/>
                </a:cubicBezTo>
                <a:cubicBezTo>
                  <a:pt x="91" y="15"/>
                  <a:pt x="90" y="15"/>
                  <a:pt x="89" y="15"/>
                </a:cubicBezTo>
                <a:cubicBezTo>
                  <a:pt x="88" y="15"/>
                  <a:pt x="87" y="15"/>
                  <a:pt x="86" y="14"/>
                </a:cubicBezTo>
                <a:cubicBezTo>
                  <a:pt x="85" y="13"/>
                  <a:pt x="84" y="13"/>
                  <a:pt x="84" y="11"/>
                </a:cubicBezTo>
                <a:cubicBezTo>
                  <a:pt x="83" y="10"/>
                  <a:pt x="83" y="9"/>
                  <a:pt x="83" y="8"/>
                </a:cubicBezTo>
                <a:cubicBezTo>
                  <a:pt x="83" y="6"/>
                  <a:pt x="83" y="5"/>
                  <a:pt x="84" y="4"/>
                </a:cubicBezTo>
                <a:cubicBezTo>
                  <a:pt x="84" y="2"/>
                  <a:pt x="85" y="2"/>
                  <a:pt x="86" y="1"/>
                </a:cubicBezTo>
                <a:cubicBezTo>
                  <a:pt x="87" y="0"/>
                  <a:pt x="88" y="0"/>
                  <a:pt x="89" y="0"/>
                </a:cubicBezTo>
                <a:cubicBezTo>
                  <a:pt x="90" y="0"/>
                  <a:pt x="91" y="0"/>
                  <a:pt x="92" y="1"/>
                </a:cubicBezTo>
                <a:cubicBezTo>
                  <a:pt x="92" y="1"/>
                  <a:pt x="93" y="1"/>
                  <a:pt x="93" y="2"/>
                </a:cubicBezTo>
                <a:cubicBezTo>
                  <a:pt x="94" y="3"/>
                  <a:pt x="94" y="3"/>
                  <a:pt x="94" y="4"/>
                </a:cubicBezTo>
                <a:lnTo>
                  <a:pt x="93" y="5"/>
                </a:lnTo>
                <a:cubicBezTo>
                  <a:pt x="93" y="4"/>
                  <a:pt x="92" y="3"/>
                  <a:pt x="92" y="3"/>
                </a:cubicBezTo>
                <a:cubicBezTo>
                  <a:pt x="92" y="3"/>
                  <a:pt x="91" y="2"/>
                  <a:pt x="91" y="2"/>
                </a:cubicBezTo>
                <a:cubicBezTo>
                  <a:pt x="90" y="2"/>
                  <a:pt x="90" y="2"/>
                  <a:pt x="89" y="2"/>
                </a:cubicBezTo>
                <a:cubicBezTo>
                  <a:pt x="88" y="2"/>
                  <a:pt x="88" y="2"/>
                  <a:pt x="87" y="2"/>
                </a:cubicBezTo>
                <a:cubicBezTo>
                  <a:pt x="87" y="2"/>
                  <a:pt x="86" y="3"/>
                  <a:pt x="86" y="3"/>
                </a:cubicBezTo>
                <a:cubicBezTo>
                  <a:pt x="86" y="4"/>
                  <a:pt x="85" y="4"/>
                  <a:pt x="85" y="5"/>
                </a:cubicBezTo>
                <a:cubicBezTo>
                  <a:pt x="85" y="5"/>
                  <a:pt x="85" y="6"/>
                  <a:pt x="85" y="7"/>
                </a:cubicBezTo>
                <a:cubicBezTo>
                  <a:pt x="85" y="9"/>
                  <a:pt x="85" y="10"/>
                  <a:pt x="85" y="11"/>
                </a:cubicBezTo>
                <a:cubicBezTo>
                  <a:pt x="86" y="12"/>
                  <a:pt x="86" y="12"/>
                  <a:pt x="87" y="13"/>
                </a:cubicBezTo>
                <a:cubicBezTo>
                  <a:pt x="88" y="13"/>
                  <a:pt x="88" y="13"/>
                  <a:pt x="89" y="13"/>
                </a:cubicBezTo>
                <a:cubicBezTo>
                  <a:pt x="90" y="13"/>
                  <a:pt x="91" y="13"/>
                  <a:pt x="91" y="13"/>
                </a:cubicBezTo>
                <a:cubicBezTo>
                  <a:pt x="92" y="12"/>
                  <a:pt x="92" y="12"/>
                  <a:pt x="93" y="12"/>
                </a:cubicBezTo>
                <a:lnTo>
                  <a:pt x="93" y="9"/>
                </a:lnTo>
                <a:lnTo>
                  <a:pt x="89" y="9"/>
                </a:lnTo>
                <a:close/>
              </a:path>
              <a:path w="471" h="15">
                <a:moveTo>
                  <a:pt x="110" y="0"/>
                </a:moveTo>
                <a:lnTo>
                  <a:pt x="112" y="0"/>
                </a:lnTo>
                <a:lnTo>
                  <a:pt x="112" y="9"/>
                </a:lnTo>
                <a:cubicBezTo>
                  <a:pt x="112" y="10"/>
                  <a:pt x="111" y="11"/>
                  <a:pt x="111" y="12"/>
                </a:cubicBezTo>
                <a:cubicBezTo>
                  <a:pt x="111" y="13"/>
                  <a:pt x="110" y="14"/>
                  <a:pt x="110" y="14"/>
                </a:cubicBezTo>
                <a:cubicBezTo>
                  <a:pt x="109" y="15"/>
                  <a:pt x="108" y="15"/>
                  <a:pt x="107" y="15"/>
                </a:cubicBezTo>
                <a:cubicBezTo>
                  <a:pt x="106" y="15"/>
                  <a:pt x="105" y="15"/>
                  <a:pt x="104" y="14"/>
                </a:cubicBezTo>
                <a:cubicBezTo>
                  <a:pt x="103" y="14"/>
                  <a:pt x="103" y="13"/>
                  <a:pt x="102" y="12"/>
                </a:cubicBezTo>
                <a:cubicBezTo>
                  <a:pt x="102" y="11"/>
                  <a:pt x="102" y="10"/>
                  <a:pt x="102" y="9"/>
                </a:cubicBezTo>
                <a:lnTo>
                  <a:pt x="102" y="0"/>
                </a:lnTo>
                <a:lnTo>
                  <a:pt x="103" y="0"/>
                </a:lnTo>
                <a:lnTo>
                  <a:pt x="103" y="9"/>
                </a:lnTo>
                <a:cubicBezTo>
                  <a:pt x="103" y="10"/>
                  <a:pt x="104" y="11"/>
                  <a:pt x="104" y="11"/>
                </a:cubicBezTo>
                <a:cubicBezTo>
                  <a:pt x="104" y="12"/>
                  <a:pt x="104" y="12"/>
                  <a:pt x="105" y="13"/>
                </a:cubicBezTo>
                <a:cubicBezTo>
                  <a:pt x="105" y="13"/>
                  <a:pt x="106" y="13"/>
                  <a:pt x="107" y="13"/>
                </a:cubicBezTo>
                <a:cubicBezTo>
                  <a:pt x="108" y="13"/>
                  <a:pt x="109" y="13"/>
                  <a:pt x="109" y="12"/>
                </a:cubicBezTo>
                <a:cubicBezTo>
                  <a:pt x="110" y="12"/>
                  <a:pt x="110" y="10"/>
                  <a:pt x="110" y="9"/>
                </a:cubicBezTo>
                <a:lnTo>
                  <a:pt x="110" y="0"/>
                </a:lnTo>
                <a:close/>
              </a:path>
              <a:path w="471" h="15">
                <a:moveTo>
                  <a:pt x="114" y="15"/>
                </a:moveTo>
                <a:lnTo>
                  <a:pt x="114" y="0"/>
                </a:lnTo>
                <a:lnTo>
                  <a:pt x="116" y="0"/>
                </a:lnTo>
                <a:lnTo>
                  <a:pt x="122" y="12"/>
                </a:lnTo>
                <a:lnTo>
                  <a:pt x="122" y="0"/>
                </a:lnTo>
                <a:lnTo>
                  <a:pt x="124" y="0"/>
                </a:lnTo>
                <a:lnTo>
                  <a:pt x="124" y="15"/>
                </a:lnTo>
                <a:lnTo>
                  <a:pt x="122" y="15"/>
                </a:lnTo>
                <a:lnTo>
                  <a:pt x="115" y="3"/>
                </a:lnTo>
                <a:lnTo>
                  <a:pt x="115" y="15"/>
                </a:lnTo>
                <a:lnTo>
                  <a:pt x="114" y="15"/>
                </a:lnTo>
                <a:close/>
              </a:path>
              <a:path w="471" h="15">
                <a:moveTo>
                  <a:pt x="126" y="15"/>
                </a:moveTo>
                <a:lnTo>
                  <a:pt x="126" y="0"/>
                </a:lnTo>
                <a:lnTo>
                  <a:pt x="128" y="0"/>
                </a:lnTo>
                <a:lnTo>
                  <a:pt x="128" y="15"/>
                </a:lnTo>
                <a:lnTo>
                  <a:pt x="126" y="15"/>
                </a:lnTo>
                <a:close/>
              </a:path>
              <a:path w="471" h="15">
                <a:moveTo>
                  <a:pt x="134" y="15"/>
                </a:moveTo>
                <a:lnTo>
                  <a:pt x="129" y="0"/>
                </a:lnTo>
                <a:lnTo>
                  <a:pt x="131" y="0"/>
                </a:lnTo>
                <a:lnTo>
                  <a:pt x="134" y="11"/>
                </a:lnTo>
                <a:cubicBezTo>
                  <a:pt x="134" y="12"/>
                  <a:pt x="135" y="12"/>
                  <a:pt x="135" y="13"/>
                </a:cubicBezTo>
                <a:cubicBezTo>
                  <a:pt x="135" y="12"/>
                  <a:pt x="135" y="12"/>
                  <a:pt x="135" y="11"/>
                </a:cubicBezTo>
                <a:lnTo>
                  <a:pt x="139" y="0"/>
                </a:lnTo>
                <a:lnTo>
                  <a:pt x="141" y="0"/>
                </a:lnTo>
                <a:lnTo>
                  <a:pt x="136" y="15"/>
                </a:lnTo>
                <a:lnTo>
                  <a:pt x="134" y="15"/>
                </a:lnTo>
                <a:close/>
              </a:path>
              <a:path w="471" h="15">
                <a:moveTo>
                  <a:pt x="142" y="15"/>
                </a:moveTo>
                <a:lnTo>
                  <a:pt x="142" y="0"/>
                </a:lnTo>
                <a:lnTo>
                  <a:pt x="151" y="0"/>
                </a:lnTo>
                <a:lnTo>
                  <a:pt x="151" y="2"/>
                </a:lnTo>
                <a:lnTo>
                  <a:pt x="143" y="2"/>
                </a:lnTo>
                <a:lnTo>
                  <a:pt x="143" y="6"/>
                </a:lnTo>
                <a:lnTo>
                  <a:pt x="150" y="6"/>
                </a:lnTo>
                <a:lnTo>
                  <a:pt x="150" y="8"/>
                </a:lnTo>
                <a:lnTo>
                  <a:pt x="143" y="8"/>
                </a:lnTo>
                <a:lnTo>
                  <a:pt x="143" y="13"/>
                </a:lnTo>
                <a:lnTo>
                  <a:pt x="151" y="13"/>
                </a:lnTo>
                <a:lnTo>
                  <a:pt x="151" y="15"/>
                </a:lnTo>
                <a:lnTo>
                  <a:pt x="142" y="15"/>
                </a:lnTo>
                <a:close/>
              </a:path>
              <a:path w="471" h="15">
                <a:moveTo>
                  <a:pt x="153" y="15"/>
                </a:moveTo>
                <a:lnTo>
                  <a:pt x="153" y="0"/>
                </a:lnTo>
                <a:lnTo>
                  <a:pt x="158" y="0"/>
                </a:lnTo>
                <a:cubicBezTo>
                  <a:pt x="159" y="0"/>
                  <a:pt x="160" y="0"/>
                  <a:pt x="161" y="1"/>
                </a:cubicBezTo>
                <a:cubicBezTo>
                  <a:pt x="161" y="1"/>
                  <a:pt x="162" y="1"/>
                  <a:pt x="162" y="2"/>
                </a:cubicBezTo>
                <a:cubicBezTo>
                  <a:pt x="163" y="3"/>
                  <a:pt x="163" y="3"/>
                  <a:pt x="163" y="4"/>
                </a:cubicBezTo>
                <a:cubicBezTo>
                  <a:pt x="163" y="5"/>
                  <a:pt x="162" y="6"/>
                  <a:pt x="162" y="7"/>
                </a:cubicBezTo>
                <a:cubicBezTo>
                  <a:pt x="161" y="7"/>
                  <a:pt x="160" y="8"/>
                  <a:pt x="159" y="8"/>
                </a:cubicBezTo>
                <a:cubicBezTo>
                  <a:pt x="160" y="8"/>
                  <a:pt x="160" y="9"/>
                  <a:pt x="160" y="9"/>
                </a:cubicBezTo>
                <a:cubicBezTo>
                  <a:pt x="161" y="9"/>
                  <a:pt x="161" y="10"/>
                  <a:pt x="162" y="11"/>
                </a:cubicBezTo>
                <a:lnTo>
                  <a:pt x="164" y="15"/>
                </a:lnTo>
                <a:lnTo>
                  <a:pt x="162" y="15"/>
                </a:lnTo>
                <a:lnTo>
                  <a:pt x="160" y="12"/>
                </a:lnTo>
                <a:cubicBezTo>
                  <a:pt x="160" y="11"/>
                  <a:pt x="159" y="10"/>
                  <a:pt x="159" y="10"/>
                </a:cubicBezTo>
                <a:cubicBezTo>
                  <a:pt x="159" y="9"/>
                  <a:pt x="158" y="9"/>
                  <a:pt x="158" y="9"/>
                </a:cubicBezTo>
                <a:cubicBezTo>
                  <a:pt x="158" y="9"/>
                  <a:pt x="158" y="8"/>
                  <a:pt x="157" y="8"/>
                </a:cubicBezTo>
                <a:cubicBezTo>
                  <a:pt x="157" y="8"/>
                  <a:pt x="157" y="8"/>
                  <a:pt x="156" y="8"/>
                </a:cubicBezTo>
                <a:lnTo>
                  <a:pt x="154" y="8"/>
                </a:lnTo>
                <a:lnTo>
                  <a:pt x="154" y="15"/>
                </a:lnTo>
                <a:lnTo>
                  <a:pt x="153" y="15"/>
                </a:lnTo>
                <a:close/>
                <a:moveTo>
                  <a:pt x="154" y="7"/>
                </a:moveTo>
                <a:lnTo>
                  <a:pt x="158" y="7"/>
                </a:lnTo>
                <a:cubicBezTo>
                  <a:pt x="159" y="7"/>
                  <a:pt x="159" y="7"/>
                  <a:pt x="160" y="6"/>
                </a:cubicBezTo>
                <a:cubicBezTo>
                  <a:pt x="160" y="6"/>
                  <a:pt x="160" y="6"/>
                  <a:pt x="161" y="6"/>
                </a:cubicBezTo>
                <a:cubicBezTo>
                  <a:pt x="161" y="5"/>
                  <a:pt x="161" y="5"/>
                  <a:pt x="161" y="4"/>
                </a:cubicBezTo>
                <a:cubicBezTo>
                  <a:pt x="161" y="4"/>
                  <a:pt x="161" y="3"/>
                  <a:pt x="160" y="3"/>
                </a:cubicBezTo>
                <a:cubicBezTo>
                  <a:pt x="160" y="2"/>
                  <a:pt x="159" y="2"/>
                  <a:pt x="158" y="2"/>
                </a:cubicBezTo>
                <a:lnTo>
                  <a:pt x="154" y="2"/>
                </a:lnTo>
                <a:lnTo>
                  <a:pt x="154" y="7"/>
                </a:lnTo>
                <a:close/>
              </a:path>
              <a:path w="471" h="15">
                <a:moveTo>
                  <a:pt x="164" y="10"/>
                </a:moveTo>
                <a:lnTo>
                  <a:pt x="166" y="10"/>
                </a:lnTo>
                <a:cubicBezTo>
                  <a:pt x="166" y="11"/>
                  <a:pt x="166" y="11"/>
                  <a:pt x="166" y="12"/>
                </a:cubicBezTo>
                <a:cubicBezTo>
                  <a:pt x="167" y="12"/>
                  <a:pt x="167" y="13"/>
                  <a:pt x="168" y="13"/>
                </a:cubicBezTo>
                <a:cubicBezTo>
                  <a:pt x="168" y="13"/>
                  <a:pt x="169" y="13"/>
                  <a:pt x="170" y="13"/>
                </a:cubicBezTo>
                <a:cubicBezTo>
                  <a:pt x="170" y="13"/>
                  <a:pt x="171" y="13"/>
                  <a:pt x="171" y="13"/>
                </a:cubicBezTo>
                <a:cubicBezTo>
                  <a:pt x="172" y="13"/>
                  <a:pt x="172" y="12"/>
                  <a:pt x="172" y="12"/>
                </a:cubicBezTo>
                <a:cubicBezTo>
                  <a:pt x="173" y="12"/>
                  <a:pt x="173" y="11"/>
                  <a:pt x="173" y="11"/>
                </a:cubicBezTo>
                <a:cubicBezTo>
                  <a:pt x="173" y="10"/>
                  <a:pt x="173" y="10"/>
                  <a:pt x="172" y="10"/>
                </a:cubicBezTo>
                <a:cubicBezTo>
                  <a:pt x="172" y="9"/>
                  <a:pt x="172" y="9"/>
                  <a:pt x="171" y="9"/>
                </a:cubicBezTo>
                <a:cubicBezTo>
                  <a:pt x="171" y="9"/>
                  <a:pt x="170" y="8"/>
                  <a:pt x="169" y="8"/>
                </a:cubicBezTo>
                <a:cubicBezTo>
                  <a:pt x="168" y="8"/>
                  <a:pt x="167" y="7"/>
                  <a:pt x="167" y="7"/>
                </a:cubicBezTo>
                <a:cubicBezTo>
                  <a:pt x="166" y="7"/>
                  <a:pt x="166" y="6"/>
                  <a:pt x="165" y="6"/>
                </a:cubicBezTo>
                <a:cubicBezTo>
                  <a:pt x="165" y="5"/>
                  <a:pt x="165" y="5"/>
                  <a:pt x="165" y="4"/>
                </a:cubicBezTo>
                <a:cubicBezTo>
                  <a:pt x="165" y="3"/>
                  <a:pt x="165" y="3"/>
                  <a:pt x="165" y="2"/>
                </a:cubicBezTo>
                <a:cubicBezTo>
                  <a:pt x="166" y="1"/>
                  <a:pt x="166" y="1"/>
                  <a:pt x="167" y="1"/>
                </a:cubicBezTo>
                <a:cubicBezTo>
                  <a:pt x="168" y="0"/>
                  <a:pt x="168" y="0"/>
                  <a:pt x="169" y="0"/>
                </a:cubicBezTo>
                <a:cubicBezTo>
                  <a:pt x="170" y="0"/>
                  <a:pt x="171" y="0"/>
                  <a:pt x="172" y="1"/>
                </a:cubicBezTo>
                <a:cubicBezTo>
                  <a:pt x="172" y="1"/>
                  <a:pt x="173" y="1"/>
                  <a:pt x="173" y="2"/>
                </a:cubicBezTo>
                <a:cubicBezTo>
                  <a:pt x="174" y="3"/>
                  <a:pt x="174" y="3"/>
                  <a:pt x="174" y="4"/>
                </a:cubicBezTo>
                <a:lnTo>
                  <a:pt x="172" y="4"/>
                </a:lnTo>
                <a:cubicBezTo>
                  <a:pt x="172" y="4"/>
                  <a:pt x="172" y="3"/>
                  <a:pt x="171" y="2"/>
                </a:cubicBezTo>
                <a:cubicBezTo>
                  <a:pt x="171" y="2"/>
                  <a:pt x="170" y="2"/>
                  <a:pt x="169" y="2"/>
                </a:cubicBezTo>
                <a:cubicBezTo>
                  <a:pt x="168" y="2"/>
                  <a:pt x="168" y="2"/>
                  <a:pt x="167" y="2"/>
                </a:cubicBezTo>
                <a:cubicBezTo>
                  <a:pt x="167" y="3"/>
                  <a:pt x="166" y="3"/>
                  <a:pt x="166" y="4"/>
                </a:cubicBezTo>
                <a:cubicBezTo>
                  <a:pt x="166" y="4"/>
                  <a:pt x="167" y="5"/>
                  <a:pt x="167" y="5"/>
                </a:cubicBezTo>
                <a:cubicBezTo>
                  <a:pt x="167" y="5"/>
                  <a:pt x="168" y="6"/>
                  <a:pt x="169" y="6"/>
                </a:cubicBezTo>
                <a:cubicBezTo>
                  <a:pt x="171" y="7"/>
                  <a:pt x="172" y="7"/>
                  <a:pt x="172" y="7"/>
                </a:cubicBezTo>
                <a:cubicBezTo>
                  <a:pt x="173" y="7"/>
                  <a:pt x="173" y="8"/>
                  <a:pt x="174" y="9"/>
                </a:cubicBezTo>
                <a:cubicBezTo>
                  <a:pt x="174" y="9"/>
                  <a:pt x="174" y="10"/>
                  <a:pt x="174" y="11"/>
                </a:cubicBezTo>
                <a:cubicBezTo>
                  <a:pt x="174" y="11"/>
                  <a:pt x="174" y="12"/>
                  <a:pt x="174" y="13"/>
                </a:cubicBezTo>
                <a:cubicBezTo>
                  <a:pt x="173" y="13"/>
                  <a:pt x="173" y="14"/>
                  <a:pt x="172" y="14"/>
                </a:cubicBezTo>
                <a:cubicBezTo>
                  <a:pt x="171" y="15"/>
                  <a:pt x="171" y="15"/>
                  <a:pt x="170" y="15"/>
                </a:cubicBezTo>
                <a:cubicBezTo>
                  <a:pt x="169" y="15"/>
                  <a:pt x="168" y="15"/>
                  <a:pt x="167" y="14"/>
                </a:cubicBezTo>
                <a:cubicBezTo>
                  <a:pt x="166" y="14"/>
                  <a:pt x="165" y="13"/>
                  <a:pt x="165" y="13"/>
                </a:cubicBezTo>
                <a:cubicBezTo>
                  <a:pt x="165" y="12"/>
                  <a:pt x="164" y="11"/>
                  <a:pt x="164" y="10"/>
                </a:cubicBezTo>
                <a:close/>
              </a:path>
              <a:path w="471" h="15">
                <a:moveTo>
                  <a:pt x="176" y="15"/>
                </a:moveTo>
                <a:lnTo>
                  <a:pt x="176" y="0"/>
                </a:lnTo>
                <a:lnTo>
                  <a:pt x="178" y="0"/>
                </a:lnTo>
                <a:lnTo>
                  <a:pt x="178" y="15"/>
                </a:lnTo>
                <a:lnTo>
                  <a:pt x="176" y="15"/>
                </a:lnTo>
                <a:close/>
              </a:path>
              <a:path w="471" h="15">
                <a:moveTo>
                  <a:pt x="184" y="15"/>
                </a:moveTo>
                <a:lnTo>
                  <a:pt x="184" y="2"/>
                </a:lnTo>
                <a:lnTo>
                  <a:pt x="179" y="2"/>
                </a:lnTo>
                <a:lnTo>
                  <a:pt x="179" y="0"/>
                </a:lnTo>
                <a:lnTo>
                  <a:pt x="189" y="0"/>
                </a:lnTo>
                <a:lnTo>
                  <a:pt x="189" y="2"/>
                </a:lnTo>
                <a:lnTo>
                  <a:pt x="185" y="2"/>
                </a:lnTo>
                <a:lnTo>
                  <a:pt x="185" y="15"/>
                </a:lnTo>
                <a:lnTo>
                  <a:pt x="184" y="15"/>
                </a:lnTo>
                <a:close/>
              </a:path>
              <a:path w="471" h="15">
                <a:moveTo>
                  <a:pt x="194" y="15"/>
                </a:moveTo>
                <a:lnTo>
                  <a:pt x="194" y="9"/>
                </a:lnTo>
                <a:lnTo>
                  <a:pt x="189" y="0"/>
                </a:lnTo>
                <a:lnTo>
                  <a:pt x="191" y="0"/>
                </a:lnTo>
                <a:lnTo>
                  <a:pt x="194" y="5"/>
                </a:lnTo>
                <a:cubicBezTo>
                  <a:pt x="194" y="5"/>
                  <a:pt x="195" y="6"/>
                  <a:pt x="195" y="7"/>
                </a:cubicBezTo>
                <a:cubicBezTo>
                  <a:pt x="195" y="6"/>
                  <a:pt x="196" y="5"/>
                  <a:pt x="196" y="5"/>
                </a:cubicBezTo>
                <a:lnTo>
                  <a:pt x="199" y="0"/>
                </a:lnTo>
                <a:lnTo>
                  <a:pt x="201" y="0"/>
                </a:lnTo>
                <a:lnTo>
                  <a:pt x="196" y="9"/>
                </a:lnTo>
                <a:lnTo>
                  <a:pt x="196" y="15"/>
                </a:lnTo>
                <a:lnTo>
                  <a:pt x="194" y="15"/>
                </a:lnTo>
                <a:close/>
              </a:path>
              <a:path w="471" h="15">
                <a:moveTo>
                  <a:pt x="206" y="8"/>
                </a:moveTo>
                <a:cubicBezTo>
                  <a:pt x="206" y="5"/>
                  <a:pt x="207" y="3"/>
                  <a:pt x="208" y="2"/>
                </a:cubicBezTo>
                <a:cubicBezTo>
                  <a:pt x="209" y="1"/>
                  <a:pt x="211" y="0"/>
                  <a:pt x="212" y="0"/>
                </a:cubicBezTo>
                <a:cubicBezTo>
                  <a:pt x="213" y="0"/>
                  <a:pt x="214" y="0"/>
                  <a:pt x="215" y="1"/>
                </a:cubicBezTo>
                <a:cubicBezTo>
                  <a:pt x="216" y="2"/>
                  <a:pt x="217" y="3"/>
                  <a:pt x="218" y="4"/>
                </a:cubicBezTo>
                <a:cubicBezTo>
                  <a:pt x="218" y="5"/>
                  <a:pt x="218" y="6"/>
                  <a:pt x="218" y="8"/>
                </a:cubicBezTo>
                <a:cubicBezTo>
                  <a:pt x="218" y="9"/>
                  <a:pt x="218" y="10"/>
                  <a:pt x="217" y="11"/>
                </a:cubicBezTo>
                <a:cubicBezTo>
                  <a:pt x="217" y="13"/>
                  <a:pt x="216" y="13"/>
                  <a:pt x="215" y="14"/>
                </a:cubicBezTo>
                <a:cubicBezTo>
                  <a:pt x="214" y="15"/>
                  <a:pt x="213" y="15"/>
                  <a:pt x="212" y="15"/>
                </a:cubicBezTo>
                <a:cubicBezTo>
                  <a:pt x="211" y="15"/>
                  <a:pt x="210" y="15"/>
                  <a:pt x="209" y="14"/>
                </a:cubicBezTo>
                <a:cubicBezTo>
                  <a:pt x="208" y="13"/>
                  <a:pt x="207" y="12"/>
                  <a:pt x="207" y="11"/>
                </a:cubicBezTo>
                <a:cubicBezTo>
                  <a:pt x="207" y="10"/>
                  <a:pt x="206" y="9"/>
                  <a:pt x="206" y="8"/>
                </a:cubicBezTo>
                <a:close/>
                <a:moveTo>
                  <a:pt x="208" y="8"/>
                </a:moveTo>
                <a:cubicBezTo>
                  <a:pt x="208" y="9"/>
                  <a:pt x="208" y="11"/>
                  <a:pt x="209" y="12"/>
                </a:cubicBezTo>
                <a:cubicBezTo>
                  <a:pt x="210" y="13"/>
                  <a:pt x="211" y="13"/>
                  <a:pt x="212" y="13"/>
                </a:cubicBezTo>
                <a:cubicBezTo>
                  <a:pt x="214" y="13"/>
                  <a:pt x="215" y="13"/>
                  <a:pt x="215" y="12"/>
                </a:cubicBezTo>
                <a:cubicBezTo>
                  <a:pt x="216" y="11"/>
                  <a:pt x="217" y="9"/>
                  <a:pt x="217" y="7"/>
                </a:cubicBezTo>
                <a:cubicBezTo>
                  <a:pt x="217" y="6"/>
                  <a:pt x="216" y="5"/>
                  <a:pt x="216" y="4"/>
                </a:cubicBezTo>
                <a:cubicBezTo>
                  <a:pt x="216" y="4"/>
                  <a:pt x="215" y="3"/>
                  <a:pt x="215" y="2"/>
                </a:cubicBezTo>
                <a:cubicBezTo>
                  <a:pt x="214" y="2"/>
                  <a:pt x="213" y="2"/>
                  <a:pt x="212" y="2"/>
                </a:cubicBezTo>
                <a:cubicBezTo>
                  <a:pt x="211" y="2"/>
                  <a:pt x="210" y="2"/>
                  <a:pt x="209" y="3"/>
                </a:cubicBezTo>
                <a:cubicBezTo>
                  <a:pt x="208" y="4"/>
                  <a:pt x="208" y="6"/>
                  <a:pt x="208" y="8"/>
                </a:cubicBezTo>
                <a:close/>
              </a:path>
              <a:path w="471" h="15">
                <a:moveTo>
                  <a:pt x="220" y="15"/>
                </a:moveTo>
                <a:lnTo>
                  <a:pt x="220" y="0"/>
                </a:lnTo>
                <a:lnTo>
                  <a:pt x="228" y="0"/>
                </a:lnTo>
                <a:lnTo>
                  <a:pt x="228" y="2"/>
                </a:lnTo>
                <a:lnTo>
                  <a:pt x="222" y="2"/>
                </a:lnTo>
                <a:lnTo>
                  <a:pt x="222" y="6"/>
                </a:lnTo>
                <a:lnTo>
                  <a:pt x="228" y="6"/>
                </a:lnTo>
                <a:lnTo>
                  <a:pt x="228" y="8"/>
                </a:lnTo>
                <a:lnTo>
                  <a:pt x="222" y="8"/>
                </a:lnTo>
                <a:lnTo>
                  <a:pt x="222" y="15"/>
                </a:lnTo>
                <a:lnTo>
                  <a:pt x="220" y="15"/>
                </a:lnTo>
                <a:close/>
              </a:path>
              <a:path w="471" h="15">
                <a:moveTo>
                  <a:pt x="235" y="10"/>
                </a:moveTo>
                <a:lnTo>
                  <a:pt x="236" y="10"/>
                </a:lnTo>
                <a:cubicBezTo>
                  <a:pt x="237" y="11"/>
                  <a:pt x="237" y="11"/>
                  <a:pt x="237" y="12"/>
                </a:cubicBezTo>
                <a:cubicBezTo>
                  <a:pt x="237" y="12"/>
                  <a:pt x="238" y="13"/>
                  <a:pt x="238" y="13"/>
                </a:cubicBezTo>
                <a:cubicBezTo>
                  <a:pt x="239" y="13"/>
                  <a:pt x="239" y="13"/>
                  <a:pt x="240" y="13"/>
                </a:cubicBezTo>
                <a:cubicBezTo>
                  <a:pt x="241" y="13"/>
                  <a:pt x="241" y="13"/>
                  <a:pt x="242" y="13"/>
                </a:cubicBezTo>
                <a:cubicBezTo>
                  <a:pt x="242" y="13"/>
                  <a:pt x="243" y="12"/>
                  <a:pt x="243" y="12"/>
                </a:cubicBezTo>
                <a:cubicBezTo>
                  <a:pt x="243" y="12"/>
                  <a:pt x="243" y="11"/>
                  <a:pt x="243" y="11"/>
                </a:cubicBezTo>
                <a:cubicBezTo>
                  <a:pt x="243" y="10"/>
                  <a:pt x="243" y="10"/>
                  <a:pt x="243" y="10"/>
                </a:cubicBezTo>
                <a:cubicBezTo>
                  <a:pt x="243" y="9"/>
                  <a:pt x="242" y="9"/>
                  <a:pt x="242" y="9"/>
                </a:cubicBezTo>
                <a:cubicBezTo>
                  <a:pt x="241" y="9"/>
                  <a:pt x="241" y="8"/>
                  <a:pt x="240" y="8"/>
                </a:cubicBezTo>
                <a:cubicBezTo>
                  <a:pt x="238" y="8"/>
                  <a:pt x="238" y="7"/>
                  <a:pt x="237" y="7"/>
                </a:cubicBezTo>
                <a:cubicBezTo>
                  <a:pt x="237" y="7"/>
                  <a:pt x="236" y="6"/>
                  <a:pt x="236" y="6"/>
                </a:cubicBezTo>
                <a:cubicBezTo>
                  <a:pt x="235" y="5"/>
                  <a:pt x="235" y="5"/>
                  <a:pt x="235" y="4"/>
                </a:cubicBezTo>
                <a:cubicBezTo>
                  <a:pt x="235" y="3"/>
                  <a:pt x="236" y="3"/>
                  <a:pt x="236" y="2"/>
                </a:cubicBezTo>
                <a:cubicBezTo>
                  <a:pt x="236" y="1"/>
                  <a:pt x="237" y="1"/>
                  <a:pt x="237" y="1"/>
                </a:cubicBezTo>
                <a:cubicBezTo>
                  <a:pt x="238" y="0"/>
                  <a:pt x="239" y="0"/>
                  <a:pt x="240" y="0"/>
                </a:cubicBezTo>
                <a:cubicBezTo>
                  <a:pt x="241" y="0"/>
                  <a:pt x="241" y="0"/>
                  <a:pt x="242" y="1"/>
                </a:cubicBezTo>
                <a:cubicBezTo>
                  <a:pt x="243" y="1"/>
                  <a:pt x="243" y="1"/>
                  <a:pt x="244" y="2"/>
                </a:cubicBezTo>
                <a:cubicBezTo>
                  <a:pt x="244" y="3"/>
                  <a:pt x="244" y="3"/>
                  <a:pt x="244" y="4"/>
                </a:cubicBezTo>
                <a:lnTo>
                  <a:pt x="243" y="4"/>
                </a:lnTo>
                <a:cubicBezTo>
                  <a:pt x="243" y="4"/>
                  <a:pt x="242" y="3"/>
                  <a:pt x="242" y="2"/>
                </a:cubicBezTo>
                <a:cubicBezTo>
                  <a:pt x="242" y="2"/>
                  <a:pt x="241" y="2"/>
                  <a:pt x="240" y="2"/>
                </a:cubicBezTo>
                <a:cubicBezTo>
                  <a:pt x="239" y="2"/>
                  <a:pt x="238" y="2"/>
                  <a:pt x="238" y="2"/>
                </a:cubicBezTo>
                <a:cubicBezTo>
                  <a:pt x="237" y="3"/>
                  <a:pt x="237" y="3"/>
                  <a:pt x="237" y="4"/>
                </a:cubicBezTo>
                <a:cubicBezTo>
                  <a:pt x="237" y="4"/>
                  <a:pt x="237" y="5"/>
                  <a:pt x="237" y="5"/>
                </a:cubicBezTo>
                <a:cubicBezTo>
                  <a:pt x="238" y="5"/>
                  <a:pt x="239" y="6"/>
                  <a:pt x="240" y="6"/>
                </a:cubicBezTo>
                <a:cubicBezTo>
                  <a:pt x="241" y="7"/>
                  <a:pt x="242" y="7"/>
                  <a:pt x="243" y="7"/>
                </a:cubicBezTo>
                <a:cubicBezTo>
                  <a:pt x="243" y="7"/>
                  <a:pt x="244" y="8"/>
                  <a:pt x="244" y="9"/>
                </a:cubicBezTo>
                <a:cubicBezTo>
                  <a:pt x="245" y="9"/>
                  <a:pt x="245" y="10"/>
                  <a:pt x="245" y="11"/>
                </a:cubicBezTo>
                <a:cubicBezTo>
                  <a:pt x="245" y="11"/>
                  <a:pt x="245" y="12"/>
                  <a:pt x="244" y="13"/>
                </a:cubicBezTo>
                <a:cubicBezTo>
                  <a:pt x="244" y="13"/>
                  <a:pt x="243" y="14"/>
                  <a:pt x="243" y="14"/>
                </a:cubicBezTo>
                <a:cubicBezTo>
                  <a:pt x="242" y="15"/>
                  <a:pt x="241" y="15"/>
                  <a:pt x="240" y="15"/>
                </a:cubicBezTo>
                <a:cubicBezTo>
                  <a:pt x="239" y="15"/>
                  <a:pt x="238" y="15"/>
                  <a:pt x="237" y="14"/>
                </a:cubicBezTo>
                <a:cubicBezTo>
                  <a:pt x="237" y="14"/>
                  <a:pt x="236" y="13"/>
                  <a:pt x="236" y="13"/>
                </a:cubicBezTo>
                <a:cubicBezTo>
                  <a:pt x="235" y="12"/>
                  <a:pt x="235" y="11"/>
                  <a:pt x="235" y="10"/>
                </a:cubicBezTo>
                <a:close/>
              </a:path>
              <a:path w="471" h="15">
                <a:moveTo>
                  <a:pt x="256" y="10"/>
                </a:moveTo>
                <a:lnTo>
                  <a:pt x="257" y="10"/>
                </a:lnTo>
                <a:cubicBezTo>
                  <a:pt x="257" y="12"/>
                  <a:pt x="256" y="13"/>
                  <a:pt x="255" y="14"/>
                </a:cubicBezTo>
                <a:cubicBezTo>
                  <a:pt x="254" y="15"/>
                  <a:pt x="253" y="15"/>
                  <a:pt x="252" y="15"/>
                </a:cubicBezTo>
                <a:cubicBezTo>
                  <a:pt x="251" y="15"/>
                  <a:pt x="250" y="15"/>
                  <a:pt x="249" y="14"/>
                </a:cubicBezTo>
                <a:cubicBezTo>
                  <a:pt x="248" y="13"/>
                  <a:pt x="247" y="12"/>
                  <a:pt x="247" y="11"/>
                </a:cubicBezTo>
                <a:cubicBezTo>
                  <a:pt x="246" y="10"/>
                  <a:pt x="246" y="9"/>
                  <a:pt x="246" y="7"/>
                </a:cubicBezTo>
                <a:cubicBezTo>
                  <a:pt x="246" y="6"/>
                  <a:pt x="246" y="5"/>
                  <a:pt x="247" y="3"/>
                </a:cubicBezTo>
                <a:cubicBezTo>
                  <a:pt x="247" y="2"/>
                  <a:pt x="248" y="1"/>
                  <a:pt x="249" y="1"/>
                </a:cubicBezTo>
                <a:cubicBezTo>
                  <a:pt x="250" y="0"/>
                  <a:pt x="251" y="0"/>
                  <a:pt x="252" y="0"/>
                </a:cubicBezTo>
                <a:cubicBezTo>
                  <a:pt x="253" y="0"/>
                  <a:pt x="254" y="0"/>
                  <a:pt x="255" y="1"/>
                </a:cubicBezTo>
                <a:cubicBezTo>
                  <a:pt x="256" y="2"/>
                  <a:pt x="257" y="3"/>
                  <a:pt x="257" y="4"/>
                </a:cubicBezTo>
                <a:lnTo>
                  <a:pt x="255" y="5"/>
                </a:lnTo>
                <a:cubicBezTo>
                  <a:pt x="255" y="4"/>
                  <a:pt x="255" y="3"/>
                  <a:pt x="254" y="2"/>
                </a:cubicBezTo>
                <a:cubicBezTo>
                  <a:pt x="254" y="2"/>
                  <a:pt x="253" y="2"/>
                  <a:pt x="252" y="2"/>
                </a:cubicBezTo>
                <a:cubicBezTo>
                  <a:pt x="251" y="2"/>
                  <a:pt x="250" y="2"/>
                  <a:pt x="250" y="2"/>
                </a:cubicBezTo>
                <a:cubicBezTo>
                  <a:pt x="249" y="3"/>
                  <a:pt x="248" y="4"/>
                  <a:pt x="248" y="5"/>
                </a:cubicBezTo>
                <a:cubicBezTo>
                  <a:pt x="248" y="5"/>
                  <a:pt x="248" y="6"/>
                  <a:pt x="248" y="7"/>
                </a:cubicBezTo>
                <a:cubicBezTo>
                  <a:pt x="248" y="9"/>
                  <a:pt x="248" y="10"/>
                  <a:pt x="248" y="11"/>
                </a:cubicBezTo>
                <a:cubicBezTo>
                  <a:pt x="249" y="11"/>
                  <a:pt x="249" y="12"/>
                  <a:pt x="250" y="13"/>
                </a:cubicBezTo>
                <a:cubicBezTo>
                  <a:pt x="250" y="13"/>
                  <a:pt x="251" y="13"/>
                  <a:pt x="252" y="13"/>
                </a:cubicBezTo>
                <a:cubicBezTo>
                  <a:pt x="253" y="13"/>
                  <a:pt x="254" y="13"/>
                  <a:pt x="254" y="12"/>
                </a:cubicBezTo>
                <a:cubicBezTo>
                  <a:pt x="255" y="12"/>
                  <a:pt x="255" y="11"/>
                  <a:pt x="256" y="10"/>
                </a:cubicBezTo>
                <a:close/>
              </a:path>
              <a:path w="471" h="15">
                <a:moveTo>
                  <a:pt x="259" y="15"/>
                </a:moveTo>
                <a:lnTo>
                  <a:pt x="259" y="0"/>
                </a:lnTo>
                <a:lnTo>
                  <a:pt x="261" y="0"/>
                </a:lnTo>
                <a:lnTo>
                  <a:pt x="261" y="15"/>
                </a:lnTo>
                <a:lnTo>
                  <a:pt x="259" y="15"/>
                </a:lnTo>
                <a:close/>
              </a:path>
              <a:path w="471" h="15">
                <a:moveTo>
                  <a:pt x="263" y="15"/>
                </a:moveTo>
                <a:lnTo>
                  <a:pt x="263" y="0"/>
                </a:lnTo>
                <a:lnTo>
                  <a:pt x="272" y="0"/>
                </a:lnTo>
                <a:lnTo>
                  <a:pt x="272" y="2"/>
                </a:lnTo>
                <a:lnTo>
                  <a:pt x="265" y="2"/>
                </a:lnTo>
                <a:lnTo>
                  <a:pt x="265" y="6"/>
                </a:lnTo>
                <a:lnTo>
                  <a:pt x="272" y="6"/>
                </a:lnTo>
                <a:lnTo>
                  <a:pt x="272" y="8"/>
                </a:lnTo>
                <a:lnTo>
                  <a:pt x="265" y="8"/>
                </a:lnTo>
                <a:lnTo>
                  <a:pt x="265" y="13"/>
                </a:lnTo>
                <a:lnTo>
                  <a:pt x="272" y="13"/>
                </a:lnTo>
                <a:lnTo>
                  <a:pt x="272" y="15"/>
                </a:lnTo>
                <a:lnTo>
                  <a:pt x="263" y="15"/>
                </a:lnTo>
                <a:close/>
              </a:path>
              <a:path w="471" h="15">
                <a:moveTo>
                  <a:pt x="274" y="15"/>
                </a:moveTo>
                <a:lnTo>
                  <a:pt x="274" y="0"/>
                </a:lnTo>
                <a:lnTo>
                  <a:pt x="276" y="0"/>
                </a:lnTo>
                <a:lnTo>
                  <a:pt x="283" y="12"/>
                </a:lnTo>
                <a:lnTo>
                  <a:pt x="283" y="0"/>
                </a:lnTo>
                <a:lnTo>
                  <a:pt x="284" y="0"/>
                </a:lnTo>
                <a:lnTo>
                  <a:pt x="284" y="15"/>
                </a:lnTo>
                <a:lnTo>
                  <a:pt x="282" y="15"/>
                </a:lnTo>
                <a:lnTo>
                  <a:pt x="276" y="3"/>
                </a:lnTo>
                <a:lnTo>
                  <a:pt x="276" y="15"/>
                </a:lnTo>
                <a:lnTo>
                  <a:pt x="274" y="15"/>
                </a:lnTo>
                <a:close/>
              </a:path>
              <a:path w="471" h="15">
                <a:moveTo>
                  <a:pt x="295" y="10"/>
                </a:moveTo>
                <a:lnTo>
                  <a:pt x="297" y="10"/>
                </a:lnTo>
                <a:cubicBezTo>
                  <a:pt x="297" y="12"/>
                  <a:pt x="296" y="13"/>
                  <a:pt x="295" y="14"/>
                </a:cubicBezTo>
                <a:cubicBezTo>
                  <a:pt x="294" y="15"/>
                  <a:pt x="293" y="15"/>
                  <a:pt x="292" y="15"/>
                </a:cubicBezTo>
                <a:cubicBezTo>
                  <a:pt x="290" y="15"/>
                  <a:pt x="289" y="15"/>
                  <a:pt x="289" y="14"/>
                </a:cubicBezTo>
                <a:cubicBezTo>
                  <a:pt x="288" y="13"/>
                  <a:pt x="287" y="12"/>
                  <a:pt x="287" y="11"/>
                </a:cubicBezTo>
                <a:cubicBezTo>
                  <a:pt x="286" y="10"/>
                  <a:pt x="286" y="9"/>
                  <a:pt x="286" y="7"/>
                </a:cubicBezTo>
                <a:cubicBezTo>
                  <a:pt x="286" y="6"/>
                  <a:pt x="286" y="5"/>
                  <a:pt x="287" y="3"/>
                </a:cubicBezTo>
                <a:cubicBezTo>
                  <a:pt x="287" y="2"/>
                  <a:pt x="288" y="1"/>
                  <a:pt x="289" y="1"/>
                </a:cubicBezTo>
                <a:cubicBezTo>
                  <a:pt x="290" y="0"/>
                  <a:pt x="291" y="0"/>
                  <a:pt x="292" y="0"/>
                </a:cubicBezTo>
                <a:cubicBezTo>
                  <a:pt x="293" y="0"/>
                  <a:pt x="294" y="0"/>
                  <a:pt x="295" y="1"/>
                </a:cubicBezTo>
                <a:cubicBezTo>
                  <a:pt x="296" y="2"/>
                  <a:pt x="296" y="3"/>
                  <a:pt x="297" y="4"/>
                </a:cubicBezTo>
                <a:lnTo>
                  <a:pt x="295" y="5"/>
                </a:lnTo>
                <a:cubicBezTo>
                  <a:pt x="295" y="4"/>
                  <a:pt x="294" y="3"/>
                  <a:pt x="294" y="2"/>
                </a:cubicBezTo>
                <a:cubicBezTo>
                  <a:pt x="293" y="2"/>
                  <a:pt x="293" y="2"/>
                  <a:pt x="292" y="2"/>
                </a:cubicBezTo>
                <a:cubicBezTo>
                  <a:pt x="291" y="2"/>
                  <a:pt x="290" y="2"/>
                  <a:pt x="289" y="2"/>
                </a:cubicBezTo>
                <a:cubicBezTo>
                  <a:pt x="289" y="3"/>
                  <a:pt x="288" y="4"/>
                  <a:pt x="288" y="5"/>
                </a:cubicBezTo>
                <a:cubicBezTo>
                  <a:pt x="288" y="5"/>
                  <a:pt x="288" y="6"/>
                  <a:pt x="288" y="7"/>
                </a:cubicBezTo>
                <a:cubicBezTo>
                  <a:pt x="288" y="9"/>
                  <a:pt x="288" y="10"/>
                  <a:pt x="288" y="11"/>
                </a:cubicBezTo>
                <a:cubicBezTo>
                  <a:pt x="288" y="11"/>
                  <a:pt x="289" y="12"/>
                  <a:pt x="290" y="13"/>
                </a:cubicBezTo>
                <a:cubicBezTo>
                  <a:pt x="290" y="13"/>
                  <a:pt x="291" y="13"/>
                  <a:pt x="292" y="13"/>
                </a:cubicBezTo>
                <a:cubicBezTo>
                  <a:pt x="293" y="13"/>
                  <a:pt x="293" y="13"/>
                  <a:pt x="294" y="12"/>
                </a:cubicBezTo>
                <a:cubicBezTo>
                  <a:pt x="295" y="12"/>
                  <a:pt x="295" y="11"/>
                  <a:pt x="295" y="10"/>
                </a:cubicBezTo>
                <a:close/>
              </a:path>
              <a:path w="471" h="15">
                <a:moveTo>
                  <a:pt x="299" y="15"/>
                </a:moveTo>
                <a:lnTo>
                  <a:pt x="299" y="0"/>
                </a:lnTo>
                <a:lnTo>
                  <a:pt x="308" y="0"/>
                </a:lnTo>
                <a:lnTo>
                  <a:pt x="308" y="2"/>
                </a:lnTo>
                <a:lnTo>
                  <a:pt x="300" y="2"/>
                </a:lnTo>
                <a:lnTo>
                  <a:pt x="300" y="6"/>
                </a:lnTo>
                <a:lnTo>
                  <a:pt x="307" y="6"/>
                </a:lnTo>
                <a:lnTo>
                  <a:pt x="307" y="8"/>
                </a:lnTo>
                <a:lnTo>
                  <a:pt x="300" y="8"/>
                </a:lnTo>
                <a:lnTo>
                  <a:pt x="300" y="13"/>
                </a:lnTo>
                <a:lnTo>
                  <a:pt x="308" y="13"/>
                </a:lnTo>
                <a:lnTo>
                  <a:pt x="308" y="15"/>
                </a:lnTo>
                <a:lnTo>
                  <a:pt x="299" y="15"/>
                </a:lnTo>
                <a:close/>
              </a:path>
              <a:path w="471" h="15">
                <a:moveTo>
                  <a:pt x="313" y="15"/>
                </a:moveTo>
                <a:lnTo>
                  <a:pt x="318" y="0"/>
                </a:lnTo>
                <a:lnTo>
                  <a:pt x="319" y="0"/>
                </a:lnTo>
                <a:lnTo>
                  <a:pt x="324" y="15"/>
                </a:lnTo>
                <a:lnTo>
                  <a:pt x="323" y="15"/>
                </a:lnTo>
                <a:lnTo>
                  <a:pt x="321" y="10"/>
                </a:lnTo>
                <a:lnTo>
                  <a:pt x="316" y="10"/>
                </a:lnTo>
                <a:lnTo>
                  <a:pt x="314" y="15"/>
                </a:lnTo>
                <a:lnTo>
                  <a:pt x="313" y="15"/>
                </a:lnTo>
                <a:close/>
                <a:moveTo>
                  <a:pt x="316" y="9"/>
                </a:moveTo>
                <a:lnTo>
                  <a:pt x="321" y="9"/>
                </a:lnTo>
                <a:lnTo>
                  <a:pt x="319" y="5"/>
                </a:lnTo>
                <a:cubicBezTo>
                  <a:pt x="319" y="4"/>
                  <a:pt x="319" y="3"/>
                  <a:pt x="318" y="2"/>
                </a:cubicBezTo>
                <a:cubicBezTo>
                  <a:pt x="318" y="3"/>
                  <a:pt x="318" y="4"/>
                  <a:pt x="318" y="5"/>
                </a:cubicBezTo>
                <a:lnTo>
                  <a:pt x="316" y="9"/>
                </a:lnTo>
                <a:close/>
              </a:path>
              <a:path w="471" h="15">
                <a:moveTo>
                  <a:pt x="325" y="15"/>
                </a:moveTo>
                <a:lnTo>
                  <a:pt x="325" y="0"/>
                </a:lnTo>
                <a:lnTo>
                  <a:pt x="327" y="0"/>
                </a:lnTo>
                <a:lnTo>
                  <a:pt x="334" y="12"/>
                </a:lnTo>
                <a:lnTo>
                  <a:pt x="334" y="0"/>
                </a:lnTo>
                <a:lnTo>
                  <a:pt x="335" y="0"/>
                </a:lnTo>
                <a:lnTo>
                  <a:pt x="335" y="15"/>
                </a:lnTo>
                <a:lnTo>
                  <a:pt x="333" y="15"/>
                </a:lnTo>
                <a:lnTo>
                  <a:pt x="327" y="3"/>
                </a:lnTo>
                <a:lnTo>
                  <a:pt x="327" y="15"/>
                </a:lnTo>
                <a:lnTo>
                  <a:pt x="325" y="15"/>
                </a:lnTo>
                <a:close/>
              </a:path>
              <a:path w="471" h="15">
                <a:moveTo>
                  <a:pt x="337" y="15"/>
                </a:moveTo>
                <a:lnTo>
                  <a:pt x="337" y="0"/>
                </a:lnTo>
                <a:lnTo>
                  <a:pt x="342" y="0"/>
                </a:lnTo>
                <a:cubicBezTo>
                  <a:pt x="343" y="0"/>
                  <a:pt x="343" y="0"/>
                  <a:pt x="344" y="0"/>
                </a:cubicBezTo>
                <a:cubicBezTo>
                  <a:pt x="345" y="1"/>
                  <a:pt x="345" y="1"/>
                  <a:pt x="346" y="2"/>
                </a:cubicBezTo>
                <a:cubicBezTo>
                  <a:pt x="346" y="2"/>
                  <a:pt x="347" y="3"/>
                  <a:pt x="347" y="4"/>
                </a:cubicBezTo>
                <a:cubicBezTo>
                  <a:pt x="348" y="5"/>
                  <a:pt x="348" y="6"/>
                  <a:pt x="348" y="7"/>
                </a:cubicBezTo>
                <a:cubicBezTo>
                  <a:pt x="348" y="8"/>
                  <a:pt x="348" y="9"/>
                  <a:pt x="347" y="10"/>
                </a:cubicBezTo>
                <a:cubicBezTo>
                  <a:pt x="347" y="11"/>
                  <a:pt x="347" y="12"/>
                  <a:pt x="347" y="12"/>
                </a:cubicBezTo>
                <a:cubicBezTo>
                  <a:pt x="346" y="13"/>
                  <a:pt x="346" y="13"/>
                  <a:pt x="345" y="14"/>
                </a:cubicBezTo>
                <a:cubicBezTo>
                  <a:pt x="345" y="14"/>
                  <a:pt x="344" y="14"/>
                  <a:pt x="344" y="14"/>
                </a:cubicBezTo>
                <a:cubicBezTo>
                  <a:pt x="343" y="15"/>
                  <a:pt x="343" y="15"/>
                  <a:pt x="342" y="15"/>
                </a:cubicBezTo>
                <a:lnTo>
                  <a:pt x="337" y="15"/>
                </a:lnTo>
                <a:close/>
                <a:moveTo>
                  <a:pt x="339" y="13"/>
                </a:moveTo>
                <a:lnTo>
                  <a:pt x="342" y="13"/>
                </a:lnTo>
                <a:cubicBezTo>
                  <a:pt x="343" y="13"/>
                  <a:pt x="343" y="13"/>
                  <a:pt x="344" y="13"/>
                </a:cubicBezTo>
                <a:cubicBezTo>
                  <a:pt x="344" y="13"/>
                  <a:pt x="345" y="12"/>
                  <a:pt x="345" y="12"/>
                </a:cubicBezTo>
                <a:cubicBezTo>
                  <a:pt x="345" y="12"/>
                  <a:pt x="345" y="11"/>
                  <a:pt x="346" y="10"/>
                </a:cubicBezTo>
                <a:cubicBezTo>
                  <a:pt x="346" y="9"/>
                  <a:pt x="346" y="8"/>
                  <a:pt x="346" y="7"/>
                </a:cubicBezTo>
                <a:cubicBezTo>
                  <a:pt x="346" y="6"/>
                  <a:pt x="346" y="5"/>
                  <a:pt x="345" y="4"/>
                </a:cubicBezTo>
                <a:cubicBezTo>
                  <a:pt x="345" y="3"/>
                  <a:pt x="344" y="3"/>
                  <a:pt x="344" y="2"/>
                </a:cubicBezTo>
                <a:cubicBezTo>
                  <a:pt x="343" y="2"/>
                  <a:pt x="343" y="2"/>
                  <a:pt x="342" y="2"/>
                </a:cubicBezTo>
                <a:lnTo>
                  <a:pt x="339" y="2"/>
                </a:lnTo>
                <a:lnTo>
                  <a:pt x="339" y="13"/>
                </a:lnTo>
                <a:close/>
              </a:path>
              <a:path w="471" h="15">
                <a:moveTo>
                  <a:pt x="358" y="15"/>
                </a:moveTo>
                <a:lnTo>
                  <a:pt x="358" y="2"/>
                </a:lnTo>
                <a:lnTo>
                  <a:pt x="354" y="2"/>
                </a:lnTo>
                <a:lnTo>
                  <a:pt x="354" y="0"/>
                </a:lnTo>
                <a:lnTo>
                  <a:pt x="364" y="0"/>
                </a:lnTo>
                <a:lnTo>
                  <a:pt x="364" y="2"/>
                </a:lnTo>
                <a:lnTo>
                  <a:pt x="359" y="2"/>
                </a:lnTo>
                <a:lnTo>
                  <a:pt x="359" y="15"/>
                </a:lnTo>
                <a:lnTo>
                  <a:pt x="358" y="15"/>
                </a:lnTo>
                <a:close/>
              </a:path>
              <a:path w="471" h="15">
                <a:moveTo>
                  <a:pt x="365" y="15"/>
                </a:moveTo>
                <a:lnTo>
                  <a:pt x="365" y="0"/>
                </a:lnTo>
                <a:lnTo>
                  <a:pt x="374" y="0"/>
                </a:lnTo>
                <a:lnTo>
                  <a:pt x="374" y="2"/>
                </a:lnTo>
                <a:lnTo>
                  <a:pt x="366" y="2"/>
                </a:lnTo>
                <a:lnTo>
                  <a:pt x="366" y="6"/>
                </a:lnTo>
                <a:lnTo>
                  <a:pt x="373" y="6"/>
                </a:lnTo>
                <a:lnTo>
                  <a:pt x="373" y="8"/>
                </a:lnTo>
                <a:lnTo>
                  <a:pt x="366" y="8"/>
                </a:lnTo>
                <a:lnTo>
                  <a:pt x="366" y="13"/>
                </a:lnTo>
                <a:lnTo>
                  <a:pt x="374" y="13"/>
                </a:lnTo>
                <a:lnTo>
                  <a:pt x="374" y="15"/>
                </a:lnTo>
                <a:lnTo>
                  <a:pt x="365" y="15"/>
                </a:lnTo>
                <a:close/>
              </a:path>
              <a:path w="471" h="15">
                <a:moveTo>
                  <a:pt x="385" y="10"/>
                </a:moveTo>
                <a:lnTo>
                  <a:pt x="386" y="10"/>
                </a:lnTo>
                <a:cubicBezTo>
                  <a:pt x="386" y="12"/>
                  <a:pt x="386" y="13"/>
                  <a:pt x="385" y="14"/>
                </a:cubicBezTo>
                <a:cubicBezTo>
                  <a:pt x="384" y="15"/>
                  <a:pt x="383" y="15"/>
                  <a:pt x="381" y="15"/>
                </a:cubicBezTo>
                <a:cubicBezTo>
                  <a:pt x="380" y="15"/>
                  <a:pt x="379" y="15"/>
                  <a:pt x="378" y="14"/>
                </a:cubicBezTo>
                <a:cubicBezTo>
                  <a:pt x="377" y="13"/>
                  <a:pt x="377" y="12"/>
                  <a:pt x="376" y="11"/>
                </a:cubicBezTo>
                <a:cubicBezTo>
                  <a:pt x="376" y="10"/>
                  <a:pt x="375" y="9"/>
                  <a:pt x="375" y="7"/>
                </a:cubicBezTo>
                <a:cubicBezTo>
                  <a:pt x="375" y="6"/>
                  <a:pt x="376" y="5"/>
                  <a:pt x="376" y="3"/>
                </a:cubicBezTo>
                <a:cubicBezTo>
                  <a:pt x="377" y="2"/>
                  <a:pt x="377" y="1"/>
                  <a:pt x="378" y="1"/>
                </a:cubicBezTo>
                <a:cubicBezTo>
                  <a:pt x="379" y="0"/>
                  <a:pt x="380" y="0"/>
                  <a:pt x="381" y="0"/>
                </a:cubicBezTo>
                <a:cubicBezTo>
                  <a:pt x="383" y="0"/>
                  <a:pt x="384" y="0"/>
                  <a:pt x="384" y="1"/>
                </a:cubicBezTo>
                <a:cubicBezTo>
                  <a:pt x="385" y="2"/>
                  <a:pt x="386" y="3"/>
                  <a:pt x="386" y="4"/>
                </a:cubicBezTo>
                <a:lnTo>
                  <a:pt x="385" y="5"/>
                </a:lnTo>
                <a:cubicBezTo>
                  <a:pt x="384" y="4"/>
                  <a:pt x="384" y="3"/>
                  <a:pt x="383" y="2"/>
                </a:cubicBezTo>
                <a:cubicBezTo>
                  <a:pt x="383" y="2"/>
                  <a:pt x="382" y="2"/>
                  <a:pt x="381" y="2"/>
                </a:cubicBezTo>
                <a:cubicBezTo>
                  <a:pt x="380" y="2"/>
                  <a:pt x="380" y="2"/>
                  <a:pt x="379" y="2"/>
                </a:cubicBezTo>
                <a:cubicBezTo>
                  <a:pt x="378" y="3"/>
                  <a:pt x="378" y="4"/>
                  <a:pt x="378" y="5"/>
                </a:cubicBezTo>
                <a:cubicBezTo>
                  <a:pt x="377" y="5"/>
                  <a:pt x="377" y="6"/>
                  <a:pt x="377" y="7"/>
                </a:cubicBezTo>
                <a:cubicBezTo>
                  <a:pt x="377" y="9"/>
                  <a:pt x="377" y="10"/>
                  <a:pt x="378" y="11"/>
                </a:cubicBezTo>
                <a:cubicBezTo>
                  <a:pt x="378" y="11"/>
                  <a:pt x="378" y="12"/>
                  <a:pt x="379" y="13"/>
                </a:cubicBezTo>
                <a:cubicBezTo>
                  <a:pt x="380" y="13"/>
                  <a:pt x="380" y="13"/>
                  <a:pt x="381" y="13"/>
                </a:cubicBezTo>
                <a:cubicBezTo>
                  <a:pt x="382" y="13"/>
                  <a:pt x="383" y="13"/>
                  <a:pt x="384" y="12"/>
                </a:cubicBezTo>
                <a:cubicBezTo>
                  <a:pt x="384" y="12"/>
                  <a:pt x="385" y="11"/>
                  <a:pt x="385" y="10"/>
                </a:cubicBezTo>
                <a:close/>
              </a:path>
              <a:path w="471" h="15">
                <a:moveTo>
                  <a:pt x="388" y="15"/>
                </a:moveTo>
                <a:lnTo>
                  <a:pt x="388" y="0"/>
                </a:lnTo>
                <a:lnTo>
                  <a:pt x="390" y="0"/>
                </a:lnTo>
                <a:lnTo>
                  <a:pt x="390" y="6"/>
                </a:lnTo>
                <a:lnTo>
                  <a:pt x="396" y="6"/>
                </a:lnTo>
                <a:lnTo>
                  <a:pt x="396" y="0"/>
                </a:lnTo>
                <a:lnTo>
                  <a:pt x="398" y="0"/>
                </a:lnTo>
                <a:lnTo>
                  <a:pt x="398" y="15"/>
                </a:lnTo>
                <a:lnTo>
                  <a:pt x="396" y="15"/>
                </a:lnTo>
                <a:lnTo>
                  <a:pt x="396" y="8"/>
                </a:lnTo>
                <a:lnTo>
                  <a:pt x="390" y="8"/>
                </a:lnTo>
                <a:lnTo>
                  <a:pt x="390" y="15"/>
                </a:lnTo>
                <a:lnTo>
                  <a:pt x="388" y="15"/>
                </a:lnTo>
                <a:close/>
              </a:path>
              <a:path w="471" h="15">
                <a:moveTo>
                  <a:pt x="400" y="15"/>
                </a:moveTo>
                <a:lnTo>
                  <a:pt x="400" y="0"/>
                </a:lnTo>
                <a:lnTo>
                  <a:pt x="402" y="0"/>
                </a:lnTo>
                <a:lnTo>
                  <a:pt x="408" y="12"/>
                </a:lnTo>
                <a:lnTo>
                  <a:pt x="408" y="0"/>
                </a:lnTo>
                <a:lnTo>
                  <a:pt x="410" y="0"/>
                </a:lnTo>
                <a:lnTo>
                  <a:pt x="410" y="15"/>
                </a:lnTo>
                <a:lnTo>
                  <a:pt x="408" y="15"/>
                </a:lnTo>
                <a:lnTo>
                  <a:pt x="402" y="3"/>
                </a:lnTo>
                <a:lnTo>
                  <a:pt x="402" y="15"/>
                </a:lnTo>
                <a:lnTo>
                  <a:pt x="400" y="15"/>
                </a:lnTo>
                <a:close/>
              </a:path>
              <a:path w="471" h="15">
                <a:moveTo>
                  <a:pt x="412" y="8"/>
                </a:moveTo>
                <a:cubicBezTo>
                  <a:pt x="412" y="5"/>
                  <a:pt x="412" y="3"/>
                  <a:pt x="413" y="2"/>
                </a:cubicBezTo>
                <a:cubicBezTo>
                  <a:pt x="415" y="1"/>
                  <a:pt x="416" y="0"/>
                  <a:pt x="418" y="0"/>
                </a:cubicBezTo>
                <a:cubicBezTo>
                  <a:pt x="419" y="0"/>
                  <a:pt x="420" y="0"/>
                  <a:pt x="421" y="1"/>
                </a:cubicBezTo>
                <a:cubicBezTo>
                  <a:pt x="422" y="2"/>
                  <a:pt x="423" y="3"/>
                  <a:pt x="423" y="4"/>
                </a:cubicBezTo>
                <a:cubicBezTo>
                  <a:pt x="424" y="5"/>
                  <a:pt x="424" y="6"/>
                  <a:pt x="424" y="8"/>
                </a:cubicBezTo>
                <a:cubicBezTo>
                  <a:pt x="424" y="9"/>
                  <a:pt x="424" y="10"/>
                  <a:pt x="423" y="11"/>
                </a:cubicBezTo>
                <a:cubicBezTo>
                  <a:pt x="422" y="13"/>
                  <a:pt x="422" y="13"/>
                  <a:pt x="421" y="14"/>
                </a:cubicBezTo>
                <a:cubicBezTo>
                  <a:pt x="420" y="15"/>
                  <a:pt x="419" y="15"/>
                  <a:pt x="418" y="15"/>
                </a:cubicBezTo>
                <a:cubicBezTo>
                  <a:pt x="417" y="15"/>
                  <a:pt x="416" y="15"/>
                  <a:pt x="415" y="14"/>
                </a:cubicBezTo>
                <a:cubicBezTo>
                  <a:pt x="414" y="13"/>
                  <a:pt x="413" y="12"/>
                  <a:pt x="413" y="11"/>
                </a:cubicBezTo>
                <a:cubicBezTo>
                  <a:pt x="412" y="10"/>
                  <a:pt x="412" y="9"/>
                  <a:pt x="412" y="8"/>
                </a:cubicBezTo>
                <a:close/>
                <a:moveTo>
                  <a:pt x="414" y="8"/>
                </a:moveTo>
                <a:cubicBezTo>
                  <a:pt x="414" y="9"/>
                  <a:pt x="414" y="11"/>
                  <a:pt x="415" y="12"/>
                </a:cubicBezTo>
                <a:cubicBezTo>
                  <a:pt x="416" y="13"/>
                  <a:pt x="417" y="13"/>
                  <a:pt x="418" y="13"/>
                </a:cubicBezTo>
                <a:cubicBezTo>
                  <a:pt x="419" y="13"/>
                  <a:pt x="420" y="13"/>
                  <a:pt x="421" y="12"/>
                </a:cubicBezTo>
                <a:cubicBezTo>
                  <a:pt x="422" y="11"/>
                  <a:pt x="422" y="9"/>
                  <a:pt x="422" y="7"/>
                </a:cubicBezTo>
                <a:cubicBezTo>
                  <a:pt x="422" y="6"/>
                  <a:pt x="422" y="5"/>
                  <a:pt x="422" y="4"/>
                </a:cubicBezTo>
                <a:cubicBezTo>
                  <a:pt x="421" y="4"/>
                  <a:pt x="421" y="3"/>
                  <a:pt x="420" y="2"/>
                </a:cubicBezTo>
                <a:cubicBezTo>
                  <a:pt x="419" y="2"/>
                  <a:pt x="419" y="2"/>
                  <a:pt x="418" y="2"/>
                </a:cubicBezTo>
                <a:cubicBezTo>
                  <a:pt x="417" y="2"/>
                  <a:pt x="416" y="2"/>
                  <a:pt x="415" y="3"/>
                </a:cubicBezTo>
                <a:cubicBezTo>
                  <a:pt x="414" y="4"/>
                  <a:pt x="414" y="6"/>
                  <a:pt x="414" y="8"/>
                </a:cubicBezTo>
                <a:close/>
              </a:path>
              <a:path w="471" h="15">
                <a:moveTo>
                  <a:pt x="425" y="15"/>
                </a:moveTo>
                <a:lnTo>
                  <a:pt x="425" y="0"/>
                </a:lnTo>
                <a:lnTo>
                  <a:pt x="427" y="0"/>
                </a:lnTo>
                <a:lnTo>
                  <a:pt x="427" y="13"/>
                </a:lnTo>
                <a:lnTo>
                  <a:pt x="433" y="13"/>
                </a:lnTo>
                <a:lnTo>
                  <a:pt x="433" y="15"/>
                </a:lnTo>
                <a:lnTo>
                  <a:pt x="425" y="15"/>
                </a:lnTo>
                <a:close/>
              </a:path>
              <a:path w="471" h="15">
                <a:moveTo>
                  <a:pt x="434" y="8"/>
                </a:moveTo>
                <a:cubicBezTo>
                  <a:pt x="434" y="5"/>
                  <a:pt x="435" y="3"/>
                  <a:pt x="436" y="2"/>
                </a:cubicBezTo>
                <a:cubicBezTo>
                  <a:pt x="437" y="1"/>
                  <a:pt x="438" y="0"/>
                  <a:pt x="440" y="0"/>
                </a:cubicBezTo>
                <a:cubicBezTo>
                  <a:pt x="441" y="0"/>
                  <a:pt x="442" y="0"/>
                  <a:pt x="443" y="1"/>
                </a:cubicBezTo>
                <a:cubicBezTo>
                  <a:pt x="444" y="2"/>
                  <a:pt x="445" y="3"/>
                  <a:pt x="445" y="4"/>
                </a:cubicBezTo>
                <a:cubicBezTo>
                  <a:pt x="446" y="5"/>
                  <a:pt x="446" y="6"/>
                  <a:pt x="446" y="8"/>
                </a:cubicBezTo>
                <a:cubicBezTo>
                  <a:pt x="446" y="9"/>
                  <a:pt x="446" y="10"/>
                  <a:pt x="445" y="11"/>
                </a:cubicBezTo>
                <a:cubicBezTo>
                  <a:pt x="445" y="13"/>
                  <a:pt x="444" y="13"/>
                  <a:pt x="443" y="14"/>
                </a:cubicBezTo>
                <a:cubicBezTo>
                  <a:pt x="442" y="15"/>
                  <a:pt x="441" y="15"/>
                  <a:pt x="440" y="15"/>
                </a:cubicBezTo>
                <a:cubicBezTo>
                  <a:pt x="439" y="15"/>
                  <a:pt x="438" y="15"/>
                  <a:pt x="437" y="14"/>
                </a:cubicBezTo>
                <a:cubicBezTo>
                  <a:pt x="436" y="13"/>
                  <a:pt x="435" y="12"/>
                  <a:pt x="435" y="11"/>
                </a:cubicBezTo>
                <a:cubicBezTo>
                  <a:pt x="434" y="10"/>
                  <a:pt x="434" y="9"/>
                  <a:pt x="434" y="8"/>
                </a:cubicBezTo>
                <a:close/>
                <a:moveTo>
                  <a:pt x="436" y="8"/>
                </a:moveTo>
                <a:cubicBezTo>
                  <a:pt x="436" y="9"/>
                  <a:pt x="436" y="11"/>
                  <a:pt x="437" y="12"/>
                </a:cubicBezTo>
                <a:cubicBezTo>
                  <a:pt x="438" y="13"/>
                  <a:pt x="439" y="13"/>
                  <a:pt x="440" y="13"/>
                </a:cubicBezTo>
                <a:cubicBezTo>
                  <a:pt x="441" y="13"/>
                  <a:pt x="442" y="13"/>
                  <a:pt x="443" y="12"/>
                </a:cubicBezTo>
                <a:cubicBezTo>
                  <a:pt x="444" y="11"/>
                  <a:pt x="444" y="9"/>
                  <a:pt x="444" y="7"/>
                </a:cubicBezTo>
                <a:cubicBezTo>
                  <a:pt x="444" y="6"/>
                  <a:pt x="444" y="5"/>
                  <a:pt x="444" y="4"/>
                </a:cubicBezTo>
                <a:cubicBezTo>
                  <a:pt x="444" y="4"/>
                  <a:pt x="443" y="3"/>
                  <a:pt x="442" y="2"/>
                </a:cubicBezTo>
                <a:cubicBezTo>
                  <a:pt x="442" y="2"/>
                  <a:pt x="441" y="2"/>
                  <a:pt x="440" y="2"/>
                </a:cubicBezTo>
                <a:cubicBezTo>
                  <a:pt x="439" y="2"/>
                  <a:pt x="438" y="2"/>
                  <a:pt x="437" y="3"/>
                </a:cubicBezTo>
                <a:cubicBezTo>
                  <a:pt x="436" y="4"/>
                  <a:pt x="436" y="6"/>
                  <a:pt x="436" y="8"/>
                </a:cubicBezTo>
                <a:close/>
              </a:path>
              <a:path w="471" h="15">
                <a:moveTo>
                  <a:pt x="454" y="9"/>
                </a:moveTo>
                <a:lnTo>
                  <a:pt x="454" y="7"/>
                </a:lnTo>
                <a:lnTo>
                  <a:pt x="459" y="7"/>
                </a:lnTo>
                <a:lnTo>
                  <a:pt x="459" y="13"/>
                </a:lnTo>
                <a:cubicBezTo>
                  <a:pt x="458" y="13"/>
                  <a:pt x="457" y="14"/>
                  <a:pt x="456" y="14"/>
                </a:cubicBezTo>
                <a:cubicBezTo>
                  <a:pt x="456" y="15"/>
                  <a:pt x="455" y="15"/>
                  <a:pt x="454" y="15"/>
                </a:cubicBezTo>
                <a:cubicBezTo>
                  <a:pt x="453" y="15"/>
                  <a:pt x="451" y="15"/>
                  <a:pt x="450" y="14"/>
                </a:cubicBezTo>
                <a:cubicBezTo>
                  <a:pt x="449" y="13"/>
                  <a:pt x="449" y="13"/>
                  <a:pt x="448" y="11"/>
                </a:cubicBezTo>
                <a:cubicBezTo>
                  <a:pt x="448" y="10"/>
                  <a:pt x="447" y="9"/>
                  <a:pt x="447" y="8"/>
                </a:cubicBezTo>
                <a:cubicBezTo>
                  <a:pt x="447" y="6"/>
                  <a:pt x="448" y="5"/>
                  <a:pt x="448" y="4"/>
                </a:cubicBezTo>
                <a:cubicBezTo>
                  <a:pt x="449" y="2"/>
                  <a:pt x="449" y="2"/>
                  <a:pt x="450" y="1"/>
                </a:cubicBezTo>
                <a:cubicBezTo>
                  <a:pt x="451" y="0"/>
                  <a:pt x="452" y="0"/>
                  <a:pt x="454" y="0"/>
                </a:cubicBezTo>
                <a:cubicBezTo>
                  <a:pt x="455" y="0"/>
                  <a:pt x="455" y="0"/>
                  <a:pt x="456" y="1"/>
                </a:cubicBezTo>
                <a:cubicBezTo>
                  <a:pt x="457" y="1"/>
                  <a:pt x="457" y="1"/>
                  <a:pt x="458" y="2"/>
                </a:cubicBezTo>
                <a:cubicBezTo>
                  <a:pt x="458" y="3"/>
                  <a:pt x="459" y="3"/>
                  <a:pt x="459" y="4"/>
                </a:cubicBezTo>
                <a:lnTo>
                  <a:pt x="457" y="5"/>
                </a:lnTo>
                <a:cubicBezTo>
                  <a:pt x="457" y="4"/>
                  <a:pt x="457" y="3"/>
                  <a:pt x="457" y="3"/>
                </a:cubicBezTo>
                <a:cubicBezTo>
                  <a:pt x="456" y="3"/>
                  <a:pt x="456" y="2"/>
                  <a:pt x="455" y="2"/>
                </a:cubicBezTo>
                <a:cubicBezTo>
                  <a:pt x="455" y="2"/>
                  <a:pt x="454" y="2"/>
                  <a:pt x="454" y="2"/>
                </a:cubicBezTo>
                <a:cubicBezTo>
                  <a:pt x="453" y="2"/>
                  <a:pt x="452" y="2"/>
                  <a:pt x="452" y="2"/>
                </a:cubicBezTo>
                <a:cubicBezTo>
                  <a:pt x="451" y="2"/>
                  <a:pt x="451" y="3"/>
                  <a:pt x="450" y="3"/>
                </a:cubicBezTo>
                <a:cubicBezTo>
                  <a:pt x="450" y="4"/>
                  <a:pt x="450" y="4"/>
                  <a:pt x="450" y="5"/>
                </a:cubicBezTo>
                <a:cubicBezTo>
                  <a:pt x="449" y="5"/>
                  <a:pt x="449" y="6"/>
                  <a:pt x="449" y="7"/>
                </a:cubicBezTo>
                <a:cubicBezTo>
                  <a:pt x="449" y="9"/>
                  <a:pt x="449" y="10"/>
                  <a:pt x="450" y="11"/>
                </a:cubicBezTo>
                <a:cubicBezTo>
                  <a:pt x="450" y="12"/>
                  <a:pt x="451" y="12"/>
                  <a:pt x="451" y="13"/>
                </a:cubicBezTo>
                <a:cubicBezTo>
                  <a:pt x="452" y="13"/>
                  <a:pt x="453" y="13"/>
                  <a:pt x="454" y="13"/>
                </a:cubicBezTo>
                <a:cubicBezTo>
                  <a:pt x="454" y="13"/>
                  <a:pt x="455" y="13"/>
                  <a:pt x="456" y="13"/>
                </a:cubicBezTo>
                <a:cubicBezTo>
                  <a:pt x="456" y="12"/>
                  <a:pt x="457" y="12"/>
                  <a:pt x="457" y="12"/>
                </a:cubicBezTo>
                <a:lnTo>
                  <a:pt x="457" y="9"/>
                </a:lnTo>
                <a:lnTo>
                  <a:pt x="454" y="9"/>
                </a:lnTo>
                <a:close/>
              </a:path>
              <a:path w="471" h="15">
                <a:moveTo>
                  <a:pt x="464" y="15"/>
                </a:moveTo>
                <a:lnTo>
                  <a:pt x="464" y="9"/>
                </a:lnTo>
                <a:lnTo>
                  <a:pt x="460" y="0"/>
                </a:lnTo>
                <a:lnTo>
                  <a:pt x="462" y="0"/>
                </a:lnTo>
                <a:lnTo>
                  <a:pt x="464" y="5"/>
                </a:lnTo>
                <a:cubicBezTo>
                  <a:pt x="465" y="5"/>
                  <a:pt x="465" y="6"/>
                  <a:pt x="465" y="7"/>
                </a:cubicBezTo>
                <a:cubicBezTo>
                  <a:pt x="466" y="6"/>
                  <a:pt x="466" y="5"/>
                  <a:pt x="467" y="5"/>
                </a:cubicBezTo>
                <a:lnTo>
                  <a:pt x="469" y="0"/>
                </a:lnTo>
                <a:lnTo>
                  <a:pt x="471" y="0"/>
                </a:lnTo>
                <a:lnTo>
                  <a:pt x="466" y="9"/>
                </a:lnTo>
                <a:lnTo>
                  <a:pt x="466" y="15"/>
                </a:lnTo>
                <a:lnTo>
                  <a:pt x="464" y="1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pic>
        <p:nvPicPr>
          <p:cNvPr id="20" name="图片 2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3251" y="124632"/>
            <a:ext cx="627347" cy="471145"/>
          </a:xfrm>
          <a:prstGeom prst="rect">
            <a:avLst/>
          </a:prstGeom>
          <a:ln>
            <a:noFill/>
          </a:ln>
        </p:spPr>
      </p:pic>
      <p:sp>
        <p:nvSpPr>
          <p:cNvPr id="21" name="分隔线"/>
          <p:cNvSpPr/>
          <p:nvPr/>
        </p:nvSpPr>
        <p:spPr>
          <a:xfrm>
            <a:off x="457200" y="896112"/>
            <a:ext cx="11228832" cy="36576"/>
          </a:xfrm>
          <a:prstGeom prst="rect">
            <a:avLst/>
          </a:prstGeom>
          <a:solidFill>
            <a:srgbClr val="00A4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关键信息条"/>
          <p:cNvSpPr/>
          <p:nvPr/>
        </p:nvSpPr>
        <p:spPr>
          <a:xfrm>
            <a:off x="502920" y="1024128"/>
            <a:ext cx="11183112" cy="45720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关键信息"/>
          <p:cNvSpPr txBox="1"/>
          <p:nvPr/>
        </p:nvSpPr>
        <p:spPr>
          <a:xfrm>
            <a:off x="685800" y="1024128"/>
            <a:ext cx="10817352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600" b="1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现有数据适用于描述性和初步验证；动态病程建模需要更明确的时间信息。</a:t>
            </a:r>
            <a:endParaRPr lang="zh-CN" altLang="en-US" sz="1600" b="1" i="0">
              <a:solidFill>
                <a:srgbClr val="1137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结论框"/>
          <p:cNvSpPr/>
          <p:nvPr/>
        </p:nvSpPr>
        <p:spPr>
          <a:xfrm>
            <a:off x="502920" y="5870448"/>
            <a:ext cx="11183112" cy="420624"/>
          </a:xfrm>
          <a:prstGeom prst="rect">
            <a:avLst/>
          </a:prstGeom>
          <a:solidFill>
            <a:srgbClr val="FCEF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结论"/>
          <p:cNvSpPr txBox="1"/>
          <p:nvPr/>
        </p:nvSpPr>
        <p:spPr>
          <a:xfrm>
            <a:off x="685800" y="5870448"/>
            <a:ext cx="10817352" cy="420624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500" b="1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请院方补充：</a:t>
            </a:r>
            <a:r>
              <a:rPr lang="zh-CN" altLang="en-US" sz="1500" b="0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真实入出院时间、首次转重时间，以及体征 / 护理的多次观测与时间戳。</a:t>
            </a:r>
            <a:endParaRPr lang="zh-CN" altLang="en-US" sz="1500" b="0" i="0">
              <a:solidFill>
                <a:srgbClr val="1137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页脚"/>
          <p:cNvSpPr txBox="1"/>
          <p:nvPr/>
        </p:nvSpPr>
        <p:spPr>
          <a:xfrm>
            <a:off x="502920" y="6455664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050" b="0" i="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老年流感多中心数据对齐与研究协作汇报</a:t>
            </a:r>
            <a:endParaRPr lang="zh-CN" altLang="en-US" sz="1050" b="0" i="0">
              <a:solidFill>
                <a:srgbClr val="646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页码"/>
          <p:cNvSpPr txBox="1"/>
          <p:nvPr/>
        </p:nvSpPr>
        <p:spPr>
          <a:xfrm>
            <a:off x="10680192" y="6455664"/>
            <a:ext cx="100584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fld id="{12AC3F41-C9F4-485C-82F0-9DE9027F4CE6}" type="slidenum">
              <a:rPr lang="zh-CN" sz="105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fld>
            <a:endParaRPr lang="zh-CN" sz="1050">
              <a:solidFill>
                <a:srgbClr val="646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502920" y="1645920"/>
            <a:ext cx="6675120" cy="4069080"/>
          </a:xfrm>
          <a:prstGeom prst="rect">
            <a:avLst/>
          </a:prstGeom>
          <a:solidFill>
            <a:srgbClr val="FFFFFF"/>
          </a:solidFill>
          <a:ln w="9525">
            <a:solidFill>
              <a:srgbClr val="CDDAE8"/>
            </a:solidFill>
          </a:ln>
          <a:effectLst>
            <a:outerShdw blurRad="63500" dist="19050" dir="5400000" algn="t" rotWithShape="0">
              <a:srgbClr val="1F3B66">
                <a:alpha val="16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1700784"/>
            <a:ext cx="6309359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500" b="1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同一位病人住院前 5 天的心率记录（示意）</a:t>
            </a:r>
            <a:endParaRPr lang="zh-CN" altLang="en-US" sz="1500" b="1" i="0">
              <a:solidFill>
                <a:srgbClr val="1137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85800" y="2249424"/>
            <a:ext cx="1920240" cy="329184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理想</a:t>
            </a:r>
            <a:endParaRPr lang="zh-CN" altLang="en-US" sz="1400" b="1" i="0">
              <a:solidFill>
                <a:srgbClr val="1137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85800" y="2578608"/>
            <a:ext cx="196596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0" i="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逐次测量，真实测量时间</a:t>
            </a:r>
            <a:endParaRPr lang="zh-CN" altLang="en-US" sz="1100" b="0" i="0">
              <a:solidFill>
                <a:srgbClr val="646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32" name="Connector 31"/>
          <p:cNvCxnSpPr/>
          <p:nvPr/>
        </p:nvCxnSpPr>
        <p:spPr>
          <a:xfrm>
            <a:off x="2606040" y="2578608"/>
            <a:ext cx="4343400" cy="0"/>
          </a:xfrm>
          <a:prstGeom prst="line">
            <a:avLst/>
          </a:prstGeom>
          <a:ln w="12700">
            <a:solidFill>
              <a:srgbClr val="CDDAE8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2606040" y="2505456"/>
            <a:ext cx="0" cy="146304"/>
          </a:xfrm>
          <a:prstGeom prst="line">
            <a:avLst/>
          </a:prstGeom>
          <a:ln w="12700">
            <a:solidFill>
              <a:srgbClr val="CDDAE8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3474720" y="2505456"/>
            <a:ext cx="0" cy="146304"/>
          </a:xfrm>
          <a:prstGeom prst="line">
            <a:avLst/>
          </a:prstGeom>
          <a:ln w="12700">
            <a:solidFill>
              <a:srgbClr val="CDDAE8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4343400" y="2505456"/>
            <a:ext cx="0" cy="146304"/>
          </a:xfrm>
          <a:prstGeom prst="line">
            <a:avLst/>
          </a:prstGeom>
          <a:ln w="12700">
            <a:solidFill>
              <a:srgbClr val="CDDAE8"/>
            </a:solidFill>
          </a:ln>
        </p:spPr>
      </p:cxnSp>
      <p:cxnSp>
        <p:nvCxnSpPr>
          <p:cNvPr id="36" name="Connector 35"/>
          <p:cNvCxnSpPr/>
          <p:nvPr/>
        </p:nvCxnSpPr>
        <p:spPr>
          <a:xfrm>
            <a:off x="5212079" y="2505456"/>
            <a:ext cx="0" cy="146304"/>
          </a:xfrm>
          <a:prstGeom prst="line">
            <a:avLst/>
          </a:prstGeom>
          <a:ln w="12700">
            <a:solidFill>
              <a:srgbClr val="CDDAE8"/>
            </a:solidFill>
          </a:ln>
        </p:spPr>
      </p:cxnSp>
      <p:cxnSp>
        <p:nvCxnSpPr>
          <p:cNvPr id="37" name="Connector 36"/>
          <p:cNvCxnSpPr/>
          <p:nvPr/>
        </p:nvCxnSpPr>
        <p:spPr>
          <a:xfrm>
            <a:off x="6080760" y="2505456"/>
            <a:ext cx="0" cy="146304"/>
          </a:xfrm>
          <a:prstGeom prst="line">
            <a:avLst/>
          </a:prstGeom>
          <a:ln w="12700">
            <a:solidFill>
              <a:srgbClr val="CDDAE8"/>
            </a:solidFill>
          </a:ln>
        </p:spPr>
      </p:cxnSp>
      <p:cxnSp>
        <p:nvCxnSpPr>
          <p:cNvPr id="38" name="Connector 37"/>
          <p:cNvCxnSpPr/>
          <p:nvPr/>
        </p:nvCxnSpPr>
        <p:spPr>
          <a:xfrm>
            <a:off x="6949440" y="2505456"/>
            <a:ext cx="0" cy="146304"/>
          </a:xfrm>
          <a:prstGeom prst="line">
            <a:avLst/>
          </a:prstGeom>
          <a:ln w="12700">
            <a:solidFill>
              <a:srgbClr val="CDDAE8"/>
            </a:solidFill>
          </a:ln>
        </p:spPr>
      </p:cxnSp>
      <p:sp>
        <p:nvSpPr>
          <p:cNvPr id="39" name="TextBox 38"/>
          <p:cNvSpPr txBox="1"/>
          <p:nvPr/>
        </p:nvSpPr>
        <p:spPr>
          <a:xfrm>
            <a:off x="685800" y="3090672"/>
            <a:ext cx="1920240" cy="329184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类似 GAM</a:t>
            </a:r>
            <a:endParaRPr lang="zh-CN" altLang="en-US" sz="1400" b="1" i="0">
              <a:solidFill>
                <a:srgbClr val="1137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685800" y="3419856"/>
            <a:ext cx="196596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0" i="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每天 1–3 次，病历书写时间</a:t>
            </a:r>
            <a:endParaRPr lang="zh-CN" altLang="en-US" sz="1100" b="0" i="0">
              <a:solidFill>
                <a:srgbClr val="646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41" name="Connector 40"/>
          <p:cNvCxnSpPr/>
          <p:nvPr/>
        </p:nvCxnSpPr>
        <p:spPr>
          <a:xfrm>
            <a:off x="2606040" y="3419856"/>
            <a:ext cx="4343400" cy="0"/>
          </a:xfrm>
          <a:prstGeom prst="line">
            <a:avLst/>
          </a:prstGeom>
          <a:ln w="12700">
            <a:solidFill>
              <a:srgbClr val="CDDAE8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2606040" y="3346704"/>
            <a:ext cx="0" cy="146304"/>
          </a:xfrm>
          <a:prstGeom prst="line">
            <a:avLst/>
          </a:prstGeom>
          <a:ln w="12700">
            <a:solidFill>
              <a:srgbClr val="CDDAE8"/>
            </a:solidFill>
          </a:ln>
        </p:spPr>
      </p:cxnSp>
      <p:cxnSp>
        <p:nvCxnSpPr>
          <p:cNvPr id="43" name="Connector 42"/>
          <p:cNvCxnSpPr/>
          <p:nvPr/>
        </p:nvCxnSpPr>
        <p:spPr>
          <a:xfrm>
            <a:off x="3474720" y="3346704"/>
            <a:ext cx="0" cy="146304"/>
          </a:xfrm>
          <a:prstGeom prst="line">
            <a:avLst/>
          </a:prstGeom>
          <a:ln w="12700">
            <a:solidFill>
              <a:srgbClr val="CDDAE8"/>
            </a:solidFill>
          </a:ln>
        </p:spPr>
      </p:cxnSp>
      <p:cxnSp>
        <p:nvCxnSpPr>
          <p:cNvPr id="44" name="Connector 43"/>
          <p:cNvCxnSpPr/>
          <p:nvPr/>
        </p:nvCxnSpPr>
        <p:spPr>
          <a:xfrm>
            <a:off x="4343400" y="3346704"/>
            <a:ext cx="0" cy="146304"/>
          </a:xfrm>
          <a:prstGeom prst="line">
            <a:avLst/>
          </a:prstGeom>
          <a:ln w="12700">
            <a:solidFill>
              <a:srgbClr val="CDDAE8"/>
            </a:solidFill>
          </a:ln>
        </p:spPr>
      </p:cxnSp>
      <p:cxnSp>
        <p:nvCxnSpPr>
          <p:cNvPr id="45" name="Connector 44"/>
          <p:cNvCxnSpPr/>
          <p:nvPr/>
        </p:nvCxnSpPr>
        <p:spPr>
          <a:xfrm>
            <a:off x="5212079" y="3346704"/>
            <a:ext cx="0" cy="146304"/>
          </a:xfrm>
          <a:prstGeom prst="line">
            <a:avLst/>
          </a:prstGeom>
          <a:ln w="12700">
            <a:solidFill>
              <a:srgbClr val="CDDAE8"/>
            </a:solidFill>
          </a:ln>
        </p:spPr>
      </p:cxnSp>
      <p:cxnSp>
        <p:nvCxnSpPr>
          <p:cNvPr id="46" name="Connector 45"/>
          <p:cNvCxnSpPr/>
          <p:nvPr/>
        </p:nvCxnSpPr>
        <p:spPr>
          <a:xfrm>
            <a:off x="6080760" y="3346704"/>
            <a:ext cx="0" cy="146304"/>
          </a:xfrm>
          <a:prstGeom prst="line">
            <a:avLst/>
          </a:prstGeom>
          <a:ln w="12700">
            <a:solidFill>
              <a:srgbClr val="CDDAE8"/>
            </a:solidFill>
          </a:ln>
        </p:spPr>
      </p:cxnSp>
      <p:cxnSp>
        <p:nvCxnSpPr>
          <p:cNvPr id="47" name="Connector 46"/>
          <p:cNvCxnSpPr/>
          <p:nvPr/>
        </p:nvCxnSpPr>
        <p:spPr>
          <a:xfrm>
            <a:off x="6949440" y="3346704"/>
            <a:ext cx="0" cy="146304"/>
          </a:xfrm>
          <a:prstGeom prst="line">
            <a:avLst/>
          </a:prstGeom>
          <a:ln w="12700">
            <a:solidFill>
              <a:srgbClr val="CDDAE8"/>
            </a:solidFill>
          </a:ln>
        </p:spPr>
      </p:cxnSp>
      <p:sp>
        <p:nvSpPr>
          <p:cNvPr id="48" name="TextBox 47"/>
          <p:cNvSpPr txBox="1"/>
          <p:nvPr/>
        </p:nvSpPr>
        <p:spPr>
          <a:xfrm>
            <a:off x="685800" y="3931920"/>
            <a:ext cx="1920240" cy="329184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类似 GD</a:t>
            </a:r>
            <a:endParaRPr lang="zh-CN" altLang="en-US" sz="1400" b="1" i="0">
              <a:solidFill>
                <a:srgbClr val="1137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685800" y="4261104"/>
            <a:ext cx="196596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0" i="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每次住院 1–2 次，部分仅日期</a:t>
            </a:r>
            <a:endParaRPr lang="zh-CN" altLang="en-US" sz="1100" b="0" i="0">
              <a:solidFill>
                <a:srgbClr val="646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50" name="Connector 49"/>
          <p:cNvCxnSpPr/>
          <p:nvPr/>
        </p:nvCxnSpPr>
        <p:spPr>
          <a:xfrm>
            <a:off x="2606040" y="4261104"/>
            <a:ext cx="4343400" cy="0"/>
          </a:xfrm>
          <a:prstGeom prst="line">
            <a:avLst/>
          </a:prstGeom>
          <a:ln w="12700">
            <a:solidFill>
              <a:srgbClr val="CDDAE8"/>
            </a:solidFill>
          </a:ln>
        </p:spPr>
      </p:cxnSp>
      <p:cxnSp>
        <p:nvCxnSpPr>
          <p:cNvPr id="51" name="Connector 50"/>
          <p:cNvCxnSpPr/>
          <p:nvPr/>
        </p:nvCxnSpPr>
        <p:spPr>
          <a:xfrm>
            <a:off x="2606040" y="4187952"/>
            <a:ext cx="0" cy="146304"/>
          </a:xfrm>
          <a:prstGeom prst="line">
            <a:avLst/>
          </a:prstGeom>
          <a:ln w="12700">
            <a:solidFill>
              <a:srgbClr val="CDDAE8"/>
            </a:solidFill>
          </a:ln>
        </p:spPr>
      </p:cxnSp>
      <p:cxnSp>
        <p:nvCxnSpPr>
          <p:cNvPr id="52" name="Connector 51"/>
          <p:cNvCxnSpPr/>
          <p:nvPr/>
        </p:nvCxnSpPr>
        <p:spPr>
          <a:xfrm>
            <a:off x="3474720" y="4187952"/>
            <a:ext cx="0" cy="146304"/>
          </a:xfrm>
          <a:prstGeom prst="line">
            <a:avLst/>
          </a:prstGeom>
          <a:ln w="12700">
            <a:solidFill>
              <a:srgbClr val="CDDAE8"/>
            </a:solidFill>
          </a:ln>
        </p:spPr>
      </p:cxnSp>
      <p:cxnSp>
        <p:nvCxnSpPr>
          <p:cNvPr id="53" name="Connector 52"/>
          <p:cNvCxnSpPr/>
          <p:nvPr/>
        </p:nvCxnSpPr>
        <p:spPr>
          <a:xfrm>
            <a:off x="4343400" y="4187952"/>
            <a:ext cx="0" cy="146304"/>
          </a:xfrm>
          <a:prstGeom prst="line">
            <a:avLst/>
          </a:prstGeom>
          <a:ln w="12700">
            <a:solidFill>
              <a:srgbClr val="CDDAE8"/>
            </a:solidFill>
          </a:ln>
        </p:spPr>
      </p:cxnSp>
      <p:cxnSp>
        <p:nvCxnSpPr>
          <p:cNvPr id="54" name="Connector 53"/>
          <p:cNvCxnSpPr/>
          <p:nvPr/>
        </p:nvCxnSpPr>
        <p:spPr>
          <a:xfrm>
            <a:off x="5212079" y="4187952"/>
            <a:ext cx="0" cy="146304"/>
          </a:xfrm>
          <a:prstGeom prst="line">
            <a:avLst/>
          </a:prstGeom>
          <a:ln w="12700">
            <a:solidFill>
              <a:srgbClr val="CDDAE8"/>
            </a:solidFill>
          </a:ln>
        </p:spPr>
      </p:cxnSp>
      <p:cxnSp>
        <p:nvCxnSpPr>
          <p:cNvPr id="55" name="Connector 54"/>
          <p:cNvCxnSpPr/>
          <p:nvPr/>
        </p:nvCxnSpPr>
        <p:spPr>
          <a:xfrm>
            <a:off x="6080760" y="4187952"/>
            <a:ext cx="0" cy="146304"/>
          </a:xfrm>
          <a:prstGeom prst="line">
            <a:avLst/>
          </a:prstGeom>
          <a:ln w="12700">
            <a:solidFill>
              <a:srgbClr val="CDDAE8"/>
            </a:solidFill>
          </a:ln>
        </p:spPr>
      </p:cxnSp>
      <p:cxnSp>
        <p:nvCxnSpPr>
          <p:cNvPr id="56" name="Connector 55"/>
          <p:cNvCxnSpPr/>
          <p:nvPr/>
        </p:nvCxnSpPr>
        <p:spPr>
          <a:xfrm>
            <a:off x="6949440" y="4187952"/>
            <a:ext cx="0" cy="146304"/>
          </a:xfrm>
          <a:prstGeom prst="line">
            <a:avLst/>
          </a:prstGeom>
          <a:ln w="12700">
            <a:solidFill>
              <a:srgbClr val="CDDAE8"/>
            </a:solidFill>
          </a:ln>
        </p:spPr>
      </p:cxnSp>
      <p:sp>
        <p:nvSpPr>
          <p:cNvPr id="57" name="Oval 56"/>
          <p:cNvSpPr/>
          <p:nvPr/>
        </p:nvSpPr>
        <p:spPr>
          <a:xfrm>
            <a:off x="2637282" y="2537460"/>
            <a:ext cx="82296" cy="82296"/>
          </a:xfrm>
          <a:prstGeom prst="ellipse">
            <a:avLst/>
          </a:prstGeom>
          <a:solidFill>
            <a:srgbClr val="4075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2782062" y="2537460"/>
            <a:ext cx="82296" cy="82296"/>
          </a:xfrm>
          <a:prstGeom prst="ellipse">
            <a:avLst/>
          </a:prstGeom>
          <a:solidFill>
            <a:srgbClr val="4075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2926842" y="2537460"/>
            <a:ext cx="82296" cy="82296"/>
          </a:xfrm>
          <a:prstGeom prst="ellipse">
            <a:avLst/>
          </a:prstGeom>
          <a:solidFill>
            <a:srgbClr val="4075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3071622" y="2537460"/>
            <a:ext cx="82296" cy="82296"/>
          </a:xfrm>
          <a:prstGeom prst="ellipse">
            <a:avLst/>
          </a:prstGeom>
          <a:solidFill>
            <a:srgbClr val="4075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3216402" y="2537460"/>
            <a:ext cx="82296" cy="82296"/>
          </a:xfrm>
          <a:prstGeom prst="ellipse">
            <a:avLst/>
          </a:prstGeom>
          <a:solidFill>
            <a:srgbClr val="4075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3361182" y="2537460"/>
            <a:ext cx="82296" cy="82296"/>
          </a:xfrm>
          <a:prstGeom prst="ellipse">
            <a:avLst/>
          </a:prstGeom>
          <a:solidFill>
            <a:srgbClr val="4075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3505962" y="2537460"/>
            <a:ext cx="82296" cy="82296"/>
          </a:xfrm>
          <a:prstGeom prst="ellipse">
            <a:avLst/>
          </a:prstGeom>
          <a:solidFill>
            <a:srgbClr val="4075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3650741" y="2537460"/>
            <a:ext cx="82296" cy="82296"/>
          </a:xfrm>
          <a:prstGeom prst="ellipse">
            <a:avLst/>
          </a:prstGeom>
          <a:solidFill>
            <a:srgbClr val="4075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3795521" y="2537460"/>
            <a:ext cx="82296" cy="82296"/>
          </a:xfrm>
          <a:prstGeom prst="ellipse">
            <a:avLst/>
          </a:prstGeom>
          <a:solidFill>
            <a:srgbClr val="4075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3940302" y="2537460"/>
            <a:ext cx="82296" cy="82296"/>
          </a:xfrm>
          <a:prstGeom prst="ellipse">
            <a:avLst/>
          </a:prstGeom>
          <a:solidFill>
            <a:srgbClr val="4075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4085082" y="2537460"/>
            <a:ext cx="82296" cy="82296"/>
          </a:xfrm>
          <a:prstGeom prst="ellipse">
            <a:avLst/>
          </a:prstGeom>
          <a:solidFill>
            <a:srgbClr val="4075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229862" y="2537460"/>
            <a:ext cx="82296" cy="82296"/>
          </a:xfrm>
          <a:prstGeom prst="ellipse">
            <a:avLst/>
          </a:prstGeom>
          <a:solidFill>
            <a:srgbClr val="4075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374642" y="2537460"/>
            <a:ext cx="82296" cy="82296"/>
          </a:xfrm>
          <a:prstGeom prst="ellipse">
            <a:avLst/>
          </a:prstGeom>
          <a:solidFill>
            <a:srgbClr val="4075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519422" y="2537460"/>
            <a:ext cx="82296" cy="82296"/>
          </a:xfrm>
          <a:prstGeom prst="ellipse">
            <a:avLst/>
          </a:prstGeom>
          <a:solidFill>
            <a:srgbClr val="4075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664202" y="2537460"/>
            <a:ext cx="82296" cy="82296"/>
          </a:xfrm>
          <a:prstGeom prst="ellipse">
            <a:avLst/>
          </a:prstGeom>
          <a:solidFill>
            <a:srgbClr val="4075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808982" y="2537460"/>
            <a:ext cx="82296" cy="82296"/>
          </a:xfrm>
          <a:prstGeom prst="ellipse">
            <a:avLst/>
          </a:prstGeom>
          <a:solidFill>
            <a:srgbClr val="4075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953762" y="2537460"/>
            <a:ext cx="82296" cy="82296"/>
          </a:xfrm>
          <a:prstGeom prst="ellipse">
            <a:avLst/>
          </a:prstGeom>
          <a:solidFill>
            <a:srgbClr val="4075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098542" y="2537460"/>
            <a:ext cx="82296" cy="82296"/>
          </a:xfrm>
          <a:prstGeom prst="ellipse">
            <a:avLst/>
          </a:prstGeom>
          <a:solidFill>
            <a:srgbClr val="4075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243322" y="2537460"/>
            <a:ext cx="82296" cy="82296"/>
          </a:xfrm>
          <a:prstGeom prst="ellipse">
            <a:avLst/>
          </a:prstGeom>
          <a:solidFill>
            <a:srgbClr val="4075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5388102" y="2537460"/>
            <a:ext cx="82296" cy="82296"/>
          </a:xfrm>
          <a:prstGeom prst="ellipse">
            <a:avLst/>
          </a:prstGeom>
          <a:solidFill>
            <a:srgbClr val="4075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5532882" y="2537460"/>
            <a:ext cx="82296" cy="82296"/>
          </a:xfrm>
          <a:prstGeom prst="ellipse">
            <a:avLst/>
          </a:prstGeom>
          <a:solidFill>
            <a:srgbClr val="4075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5677662" y="2537460"/>
            <a:ext cx="82296" cy="82296"/>
          </a:xfrm>
          <a:prstGeom prst="ellipse">
            <a:avLst/>
          </a:prstGeom>
          <a:solidFill>
            <a:srgbClr val="4075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822442" y="2537460"/>
            <a:ext cx="82296" cy="82296"/>
          </a:xfrm>
          <a:prstGeom prst="ellipse">
            <a:avLst/>
          </a:prstGeom>
          <a:solidFill>
            <a:srgbClr val="4075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5967222" y="2537460"/>
            <a:ext cx="82296" cy="82296"/>
          </a:xfrm>
          <a:prstGeom prst="ellipse">
            <a:avLst/>
          </a:prstGeom>
          <a:solidFill>
            <a:srgbClr val="4075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6112001" y="2537460"/>
            <a:ext cx="82296" cy="82296"/>
          </a:xfrm>
          <a:prstGeom prst="ellipse">
            <a:avLst/>
          </a:prstGeom>
          <a:solidFill>
            <a:srgbClr val="4075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256781" y="2537460"/>
            <a:ext cx="82296" cy="82296"/>
          </a:xfrm>
          <a:prstGeom prst="ellipse">
            <a:avLst/>
          </a:prstGeom>
          <a:solidFill>
            <a:srgbClr val="4075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6401561" y="2537460"/>
            <a:ext cx="82296" cy="82296"/>
          </a:xfrm>
          <a:prstGeom prst="ellipse">
            <a:avLst/>
          </a:prstGeom>
          <a:solidFill>
            <a:srgbClr val="4075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6546341" y="2537460"/>
            <a:ext cx="82296" cy="82296"/>
          </a:xfrm>
          <a:prstGeom prst="ellipse">
            <a:avLst/>
          </a:prstGeom>
          <a:solidFill>
            <a:srgbClr val="4075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691122" y="2537460"/>
            <a:ext cx="82296" cy="82296"/>
          </a:xfrm>
          <a:prstGeom prst="ellipse">
            <a:avLst/>
          </a:prstGeom>
          <a:solidFill>
            <a:srgbClr val="4075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835902" y="2537460"/>
            <a:ext cx="82296" cy="82296"/>
          </a:xfrm>
          <a:prstGeom prst="ellipse">
            <a:avLst/>
          </a:prstGeom>
          <a:solidFill>
            <a:srgbClr val="4075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2908554" y="3360420"/>
            <a:ext cx="118872" cy="1188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75B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3089529" y="3360420"/>
            <a:ext cx="118872" cy="1188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75B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741038" y="3360420"/>
            <a:ext cx="118872" cy="1188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75B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994404" y="3360420"/>
            <a:ext cx="118872" cy="1188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75B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4645914" y="3360420"/>
            <a:ext cx="118872" cy="1188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75B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4863083" y="3360420"/>
            <a:ext cx="118872" cy="1188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75B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5514594" y="3360420"/>
            <a:ext cx="118872" cy="1188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75B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5731763" y="3360420"/>
            <a:ext cx="118872" cy="1188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75B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383273" y="3360420"/>
            <a:ext cx="118872" cy="1188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75B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2926651" y="4201668"/>
            <a:ext cx="118872" cy="118872"/>
          </a:xfrm>
          <a:prstGeom prst="ellipse">
            <a:avLst/>
          </a:prstGeom>
          <a:solidFill>
            <a:srgbClr val="1F4E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343400" y="4123944"/>
            <a:ext cx="868680" cy="274320"/>
          </a:xfrm>
          <a:prstGeom prst="rect">
            <a:avLst/>
          </a:prstGeom>
          <a:solidFill>
            <a:srgbClr val="D6E4F5"/>
          </a:solidFill>
          <a:ln w="12700">
            <a:solidFill>
              <a:srgbClr val="4075BE"/>
            </a:solidFill>
            <a:prstDash val="dash"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050" b="1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只有日期</a:t>
            </a:r>
            <a:endParaRPr lang="zh-CN" altLang="en-US" sz="1050" b="1" i="0">
              <a:solidFill>
                <a:srgbClr val="1137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2606040" y="4572000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050" b="0" i="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 1 天</a:t>
            </a:r>
            <a:endParaRPr lang="zh-CN" altLang="en-US" sz="1050" b="0" i="0">
              <a:solidFill>
                <a:srgbClr val="646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3474720" y="4572000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050" b="0" i="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 2 天</a:t>
            </a:r>
            <a:endParaRPr lang="zh-CN" altLang="en-US" sz="1050" b="0" i="0">
              <a:solidFill>
                <a:srgbClr val="646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4343400" y="4572000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050" b="0" i="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 3 天</a:t>
            </a:r>
            <a:endParaRPr lang="zh-CN" altLang="en-US" sz="1050" b="0" i="0">
              <a:solidFill>
                <a:srgbClr val="646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5212079" y="4572000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050" b="0" i="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 4 天</a:t>
            </a:r>
            <a:endParaRPr lang="zh-CN" altLang="en-US" sz="1050" b="0" i="0">
              <a:solidFill>
                <a:srgbClr val="646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6080760" y="4572000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050" b="0" i="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 5 天</a:t>
            </a:r>
            <a:endParaRPr lang="zh-CN" altLang="en-US" sz="1050" b="0" i="0">
              <a:solidFill>
                <a:srgbClr val="646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3" name="Oval 102"/>
          <p:cNvSpPr/>
          <p:nvPr/>
        </p:nvSpPr>
        <p:spPr>
          <a:xfrm>
            <a:off x="726948" y="4960620"/>
            <a:ext cx="100584" cy="100584"/>
          </a:xfrm>
          <a:prstGeom prst="ellipse">
            <a:avLst/>
          </a:prstGeom>
          <a:solidFill>
            <a:srgbClr val="4075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86968" y="4873752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实际测量时间</a:t>
            </a:r>
            <a:endParaRPr lang="zh-CN" altLang="en-US" sz="1100" b="0" i="0">
              <a:solidFill>
                <a:srgbClr val="2731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5" name="Oval 104"/>
          <p:cNvSpPr/>
          <p:nvPr/>
        </p:nvSpPr>
        <p:spPr>
          <a:xfrm>
            <a:off x="2409444" y="4951476"/>
            <a:ext cx="118872" cy="1188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75B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2587752" y="4873752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病历书写时间</a:t>
            </a:r>
            <a:endParaRPr lang="zh-CN" altLang="en-US" sz="1100" b="0" i="0">
              <a:solidFill>
                <a:srgbClr val="2731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7" name="Rectangle 106"/>
          <p:cNvSpPr/>
          <p:nvPr/>
        </p:nvSpPr>
        <p:spPr>
          <a:xfrm>
            <a:off x="4114800" y="4928616"/>
            <a:ext cx="274320" cy="164592"/>
          </a:xfrm>
          <a:prstGeom prst="rect">
            <a:avLst/>
          </a:prstGeom>
          <a:solidFill>
            <a:srgbClr val="D6E4F5"/>
          </a:solidFill>
          <a:ln w="12700">
            <a:solidFill>
              <a:srgbClr val="4075BE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453128" y="4873752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只有日期（当天任意时刻）</a:t>
            </a:r>
            <a:endParaRPr lang="zh-CN" altLang="en-US" sz="1100" b="0" i="0">
              <a:solidFill>
                <a:srgbClr val="2731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9" name="TextBox 108"/>
          <p:cNvSpPr txBox="1"/>
          <p:nvPr/>
        </p:nvSpPr>
        <p:spPr>
          <a:xfrm>
            <a:off x="685800" y="5230368"/>
            <a:ext cx="6309359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050" b="0" i="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示意图，数值虚构。每次住院体征时间点数（中位数）：GD 2 个，GAM 7–9 个。</a:t>
            </a:r>
            <a:endParaRPr lang="zh-CN" altLang="en-US" sz="1050" b="0" i="0">
              <a:solidFill>
                <a:srgbClr val="646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0" name="Rectangle 109"/>
          <p:cNvSpPr/>
          <p:nvPr/>
        </p:nvSpPr>
        <p:spPr>
          <a:xfrm>
            <a:off x="7406640" y="1645920"/>
            <a:ext cx="4279392" cy="1938528"/>
          </a:xfrm>
          <a:prstGeom prst="rect">
            <a:avLst/>
          </a:prstGeom>
          <a:solidFill>
            <a:srgbClr val="FFFFFF"/>
          </a:solidFill>
          <a:ln w="9525">
            <a:solidFill>
              <a:srgbClr val="CDDAE8"/>
            </a:solidFill>
          </a:ln>
          <a:effectLst>
            <a:outerShdw blurRad="63500" dist="19050" dir="5400000" algn="t" rotWithShape="0">
              <a:srgbClr val="1F3B66">
                <a:alpha val="16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7406640" y="1645920"/>
            <a:ext cx="4279392" cy="384048"/>
          </a:xfrm>
          <a:prstGeom prst="rect">
            <a:avLst/>
          </a:prstGeom>
          <a:solidFill>
            <a:srgbClr val="1F4E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7543800" y="1645920"/>
            <a:ext cx="4005072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GD · 时间与观测点</a:t>
            </a:r>
            <a:endParaRPr lang="zh-CN" altLang="en-US" sz="14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3" name="TextBox 112"/>
          <p:cNvSpPr txBox="1"/>
          <p:nvPr/>
        </p:nvSpPr>
        <p:spPr>
          <a:xfrm>
            <a:off x="7552944" y="2121408"/>
            <a:ext cx="3986784" cy="14264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82880" indent="-182880"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Clr>
                <a:srgbClr val="4075BE"/>
              </a:buClr>
              <a:buFont typeface="Arial" panose="020B0604020202020204"/>
              <a:buChar char="•"/>
            </a:pPr>
            <a:r>
              <a:rPr lang="zh-CN" altLang="en-US" sz="140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尚无入出院时间：以首个有效体征时间</a:t>
            </a:r>
            <a:br>
              <a:rPr lang="zh-CN" sz="14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40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作时间零点（292/297 次），</a:t>
            </a:r>
            <a:br>
              <a:rPr lang="zh-CN" sz="14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40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不等同于真实入院时间</a:t>
            </a:r>
            <a:endParaRPr lang="zh-CN" altLang="en-US" sz="1400" b="0" i="0">
              <a:solidFill>
                <a:srgbClr val="2731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182880" indent="-18288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4075BE"/>
              </a:buClr>
              <a:buFont typeface="Arial" panose="020B0604020202020204"/>
              <a:buChar char="•"/>
            </a:pPr>
            <a:r>
              <a:rPr lang="zh-CN" altLang="en-US" sz="140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检验 6,170 条、体征 484 条只有日期；</a:t>
            </a:r>
            <a:br>
              <a:rPr lang="zh-CN" sz="14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40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保留精度标志，不推断为分钟</a:t>
            </a:r>
            <a:endParaRPr lang="zh-CN" altLang="en-US" sz="1400" b="0" i="0">
              <a:solidFill>
                <a:srgbClr val="2731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4" name="Rectangle 113"/>
          <p:cNvSpPr/>
          <p:nvPr/>
        </p:nvSpPr>
        <p:spPr>
          <a:xfrm>
            <a:off x="7406640" y="3730752"/>
            <a:ext cx="4279392" cy="1984248"/>
          </a:xfrm>
          <a:prstGeom prst="rect">
            <a:avLst/>
          </a:prstGeom>
          <a:solidFill>
            <a:srgbClr val="FFFFFF"/>
          </a:solidFill>
          <a:ln w="9525">
            <a:solidFill>
              <a:srgbClr val="CDDAE8"/>
            </a:solidFill>
          </a:ln>
          <a:effectLst>
            <a:outerShdw blurRad="63500" dist="19050" dir="5400000" algn="t" rotWithShape="0">
              <a:srgbClr val="1F3B66">
                <a:alpha val="16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7406640" y="3730752"/>
            <a:ext cx="4279392" cy="384048"/>
          </a:xfrm>
          <a:prstGeom prst="rect">
            <a:avLst/>
          </a:prstGeom>
          <a:solidFill>
            <a:srgbClr val="1F4E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7543800" y="3730752"/>
            <a:ext cx="4005072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GAM · 文本与测量时间</a:t>
            </a:r>
            <a:endParaRPr lang="zh-CN" altLang="en-US" sz="14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7" name="TextBox 116"/>
          <p:cNvSpPr txBox="1"/>
          <p:nvPr/>
        </p:nvSpPr>
        <p:spPr>
          <a:xfrm>
            <a:off x="7552944" y="4206240"/>
            <a:ext cx="3986784" cy="1444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82880" indent="-182880"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Clr>
                <a:srgbClr val="4075BE"/>
              </a:buClr>
              <a:buFont typeface="Arial" panose="020B0604020202020204"/>
              <a:buChar char="•"/>
            </a:pPr>
            <a:r>
              <a:rPr lang="zh-CN" altLang="en-US" sz="140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体征从病历文字抽取，时间为书写时间</a:t>
            </a:r>
            <a:br>
              <a:rPr lang="zh-CN" sz="14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40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（8,112 条），不是测量时间</a:t>
            </a:r>
            <a:endParaRPr lang="zh-CN" altLang="en-US" sz="1400" b="0" i="0">
              <a:solidFill>
                <a:srgbClr val="2731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182880" indent="-18288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4075BE"/>
              </a:buClr>
              <a:buFont typeface="Arial" panose="020B0604020202020204"/>
              <a:buChar char="•"/>
            </a:pPr>
            <a:r>
              <a:rPr lang="zh-CN" altLang="en-US" sz="140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写法不规范会漏抽；</a:t>
            </a:r>
            <a:br>
              <a:rPr lang="zh-CN" sz="14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40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如能提供结构化护理记录，可还原变化轨迹</a:t>
            </a:r>
            <a:endParaRPr lang="zh-CN" altLang="en-US" sz="1400" b="0" i="0">
              <a:solidFill>
                <a:srgbClr val="2731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顶部色条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F4E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标题栏"/>
          <p:cNvSpPr/>
          <p:nvPr/>
        </p:nvSpPr>
        <p:spPr>
          <a:xfrm>
            <a:off x="0" y="219456"/>
            <a:ext cx="9418320" cy="530352"/>
          </a:xfrm>
          <a:prstGeom prst="rect">
            <a:avLst/>
          </a:prstGeom>
          <a:solidFill>
            <a:srgbClr val="4075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章节标签"/>
          <p:cNvSpPr/>
          <p:nvPr/>
        </p:nvSpPr>
        <p:spPr>
          <a:xfrm>
            <a:off x="320040" y="301752"/>
            <a:ext cx="844296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 i="0">
                <a:solidFill>
                  <a:srgbClr val="1F4E9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问题四</a:t>
            </a:r>
            <a:endParaRPr lang="zh-CN" altLang="en-US" sz="1400" b="1" i="0">
              <a:solidFill>
                <a:srgbClr val="1F4E9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标题"/>
          <p:cNvSpPr txBox="1"/>
          <p:nvPr/>
        </p:nvSpPr>
        <p:spPr>
          <a:xfrm>
            <a:off x="1310640" y="219456"/>
            <a:ext cx="7970520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2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D. 文本记录的“未提及”需要独立编码</a:t>
            </a:r>
            <a:endParaRPr lang="zh-CN" altLang="en-US" sz="22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Rectangle 7"/>
          <p:cNvSpPr>
            <a:spLocks noGrp="1"/>
          </p:cNvSpPr>
          <p:nvPr/>
        </p:nvSpPr>
        <p:spPr>
          <a:xfrm>
            <a:off x="9971521" y="467514"/>
            <a:ext cx="180331" cy="6350"/>
          </a:xfrm>
          <a:prstGeom prst="rect">
            <a:avLst/>
          </a:prstGeom>
          <a:solidFill>
            <a:srgbClr val="005A9F"/>
          </a:solidFill>
          <a:ln>
            <a:noFill/>
          </a:ln>
        </p:spPr>
      </p:sp>
      <p:sp>
        <p:nvSpPr>
          <p:cNvPr id="7" name="Freeform 8"/>
          <p:cNvSpPr>
            <a:spLocks noGrp="1"/>
          </p:cNvSpPr>
          <p:nvPr/>
        </p:nvSpPr>
        <p:spPr>
          <a:xfrm>
            <a:off x="9862306" y="238926"/>
            <a:ext cx="400029" cy="256527"/>
          </a:xfrm>
          <a:custGeom>
            <a:avLst/>
            <a:gdLst/>
            <a:ahLst/>
            <a:cxnLst/>
            <a:rect l="l" t="t" r="r" b="b"/>
            <a:pathLst>
              <a:path w="259" h="165">
                <a:moveTo>
                  <a:pt x="129" y="4"/>
                </a:moveTo>
                <a:cubicBezTo>
                  <a:pt x="198" y="4"/>
                  <a:pt x="255" y="39"/>
                  <a:pt x="255" y="83"/>
                </a:cubicBezTo>
                <a:cubicBezTo>
                  <a:pt x="255" y="126"/>
                  <a:pt x="198" y="161"/>
                  <a:pt x="129" y="161"/>
                </a:cubicBezTo>
                <a:cubicBezTo>
                  <a:pt x="61" y="161"/>
                  <a:pt x="4" y="126"/>
                  <a:pt x="4" y="83"/>
                </a:cubicBezTo>
                <a:cubicBezTo>
                  <a:pt x="4" y="39"/>
                  <a:pt x="61" y="4"/>
                  <a:pt x="129" y="4"/>
                </a:cubicBezTo>
                <a:close/>
                <a:moveTo>
                  <a:pt x="129" y="0"/>
                </a:moveTo>
                <a:cubicBezTo>
                  <a:pt x="201" y="0"/>
                  <a:pt x="259" y="37"/>
                  <a:pt x="259" y="83"/>
                </a:cubicBezTo>
                <a:cubicBezTo>
                  <a:pt x="259" y="128"/>
                  <a:pt x="201" y="165"/>
                  <a:pt x="129" y="165"/>
                </a:cubicBezTo>
                <a:cubicBezTo>
                  <a:pt x="58" y="165"/>
                  <a:pt x="0" y="128"/>
                  <a:pt x="0" y="83"/>
                </a:cubicBezTo>
                <a:cubicBezTo>
                  <a:pt x="0" y="37"/>
                  <a:pt x="58" y="0"/>
                  <a:pt x="129" y="0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8" name="Freeform 9"/>
          <p:cNvSpPr>
            <a:spLocks noGrp="1"/>
          </p:cNvSpPr>
          <p:nvPr/>
        </p:nvSpPr>
        <p:spPr>
          <a:xfrm>
            <a:off x="9899134" y="238926"/>
            <a:ext cx="326373" cy="256527"/>
          </a:xfrm>
          <a:custGeom>
            <a:avLst/>
            <a:gdLst/>
            <a:ahLst/>
            <a:cxnLst/>
            <a:rect l="l" t="t" r="r" b="b"/>
            <a:pathLst>
              <a:path w="211" h="165">
                <a:moveTo>
                  <a:pt x="105" y="4"/>
                </a:moveTo>
                <a:cubicBezTo>
                  <a:pt x="161" y="4"/>
                  <a:pt x="207" y="39"/>
                  <a:pt x="207" y="83"/>
                </a:cubicBezTo>
                <a:cubicBezTo>
                  <a:pt x="207" y="126"/>
                  <a:pt x="161" y="161"/>
                  <a:pt x="105" y="161"/>
                </a:cubicBezTo>
                <a:cubicBezTo>
                  <a:pt x="50" y="161"/>
                  <a:pt x="4" y="126"/>
                  <a:pt x="4" y="83"/>
                </a:cubicBezTo>
                <a:cubicBezTo>
                  <a:pt x="4" y="39"/>
                  <a:pt x="50" y="4"/>
                  <a:pt x="105" y="4"/>
                </a:cubicBezTo>
                <a:close/>
                <a:moveTo>
                  <a:pt x="105" y="0"/>
                </a:moveTo>
                <a:cubicBezTo>
                  <a:pt x="163" y="0"/>
                  <a:pt x="211" y="37"/>
                  <a:pt x="211" y="83"/>
                </a:cubicBezTo>
                <a:cubicBezTo>
                  <a:pt x="211" y="128"/>
                  <a:pt x="163" y="165"/>
                  <a:pt x="105" y="165"/>
                </a:cubicBezTo>
                <a:cubicBezTo>
                  <a:pt x="48" y="165"/>
                  <a:pt x="0" y="128"/>
                  <a:pt x="0" y="83"/>
                </a:cubicBezTo>
                <a:cubicBezTo>
                  <a:pt x="0" y="37"/>
                  <a:pt x="48" y="0"/>
                  <a:pt x="105" y="0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9" name="Freeform 10"/>
          <p:cNvSpPr>
            <a:spLocks noGrp="1"/>
          </p:cNvSpPr>
          <p:nvPr/>
        </p:nvSpPr>
        <p:spPr>
          <a:xfrm>
            <a:off x="9777221" y="157650"/>
            <a:ext cx="568930" cy="412729"/>
          </a:xfrm>
          <a:custGeom>
            <a:avLst/>
            <a:gdLst/>
            <a:ahLst/>
            <a:cxnLst/>
            <a:rect l="l" t="t" r="r" b="b"/>
            <a:pathLst>
              <a:path w="368" h="265">
                <a:moveTo>
                  <a:pt x="184" y="0"/>
                </a:moveTo>
                <a:cubicBezTo>
                  <a:pt x="286" y="0"/>
                  <a:pt x="368" y="60"/>
                  <a:pt x="368" y="133"/>
                </a:cubicBezTo>
                <a:cubicBezTo>
                  <a:pt x="368" y="206"/>
                  <a:pt x="286" y="265"/>
                  <a:pt x="184" y="265"/>
                </a:cubicBezTo>
                <a:cubicBezTo>
                  <a:pt x="83" y="265"/>
                  <a:pt x="0" y="206"/>
                  <a:pt x="0" y="133"/>
                </a:cubicBezTo>
                <a:cubicBezTo>
                  <a:pt x="0" y="60"/>
                  <a:pt x="83" y="0"/>
                  <a:pt x="184" y="0"/>
                </a:cubicBezTo>
                <a:close/>
                <a:moveTo>
                  <a:pt x="184" y="7"/>
                </a:moveTo>
                <a:cubicBezTo>
                  <a:pt x="280" y="7"/>
                  <a:pt x="359" y="64"/>
                  <a:pt x="359" y="133"/>
                </a:cubicBezTo>
                <a:cubicBezTo>
                  <a:pt x="359" y="202"/>
                  <a:pt x="280" y="258"/>
                  <a:pt x="184" y="258"/>
                </a:cubicBezTo>
                <a:cubicBezTo>
                  <a:pt x="88" y="258"/>
                  <a:pt x="9" y="202"/>
                  <a:pt x="9" y="133"/>
                </a:cubicBezTo>
                <a:cubicBezTo>
                  <a:pt x="9" y="64"/>
                  <a:pt x="88" y="7"/>
                  <a:pt x="184" y="7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0" name="Freeform 11"/>
          <p:cNvSpPr>
            <a:spLocks noGrp="1"/>
          </p:cNvSpPr>
          <p:nvPr/>
        </p:nvSpPr>
        <p:spPr>
          <a:xfrm>
            <a:off x="10007079" y="447195"/>
            <a:ext cx="107944" cy="17779"/>
          </a:xfrm>
          <a:custGeom>
            <a:avLst/>
            <a:gdLst/>
            <a:ahLst/>
            <a:cxnLst/>
            <a:rect l="l" t="t" r="r" b="b"/>
            <a:pathLst>
              <a:path w="70" h="11">
                <a:moveTo>
                  <a:pt x="0" y="0"/>
                </a:moveTo>
                <a:lnTo>
                  <a:pt x="1" y="0"/>
                </a:lnTo>
                <a:lnTo>
                  <a:pt x="2" y="6"/>
                </a:lnTo>
                <a:cubicBezTo>
                  <a:pt x="3" y="6"/>
                  <a:pt x="3" y="7"/>
                  <a:pt x="3" y="7"/>
                </a:cubicBezTo>
                <a:cubicBezTo>
                  <a:pt x="3" y="7"/>
                  <a:pt x="3" y="8"/>
                  <a:pt x="3" y="8"/>
                </a:cubicBezTo>
                <a:cubicBezTo>
                  <a:pt x="3" y="8"/>
                  <a:pt x="3" y="7"/>
                  <a:pt x="3" y="6"/>
                </a:cubicBezTo>
                <a:cubicBezTo>
                  <a:pt x="3" y="6"/>
                  <a:pt x="3" y="6"/>
                  <a:pt x="3" y="6"/>
                </a:cubicBezTo>
                <a:lnTo>
                  <a:pt x="4" y="0"/>
                </a:lnTo>
                <a:lnTo>
                  <a:pt x="5" y="0"/>
                </a:lnTo>
                <a:lnTo>
                  <a:pt x="7" y="6"/>
                </a:lnTo>
                <a:cubicBezTo>
                  <a:pt x="7" y="6"/>
                  <a:pt x="7" y="7"/>
                  <a:pt x="7" y="7"/>
                </a:cubicBezTo>
                <a:cubicBezTo>
                  <a:pt x="7" y="7"/>
                  <a:pt x="7" y="8"/>
                  <a:pt x="7" y="8"/>
                </a:cubicBezTo>
                <a:cubicBezTo>
                  <a:pt x="7" y="8"/>
                  <a:pt x="7" y="7"/>
                  <a:pt x="7" y="7"/>
                </a:cubicBezTo>
                <a:cubicBezTo>
                  <a:pt x="7" y="7"/>
                  <a:pt x="7" y="6"/>
                  <a:pt x="7" y="6"/>
                </a:cubicBezTo>
                <a:lnTo>
                  <a:pt x="8" y="0"/>
                </a:lnTo>
                <a:lnTo>
                  <a:pt x="10" y="0"/>
                </a:lnTo>
                <a:lnTo>
                  <a:pt x="7" y="10"/>
                </a:lnTo>
                <a:lnTo>
                  <a:pt x="6" y="10"/>
                </a:lnTo>
                <a:lnTo>
                  <a:pt x="5" y="5"/>
                </a:lnTo>
                <a:cubicBezTo>
                  <a:pt x="5" y="4"/>
                  <a:pt x="5" y="4"/>
                  <a:pt x="5" y="4"/>
                </a:cubicBezTo>
                <a:cubicBezTo>
                  <a:pt x="5" y="3"/>
                  <a:pt x="5" y="3"/>
                  <a:pt x="5" y="2"/>
                </a:cubicBezTo>
                <a:cubicBezTo>
                  <a:pt x="5" y="3"/>
                  <a:pt x="5" y="3"/>
                  <a:pt x="5" y="4"/>
                </a:cubicBezTo>
                <a:cubicBezTo>
                  <a:pt x="5" y="4"/>
                  <a:pt x="5" y="4"/>
                  <a:pt x="4" y="5"/>
                </a:cubicBezTo>
                <a:lnTo>
                  <a:pt x="3" y="10"/>
                </a:lnTo>
                <a:lnTo>
                  <a:pt x="2" y="10"/>
                </a:lnTo>
                <a:lnTo>
                  <a:pt x="0" y="0"/>
                </a:lnTo>
                <a:close/>
              </a:path>
              <a:path w="70" h="11">
                <a:moveTo>
                  <a:pt x="10" y="0"/>
                </a:moveTo>
                <a:lnTo>
                  <a:pt x="12" y="0"/>
                </a:lnTo>
                <a:lnTo>
                  <a:pt x="12" y="7"/>
                </a:lnTo>
                <a:cubicBezTo>
                  <a:pt x="12" y="8"/>
                  <a:pt x="12" y="8"/>
                  <a:pt x="12" y="9"/>
                </a:cubicBezTo>
                <a:cubicBezTo>
                  <a:pt x="12" y="9"/>
                  <a:pt x="13" y="9"/>
                  <a:pt x="13" y="9"/>
                </a:cubicBezTo>
                <a:cubicBezTo>
                  <a:pt x="14" y="9"/>
                  <a:pt x="14" y="9"/>
                  <a:pt x="15" y="9"/>
                </a:cubicBezTo>
                <a:cubicBezTo>
                  <a:pt x="15" y="8"/>
                  <a:pt x="15" y="8"/>
                  <a:pt x="15" y="7"/>
                </a:cubicBezTo>
                <a:lnTo>
                  <a:pt x="15" y="0"/>
                </a:lnTo>
                <a:lnTo>
                  <a:pt x="16" y="0"/>
                </a:lnTo>
                <a:lnTo>
                  <a:pt x="16" y="7"/>
                </a:lnTo>
                <a:cubicBezTo>
                  <a:pt x="16" y="8"/>
                  <a:pt x="16" y="9"/>
                  <a:pt x="15" y="10"/>
                </a:cubicBezTo>
                <a:cubicBezTo>
                  <a:pt x="15" y="10"/>
                  <a:pt x="14" y="11"/>
                  <a:pt x="13" y="11"/>
                </a:cubicBezTo>
                <a:cubicBezTo>
                  <a:pt x="12" y="11"/>
                  <a:pt x="12" y="10"/>
                  <a:pt x="11" y="10"/>
                </a:cubicBezTo>
                <a:cubicBezTo>
                  <a:pt x="11" y="9"/>
                  <a:pt x="10" y="8"/>
                  <a:pt x="10" y="7"/>
                </a:cubicBezTo>
                <a:lnTo>
                  <a:pt x="10" y="0"/>
                </a:lnTo>
                <a:close/>
              </a:path>
              <a:path w="70" h="11">
                <a:moveTo>
                  <a:pt x="18" y="0"/>
                </a:moveTo>
                <a:lnTo>
                  <a:pt x="19" y="0"/>
                </a:lnTo>
                <a:lnTo>
                  <a:pt x="19" y="4"/>
                </a:lnTo>
                <a:lnTo>
                  <a:pt x="22" y="4"/>
                </a:lnTo>
                <a:lnTo>
                  <a:pt x="22" y="0"/>
                </a:lnTo>
                <a:lnTo>
                  <a:pt x="23" y="0"/>
                </a:lnTo>
                <a:lnTo>
                  <a:pt x="23" y="10"/>
                </a:lnTo>
                <a:lnTo>
                  <a:pt x="22" y="10"/>
                </a:lnTo>
                <a:lnTo>
                  <a:pt x="22" y="6"/>
                </a:lnTo>
                <a:lnTo>
                  <a:pt x="19" y="6"/>
                </a:lnTo>
                <a:lnTo>
                  <a:pt x="19" y="10"/>
                </a:lnTo>
                <a:lnTo>
                  <a:pt x="18" y="10"/>
                </a:lnTo>
                <a:lnTo>
                  <a:pt x="18" y="0"/>
                </a:lnTo>
                <a:close/>
              </a:path>
              <a:path w="70" h="11">
                <a:moveTo>
                  <a:pt x="26" y="0"/>
                </a:moveTo>
                <a:lnTo>
                  <a:pt x="28" y="0"/>
                </a:lnTo>
                <a:lnTo>
                  <a:pt x="30" y="10"/>
                </a:lnTo>
                <a:lnTo>
                  <a:pt x="29" y="10"/>
                </a:lnTo>
                <a:lnTo>
                  <a:pt x="29" y="8"/>
                </a:lnTo>
                <a:lnTo>
                  <a:pt x="26" y="8"/>
                </a:lnTo>
                <a:lnTo>
                  <a:pt x="25" y="10"/>
                </a:lnTo>
                <a:lnTo>
                  <a:pt x="24" y="10"/>
                </a:lnTo>
                <a:lnTo>
                  <a:pt x="26" y="0"/>
                </a:lnTo>
                <a:close/>
                <a:moveTo>
                  <a:pt x="27" y="1"/>
                </a:moveTo>
                <a:lnTo>
                  <a:pt x="26" y="6"/>
                </a:lnTo>
                <a:lnTo>
                  <a:pt x="28" y="6"/>
                </a:lnTo>
                <a:lnTo>
                  <a:pt x="27" y="1"/>
                </a:lnTo>
                <a:close/>
              </a:path>
              <a:path w="70" h="11">
                <a:moveTo>
                  <a:pt x="31" y="0"/>
                </a:moveTo>
                <a:lnTo>
                  <a:pt x="32" y="0"/>
                </a:lnTo>
                <a:lnTo>
                  <a:pt x="35" y="6"/>
                </a:lnTo>
                <a:cubicBezTo>
                  <a:pt x="35" y="6"/>
                  <a:pt x="35" y="7"/>
                  <a:pt x="35" y="7"/>
                </a:cubicBezTo>
                <a:cubicBezTo>
                  <a:pt x="36" y="7"/>
                  <a:pt x="36" y="8"/>
                  <a:pt x="36" y="8"/>
                </a:cubicBezTo>
                <a:cubicBezTo>
                  <a:pt x="36" y="8"/>
                  <a:pt x="36" y="7"/>
                  <a:pt x="36" y="7"/>
                </a:cubicBezTo>
                <a:cubicBezTo>
                  <a:pt x="36" y="7"/>
                  <a:pt x="36" y="6"/>
                  <a:pt x="36" y="6"/>
                </a:cubicBezTo>
                <a:lnTo>
                  <a:pt x="36" y="0"/>
                </a:lnTo>
                <a:lnTo>
                  <a:pt x="37" y="0"/>
                </a:lnTo>
                <a:lnTo>
                  <a:pt x="37" y="10"/>
                </a:lnTo>
                <a:lnTo>
                  <a:pt x="36" y="10"/>
                </a:lnTo>
                <a:lnTo>
                  <a:pt x="33" y="4"/>
                </a:lnTo>
                <a:cubicBezTo>
                  <a:pt x="33" y="4"/>
                  <a:pt x="33" y="4"/>
                  <a:pt x="33" y="3"/>
                </a:cubicBezTo>
                <a:cubicBezTo>
                  <a:pt x="32" y="3"/>
                  <a:pt x="32" y="2"/>
                  <a:pt x="32" y="2"/>
                </a:cubicBezTo>
                <a:cubicBezTo>
                  <a:pt x="32" y="2"/>
                  <a:pt x="32" y="2"/>
                  <a:pt x="32" y="3"/>
                </a:cubicBezTo>
                <a:cubicBezTo>
                  <a:pt x="32" y="3"/>
                  <a:pt x="32" y="4"/>
                  <a:pt x="32" y="4"/>
                </a:cubicBezTo>
                <a:lnTo>
                  <a:pt x="32" y="10"/>
                </a:lnTo>
                <a:lnTo>
                  <a:pt x="31" y="10"/>
                </a:lnTo>
                <a:lnTo>
                  <a:pt x="31" y="0"/>
                </a:lnTo>
                <a:close/>
              </a:path>
              <a:path w="70" h="11">
                <a:moveTo>
                  <a:pt x="46" y="3"/>
                </a:moveTo>
                <a:lnTo>
                  <a:pt x="45" y="3"/>
                </a:lnTo>
                <a:cubicBezTo>
                  <a:pt x="45" y="3"/>
                  <a:pt x="45" y="2"/>
                  <a:pt x="44" y="2"/>
                </a:cubicBezTo>
                <a:cubicBezTo>
                  <a:pt x="44" y="1"/>
                  <a:pt x="44" y="1"/>
                  <a:pt x="43" y="1"/>
                </a:cubicBezTo>
                <a:cubicBezTo>
                  <a:pt x="43" y="1"/>
                  <a:pt x="42" y="2"/>
                  <a:pt x="42" y="2"/>
                </a:cubicBezTo>
                <a:cubicBezTo>
                  <a:pt x="42" y="3"/>
                  <a:pt x="42" y="4"/>
                  <a:pt x="42" y="5"/>
                </a:cubicBezTo>
                <a:cubicBezTo>
                  <a:pt x="42" y="7"/>
                  <a:pt x="42" y="8"/>
                  <a:pt x="42" y="8"/>
                </a:cubicBezTo>
                <a:cubicBezTo>
                  <a:pt x="42" y="9"/>
                  <a:pt x="43" y="9"/>
                  <a:pt x="43" y="9"/>
                </a:cubicBezTo>
                <a:cubicBezTo>
                  <a:pt x="44" y="9"/>
                  <a:pt x="44" y="9"/>
                  <a:pt x="45" y="9"/>
                </a:cubicBezTo>
                <a:cubicBezTo>
                  <a:pt x="45" y="8"/>
                  <a:pt x="45" y="8"/>
                  <a:pt x="45" y="7"/>
                </a:cubicBezTo>
                <a:lnTo>
                  <a:pt x="46" y="8"/>
                </a:lnTo>
                <a:cubicBezTo>
                  <a:pt x="46" y="9"/>
                  <a:pt x="46" y="9"/>
                  <a:pt x="45" y="10"/>
                </a:cubicBezTo>
                <a:cubicBezTo>
                  <a:pt x="45" y="10"/>
                  <a:pt x="44" y="11"/>
                  <a:pt x="43" y="11"/>
                </a:cubicBezTo>
                <a:cubicBezTo>
                  <a:pt x="42" y="11"/>
                  <a:pt x="42" y="10"/>
                  <a:pt x="41" y="9"/>
                </a:cubicBezTo>
                <a:cubicBezTo>
                  <a:pt x="41" y="8"/>
                  <a:pt x="40" y="7"/>
                  <a:pt x="40" y="5"/>
                </a:cubicBezTo>
                <a:cubicBezTo>
                  <a:pt x="40" y="4"/>
                  <a:pt x="41" y="2"/>
                  <a:pt x="41" y="1"/>
                </a:cubicBezTo>
                <a:cubicBezTo>
                  <a:pt x="42" y="0"/>
                  <a:pt x="43" y="0"/>
                  <a:pt x="43" y="0"/>
                </a:cubicBezTo>
                <a:cubicBezTo>
                  <a:pt x="44" y="0"/>
                  <a:pt x="45" y="0"/>
                  <a:pt x="45" y="1"/>
                </a:cubicBezTo>
                <a:cubicBezTo>
                  <a:pt x="46" y="1"/>
                  <a:pt x="46" y="2"/>
                  <a:pt x="46" y="3"/>
                </a:cubicBezTo>
                <a:close/>
              </a:path>
              <a:path w="70" h="11">
                <a:moveTo>
                  <a:pt x="47" y="0"/>
                </a:moveTo>
                <a:lnTo>
                  <a:pt x="48" y="0"/>
                </a:lnTo>
                <a:lnTo>
                  <a:pt x="48" y="4"/>
                </a:lnTo>
                <a:lnTo>
                  <a:pt x="52" y="4"/>
                </a:lnTo>
                <a:lnTo>
                  <a:pt x="52" y="0"/>
                </a:lnTo>
                <a:lnTo>
                  <a:pt x="53" y="0"/>
                </a:lnTo>
                <a:lnTo>
                  <a:pt x="53" y="10"/>
                </a:lnTo>
                <a:lnTo>
                  <a:pt x="52" y="10"/>
                </a:lnTo>
                <a:lnTo>
                  <a:pt x="52" y="6"/>
                </a:lnTo>
                <a:lnTo>
                  <a:pt x="48" y="6"/>
                </a:lnTo>
                <a:lnTo>
                  <a:pt x="48" y="10"/>
                </a:lnTo>
                <a:lnTo>
                  <a:pt x="47" y="10"/>
                </a:lnTo>
                <a:lnTo>
                  <a:pt x="47" y="0"/>
                </a:lnTo>
                <a:close/>
              </a:path>
              <a:path w="70" h="11">
                <a:moveTo>
                  <a:pt x="55" y="0"/>
                </a:moveTo>
                <a:lnTo>
                  <a:pt x="56" y="0"/>
                </a:lnTo>
                <a:lnTo>
                  <a:pt x="56" y="10"/>
                </a:lnTo>
                <a:lnTo>
                  <a:pt x="55" y="10"/>
                </a:lnTo>
                <a:lnTo>
                  <a:pt x="55" y="0"/>
                </a:lnTo>
                <a:close/>
              </a:path>
              <a:path w="70" h="11">
                <a:moveTo>
                  <a:pt x="57" y="0"/>
                </a:moveTo>
                <a:lnTo>
                  <a:pt x="59" y="0"/>
                </a:lnTo>
                <a:lnTo>
                  <a:pt x="61" y="6"/>
                </a:lnTo>
                <a:cubicBezTo>
                  <a:pt x="61" y="6"/>
                  <a:pt x="61" y="7"/>
                  <a:pt x="62" y="7"/>
                </a:cubicBezTo>
                <a:cubicBezTo>
                  <a:pt x="62" y="7"/>
                  <a:pt x="62" y="8"/>
                  <a:pt x="62" y="8"/>
                </a:cubicBezTo>
                <a:cubicBezTo>
                  <a:pt x="62" y="8"/>
                  <a:pt x="62" y="7"/>
                  <a:pt x="62" y="7"/>
                </a:cubicBezTo>
                <a:cubicBezTo>
                  <a:pt x="62" y="7"/>
                  <a:pt x="62" y="6"/>
                  <a:pt x="62" y="6"/>
                </a:cubicBezTo>
                <a:lnTo>
                  <a:pt x="62" y="0"/>
                </a:lnTo>
                <a:lnTo>
                  <a:pt x="63" y="0"/>
                </a:lnTo>
                <a:lnTo>
                  <a:pt x="63" y="10"/>
                </a:lnTo>
                <a:lnTo>
                  <a:pt x="62" y="10"/>
                </a:lnTo>
                <a:lnTo>
                  <a:pt x="59" y="4"/>
                </a:lnTo>
                <a:cubicBezTo>
                  <a:pt x="59" y="4"/>
                  <a:pt x="59" y="4"/>
                  <a:pt x="59" y="3"/>
                </a:cubicBezTo>
                <a:cubicBezTo>
                  <a:pt x="59" y="3"/>
                  <a:pt x="59" y="2"/>
                  <a:pt x="58" y="2"/>
                </a:cubicBezTo>
                <a:cubicBezTo>
                  <a:pt x="58" y="2"/>
                  <a:pt x="58" y="2"/>
                  <a:pt x="58" y="3"/>
                </a:cubicBezTo>
                <a:cubicBezTo>
                  <a:pt x="58" y="3"/>
                  <a:pt x="58" y="4"/>
                  <a:pt x="58" y="4"/>
                </a:cubicBezTo>
                <a:lnTo>
                  <a:pt x="58" y="10"/>
                </a:lnTo>
                <a:lnTo>
                  <a:pt x="57" y="10"/>
                </a:lnTo>
                <a:lnTo>
                  <a:pt x="57" y="0"/>
                </a:lnTo>
                <a:close/>
              </a:path>
              <a:path w="70" h="11">
                <a:moveTo>
                  <a:pt x="66" y="0"/>
                </a:moveTo>
                <a:lnTo>
                  <a:pt x="68" y="0"/>
                </a:lnTo>
                <a:lnTo>
                  <a:pt x="70" y="10"/>
                </a:lnTo>
                <a:lnTo>
                  <a:pt x="69" y="10"/>
                </a:lnTo>
                <a:lnTo>
                  <a:pt x="68" y="8"/>
                </a:lnTo>
                <a:lnTo>
                  <a:pt x="66" y="8"/>
                </a:lnTo>
                <a:lnTo>
                  <a:pt x="65" y="10"/>
                </a:lnTo>
                <a:lnTo>
                  <a:pt x="64" y="10"/>
                </a:lnTo>
                <a:lnTo>
                  <a:pt x="66" y="0"/>
                </a:lnTo>
                <a:close/>
                <a:moveTo>
                  <a:pt x="67" y="1"/>
                </a:moveTo>
                <a:lnTo>
                  <a:pt x="66" y="6"/>
                </a:lnTo>
                <a:lnTo>
                  <a:pt x="68" y="6"/>
                </a:lnTo>
                <a:lnTo>
                  <a:pt x="67" y="1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1" name="Freeform 12"/>
          <p:cNvSpPr>
            <a:spLocks noGrp="1"/>
          </p:cNvSpPr>
          <p:nvPr/>
        </p:nvSpPr>
        <p:spPr>
          <a:xfrm>
            <a:off x="9914374" y="411637"/>
            <a:ext cx="297165" cy="30478"/>
          </a:xfrm>
          <a:custGeom>
            <a:avLst/>
            <a:gdLst/>
            <a:ahLst/>
            <a:cxnLst/>
            <a:rect l="l" t="t" r="r" b="b"/>
            <a:pathLst>
              <a:path w="192" h="20">
                <a:moveTo>
                  <a:pt x="0" y="0"/>
                </a:moveTo>
                <a:lnTo>
                  <a:pt x="192" y="0"/>
                </a:lnTo>
                <a:cubicBezTo>
                  <a:pt x="189" y="7"/>
                  <a:pt x="184" y="13"/>
                  <a:pt x="177" y="20"/>
                </a:cubicBezTo>
                <a:lnTo>
                  <a:pt x="14" y="19"/>
                </a:lnTo>
                <a:cubicBezTo>
                  <a:pt x="7" y="15"/>
                  <a:pt x="3" y="8"/>
                  <a:pt x="0" y="0"/>
                </a:cubicBezTo>
                <a:close/>
                <a:moveTo>
                  <a:pt x="39" y="4"/>
                </a:moveTo>
                <a:cubicBezTo>
                  <a:pt x="39" y="4"/>
                  <a:pt x="39" y="5"/>
                  <a:pt x="38" y="5"/>
                </a:cubicBezTo>
                <a:cubicBezTo>
                  <a:pt x="38" y="5"/>
                  <a:pt x="38" y="5"/>
                  <a:pt x="38" y="6"/>
                </a:cubicBezTo>
                <a:cubicBezTo>
                  <a:pt x="38" y="7"/>
                  <a:pt x="38" y="7"/>
                  <a:pt x="38" y="8"/>
                </a:cubicBezTo>
                <a:cubicBezTo>
                  <a:pt x="38" y="8"/>
                  <a:pt x="38" y="9"/>
                  <a:pt x="38" y="9"/>
                </a:cubicBezTo>
                <a:cubicBezTo>
                  <a:pt x="38" y="10"/>
                  <a:pt x="38" y="11"/>
                  <a:pt x="38" y="12"/>
                </a:cubicBezTo>
                <a:lnTo>
                  <a:pt x="38" y="14"/>
                </a:lnTo>
                <a:cubicBezTo>
                  <a:pt x="38" y="15"/>
                  <a:pt x="38" y="16"/>
                  <a:pt x="38" y="17"/>
                </a:cubicBezTo>
                <a:cubicBezTo>
                  <a:pt x="38" y="17"/>
                  <a:pt x="38" y="17"/>
                  <a:pt x="38" y="17"/>
                </a:cubicBezTo>
                <a:cubicBezTo>
                  <a:pt x="38" y="17"/>
                  <a:pt x="38" y="17"/>
                  <a:pt x="38" y="17"/>
                </a:cubicBezTo>
                <a:cubicBezTo>
                  <a:pt x="38" y="17"/>
                  <a:pt x="38" y="17"/>
                  <a:pt x="37" y="17"/>
                </a:cubicBezTo>
                <a:cubicBezTo>
                  <a:pt x="37" y="17"/>
                  <a:pt x="36" y="17"/>
                  <a:pt x="36" y="17"/>
                </a:cubicBezTo>
                <a:cubicBezTo>
                  <a:pt x="35" y="16"/>
                  <a:pt x="35" y="16"/>
                  <a:pt x="35" y="16"/>
                </a:cubicBezTo>
                <a:cubicBezTo>
                  <a:pt x="34" y="16"/>
                  <a:pt x="34" y="16"/>
                  <a:pt x="34" y="16"/>
                </a:cubicBezTo>
                <a:cubicBezTo>
                  <a:pt x="34" y="16"/>
                  <a:pt x="34" y="15"/>
                  <a:pt x="34" y="15"/>
                </a:cubicBezTo>
                <a:cubicBezTo>
                  <a:pt x="34" y="15"/>
                  <a:pt x="34" y="15"/>
                  <a:pt x="34" y="15"/>
                </a:cubicBezTo>
                <a:cubicBezTo>
                  <a:pt x="35" y="15"/>
                  <a:pt x="35" y="15"/>
                  <a:pt x="36" y="15"/>
                </a:cubicBezTo>
                <a:cubicBezTo>
                  <a:pt x="36" y="15"/>
                  <a:pt x="36" y="15"/>
                  <a:pt x="36" y="15"/>
                </a:cubicBezTo>
                <a:cubicBezTo>
                  <a:pt x="37" y="15"/>
                  <a:pt x="37" y="15"/>
                  <a:pt x="37" y="15"/>
                </a:cubicBezTo>
                <a:cubicBezTo>
                  <a:pt x="37" y="15"/>
                  <a:pt x="37" y="15"/>
                  <a:pt x="37" y="14"/>
                </a:cubicBezTo>
                <a:cubicBezTo>
                  <a:pt x="37" y="14"/>
                  <a:pt x="37" y="13"/>
                  <a:pt x="37" y="12"/>
                </a:cubicBezTo>
                <a:cubicBezTo>
                  <a:pt x="36" y="11"/>
                  <a:pt x="36" y="10"/>
                  <a:pt x="36" y="8"/>
                </a:cubicBezTo>
                <a:lnTo>
                  <a:pt x="36" y="6"/>
                </a:lnTo>
                <a:cubicBezTo>
                  <a:pt x="36" y="5"/>
                  <a:pt x="36" y="5"/>
                  <a:pt x="36" y="5"/>
                </a:cubicBezTo>
                <a:cubicBezTo>
                  <a:pt x="35" y="5"/>
                  <a:pt x="35" y="5"/>
                  <a:pt x="35" y="5"/>
                </a:cubicBezTo>
                <a:cubicBezTo>
                  <a:pt x="34" y="5"/>
                  <a:pt x="34" y="5"/>
                  <a:pt x="34" y="6"/>
                </a:cubicBezTo>
                <a:cubicBezTo>
                  <a:pt x="34" y="6"/>
                  <a:pt x="34" y="6"/>
                  <a:pt x="34" y="6"/>
                </a:cubicBezTo>
                <a:cubicBezTo>
                  <a:pt x="34" y="7"/>
                  <a:pt x="34" y="7"/>
                  <a:pt x="34" y="7"/>
                </a:cubicBezTo>
                <a:cubicBezTo>
                  <a:pt x="35" y="7"/>
                  <a:pt x="35" y="7"/>
                  <a:pt x="35" y="7"/>
                </a:cubicBezTo>
                <a:cubicBezTo>
                  <a:pt x="35" y="7"/>
                  <a:pt x="35" y="7"/>
                  <a:pt x="35" y="7"/>
                </a:cubicBezTo>
                <a:cubicBezTo>
                  <a:pt x="36" y="7"/>
                  <a:pt x="36" y="7"/>
                  <a:pt x="36" y="7"/>
                </a:cubicBezTo>
                <a:cubicBezTo>
                  <a:pt x="36" y="7"/>
                  <a:pt x="36" y="7"/>
                  <a:pt x="35" y="7"/>
                </a:cubicBezTo>
                <a:cubicBezTo>
                  <a:pt x="35" y="7"/>
                  <a:pt x="35" y="8"/>
                  <a:pt x="35" y="8"/>
                </a:cubicBezTo>
                <a:cubicBezTo>
                  <a:pt x="34" y="8"/>
                  <a:pt x="34" y="8"/>
                  <a:pt x="34" y="8"/>
                </a:cubicBezTo>
                <a:cubicBezTo>
                  <a:pt x="34" y="8"/>
                  <a:pt x="34" y="9"/>
                  <a:pt x="34" y="9"/>
                </a:cubicBezTo>
                <a:cubicBezTo>
                  <a:pt x="34" y="9"/>
                  <a:pt x="34" y="9"/>
                  <a:pt x="34" y="9"/>
                </a:cubicBezTo>
                <a:cubicBezTo>
                  <a:pt x="34" y="9"/>
                  <a:pt x="34" y="9"/>
                  <a:pt x="34" y="9"/>
                </a:cubicBezTo>
                <a:cubicBezTo>
                  <a:pt x="34" y="9"/>
                  <a:pt x="35" y="9"/>
                  <a:pt x="35" y="9"/>
                </a:cubicBezTo>
                <a:cubicBezTo>
                  <a:pt x="35" y="9"/>
                  <a:pt x="35" y="9"/>
                  <a:pt x="35" y="9"/>
                </a:cubicBezTo>
                <a:cubicBezTo>
                  <a:pt x="36" y="9"/>
                  <a:pt x="36" y="9"/>
                  <a:pt x="36" y="9"/>
                </a:cubicBezTo>
                <a:cubicBezTo>
                  <a:pt x="36" y="9"/>
                  <a:pt x="36" y="10"/>
                  <a:pt x="36" y="10"/>
                </a:cubicBezTo>
                <a:cubicBezTo>
                  <a:pt x="36" y="10"/>
                  <a:pt x="36" y="10"/>
                  <a:pt x="36" y="10"/>
                </a:cubicBezTo>
                <a:cubicBezTo>
                  <a:pt x="36" y="10"/>
                  <a:pt x="35" y="10"/>
                  <a:pt x="35" y="11"/>
                </a:cubicBezTo>
                <a:cubicBezTo>
                  <a:pt x="35" y="11"/>
                  <a:pt x="35" y="11"/>
                  <a:pt x="34" y="11"/>
                </a:cubicBezTo>
                <a:cubicBezTo>
                  <a:pt x="34" y="11"/>
                  <a:pt x="33" y="12"/>
                  <a:pt x="33" y="12"/>
                </a:cubicBezTo>
                <a:cubicBezTo>
                  <a:pt x="33" y="12"/>
                  <a:pt x="33" y="12"/>
                  <a:pt x="33" y="12"/>
                </a:cubicBezTo>
                <a:cubicBezTo>
                  <a:pt x="32" y="13"/>
                  <a:pt x="32" y="14"/>
                  <a:pt x="32" y="14"/>
                </a:cubicBezTo>
                <a:cubicBezTo>
                  <a:pt x="32" y="14"/>
                  <a:pt x="32" y="15"/>
                  <a:pt x="32" y="15"/>
                </a:cubicBezTo>
                <a:cubicBezTo>
                  <a:pt x="32" y="15"/>
                  <a:pt x="32" y="15"/>
                  <a:pt x="32" y="15"/>
                </a:cubicBezTo>
                <a:cubicBezTo>
                  <a:pt x="32" y="15"/>
                  <a:pt x="32" y="16"/>
                  <a:pt x="31" y="16"/>
                </a:cubicBezTo>
                <a:cubicBezTo>
                  <a:pt x="31" y="16"/>
                  <a:pt x="31" y="16"/>
                  <a:pt x="30" y="16"/>
                </a:cubicBezTo>
                <a:cubicBezTo>
                  <a:pt x="30" y="16"/>
                  <a:pt x="30" y="16"/>
                  <a:pt x="29" y="16"/>
                </a:cubicBezTo>
                <a:cubicBezTo>
                  <a:pt x="29" y="16"/>
                  <a:pt x="29" y="16"/>
                  <a:pt x="29" y="16"/>
                </a:cubicBezTo>
                <a:cubicBezTo>
                  <a:pt x="29" y="16"/>
                  <a:pt x="29" y="16"/>
                  <a:pt x="29" y="16"/>
                </a:cubicBezTo>
                <a:cubicBezTo>
                  <a:pt x="30" y="15"/>
                  <a:pt x="30" y="15"/>
                  <a:pt x="31" y="15"/>
                </a:cubicBezTo>
                <a:cubicBezTo>
                  <a:pt x="31" y="15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0" y="14"/>
                  <a:pt x="29" y="13"/>
                  <a:pt x="29" y="13"/>
                </a:cubicBezTo>
                <a:cubicBezTo>
                  <a:pt x="28" y="13"/>
                  <a:pt x="28" y="12"/>
                  <a:pt x="28" y="12"/>
                </a:cubicBezTo>
                <a:cubicBezTo>
                  <a:pt x="28" y="12"/>
                  <a:pt x="28" y="12"/>
                  <a:pt x="28" y="12"/>
                </a:cubicBezTo>
                <a:cubicBezTo>
                  <a:pt x="28" y="12"/>
                  <a:pt x="28" y="12"/>
                  <a:pt x="28" y="12"/>
                </a:cubicBezTo>
                <a:cubicBezTo>
                  <a:pt x="29" y="13"/>
                  <a:pt x="29" y="13"/>
                  <a:pt x="30" y="13"/>
                </a:cubicBezTo>
                <a:cubicBezTo>
                  <a:pt x="30" y="13"/>
                  <a:pt x="30" y="13"/>
                  <a:pt x="30" y="12"/>
                </a:cubicBezTo>
                <a:lnTo>
                  <a:pt x="30" y="11"/>
                </a:lnTo>
                <a:cubicBezTo>
                  <a:pt x="30" y="11"/>
                  <a:pt x="30" y="11"/>
                  <a:pt x="30" y="11"/>
                </a:cubicBezTo>
                <a:cubicBezTo>
                  <a:pt x="30" y="11"/>
                  <a:pt x="30" y="11"/>
                  <a:pt x="29" y="11"/>
                </a:cubicBezTo>
                <a:cubicBezTo>
                  <a:pt x="29" y="11"/>
                  <a:pt x="29" y="12"/>
                  <a:pt x="28" y="12"/>
                </a:cubicBezTo>
                <a:cubicBezTo>
                  <a:pt x="28" y="12"/>
                  <a:pt x="28" y="13"/>
                  <a:pt x="27" y="13"/>
                </a:cubicBezTo>
                <a:cubicBezTo>
                  <a:pt x="27" y="14"/>
                  <a:pt x="26" y="14"/>
                  <a:pt x="26" y="14"/>
                </a:cubicBezTo>
                <a:cubicBezTo>
                  <a:pt x="26" y="14"/>
                  <a:pt x="26" y="14"/>
                  <a:pt x="26" y="14"/>
                </a:cubicBezTo>
                <a:cubicBezTo>
                  <a:pt x="26" y="14"/>
                  <a:pt x="25" y="14"/>
                  <a:pt x="25" y="14"/>
                </a:cubicBezTo>
                <a:cubicBezTo>
                  <a:pt x="25" y="14"/>
                  <a:pt x="25" y="13"/>
                  <a:pt x="25" y="13"/>
                </a:cubicBezTo>
                <a:cubicBezTo>
                  <a:pt x="25" y="13"/>
                  <a:pt x="25" y="13"/>
                  <a:pt x="25" y="13"/>
                </a:cubicBezTo>
                <a:cubicBezTo>
                  <a:pt x="25" y="13"/>
                  <a:pt x="26" y="13"/>
                  <a:pt x="26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12"/>
                  <a:pt x="27" y="12"/>
                  <a:pt x="27" y="11"/>
                </a:cubicBezTo>
                <a:cubicBezTo>
                  <a:pt x="26" y="10"/>
                  <a:pt x="26" y="9"/>
                  <a:pt x="26" y="9"/>
                </a:cubicBezTo>
                <a:lnTo>
                  <a:pt x="26" y="7"/>
                </a:lnTo>
                <a:lnTo>
                  <a:pt x="26" y="6"/>
                </a:lnTo>
                <a:cubicBezTo>
                  <a:pt x="26" y="6"/>
                  <a:pt x="27" y="6"/>
                  <a:pt x="27" y="6"/>
                </a:cubicBezTo>
                <a:cubicBezTo>
                  <a:pt x="27" y="6"/>
                  <a:pt x="27" y="5"/>
                  <a:pt x="28" y="5"/>
                </a:cubicBezTo>
                <a:cubicBezTo>
                  <a:pt x="28" y="5"/>
                  <a:pt x="28" y="5"/>
                  <a:pt x="29" y="5"/>
                </a:cubicBezTo>
                <a:cubicBezTo>
                  <a:pt x="30" y="5"/>
                  <a:pt x="30" y="5"/>
                  <a:pt x="30" y="5"/>
                </a:cubicBezTo>
                <a:cubicBezTo>
                  <a:pt x="31" y="5"/>
                  <a:pt x="31" y="5"/>
                  <a:pt x="31" y="5"/>
                </a:cubicBezTo>
                <a:cubicBezTo>
                  <a:pt x="32" y="5"/>
                  <a:pt x="32" y="5"/>
                  <a:pt x="32" y="5"/>
                </a:cubicBezTo>
                <a:cubicBezTo>
                  <a:pt x="32" y="5"/>
                  <a:pt x="32" y="5"/>
                  <a:pt x="32" y="5"/>
                </a:cubicBezTo>
                <a:cubicBezTo>
                  <a:pt x="32" y="6"/>
                  <a:pt x="32" y="6"/>
                  <a:pt x="31" y="6"/>
                </a:cubicBezTo>
                <a:cubicBezTo>
                  <a:pt x="31" y="6"/>
                  <a:pt x="31" y="7"/>
                  <a:pt x="31" y="7"/>
                </a:cubicBezTo>
                <a:cubicBezTo>
                  <a:pt x="31" y="7"/>
                  <a:pt x="31" y="8"/>
                  <a:pt x="31" y="8"/>
                </a:cubicBezTo>
                <a:cubicBezTo>
                  <a:pt x="31" y="8"/>
                  <a:pt x="31" y="9"/>
                  <a:pt x="31" y="10"/>
                </a:cubicBezTo>
                <a:cubicBezTo>
                  <a:pt x="31" y="11"/>
                  <a:pt x="31" y="11"/>
                  <a:pt x="31" y="11"/>
                </a:cubicBezTo>
                <a:cubicBezTo>
                  <a:pt x="31" y="12"/>
                  <a:pt x="31" y="12"/>
                  <a:pt x="31" y="12"/>
                </a:cubicBezTo>
                <a:cubicBezTo>
                  <a:pt x="31" y="13"/>
                  <a:pt x="31" y="13"/>
                  <a:pt x="31" y="13"/>
                </a:cubicBezTo>
                <a:cubicBezTo>
                  <a:pt x="31" y="13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1" y="14"/>
                  <a:pt x="32" y="13"/>
                  <a:pt x="32" y="12"/>
                </a:cubicBezTo>
                <a:cubicBezTo>
                  <a:pt x="32" y="12"/>
                  <a:pt x="32" y="11"/>
                  <a:pt x="33" y="10"/>
                </a:cubicBezTo>
                <a:cubicBezTo>
                  <a:pt x="33" y="8"/>
                  <a:pt x="33" y="6"/>
                  <a:pt x="33" y="6"/>
                </a:cubicBezTo>
                <a:cubicBezTo>
                  <a:pt x="33" y="5"/>
                  <a:pt x="33" y="5"/>
                  <a:pt x="33" y="5"/>
                </a:cubicBezTo>
                <a:cubicBezTo>
                  <a:pt x="33" y="5"/>
                  <a:pt x="33" y="4"/>
                  <a:pt x="34" y="4"/>
                </a:cubicBezTo>
                <a:cubicBezTo>
                  <a:pt x="34" y="4"/>
                  <a:pt x="34" y="4"/>
                  <a:pt x="34" y="4"/>
                </a:cubicBezTo>
                <a:cubicBezTo>
                  <a:pt x="35" y="4"/>
                  <a:pt x="35" y="4"/>
                  <a:pt x="35" y="4"/>
                </a:cubicBezTo>
                <a:cubicBezTo>
                  <a:pt x="35" y="4"/>
                  <a:pt x="36" y="4"/>
                  <a:pt x="36" y="4"/>
                </a:cubicBezTo>
                <a:cubicBezTo>
                  <a:pt x="36" y="4"/>
                  <a:pt x="37" y="4"/>
                  <a:pt x="37" y="4"/>
                </a:cubicBezTo>
                <a:cubicBezTo>
                  <a:pt x="37" y="4"/>
                  <a:pt x="37" y="4"/>
                  <a:pt x="38" y="4"/>
                </a:cubicBezTo>
                <a:cubicBezTo>
                  <a:pt x="38" y="4"/>
                  <a:pt x="38" y="4"/>
                  <a:pt x="38" y="4"/>
                </a:cubicBezTo>
                <a:cubicBezTo>
                  <a:pt x="39" y="4"/>
                  <a:pt x="39" y="4"/>
                  <a:pt x="39" y="4"/>
                </a:cubicBezTo>
                <a:close/>
                <a:moveTo>
                  <a:pt x="52" y="6"/>
                </a:moveTo>
                <a:cubicBezTo>
                  <a:pt x="52" y="6"/>
                  <a:pt x="53" y="6"/>
                  <a:pt x="53" y="6"/>
                </a:cubicBezTo>
                <a:cubicBezTo>
                  <a:pt x="53" y="6"/>
                  <a:pt x="54" y="6"/>
                  <a:pt x="54" y="6"/>
                </a:cubicBezTo>
                <a:cubicBezTo>
                  <a:pt x="54" y="7"/>
                  <a:pt x="55" y="7"/>
                  <a:pt x="55" y="7"/>
                </a:cubicBezTo>
                <a:cubicBezTo>
                  <a:pt x="55" y="7"/>
                  <a:pt x="55" y="7"/>
                  <a:pt x="55" y="7"/>
                </a:cubicBezTo>
                <a:cubicBezTo>
                  <a:pt x="55" y="7"/>
                  <a:pt x="55" y="7"/>
                  <a:pt x="54" y="7"/>
                </a:cubicBezTo>
                <a:cubicBezTo>
                  <a:pt x="54" y="8"/>
                  <a:pt x="54" y="8"/>
                  <a:pt x="54" y="8"/>
                </a:cubicBezTo>
                <a:cubicBezTo>
                  <a:pt x="54" y="9"/>
                  <a:pt x="54" y="9"/>
                  <a:pt x="53" y="10"/>
                </a:cubicBezTo>
                <a:cubicBezTo>
                  <a:pt x="53" y="10"/>
                  <a:pt x="53" y="10"/>
                  <a:pt x="53" y="10"/>
                </a:cubicBezTo>
                <a:cubicBezTo>
                  <a:pt x="53" y="10"/>
                  <a:pt x="53" y="10"/>
                  <a:pt x="53" y="10"/>
                </a:cubicBezTo>
                <a:cubicBezTo>
                  <a:pt x="52" y="10"/>
                  <a:pt x="52" y="10"/>
                  <a:pt x="52" y="10"/>
                </a:cubicBezTo>
                <a:cubicBezTo>
                  <a:pt x="52" y="10"/>
                  <a:pt x="51" y="10"/>
                  <a:pt x="51" y="10"/>
                </a:cubicBezTo>
                <a:cubicBezTo>
                  <a:pt x="51" y="10"/>
                  <a:pt x="51" y="10"/>
                  <a:pt x="50" y="10"/>
                </a:cubicBezTo>
                <a:cubicBezTo>
                  <a:pt x="50" y="10"/>
                  <a:pt x="49" y="10"/>
                  <a:pt x="49" y="10"/>
                </a:cubicBezTo>
                <a:cubicBezTo>
                  <a:pt x="49" y="11"/>
                  <a:pt x="48" y="11"/>
                  <a:pt x="48" y="11"/>
                </a:cubicBezTo>
                <a:cubicBezTo>
                  <a:pt x="48" y="11"/>
                  <a:pt x="48" y="10"/>
                  <a:pt x="48" y="10"/>
                </a:cubicBezTo>
                <a:cubicBezTo>
                  <a:pt x="47" y="10"/>
                  <a:pt x="47" y="9"/>
                  <a:pt x="47" y="9"/>
                </a:cubicBezTo>
                <a:cubicBezTo>
                  <a:pt x="46" y="8"/>
                  <a:pt x="46" y="8"/>
                  <a:pt x="46" y="8"/>
                </a:cubicBezTo>
                <a:cubicBezTo>
                  <a:pt x="46" y="8"/>
                  <a:pt x="46" y="7"/>
                  <a:pt x="47" y="7"/>
                </a:cubicBezTo>
                <a:cubicBezTo>
                  <a:pt x="47" y="7"/>
                  <a:pt x="47" y="7"/>
                  <a:pt x="48" y="7"/>
                </a:cubicBezTo>
                <a:cubicBezTo>
                  <a:pt x="49" y="7"/>
                  <a:pt x="49" y="7"/>
                  <a:pt x="49" y="6"/>
                </a:cubicBezTo>
                <a:cubicBezTo>
                  <a:pt x="49" y="6"/>
                  <a:pt x="49" y="6"/>
                  <a:pt x="49" y="6"/>
                </a:cubicBezTo>
                <a:cubicBezTo>
                  <a:pt x="48" y="6"/>
                  <a:pt x="48" y="6"/>
                  <a:pt x="47" y="6"/>
                </a:cubicBezTo>
                <a:cubicBezTo>
                  <a:pt x="47" y="6"/>
                  <a:pt x="47" y="6"/>
                  <a:pt x="47" y="6"/>
                </a:cubicBezTo>
                <a:cubicBezTo>
                  <a:pt x="47" y="6"/>
                  <a:pt x="47" y="6"/>
                  <a:pt x="47" y="6"/>
                </a:cubicBezTo>
                <a:cubicBezTo>
                  <a:pt x="46" y="6"/>
                  <a:pt x="46" y="5"/>
                  <a:pt x="46" y="5"/>
                </a:cubicBezTo>
                <a:cubicBezTo>
                  <a:pt x="46" y="5"/>
                  <a:pt x="46" y="5"/>
                  <a:pt x="47" y="5"/>
                </a:cubicBezTo>
                <a:cubicBezTo>
                  <a:pt x="47" y="5"/>
                  <a:pt x="47" y="5"/>
                  <a:pt x="47" y="5"/>
                </a:cubicBezTo>
                <a:cubicBezTo>
                  <a:pt x="48" y="5"/>
                  <a:pt x="49" y="5"/>
                  <a:pt x="49" y="4"/>
                </a:cubicBezTo>
                <a:cubicBezTo>
                  <a:pt x="49" y="4"/>
                  <a:pt x="49" y="4"/>
                  <a:pt x="49" y="3"/>
                </a:cubicBezTo>
                <a:cubicBezTo>
                  <a:pt x="50" y="2"/>
                  <a:pt x="50" y="2"/>
                  <a:pt x="50" y="2"/>
                </a:cubicBezTo>
                <a:cubicBezTo>
                  <a:pt x="50" y="2"/>
                  <a:pt x="50" y="2"/>
                  <a:pt x="50" y="2"/>
                </a:cubicBezTo>
                <a:cubicBezTo>
                  <a:pt x="50" y="2"/>
                  <a:pt x="50" y="2"/>
                  <a:pt x="50" y="2"/>
                </a:cubicBezTo>
                <a:cubicBezTo>
                  <a:pt x="51" y="2"/>
                  <a:pt x="51" y="2"/>
                  <a:pt x="51" y="2"/>
                </a:cubicBezTo>
                <a:cubicBezTo>
                  <a:pt x="51" y="2"/>
                  <a:pt x="51" y="2"/>
                  <a:pt x="51" y="3"/>
                </a:cubicBezTo>
                <a:cubicBezTo>
                  <a:pt x="50" y="3"/>
                  <a:pt x="50" y="3"/>
                  <a:pt x="50" y="4"/>
                </a:cubicBezTo>
                <a:cubicBezTo>
                  <a:pt x="50" y="4"/>
                  <a:pt x="51" y="4"/>
                  <a:pt x="51" y="4"/>
                </a:cubicBezTo>
                <a:cubicBezTo>
                  <a:pt x="51" y="4"/>
                  <a:pt x="51" y="4"/>
                  <a:pt x="52" y="4"/>
                </a:cubicBezTo>
                <a:cubicBezTo>
                  <a:pt x="52" y="4"/>
                  <a:pt x="53" y="4"/>
                  <a:pt x="53" y="4"/>
                </a:cubicBezTo>
                <a:cubicBezTo>
                  <a:pt x="53" y="4"/>
                  <a:pt x="53" y="4"/>
                  <a:pt x="53" y="4"/>
                </a:cubicBezTo>
                <a:cubicBezTo>
                  <a:pt x="53" y="4"/>
                  <a:pt x="53" y="4"/>
                  <a:pt x="53" y="4"/>
                </a:cubicBezTo>
                <a:cubicBezTo>
                  <a:pt x="54" y="4"/>
                  <a:pt x="54" y="5"/>
                  <a:pt x="54" y="5"/>
                </a:cubicBezTo>
                <a:cubicBezTo>
                  <a:pt x="54" y="5"/>
                  <a:pt x="54" y="5"/>
                  <a:pt x="54" y="5"/>
                </a:cubicBezTo>
                <a:cubicBezTo>
                  <a:pt x="53" y="5"/>
                  <a:pt x="53" y="5"/>
                  <a:pt x="53" y="5"/>
                </a:cubicBezTo>
                <a:cubicBezTo>
                  <a:pt x="53" y="5"/>
                  <a:pt x="53" y="5"/>
                  <a:pt x="52" y="5"/>
                </a:cubicBezTo>
                <a:cubicBezTo>
                  <a:pt x="52" y="5"/>
                  <a:pt x="51" y="5"/>
                  <a:pt x="51" y="5"/>
                </a:cubicBezTo>
                <a:lnTo>
                  <a:pt x="50" y="6"/>
                </a:lnTo>
                <a:cubicBezTo>
                  <a:pt x="50" y="6"/>
                  <a:pt x="50" y="6"/>
                  <a:pt x="50" y="6"/>
                </a:cubicBezTo>
                <a:cubicBezTo>
                  <a:pt x="50" y="6"/>
                  <a:pt x="50" y="6"/>
                  <a:pt x="51" y="6"/>
                </a:cubicBezTo>
                <a:cubicBezTo>
                  <a:pt x="51" y="6"/>
                  <a:pt x="51" y="6"/>
                  <a:pt x="52" y="6"/>
                </a:cubicBezTo>
                <a:close/>
                <a:moveTo>
                  <a:pt x="45" y="3"/>
                </a:moveTo>
                <a:cubicBezTo>
                  <a:pt x="45" y="3"/>
                  <a:pt x="45" y="3"/>
                  <a:pt x="46" y="4"/>
                </a:cubicBezTo>
                <a:cubicBezTo>
                  <a:pt x="46" y="4"/>
                  <a:pt x="46" y="4"/>
                  <a:pt x="46" y="4"/>
                </a:cubicBezTo>
                <a:cubicBezTo>
                  <a:pt x="46" y="4"/>
                  <a:pt x="46" y="5"/>
                  <a:pt x="45" y="5"/>
                </a:cubicBezTo>
                <a:cubicBezTo>
                  <a:pt x="45" y="6"/>
                  <a:pt x="44" y="6"/>
                  <a:pt x="44" y="6"/>
                </a:cubicBezTo>
                <a:cubicBezTo>
                  <a:pt x="44" y="7"/>
                  <a:pt x="44" y="7"/>
                  <a:pt x="43" y="7"/>
                </a:cubicBezTo>
                <a:cubicBezTo>
                  <a:pt x="43" y="7"/>
                  <a:pt x="43" y="7"/>
                  <a:pt x="43" y="7"/>
                </a:cubicBezTo>
                <a:cubicBezTo>
                  <a:pt x="43" y="7"/>
                  <a:pt x="43" y="7"/>
                  <a:pt x="43" y="7"/>
                </a:cubicBezTo>
                <a:cubicBezTo>
                  <a:pt x="43" y="7"/>
                  <a:pt x="43" y="6"/>
                  <a:pt x="43" y="6"/>
                </a:cubicBezTo>
                <a:cubicBezTo>
                  <a:pt x="43" y="6"/>
                  <a:pt x="44" y="5"/>
                  <a:pt x="44" y="4"/>
                </a:cubicBezTo>
                <a:cubicBezTo>
                  <a:pt x="44" y="4"/>
                  <a:pt x="45" y="3"/>
                  <a:pt x="45" y="3"/>
                </a:cubicBezTo>
                <a:cubicBezTo>
                  <a:pt x="45" y="3"/>
                  <a:pt x="45" y="3"/>
                  <a:pt x="45" y="3"/>
                </a:cubicBezTo>
                <a:close/>
                <a:moveTo>
                  <a:pt x="45" y="6"/>
                </a:moveTo>
                <a:cubicBezTo>
                  <a:pt x="45" y="6"/>
                  <a:pt x="45" y="6"/>
                  <a:pt x="46" y="7"/>
                </a:cubicBezTo>
                <a:cubicBezTo>
                  <a:pt x="46" y="7"/>
                  <a:pt x="46" y="7"/>
                  <a:pt x="46" y="7"/>
                </a:cubicBezTo>
                <a:cubicBezTo>
                  <a:pt x="46" y="7"/>
                  <a:pt x="46" y="8"/>
                  <a:pt x="45" y="8"/>
                </a:cubicBezTo>
                <a:cubicBezTo>
                  <a:pt x="45" y="9"/>
                  <a:pt x="44" y="9"/>
                  <a:pt x="44" y="9"/>
                </a:cubicBezTo>
                <a:cubicBezTo>
                  <a:pt x="44" y="9"/>
                  <a:pt x="44" y="10"/>
                  <a:pt x="44" y="10"/>
                </a:cubicBezTo>
                <a:cubicBezTo>
                  <a:pt x="44" y="10"/>
                  <a:pt x="44" y="10"/>
                  <a:pt x="44" y="10"/>
                </a:cubicBezTo>
                <a:cubicBezTo>
                  <a:pt x="44" y="10"/>
                  <a:pt x="44" y="10"/>
                  <a:pt x="44" y="10"/>
                </a:cubicBezTo>
                <a:cubicBezTo>
                  <a:pt x="45" y="10"/>
                  <a:pt x="45" y="11"/>
                  <a:pt x="45" y="11"/>
                </a:cubicBezTo>
                <a:cubicBezTo>
                  <a:pt x="45" y="11"/>
                  <a:pt x="45" y="11"/>
                  <a:pt x="45" y="11"/>
                </a:cubicBezTo>
                <a:cubicBezTo>
                  <a:pt x="45" y="11"/>
                  <a:pt x="45" y="11"/>
                  <a:pt x="45" y="12"/>
                </a:cubicBezTo>
                <a:cubicBezTo>
                  <a:pt x="45" y="12"/>
                  <a:pt x="45" y="12"/>
                  <a:pt x="45" y="13"/>
                </a:cubicBezTo>
                <a:cubicBezTo>
                  <a:pt x="45" y="14"/>
                  <a:pt x="45" y="14"/>
                  <a:pt x="45" y="14"/>
                </a:cubicBezTo>
                <a:cubicBezTo>
                  <a:pt x="45" y="15"/>
                  <a:pt x="45" y="15"/>
                  <a:pt x="45" y="15"/>
                </a:cubicBezTo>
                <a:cubicBezTo>
                  <a:pt x="45" y="15"/>
                  <a:pt x="45" y="16"/>
                  <a:pt x="45" y="16"/>
                </a:cubicBezTo>
                <a:cubicBezTo>
                  <a:pt x="45" y="16"/>
                  <a:pt x="45" y="16"/>
                  <a:pt x="44" y="16"/>
                </a:cubicBezTo>
                <a:cubicBezTo>
                  <a:pt x="44" y="16"/>
                  <a:pt x="44" y="16"/>
                  <a:pt x="44" y="16"/>
                </a:cubicBezTo>
                <a:cubicBezTo>
                  <a:pt x="44" y="16"/>
                  <a:pt x="44" y="15"/>
                  <a:pt x="44" y="14"/>
                </a:cubicBezTo>
                <a:cubicBezTo>
                  <a:pt x="44" y="14"/>
                  <a:pt x="44" y="13"/>
                  <a:pt x="44" y="13"/>
                </a:cubicBezTo>
                <a:cubicBezTo>
                  <a:pt x="44" y="13"/>
                  <a:pt x="44" y="13"/>
                  <a:pt x="44" y="12"/>
                </a:cubicBezTo>
                <a:cubicBezTo>
                  <a:pt x="44" y="12"/>
                  <a:pt x="44" y="12"/>
                  <a:pt x="44" y="12"/>
                </a:cubicBezTo>
                <a:cubicBezTo>
                  <a:pt x="44" y="12"/>
                  <a:pt x="44" y="12"/>
                  <a:pt x="43" y="12"/>
                </a:cubicBezTo>
                <a:cubicBezTo>
                  <a:pt x="43" y="12"/>
                  <a:pt x="43" y="12"/>
                  <a:pt x="43" y="12"/>
                </a:cubicBezTo>
                <a:cubicBezTo>
                  <a:pt x="43" y="12"/>
                  <a:pt x="42" y="12"/>
                  <a:pt x="42" y="13"/>
                </a:cubicBezTo>
                <a:cubicBezTo>
                  <a:pt x="41" y="13"/>
                  <a:pt x="41" y="13"/>
                  <a:pt x="41" y="13"/>
                </a:cubicBezTo>
                <a:cubicBezTo>
                  <a:pt x="41" y="13"/>
                  <a:pt x="41" y="13"/>
                  <a:pt x="41" y="13"/>
                </a:cubicBezTo>
                <a:cubicBezTo>
                  <a:pt x="41" y="13"/>
                  <a:pt x="41" y="12"/>
                  <a:pt x="41" y="12"/>
                </a:cubicBezTo>
                <a:cubicBezTo>
                  <a:pt x="41" y="12"/>
                  <a:pt x="41" y="11"/>
                  <a:pt x="42" y="11"/>
                </a:cubicBezTo>
                <a:cubicBezTo>
                  <a:pt x="43" y="10"/>
                  <a:pt x="43" y="10"/>
                  <a:pt x="43" y="9"/>
                </a:cubicBezTo>
                <a:cubicBezTo>
                  <a:pt x="43" y="9"/>
                  <a:pt x="44" y="8"/>
                  <a:pt x="44" y="8"/>
                </a:cubicBezTo>
                <a:cubicBezTo>
                  <a:pt x="44" y="7"/>
                  <a:pt x="45" y="7"/>
                  <a:pt x="45" y="7"/>
                </a:cubicBezTo>
                <a:cubicBezTo>
                  <a:pt x="45" y="6"/>
                  <a:pt x="45" y="6"/>
                  <a:pt x="45" y="6"/>
                </a:cubicBezTo>
                <a:close/>
                <a:moveTo>
                  <a:pt x="52" y="12"/>
                </a:moveTo>
                <a:cubicBezTo>
                  <a:pt x="52" y="12"/>
                  <a:pt x="52" y="12"/>
                  <a:pt x="52" y="12"/>
                </a:cubicBezTo>
                <a:cubicBezTo>
                  <a:pt x="53" y="13"/>
                  <a:pt x="54" y="14"/>
                  <a:pt x="54" y="14"/>
                </a:cubicBezTo>
                <a:cubicBezTo>
                  <a:pt x="55" y="15"/>
                  <a:pt x="55" y="16"/>
                  <a:pt x="55" y="16"/>
                </a:cubicBezTo>
                <a:cubicBezTo>
                  <a:pt x="55" y="16"/>
                  <a:pt x="55" y="16"/>
                  <a:pt x="55" y="16"/>
                </a:cubicBezTo>
                <a:cubicBezTo>
                  <a:pt x="55" y="16"/>
                  <a:pt x="55" y="16"/>
                  <a:pt x="54" y="16"/>
                </a:cubicBezTo>
                <a:cubicBezTo>
                  <a:pt x="54" y="16"/>
                  <a:pt x="54" y="16"/>
                  <a:pt x="53" y="16"/>
                </a:cubicBezTo>
                <a:cubicBezTo>
                  <a:pt x="53" y="16"/>
                  <a:pt x="52" y="16"/>
                  <a:pt x="52" y="16"/>
                </a:cubicBezTo>
                <a:cubicBezTo>
                  <a:pt x="52" y="16"/>
                  <a:pt x="51" y="16"/>
                  <a:pt x="51" y="16"/>
                </a:cubicBezTo>
                <a:lnTo>
                  <a:pt x="50" y="16"/>
                </a:lnTo>
                <a:cubicBezTo>
                  <a:pt x="50" y="16"/>
                  <a:pt x="50" y="16"/>
                  <a:pt x="50" y="16"/>
                </a:cubicBezTo>
                <a:cubicBezTo>
                  <a:pt x="49" y="16"/>
                  <a:pt x="49" y="16"/>
                  <a:pt x="49" y="16"/>
                </a:cubicBezTo>
                <a:cubicBezTo>
                  <a:pt x="49" y="16"/>
                  <a:pt x="49" y="16"/>
                  <a:pt x="49" y="16"/>
                </a:cubicBezTo>
                <a:cubicBezTo>
                  <a:pt x="49" y="15"/>
                  <a:pt x="48" y="15"/>
                  <a:pt x="48" y="15"/>
                </a:cubicBezTo>
                <a:cubicBezTo>
                  <a:pt x="48" y="15"/>
                  <a:pt x="48" y="14"/>
                  <a:pt x="48" y="14"/>
                </a:cubicBezTo>
                <a:cubicBezTo>
                  <a:pt x="48" y="14"/>
                  <a:pt x="48" y="13"/>
                  <a:pt x="48" y="13"/>
                </a:cubicBezTo>
                <a:cubicBezTo>
                  <a:pt x="48" y="13"/>
                  <a:pt x="48" y="13"/>
                  <a:pt x="48" y="13"/>
                </a:cubicBezTo>
                <a:cubicBezTo>
                  <a:pt x="48" y="13"/>
                  <a:pt x="47" y="13"/>
                  <a:pt x="47" y="14"/>
                </a:cubicBezTo>
                <a:cubicBezTo>
                  <a:pt x="47" y="14"/>
                  <a:pt x="47" y="15"/>
                  <a:pt x="47" y="15"/>
                </a:cubicBezTo>
                <a:cubicBezTo>
                  <a:pt x="47" y="15"/>
                  <a:pt x="47" y="15"/>
                  <a:pt x="47" y="15"/>
                </a:cubicBezTo>
                <a:cubicBezTo>
                  <a:pt x="46" y="15"/>
                  <a:pt x="46" y="15"/>
                  <a:pt x="46" y="15"/>
                </a:cubicBezTo>
                <a:cubicBezTo>
                  <a:pt x="45" y="15"/>
                  <a:pt x="45" y="15"/>
                  <a:pt x="45" y="15"/>
                </a:cubicBezTo>
                <a:cubicBezTo>
                  <a:pt x="45" y="15"/>
                  <a:pt x="45" y="14"/>
                  <a:pt x="46" y="14"/>
                </a:cubicBezTo>
                <a:cubicBezTo>
                  <a:pt x="46" y="13"/>
                  <a:pt x="46" y="13"/>
                  <a:pt x="47" y="13"/>
                </a:cubicBezTo>
                <a:cubicBezTo>
                  <a:pt x="47" y="13"/>
                  <a:pt x="47" y="12"/>
                  <a:pt x="47" y="12"/>
                </a:cubicBezTo>
                <a:cubicBezTo>
                  <a:pt x="47" y="12"/>
                  <a:pt x="47" y="12"/>
                  <a:pt x="47" y="12"/>
                </a:cubicBezTo>
                <a:cubicBezTo>
                  <a:pt x="47" y="12"/>
                  <a:pt x="47" y="12"/>
                  <a:pt x="47" y="12"/>
                </a:cubicBezTo>
                <a:cubicBezTo>
                  <a:pt x="47" y="11"/>
                  <a:pt x="47" y="11"/>
                  <a:pt x="47" y="11"/>
                </a:cubicBezTo>
                <a:cubicBezTo>
                  <a:pt x="48" y="11"/>
                  <a:pt x="48" y="11"/>
                  <a:pt x="48" y="11"/>
                </a:cubicBezTo>
                <a:cubicBezTo>
                  <a:pt x="48" y="11"/>
                  <a:pt x="49" y="11"/>
                  <a:pt x="49" y="11"/>
                </a:cubicBezTo>
                <a:cubicBezTo>
                  <a:pt x="49" y="11"/>
                  <a:pt x="50" y="11"/>
                  <a:pt x="50" y="11"/>
                </a:cubicBezTo>
                <a:cubicBezTo>
                  <a:pt x="50" y="11"/>
                  <a:pt x="50" y="11"/>
                  <a:pt x="50" y="11"/>
                </a:cubicBezTo>
                <a:cubicBezTo>
                  <a:pt x="51" y="11"/>
                  <a:pt x="51" y="11"/>
                  <a:pt x="51" y="11"/>
                </a:cubicBezTo>
                <a:cubicBezTo>
                  <a:pt x="51" y="11"/>
                  <a:pt x="52" y="11"/>
                  <a:pt x="52" y="11"/>
                </a:cubicBezTo>
                <a:cubicBezTo>
                  <a:pt x="52" y="11"/>
                  <a:pt x="52" y="11"/>
                  <a:pt x="52" y="11"/>
                </a:cubicBezTo>
                <a:cubicBezTo>
                  <a:pt x="52" y="11"/>
                  <a:pt x="52" y="11"/>
                  <a:pt x="52" y="11"/>
                </a:cubicBezTo>
                <a:cubicBezTo>
                  <a:pt x="52" y="11"/>
                  <a:pt x="52" y="12"/>
                  <a:pt x="52" y="12"/>
                </a:cubicBezTo>
                <a:cubicBezTo>
                  <a:pt x="52" y="12"/>
                  <a:pt x="52" y="12"/>
                  <a:pt x="52" y="12"/>
                </a:cubicBezTo>
                <a:close/>
                <a:moveTo>
                  <a:pt x="57" y="13"/>
                </a:moveTo>
                <a:cubicBezTo>
                  <a:pt x="57" y="13"/>
                  <a:pt x="57" y="13"/>
                  <a:pt x="57" y="14"/>
                </a:cubicBezTo>
                <a:cubicBezTo>
                  <a:pt x="57" y="14"/>
                  <a:pt x="57" y="14"/>
                  <a:pt x="57" y="14"/>
                </a:cubicBezTo>
                <a:cubicBezTo>
                  <a:pt x="56" y="14"/>
                  <a:pt x="56" y="14"/>
                  <a:pt x="55" y="13"/>
                </a:cubicBezTo>
                <a:cubicBezTo>
                  <a:pt x="54" y="12"/>
                  <a:pt x="54" y="12"/>
                  <a:pt x="54" y="12"/>
                </a:cubicBezTo>
                <a:cubicBezTo>
                  <a:pt x="54" y="12"/>
                  <a:pt x="54" y="12"/>
                  <a:pt x="54" y="12"/>
                </a:cubicBezTo>
                <a:cubicBezTo>
                  <a:pt x="54" y="12"/>
                  <a:pt x="54" y="12"/>
                  <a:pt x="54" y="12"/>
                </a:cubicBezTo>
                <a:cubicBezTo>
                  <a:pt x="55" y="12"/>
                  <a:pt x="55" y="12"/>
                  <a:pt x="56" y="12"/>
                </a:cubicBezTo>
                <a:cubicBezTo>
                  <a:pt x="56" y="12"/>
                  <a:pt x="56" y="12"/>
                  <a:pt x="56" y="12"/>
                </a:cubicBezTo>
                <a:cubicBezTo>
                  <a:pt x="56" y="12"/>
                  <a:pt x="57" y="12"/>
                  <a:pt x="57" y="12"/>
                </a:cubicBezTo>
                <a:cubicBezTo>
                  <a:pt x="57" y="12"/>
                  <a:pt x="57" y="12"/>
                  <a:pt x="57" y="13"/>
                </a:cubicBezTo>
                <a:cubicBezTo>
                  <a:pt x="57" y="13"/>
                  <a:pt x="57" y="13"/>
                  <a:pt x="57" y="13"/>
                </a:cubicBezTo>
                <a:close/>
                <a:moveTo>
                  <a:pt x="71" y="5"/>
                </a:moveTo>
                <a:cubicBezTo>
                  <a:pt x="71" y="5"/>
                  <a:pt x="71" y="5"/>
                  <a:pt x="71" y="5"/>
                </a:cubicBezTo>
                <a:cubicBezTo>
                  <a:pt x="71" y="5"/>
                  <a:pt x="71" y="6"/>
                  <a:pt x="71" y="6"/>
                </a:cubicBezTo>
                <a:cubicBezTo>
                  <a:pt x="70" y="6"/>
                  <a:pt x="70" y="6"/>
                  <a:pt x="70" y="7"/>
                </a:cubicBezTo>
                <a:cubicBezTo>
                  <a:pt x="70" y="7"/>
                  <a:pt x="70" y="7"/>
                  <a:pt x="70" y="8"/>
                </a:cubicBezTo>
                <a:cubicBezTo>
                  <a:pt x="70" y="8"/>
                  <a:pt x="70" y="9"/>
                  <a:pt x="69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69" y="9"/>
                  <a:pt x="69" y="8"/>
                  <a:pt x="68" y="8"/>
                </a:cubicBezTo>
                <a:cubicBezTo>
                  <a:pt x="68" y="8"/>
                  <a:pt x="68" y="8"/>
                  <a:pt x="68" y="8"/>
                </a:cubicBezTo>
                <a:cubicBezTo>
                  <a:pt x="68" y="8"/>
                  <a:pt x="67" y="8"/>
                  <a:pt x="66" y="9"/>
                </a:cubicBezTo>
                <a:cubicBezTo>
                  <a:pt x="66" y="9"/>
                  <a:pt x="65" y="9"/>
                  <a:pt x="65" y="9"/>
                </a:cubicBezTo>
                <a:cubicBezTo>
                  <a:pt x="65" y="9"/>
                  <a:pt x="65" y="9"/>
                  <a:pt x="65" y="9"/>
                </a:cubicBezTo>
                <a:cubicBezTo>
                  <a:pt x="65" y="9"/>
                  <a:pt x="65" y="9"/>
                  <a:pt x="64" y="9"/>
                </a:cubicBezTo>
                <a:cubicBezTo>
                  <a:pt x="64" y="8"/>
                  <a:pt x="64" y="8"/>
                  <a:pt x="63" y="7"/>
                </a:cubicBezTo>
                <a:cubicBezTo>
                  <a:pt x="63" y="7"/>
                  <a:pt x="63" y="6"/>
                  <a:pt x="63" y="6"/>
                </a:cubicBezTo>
                <a:cubicBezTo>
                  <a:pt x="63" y="6"/>
                  <a:pt x="63" y="7"/>
                  <a:pt x="63" y="7"/>
                </a:cubicBezTo>
                <a:cubicBezTo>
                  <a:pt x="63" y="8"/>
                  <a:pt x="62" y="10"/>
                  <a:pt x="61" y="11"/>
                </a:cubicBezTo>
                <a:cubicBezTo>
                  <a:pt x="61" y="12"/>
                  <a:pt x="61" y="12"/>
                  <a:pt x="61" y="13"/>
                </a:cubicBezTo>
                <a:cubicBezTo>
                  <a:pt x="61" y="13"/>
                  <a:pt x="61" y="14"/>
                  <a:pt x="61" y="14"/>
                </a:cubicBezTo>
                <a:cubicBezTo>
                  <a:pt x="60" y="14"/>
                  <a:pt x="60" y="14"/>
                  <a:pt x="60" y="14"/>
                </a:cubicBezTo>
                <a:cubicBezTo>
                  <a:pt x="59" y="15"/>
                  <a:pt x="59" y="15"/>
                  <a:pt x="58" y="15"/>
                </a:cubicBezTo>
                <a:cubicBezTo>
                  <a:pt x="58" y="15"/>
                  <a:pt x="58" y="16"/>
                  <a:pt x="58" y="16"/>
                </a:cubicBezTo>
                <a:cubicBezTo>
                  <a:pt x="57" y="16"/>
                  <a:pt x="57" y="16"/>
                  <a:pt x="57" y="15"/>
                </a:cubicBezTo>
                <a:cubicBezTo>
                  <a:pt x="57" y="15"/>
                  <a:pt x="58" y="15"/>
                  <a:pt x="58" y="15"/>
                </a:cubicBezTo>
                <a:cubicBezTo>
                  <a:pt x="58" y="14"/>
                  <a:pt x="59" y="14"/>
                  <a:pt x="59" y="13"/>
                </a:cubicBezTo>
                <a:cubicBezTo>
                  <a:pt x="59" y="13"/>
                  <a:pt x="60" y="13"/>
                  <a:pt x="60" y="12"/>
                </a:cubicBezTo>
                <a:cubicBezTo>
                  <a:pt x="60" y="11"/>
                  <a:pt x="61" y="10"/>
                  <a:pt x="61" y="9"/>
                </a:cubicBezTo>
                <a:cubicBezTo>
                  <a:pt x="62" y="8"/>
                  <a:pt x="62" y="7"/>
                  <a:pt x="62" y="6"/>
                </a:cubicBezTo>
                <a:cubicBezTo>
                  <a:pt x="63" y="5"/>
                  <a:pt x="63" y="4"/>
                  <a:pt x="63" y="3"/>
                </a:cubicBezTo>
                <a:cubicBezTo>
                  <a:pt x="63" y="3"/>
                  <a:pt x="63" y="3"/>
                  <a:pt x="63" y="3"/>
                </a:cubicBezTo>
                <a:cubicBezTo>
                  <a:pt x="63" y="2"/>
                  <a:pt x="63" y="2"/>
                  <a:pt x="63" y="2"/>
                </a:cubicBezTo>
                <a:cubicBezTo>
                  <a:pt x="63" y="2"/>
                  <a:pt x="64" y="2"/>
                  <a:pt x="64" y="3"/>
                </a:cubicBezTo>
                <a:cubicBezTo>
                  <a:pt x="64" y="3"/>
                  <a:pt x="64" y="3"/>
                  <a:pt x="64" y="3"/>
                </a:cubicBezTo>
                <a:cubicBezTo>
                  <a:pt x="64" y="3"/>
                  <a:pt x="65" y="3"/>
                  <a:pt x="65" y="3"/>
                </a:cubicBezTo>
                <a:cubicBezTo>
                  <a:pt x="66" y="2"/>
                  <a:pt x="66" y="2"/>
                  <a:pt x="66" y="2"/>
                </a:cubicBezTo>
                <a:cubicBezTo>
                  <a:pt x="67" y="2"/>
                  <a:pt x="67" y="2"/>
                  <a:pt x="68" y="2"/>
                </a:cubicBezTo>
                <a:cubicBezTo>
                  <a:pt x="68" y="2"/>
                  <a:pt x="68" y="2"/>
                  <a:pt x="68" y="2"/>
                </a:cubicBezTo>
                <a:cubicBezTo>
                  <a:pt x="69" y="2"/>
                  <a:pt x="69" y="2"/>
                  <a:pt x="69" y="2"/>
                </a:cubicBezTo>
                <a:cubicBezTo>
                  <a:pt x="69" y="2"/>
                  <a:pt x="69" y="2"/>
                  <a:pt x="69" y="2"/>
                </a:cubicBezTo>
                <a:cubicBezTo>
                  <a:pt x="69" y="2"/>
                  <a:pt x="69" y="2"/>
                  <a:pt x="69" y="3"/>
                </a:cubicBezTo>
                <a:cubicBezTo>
                  <a:pt x="70" y="3"/>
                  <a:pt x="70" y="3"/>
                  <a:pt x="70" y="3"/>
                </a:cubicBezTo>
                <a:cubicBezTo>
                  <a:pt x="70" y="3"/>
                  <a:pt x="70" y="3"/>
                  <a:pt x="69" y="3"/>
                </a:cubicBezTo>
                <a:cubicBezTo>
                  <a:pt x="68" y="3"/>
                  <a:pt x="68" y="3"/>
                  <a:pt x="67" y="4"/>
                </a:cubicBezTo>
                <a:cubicBezTo>
                  <a:pt x="67" y="4"/>
                  <a:pt x="67" y="4"/>
                  <a:pt x="67" y="4"/>
                </a:cubicBezTo>
                <a:cubicBezTo>
                  <a:pt x="66" y="4"/>
                  <a:pt x="66" y="4"/>
                  <a:pt x="66" y="4"/>
                </a:cubicBezTo>
                <a:cubicBezTo>
                  <a:pt x="66" y="4"/>
                  <a:pt x="66" y="4"/>
                  <a:pt x="66" y="4"/>
                </a:cubicBezTo>
                <a:cubicBezTo>
                  <a:pt x="66" y="4"/>
                  <a:pt x="65" y="4"/>
                  <a:pt x="65" y="4"/>
                </a:cubicBezTo>
                <a:cubicBezTo>
                  <a:pt x="65" y="4"/>
                  <a:pt x="65" y="4"/>
                  <a:pt x="64" y="4"/>
                </a:cubicBezTo>
                <a:cubicBezTo>
                  <a:pt x="64" y="4"/>
                  <a:pt x="64" y="4"/>
                  <a:pt x="64" y="4"/>
                </a:cubicBezTo>
                <a:cubicBezTo>
                  <a:pt x="64" y="5"/>
                  <a:pt x="64" y="5"/>
                  <a:pt x="64" y="5"/>
                </a:cubicBezTo>
                <a:cubicBezTo>
                  <a:pt x="64" y="5"/>
                  <a:pt x="64" y="5"/>
                  <a:pt x="64" y="5"/>
                </a:cubicBezTo>
                <a:cubicBezTo>
                  <a:pt x="64" y="5"/>
                  <a:pt x="64" y="5"/>
                  <a:pt x="64" y="5"/>
                </a:cubicBezTo>
                <a:cubicBezTo>
                  <a:pt x="65" y="5"/>
                  <a:pt x="66" y="5"/>
                  <a:pt x="67" y="4"/>
                </a:cubicBezTo>
                <a:cubicBezTo>
                  <a:pt x="68" y="4"/>
                  <a:pt x="68" y="4"/>
                  <a:pt x="69" y="4"/>
                </a:cubicBezTo>
                <a:cubicBezTo>
                  <a:pt x="70" y="4"/>
                  <a:pt x="70" y="4"/>
                  <a:pt x="70" y="5"/>
                </a:cubicBezTo>
                <a:cubicBezTo>
                  <a:pt x="71" y="5"/>
                  <a:pt x="71" y="5"/>
                  <a:pt x="71" y="5"/>
                </a:cubicBezTo>
                <a:cubicBezTo>
                  <a:pt x="71" y="5"/>
                  <a:pt x="71" y="5"/>
                  <a:pt x="71" y="5"/>
                </a:cubicBezTo>
                <a:close/>
                <a:moveTo>
                  <a:pt x="72" y="12"/>
                </a:moveTo>
                <a:cubicBezTo>
                  <a:pt x="72" y="12"/>
                  <a:pt x="72" y="12"/>
                  <a:pt x="72" y="12"/>
                </a:cubicBezTo>
                <a:cubicBezTo>
                  <a:pt x="72" y="12"/>
                  <a:pt x="73" y="12"/>
                  <a:pt x="73" y="13"/>
                </a:cubicBezTo>
                <a:cubicBezTo>
                  <a:pt x="73" y="13"/>
                  <a:pt x="73" y="13"/>
                  <a:pt x="73" y="13"/>
                </a:cubicBezTo>
                <a:cubicBezTo>
                  <a:pt x="73" y="13"/>
                  <a:pt x="73" y="13"/>
                  <a:pt x="73" y="13"/>
                </a:cubicBezTo>
                <a:cubicBezTo>
                  <a:pt x="73" y="13"/>
                  <a:pt x="72" y="13"/>
                  <a:pt x="72" y="13"/>
                </a:cubicBezTo>
                <a:cubicBezTo>
                  <a:pt x="72" y="13"/>
                  <a:pt x="71" y="13"/>
                  <a:pt x="70" y="13"/>
                </a:cubicBezTo>
                <a:cubicBezTo>
                  <a:pt x="69" y="13"/>
                  <a:pt x="69" y="13"/>
                  <a:pt x="69" y="13"/>
                </a:cubicBezTo>
                <a:cubicBezTo>
                  <a:pt x="68" y="13"/>
                  <a:pt x="68" y="13"/>
                  <a:pt x="68" y="13"/>
                </a:cubicBezTo>
                <a:lnTo>
                  <a:pt x="68" y="14"/>
                </a:lnTo>
                <a:cubicBezTo>
                  <a:pt x="68" y="15"/>
                  <a:pt x="68" y="16"/>
                  <a:pt x="68" y="16"/>
                </a:cubicBezTo>
                <a:cubicBezTo>
                  <a:pt x="68" y="17"/>
                  <a:pt x="68" y="17"/>
                  <a:pt x="68" y="17"/>
                </a:cubicBezTo>
                <a:cubicBezTo>
                  <a:pt x="68" y="18"/>
                  <a:pt x="68" y="18"/>
                  <a:pt x="68" y="18"/>
                </a:cubicBezTo>
                <a:cubicBezTo>
                  <a:pt x="67" y="18"/>
                  <a:pt x="67" y="18"/>
                  <a:pt x="66" y="17"/>
                </a:cubicBezTo>
                <a:cubicBezTo>
                  <a:pt x="65" y="17"/>
                  <a:pt x="65" y="17"/>
                  <a:pt x="64" y="17"/>
                </a:cubicBezTo>
                <a:cubicBezTo>
                  <a:pt x="64" y="16"/>
                  <a:pt x="63" y="16"/>
                  <a:pt x="63" y="16"/>
                </a:cubicBezTo>
                <a:cubicBezTo>
                  <a:pt x="63" y="16"/>
                  <a:pt x="63" y="16"/>
                  <a:pt x="64" y="16"/>
                </a:cubicBezTo>
                <a:cubicBezTo>
                  <a:pt x="64" y="16"/>
                  <a:pt x="64" y="16"/>
                  <a:pt x="64" y="16"/>
                </a:cubicBezTo>
                <a:cubicBezTo>
                  <a:pt x="64" y="16"/>
                  <a:pt x="65" y="16"/>
                  <a:pt x="65" y="16"/>
                </a:cubicBezTo>
                <a:cubicBezTo>
                  <a:pt x="66" y="16"/>
                  <a:pt x="66" y="16"/>
                  <a:pt x="66" y="16"/>
                </a:cubicBezTo>
                <a:cubicBezTo>
                  <a:pt x="66" y="16"/>
                  <a:pt x="67" y="16"/>
                  <a:pt x="67" y="16"/>
                </a:cubicBezTo>
                <a:cubicBezTo>
                  <a:pt x="67" y="16"/>
                  <a:pt x="67" y="16"/>
                  <a:pt x="67" y="16"/>
                </a:cubicBezTo>
                <a:cubicBezTo>
                  <a:pt x="67" y="16"/>
                  <a:pt x="67" y="15"/>
                  <a:pt x="67" y="15"/>
                </a:cubicBezTo>
                <a:cubicBezTo>
                  <a:pt x="67" y="15"/>
                  <a:pt x="67" y="14"/>
                  <a:pt x="67" y="14"/>
                </a:cubicBezTo>
                <a:cubicBezTo>
                  <a:pt x="67" y="14"/>
                  <a:pt x="67" y="13"/>
                  <a:pt x="67" y="13"/>
                </a:cubicBezTo>
                <a:cubicBezTo>
                  <a:pt x="67" y="13"/>
                  <a:pt x="67" y="13"/>
                  <a:pt x="67" y="13"/>
                </a:cubicBezTo>
                <a:cubicBezTo>
                  <a:pt x="67" y="13"/>
                  <a:pt x="67" y="13"/>
                  <a:pt x="67" y="13"/>
                </a:cubicBezTo>
                <a:cubicBezTo>
                  <a:pt x="66" y="13"/>
                  <a:pt x="65" y="13"/>
                  <a:pt x="64" y="13"/>
                </a:cubicBezTo>
                <a:cubicBezTo>
                  <a:pt x="64" y="14"/>
                  <a:pt x="64" y="14"/>
                  <a:pt x="63" y="14"/>
                </a:cubicBezTo>
                <a:cubicBezTo>
                  <a:pt x="63" y="14"/>
                  <a:pt x="63" y="14"/>
                  <a:pt x="62" y="14"/>
                </a:cubicBezTo>
                <a:cubicBezTo>
                  <a:pt x="62" y="14"/>
                  <a:pt x="62" y="14"/>
                  <a:pt x="62" y="14"/>
                </a:cubicBezTo>
                <a:cubicBezTo>
                  <a:pt x="62" y="14"/>
                  <a:pt x="62" y="14"/>
                  <a:pt x="62" y="14"/>
                </a:cubicBezTo>
                <a:cubicBezTo>
                  <a:pt x="62" y="14"/>
                  <a:pt x="62" y="13"/>
                  <a:pt x="62" y="13"/>
                </a:cubicBezTo>
                <a:cubicBezTo>
                  <a:pt x="62" y="13"/>
                  <a:pt x="62" y="13"/>
                  <a:pt x="62" y="13"/>
                </a:cubicBezTo>
                <a:cubicBezTo>
                  <a:pt x="62" y="13"/>
                  <a:pt x="62" y="13"/>
                  <a:pt x="63" y="13"/>
                </a:cubicBezTo>
                <a:cubicBezTo>
                  <a:pt x="63" y="13"/>
                  <a:pt x="63" y="13"/>
                  <a:pt x="63" y="13"/>
                </a:cubicBezTo>
                <a:cubicBezTo>
                  <a:pt x="64" y="13"/>
                  <a:pt x="65" y="12"/>
                  <a:pt x="66" y="12"/>
                </a:cubicBezTo>
                <a:cubicBezTo>
                  <a:pt x="67" y="12"/>
                  <a:pt x="67" y="12"/>
                  <a:pt x="67" y="12"/>
                </a:cubicBezTo>
                <a:cubicBezTo>
                  <a:pt x="67" y="12"/>
                  <a:pt x="67" y="11"/>
                  <a:pt x="66" y="11"/>
                </a:cubicBezTo>
                <a:cubicBezTo>
                  <a:pt x="66" y="11"/>
                  <a:pt x="66" y="11"/>
                  <a:pt x="66" y="11"/>
                </a:cubicBezTo>
                <a:cubicBezTo>
                  <a:pt x="66" y="11"/>
                  <a:pt x="66" y="11"/>
                  <a:pt x="66" y="11"/>
                </a:cubicBezTo>
                <a:cubicBezTo>
                  <a:pt x="67" y="11"/>
                  <a:pt x="67" y="11"/>
                  <a:pt x="67" y="11"/>
                </a:cubicBezTo>
                <a:cubicBezTo>
                  <a:pt x="67" y="11"/>
                  <a:pt x="68" y="11"/>
                  <a:pt x="68" y="10"/>
                </a:cubicBezTo>
                <a:cubicBezTo>
                  <a:pt x="68" y="10"/>
                  <a:pt x="68" y="10"/>
                  <a:pt x="68" y="10"/>
                </a:cubicBezTo>
                <a:cubicBezTo>
                  <a:pt x="68" y="10"/>
                  <a:pt x="68" y="9"/>
                  <a:pt x="68" y="9"/>
                </a:cubicBezTo>
                <a:cubicBezTo>
                  <a:pt x="68" y="9"/>
                  <a:pt x="67" y="10"/>
                  <a:pt x="66" y="10"/>
                </a:cubicBezTo>
                <a:cubicBezTo>
                  <a:pt x="65" y="11"/>
                  <a:pt x="65" y="11"/>
                  <a:pt x="64" y="11"/>
                </a:cubicBezTo>
                <a:cubicBezTo>
                  <a:pt x="64" y="11"/>
                  <a:pt x="64" y="11"/>
                  <a:pt x="64" y="11"/>
                </a:cubicBezTo>
                <a:cubicBezTo>
                  <a:pt x="64" y="11"/>
                  <a:pt x="63" y="11"/>
                  <a:pt x="63" y="11"/>
                </a:cubicBezTo>
                <a:cubicBezTo>
                  <a:pt x="63" y="11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4" y="10"/>
                  <a:pt x="64" y="10"/>
                </a:cubicBezTo>
                <a:cubicBezTo>
                  <a:pt x="64" y="10"/>
                  <a:pt x="65" y="10"/>
                  <a:pt x="66" y="9"/>
                </a:cubicBezTo>
                <a:cubicBezTo>
                  <a:pt x="67" y="9"/>
                  <a:pt x="67" y="9"/>
                  <a:pt x="68" y="9"/>
                </a:cubicBezTo>
                <a:cubicBezTo>
                  <a:pt x="68" y="9"/>
                  <a:pt x="68" y="9"/>
                  <a:pt x="68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70" y="9"/>
                  <a:pt x="70" y="10"/>
                  <a:pt x="70" y="10"/>
                </a:cubicBezTo>
                <a:cubicBezTo>
                  <a:pt x="70" y="10"/>
                  <a:pt x="70" y="10"/>
                  <a:pt x="69" y="10"/>
                </a:cubicBezTo>
                <a:cubicBezTo>
                  <a:pt x="69" y="11"/>
                  <a:pt x="69" y="11"/>
                  <a:pt x="68" y="11"/>
                </a:cubicBezTo>
                <a:cubicBezTo>
                  <a:pt x="68" y="11"/>
                  <a:pt x="68" y="11"/>
                  <a:pt x="68" y="11"/>
                </a:cubicBezTo>
                <a:cubicBezTo>
                  <a:pt x="68" y="11"/>
                  <a:pt x="68" y="12"/>
                  <a:pt x="68" y="12"/>
                </a:cubicBezTo>
                <a:cubicBezTo>
                  <a:pt x="68" y="12"/>
                  <a:pt x="68" y="12"/>
                  <a:pt x="69" y="12"/>
                </a:cubicBezTo>
                <a:lnTo>
                  <a:pt x="70" y="12"/>
                </a:lnTo>
                <a:cubicBezTo>
                  <a:pt x="70" y="12"/>
                  <a:pt x="71" y="12"/>
                  <a:pt x="71" y="12"/>
                </a:cubicBezTo>
                <a:cubicBezTo>
                  <a:pt x="71" y="12"/>
                  <a:pt x="71" y="12"/>
                  <a:pt x="72" y="12"/>
                </a:cubicBezTo>
                <a:close/>
                <a:moveTo>
                  <a:pt x="84" y="6"/>
                </a:moveTo>
                <a:cubicBezTo>
                  <a:pt x="84" y="6"/>
                  <a:pt x="84" y="6"/>
                  <a:pt x="85" y="6"/>
                </a:cubicBezTo>
                <a:cubicBezTo>
                  <a:pt x="85" y="6"/>
                  <a:pt x="85" y="6"/>
                  <a:pt x="86" y="6"/>
                </a:cubicBezTo>
                <a:cubicBezTo>
                  <a:pt x="86" y="6"/>
                  <a:pt x="86" y="6"/>
                  <a:pt x="87" y="6"/>
                </a:cubicBezTo>
                <a:cubicBezTo>
                  <a:pt x="87" y="6"/>
                  <a:pt x="87" y="6"/>
                  <a:pt x="88" y="7"/>
                </a:cubicBezTo>
                <a:cubicBezTo>
                  <a:pt x="88" y="7"/>
                  <a:pt x="89" y="8"/>
                  <a:pt x="89" y="8"/>
                </a:cubicBezTo>
                <a:cubicBezTo>
                  <a:pt x="89" y="8"/>
                  <a:pt x="89" y="8"/>
                  <a:pt x="89" y="8"/>
                </a:cubicBezTo>
                <a:cubicBezTo>
                  <a:pt x="89" y="8"/>
                  <a:pt x="89" y="9"/>
                  <a:pt x="89" y="9"/>
                </a:cubicBezTo>
                <a:cubicBezTo>
                  <a:pt x="89" y="9"/>
                  <a:pt x="89" y="9"/>
                  <a:pt x="89" y="9"/>
                </a:cubicBezTo>
                <a:cubicBezTo>
                  <a:pt x="89" y="9"/>
                  <a:pt x="89" y="9"/>
                  <a:pt x="88" y="9"/>
                </a:cubicBezTo>
                <a:cubicBezTo>
                  <a:pt x="88" y="9"/>
                  <a:pt x="88" y="9"/>
                  <a:pt x="87" y="9"/>
                </a:cubicBezTo>
                <a:lnTo>
                  <a:pt x="86" y="9"/>
                </a:lnTo>
                <a:cubicBezTo>
                  <a:pt x="86" y="9"/>
                  <a:pt x="86" y="9"/>
                  <a:pt x="86" y="9"/>
                </a:cubicBezTo>
                <a:cubicBezTo>
                  <a:pt x="85" y="9"/>
                  <a:pt x="85" y="10"/>
                  <a:pt x="84" y="10"/>
                </a:cubicBezTo>
                <a:cubicBezTo>
                  <a:pt x="84" y="10"/>
                  <a:pt x="84" y="10"/>
                  <a:pt x="84" y="10"/>
                </a:cubicBezTo>
                <a:cubicBezTo>
                  <a:pt x="84" y="10"/>
                  <a:pt x="84" y="10"/>
                  <a:pt x="84" y="10"/>
                </a:cubicBezTo>
                <a:cubicBezTo>
                  <a:pt x="84" y="11"/>
                  <a:pt x="84" y="11"/>
                  <a:pt x="84" y="11"/>
                </a:cubicBezTo>
                <a:cubicBezTo>
                  <a:pt x="84" y="11"/>
                  <a:pt x="84" y="11"/>
                  <a:pt x="84" y="11"/>
                </a:cubicBezTo>
                <a:cubicBezTo>
                  <a:pt x="84" y="11"/>
                  <a:pt x="84" y="11"/>
                  <a:pt x="84" y="11"/>
                </a:cubicBezTo>
                <a:cubicBezTo>
                  <a:pt x="85" y="11"/>
                  <a:pt x="86" y="11"/>
                  <a:pt x="87" y="11"/>
                </a:cubicBezTo>
                <a:cubicBezTo>
                  <a:pt x="87" y="11"/>
                  <a:pt x="88" y="11"/>
                  <a:pt x="88" y="11"/>
                </a:cubicBezTo>
                <a:cubicBezTo>
                  <a:pt x="88" y="11"/>
                  <a:pt x="88" y="11"/>
                  <a:pt x="88" y="11"/>
                </a:cubicBezTo>
                <a:cubicBezTo>
                  <a:pt x="88" y="12"/>
                  <a:pt x="88" y="12"/>
                  <a:pt x="88" y="12"/>
                </a:cubicBezTo>
                <a:cubicBezTo>
                  <a:pt x="88" y="12"/>
                  <a:pt x="88" y="12"/>
                  <a:pt x="88" y="13"/>
                </a:cubicBezTo>
                <a:cubicBezTo>
                  <a:pt x="88" y="13"/>
                  <a:pt x="88" y="13"/>
                  <a:pt x="88" y="13"/>
                </a:cubicBezTo>
                <a:cubicBezTo>
                  <a:pt x="88" y="13"/>
                  <a:pt x="88" y="13"/>
                  <a:pt x="88" y="13"/>
                </a:cubicBezTo>
                <a:cubicBezTo>
                  <a:pt x="87" y="13"/>
                  <a:pt x="87" y="12"/>
                  <a:pt x="86" y="12"/>
                </a:cubicBezTo>
                <a:cubicBezTo>
                  <a:pt x="85" y="12"/>
                  <a:pt x="84" y="12"/>
                  <a:pt x="84" y="13"/>
                </a:cubicBezTo>
                <a:cubicBezTo>
                  <a:pt x="84" y="13"/>
                  <a:pt x="84" y="13"/>
                  <a:pt x="84" y="13"/>
                </a:cubicBezTo>
                <a:cubicBezTo>
                  <a:pt x="84" y="13"/>
                  <a:pt x="84" y="14"/>
                  <a:pt x="84" y="15"/>
                </a:cubicBezTo>
                <a:cubicBezTo>
                  <a:pt x="84" y="15"/>
                  <a:pt x="84" y="16"/>
                  <a:pt x="84" y="16"/>
                </a:cubicBezTo>
                <a:cubicBezTo>
                  <a:pt x="83" y="17"/>
                  <a:pt x="83" y="17"/>
                  <a:pt x="83" y="18"/>
                </a:cubicBezTo>
                <a:cubicBezTo>
                  <a:pt x="83" y="18"/>
                  <a:pt x="83" y="18"/>
                  <a:pt x="83" y="18"/>
                </a:cubicBezTo>
                <a:cubicBezTo>
                  <a:pt x="83" y="18"/>
                  <a:pt x="83" y="18"/>
                  <a:pt x="83" y="18"/>
                </a:cubicBezTo>
                <a:cubicBezTo>
                  <a:pt x="82" y="18"/>
                  <a:pt x="82" y="18"/>
                  <a:pt x="82" y="18"/>
                </a:cubicBezTo>
                <a:cubicBezTo>
                  <a:pt x="81" y="17"/>
                  <a:pt x="80" y="17"/>
                  <a:pt x="80" y="17"/>
                </a:cubicBezTo>
                <a:cubicBezTo>
                  <a:pt x="80" y="17"/>
                  <a:pt x="79" y="16"/>
                  <a:pt x="79" y="16"/>
                </a:cubicBezTo>
                <a:cubicBezTo>
                  <a:pt x="79" y="16"/>
                  <a:pt x="79" y="16"/>
                  <a:pt x="80" y="16"/>
                </a:cubicBezTo>
                <a:cubicBezTo>
                  <a:pt x="80" y="16"/>
                  <a:pt x="80" y="16"/>
                  <a:pt x="81" y="16"/>
                </a:cubicBezTo>
                <a:cubicBezTo>
                  <a:pt x="81" y="16"/>
                  <a:pt x="81" y="16"/>
                  <a:pt x="81" y="16"/>
                </a:cubicBezTo>
                <a:cubicBezTo>
                  <a:pt x="82" y="16"/>
                  <a:pt x="82" y="16"/>
                  <a:pt x="82" y="16"/>
                </a:cubicBezTo>
                <a:cubicBezTo>
                  <a:pt x="82" y="16"/>
                  <a:pt x="82" y="15"/>
                  <a:pt x="82" y="15"/>
                </a:cubicBezTo>
                <a:cubicBezTo>
                  <a:pt x="82" y="15"/>
                  <a:pt x="82" y="14"/>
                  <a:pt x="82" y="14"/>
                </a:cubicBezTo>
                <a:cubicBezTo>
                  <a:pt x="82" y="13"/>
                  <a:pt x="82" y="13"/>
                  <a:pt x="82" y="13"/>
                </a:cubicBezTo>
                <a:cubicBezTo>
                  <a:pt x="82" y="13"/>
                  <a:pt x="82" y="13"/>
                  <a:pt x="82" y="13"/>
                </a:cubicBezTo>
                <a:cubicBezTo>
                  <a:pt x="82" y="13"/>
                  <a:pt x="82" y="13"/>
                  <a:pt x="81" y="13"/>
                </a:cubicBezTo>
                <a:cubicBezTo>
                  <a:pt x="80" y="13"/>
                  <a:pt x="79" y="13"/>
                  <a:pt x="78" y="13"/>
                </a:cubicBezTo>
                <a:cubicBezTo>
                  <a:pt x="78" y="14"/>
                  <a:pt x="78" y="14"/>
                  <a:pt x="77" y="14"/>
                </a:cubicBezTo>
                <a:cubicBezTo>
                  <a:pt x="77" y="14"/>
                  <a:pt x="77" y="14"/>
                  <a:pt x="77" y="14"/>
                </a:cubicBezTo>
                <a:cubicBezTo>
                  <a:pt x="77" y="14"/>
                  <a:pt x="77" y="14"/>
                  <a:pt x="77" y="14"/>
                </a:cubicBezTo>
                <a:cubicBezTo>
                  <a:pt x="77" y="13"/>
                  <a:pt x="77" y="13"/>
                  <a:pt x="77" y="13"/>
                </a:cubicBezTo>
                <a:cubicBezTo>
                  <a:pt x="77" y="13"/>
                  <a:pt x="77" y="13"/>
                  <a:pt x="77" y="13"/>
                </a:cubicBezTo>
                <a:cubicBezTo>
                  <a:pt x="77" y="13"/>
                  <a:pt x="77" y="13"/>
                  <a:pt x="77" y="13"/>
                </a:cubicBezTo>
                <a:cubicBezTo>
                  <a:pt x="78" y="13"/>
                  <a:pt x="78" y="13"/>
                  <a:pt x="79" y="12"/>
                </a:cubicBezTo>
                <a:cubicBezTo>
                  <a:pt x="80" y="12"/>
                  <a:pt x="81" y="12"/>
                  <a:pt x="82" y="12"/>
                </a:cubicBezTo>
                <a:cubicBezTo>
                  <a:pt x="82" y="11"/>
                  <a:pt x="82" y="11"/>
                  <a:pt x="82" y="11"/>
                </a:cubicBezTo>
                <a:cubicBezTo>
                  <a:pt x="82" y="11"/>
                  <a:pt x="82" y="11"/>
                  <a:pt x="82" y="11"/>
                </a:cubicBezTo>
                <a:cubicBezTo>
                  <a:pt x="82" y="11"/>
                  <a:pt x="82" y="10"/>
                  <a:pt x="82" y="10"/>
                </a:cubicBezTo>
                <a:cubicBezTo>
                  <a:pt x="82" y="10"/>
                  <a:pt x="82" y="10"/>
                  <a:pt x="83" y="10"/>
                </a:cubicBezTo>
                <a:cubicBezTo>
                  <a:pt x="83" y="10"/>
                  <a:pt x="83" y="10"/>
                  <a:pt x="83" y="10"/>
                </a:cubicBezTo>
                <a:cubicBezTo>
                  <a:pt x="83" y="10"/>
                  <a:pt x="83" y="10"/>
                  <a:pt x="83" y="10"/>
                </a:cubicBezTo>
                <a:cubicBezTo>
                  <a:pt x="84" y="10"/>
                  <a:pt x="84" y="9"/>
                  <a:pt x="84" y="9"/>
                </a:cubicBezTo>
                <a:cubicBezTo>
                  <a:pt x="84" y="9"/>
                  <a:pt x="84" y="9"/>
                  <a:pt x="84" y="9"/>
                </a:cubicBezTo>
                <a:cubicBezTo>
                  <a:pt x="84" y="9"/>
                  <a:pt x="84" y="9"/>
                  <a:pt x="83" y="9"/>
                </a:cubicBezTo>
                <a:cubicBezTo>
                  <a:pt x="83" y="9"/>
                  <a:pt x="83" y="9"/>
                  <a:pt x="82" y="9"/>
                </a:cubicBezTo>
                <a:cubicBezTo>
                  <a:pt x="82" y="9"/>
                  <a:pt x="82" y="9"/>
                  <a:pt x="82" y="9"/>
                </a:cubicBezTo>
                <a:cubicBezTo>
                  <a:pt x="82" y="9"/>
                  <a:pt x="82" y="10"/>
                  <a:pt x="81" y="10"/>
                </a:cubicBezTo>
                <a:cubicBezTo>
                  <a:pt x="81" y="10"/>
                  <a:pt x="81" y="10"/>
                  <a:pt x="81" y="10"/>
                </a:cubicBezTo>
                <a:cubicBezTo>
                  <a:pt x="80" y="10"/>
                  <a:pt x="80" y="10"/>
                  <a:pt x="80" y="10"/>
                </a:cubicBezTo>
                <a:cubicBezTo>
                  <a:pt x="80" y="10"/>
                  <a:pt x="80" y="11"/>
                  <a:pt x="80" y="11"/>
                </a:cubicBezTo>
                <a:cubicBezTo>
                  <a:pt x="80" y="11"/>
                  <a:pt x="79" y="10"/>
                  <a:pt x="79" y="10"/>
                </a:cubicBezTo>
                <a:cubicBezTo>
                  <a:pt x="79" y="10"/>
                  <a:pt x="79" y="10"/>
                  <a:pt x="79" y="9"/>
                </a:cubicBezTo>
                <a:cubicBezTo>
                  <a:pt x="79" y="9"/>
                  <a:pt x="79" y="9"/>
                  <a:pt x="79" y="9"/>
                </a:cubicBezTo>
                <a:cubicBezTo>
                  <a:pt x="80" y="9"/>
                  <a:pt x="81" y="9"/>
                  <a:pt x="81" y="9"/>
                </a:cubicBezTo>
                <a:cubicBezTo>
                  <a:pt x="82" y="8"/>
                  <a:pt x="83" y="8"/>
                  <a:pt x="84" y="8"/>
                </a:cubicBezTo>
                <a:cubicBezTo>
                  <a:pt x="84" y="8"/>
                  <a:pt x="84" y="8"/>
                  <a:pt x="85" y="8"/>
                </a:cubicBezTo>
                <a:cubicBezTo>
                  <a:pt x="85" y="8"/>
                  <a:pt x="85" y="8"/>
                  <a:pt x="85" y="9"/>
                </a:cubicBezTo>
                <a:cubicBezTo>
                  <a:pt x="86" y="9"/>
                  <a:pt x="86" y="9"/>
                  <a:pt x="86" y="9"/>
                </a:cubicBezTo>
                <a:cubicBezTo>
                  <a:pt x="86" y="9"/>
                  <a:pt x="86" y="9"/>
                  <a:pt x="87" y="8"/>
                </a:cubicBezTo>
                <a:cubicBezTo>
                  <a:pt x="87" y="8"/>
                  <a:pt x="87" y="8"/>
                  <a:pt x="87" y="7"/>
                </a:cubicBezTo>
                <a:cubicBezTo>
                  <a:pt x="87" y="7"/>
                  <a:pt x="87" y="7"/>
                  <a:pt x="87" y="7"/>
                </a:cubicBezTo>
                <a:cubicBezTo>
                  <a:pt x="86" y="6"/>
                  <a:pt x="86" y="6"/>
                  <a:pt x="86" y="6"/>
                </a:cubicBezTo>
                <a:cubicBezTo>
                  <a:pt x="86" y="6"/>
                  <a:pt x="85" y="6"/>
                  <a:pt x="84" y="7"/>
                </a:cubicBezTo>
                <a:cubicBezTo>
                  <a:pt x="84" y="7"/>
                  <a:pt x="83" y="7"/>
                  <a:pt x="83" y="7"/>
                </a:cubicBezTo>
                <a:cubicBezTo>
                  <a:pt x="83" y="7"/>
                  <a:pt x="82" y="7"/>
                  <a:pt x="82" y="7"/>
                </a:cubicBezTo>
                <a:cubicBezTo>
                  <a:pt x="81" y="7"/>
                  <a:pt x="81" y="7"/>
                  <a:pt x="80" y="8"/>
                </a:cubicBezTo>
                <a:cubicBezTo>
                  <a:pt x="80" y="8"/>
                  <a:pt x="80" y="8"/>
                  <a:pt x="79" y="8"/>
                </a:cubicBezTo>
                <a:cubicBezTo>
                  <a:pt x="79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9" y="7"/>
                </a:cubicBezTo>
                <a:cubicBezTo>
                  <a:pt x="80" y="7"/>
                  <a:pt x="81" y="6"/>
                  <a:pt x="82" y="6"/>
                </a:cubicBezTo>
                <a:cubicBezTo>
                  <a:pt x="82" y="6"/>
                  <a:pt x="83" y="6"/>
                  <a:pt x="83" y="5"/>
                </a:cubicBezTo>
                <a:cubicBezTo>
                  <a:pt x="84" y="4"/>
                  <a:pt x="84" y="3"/>
                  <a:pt x="85" y="2"/>
                </a:cubicBezTo>
                <a:cubicBezTo>
                  <a:pt x="85" y="2"/>
                  <a:pt x="85" y="2"/>
                  <a:pt x="85" y="2"/>
                </a:cubicBezTo>
                <a:cubicBezTo>
                  <a:pt x="86" y="2"/>
                  <a:pt x="86" y="2"/>
                  <a:pt x="86" y="2"/>
                </a:cubicBezTo>
                <a:cubicBezTo>
                  <a:pt x="86" y="3"/>
                  <a:pt x="87" y="3"/>
                  <a:pt x="87" y="3"/>
                </a:cubicBezTo>
                <a:cubicBezTo>
                  <a:pt x="87" y="3"/>
                  <a:pt x="87" y="3"/>
                  <a:pt x="86" y="3"/>
                </a:cubicBezTo>
                <a:cubicBezTo>
                  <a:pt x="86" y="3"/>
                  <a:pt x="86" y="4"/>
                  <a:pt x="86" y="4"/>
                </a:cubicBezTo>
                <a:cubicBezTo>
                  <a:pt x="86" y="4"/>
                  <a:pt x="85" y="4"/>
                  <a:pt x="85" y="5"/>
                </a:cubicBezTo>
                <a:cubicBezTo>
                  <a:pt x="85" y="5"/>
                  <a:pt x="84" y="5"/>
                  <a:pt x="84" y="5"/>
                </a:cubicBezTo>
                <a:cubicBezTo>
                  <a:pt x="84" y="5"/>
                  <a:pt x="84" y="5"/>
                  <a:pt x="84" y="6"/>
                </a:cubicBezTo>
                <a:close/>
                <a:moveTo>
                  <a:pt x="83" y="2"/>
                </a:moveTo>
                <a:cubicBezTo>
                  <a:pt x="83" y="2"/>
                  <a:pt x="83" y="2"/>
                  <a:pt x="83" y="3"/>
                </a:cubicBezTo>
                <a:cubicBezTo>
                  <a:pt x="83" y="3"/>
                  <a:pt x="83" y="3"/>
                  <a:pt x="83" y="3"/>
                </a:cubicBezTo>
                <a:cubicBezTo>
                  <a:pt x="82" y="3"/>
                  <a:pt x="82" y="4"/>
                  <a:pt x="82" y="4"/>
                </a:cubicBezTo>
                <a:cubicBezTo>
                  <a:pt x="82" y="4"/>
                  <a:pt x="82" y="4"/>
                  <a:pt x="82" y="4"/>
                </a:cubicBezTo>
                <a:cubicBezTo>
                  <a:pt x="82" y="4"/>
                  <a:pt x="81" y="4"/>
                  <a:pt x="81" y="4"/>
                </a:cubicBezTo>
                <a:cubicBezTo>
                  <a:pt x="81" y="4"/>
                  <a:pt x="81" y="3"/>
                  <a:pt x="81" y="3"/>
                </a:cubicBezTo>
                <a:cubicBezTo>
                  <a:pt x="81" y="3"/>
                  <a:pt x="81" y="3"/>
                  <a:pt x="81" y="3"/>
                </a:cubicBezTo>
                <a:cubicBezTo>
                  <a:pt x="81" y="3"/>
                  <a:pt x="81" y="3"/>
                  <a:pt x="82" y="3"/>
                </a:cubicBezTo>
                <a:cubicBezTo>
                  <a:pt x="82" y="3"/>
                  <a:pt x="82" y="3"/>
                  <a:pt x="82" y="3"/>
                </a:cubicBezTo>
                <a:cubicBezTo>
                  <a:pt x="82" y="3"/>
                  <a:pt x="82" y="3"/>
                  <a:pt x="82" y="3"/>
                </a:cubicBezTo>
                <a:cubicBezTo>
                  <a:pt x="82" y="3"/>
                  <a:pt x="82" y="3"/>
                  <a:pt x="83" y="3"/>
                </a:cubicBezTo>
                <a:cubicBezTo>
                  <a:pt x="83" y="2"/>
                  <a:pt x="83" y="2"/>
                  <a:pt x="83" y="2"/>
                </a:cubicBezTo>
                <a:close/>
                <a:moveTo>
                  <a:pt x="80" y="5"/>
                </a:moveTo>
                <a:cubicBezTo>
                  <a:pt x="80" y="6"/>
                  <a:pt x="80" y="6"/>
                  <a:pt x="80" y="6"/>
                </a:cubicBezTo>
                <a:cubicBezTo>
                  <a:pt x="80" y="6"/>
                  <a:pt x="80" y="6"/>
                  <a:pt x="80" y="6"/>
                </a:cubicBezTo>
                <a:cubicBezTo>
                  <a:pt x="79" y="6"/>
                  <a:pt x="79" y="6"/>
                  <a:pt x="79" y="6"/>
                </a:cubicBezTo>
                <a:cubicBezTo>
                  <a:pt x="79" y="6"/>
                  <a:pt x="78" y="6"/>
                  <a:pt x="78" y="6"/>
                </a:cubicBezTo>
                <a:cubicBezTo>
                  <a:pt x="78" y="6"/>
                  <a:pt x="78" y="5"/>
                  <a:pt x="78" y="5"/>
                </a:cubicBezTo>
                <a:cubicBezTo>
                  <a:pt x="78" y="5"/>
                  <a:pt x="78" y="5"/>
                  <a:pt x="78" y="4"/>
                </a:cubicBezTo>
                <a:cubicBezTo>
                  <a:pt x="78" y="4"/>
                  <a:pt x="78" y="4"/>
                  <a:pt x="78" y="4"/>
                </a:cubicBezTo>
                <a:cubicBezTo>
                  <a:pt x="78" y="4"/>
                  <a:pt x="78" y="4"/>
                  <a:pt x="79" y="4"/>
                </a:cubicBezTo>
                <a:cubicBezTo>
                  <a:pt x="79" y="4"/>
                  <a:pt x="79" y="4"/>
                  <a:pt x="79" y="4"/>
                </a:cubicBezTo>
                <a:cubicBezTo>
                  <a:pt x="79" y="4"/>
                  <a:pt x="79" y="4"/>
                  <a:pt x="80" y="4"/>
                </a:cubicBezTo>
                <a:cubicBezTo>
                  <a:pt x="80" y="5"/>
                  <a:pt x="80" y="5"/>
                  <a:pt x="80" y="5"/>
                </a:cubicBezTo>
                <a:close/>
                <a:moveTo>
                  <a:pt x="77" y="9"/>
                </a:moveTo>
                <a:cubicBezTo>
                  <a:pt x="77" y="10"/>
                  <a:pt x="77" y="10"/>
                  <a:pt x="77" y="10"/>
                </a:cubicBezTo>
                <a:cubicBezTo>
                  <a:pt x="77" y="10"/>
                  <a:pt x="77" y="10"/>
                  <a:pt x="77" y="10"/>
                </a:cubicBezTo>
                <a:cubicBezTo>
                  <a:pt x="77" y="10"/>
                  <a:pt x="77" y="11"/>
                  <a:pt x="77" y="11"/>
                </a:cubicBezTo>
                <a:cubicBezTo>
                  <a:pt x="76" y="11"/>
                  <a:pt x="76" y="10"/>
                  <a:pt x="76" y="10"/>
                </a:cubicBezTo>
                <a:cubicBezTo>
                  <a:pt x="75" y="10"/>
                  <a:pt x="75" y="10"/>
                  <a:pt x="75" y="10"/>
                </a:cubicBezTo>
                <a:cubicBezTo>
                  <a:pt x="75" y="10"/>
                  <a:pt x="75" y="9"/>
                  <a:pt x="75" y="9"/>
                </a:cubicBezTo>
                <a:cubicBezTo>
                  <a:pt x="75" y="9"/>
                  <a:pt x="76" y="9"/>
                  <a:pt x="76" y="9"/>
                </a:cubicBezTo>
                <a:cubicBezTo>
                  <a:pt x="76" y="8"/>
                  <a:pt x="77" y="8"/>
                  <a:pt x="77" y="8"/>
                </a:cubicBezTo>
                <a:cubicBezTo>
                  <a:pt x="77" y="8"/>
                  <a:pt x="77" y="8"/>
                  <a:pt x="77" y="8"/>
                </a:cubicBezTo>
                <a:cubicBezTo>
                  <a:pt x="77" y="9"/>
                  <a:pt x="77" y="9"/>
                  <a:pt x="77" y="9"/>
                </a:cubicBezTo>
                <a:cubicBezTo>
                  <a:pt x="77" y="9"/>
                  <a:pt x="77" y="9"/>
                  <a:pt x="77" y="9"/>
                </a:cubicBezTo>
                <a:close/>
                <a:moveTo>
                  <a:pt x="118" y="15"/>
                </a:moveTo>
                <a:cubicBezTo>
                  <a:pt x="118" y="15"/>
                  <a:pt x="118" y="15"/>
                  <a:pt x="117" y="15"/>
                </a:cubicBezTo>
                <a:cubicBezTo>
                  <a:pt x="117" y="15"/>
                  <a:pt x="117" y="15"/>
                  <a:pt x="116" y="15"/>
                </a:cubicBezTo>
                <a:cubicBezTo>
                  <a:pt x="115" y="15"/>
                  <a:pt x="114" y="15"/>
                  <a:pt x="114" y="15"/>
                </a:cubicBezTo>
                <a:cubicBezTo>
                  <a:pt x="113" y="15"/>
                  <a:pt x="113" y="15"/>
                  <a:pt x="113" y="14"/>
                </a:cubicBezTo>
                <a:cubicBezTo>
                  <a:pt x="113" y="14"/>
                  <a:pt x="113" y="14"/>
                  <a:pt x="113" y="14"/>
                </a:cubicBezTo>
                <a:cubicBezTo>
                  <a:pt x="113" y="13"/>
                  <a:pt x="112" y="13"/>
                  <a:pt x="112" y="13"/>
                </a:cubicBezTo>
                <a:cubicBezTo>
                  <a:pt x="111" y="12"/>
                  <a:pt x="111" y="12"/>
                  <a:pt x="110" y="12"/>
                </a:cubicBezTo>
                <a:cubicBezTo>
                  <a:pt x="110" y="12"/>
                  <a:pt x="110" y="11"/>
                  <a:pt x="110" y="11"/>
                </a:cubicBezTo>
                <a:cubicBezTo>
                  <a:pt x="110" y="11"/>
                  <a:pt x="110" y="12"/>
                  <a:pt x="110" y="12"/>
                </a:cubicBezTo>
                <a:cubicBezTo>
                  <a:pt x="110" y="12"/>
                  <a:pt x="110" y="12"/>
                  <a:pt x="110" y="13"/>
                </a:cubicBezTo>
                <a:cubicBezTo>
                  <a:pt x="110" y="14"/>
                  <a:pt x="110" y="14"/>
                  <a:pt x="110" y="15"/>
                </a:cubicBezTo>
                <a:cubicBezTo>
                  <a:pt x="110" y="16"/>
                  <a:pt x="110" y="16"/>
                  <a:pt x="110" y="17"/>
                </a:cubicBezTo>
                <a:cubicBezTo>
                  <a:pt x="110" y="17"/>
                  <a:pt x="110" y="17"/>
                  <a:pt x="110" y="17"/>
                </a:cubicBezTo>
                <a:cubicBezTo>
                  <a:pt x="110" y="17"/>
                  <a:pt x="110" y="17"/>
                  <a:pt x="110" y="17"/>
                </a:cubicBezTo>
                <a:cubicBezTo>
                  <a:pt x="109" y="17"/>
                  <a:pt x="109" y="17"/>
                  <a:pt x="109" y="17"/>
                </a:cubicBezTo>
                <a:cubicBezTo>
                  <a:pt x="109" y="17"/>
                  <a:pt x="108" y="17"/>
                  <a:pt x="108" y="17"/>
                </a:cubicBezTo>
                <a:cubicBezTo>
                  <a:pt x="107" y="16"/>
                  <a:pt x="107" y="16"/>
                  <a:pt x="106" y="16"/>
                </a:cubicBezTo>
                <a:cubicBezTo>
                  <a:pt x="106" y="15"/>
                  <a:pt x="105" y="15"/>
                  <a:pt x="105" y="15"/>
                </a:cubicBezTo>
                <a:cubicBezTo>
                  <a:pt x="105" y="15"/>
                  <a:pt x="105" y="15"/>
                  <a:pt x="105" y="15"/>
                </a:cubicBezTo>
                <a:cubicBezTo>
                  <a:pt x="105" y="15"/>
                  <a:pt x="105" y="15"/>
                  <a:pt x="106" y="15"/>
                </a:cubicBezTo>
                <a:cubicBezTo>
                  <a:pt x="106" y="15"/>
                  <a:pt x="107" y="15"/>
                  <a:pt x="107" y="15"/>
                </a:cubicBezTo>
                <a:cubicBezTo>
                  <a:pt x="108" y="15"/>
                  <a:pt x="108" y="15"/>
                  <a:pt x="108" y="15"/>
                </a:cubicBezTo>
                <a:cubicBezTo>
                  <a:pt x="108" y="15"/>
                  <a:pt x="108" y="15"/>
                  <a:pt x="108" y="15"/>
                </a:cubicBezTo>
                <a:cubicBezTo>
                  <a:pt x="108" y="14"/>
                  <a:pt x="108" y="14"/>
                  <a:pt x="108" y="13"/>
                </a:cubicBezTo>
                <a:cubicBezTo>
                  <a:pt x="108" y="12"/>
                  <a:pt x="108" y="12"/>
                  <a:pt x="108" y="11"/>
                </a:cubicBezTo>
                <a:cubicBezTo>
                  <a:pt x="108" y="10"/>
                  <a:pt x="108" y="9"/>
                  <a:pt x="108" y="8"/>
                </a:cubicBezTo>
                <a:cubicBezTo>
                  <a:pt x="108" y="8"/>
                  <a:pt x="108" y="8"/>
                  <a:pt x="108" y="8"/>
                </a:cubicBezTo>
                <a:cubicBezTo>
                  <a:pt x="108" y="8"/>
                  <a:pt x="108" y="8"/>
                  <a:pt x="108" y="8"/>
                </a:cubicBezTo>
                <a:cubicBezTo>
                  <a:pt x="108" y="8"/>
                  <a:pt x="107" y="8"/>
                  <a:pt x="106" y="8"/>
                </a:cubicBezTo>
                <a:cubicBezTo>
                  <a:pt x="106" y="8"/>
                  <a:pt x="105" y="8"/>
                  <a:pt x="105" y="8"/>
                </a:cubicBezTo>
                <a:cubicBezTo>
                  <a:pt x="105" y="8"/>
                  <a:pt x="105" y="8"/>
                  <a:pt x="105" y="8"/>
                </a:cubicBezTo>
                <a:cubicBezTo>
                  <a:pt x="104" y="8"/>
                  <a:pt x="104" y="8"/>
                  <a:pt x="104" y="8"/>
                </a:cubicBezTo>
                <a:cubicBezTo>
                  <a:pt x="104" y="8"/>
                  <a:pt x="104" y="8"/>
                  <a:pt x="104" y="7"/>
                </a:cubicBezTo>
                <a:cubicBezTo>
                  <a:pt x="104" y="7"/>
                  <a:pt x="104" y="7"/>
                  <a:pt x="104" y="7"/>
                </a:cubicBezTo>
                <a:cubicBezTo>
                  <a:pt x="104" y="7"/>
                  <a:pt x="104" y="7"/>
                  <a:pt x="104" y="7"/>
                </a:cubicBezTo>
                <a:cubicBezTo>
                  <a:pt x="104" y="7"/>
                  <a:pt x="105" y="6"/>
                  <a:pt x="105" y="6"/>
                </a:cubicBezTo>
                <a:cubicBezTo>
                  <a:pt x="106" y="6"/>
                  <a:pt x="107" y="6"/>
                  <a:pt x="107" y="6"/>
                </a:cubicBezTo>
                <a:cubicBezTo>
                  <a:pt x="107" y="6"/>
                  <a:pt x="108" y="6"/>
                  <a:pt x="108" y="6"/>
                </a:cubicBezTo>
                <a:cubicBezTo>
                  <a:pt x="108" y="6"/>
                  <a:pt x="108" y="6"/>
                  <a:pt x="108" y="6"/>
                </a:cubicBezTo>
                <a:lnTo>
                  <a:pt x="108" y="5"/>
                </a:lnTo>
                <a:cubicBezTo>
                  <a:pt x="108" y="4"/>
                  <a:pt x="108" y="4"/>
                  <a:pt x="108" y="3"/>
                </a:cubicBezTo>
                <a:cubicBezTo>
                  <a:pt x="108" y="3"/>
                  <a:pt x="108" y="3"/>
                  <a:pt x="109" y="2"/>
                </a:cubicBezTo>
                <a:cubicBezTo>
                  <a:pt x="109" y="2"/>
                  <a:pt x="109" y="1"/>
                  <a:pt x="109" y="1"/>
                </a:cubicBezTo>
                <a:cubicBezTo>
                  <a:pt x="109" y="1"/>
                  <a:pt x="109" y="1"/>
                  <a:pt x="109" y="1"/>
                </a:cubicBezTo>
                <a:cubicBezTo>
                  <a:pt x="109" y="1"/>
                  <a:pt x="109" y="1"/>
                  <a:pt x="110" y="1"/>
                </a:cubicBezTo>
                <a:cubicBezTo>
                  <a:pt x="110" y="1"/>
                  <a:pt x="110" y="1"/>
                  <a:pt x="110" y="1"/>
                </a:cubicBezTo>
                <a:cubicBezTo>
                  <a:pt x="110" y="2"/>
                  <a:pt x="110" y="2"/>
                  <a:pt x="110" y="2"/>
                </a:cubicBezTo>
                <a:cubicBezTo>
                  <a:pt x="110" y="2"/>
                  <a:pt x="110" y="3"/>
                  <a:pt x="110" y="3"/>
                </a:cubicBezTo>
                <a:lnTo>
                  <a:pt x="110" y="4"/>
                </a:lnTo>
                <a:lnTo>
                  <a:pt x="110" y="5"/>
                </a:lnTo>
                <a:cubicBezTo>
                  <a:pt x="110" y="5"/>
                  <a:pt x="110" y="5"/>
                  <a:pt x="110" y="5"/>
                </a:cubicBezTo>
                <a:cubicBezTo>
                  <a:pt x="110" y="5"/>
                  <a:pt x="110" y="5"/>
                  <a:pt x="110" y="5"/>
                </a:cubicBezTo>
                <a:cubicBezTo>
                  <a:pt x="111" y="5"/>
                  <a:pt x="111" y="5"/>
                  <a:pt x="111" y="5"/>
                </a:cubicBezTo>
                <a:cubicBezTo>
                  <a:pt x="111" y="5"/>
                  <a:pt x="112" y="5"/>
                  <a:pt x="112" y="5"/>
                </a:cubicBezTo>
                <a:cubicBezTo>
                  <a:pt x="112" y="6"/>
                  <a:pt x="112" y="6"/>
                  <a:pt x="112" y="6"/>
                </a:cubicBezTo>
                <a:cubicBezTo>
                  <a:pt x="112" y="6"/>
                  <a:pt x="112" y="6"/>
                  <a:pt x="112" y="6"/>
                </a:cubicBezTo>
                <a:cubicBezTo>
                  <a:pt x="112" y="7"/>
                  <a:pt x="112" y="7"/>
                  <a:pt x="112" y="7"/>
                </a:cubicBezTo>
                <a:cubicBezTo>
                  <a:pt x="112" y="7"/>
                  <a:pt x="111" y="7"/>
                  <a:pt x="111" y="7"/>
                </a:cubicBezTo>
                <a:cubicBezTo>
                  <a:pt x="111" y="7"/>
                  <a:pt x="110" y="7"/>
                  <a:pt x="110" y="7"/>
                </a:cubicBezTo>
                <a:cubicBezTo>
                  <a:pt x="110" y="7"/>
                  <a:pt x="110" y="7"/>
                  <a:pt x="110" y="7"/>
                </a:cubicBezTo>
                <a:cubicBezTo>
                  <a:pt x="109" y="7"/>
                  <a:pt x="109" y="8"/>
                  <a:pt x="109" y="8"/>
                </a:cubicBezTo>
                <a:cubicBezTo>
                  <a:pt x="109" y="8"/>
                  <a:pt x="109" y="8"/>
                  <a:pt x="109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1" y="9"/>
                  <a:pt x="111" y="9"/>
                </a:cubicBezTo>
                <a:cubicBezTo>
                  <a:pt x="112" y="8"/>
                  <a:pt x="112" y="8"/>
                  <a:pt x="113" y="7"/>
                </a:cubicBezTo>
                <a:cubicBezTo>
                  <a:pt x="113" y="7"/>
                  <a:pt x="113" y="7"/>
                  <a:pt x="113" y="7"/>
                </a:cubicBezTo>
                <a:cubicBezTo>
                  <a:pt x="113" y="7"/>
                  <a:pt x="113" y="7"/>
                  <a:pt x="114" y="8"/>
                </a:cubicBezTo>
                <a:cubicBezTo>
                  <a:pt x="114" y="8"/>
                  <a:pt x="114" y="8"/>
                  <a:pt x="114" y="8"/>
                </a:cubicBezTo>
                <a:cubicBezTo>
                  <a:pt x="114" y="8"/>
                  <a:pt x="114" y="8"/>
                  <a:pt x="113" y="8"/>
                </a:cubicBezTo>
                <a:cubicBezTo>
                  <a:pt x="113" y="8"/>
                  <a:pt x="113" y="9"/>
                  <a:pt x="113" y="9"/>
                </a:cubicBezTo>
                <a:cubicBezTo>
                  <a:pt x="112" y="9"/>
                  <a:pt x="112" y="9"/>
                  <a:pt x="111" y="10"/>
                </a:cubicBezTo>
                <a:cubicBezTo>
                  <a:pt x="111" y="10"/>
                  <a:pt x="111" y="10"/>
                  <a:pt x="111" y="10"/>
                </a:cubicBezTo>
                <a:cubicBezTo>
                  <a:pt x="111" y="10"/>
                  <a:pt x="111" y="10"/>
                  <a:pt x="111" y="10"/>
                </a:cubicBezTo>
                <a:cubicBezTo>
                  <a:pt x="111" y="11"/>
                  <a:pt x="111" y="11"/>
                  <a:pt x="112" y="11"/>
                </a:cubicBezTo>
                <a:cubicBezTo>
                  <a:pt x="112" y="12"/>
                  <a:pt x="113" y="12"/>
                  <a:pt x="113" y="12"/>
                </a:cubicBezTo>
                <a:cubicBezTo>
                  <a:pt x="114" y="13"/>
                  <a:pt x="114" y="13"/>
                  <a:pt x="115" y="13"/>
                </a:cubicBezTo>
                <a:cubicBezTo>
                  <a:pt x="117" y="14"/>
                  <a:pt x="118" y="14"/>
                  <a:pt x="118" y="15"/>
                </a:cubicBezTo>
                <a:close/>
                <a:moveTo>
                  <a:pt x="113" y="3"/>
                </a:moveTo>
                <a:cubicBezTo>
                  <a:pt x="113" y="3"/>
                  <a:pt x="113" y="3"/>
                  <a:pt x="113" y="3"/>
                </a:cubicBezTo>
                <a:cubicBezTo>
                  <a:pt x="113" y="3"/>
                  <a:pt x="113" y="3"/>
                  <a:pt x="114" y="3"/>
                </a:cubicBezTo>
                <a:cubicBezTo>
                  <a:pt x="114" y="4"/>
                  <a:pt x="114" y="4"/>
                  <a:pt x="114" y="4"/>
                </a:cubicBezTo>
                <a:cubicBezTo>
                  <a:pt x="115" y="4"/>
                  <a:pt x="115" y="5"/>
                  <a:pt x="115" y="5"/>
                </a:cubicBezTo>
                <a:cubicBezTo>
                  <a:pt x="115" y="5"/>
                  <a:pt x="115" y="5"/>
                  <a:pt x="114" y="5"/>
                </a:cubicBezTo>
                <a:cubicBezTo>
                  <a:pt x="114" y="5"/>
                  <a:pt x="114" y="5"/>
                  <a:pt x="113" y="5"/>
                </a:cubicBezTo>
                <a:cubicBezTo>
                  <a:pt x="113" y="5"/>
                  <a:pt x="113" y="5"/>
                  <a:pt x="113" y="5"/>
                </a:cubicBezTo>
                <a:cubicBezTo>
                  <a:pt x="112" y="5"/>
                  <a:pt x="112" y="5"/>
                  <a:pt x="112" y="4"/>
                </a:cubicBezTo>
                <a:cubicBezTo>
                  <a:pt x="112" y="4"/>
                  <a:pt x="112" y="4"/>
                  <a:pt x="112" y="4"/>
                </a:cubicBezTo>
                <a:cubicBezTo>
                  <a:pt x="112" y="4"/>
                  <a:pt x="112" y="3"/>
                  <a:pt x="112" y="3"/>
                </a:cubicBezTo>
                <a:cubicBezTo>
                  <a:pt x="112" y="3"/>
                  <a:pt x="113" y="3"/>
                  <a:pt x="113" y="3"/>
                </a:cubicBezTo>
                <a:close/>
                <a:moveTo>
                  <a:pt x="105" y="9"/>
                </a:moveTo>
                <a:cubicBezTo>
                  <a:pt x="105" y="9"/>
                  <a:pt x="105" y="9"/>
                  <a:pt x="105" y="9"/>
                </a:cubicBezTo>
                <a:cubicBezTo>
                  <a:pt x="105" y="9"/>
                  <a:pt x="105" y="9"/>
                  <a:pt x="106" y="9"/>
                </a:cubicBezTo>
                <a:cubicBezTo>
                  <a:pt x="106" y="10"/>
                  <a:pt x="107" y="10"/>
                  <a:pt x="107" y="10"/>
                </a:cubicBezTo>
                <a:cubicBezTo>
                  <a:pt x="107" y="11"/>
                  <a:pt x="106" y="11"/>
                  <a:pt x="106" y="11"/>
                </a:cubicBezTo>
                <a:cubicBezTo>
                  <a:pt x="105" y="11"/>
                  <a:pt x="105" y="11"/>
                  <a:pt x="105" y="11"/>
                </a:cubicBezTo>
                <a:cubicBezTo>
                  <a:pt x="105" y="11"/>
                  <a:pt x="104" y="11"/>
                  <a:pt x="104" y="10"/>
                </a:cubicBezTo>
                <a:cubicBezTo>
                  <a:pt x="104" y="10"/>
                  <a:pt x="104" y="10"/>
                  <a:pt x="104" y="10"/>
                </a:cubicBezTo>
                <a:cubicBezTo>
                  <a:pt x="104" y="9"/>
                  <a:pt x="104" y="9"/>
                  <a:pt x="104" y="9"/>
                </a:cubicBezTo>
                <a:cubicBezTo>
                  <a:pt x="104" y="9"/>
                  <a:pt x="105" y="9"/>
                  <a:pt x="105" y="9"/>
                </a:cubicBezTo>
                <a:close/>
                <a:moveTo>
                  <a:pt x="108" y="11"/>
                </a:moveTo>
                <a:cubicBezTo>
                  <a:pt x="108" y="11"/>
                  <a:pt x="107" y="11"/>
                  <a:pt x="107" y="11"/>
                </a:cubicBezTo>
                <a:cubicBezTo>
                  <a:pt x="107" y="12"/>
                  <a:pt x="107" y="12"/>
                  <a:pt x="107" y="12"/>
                </a:cubicBezTo>
                <a:cubicBezTo>
                  <a:pt x="106" y="12"/>
                  <a:pt x="106" y="12"/>
                  <a:pt x="106" y="13"/>
                </a:cubicBezTo>
                <a:cubicBezTo>
                  <a:pt x="106" y="13"/>
                  <a:pt x="105" y="14"/>
                  <a:pt x="104" y="14"/>
                </a:cubicBezTo>
                <a:cubicBezTo>
                  <a:pt x="104" y="14"/>
                  <a:pt x="104" y="14"/>
                  <a:pt x="104" y="15"/>
                </a:cubicBezTo>
                <a:cubicBezTo>
                  <a:pt x="104" y="15"/>
                  <a:pt x="104" y="15"/>
                  <a:pt x="104" y="15"/>
                </a:cubicBezTo>
                <a:cubicBezTo>
                  <a:pt x="103" y="15"/>
                  <a:pt x="103" y="15"/>
                  <a:pt x="103" y="15"/>
                </a:cubicBezTo>
                <a:cubicBezTo>
                  <a:pt x="103" y="15"/>
                  <a:pt x="103" y="15"/>
                  <a:pt x="103" y="15"/>
                </a:cubicBezTo>
                <a:cubicBezTo>
                  <a:pt x="102" y="14"/>
                  <a:pt x="102" y="14"/>
                  <a:pt x="102" y="14"/>
                </a:cubicBezTo>
                <a:cubicBezTo>
                  <a:pt x="102" y="14"/>
                  <a:pt x="102" y="14"/>
                  <a:pt x="103" y="14"/>
                </a:cubicBezTo>
                <a:cubicBezTo>
                  <a:pt x="103" y="13"/>
                  <a:pt x="104" y="13"/>
                  <a:pt x="104" y="13"/>
                </a:cubicBezTo>
                <a:cubicBezTo>
                  <a:pt x="105" y="12"/>
                  <a:pt x="106" y="11"/>
                  <a:pt x="107" y="11"/>
                </a:cubicBezTo>
                <a:cubicBezTo>
                  <a:pt x="107" y="11"/>
                  <a:pt x="107" y="11"/>
                  <a:pt x="107" y="11"/>
                </a:cubicBezTo>
                <a:cubicBezTo>
                  <a:pt x="107" y="11"/>
                  <a:pt x="108" y="11"/>
                  <a:pt x="108" y="11"/>
                </a:cubicBezTo>
                <a:close/>
                <a:moveTo>
                  <a:pt x="127" y="13"/>
                </a:moveTo>
                <a:cubicBezTo>
                  <a:pt x="127" y="13"/>
                  <a:pt x="127" y="13"/>
                  <a:pt x="127" y="14"/>
                </a:cubicBezTo>
                <a:cubicBezTo>
                  <a:pt x="127" y="14"/>
                  <a:pt x="127" y="14"/>
                  <a:pt x="128" y="14"/>
                </a:cubicBezTo>
                <a:cubicBezTo>
                  <a:pt x="128" y="14"/>
                  <a:pt x="129" y="15"/>
                  <a:pt x="129" y="15"/>
                </a:cubicBezTo>
                <a:cubicBezTo>
                  <a:pt x="130" y="15"/>
                  <a:pt x="130" y="15"/>
                  <a:pt x="131" y="15"/>
                </a:cubicBezTo>
                <a:cubicBezTo>
                  <a:pt x="131" y="16"/>
                  <a:pt x="132" y="16"/>
                  <a:pt x="134" y="16"/>
                </a:cubicBezTo>
                <a:cubicBezTo>
                  <a:pt x="135" y="17"/>
                  <a:pt x="135" y="17"/>
                  <a:pt x="135" y="17"/>
                </a:cubicBezTo>
                <a:cubicBezTo>
                  <a:pt x="135" y="17"/>
                  <a:pt x="135" y="17"/>
                  <a:pt x="135" y="17"/>
                </a:cubicBezTo>
                <a:cubicBezTo>
                  <a:pt x="134" y="18"/>
                  <a:pt x="134" y="18"/>
                  <a:pt x="133" y="18"/>
                </a:cubicBezTo>
                <a:cubicBezTo>
                  <a:pt x="133" y="18"/>
                  <a:pt x="132" y="18"/>
                  <a:pt x="131" y="18"/>
                </a:cubicBezTo>
                <a:cubicBezTo>
                  <a:pt x="131" y="18"/>
                  <a:pt x="130" y="17"/>
                  <a:pt x="130" y="17"/>
                </a:cubicBezTo>
                <a:cubicBezTo>
                  <a:pt x="130" y="17"/>
                  <a:pt x="129" y="17"/>
                  <a:pt x="129" y="17"/>
                </a:cubicBezTo>
                <a:cubicBezTo>
                  <a:pt x="129" y="17"/>
                  <a:pt x="129" y="17"/>
                  <a:pt x="129" y="17"/>
                </a:cubicBezTo>
                <a:cubicBezTo>
                  <a:pt x="129" y="16"/>
                  <a:pt x="129" y="16"/>
                  <a:pt x="129" y="16"/>
                </a:cubicBezTo>
                <a:cubicBezTo>
                  <a:pt x="128" y="15"/>
                  <a:pt x="128" y="15"/>
                  <a:pt x="127" y="15"/>
                </a:cubicBezTo>
                <a:cubicBezTo>
                  <a:pt x="126" y="15"/>
                  <a:pt x="126" y="14"/>
                  <a:pt x="126" y="14"/>
                </a:cubicBezTo>
                <a:cubicBezTo>
                  <a:pt x="125" y="14"/>
                  <a:pt x="125" y="14"/>
                  <a:pt x="124" y="14"/>
                </a:cubicBezTo>
                <a:cubicBezTo>
                  <a:pt x="124" y="13"/>
                  <a:pt x="123" y="13"/>
                  <a:pt x="123" y="13"/>
                </a:cubicBezTo>
                <a:cubicBezTo>
                  <a:pt x="123" y="13"/>
                  <a:pt x="123" y="13"/>
                  <a:pt x="123" y="14"/>
                </a:cubicBezTo>
                <a:cubicBezTo>
                  <a:pt x="123" y="14"/>
                  <a:pt x="122" y="14"/>
                  <a:pt x="122" y="14"/>
                </a:cubicBezTo>
                <a:cubicBezTo>
                  <a:pt x="122" y="14"/>
                  <a:pt x="122" y="15"/>
                  <a:pt x="122" y="15"/>
                </a:cubicBezTo>
                <a:cubicBezTo>
                  <a:pt x="122" y="15"/>
                  <a:pt x="122" y="15"/>
                  <a:pt x="122" y="15"/>
                </a:cubicBezTo>
                <a:cubicBezTo>
                  <a:pt x="121" y="15"/>
                  <a:pt x="121" y="15"/>
                  <a:pt x="120" y="15"/>
                </a:cubicBezTo>
                <a:cubicBezTo>
                  <a:pt x="120" y="16"/>
                  <a:pt x="119" y="16"/>
                  <a:pt x="119" y="16"/>
                </a:cubicBezTo>
                <a:cubicBezTo>
                  <a:pt x="119" y="16"/>
                  <a:pt x="119" y="16"/>
                  <a:pt x="118" y="16"/>
                </a:cubicBezTo>
                <a:cubicBezTo>
                  <a:pt x="118" y="15"/>
                  <a:pt x="118" y="15"/>
                  <a:pt x="118" y="15"/>
                </a:cubicBezTo>
                <a:cubicBezTo>
                  <a:pt x="118" y="15"/>
                  <a:pt x="119" y="15"/>
                  <a:pt x="119" y="15"/>
                </a:cubicBezTo>
                <a:cubicBezTo>
                  <a:pt x="120" y="15"/>
                  <a:pt x="120" y="15"/>
                  <a:pt x="121" y="14"/>
                </a:cubicBezTo>
                <a:cubicBezTo>
                  <a:pt x="121" y="14"/>
                  <a:pt x="122" y="13"/>
                  <a:pt x="122" y="12"/>
                </a:cubicBezTo>
                <a:cubicBezTo>
                  <a:pt x="123" y="11"/>
                  <a:pt x="123" y="11"/>
                  <a:pt x="123" y="11"/>
                </a:cubicBezTo>
                <a:cubicBezTo>
                  <a:pt x="123" y="11"/>
                  <a:pt x="123" y="11"/>
                  <a:pt x="123" y="11"/>
                </a:cubicBezTo>
                <a:cubicBezTo>
                  <a:pt x="123" y="10"/>
                  <a:pt x="123" y="10"/>
                  <a:pt x="123" y="10"/>
                </a:cubicBezTo>
                <a:cubicBezTo>
                  <a:pt x="122" y="10"/>
                  <a:pt x="122" y="11"/>
                  <a:pt x="122" y="11"/>
                </a:cubicBezTo>
                <a:cubicBezTo>
                  <a:pt x="122" y="11"/>
                  <a:pt x="121" y="11"/>
                  <a:pt x="121" y="11"/>
                </a:cubicBezTo>
                <a:cubicBezTo>
                  <a:pt x="120" y="11"/>
                  <a:pt x="120" y="11"/>
                  <a:pt x="120" y="11"/>
                </a:cubicBezTo>
                <a:cubicBezTo>
                  <a:pt x="120" y="11"/>
                  <a:pt x="119" y="11"/>
                  <a:pt x="119" y="11"/>
                </a:cubicBezTo>
                <a:cubicBezTo>
                  <a:pt x="119" y="11"/>
                  <a:pt x="119" y="11"/>
                  <a:pt x="119" y="11"/>
                </a:cubicBezTo>
                <a:cubicBezTo>
                  <a:pt x="119" y="11"/>
                  <a:pt x="119" y="11"/>
                  <a:pt x="119" y="10"/>
                </a:cubicBezTo>
                <a:cubicBezTo>
                  <a:pt x="119" y="10"/>
                  <a:pt x="119" y="10"/>
                  <a:pt x="119" y="10"/>
                </a:cubicBezTo>
                <a:cubicBezTo>
                  <a:pt x="120" y="10"/>
                  <a:pt x="121" y="10"/>
                  <a:pt x="123" y="9"/>
                </a:cubicBezTo>
                <a:cubicBezTo>
                  <a:pt x="124" y="9"/>
                  <a:pt x="126" y="8"/>
                  <a:pt x="127" y="8"/>
                </a:cubicBezTo>
                <a:cubicBezTo>
                  <a:pt x="127" y="8"/>
                  <a:pt x="127" y="8"/>
                  <a:pt x="127" y="8"/>
                </a:cubicBezTo>
                <a:cubicBezTo>
                  <a:pt x="127" y="8"/>
                  <a:pt x="127" y="8"/>
                  <a:pt x="127" y="8"/>
                </a:cubicBezTo>
                <a:cubicBezTo>
                  <a:pt x="126" y="7"/>
                  <a:pt x="126" y="7"/>
                  <a:pt x="126" y="7"/>
                </a:cubicBezTo>
                <a:cubicBezTo>
                  <a:pt x="126" y="7"/>
                  <a:pt x="126" y="7"/>
                  <a:pt x="125" y="7"/>
                </a:cubicBezTo>
                <a:cubicBezTo>
                  <a:pt x="125" y="8"/>
                  <a:pt x="125" y="8"/>
                  <a:pt x="125" y="8"/>
                </a:cubicBezTo>
                <a:cubicBezTo>
                  <a:pt x="125" y="8"/>
                  <a:pt x="124" y="8"/>
                  <a:pt x="124" y="8"/>
                </a:cubicBezTo>
                <a:cubicBezTo>
                  <a:pt x="124" y="8"/>
                  <a:pt x="124" y="8"/>
                  <a:pt x="123" y="7"/>
                </a:cubicBezTo>
                <a:cubicBezTo>
                  <a:pt x="123" y="7"/>
                  <a:pt x="123" y="7"/>
                  <a:pt x="123" y="6"/>
                </a:cubicBezTo>
                <a:cubicBezTo>
                  <a:pt x="123" y="5"/>
                  <a:pt x="123" y="4"/>
                  <a:pt x="123" y="3"/>
                </a:cubicBezTo>
                <a:cubicBezTo>
                  <a:pt x="123" y="3"/>
                  <a:pt x="123" y="2"/>
                  <a:pt x="124" y="2"/>
                </a:cubicBezTo>
                <a:cubicBezTo>
                  <a:pt x="124" y="2"/>
                  <a:pt x="124" y="2"/>
                  <a:pt x="125" y="2"/>
                </a:cubicBezTo>
                <a:cubicBezTo>
                  <a:pt x="126" y="2"/>
                  <a:pt x="127" y="2"/>
                  <a:pt x="128" y="2"/>
                </a:cubicBezTo>
                <a:cubicBezTo>
                  <a:pt x="128" y="2"/>
                  <a:pt x="129" y="2"/>
                  <a:pt x="129" y="2"/>
                </a:cubicBezTo>
                <a:cubicBezTo>
                  <a:pt x="129" y="2"/>
                  <a:pt x="130" y="2"/>
                  <a:pt x="130" y="2"/>
                </a:cubicBezTo>
                <a:cubicBezTo>
                  <a:pt x="130" y="2"/>
                  <a:pt x="130" y="2"/>
                  <a:pt x="129" y="3"/>
                </a:cubicBezTo>
                <a:cubicBezTo>
                  <a:pt x="129" y="3"/>
                  <a:pt x="129" y="3"/>
                  <a:pt x="129" y="3"/>
                </a:cubicBezTo>
                <a:cubicBezTo>
                  <a:pt x="129" y="4"/>
                  <a:pt x="129" y="4"/>
                  <a:pt x="129" y="4"/>
                </a:cubicBezTo>
                <a:lnTo>
                  <a:pt x="129" y="6"/>
                </a:lnTo>
                <a:cubicBezTo>
                  <a:pt x="129" y="7"/>
                  <a:pt x="129" y="7"/>
                  <a:pt x="129" y="7"/>
                </a:cubicBezTo>
                <a:cubicBezTo>
                  <a:pt x="129" y="8"/>
                  <a:pt x="129" y="8"/>
                  <a:pt x="129" y="8"/>
                </a:cubicBezTo>
                <a:cubicBezTo>
                  <a:pt x="129" y="8"/>
                  <a:pt x="129" y="8"/>
                  <a:pt x="129" y="8"/>
                </a:cubicBezTo>
                <a:cubicBezTo>
                  <a:pt x="129" y="8"/>
                  <a:pt x="130" y="8"/>
                  <a:pt x="130" y="8"/>
                </a:cubicBezTo>
                <a:cubicBezTo>
                  <a:pt x="130" y="8"/>
                  <a:pt x="130" y="8"/>
                  <a:pt x="131" y="8"/>
                </a:cubicBezTo>
                <a:cubicBezTo>
                  <a:pt x="131" y="8"/>
                  <a:pt x="131" y="8"/>
                  <a:pt x="131" y="8"/>
                </a:cubicBezTo>
                <a:cubicBezTo>
                  <a:pt x="131" y="8"/>
                  <a:pt x="131" y="8"/>
                  <a:pt x="131" y="9"/>
                </a:cubicBezTo>
                <a:cubicBezTo>
                  <a:pt x="131" y="9"/>
                  <a:pt x="131" y="9"/>
                  <a:pt x="131" y="9"/>
                </a:cubicBezTo>
                <a:cubicBezTo>
                  <a:pt x="131" y="9"/>
                  <a:pt x="131" y="10"/>
                  <a:pt x="131" y="10"/>
                </a:cubicBezTo>
                <a:cubicBezTo>
                  <a:pt x="130" y="10"/>
                  <a:pt x="130" y="10"/>
                  <a:pt x="129" y="10"/>
                </a:cubicBezTo>
                <a:cubicBezTo>
                  <a:pt x="128" y="10"/>
                  <a:pt x="128" y="10"/>
                  <a:pt x="127" y="10"/>
                </a:cubicBezTo>
                <a:cubicBezTo>
                  <a:pt x="127" y="10"/>
                  <a:pt x="127" y="10"/>
                  <a:pt x="127" y="10"/>
                </a:cubicBezTo>
                <a:cubicBezTo>
                  <a:pt x="127" y="10"/>
                  <a:pt x="127" y="10"/>
                  <a:pt x="127" y="10"/>
                </a:cubicBezTo>
                <a:cubicBezTo>
                  <a:pt x="127" y="10"/>
                  <a:pt x="127" y="11"/>
                  <a:pt x="127" y="11"/>
                </a:cubicBezTo>
                <a:cubicBezTo>
                  <a:pt x="127" y="11"/>
                  <a:pt x="127" y="11"/>
                  <a:pt x="128" y="11"/>
                </a:cubicBezTo>
                <a:cubicBezTo>
                  <a:pt x="128" y="11"/>
                  <a:pt x="128" y="11"/>
                  <a:pt x="128" y="11"/>
                </a:cubicBezTo>
                <a:cubicBezTo>
                  <a:pt x="128" y="10"/>
                  <a:pt x="129" y="10"/>
                  <a:pt x="129" y="10"/>
                </a:cubicBezTo>
                <a:cubicBezTo>
                  <a:pt x="129" y="10"/>
                  <a:pt x="129" y="11"/>
                  <a:pt x="129" y="11"/>
                </a:cubicBezTo>
                <a:cubicBezTo>
                  <a:pt x="129" y="11"/>
                  <a:pt x="129" y="11"/>
                  <a:pt x="129" y="11"/>
                </a:cubicBezTo>
                <a:cubicBezTo>
                  <a:pt x="129" y="11"/>
                  <a:pt x="129" y="12"/>
                  <a:pt x="129" y="12"/>
                </a:cubicBezTo>
                <a:cubicBezTo>
                  <a:pt x="129" y="12"/>
                  <a:pt x="129" y="12"/>
                  <a:pt x="128" y="12"/>
                </a:cubicBezTo>
                <a:cubicBezTo>
                  <a:pt x="128" y="12"/>
                  <a:pt x="128" y="12"/>
                  <a:pt x="127" y="12"/>
                </a:cubicBezTo>
                <a:cubicBezTo>
                  <a:pt x="127" y="12"/>
                  <a:pt x="127" y="12"/>
                  <a:pt x="127" y="12"/>
                </a:cubicBezTo>
                <a:cubicBezTo>
                  <a:pt x="127" y="12"/>
                  <a:pt x="127" y="13"/>
                  <a:pt x="127" y="13"/>
                </a:cubicBezTo>
                <a:cubicBezTo>
                  <a:pt x="127" y="13"/>
                  <a:pt x="127" y="13"/>
                  <a:pt x="127" y="13"/>
                </a:cubicBezTo>
                <a:close/>
                <a:moveTo>
                  <a:pt x="148" y="11"/>
                </a:moveTo>
                <a:cubicBezTo>
                  <a:pt x="148" y="12"/>
                  <a:pt x="148" y="13"/>
                  <a:pt x="148" y="14"/>
                </a:cubicBezTo>
                <a:cubicBezTo>
                  <a:pt x="148" y="15"/>
                  <a:pt x="148" y="15"/>
                  <a:pt x="148" y="16"/>
                </a:cubicBezTo>
                <a:cubicBezTo>
                  <a:pt x="148" y="16"/>
                  <a:pt x="148" y="16"/>
                  <a:pt x="148" y="17"/>
                </a:cubicBezTo>
                <a:cubicBezTo>
                  <a:pt x="148" y="17"/>
                  <a:pt x="148" y="17"/>
                  <a:pt x="148" y="17"/>
                </a:cubicBezTo>
                <a:cubicBezTo>
                  <a:pt x="148" y="18"/>
                  <a:pt x="148" y="18"/>
                  <a:pt x="148" y="18"/>
                </a:cubicBezTo>
                <a:cubicBezTo>
                  <a:pt x="148" y="18"/>
                  <a:pt x="147" y="18"/>
                  <a:pt x="146" y="17"/>
                </a:cubicBezTo>
                <a:cubicBezTo>
                  <a:pt x="145" y="17"/>
                  <a:pt x="144" y="16"/>
                  <a:pt x="144" y="16"/>
                </a:cubicBezTo>
                <a:cubicBezTo>
                  <a:pt x="143" y="16"/>
                  <a:pt x="143" y="15"/>
                  <a:pt x="143" y="15"/>
                </a:cubicBezTo>
                <a:cubicBezTo>
                  <a:pt x="143" y="15"/>
                  <a:pt x="143" y="15"/>
                  <a:pt x="143" y="15"/>
                </a:cubicBezTo>
                <a:cubicBezTo>
                  <a:pt x="143" y="15"/>
                  <a:pt x="143" y="15"/>
                  <a:pt x="143" y="15"/>
                </a:cubicBezTo>
                <a:cubicBezTo>
                  <a:pt x="144" y="16"/>
                  <a:pt x="145" y="16"/>
                  <a:pt x="146" y="16"/>
                </a:cubicBezTo>
                <a:cubicBezTo>
                  <a:pt x="146" y="16"/>
                  <a:pt x="147" y="16"/>
                  <a:pt x="147" y="16"/>
                </a:cubicBezTo>
                <a:cubicBezTo>
                  <a:pt x="147" y="16"/>
                  <a:pt x="147" y="15"/>
                  <a:pt x="147" y="15"/>
                </a:cubicBezTo>
                <a:cubicBezTo>
                  <a:pt x="147" y="14"/>
                  <a:pt x="147" y="14"/>
                  <a:pt x="147" y="12"/>
                </a:cubicBezTo>
                <a:cubicBezTo>
                  <a:pt x="147" y="11"/>
                  <a:pt x="146" y="9"/>
                  <a:pt x="146" y="8"/>
                </a:cubicBezTo>
                <a:lnTo>
                  <a:pt x="146" y="5"/>
                </a:lnTo>
                <a:lnTo>
                  <a:pt x="146" y="3"/>
                </a:lnTo>
                <a:cubicBezTo>
                  <a:pt x="146" y="3"/>
                  <a:pt x="147" y="3"/>
                  <a:pt x="147" y="3"/>
                </a:cubicBezTo>
                <a:cubicBezTo>
                  <a:pt x="147" y="3"/>
                  <a:pt x="147" y="3"/>
                  <a:pt x="148" y="3"/>
                </a:cubicBezTo>
                <a:cubicBezTo>
                  <a:pt x="148" y="3"/>
                  <a:pt x="148" y="3"/>
                  <a:pt x="148" y="3"/>
                </a:cubicBezTo>
                <a:cubicBezTo>
                  <a:pt x="148" y="4"/>
                  <a:pt x="148" y="4"/>
                  <a:pt x="148" y="4"/>
                </a:cubicBezTo>
                <a:cubicBezTo>
                  <a:pt x="148" y="4"/>
                  <a:pt x="148" y="5"/>
                  <a:pt x="148" y="6"/>
                </a:cubicBezTo>
                <a:cubicBezTo>
                  <a:pt x="148" y="6"/>
                  <a:pt x="148" y="6"/>
                  <a:pt x="148" y="7"/>
                </a:cubicBezTo>
                <a:cubicBezTo>
                  <a:pt x="148" y="9"/>
                  <a:pt x="148" y="9"/>
                  <a:pt x="148" y="10"/>
                </a:cubicBezTo>
                <a:lnTo>
                  <a:pt x="148" y="11"/>
                </a:lnTo>
                <a:close/>
                <a:moveTo>
                  <a:pt x="143" y="7"/>
                </a:moveTo>
                <a:cubicBezTo>
                  <a:pt x="143" y="7"/>
                  <a:pt x="143" y="7"/>
                  <a:pt x="142" y="7"/>
                </a:cubicBezTo>
                <a:cubicBezTo>
                  <a:pt x="142" y="7"/>
                  <a:pt x="142" y="7"/>
                  <a:pt x="141" y="7"/>
                </a:cubicBezTo>
                <a:cubicBezTo>
                  <a:pt x="141" y="7"/>
                  <a:pt x="141" y="7"/>
                  <a:pt x="141" y="7"/>
                </a:cubicBezTo>
                <a:cubicBezTo>
                  <a:pt x="141" y="7"/>
                  <a:pt x="141" y="7"/>
                  <a:pt x="140" y="7"/>
                </a:cubicBezTo>
                <a:cubicBezTo>
                  <a:pt x="140" y="7"/>
                  <a:pt x="140" y="6"/>
                  <a:pt x="140" y="6"/>
                </a:cubicBezTo>
                <a:cubicBezTo>
                  <a:pt x="140" y="6"/>
                  <a:pt x="140" y="7"/>
                  <a:pt x="140" y="7"/>
                </a:cubicBezTo>
                <a:cubicBezTo>
                  <a:pt x="139" y="7"/>
                  <a:pt x="139" y="7"/>
                  <a:pt x="139" y="7"/>
                </a:cubicBezTo>
                <a:cubicBezTo>
                  <a:pt x="138" y="8"/>
                  <a:pt x="138" y="8"/>
                  <a:pt x="138" y="9"/>
                </a:cubicBezTo>
                <a:cubicBezTo>
                  <a:pt x="138" y="9"/>
                  <a:pt x="137" y="9"/>
                  <a:pt x="137" y="10"/>
                </a:cubicBezTo>
                <a:cubicBezTo>
                  <a:pt x="137" y="10"/>
                  <a:pt x="138" y="10"/>
                  <a:pt x="138" y="10"/>
                </a:cubicBezTo>
                <a:cubicBezTo>
                  <a:pt x="138" y="10"/>
                  <a:pt x="138" y="10"/>
                  <a:pt x="138" y="10"/>
                </a:cubicBezTo>
                <a:cubicBezTo>
                  <a:pt x="139" y="9"/>
                  <a:pt x="140" y="9"/>
                  <a:pt x="141" y="9"/>
                </a:cubicBezTo>
                <a:cubicBezTo>
                  <a:pt x="141" y="9"/>
                  <a:pt x="141" y="9"/>
                  <a:pt x="141" y="9"/>
                </a:cubicBezTo>
                <a:cubicBezTo>
                  <a:pt x="142" y="9"/>
                  <a:pt x="142" y="9"/>
                  <a:pt x="142" y="9"/>
                </a:cubicBezTo>
                <a:cubicBezTo>
                  <a:pt x="142" y="9"/>
                  <a:pt x="142" y="9"/>
                  <a:pt x="142" y="9"/>
                </a:cubicBezTo>
                <a:cubicBezTo>
                  <a:pt x="142" y="10"/>
                  <a:pt x="142" y="10"/>
                  <a:pt x="142" y="10"/>
                </a:cubicBezTo>
                <a:cubicBezTo>
                  <a:pt x="142" y="11"/>
                  <a:pt x="141" y="11"/>
                  <a:pt x="141" y="12"/>
                </a:cubicBezTo>
                <a:cubicBezTo>
                  <a:pt x="141" y="12"/>
                  <a:pt x="141" y="13"/>
                  <a:pt x="141" y="13"/>
                </a:cubicBezTo>
                <a:cubicBezTo>
                  <a:pt x="141" y="13"/>
                  <a:pt x="140" y="13"/>
                  <a:pt x="140" y="13"/>
                </a:cubicBezTo>
                <a:cubicBezTo>
                  <a:pt x="140" y="13"/>
                  <a:pt x="139" y="13"/>
                  <a:pt x="139" y="13"/>
                </a:cubicBezTo>
                <a:cubicBezTo>
                  <a:pt x="139" y="13"/>
                  <a:pt x="139" y="13"/>
                  <a:pt x="139" y="13"/>
                </a:cubicBezTo>
                <a:cubicBezTo>
                  <a:pt x="139" y="13"/>
                  <a:pt x="139" y="13"/>
                  <a:pt x="139" y="13"/>
                </a:cubicBezTo>
                <a:cubicBezTo>
                  <a:pt x="139" y="13"/>
                  <a:pt x="139" y="13"/>
                  <a:pt x="139" y="14"/>
                </a:cubicBezTo>
                <a:cubicBezTo>
                  <a:pt x="138" y="14"/>
                  <a:pt x="138" y="14"/>
                  <a:pt x="138" y="15"/>
                </a:cubicBezTo>
                <a:cubicBezTo>
                  <a:pt x="138" y="15"/>
                  <a:pt x="138" y="15"/>
                  <a:pt x="139" y="15"/>
                </a:cubicBezTo>
                <a:cubicBezTo>
                  <a:pt x="139" y="15"/>
                  <a:pt x="139" y="15"/>
                  <a:pt x="139" y="15"/>
                </a:cubicBezTo>
                <a:cubicBezTo>
                  <a:pt x="139" y="15"/>
                  <a:pt x="140" y="15"/>
                  <a:pt x="140" y="15"/>
                </a:cubicBezTo>
                <a:cubicBezTo>
                  <a:pt x="140" y="15"/>
                  <a:pt x="140" y="15"/>
                  <a:pt x="141" y="15"/>
                </a:cubicBezTo>
                <a:cubicBezTo>
                  <a:pt x="141" y="15"/>
                  <a:pt x="141" y="14"/>
                  <a:pt x="141" y="14"/>
                </a:cubicBezTo>
                <a:cubicBezTo>
                  <a:pt x="141" y="14"/>
                  <a:pt x="141" y="13"/>
                  <a:pt x="141" y="13"/>
                </a:cubicBezTo>
                <a:cubicBezTo>
                  <a:pt x="141" y="13"/>
                  <a:pt x="141" y="14"/>
                  <a:pt x="142" y="14"/>
                </a:cubicBezTo>
                <a:cubicBezTo>
                  <a:pt x="142" y="15"/>
                  <a:pt x="142" y="15"/>
                  <a:pt x="142" y="16"/>
                </a:cubicBezTo>
                <a:cubicBezTo>
                  <a:pt x="142" y="16"/>
                  <a:pt x="142" y="16"/>
                  <a:pt x="141" y="16"/>
                </a:cubicBezTo>
                <a:cubicBezTo>
                  <a:pt x="141" y="16"/>
                  <a:pt x="141" y="16"/>
                  <a:pt x="141" y="16"/>
                </a:cubicBezTo>
                <a:cubicBezTo>
                  <a:pt x="140" y="16"/>
                  <a:pt x="140" y="16"/>
                  <a:pt x="139" y="16"/>
                </a:cubicBezTo>
                <a:cubicBezTo>
                  <a:pt x="139" y="16"/>
                  <a:pt x="138" y="16"/>
                  <a:pt x="138" y="16"/>
                </a:cubicBezTo>
                <a:cubicBezTo>
                  <a:pt x="138" y="16"/>
                  <a:pt x="137" y="15"/>
                  <a:pt x="137" y="14"/>
                </a:cubicBezTo>
                <a:cubicBezTo>
                  <a:pt x="137" y="14"/>
                  <a:pt x="138" y="13"/>
                  <a:pt x="138" y="13"/>
                </a:cubicBezTo>
                <a:cubicBezTo>
                  <a:pt x="138" y="12"/>
                  <a:pt x="138" y="12"/>
                  <a:pt x="138" y="11"/>
                </a:cubicBezTo>
                <a:cubicBezTo>
                  <a:pt x="138" y="11"/>
                  <a:pt x="138" y="11"/>
                  <a:pt x="138" y="11"/>
                </a:cubicBezTo>
                <a:cubicBezTo>
                  <a:pt x="138" y="11"/>
                  <a:pt x="139" y="11"/>
                  <a:pt x="139" y="11"/>
                </a:cubicBezTo>
                <a:cubicBezTo>
                  <a:pt x="139" y="11"/>
                  <a:pt x="139" y="11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40" y="12"/>
                  <a:pt x="140" y="12"/>
                  <a:pt x="140" y="11"/>
                </a:cubicBezTo>
                <a:cubicBezTo>
                  <a:pt x="140" y="11"/>
                  <a:pt x="140" y="11"/>
                  <a:pt x="140" y="10"/>
                </a:cubicBezTo>
                <a:cubicBezTo>
                  <a:pt x="140" y="10"/>
                  <a:pt x="140" y="10"/>
                  <a:pt x="140" y="10"/>
                </a:cubicBezTo>
                <a:cubicBezTo>
                  <a:pt x="139" y="10"/>
                  <a:pt x="139" y="10"/>
                  <a:pt x="138" y="11"/>
                </a:cubicBezTo>
                <a:cubicBezTo>
                  <a:pt x="138" y="11"/>
                  <a:pt x="138" y="11"/>
                  <a:pt x="138" y="11"/>
                </a:cubicBezTo>
                <a:cubicBezTo>
                  <a:pt x="138" y="11"/>
                  <a:pt x="138" y="11"/>
                  <a:pt x="137" y="11"/>
                </a:cubicBezTo>
                <a:cubicBezTo>
                  <a:pt x="137" y="11"/>
                  <a:pt x="137" y="11"/>
                  <a:pt x="137" y="11"/>
                </a:cubicBezTo>
                <a:cubicBezTo>
                  <a:pt x="137" y="11"/>
                  <a:pt x="137" y="11"/>
                  <a:pt x="137" y="11"/>
                </a:cubicBezTo>
                <a:cubicBezTo>
                  <a:pt x="137" y="11"/>
                  <a:pt x="137" y="11"/>
                  <a:pt x="136" y="12"/>
                </a:cubicBezTo>
                <a:cubicBezTo>
                  <a:pt x="135" y="12"/>
                  <a:pt x="135" y="12"/>
                  <a:pt x="135" y="12"/>
                </a:cubicBezTo>
                <a:cubicBezTo>
                  <a:pt x="134" y="12"/>
                  <a:pt x="134" y="12"/>
                  <a:pt x="134" y="12"/>
                </a:cubicBezTo>
                <a:cubicBezTo>
                  <a:pt x="134" y="12"/>
                  <a:pt x="133" y="12"/>
                  <a:pt x="133" y="12"/>
                </a:cubicBezTo>
                <a:cubicBezTo>
                  <a:pt x="133" y="12"/>
                  <a:pt x="134" y="12"/>
                  <a:pt x="134" y="12"/>
                </a:cubicBezTo>
                <a:cubicBezTo>
                  <a:pt x="134" y="11"/>
                  <a:pt x="135" y="11"/>
                  <a:pt x="135" y="10"/>
                </a:cubicBezTo>
                <a:cubicBezTo>
                  <a:pt x="136" y="10"/>
                  <a:pt x="136" y="9"/>
                  <a:pt x="137" y="8"/>
                </a:cubicBezTo>
                <a:cubicBezTo>
                  <a:pt x="137" y="8"/>
                  <a:pt x="138" y="7"/>
                  <a:pt x="138" y="7"/>
                </a:cubicBezTo>
                <a:cubicBezTo>
                  <a:pt x="138" y="7"/>
                  <a:pt x="138" y="6"/>
                  <a:pt x="139" y="6"/>
                </a:cubicBezTo>
                <a:cubicBezTo>
                  <a:pt x="139" y="5"/>
                  <a:pt x="140" y="4"/>
                  <a:pt x="140" y="4"/>
                </a:cubicBezTo>
                <a:cubicBezTo>
                  <a:pt x="140" y="4"/>
                  <a:pt x="140" y="4"/>
                  <a:pt x="140" y="4"/>
                </a:cubicBezTo>
                <a:cubicBezTo>
                  <a:pt x="140" y="4"/>
                  <a:pt x="141" y="3"/>
                  <a:pt x="141" y="3"/>
                </a:cubicBezTo>
                <a:cubicBezTo>
                  <a:pt x="141" y="3"/>
                  <a:pt x="141" y="4"/>
                  <a:pt x="141" y="4"/>
                </a:cubicBezTo>
                <a:cubicBezTo>
                  <a:pt x="141" y="4"/>
                  <a:pt x="141" y="4"/>
                  <a:pt x="141" y="4"/>
                </a:cubicBezTo>
                <a:cubicBezTo>
                  <a:pt x="141" y="5"/>
                  <a:pt x="141" y="5"/>
                  <a:pt x="141" y="5"/>
                </a:cubicBezTo>
                <a:cubicBezTo>
                  <a:pt x="141" y="5"/>
                  <a:pt x="141" y="5"/>
                  <a:pt x="141" y="6"/>
                </a:cubicBezTo>
                <a:cubicBezTo>
                  <a:pt x="141" y="6"/>
                  <a:pt x="141" y="6"/>
                  <a:pt x="141" y="6"/>
                </a:cubicBezTo>
                <a:cubicBezTo>
                  <a:pt x="141" y="6"/>
                  <a:pt x="141" y="6"/>
                  <a:pt x="142" y="6"/>
                </a:cubicBezTo>
                <a:cubicBezTo>
                  <a:pt x="142" y="6"/>
                  <a:pt x="143" y="6"/>
                  <a:pt x="143" y="7"/>
                </a:cubicBezTo>
                <a:close/>
                <a:moveTo>
                  <a:pt x="145" y="8"/>
                </a:moveTo>
                <a:cubicBezTo>
                  <a:pt x="145" y="8"/>
                  <a:pt x="145" y="8"/>
                  <a:pt x="145" y="8"/>
                </a:cubicBezTo>
                <a:cubicBezTo>
                  <a:pt x="145" y="8"/>
                  <a:pt x="145" y="9"/>
                  <a:pt x="145" y="9"/>
                </a:cubicBezTo>
                <a:cubicBezTo>
                  <a:pt x="145" y="9"/>
                  <a:pt x="145" y="10"/>
                  <a:pt x="145" y="10"/>
                </a:cubicBezTo>
                <a:cubicBezTo>
                  <a:pt x="145" y="11"/>
                  <a:pt x="145" y="11"/>
                  <a:pt x="144" y="11"/>
                </a:cubicBezTo>
                <a:cubicBezTo>
                  <a:pt x="144" y="11"/>
                  <a:pt x="144" y="11"/>
                  <a:pt x="144" y="11"/>
                </a:cubicBezTo>
                <a:cubicBezTo>
                  <a:pt x="144" y="11"/>
                  <a:pt x="143" y="11"/>
                  <a:pt x="143" y="10"/>
                </a:cubicBezTo>
                <a:cubicBezTo>
                  <a:pt x="143" y="9"/>
                  <a:pt x="143" y="9"/>
                  <a:pt x="143" y="9"/>
                </a:cubicBezTo>
                <a:lnTo>
                  <a:pt x="143" y="8"/>
                </a:lnTo>
                <a:cubicBezTo>
                  <a:pt x="143" y="8"/>
                  <a:pt x="143" y="8"/>
                  <a:pt x="144" y="8"/>
                </a:cubicBezTo>
                <a:cubicBezTo>
                  <a:pt x="144" y="8"/>
                  <a:pt x="144" y="8"/>
                  <a:pt x="144" y="8"/>
                </a:cubicBezTo>
                <a:cubicBezTo>
                  <a:pt x="145" y="8"/>
                  <a:pt x="145" y="8"/>
                  <a:pt x="145" y="8"/>
                </a:cubicBezTo>
                <a:cubicBezTo>
                  <a:pt x="145" y="8"/>
                  <a:pt x="145" y="8"/>
                  <a:pt x="145" y="8"/>
                </a:cubicBezTo>
                <a:close/>
                <a:moveTo>
                  <a:pt x="157" y="2"/>
                </a:moveTo>
                <a:cubicBezTo>
                  <a:pt x="157" y="2"/>
                  <a:pt x="158" y="2"/>
                  <a:pt x="158" y="2"/>
                </a:cubicBezTo>
                <a:cubicBezTo>
                  <a:pt x="158" y="2"/>
                  <a:pt x="158" y="2"/>
                  <a:pt x="158" y="3"/>
                </a:cubicBezTo>
                <a:cubicBezTo>
                  <a:pt x="158" y="3"/>
                  <a:pt x="158" y="3"/>
                  <a:pt x="158" y="3"/>
                </a:cubicBezTo>
                <a:cubicBezTo>
                  <a:pt x="158" y="3"/>
                  <a:pt x="158" y="4"/>
                  <a:pt x="158" y="4"/>
                </a:cubicBezTo>
                <a:cubicBezTo>
                  <a:pt x="158" y="4"/>
                  <a:pt x="158" y="4"/>
                  <a:pt x="158" y="4"/>
                </a:cubicBezTo>
                <a:cubicBezTo>
                  <a:pt x="158" y="4"/>
                  <a:pt x="158" y="4"/>
                  <a:pt x="158" y="4"/>
                </a:cubicBezTo>
                <a:cubicBezTo>
                  <a:pt x="158" y="4"/>
                  <a:pt x="157" y="4"/>
                  <a:pt x="157" y="4"/>
                </a:cubicBezTo>
                <a:cubicBezTo>
                  <a:pt x="157" y="4"/>
                  <a:pt x="156" y="4"/>
                  <a:pt x="156" y="3"/>
                </a:cubicBezTo>
                <a:cubicBezTo>
                  <a:pt x="156" y="3"/>
                  <a:pt x="157" y="3"/>
                  <a:pt x="157" y="2"/>
                </a:cubicBezTo>
                <a:cubicBezTo>
                  <a:pt x="157" y="2"/>
                  <a:pt x="157" y="2"/>
                  <a:pt x="157" y="2"/>
                </a:cubicBezTo>
                <a:close/>
                <a:moveTo>
                  <a:pt x="159" y="5"/>
                </a:moveTo>
                <a:cubicBezTo>
                  <a:pt x="159" y="5"/>
                  <a:pt x="159" y="6"/>
                  <a:pt x="159" y="6"/>
                </a:cubicBezTo>
                <a:cubicBezTo>
                  <a:pt x="159" y="6"/>
                  <a:pt x="159" y="6"/>
                  <a:pt x="159" y="6"/>
                </a:cubicBezTo>
                <a:cubicBezTo>
                  <a:pt x="159" y="6"/>
                  <a:pt x="158" y="6"/>
                  <a:pt x="158" y="6"/>
                </a:cubicBezTo>
                <a:cubicBezTo>
                  <a:pt x="158" y="6"/>
                  <a:pt x="158" y="6"/>
                  <a:pt x="159" y="6"/>
                </a:cubicBezTo>
                <a:cubicBezTo>
                  <a:pt x="159" y="6"/>
                  <a:pt x="159" y="7"/>
                  <a:pt x="159" y="7"/>
                </a:cubicBezTo>
                <a:cubicBezTo>
                  <a:pt x="159" y="7"/>
                  <a:pt x="159" y="7"/>
                  <a:pt x="159" y="7"/>
                </a:cubicBezTo>
                <a:cubicBezTo>
                  <a:pt x="159" y="7"/>
                  <a:pt x="159" y="7"/>
                  <a:pt x="159" y="7"/>
                </a:cubicBezTo>
                <a:cubicBezTo>
                  <a:pt x="159" y="8"/>
                  <a:pt x="159" y="8"/>
                  <a:pt x="158" y="8"/>
                </a:cubicBezTo>
                <a:cubicBezTo>
                  <a:pt x="158" y="8"/>
                  <a:pt x="158" y="8"/>
                  <a:pt x="158" y="8"/>
                </a:cubicBezTo>
                <a:cubicBezTo>
                  <a:pt x="158" y="8"/>
                  <a:pt x="158" y="8"/>
                  <a:pt x="159" y="8"/>
                </a:cubicBezTo>
                <a:cubicBezTo>
                  <a:pt x="159" y="8"/>
                  <a:pt x="159" y="8"/>
                  <a:pt x="159" y="8"/>
                </a:cubicBezTo>
                <a:cubicBezTo>
                  <a:pt x="159" y="8"/>
                  <a:pt x="159" y="8"/>
                  <a:pt x="159" y="9"/>
                </a:cubicBezTo>
                <a:cubicBezTo>
                  <a:pt x="159" y="9"/>
                  <a:pt x="159" y="9"/>
                  <a:pt x="159" y="9"/>
                </a:cubicBezTo>
                <a:cubicBezTo>
                  <a:pt x="159" y="9"/>
                  <a:pt x="158" y="9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9" y="10"/>
                  <a:pt x="159" y="10"/>
                </a:cubicBezTo>
                <a:cubicBezTo>
                  <a:pt x="159" y="10"/>
                  <a:pt x="159" y="10"/>
                  <a:pt x="159" y="10"/>
                </a:cubicBezTo>
                <a:cubicBezTo>
                  <a:pt x="159" y="11"/>
                  <a:pt x="159" y="11"/>
                  <a:pt x="159" y="11"/>
                </a:cubicBezTo>
                <a:cubicBezTo>
                  <a:pt x="159" y="11"/>
                  <a:pt x="159" y="11"/>
                  <a:pt x="159" y="11"/>
                </a:cubicBezTo>
                <a:cubicBezTo>
                  <a:pt x="159" y="11"/>
                  <a:pt x="159" y="11"/>
                  <a:pt x="158" y="11"/>
                </a:cubicBezTo>
                <a:cubicBezTo>
                  <a:pt x="158" y="11"/>
                  <a:pt x="157" y="12"/>
                  <a:pt x="157" y="12"/>
                </a:cubicBezTo>
                <a:cubicBezTo>
                  <a:pt x="157" y="12"/>
                  <a:pt x="157" y="12"/>
                  <a:pt x="157" y="12"/>
                </a:cubicBezTo>
                <a:cubicBezTo>
                  <a:pt x="157" y="12"/>
                  <a:pt x="157" y="12"/>
                  <a:pt x="158" y="12"/>
                </a:cubicBezTo>
                <a:cubicBezTo>
                  <a:pt x="158" y="12"/>
                  <a:pt x="159" y="13"/>
                  <a:pt x="159" y="13"/>
                </a:cubicBezTo>
                <a:cubicBezTo>
                  <a:pt x="159" y="13"/>
                  <a:pt x="159" y="13"/>
                  <a:pt x="158" y="13"/>
                </a:cubicBezTo>
                <a:cubicBezTo>
                  <a:pt x="158" y="13"/>
                  <a:pt x="158" y="13"/>
                  <a:pt x="158" y="13"/>
                </a:cubicBezTo>
                <a:cubicBezTo>
                  <a:pt x="158" y="13"/>
                  <a:pt x="158" y="13"/>
                  <a:pt x="158" y="13"/>
                </a:cubicBezTo>
                <a:cubicBezTo>
                  <a:pt x="158" y="13"/>
                  <a:pt x="157" y="13"/>
                  <a:pt x="157" y="13"/>
                </a:cubicBezTo>
                <a:cubicBezTo>
                  <a:pt x="157" y="13"/>
                  <a:pt x="157" y="13"/>
                  <a:pt x="157" y="13"/>
                </a:cubicBezTo>
                <a:cubicBezTo>
                  <a:pt x="157" y="14"/>
                  <a:pt x="157" y="14"/>
                  <a:pt x="157" y="14"/>
                </a:cubicBezTo>
                <a:cubicBezTo>
                  <a:pt x="157" y="14"/>
                  <a:pt x="157" y="15"/>
                  <a:pt x="157" y="15"/>
                </a:cubicBezTo>
                <a:cubicBezTo>
                  <a:pt x="157" y="16"/>
                  <a:pt x="157" y="16"/>
                  <a:pt x="157" y="16"/>
                </a:cubicBezTo>
                <a:cubicBezTo>
                  <a:pt x="157" y="16"/>
                  <a:pt x="156" y="16"/>
                  <a:pt x="156" y="16"/>
                </a:cubicBezTo>
                <a:cubicBezTo>
                  <a:pt x="156" y="15"/>
                  <a:pt x="155" y="15"/>
                  <a:pt x="155" y="15"/>
                </a:cubicBezTo>
                <a:cubicBezTo>
                  <a:pt x="155" y="15"/>
                  <a:pt x="154" y="15"/>
                  <a:pt x="154" y="15"/>
                </a:cubicBezTo>
                <a:cubicBezTo>
                  <a:pt x="154" y="15"/>
                  <a:pt x="154" y="15"/>
                  <a:pt x="154" y="15"/>
                </a:cubicBezTo>
                <a:cubicBezTo>
                  <a:pt x="154" y="15"/>
                  <a:pt x="154" y="15"/>
                  <a:pt x="154" y="15"/>
                </a:cubicBezTo>
                <a:cubicBezTo>
                  <a:pt x="154" y="15"/>
                  <a:pt x="154" y="16"/>
                  <a:pt x="154" y="16"/>
                </a:cubicBezTo>
                <a:cubicBezTo>
                  <a:pt x="154" y="16"/>
                  <a:pt x="153" y="15"/>
                  <a:pt x="153" y="15"/>
                </a:cubicBezTo>
                <a:cubicBezTo>
                  <a:pt x="153" y="15"/>
                  <a:pt x="153" y="15"/>
                  <a:pt x="153" y="15"/>
                </a:cubicBezTo>
                <a:cubicBezTo>
                  <a:pt x="153" y="15"/>
                  <a:pt x="153" y="15"/>
                  <a:pt x="153" y="15"/>
                </a:cubicBezTo>
                <a:cubicBezTo>
                  <a:pt x="153" y="14"/>
                  <a:pt x="153" y="14"/>
                  <a:pt x="153" y="14"/>
                </a:cubicBezTo>
                <a:cubicBezTo>
                  <a:pt x="154" y="13"/>
                  <a:pt x="154" y="13"/>
                  <a:pt x="154" y="13"/>
                </a:cubicBezTo>
                <a:cubicBezTo>
                  <a:pt x="154" y="13"/>
                  <a:pt x="154" y="13"/>
                  <a:pt x="154" y="13"/>
                </a:cubicBezTo>
                <a:cubicBezTo>
                  <a:pt x="154" y="12"/>
                  <a:pt x="154" y="12"/>
                  <a:pt x="154" y="12"/>
                </a:cubicBezTo>
                <a:cubicBezTo>
                  <a:pt x="154" y="12"/>
                  <a:pt x="154" y="12"/>
                  <a:pt x="153" y="13"/>
                </a:cubicBezTo>
                <a:cubicBezTo>
                  <a:pt x="153" y="13"/>
                  <a:pt x="153" y="13"/>
                  <a:pt x="153" y="13"/>
                </a:cubicBezTo>
                <a:cubicBezTo>
                  <a:pt x="152" y="13"/>
                  <a:pt x="152" y="13"/>
                  <a:pt x="152" y="13"/>
                </a:cubicBezTo>
                <a:cubicBezTo>
                  <a:pt x="152" y="13"/>
                  <a:pt x="152" y="13"/>
                  <a:pt x="152" y="13"/>
                </a:cubicBezTo>
                <a:cubicBezTo>
                  <a:pt x="152" y="12"/>
                  <a:pt x="152" y="12"/>
                  <a:pt x="152" y="12"/>
                </a:cubicBezTo>
                <a:cubicBezTo>
                  <a:pt x="152" y="12"/>
                  <a:pt x="152" y="12"/>
                  <a:pt x="152" y="12"/>
                </a:cubicBezTo>
                <a:cubicBezTo>
                  <a:pt x="153" y="12"/>
                  <a:pt x="154" y="11"/>
                  <a:pt x="155" y="11"/>
                </a:cubicBezTo>
                <a:cubicBezTo>
                  <a:pt x="155" y="11"/>
                  <a:pt x="155" y="11"/>
                  <a:pt x="156" y="11"/>
                </a:cubicBezTo>
                <a:cubicBezTo>
                  <a:pt x="156" y="11"/>
                  <a:pt x="156" y="11"/>
                  <a:pt x="156" y="11"/>
                </a:cubicBezTo>
                <a:cubicBezTo>
                  <a:pt x="156" y="10"/>
                  <a:pt x="156" y="10"/>
                  <a:pt x="156" y="10"/>
                </a:cubicBezTo>
                <a:cubicBezTo>
                  <a:pt x="156" y="10"/>
                  <a:pt x="155" y="10"/>
                  <a:pt x="155" y="10"/>
                </a:cubicBezTo>
                <a:cubicBezTo>
                  <a:pt x="155" y="10"/>
                  <a:pt x="154" y="10"/>
                  <a:pt x="154" y="10"/>
                </a:cubicBezTo>
                <a:cubicBezTo>
                  <a:pt x="154" y="11"/>
                  <a:pt x="154" y="11"/>
                  <a:pt x="154" y="11"/>
                </a:cubicBezTo>
                <a:cubicBezTo>
                  <a:pt x="154" y="11"/>
                  <a:pt x="154" y="10"/>
                  <a:pt x="154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154" y="10"/>
                  <a:pt x="154" y="10"/>
                  <a:pt x="154" y="9"/>
                </a:cubicBezTo>
                <a:cubicBezTo>
                  <a:pt x="154" y="9"/>
                  <a:pt x="154" y="9"/>
                  <a:pt x="154" y="9"/>
                </a:cubicBezTo>
                <a:cubicBezTo>
                  <a:pt x="155" y="9"/>
                  <a:pt x="155" y="9"/>
                  <a:pt x="156" y="9"/>
                </a:cubicBezTo>
                <a:cubicBezTo>
                  <a:pt x="156" y="9"/>
                  <a:pt x="157" y="8"/>
                  <a:pt x="157" y="8"/>
                </a:cubicBezTo>
                <a:cubicBezTo>
                  <a:pt x="157" y="8"/>
                  <a:pt x="157" y="8"/>
                  <a:pt x="157" y="8"/>
                </a:cubicBezTo>
                <a:cubicBezTo>
                  <a:pt x="157" y="8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6" y="7"/>
                  <a:pt x="156" y="7"/>
                  <a:pt x="156" y="7"/>
                </a:cubicBezTo>
                <a:cubicBezTo>
                  <a:pt x="156" y="7"/>
                  <a:pt x="156" y="8"/>
                  <a:pt x="156" y="8"/>
                </a:cubicBezTo>
                <a:cubicBezTo>
                  <a:pt x="156" y="8"/>
                  <a:pt x="156" y="8"/>
                  <a:pt x="155" y="9"/>
                </a:cubicBezTo>
                <a:cubicBezTo>
                  <a:pt x="155" y="9"/>
                  <a:pt x="155" y="9"/>
                  <a:pt x="155" y="9"/>
                </a:cubicBezTo>
                <a:cubicBezTo>
                  <a:pt x="155" y="9"/>
                  <a:pt x="155" y="9"/>
                  <a:pt x="155" y="9"/>
                </a:cubicBezTo>
                <a:cubicBezTo>
                  <a:pt x="155" y="8"/>
                  <a:pt x="155" y="8"/>
                  <a:pt x="155" y="8"/>
                </a:cubicBezTo>
                <a:cubicBezTo>
                  <a:pt x="155" y="8"/>
                  <a:pt x="155" y="8"/>
                  <a:pt x="155" y="8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4" y="7"/>
                </a:cubicBezTo>
                <a:cubicBezTo>
                  <a:pt x="154" y="7"/>
                  <a:pt x="154" y="7"/>
                  <a:pt x="154" y="7"/>
                </a:cubicBezTo>
                <a:cubicBezTo>
                  <a:pt x="154" y="7"/>
                  <a:pt x="154" y="7"/>
                  <a:pt x="154" y="7"/>
                </a:cubicBezTo>
                <a:cubicBezTo>
                  <a:pt x="154" y="6"/>
                  <a:pt x="154" y="6"/>
                  <a:pt x="154" y="6"/>
                </a:cubicBezTo>
                <a:cubicBezTo>
                  <a:pt x="154" y="6"/>
                  <a:pt x="154" y="6"/>
                  <a:pt x="154" y="6"/>
                </a:cubicBezTo>
                <a:cubicBezTo>
                  <a:pt x="154" y="6"/>
                  <a:pt x="155" y="6"/>
                  <a:pt x="156" y="6"/>
                </a:cubicBezTo>
                <a:cubicBezTo>
                  <a:pt x="157" y="5"/>
                  <a:pt x="158" y="5"/>
                  <a:pt x="159" y="5"/>
                </a:cubicBezTo>
                <a:cubicBezTo>
                  <a:pt x="159" y="5"/>
                  <a:pt x="159" y="5"/>
                  <a:pt x="159" y="5"/>
                </a:cubicBezTo>
                <a:cubicBezTo>
                  <a:pt x="159" y="5"/>
                  <a:pt x="159" y="5"/>
                  <a:pt x="159" y="5"/>
                </a:cubicBezTo>
                <a:close/>
                <a:moveTo>
                  <a:pt x="166" y="8"/>
                </a:moveTo>
                <a:cubicBezTo>
                  <a:pt x="166" y="8"/>
                  <a:pt x="166" y="8"/>
                  <a:pt x="166" y="8"/>
                </a:cubicBezTo>
                <a:cubicBezTo>
                  <a:pt x="166" y="8"/>
                  <a:pt x="166" y="8"/>
                  <a:pt x="166" y="9"/>
                </a:cubicBezTo>
                <a:cubicBezTo>
                  <a:pt x="167" y="9"/>
                  <a:pt x="167" y="9"/>
                  <a:pt x="167" y="9"/>
                </a:cubicBezTo>
                <a:cubicBezTo>
                  <a:pt x="167" y="9"/>
                  <a:pt x="167" y="9"/>
                  <a:pt x="167" y="10"/>
                </a:cubicBezTo>
                <a:cubicBezTo>
                  <a:pt x="167" y="10"/>
                  <a:pt x="167" y="10"/>
                  <a:pt x="167" y="10"/>
                </a:cubicBezTo>
                <a:cubicBezTo>
                  <a:pt x="167" y="10"/>
                  <a:pt x="166" y="10"/>
                  <a:pt x="166" y="10"/>
                </a:cubicBezTo>
                <a:cubicBezTo>
                  <a:pt x="166" y="10"/>
                  <a:pt x="166" y="10"/>
                  <a:pt x="165" y="10"/>
                </a:cubicBezTo>
                <a:cubicBezTo>
                  <a:pt x="165" y="10"/>
                  <a:pt x="164" y="10"/>
                  <a:pt x="164" y="10"/>
                </a:cubicBezTo>
                <a:cubicBezTo>
                  <a:pt x="164" y="10"/>
                  <a:pt x="164" y="10"/>
                  <a:pt x="164" y="11"/>
                </a:cubicBezTo>
                <a:cubicBezTo>
                  <a:pt x="164" y="12"/>
                  <a:pt x="164" y="12"/>
                  <a:pt x="164" y="13"/>
                </a:cubicBezTo>
                <a:cubicBezTo>
                  <a:pt x="164" y="13"/>
                  <a:pt x="164" y="13"/>
                  <a:pt x="164" y="14"/>
                </a:cubicBezTo>
                <a:cubicBezTo>
                  <a:pt x="164" y="14"/>
                  <a:pt x="164" y="14"/>
                  <a:pt x="164" y="15"/>
                </a:cubicBezTo>
                <a:cubicBezTo>
                  <a:pt x="164" y="15"/>
                  <a:pt x="164" y="15"/>
                  <a:pt x="164" y="16"/>
                </a:cubicBezTo>
                <a:cubicBezTo>
                  <a:pt x="164" y="16"/>
                  <a:pt x="164" y="16"/>
                  <a:pt x="164" y="16"/>
                </a:cubicBezTo>
                <a:cubicBezTo>
                  <a:pt x="164" y="17"/>
                  <a:pt x="164" y="17"/>
                  <a:pt x="164" y="17"/>
                </a:cubicBezTo>
                <a:cubicBezTo>
                  <a:pt x="164" y="17"/>
                  <a:pt x="164" y="18"/>
                  <a:pt x="164" y="18"/>
                </a:cubicBezTo>
                <a:cubicBezTo>
                  <a:pt x="164" y="18"/>
                  <a:pt x="164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lnTo>
                  <a:pt x="163" y="17"/>
                </a:lnTo>
                <a:cubicBezTo>
                  <a:pt x="163" y="17"/>
                  <a:pt x="163" y="15"/>
                  <a:pt x="163" y="14"/>
                </a:cubicBezTo>
                <a:cubicBezTo>
                  <a:pt x="163" y="12"/>
                  <a:pt x="163" y="11"/>
                  <a:pt x="163" y="11"/>
                </a:cubicBezTo>
                <a:cubicBezTo>
                  <a:pt x="163" y="11"/>
                  <a:pt x="162" y="10"/>
                  <a:pt x="162" y="10"/>
                </a:cubicBezTo>
                <a:cubicBezTo>
                  <a:pt x="162" y="10"/>
                  <a:pt x="162" y="10"/>
                  <a:pt x="162" y="10"/>
                </a:cubicBezTo>
                <a:cubicBezTo>
                  <a:pt x="162" y="10"/>
                  <a:pt x="162" y="10"/>
                  <a:pt x="162" y="10"/>
                </a:cubicBezTo>
                <a:cubicBezTo>
                  <a:pt x="161" y="10"/>
                  <a:pt x="161" y="10"/>
                  <a:pt x="161" y="11"/>
                </a:cubicBezTo>
                <a:cubicBezTo>
                  <a:pt x="161" y="11"/>
                  <a:pt x="161" y="11"/>
                  <a:pt x="161" y="11"/>
                </a:cubicBezTo>
                <a:cubicBezTo>
                  <a:pt x="161" y="11"/>
                  <a:pt x="161" y="11"/>
                  <a:pt x="161" y="11"/>
                </a:cubicBezTo>
                <a:cubicBezTo>
                  <a:pt x="160" y="12"/>
                  <a:pt x="160" y="12"/>
                  <a:pt x="160" y="12"/>
                </a:cubicBezTo>
                <a:lnTo>
                  <a:pt x="160" y="13"/>
                </a:lnTo>
                <a:cubicBezTo>
                  <a:pt x="160" y="13"/>
                  <a:pt x="160" y="13"/>
                  <a:pt x="160" y="14"/>
                </a:cubicBezTo>
                <a:cubicBezTo>
                  <a:pt x="160" y="14"/>
                  <a:pt x="159" y="14"/>
                  <a:pt x="159" y="15"/>
                </a:cubicBezTo>
                <a:cubicBezTo>
                  <a:pt x="159" y="15"/>
                  <a:pt x="158" y="15"/>
                  <a:pt x="158" y="15"/>
                </a:cubicBezTo>
                <a:cubicBezTo>
                  <a:pt x="158" y="15"/>
                  <a:pt x="158" y="15"/>
                  <a:pt x="158" y="15"/>
                </a:cubicBezTo>
                <a:cubicBezTo>
                  <a:pt x="158" y="15"/>
                  <a:pt x="158" y="14"/>
                  <a:pt x="159" y="14"/>
                </a:cubicBezTo>
                <a:cubicBezTo>
                  <a:pt x="159" y="13"/>
                  <a:pt x="159" y="12"/>
                  <a:pt x="160" y="12"/>
                </a:cubicBezTo>
                <a:cubicBezTo>
                  <a:pt x="160" y="11"/>
                  <a:pt x="160" y="11"/>
                  <a:pt x="160" y="10"/>
                </a:cubicBezTo>
                <a:cubicBezTo>
                  <a:pt x="160" y="9"/>
                  <a:pt x="160" y="8"/>
                  <a:pt x="160" y="8"/>
                </a:cubicBezTo>
                <a:lnTo>
                  <a:pt x="160" y="7"/>
                </a:lnTo>
                <a:cubicBezTo>
                  <a:pt x="160" y="7"/>
                  <a:pt x="160" y="6"/>
                  <a:pt x="160" y="6"/>
                </a:cubicBezTo>
                <a:cubicBezTo>
                  <a:pt x="160" y="6"/>
                  <a:pt x="160" y="6"/>
                  <a:pt x="161" y="6"/>
                </a:cubicBezTo>
                <a:cubicBezTo>
                  <a:pt x="161" y="6"/>
                  <a:pt x="162" y="6"/>
                  <a:pt x="162" y="6"/>
                </a:cubicBezTo>
                <a:cubicBezTo>
                  <a:pt x="163" y="5"/>
                  <a:pt x="164" y="5"/>
                  <a:pt x="164" y="5"/>
                </a:cubicBezTo>
                <a:cubicBezTo>
                  <a:pt x="164" y="5"/>
                  <a:pt x="165" y="5"/>
                  <a:pt x="165" y="5"/>
                </a:cubicBezTo>
                <a:cubicBezTo>
                  <a:pt x="165" y="6"/>
                  <a:pt x="165" y="6"/>
                  <a:pt x="165" y="6"/>
                </a:cubicBezTo>
                <a:cubicBezTo>
                  <a:pt x="165" y="6"/>
                  <a:pt x="165" y="6"/>
                  <a:pt x="165" y="6"/>
                </a:cubicBezTo>
                <a:cubicBezTo>
                  <a:pt x="165" y="7"/>
                  <a:pt x="164" y="7"/>
                  <a:pt x="164" y="7"/>
                </a:cubicBezTo>
                <a:cubicBezTo>
                  <a:pt x="164" y="7"/>
                  <a:pt x="164" y="7"/>
                  <a:pt x="164" y="7"/>
                </a:cubicBezTo>
                <a:cubicBezTo>
                  <a:pt x="163" y="7"/>
                  <a:pt x="163" y="7"/>
                  <a:pt x="163" y="7"/>
                </a:cubicBezTo>
                <a:cubicBezTo>
                  <a:pt x="162" y="7"/>
                  <a:pt x="162" y="7"/>
                  <a:pt x="161" y="8"/>
                </a:cubicBezTo>
                <a:cubicBezTo>
                  <a:pt x="161" y="8"/>
                  <a:pt x="161" y="9"/>
                  <a:pt x="161" y="9"/>
                </a:cubicBezTo>
                <a:cubicBezTo>
                  <a:pt x="161" y="9"/>
                  <a:pt x="161" y="9"/>
                  <a:pt x="161" y="9"/>
                </a:cubicBezTo>
                <a:cubicBezTo>
                  <a:pt x="161" y="9"/>
                  <a:pt x="162" y="9"/>
                  <a:pt x="163" y="9"/>
                </a:cubicBezTo>
                <a:cubicBezTo>
                  <a:pt x="163" y="8"/>
                  <a:pt x="164" y="8"/>
                  <a:pt x="165" y="8"/>
                </a:cubicBezTo>
                <a:cubicBezTo>
                  <a:pt x="165" y="8"/>
                  <a:pt x="165" y="8"/>
                  <a:pt x="166" y="8"/>
                </a:cubicBezTo>
                <a:close/>
              </a:path>
              <a:path w="192" h="20">
                <a:moveTo>
                  <a:pt x="28" y="11"/>
                </a:moveTo>
                <a:cubicBezTo>
                  <a:pt x="28" y="11"/>
                  <a:pt x="28" y="11"/>
                  <a:pt x="28" y="11"/>
                </a:cubicBezTo>
                <a:cubicBezTo>
                  <a:pt x="28" y="11"/>
                  <a:pt x="29" y="10"/>
                  <a:pt x="30" y="10"/>
                </a:cubicBezTo>
                <a:cubicBezTo>
                  <a:pt x="30" y="10"/>
                  <a:pt x="30" y="10"/>
                  <a:pt x="30" y="10"/>
                </a:cubicBezTo>
                <a:cubicBezTo>
                  <a:pt x="30" y="10"/>
                  <a:pt x="30" y="9"/>
                  <a:pt x="30" y="9"/>
                </a:cubicBezTo>
                <a:lnTo>
                  <a:pt x="30" y="7"/>
                </a:lnTo>
                <a:cubicBezTo>
                  <a:pt x="30" y="6"/>
                  <a:pt x="30" y="6"/>
                  <a:pt x="30" y="6"/>
                </a:cubicBezTo>
                <a:cubicBezTo>
                  <a:pt x="29" y="6"/>
                  <a:pt x="29" y="6"/>
                  <a:pt x="29" y="6"/>
                </a:cubicBezTo>
                <a:cubicBezTo>
                  <a:pt x="29" y="6"/>
                  <a:pt x="29" y="6"/>
                  <a:pt x="29" y="6"/>
                </a:cubicBezTo>
                <a:cubicBezTo>
                  <a:pt x="28" y="6"/>
                  <a:pt x="28" y="6"/>
                  <a:pt x="28" y="6"/>
                </a:cubicBezTo>
                <a:cubicBezTo>
                  <a:pt x="28" y="7"/>
                  <a:pt x="28" y="7"/>
                  <a:pt x="28" y="7"/>
                </a:cubicBezTo>
                <a:cubicBezTo>
                  <a:pt x="28" y="7"/>
                  <a:pt x="28" y="7"/>
                  <a:pt x="28" y="7"/>
                </a:cubicBezTo>
                <a:cubicBezTo>
                  <a:pt x="28" y="8"/>
                  <a:pt x="29" y="8"/>
                  <a:pt x="29" y="8"/>
                </a:cubicBezTo>
                <a:cubicBezTo>
                  <a:pt x="29" y="8"/>
                  <a:pt x="29" y="8"/>
                  <a:pt x="29" y="9"/>
                </a:cubicBezTo>
                <a:cubicBezTo>
                  <a:pt x="29" y="9"/>
                  <a:pt x="29" y="9"/>
                  <a:pt x="29" y="9"/>
                </a:cubicBezTo>
                <a:cubicBezTo>
                  <a:pt x="29" y="9"/>
                  <a:pt x="28" y="9"/>
                  <a:pt x="28" y="9"/>
                </a:cubicBezTo>
                <a:cubicBezTo>
                  <a:pt x="28" y="9"/>
                  <a:pt x="28" y="9"/>
                  <a:pt x="28" y="10"/>
                </a:cubicBezTo>
                <a:cubicBezTo>
                  <a:pt x="28" y="10"/>
                  <a:pt x="28" y="10"/>
                  <a:pt x="28" y="10"/>
                </a:cubicBezTo>
                <a:cubicBezTo>
                  <a:pt x="28" y="10"/>
                  <a:pt x="28" y="11"/>
                  <a:pt x="28" y="11"/>
                </a:cubicBezTo>
                <a:cubicBezTo>
                  <a:pt x="28" y="11"/>
                  <a:pt x="28" y="11"/>
                  <a:pt x="28" y="11"/>
                </a:cubicBezTo>
                <a:close/>
              </a:path>
              <a:path w="192" h="20">
                <a:moveTo>
                  <a:pt x="53" y="8"/>
                </a:moveTo>
                <a:cubicBezTo>
                  <a:pt x="53" y="7"/>
                  <a:pt x="53" y="7"/>
                  <a:pt x="52" y="7"/>
                </a:cubicBezTo>
                <a:cubicBezTo>
                  <a:pt x="52" y="7"/>
                  <a:pt x="52" y="7"/>
                  <a:pt x="52" y="7"/>
                </a:cubicBezTo>
                <a:cubicBezTo>
                  <a:pt x="52" y="7"/>
                  <a:pt x="52" y="7"/>
                  <a:pt x="52" y="7"/>
                </a:cubicBezTo>
                <a:cubicBezTo>
                  <a:pt x="52" y="7"/>
                  <a:pt x="52" y="7"/>
                  <a:pt x="52" y="8"/>
                </a:cubicBezTo>
                <a:cubicBezTo>
                  <a:pt x="51" y="8"/>
                  <a:pt x="51" y="9"/>
                  <a:pt x="51" y="9"/>
                </a:cubicBezTo>
                <a:cubicBezTo>
                  <a:pt x="51" y="9"/>
                  <a:pt x="52" y="9"/>
                  <a:pt x="52" y="9"/>
                </a:cubicBezTo>
                <a:cubicBezTo>
                  <a:pt x="52" y="9"/>
                  <a:pt x="52" y="9"/>
                  <a:pt x="52" y="9"/>
                </a:cubicBezTo>
                <a:cubicBezTo>
                  <a:pt x="53" y="8"/>
                  <a:pt x="53" y="8"/>
                  <a:pt x="53" y="8"/>
                </a:cubicBezTo>
                <a:close/>
              </a:path>
              <a:path w="192" h="20">
                <a:moveTo>
                  <a:pt x="50" y="8"/>
                </a:moveTo>
                <a:cubicBezTo>
                  <a:pt x="50" y="8"/>
                  <a:pt x="50" y="8"/>
                  <a:pt x="50" y="7"/>
                </a:cubicBezTo>
                <a:cubicBezTo>
                  <a:pt x="50" y="7"/>
                  <a:pt x="50" y="7"/>
                  <a:pt x="50" y="7"/>
                </a:cubicBezTo>
                <a:cubicBezTo>
                  <a:pt x="50" y="7"/>
                  <a:pt x="50" y="7"/>
                  <a:pt x="50" y="7"/>
                </a:cubicBezTo>
                <a:cubicBezTo>
                  <a:pt x="50" y="7"/>
                  <a:pt x="50" y="8"/>
                  <a:pt x="50" y="8"/>
                </a:cubicBezTo>
                <a:cubicBezTo>
                  <a:pt x="50" y="8"/>
                  <a:pt x="50" y="8"/>
                  <a:pt x="50" y="9"/>
                </a:cubicBezTo>
                <a:cubicBezTo>
                  <a:pt x="50" y="9"/>
                  <a:pt x="50" y="9"/>
                  <a:pt x="50" y="9"/>
                </a:cubicBezTo>
                <a:cubicBezTo>
                  <a:pt x="50" y="9"/>
                  <a:pt x="50" y="9"/>
                  <a:pt x="50" y="9"/>
                </a:cubicBezTo>
                <a:cubicBezTo>
                  <a:pt x="50" y="8"/>
                  <a:pt x="50" y="8"/>
                  <a:pt x="50" y="8"/>
                </a:cubicBezTo>
                <a:close/>
              </a:path>
              <a:path w="192" h="20">
                <a:moveTo>
                  <a:pt x="49" y="9"/>
                </a:moveTo>
                <a:cubicBezTo>
                  <a:pt x="49" y="9"/>
                  <a:pt x="49" y="9"/>
                  <a:pt x="49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9"/>
                  <a:pt x="48" y="9"/>
                  <a:pt x="48" y="9"/>
                </a:cubicBezTo>
                <a:cubicBezTo>
                  <a:pt x="48" y="9"/>
                  <a:pt x="48" y="9"/>
                  <a:pt x="48" y="9"/>
                </a:cubicBezTo>
                <a:cubicBezTo>
                  <a:pt x="49" y="9"/>
                  <a:pt x="49" y="9"/>
                  <a:pt x="49" y="9"/>
                </a:cubicBezTo>
                <a:close/>
              </a:path>
              <a:path w="192" h="20">
                <a:moveTo>
                  <a:pt x="51" y="13"/>
                </a:moveTo>
                <a:cubicBezTo>
                  <a:pt x="51" y="13"/>
                  <a:pt x="51" y="13"/>
                  <a:pt x="51" y="13"/>
                </a:cubicBezTo>
                <a:cubicBezTo>
                  <a:pt x="51" y="13"/>
                  <a:pt x="52" y="13"/>
                  <a:pt x="52" y="13"/>
                </a:cubicBezTo>
                <a:cubicBezTo>
                  <a:pt x="52" y="13"/>
                  <a:pt x="52" y="12"/>
                  <a:pt x="52" y="12"/>
                </a:cubicBezTo>
                <a:cubicBezTo>
                  <a:pt x="52" y="12"/>
                  <a:pt x="52" y="12"/>
                  <a:pt x="51" y="12"/>
                </a:cubicBezTo>
                <a:cubicBezTo>
                  <a:pt x="51" y="12"/>
                  <a:pt x="51" y="12"/>
                  <a:pt x="51" y="12"/>
                </a:cubicBezTo>
                <a:cubicBezTo>
                  <a:pt x="51" y="12"/>
                  <a:pt x="51" y="12"/>
                  <a:pt x="50" y="12"/>
                </a:cubicBezTo>
                <a:cubicBezTo>
                  <a:pt x="50" y="12"/>
                  <a:pt x="50" y="12"/>
                  <a:pt x="50" y="12"/>
                </a:cubicBezTo>
                <a:cubicBezTo>
                  <a:pt x="50" y="12"/>
                  <a:pt x="50" y="12"/>
                  <a:pt x="50" y="13"/>
                </a:cubicBezTo>
                <a:cubicBezTo>
                  <a:pt x="50" y="13"/>
                  <a:pt x="50" y="13"/>
                  <a:pt x="51" y="13"/>
                </a:cubicBezTo>
                <a:close/>
              </a:path>
              <a:path w="192" h="20">
                <a:moveTo>
                  <a:pt x="51" y="15"/>
                </a:moveTo>
                <a:cubicBezTo>
                  <a:pt x="52" y="15"/>
                  <a:pt x="52" y="15"/>
                  <a:pt x="52" y="15"/>
                </a:cubicBezTo>
                <a:cubicBezTo>
                  <a:pt x="53" y="15"/>
                  <a:pt x="53" y="15"/>
                  <a:pt x="53" y="14"/>
                </a:cubicBezTo>
                <a:cubicBezTo>
                  <a:pt x="53" y="14"/>
                  <a:pt x="53" y="14"/>
                  <a:pt x="53" y="13"/>
                </a:cubicBezTo>
                <a:cubicBezTo>
                  <a:pt x="52" y="13"/>
                  <a:pt x="52" y="13"/>
                  <a:pt x="52" y="13"/>
                </a:cubicBezTo>
                <a:cubicBezTo>
                  <a:pt x="52" y="13"/>
                  <a:pt x="52" y="13"/>
                  <a:pt x="52" y="13"/>
                </a:cubicBezTo>
                <a:cubicBezTo>
                  <a:pt x="52" y="13"/>
                  <a:pt x="51" y="14"/>
                  <a:pt x="51" y="14"/>
                </a:cubicBezTo>
                <a:cubicBezTo>
                  <a:pt x="51" y="14"/>
                  <a:pt x="51" y="14"/>
                  <a:pt x="51" y="14"/>
                </a:cubicBezTo>
                <a:lnTo>
                  <a:pt x="50" y="14"/>
                </a:lnTo>
                <a:cubicBezTo>
                  <a:pt x="50" y="14"/>
                  <a:pt x="50" y="14"/>
                  <a:pt x="49" y="12"/>
                </a:cubicBezTo>
                <a:cubicBezTo>
                  <a:pt x="49" y="12"/>
                  <a:pt x="49" y="12"/>
                  <a:pt x="49" y="12"/>
                </a:cubicBezTo>
                <a:cubicBezTo>
                  <a:pt x="49" y="12"/>
                  <a:pt x="49" y="12"/>
                  <a:pt x="49" y="12"/>
                </a:cubicBezTo>
                <a:cubicBezTo>
                  <a:pt x="49" y="12"/>
                  <a:pt x="49" y="12"/>
                  <a:pt x="49" y="13"/>
                </a:cubicBezTo>
                <a:cubicBezTo>
                  <a:pt x="49" y="13"/>
                  <a:pt x="49" y="13"/>
                  <a:pt x="49" y="13"/>
                </a:cubicBezTo>
                <a:cubicBezTo>
                  <a:pt x="49" y="14"/>
                  <a:pt x="49" y="14"/>
                  <a:pt x="49" y="15"/>
                </a:cubicBezTo>
                <a:cubicBezTo>
                  <a:pt x="50" y="15"/>
                  <a:pt x="50" y="15"/>
                  <a:pt x="51" y="15"/>
                </a:cubicBezTo>
                <a:close/>
              </a:path>
              <a:path w="192" h="20">
                <a:moveTo>
                  <a:pt x="68" y="8"/>
                </a:moveTo>
                <a:cubicBezTo>
                  <a:pt x="68" y="8"/>
                  <a:pt x="69" y="8"/>
                  <a:pt x="69" y="8"/>
                </a:cubicBezTo>
                <a:cubicBezTo>
                  <a:pt x="69" y="8"/>
                  <a:pt x="69" y="7"/>
                  <a:pt x="69" y="7"/>
                </a:cubicBezTo>
                <a:cubicBezTo>
                  <a:pt x="69" y="7"/>
                  <a:pt x="69" y="6"/>
                  <a:pt x="69" y="6"/>
                </a:cubicBezTo>
                <a:cubicBezTo>
                  <a:pt x="69" y="6"/>
                  <a:pt x="69" y="5"/>
                  <a:pt x="69" y="5"/>
                </a:cubicBezTo>
                <a:cubicBezTo>
                  <a:pt x="68" y="5"/>
                  <a:pt x="68" y="5"/>
                  <a:pt x="68" y="5"/>
                </a:cubicBezTo>
                <a:cubicBezTo>
                  <a:pt x="68" y="5"/>
                  <a:pt x="67" y="5"/>
                  <a:pt x="67" y="5"/>
                </a:cubicBezTo>
                <a:cubicBezTo>
                  <a:pt x="67" y="5"/>
                  <a:pt x="67" y="5"/>
                  <a:pt x="66" y="5"/>
                </a:cubicBezTo>
                <a:cubicBezTo>
                  <a:pt x="66" y="6"/>
                  <a:pt x="66" y="6"/>
                  <a:pt x="65" y="6"/>
                </a:cubicBezTo>
                <a:cubicBezTo>
                  <a:pt x="65" y="6"/>
                  <a:pt x="65" y="6"/>
                  <a:pt x="65" y="6"/>
                </a:cubicBezTo>
                <a:cubicBezTo>
                  <a:pt x="65" y="6"/>
                  <a:pt x="65" y="6"/>
                  <a:pt x="65" y="6"/>
                </a:cubicBezTo>
                <a:cubicBezTo>
                  <a:pt x="65" y="7"/>
                  <a:pt x="65" y="7"/>
                  <a:pt x="65" y="8"/>
                </a:cubicBezTo>
                <a:cubicBezTo>
                  <a:pt x="65" y="8"/>
                  <a:pt x="65" y="8"/>
                  <a:pt x="65" y="8"/>
                </a:cubicBezTo>
                <a:cubicBezTo>
                  <a:pt x="66" y="8"/>
                  <a:pt x="66" y="8"/>
                  <a:pt x="66" y="8"/>
                </a:cubicBezTo>
                <a:cubicBezTo>
                  <a:pt x="67" y="7"/>
                  <a:pt x="68" y="7"/>
                  <a:pt x="68" y="7"/>
                </a:cubicBezTo>
                <a:cubicBezTo>
                  <a:pt x="68" y="7"/>
                  <a:pt x="68" y="7"/>
                  <a:pt x="68" y="8"/>
                </a:cubicBezTo>
                <a:cubicBezTo>
                  <a:pt x="68" y="8"/>
                  <a:pt x="68" y="8"/>
                  <a:pt x="68" y="8"/>
                </a:cubicBezTo>
                <a:close/>
                <a:moveTo>
                  <a:pt x="68" y="6"/>
                </a:moveTo>
                <a:cubicBezTo>
                  <a:pt x="68" y="6"/>
                  <a:pt x="68" y="6"/>
                  <a:pt x="68" y="6"/>
                </a:cubicBezTo>
                <a:cubicBezTo>
                  <a:pt x="68" y="7"/>
                  <a:pt x="68" y="7"/>
                  <a:pt x="67" y="7"/>
                </a:cubicBezTo>
                <a:cubicBezTo>
                  <a:pt x="67" y="7"/>
                  <a:pt x="66" y="7"/>
                  <a:pt x="66" y="7"/>
                </a:cubicBezTo>
                <a:cubicBezTo>
                  <a:pt x="66" y="7"/>
                  <a:pt x="66" y="7"/>
                  <a:pt x="66" y="7"/>
                </a:cubicBezTo>
                <a:cubicBezTo>
                  <a:pt x="65" y="7"/>
                  <a:pt x="65" y="7"/>
                  <a:pt x="65" y="6"/>
                </a:cubicBezTo>
                <a:cubicBezTo>
                  <a:pt x="65" y="6"/>
                  <a:pt x="66" y="6"/>
                  <a:pt x="66" y="6"/>
                </a:cubicBezTo>
                <a:cubicBezTo>
                  <a:pt x="66" y="6"/>
                  <a:pt x="67" y="6"/>
                  <a:pt x="67" y="6"/>
                </a:cubicBezTo>
                <a:cubicBezTo>
                  <a:pt x="67" y="6"/>
                  <a:pt x="67" y="6"/>
                  <a:pt x="68" y="6"/>
                </a:cubicBezTo>
                <a:close/>
              </a:path>
              <a:path w="192" h="20">
                <a:moveTo>
                  <a:pt x="127" y="7"/>
                </a:moveTo>
                <a:cubicBezTo>
                  <a:pt x="127" y="7"/>
                  <a:pt x="127" y="7"/>
                  <a:pt x="127" y="7"/>
                </a:cubicBezTo>
                <a:cubicBezTo>
                  <a:pt x="127" y="7"/>
                  <a:pt x="127" y="7"/>
                  <a:pt x="127" y="6"/>
                </a:cubicBezTo>
                <a:cubicBezTo>
                  <a:pt x="127" y="6"/>
                  <a:pt x="127" y="5"/>
                  <a:pt x="127" y="5"/>
                </a:cubicBezTo>
                <a:cubicBezTo>
                  <a:pt x="127" y="4"/>
                  <a:pt x="127" y="4"/>
                  <a:pt x="127" y="3"/>
                </a:cubicBezTo>
                <a:cubicBezTo>
                  <a:pt x="127" y="3"/>
                  <a:pt x="127" y="3"/>
                  <a:pt x="127" y="3"/>
                </a:cubicBezTo>
                <a:cubicBezTo>
                  <a:pt x="127" y="3"/>
                  <a:pt x="127" y="3"/>
                  <a:pt x="127" y="3"/>
                </a:cubicBezTo>
                <a:cubicBezTo>
                  <a:pt x="127" y="3"/>
                  <a:pt x="126" y="3"/>
                  <a:pt x="126" y="3"/>
                </a:cubicBezTo>
                <a:cubicBezTo>
                  <a:pt x="125" y="3"/>
                  <a:pt x="125" y="3"/>
                  <a:pt x="125" y="4"/>
                </a:cubicBezTo>
                <a:cubicBezTo>
                  <a:pt x="125" y="4"/>
                  <a:pt x="125" y="4"/>
                  <a:pt x="125" y="4"/>
                </a:cubicBezTo>
                <a:cubicBezTo>
                  <a:pt x="125" y="4"/>
                  <a:pt x="125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5"/>
                  <a:pt x="126" y="5"/>
                  <a:pt x="126" y="5"/>
                </a:cubicBezTo>
                <a:cubicBezTo>
                  <a:pt x="125" y="5"/>
                  <a:pt x="125" y="5"/>
                  <a:pt x="125" y="5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6" y="6"/>
                </a:cubicBezTo>
                <a:cubicBezTo>
                  <a:pt x="126" y="6"/>
                  <a:pt x="126" y="6"/>
                  <a:pt x="126" y="6"/>
                </a:cubicBezTo>
                <a:cubicBezTo>
                  <a:pt x="126" y="6"/>
                  <a:pt x="126" y="6"/>
                  <a:pt x="126" y="6"/>
                </a:cubicBezTo>
                <a:cubicBezTo>
                  <a:pt x="126" y="6"/>
                  <a:pt x="126" y="6"/>
                  <a:pt x="127" y="7"/>
                </a:cubicBezTo>
                <a:cubicBezTo>
                  <a:pt x="127" y="7"/>
                  <a:pt x="127" y="7"/>
                  <a:pt x="127" y="7"/>
                </a:cubicBezTo>
                <a:close/>
              </a:path>
              <a:path w="192" h="20">
                <a:moveTo>
                  <a:pt x="125" y="13"/>
                </a:moveTo>
                <a:cubicBezTo>
                  <a:pt x="125" y="13"/>
                  <a:pt x="125" y="13"/>
                  <a:pt x="125" y="13"/>
                </a:cubicBezTo>
                <a:cubicBezTo>
                  <a:pt x="125" y="13"/>
                  <a:pt x="125" y="12"/>
                  <a:pt x="125" y="12"/>
                </a:cubicBezTo>
                <a:cubicBezTo>
                  <a:pt x="126" y="12"/>
                  <a:pt x="126" y="11"/>
                  <a:pt x="126" y="11"/>
                </a:cubicBezTo>
                <a:cubicBezTo>
                  <a:pt x="126" y="11"/>
                  <a:pt x="125" y="11"/>
                  <a:pt x="125" y="10"/>
                </a:cubicBezTo>
                <a:cubicBezTo>
                  <a:pt x="125" y="10"/>
                  <a:pt x="125" y="10"/>
                  <a:pt x="125" y="10"/>
                </a:cubicBezTo>
                <a:cubicBezTo>
                  <a:pt x="125" y="10"/>
                  <a:pt x="125" y="10"/>
                  <a:pt x="125" y="10"/>
                </a:cubicBezTo>
                <a:cubicBezTo>
                  <a:pt x="124" y="10"/>
                  <a:pt x="124" y="10"/>
                  <a:pt x="124" y="11"/>
                </a:cubicBezTo>
                <a:cubicBezTo>
                  <a:pt x="124" y="11"/>
                  <a:pt x="124" y="11"/>
                  <a:pt x="124" y="11"/>
                </a:cubicBezTo>
                <a:cubicBezTo>
                  <a:pt x="124" y="12"/>
                  <a:pt x="124" y="12"/>
                  <a:pt x="124" y="12"/>
                </a:cubicBezTo>
                <a:cubicBezTo>
                  <a:pt x="125" y="12"/>
                  <a:pt x="125" y="12"/>
                  <a:pt x="125" y="12"/>
                </a:cubicBezTo>
                <a:cubicBezTo>
                  <a:pt x="125" y="13"/>
                  <a:pt x="125" y="13"/>
                  <a:pt x="125" y="13"/>
                </a:cubicBezTo>
                <a:close/>
              </a:path>
              <a:path w="192" h="20">
                <a:moveTo>
                  <a:pt x="156" y="13"/>
                </a:moveTo>
                <a:cubicBezTo>
                  <a:pt x="156" y="13"/>
                  <a:pt x="156" y="12"/>
                  <a:pt x="156" y="12"/>
                </a:cubicBezTo>
                <a:cubicBezTo>
                  <a:pt x="156" y="12"/>
                  <a:pt x="156" y="12"/>
                  <a:pt x="156" y="12"/>
                </a:cubicBezTo>
                <a:cubicBezTo>
                  <a:pt x="156" y="12"/>
                  <a:pt x="156" y="12"/>
                  <a:pt x="156" y="12"/>
                </a:cubicBezTo>
                <a:cubicBezTo>
                  <a:pt x="156" y="12"/>
                  <a:pt x="156" y="12"/>
                  <a:pt x="155" y="12"/>
                </a:cubicBezTo>
                <a:cubicBezTo>
                  <a:pt x="155" y="12"/>
                  <a:pt x="155" y="12"/>
                  <a:pt x="155" y="12"/>
                </a:cubicBezTo>
                <a:cubicBezTo>
                  <a:pt x="155" y="12"/>
                  <a:pt x="155" y="12"/>
                  <a:pt x="155" y="13"/>
                </a:cubicBezTo>
                <a:cubicBezTo>
                  <a:pt x="155" y="13"/>
                  <a:pt x="155" y="13"/>
                  <a:pt x="155" y="13"/>
                </a:cubicBezTo>
                <a:cubicBezTo>
                  <a:pt x="155" y="14"/>
                  <a:pt x="155" y="14"/>
                  <a:pt x="155" y="14"/>
                </a:cubicBezTo>
                <a:cubicBezTo>
                  <a:pt x="155" y="14"/>
                  <a:pt x="155" y="14"/>
                  <a:pt x="155" y="14"/>
                </a:cubicBezTo>
                <a:cubicBezTo>
                  <a:pt x="155" y="14"/>
                  <a:pt x="155" y="14"/>
                  <a:pt x="156" y="14"/>
                </a:cubicBezTo>
                <a:cubicBezTo>
                  <a:pt x="156" y="14"/>
                  <a:pt x="156" y="14"/>
                  <a:pt x="156" y="14"/>
                </a:cubicBezTo>
                <a:cubicBezTo>
                  <a:pt x="156" y="14"/>
                  <a:pt x="156" y="14"/>
                  <a:pt x="156" y="14"/>
                </a:cubicBezTo>
                <a:cubicBezTo>
                  <a:pt x="156" y="13"/>
                  <a:pt x="156" y="13"/>
                  <a:pt x="156" y="13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2" name="Rectangle 13"/>
          <p:cNvSpPr>
            <a:spLocks noGrp="1"/>
          </p:cNvSpPr>
          <p:nvPr/>
        </p:nvSpPr>
        <p:spPr>
          <a:xfrm>
            <a:off x="9971521" y="260515"/>
            <a:ext cx="182870" cy="6350"/>
          </a:xfrm>
          <a:prstGeom prst="rect">
            <a:avLst/>
          </a:prstGeom>
          <a:solidFill>
            <a:srgbClr val="005A9F"/>
          </a:solidFill>
          <a:ln>
            <a:noFill/>
          </a:ln>
        </p:spPr>
      </p:sp>
      <p:sp>
        <p:nvSpPr>
          <p:cNvPr id="13" name="Freeform 14"/>
          <p:cNvSpPr>
            <a:spLocks noGrp="1"/>
          </p:cNvSpPr>
          <p:nvPr/>
        </p:nvSpPr>
        <p:spPr>
          <a:xfrm>
            <a:off x="9881355" y="177969"/>
            <a:ext cx="358121" cy="91435"/>
          </a:xfrm>
          <a:custGeom>
            <a:avLst/>
            <a:gdLst/>
            <a:ahLst/>
            <a:cxnLst/>
            <a:rect l="l" t="t" r="r" b="b"/>
            <a:pathLst>
              <a:path w="232" h="59">
                <a:moveTo>
                  <a:pt x="7" y="34"/>
                </a:moveTo>
                <a:lnTo>
                  <a:pt x="2" y="31"/>
                </a:lnTo>
                <a:lnTo>
                  <a:pt x="1" y="31"/>
                </a:lnTo>
                <a:lnTo>
                  <a:pt x="1" y="30"/>
                </a:lnTo>
                <a:lnTo>
                  <a:pt x="2" y="30"/>
                </a:lnTo>
                <a:lnTo>
                  <a:pt x="3" y="30"/>
                </a:lnTo>
                <a:lnTo>
                  <a:pt x="3" y="29"/>
                </a:lnTo>
                <a:lnTo>
                  <a:pt x="4" y="29"/>
                </a:lnTo>
                <a:lnTo>
                  <a:pt x="5" y="30"/>
                </a:lnTo>
                <a:lnTo>
                  <a:pt x="6" y="30"/>
                </a:lnTo>
                <a:lnTo>
                  <a:pt x="7" y="31"/>
                </a:lnTo>
                <a:lnTo>
                  <a:pt x="7" y="32"/>
                </a:lnTo>
                <a:lnTo>
                  <a:pt x="8" y="34"/>
                </a:lnTo>
                <a:lnTo>
                  <a:pt x="9" y="33"/>
                </a:lnTo>
                <a:lnTo>
                  <a:pt x="9" y="28"/>
                </a:lnTo>
                <a:lnTo>
                  <a:pt x="9" y="27"/>
                </a:lnTo>
                <a:lnTo>
                  <a:pt x="9" y="26"/>
                </a:lnTo>
                <a:lnTo>
                  <a:pt x="10" y="26"/>
                </a:lnTo>
                <a:lnTo>
                  <a:pt x="11" y="26"/>
                </a:lnTo>
                <a:lnTo>
                  <a:pt x="12" y="26"/>
                </a:lnTo>
                <a:lnTo>
                  <a:pt x="13" y="26"/>
                </a:lnTo>
                <a:lnTo>
                  <a:pt x="14" y="27"/>
                </a:lnTo>
                <a:lnTo>
                  <a:pt x="14" y="28"/>
                </a:lnTo>
                <a:lnTo>
                  <a:pt x="15" y="28"/>
                </a:lnTo>
                <a:lnTo>
                  <a:pt x="15" y="29"/>
                </a:lnTo>
                <a:lnTo>
                  <a:pt x="14" y="29"/>
                </a:lnTo>
                <a:lnTo>
                  <a:pt x="12" y="32"/>
                </a:lnTo>
                <a:lnTo>
                  <a:pt x="12" y="33"/>
                </a:lnTo>
                <a:lnTo>
                  <a:pt x="11" y="33"/>
                </a:lnTo>
                <a:lnTo>
                  <a:pt x="11" y="34"/>
                </a:lnTo>
                <a:lnTo>
                  <a:pt x="11" y="35"/>
                </a:lnTo>
                <a:lnTo>
                  <a:pt x="11" y="37"/>
                </a:lnTo>
                <a:lnTo>
                  <a:pt x="13" y="37"/>
                </a:lnTo>
                <a:lnTo>
                  <a:pt x="14" y="36"/>
                </a:lnTo>
                <a:lnTo>
                  <a:pt x="14" y="35"/>
                </a:lnTo>
                <a:lnTo>
                  <a:pt x="14" y="34"/>
                </a:lnTo>
                <a:lnTo>
                  <a:pt x="14" y="33"/>
                </a:lnTo>
                <a:lnTo>
                  <a:pt x="13" y="33"/>
                </a:lnTo>
                <a:lnTo>
                  <a:pt x="13" y="32"/>
                </a:lnTo>
                <a:lnTo>
                  <a:pt x="14" y="32"/>
                </a:lnTo>
                <a:lnTo>
                  <a:pt x="16" y="32"/>
                </a:lnTo>
                <a:lnTo>
                  <a:pt x="17" y="32"/>
                </a:lnTo>
                <a:lnTo>
                  <a:pt x="18" y="32"/>
                </a:lnTo>
                <a:lnTo>
                  <a:pt x="18" y="33"/>
                </a:lnTo>
                <a:lnTo>
                  <a:pt x="18" y="34"/>
                </a:lnTo>
                <a:lnTo>
                  <a:pt x="17" y="34"/>
                </a:lnTo>
                <a:lnTo>
                  <a:pt x="17" y="35"/>
                </a:lnTo>
                <a:lnTo>
                  <a:pt x="17" y="36"/>
                </a:lnTo>
                <a:lnTo>
                  <a:pt x="16" y="36"/>
                </a:lnTo>
                <a:lnTo>
                  <a:pt x="16" y="38"/>
                </a:lnTo>
                <a:lnTo>
                  <a:pt x="17" y="38"/>
                </a:lnTo>
                <a:lnTo>
                  <a:pt x="19" y="35"/>
                </a:lnTo>
                <a:lnTo>
                  <a:pt x="19" y="34"/>
                </a:lnTo>
                <a:lnTo>
                  <a:pt x="20" y="34"/>
                </a:lnTo>
                <a:lnTo>
                  <a:pt x="21" y="34"/>
                </a:lnTo>
                <a:lnTo>
                  <a:pt x="22" y="34"/>
                </a:lnTo>
                <a:lnTo>
                  <a:pt x="22" y="35"/>
                </a:lnTo>
                <a:lnTo>
                  <a:pt x="23" y="35"/>
                </a:lnTo>
                <a:lnTo>
                  <a:pt x="23" y="36"/>
                </a:lnTo>
                <a:lnTo>
                  <a:pt x="22" y="36"/>
                </a:lnTo>
                <a:lnTo>
                  <a:pt x="19" y="42"/>
                </a:lnTo>
                <a:lnTo>
                  <a:pt x="18" y="42"/>
                </a:lnTo>
                <a:lnTo>
                  <a:pt x="18" y="43"/>
                </a:lnTo>
                <a:lnTo>
                  <a:pt x="19" y="43"/>
                </a:lnTo>
                <a:lnTo>
                  <a:pt x="20" y="43"/>
                </a:lnTo>
                <a:lnTo>
                  <a:pt x="22" y="43"/>
                </a:lnTo>
                <a:lnTo>
                  <a:pt x="23" y="43"/>
                </a:lnTo>
                <a:lnTo>
                  <a:pt x="23" y="44"/>
                </a:lnTo>
                <a:lnTo>
                  <a:pt x="20" y="48"/>
                </a:lnTo>
                <a:lnTo>
                  <a:pt x="24" y="54"/>
                </a:lnTo>
                <a:lnTo>
                  <a:pt x="24" y="56"/>
                </a:lnTo>
                <a:lnTo>
                  <a:pt x="25" y="57"/>
                </a:lnTo>
                <a:lnTo>
                  <a:pt x="25" y="58"/>
                </a:lnTo>
                <a:lnTo>
                  <a:pt x="25" y="59"/>
                </a:lnTo>
                <a:lnTo>
                  <a:pt x="24" y="59"/>
                </a:lnTo>
                <a:lnTo>
                  <a:pt x="23" y="59"/>
                </a:lnTo>
                <a:lnTo>
                  <a:pt x="22" y="59"/>
                </a:lnTo>
                <a:lnTo>
                  <a:pt x="22" y="58"/>
                </a:lnTo>
                <a:lnTo>
                  <a:pt x="17" y="51"/>
                </a:lnTo>
                <a:lnTo>
                  <a:pt x="13" y="57"/>
                </a:lnTo>
                <a:lnTo>
                  <a:pt x="12" y="58"/>
                </a:lnTo>
                <a:lnTo>
                  <a:pt x="11" y="58"/>
                </a:lnTo>
                <a:lnTo>
                  <a:pt x="10" y="58"/>
                </a:lnTo>
                <a:lnTo>
                  <a:pt x="10" y="57"/>
                </a:lnTo>
                <a:lnTo>
                  <a:pt x="12" y="52"/>
                </a:lnTo>
                <a:lnTo>
                  <a:pt x="14" y="47"/>
                </a:lnTo>
                <a:lnTo>
                  <a:pt x="14" y="46"/>
                </a:lnTo>
                <a:lnTo>
                  <a:pt x="13" y="46"/>
                </a:lnTo>
                <a:lnTo>
                  <a:pt x="8" y="53"/>
                </a:lnTo>
                <a:lnTo>
                  <a:pt x="7" y="54"/>
                </a:lnTo>
                <a:lnTo>
                  <a:pt x="7" y="55"/>
                </a:lnTo>
                <a:lnTo>
                  <a:pt x="6" y="55"/>
                </a:lnTo>
                <a:lnTo>
                  <a:pt x="5" y="56"/>
                </a:lnTo>
                <a:lnTo>
                  <a:pt x="3" y="56"/>
                </a:lnTo>
                <a:lnTo>
                  <a:pt x="2" y="55"/>
                </a:lnTo>
                <a:lnTo>
                  <a:pt x="12" y="44"/>
                </a:lnTo>
                <a:lnTo>
                  <a:pt x="11" y="42"/>
                </a:lnTo>
                <a:lnTo>
                  <a:pt x="11" y="43"/>
                </a:lnTo>
                <a:lnTo>
                  <a:pt x="10" y="43"/>
                </a:lnTo>
                <a:lnTo>
                  <a:pt x="10" y="44"/>
                </a:lnTo>
                <a:lnTo>
                  <a:pt x="10" y="45"/>
                </a:lnTo>
                <a:lnTo>
                  <a:pt x="10" y="46"/>
                </a:lnTo>
                <a:lnTo>
                  <a:pt x="9" y="47"/>
                </a:lnTo>
                <a:lnTo>
                  <a:pt x="5" y="46"/>
                </a:lnTo>
                <a:lnTo>
                  <a:pt x="5" y="45"/>
                </a:lnTo>
                <a:lnTo>
                  <a:pt x="5" y="44"/>
                </a:lnTo>
                <a:lnTo>
                  <a:pt x="3" y="43"/>
                </a:lnTo>
                <a:lnTo>
                  <a:pt x="3" y="42"/>
                </a:lnTo>
                <a:lnTo>
                  <a:pt x="4" y="42"/>
                </a:lnTo>
                <a:lnTo>
                  <a:pt x="7" y="42"/>
                </a:lnTo>
                <a:lnTo>
                  <a:pt x="8" y="42"/>
                </a:lnTo>
                <a:lnTo>
                  <a:pt x="8" y="41"/>
                </a:lnTo>
                <a:lnTo>
                  <a:pt x="9" y="41"/>
                </a:lnTo>
                <a:lnTo>
                  <a:pt x="10" y="41"/>
                </a:lnTo>
                <a:lnTo>
                  <a:pt x="10" y="40"/>
                </a:lnTo>
                <a:lnTo>
                  <a:pt x="8" y="39"/>
                </a:lnTo>
                <a:lnTo>
                  <a:pt x="8" y="38"/>
                </a:lnTo>
                <a:lnTo>
                  <a:pt x="8" y="37"/>
                </a:lnTo>
                <a:lnTo>
                  <a:pt x="9" y="37"/>
                </a:lnTo>
                <a:lnTo>
                  <a:pt x="10" y="37"/>
                </a:lnTo>
                <a:lnTo>
                  <a:pt x="10" y="36"/>
                </a:lnTo>
                <a:lnTo>
                  <a:pt x="10" y="35"/>
                </a:lnTo>
                <a:lnTo>
                  <a:pt x="9" y="35"/>
                </a:lnTo>
                <a:lnTo>
                  <a:pt x="5" y="39"/>
                </a:lnTo>
                <a:lnTo>
                  <a:pt x="4" y="40"/>
                </a:lnTo>
                <a:lnTo>
                  <a:pt x="3" y="40"/>
                </a:lnTo>
                <a:lnTo>
                  <a:pt x="2" y="40"/>
                </a:lnTo>
                <a:lnTo>
                  <a:pt x="1" y="40"/>
                </a:lnTo>
                <a:lnTo>
                  <a:pt x="0" y="40"/>
                </a:lnTo>
                <a:lnTo>
                  <a:pt x="0" y="39"/>
                </a:lnTo>
                <a:lnTo>
                  <a:pt x="1" y="38"/>
                </a:lnTo>
                <a:lnTo>
                  <a:pt x="7" y="34"/>
                </a:lnTo>
                <a:close/>
                <a:moveTo>
                  <a:pt x="17" y="45"/>
                </a:moveTo>
                <a:lnTo>
                  <a:pt x="17" y="45"/>
                </a:lnTo>
                <a:lnTo>
                  <a:pt x="18" y="45"/>
                </a:lnTo>
                <a:lnTo>
                  <a:pt x="18" y="46"/>
                </a:lnTo>
                <a:lnTo>
                  <a:pt x="19" y="46"/>
                </a:lnTo>
                <a:lnTo>
                  <a:pt x="19" y="45"/>
                </a:lnTo>
                <a:lnTo>
                  <a:pt x="18" y="44"/>
                </a:lnTo>
                <a:lnTo>
                  <a:pt x="17" y="44"/>
                </a:lnTo>
                <a:lnTo>
                  <a:pt x="17" y="45"/>
                </a:lnTo>
                <a:close/>
                <a:moveTo>
                  <a:pt x="16" y="42"/>
                </a:moveTo>
                <a:lnTo>
                  <a:pt x="18" y="39"/>
                </a:lnTo>
                <a:lnTo>
                  <a:pt x="19" y="39"/>
                </a:lnTo>
                <a:lnTo>
                  <a:pt x="17" y="42"/>
                </a:lnTo>
                <a:lnTo>
                  <a:pt x="17" y="43"/>
                </a:lnTo>
                <a:lnTo>
                  <a:pt x="16" y="43"/>
                </a:lnTo>
                <a:lnTo>
                  <a:pt x="16" y="42"/>
                </a:lnTo>
                <a:close/>
                <a:moveTo>
                  <a:pt x="13" y="38"/>
                </a:moveTo>
                <a:lnTo>
                  <a:pt x="15" y="41"/>
                </a:lnTo>
                <a:lnTo>
                  <a:pt x="15" y="40"/>
                </a:lnTo>
                <a:lnTo>
                  <a:pt x="16" y="40"/>
                </a:lnTo>
                <a:lnTo>
                  <a:pt x="16" y="39"/>
                </a:lnTo>
                <a:lnTo>
                  <a:pt x="15" y="39"/>
                </a:lnTo>
                <a:lnTo>
                  <a:pt x="15" y="38"/>
                </a:lnTo>
                <a:lnTo>
                  <a:pt x="15" y="37"/>
                </a:lnTo>
                <a:lnTo>
                  <a:pt x="14" y="37"/>
                </a:lnTo>
                <a:lnTo>
                  <a:pt x="13" y="38"/>
                </a:lnTo>
                <a:close/>
                <a:moveTo>
                  <a:pt x="11" y="29"/>
                </a:moveTo>
                <a:lnTo>
                  <a:pt x="11" y="29"/>
                </a:lnTo>
                <a:lnTo>
                  <a:pt x="11" y="28"/>
                </a:lnTo>
                <a:lnTo>
                  <a:pt x="12" y="28"/>
                </a:lnTo>
                <a:lnTo>
                  <a:pt x="12" y="29"/>
                </a:lnTo>
                <a:lnTo>
                  <a:pt x="12" y="30"/>
                </a:lnTo>
                <a:lnTo>
                  <a:pt x="12" y="31"/>
                </a:lnTo>
                <a:lnTo>
                  <a:pt x="11" y="31"/>
                </a:lnTo>
                <a:lnTo>
                  <a:pt x="11" y="30"/>
                </a:lnTo>
                <a:lnTo>
                  <a:pt x="11" y="29"/>
                </a:lnTo>
                <a:close/>
                <a:moveTo>
                  <a:pt x="15" y="48"/>
                </a:moveTo>
                <a:lnTo>
                  <a:pt x="16" y="49"/>
                </a:lnTo>
                <a:lnTo>
                  <a:pt x="13" y="53"/>
                </a:lnTo>
                <a:lnTo>
                  <a:pt x="12" y="53"/>
                </a:lnTo>
                <a:lnTo>
                  <a:pt x="15" y="48"/>
                </a:lnTo>
                <a:close/>
              </a:path>
              <a:path w="232" h="59">
                <a:moveTo>
                  <a:pt x="204" y="57"/>
                </a:moveTo>
                <a:cubicBezTo>
                  <a:pt x="202" y="54"/>
                  <a:pt x="202" y="53"/>
                  <a:pt x="201" y="52"/>
                </a:cubicBezTo>
                <a:cubicBezTo>
                  <a:pt x="201" y="52"/>
                  <a:pt x="201" y="52"/>
                  <a:pt x="201" y="52"/>
                </a:cubicBezTo>
                <a:cubicBezTo>
                  <a:pt x="203" y="53"/>
                  <a:pt x="204" y="54"/>
                  <a:pt x="206" y="52"/>
                </a:cubicBezTo>
                <a:cubicBezTo>
                  <a:pt x="208" y="50"/>
                  <a:pt x="209" y="48"/>
                  <a:pt x="210" y="46"/>
                </a:cubicBezTo>
                <a:cubicBezTo>
                  <a:pt x="210" y="45"/>
                  <a:pt x="210" y="45"/>
                  <a:pt x="210" y="45"/>
                </a:cubicBezTo>
                <a:cubicBezTo>
                  <a:pt x="207" y="45"/>
                  <a:pt x="204" y="46"/>
                  <a:pt x="200" y="46"/>
                </a:cubicBezTo>
                <a:cubicBezTo>
                  <a:pt x="199" y="45"/>
                  <a:pt x="198" y="43"/>
                  <a:pt x="198" y="42"/>
                </a:cubicBezTo>
                <a:cubicBezTo>
                  <a:pt x="198" y="42"/>
                  <a:pt x="198" y="42"/>
                  <a:pt x="198" y="42"/>
                </a:cubicBezTo>
                <a:cubicBezTo>
                  <a:pt x="203" y="42"/>
                  <a:pt x="208" y="44"/>
                  <a:pt x="213" y="43"/>
                </a:cubicBezTo>
                <a:cubicBezTo>
                  <a:pt x="214" y="43"/>
                  <a:pt x="217" y="41"/>
                  <a:pt x="216" y="41"/>
                </a:cubicBezTo>
                <a:cubicBezTo>
                  <a:pt x="215" y="39"/>
                  <a:pt x="210" y="41"/>
                  <a:pt x="209" y="38"/>
                </a:cubicBezTo>
                <a:cubicBezTo>
                  <a:pt x="209" y="38"/>
                  <a:pt x="209" y="38"/>
                  <a:pt x="209" y="38"/>
                </a:cubicBezTo>
                <a:cubicBezTo>
                  <a:pt x="213" y="38"/>
                  <a:pt x="216" y="39"/>
                  <a:pt x="219" y="39"/>
                </a:cubicBezTo>
                <a:cubicBezTo>
                  <a:pt x="221" y="38"/>
                  <a:pt x="223" y="37"/>
                  <a:pt x="224" y="37"/>
                </a:cubicBezTo>
                <a:cubicBezTo>
                  <a:pt x="225" y="36"/>
                  <a:pt x="225" y="36"/>
                  <a:pt x="226" y="35"/>
                </a:cubicBezTo>
                <a:cubicBezTo>
                  <a:pt x="225" y="34"/>
                  <a:pt x="222" y="33"/>
                  <a:pt x="222" y="34"/>
                </a:cubicBezTo>
                <a:cubicBezTo>
                  <a:pt x="221" y="36"/>
                  <a:pt x="221" y="38"/>
                  <a:pt x="218" y="38"/>
                </a:cubicBezTo>
                <a:cubicBezTo>
                  <a:pt x="216" y="38"/>
                  <a:pt x="216" y="37"/>
                  <a:pt x="215" y="36"/>
                </a:cubicBezTo>
                <a:cubicBezTo>
                  <a:pt x="215" y="33"/>
                  <a:pt x="217" y="33"/>
                  <a:pt x="218" y="32"/>
                </a:cubicBezTo>
                <a:cubicBezTo>
                  <a:pt x="217" y="31"/>
                  <a:pt x="216" y="32"/>
                  <a:pt x="215" y="32"/>
                </a:cubicBezTo>
                <a:cubicBezTo>
                  <a:pt x="215" y="33"/>
                  <a:pt x="215" y="33"/>
                  <a:pt x="214" y="34"/>
                </a:cubicBezTo>
                <a:cubicBezTo>
                  <a:pt x="214" y="35"/>
                  <a:pt x="214" y="36"/>
                  <a:pt x="213" y="36"/>
                </a:cubicBezTo>
                <a:cubicBezTo>
                  <a:pt x="212" y="36"/>
                  <a:pt x="212" y="34"/>
                  <a:pt x="212" y="34"/>
                </a:cubicBezTo>
                <a:cubicBezTo>
                  <a:pt x="211" y="34"/>
                  <a:pt x="211" y="35"/>
                  <a:pt x="210" y="36"/>
                </a:cubicBezTo>
                <a:cubicBezTo>
                  <a:pt x="209" y="36"/>
                  <a:pt x="209" y="36"/>
                  <a:pt x="209" y="35"/>
                </a:cubicBezTo>
                <a:cubicBezTo>
                  <a:pt x="210" y="33"/>
                  <a:pt x="210" y="29"/>
                  <a:pt x="211" y="27"/>
                </a:cubicBezTo>
                <a:cubicBezTo>
                  <a:pt x="212" y="27"/>
                  <a:pt x="211" y="29"/>
                  <a:pt x="212" y="30"/>
                </a:cubicBezTo>
                <a:cubicBezTo>
                  <a:pt x="212" y="30"/>
                  <a:pt x="213" y="30"/>
                  <a:pt x="213" y="30"/>
                </a:cubicBezTo>
                <a:cubicBezTo>
                  <a:pt x="213" y="28"/>
                  <a:pt x="213" y="26"/>
                  <a:pt x="213" y="24"/>
                </a:cubicBezTo>
                <a:cubicBezTo>
                  <a:pt x="213" y="24"/>
                  <a:pt x="213" y="24"/>
                  <a:pt x="213" y="24"/>
                </a:cubicBezTo>
                <a:cubicBezTo>
                  <a:pt x="214" y="23"/>
                  <a:pt x="215" y="26"/>
                  <a:pt x="215" y="27"/>
                </a:cubicBezTo>
                <a:cubicBezTo>
                  <a:pt x="215" y="28"/>
                  <a:pt x="215" y="29"/>
                  <a:pt x="215" y="30"/>
                </a:cubicBezTo>
                <a:cubicBezTo>
                  <a:pt x="216" y="31"/>
                  <a:pt x="217" y="31"/>
                  <a:pt x="218" y="30"/>
                </a:cubicBezTo>
                <a:cubicBezTo>
                  <a:pt x="218" y="29"/>
                  <a:pt x="217" y="28"/>
                  <a:pt x="218" y="27"/>
                </a:cubicBezTo>
                <a:cubicBezTo>
                  <a:pt x="219" y="27"/>
                  <a:pt x="219" y="29"/>
                  <a:pt x="221" y="29"/>
                </a:cubicBezTo>
                <a:cubicBezTo>
                  <a:pt x="221" y="28"/>
                  <a:pt x="222" y="28"/>
                  <a:pt x="223" y="27"/>
                </a:cubicBezTo>
                <a:cubicBezTo>
                  <a:pt x="224" y="28"/>
                  <a:pt x="225" y="30"/>
                  <a:pt x="224" y="31"/>
                </a:cubicBezTo>
                <a:cubicBezTo>
                  <a:pt x="224" y="31"/>
                  <a:pt x="223" y="31"/>
                  <a:pt x="223" y="32"/>
                </a:cubicBezTo>
                <a:cubicBezTo>
                  <a:pt x="224" y="32"/>
                  <a:pt x="228" y="33"/>
                  <a:pt x="229" y="33"/>
                </a:cubicBezTo>
                <a:cubicBezTo>
                  <a:pt x="230" y="33"/>
                  <a:pt x="232" y="37"/>
                  <a:pt x="230" y="39"/>
                </a:cubicBezTo>
                <a:cubicBezTo>
                  <a:pt x="229" y="39"/>
                  <a:pt x="226" y="39"/>
                  <a:pt x="225" y="39"/>
                </a:cubicBezTo>
                <a:cubicBezTo>
                  <a:pt x="223" y="39"/>
                  <a:pt x="223" y="39"/>
                  <a:pt x="222" y="39"/>
                </a:cubicBezTo>
                <a:cubicBezTo>
                  <a:pt x="221" y="40"/>
                  <a:pt x="221" y="40"/>
                  <a:pt x="222" y="42"/>
                </a:cubicBezTo>
                <a:cubicBezTo>
                  <a:pt x="221" y="44"/>
                  <a:pt x="218" y="42"/>
                  <a:pt x="217" y="44"/>
                </a:cubicBezTo>
                <a:cubicBezTo>
                  <a:pt x="218" y="45"/>
                  <a:pt x="220" y="46"/>
                  <a:pt x="219" y="48"/>
                </a:cubicBezTo>
                <a:cubicBezTo>
                  <a:pt x="218" y="49"/>
                  <a:pt x="215" y="49"/>
                  <a:pt x="214" y="48"/>
                </a:cubicBezTo>
                <a:cubicBezTo>
                  <a:pt x="215" y="46"/>
                  <a:pt x="215" y="46"/>
                  <a:pt x="215" y="46"/>
                </a:cubicBezTo>
                <a:cubicBezTo>
                  <a:pt x="215" y="46"/>
                  <a:pt x="215" y="46"/>
                  <a:pt x="214" y="46"/>
                </a:cubicBezTo>
                <a:cubicBezTo>
                  <a:pt x="212" y="46"/>
                  <a:pt x="210" y="51"/>
                  <a:pt x="209" y="53"/>
                </a:cubicBezTo>
                <a:cubicBezTo>
                  <a:pt x="208" y="54"/>
                  <a:pt x="207" y="58"/>
                  <a:pt x="204" y="57"/>
                </a:cubicBezTo>
                <a:close/>
                <a:moveTo>
                  <a:pt x="218" y="36"/>
                </a:moveTo>
                <a:cubicBezTo>
                  <a:pt x="218" y="35"/>
                  <a:pt x="218" y="35"/>
                  <a:pt x="218" y="35"/>
                </a:cubicBezTo>
                <a:cubicBezTo>
                  <a:pt x="218" y="35"/>
                  <a:pt x="219" y="34"/>
                  <a:pt x="219" y="34"/>
                </a:cubicBezTo>
                <a:cubicBezTo>
                  <a:pt x="219" y="35"/>
                  <a:pt x="219" y="35"/>
                  <a:pt x="218" y="36"/>
                </a:cubicBezTo>
                <a:cubicBezTo>
                  <a:pt x="218" y="36"/>
                  <a:pt x="218" y="36"/>
                  <a:pt x="218" y="36"/>
                </a:cubicBezTo>
                <a:close/>
              </a:path>
              <a:path w="232" h="59">
                <a:moveTo>
                  <a:pt x="177" y="37"/>
                </a:moveTo>
                <a:cubicBezTo>
                  <a:pt x="176" y="36"/>
                  <a:pt x="176" y="36"/>
                  <a:pt x="176" y="35"/>
                </a:cubicBezTo>
                <a:cubicBezTo>
                  <a:pt x="177" y="33"/>
                  <a:pt x="177" y="28"/>
                  <a:pt x="178" y="27"/>
                </a:cubicBezTo>
                <a:cubicBezTo>
                  <a:pt x="179" y="27"/>
                  <a:pt x="179" y="27"/>
                  <a:pt x="179" y="27"/>
                </a:cubicBezTo>
                <a:cubicBezTo>
                  <a:pt x="179" y="27"/>
                  <a:pt x="179" y="27"/>
                  <a:pt x="179" y="28"/>
                </a:cubicBezTo>
                <a:cubicBezTo>
                  <a:pt x="179" y="32"/>
                  <a:pt x="180" y="35"/>
                  <a:pt x="183" y="38"/>
                </a:cubicBezTo>
                <a:cubicBezTo>
                  <a:pt x="183" y="38"/>
                  <a:pt x="183" y="38"/>
                  <a:pt x="183" y="38"/>
                </a:cubicBezTo>
                <a:cubicBezTo>
                  <a:pt x="183" y="39"/>
                  <a:pt x="178" y="37"/>
                  <a:pt x="177" y="37"/>
                </a:cubicBezTo>
                <a:close/>
              </a:path>
              <a:path w="232" h="59">
                <a:moveTo>
                  <a:pt x="163" y="29"/>
                </a:moveTo>
                <a:cubicBezTo>
                  <a:pt x="163" y="28"/>
                  <a:pt x="163" y="28"/>
                  <a:pt x="162" y="28"/>
                </a:cubicBezTo>
                <a:cubicBezTo>
                  <a:pt x="162" y="27"/>
                  <a:pt x="162" y="27"/>
                  <a:pt x="162" y="27"/>
                </a:cubicBezTo>
                <a:cubicBezTo>
                  <a:pt x="164" y="28"/>
                  <a:pt x="165" y="28"/>
                  <a:pt x="166" y="28"/>
                </a:cubicBezTo>
                <a:cubicBezTo>
                  <a:pt x="169" y="28"/>
                  <a:pt x="171" y="27"/>
                  <a:pt x="173" y="26"/>
                </a:cubicBezTo>
                <a:cubicBezTo>
                  <a:pt x="172" y="25"/>
                  <a:pt x="170" y="25"/>
                  <a:pt x="169" y="26"/>
                </a:cubicBezTo>
                <a:cubicBezTo>
                  <a:pt x="167" y="25"/>
                  <a:pt x="166" y="21"/>
                  <a:pt x="166" y="21"/>
                </a:cubicBezTo>
                <a:cubicBezTo>
                  <a:pt x="168" y="21"/>
                  <a:pt x="172" y="23"/>
                  <a:pt x="173" y="22"/>
                </a:cubicBezTo>
                <a:cubicBezTo>
                  <a:pt x="178" y="23"/>
                  <a:pt x="178" y="21"/>
                  <a:pt x="181" y="17"/>
                </a:cubicBezTo>
                <a:cubicBezTo>
                  <a:pt x="182" y="16"/>
                  <a:pt x="184" y="12"/>
                  <a:pt x="185" y="12"/>
                </a:cubicBezTo>
                <a:cubicBezTo>
                  <a:pt x="186" y="13"/>
                  <a:pt x="186" y="15"/>
                  <a:pt x="186" y="17"/>
                </a:cubicBezTo>
                <a:cubicBezTo>
                  <a:pt x="185" y="19"/>
                  <a:pt x="183" y="20"/>
                  <a:pt x="182" y="23"/>
                </a:cubicBezTo>
                <a:cubicBezTo>
                  <a:pt x="184" y="24"/>
                  <a:pt x="185" y="22"/>
                  <a:pt x="187" y="24"/>
                </a:cubicBezTo>
                <a:cubicBezTo>
                  <a:pt x="187" y="25"/>
                  <a:pt x="187" y="25"/>
                  <a:pt x="187" y="25"/>
                </a:cubicBezTo>
                <a:cubicBezTo>
                  <a:pt x="186" y="26"/>
                  <a:pt x="184" y="25"/>
                  <a:pt x="183" y="25"/>
                </a:cubicBezTo>
                <a:cubicBezTo>
                  <a:pt x="180" y="25"/>
                  <a:pt x="180" y="25"/>
                  <a:pt x="179" y="25"/>
                </a:cubicBezTo>
                <a:cubicBezTo>
                  <a:pt x="175" y="28"/>
                  <a:pt x="169" y="33"/>
                  <a:pt x="163" y="29"/>
                </a:cubicBezTo>
                <a:close/>
              </a:path>
              <a:path w="232" h="59">
                <a:moveTo>
                  <a:pt x="134" y="18"/>
                </a:moveTo>
                <a:cubicBezTo>
                  <a:pt x="133" y="16"/>
                  <a:pt x="134" y="15"/>
                  <a:pt x="134" y="14"/>
                </a:cubicBezTo>
                <a:cubicBezTo>
                  <a:pt x="134" y="14"/>
                  <a:pt x="134" y="14"/>
                  <a:pt x="134" y="14"/>
                </a:cubicBezTo>
                <a:cubicBezTo>
                  <a:pt x="133" y="15"/>
                  <a:pt x="132" y="15"/>
                  <a:pt x="132" y="15"/>
                </a:cubicBezTo>
                <a:cubicBezTo>
                  <a:pt x="131" y="16"/>
                  <a:pt x="130" y="17"/>
                  <a:pt x="129" y="19"/>
                </a:cubicBezTo>
                <a:cubicBezTo>
                  <a:pt x="129" y="20"/>
                  <a:pt x="129" y="30"/>
                  <a:pt x="126" y="30"/>
                </a:cubicBezTo>
                <a:cubicBezTo>
                  <a:pt x="124" y="28"/>
                  <a:pt x="125" y="27"/>
                  <a:pt x="125" y="25"/>
                </a:cubicBezTo>
                <a:cubicBezTo>
                  <a:pt x="125" y="24"/>
                  <a:pt x="125" y="24"/>
                  <a:pt x="126" y="23"/>
                </a:cubicBezTo>
                <a:cubicBezTo>
                  <a:pt x="125" y="23"/>
                  <a:pt x="123" y="25"/>
                  <a:pt x="123" y="25"/>
                </a:cubicBezTo>
                <a:cubicBezTo>
                  <a:pt x="121" y="26"/>
                  <a:pt x="120" y="25"/>
                  <a:pt x="120" y="23"/>
                </a:cubicBezTo>
                <a:cubicBezTo>
                  <a:pt x="122" y="23"/>
                  <a:pt x="124" y="21"/>
                  <a:pt x="126" y="19"/>
                </a:cubicBezTo>
                <a:cubicBezTo>
                  <a:pt x="126" y="17"/>
                  <a:pt x="126" y="17"/>
                  <a:pt x="126" y="14"/>
                </a:cubicBezTo>
                <a:cubicBezTo>
                  <a:pt x="126" y="14"/>
                  <a:pt x="126" y="14"/>
                  <a:pt x="126" y="14"/>
                </a:cubicBezTo>
                <a:cubicBezTo>
                  <a:pt x="125" y="15"/>
                  <a:pt x="125" y="15"/>
                  <a:pt x="124" y="16"/>
                </a:cubicBezTo>
                <a:cubicBezTo>
                  <a:pt x="122" y="18"/>
                  <a:pt x="119" y="16"/>
                  <a:pt x="120" y="14"/>
                </a:cubicBezTo>
                <a:cubicBezTo>
                  <a:pt x="122" y="14"/>
                  <a:pt x="124" y="12"/>
                  <a:pt x="126" y="11"/>
                </a:cubicBezTo>
                <a:cubicBezTo>
                  <a:pt x="127" y="9"/>
                  <a:pt x="127" y="6"/>
                  <a:pt x="127" y="4"/>
                </a:cubicBezTo>
                <a:cubicBezTo>
                  <a:pt x="126" y="3"/>
                  <a:pt x="128" y="2"/>
                  <a:pt x="129" y="1"/>
                </a:cubicBezTo>
                <a:cubicBezTo>
                  <a:pt x="132" y="2"/>
                  <a:pt x="130" y="5"/>
                  <a:pt x="130" y="7"/>
                </a:cubicBezTo>
                <a:cubicBezTo>
                  <a:pt x="130" y="8"/>
                  <a:pt x="130" y="8"/>
                  <a:pt x="130" y="9"/>
                </a:cubicBezTo>
                <a:cubicBezTo>
                  <a:pt x="130" y="9"/>
                  <a:pt x="131" y="8"/>
                  <a:pt x="132" y="8"/>
                </a:cubicBezTo>
                <a:cubicBezTo>
                  <a:pt x="132" y="8"/>
                  <a:pt x="132" y="8"/>
                  <a:pt x="132" y="9"/>
                </a:cubicBezTo>
                <a:cubicBezTo>
                  <a:pt x="129" y="12"/>
                  <a:pt x="129" y="11"/>
                  <a:pt x="129" y="15"/>
                </a:cubicBezTo>
                <a:cubicBezTo>
                  <a:pt x="130" y="15"/>
                  <a:pt x="131" y="14"/>
                  <a:pt x="131" y="13"/>
                </a:cubicBezTo>
                <a:cubicBezTo>
                  <a:pt x="130" y="12"/>
                  <a:pt x="130" y="12"/>
                  <a:pt x="130" y="12"/>
                </a:cubicBezTo>
                <a:cubicBezTo>
                  <a:pt x="132" y="12"/>
                  <a:pt x="134" y="11"/>
                  <a:pt x="136" y="10"/>
                </a:cubicBezTo>
                <a:cubicBezTo>
                  <a:pt x="136" y="8"/>
                  <a:pt x="137" y="7"/>
                  <a:pt x="138" y="4"/>
                </a:cubicBezTo>
                <a:cubicBezTo>
                  <a:pt x="140" y="2"/>
                  <a:pt x="143" y="5"/>
                  <a:pt x="142" y="8"/>
                </a:cubicBezTo>
                <a:cubicBezTo>
                  <a:pt x="142" y="9"/>
                  <a:pt x="138" y="11"/>
                  <a:pt x="137" y="12"/>
                </a:cubicBezTo>
                <a:cubicBezTo>
                  <a:pt x="137" y="12"/>
                  <a:pt x="136" y="15"/>
                  <a:pt x="136" y="15"/>
                </a:cubicBezTo>
                <a:cubicBezTo>
                  <a:pt x="138" y="16"/>
                  <a:pt x="139" y="11"/>
                  <a:pt x="142" y="13"/>
                </a:cubicBezTo>
                <a:cubicBezTo>
                  <a:pt x="143" y="14"/>
                  <a:pt x="143" y="14"/>
                  <a:pt x="143" y="15"/>
                </a:cubicBezTo>
                <a:cubicBezTo>
                  <a:pt x="142" y="17"/>
                  <a:pt x="140" y="20"/>
                  <a:pt x="139" y="23"/>
                </a:cubicBezTo>
                <a:cubicBezTo>
                  <a:pt x="141" y="25"/>
                  <a:pt x="143" y="26"/>
                  <a:pt x="146" y="27"/>
                </a:cubicBezTo>
                <a:cubicBezTo>
                  <a:pt x="146" y="27"/>
                  <a:pt x="142" y="29"/>
                  <a:pt x="141" y="29"/>
                </a:cubicBezTo>
                <a:cubicBezTo>
                  <a:pt x="138" y="30"/>
                  <a:pt x="138" y="27"/>
                  <a:pt x="137" y="25"/>
                </a:cubicBezTo>
                <a:cubicBezTo>
                  <a:pt x="135" y="27"/>
                  <a:pt x="132" y="28"/>
                  <a:pt x="129" y="27"/>
                </a:cubicBezTo>
                <a:cubicBezTo>
                  <a:pt x="129" y="27"/>
                  <a:pt x="129" y="27"/>
                  <a:pt x="129" y="27"/>
                </a:cubicBezTo>
                <a:cubicBezTo>
                  <a:pt x="131" y="26"/>
                  <a:pt x="133" y="26"/>
                  <a:pt x="134" y="24"/>
                </a:cubicBezTo>
                <a:cubicBezTo>
                  <a:pt x="137" y="22"/>
                  <a:pt x="132" y="20"/>
                  <a:pt x="133" y="18"/>
                </a:cubicBezTo>
                <a:cubicBezTo>
                  <a:pt x="133" y="18"/>
                  <a:pt x="133" y="18"/>
                  <a:pt x="134" y="18"/>
                </a:cubicBezTo>
                <a:cubicBezTo>
                  <a:pt x="134" y="19"/>
                  <a:pt x="136" y="20"/>
                  <a:pt x="137" y="20"/>
                </a:cubicBezTo>
                <a:cubicBezTo>
                  <a:pt x="137" y="19"/>
                  <a:pt x="138" y="18"/>
                  <a:pt x="139" y="17"/>
                </a:cubicBezTo>
                <a:cubicBezTo>
                  <a:pt x="138" y="17"/>
                  <a:pt x="137" y="18"/>
                  <a:pt x="136" y="19"/>
                </a:cubicBezTo>
                <a:cubicBezTo>
                  <a:pt x="136" y="18"/>
                  <a:pt x="135" y="18"/>
                  <a:pt x="134" y="18"/>
                </a:cubicBezTo>
                <a:close/>
              </a:path>
              <a:path w="232" h="59">
                <a:moveTo>
                  <a:pt x="84" y="9"/>
                </a:moveTo>
                <a:cubicBezTo>
                  <a:pt x="86" y="9"/>
                  <a:pt x="87" y="10"/>
                  <a:pt x="87" y="12"/>
                </a:cubicBezTo>
                <a:cubicBezTo>
                  <a:pt x="88" y="11"/>
                  <a:pt x="87" y="10"/>
                  <a:pt x="90" y="11"/>
                </a:cubicBezTo>
                <a:cubicBezTo>
                  <a:pt x="90" y="12"/>
                  <a:pt x="90" y="12"/>
                  <a:pt x="90" y="14"/>
                </a:cubicBezTo>
                <a:cubicBezTo>
                  <a:pt x="89" y="15"/>
                  <a:pt x="88" y="16"/>
                  <a:pt x="87" y="17"/>
                </a:cubicBezTo>
                <a:cubicBezTo>
                  <a:pt x="88" y="19"/>
                  <a:pt x="87" y="19"/>
                  <a:pt x="88" y="20"/>
                </a:cubicBezTo>
                <a:cubicBezTo>
                  <a:pt x="88" y="20"/>
                  <a:pt x="89" y="19"/>
                  <a:pt x="90" y="18"/>
                </a:cubicBezTo>
                <a:cubicBezTo>
                  <a:pt x="90" y="20"/>
                  <a:pt x="89" y="20"/>
                  <a:pt x="88" y="21"/>
                </a:cubicBezTo>
                <a:cubicBezTo>
                  <a:pt x="88" y="24"/>
                  <a:pt x="90" y="28"/>
                  <a:pt x="88" y="30"/>
                </a:cubicBezTo>
                <a:cubicBezTo>
                  <a:pt x="85" y="31"/>
                  <a:pt x="86" y="26"/>
                  <a:pt x="85" y="25"/>
                </a:cubicBezTo>
                <a:cubicBezTo>
                  <a:pt x="85" y="25"/>
                  <a:pt x="85" y="25"/>
                  <a:pt x="85" y="25"/>
                </a:cubicBezTo>
                <a:cubicBezTo>
                  <a:pt x="84" y="26"/>
                  <a:pt x="82" y="28"/>
                  <a:pt x="81" y="27"/>
                </a:cubicBezTo>
                <a:cubicBezTo>
                  <a:pt x="80" y="26"/>
                  <a:pt x="81" y="24"/>
                  <a:pt x="82" y="22"/>
                </a:cubicBezTo>
                <a:cubicBezTo>
                  <a:pt x="83" y="21"/>
                  <a:pt x="85" y="18"/>
                  <a:pt x="85" y="18"/>
                </a:cubicBezTo>
                <a:cubicBezTo>
                  <a:pt x="85" y="17"/>
                  <a:pt x="85" y="17"/>
                  <a:pt x="85" y="17"/>
                </a:cubicBezTo>
                <a:cubicBezTo>
                  <a:pt x="85" y="17"/>
                  <a:pt x="84" y="16"/>
                  <a:pt x="84" y="16"/>
                </a:cubicBezTo>
                <a:cubicBezTo>
                  <a:pt x="83" y="18"/>
                  <a:pt x="81" y="20"/>
                  <a:pt x="79" y="20"/>
                </a:cubicBezTo>
                <a:cubicBezTo>
                  <a:pt x="78" y="19"/>
                  <a:pt x="78" y="19"/>
                  <a:pt x="78" y="18"/>
                </a:cubicBezTo>
                <a:cubicBezTo>
                  <a:pt x="80" y="17"/>
                  <a:pt x="82" y="15"/>
                  <a:pt x="84" y="14"/>
                </a:cubicBezTo>
                <a:cubicBezTo>
                  <a:pt x="84" y="12"/>
                  <a:pt x="83" y="11"/>
                  <a:pt x="84" y="9"/>
                </a:cubicBezTo>
                <a:cubicBezTo>
                  <a:pt x="82" y="9"/>
                  <a:pt x="81" y="10"/>
                  <a:pt x="80" y="10"/>
                </a:cubicBezTo>
                <a:cubicBezTo>
                  <a:pt x="80" y="10"/>
                  <a:pt x="80" y="10"/>
                  <a:pt x="81" y="9"/>
                </a:cubicBezTo>
                <a:cubicBezTo>
                  <a:pt x="85" y="6"/>
                  <a:pt x="86" y="5"/>
                  <a:pt x="86" y="4"/>
                </a:cubicBezTo>
                <a:cubicBezTo>
                  <a:pt x="87" y="3"/>
                  <a:pt x="87" y="2"/>
                  <a:pt x="89" y="3"/>
                </a:cubicBezTo>
                <a:cubicBezTo>
                  <a:pt x="90" y="3"/>
                  <a:pt x="90" y="5"/>
                  <a:pt x="90" y="5"/>
                </a:cubicBezTo>
                <a:cubicBezTo>
                  <a:pt x="88" y="7"/>
                  <a:pt x="86" y="8"/>
                  <a:pt x="84" y="9"/>
                </a:cubicBezTo>
                <a:cubicBezTo>
                  <a:pt x="84" y="9"/>
                  <a:pt x="84" y="9"/>
                  <a:pt x="84" y="9"/>
                </a:cubicBezTo>
                <a:close/>
                <a:moveTo>
                  <a:pt x="84" y="23"/>
                </a:moveTo>
                <a:cubicBezTo>
                  <a:pt x="84" y="22"/>
                  <a:pt x="84" y="22"/>
                  <a:pt x="85" y="21"/>
                </a:cubicBezTo>
                <a:cubicBezTo>
                  <a:pt x="85" y="21"/>
                  <a:pt x="85" y="21"/>
                  <a:pt x="85" y="22"/>
                </a:cubicBezTo>
                <a:cubicBezTo>
                  <a:pt x="85" y="22"/>
                  <a:pt x="85" y="23"/>
                  <a:pt x="84" y="23"/>
                </a:cubicBezTo>
                <a:close/>
              </a:path>
              <a:path w="232" h="59">
                <a:moveTo>
                  <a:pt x="99" y="32"/>
                </a:moveTo>
                <a:cubicBezTo>
                  <a:pt x="99" y="32"/>
                  <a:pt x="98" y="32"/>
                  <a:pt x="98" y="31"/>
                </a:cubicBezTo>
                <a:cubicBezTo>
                  <a:pt x="98" y="28"/>
                  <a:pt x="97" y="25"/>
                  <a:pt x="97" y="22"/>
                </a:cubicBezTo>
                <a:cubicBezTo>
                  <a:pt x="96" y="22"/>
                  <a:pt x="95" y="23"/>
                  <a:pt x="94" y="24"/>
                </a:cubicBezTo>
                <a:cubicBezTo>
                  <a:pt x="93" y="24"/>
                  <a:pt x="92" y="24"/>
                  <a:pt x="92" y="23"/>
                </a:cubicBezTo>
                <a:cubicBezTo>
                  <a:pt x="92" y="23"/>
                  <a:pt x="92" y="22"/>
                  <a:pt x="92" y="22"/>
                </a:cubicBezTo>
                <a:cubicBezTo>
                  <a:pt x="92" y="20"/>
                  <a:pt x="93" y="16"/>
                  <a:pt x="91" y="16"/>
                </a:cubicBezTo>
                <a:cubicBezTo>
                  <a:pt x="90" y="15"/>
                  <a:pt x="90" y="15"/>
                  <a:pt x="90" y="14"/>
                </a:cubicBezTo>
                <a:cubicBezTo>
                  <a:pt x="92" y="14"/>
                  <a:pt x="91" y="11"/>
                  <a:pt x="91" y="10"/>
                </a:cubicBezTo>
                <a:cubicBezTo>
                  <a:pt x="89" y="9"/>
                  <a:pt x="87" y="8"/>
                  <a:pt x="89" y="7"/>
                </a:cubicBezTo>
                <a:cubicBezTo>
                  <a:pt x="91" y="7"/>
                  <a:pt x="93" y="7"/>
                  <a:pt x="94" y="9"/>
                </a:cubicBezTo>
                <a:cubicBezTo>
                  <a:pt x="94" y="10"/>
                  <a:pt x="92" y="12"/>
                  <a:pt x="92" y="13"/>
                </a:cubicBezTo>
                <a:cubicBezTo>
                  <a:pt x="94" y="13"/>
                  <a:pt x="95" y="14"/>
                  <a:pt x="95" y="16"/>
                </a:cubicBezTo>
                <a:cubicBezTo>
                  <a:pt x="93" y="17"/>
                  <a:pt x="93" y="18"/>
                  <a:pt x="94" y="20"/>
                </a:cubicBezTo>
                <a:cubicBezTo>
                  <a:pt x="95" y="19"/>
                  <a:pt x="95" y="18"/>
                  <a:pt x="96" y="17"/>
                </a:cubicBezTo>
                <a:cubicBezTo>
                  <a:pt x="96" y="11"/>
                  <a:pt x="93" y="7"/>
                  <a:pt x="93" y="2"/>
                </a:cubicBezTo>
                <a:cubicBezTo>
                  <a:pt x="94" y="0"/>
                  <a:pt x="96" y="0"/>
                  <a:pt x="97" y="2"/>
                </a:cubicBezTo>
                <a:cubicBezTo>
                  <a:pt x="97" y="5"/>
                  <a:pt x="97" y="11"/>
                  <a:pt x="99" y="14"/>
                </a:cubicBezTo>
                <a:cubicBezTo>
                  <a:pt x="99" y="13"/>
                  <a:pt x="100" y="12"/>
                  <a:pt x="100" y="11"/>
                </a:cubicBezTo>
                <a:cubicBezTo>
                  <a:pt x="101" y="11"/>
                  <a:pt x="102" y="12"/>
                  <a:pt x="103" y="14"/>
                </a:cubicBezTo>
                <a:cubicBezTo>
                  <a:pt x="101" y="15"/>
                  <a:pt x="100" y="16"/>
                  <a:pt x="99" y="18"/>
                </a:cubicBezTo>
                <a:cubicBezTo>
                  <a:pt x="100" y="23"/>
                  <a:pt x="100" y="26"/>
                  <a:pt x="101" y="29"/>
                </a:cubicBezTo>
                <a:cubicBezTo>
                  <a:pt x="100" y="30"/>
                  <a:pt x="100" y="32"/>
                  <a:pt x="99" y="32"/>
                </a:cubicBezTo>
                <a:close/>
              </a:path>
              <a:path w="232" h="59">
                <a:moveTo>
                  <a:pt x="58" y="41"/>
                </a:moveTo>
                <a:cubicBezTo>
                  <a:pt x="58" y="42"/>
                  <a:pt x="57" y="41"/>
                  <a:pt x="57" y="41"/>
                </a:cubicBezTo>
                <a:cubicBezTo>
                  <a:pt x="52" y="36"/>
                  <a:pt x="53" y="29"/>
                  <a:pt x="50" y="25"/>
                </a:cubicBezTo>
                <a:cubicBezTo>
                  <a:pt x="48" y="26"/>
                  <a:pt x="48" y="30"/>
                  <a:pt x="47" y="31"/>
                </a:cubicBezTo>
                <a:cubicBezTo>
                  <a:pt x="44" y="33"/>
                  <a:pt x="43" y="28"/>
                  <a:pt x="43" y="26"/>
                </a:cubicBezTo>
                <a:cubicBezTo>
                  <a:pt x="43" y="25"/>
                  <a:pt x="43" y="24"/>
                  <a:pt x="43" y="23"/>
                </a:cubicBezTo>
                <a:cubicBezTo>
                  <a:pt x="44" y="23"/>
                  <a:pt x="45" y="25"/>
                  <a:pt x="46" y="26"/>
                </a:cubicBezTo>
                <a:cubicBezTo>
                  <a:pt x="47" y="26"/>
                  <a:pt x="47" y="26"/>
                  <a:pt x="47" y="26"/>
                </a:cubicBezTo>
                <a:cubicBezTo>
                  <a:pt x="50" y="21"/>
                  <a:pt x="47" y="18"/>
                  <a:pt x="44" y="15"/>
                </a:cubicBezTo>
                <a:cubicBezTo>
                  <a:pt x="44" y="14"/>
                  <a:pt x="44" y="13"/>
                  <a:pt x="45" y="12"/>
                </a:cubicBezTo>
                <a:cubicBezTo>
                  <a:pt x="45" y="12"/>
                  <a:pt x="47" y="12"/>
                  <a:pt x="48" y="12"/>
                </a:cubicBezTo>
                <a:cubicBezTo>
                  <a:pt x="48" y="12"/>
                  <a:pt x="48" y="12"/>
                  <a:pt x="48" y="12"/>
                </a:cubicBezTo>
                <a:cubicBezTo>
                  <a:pt x="49" y="14"/>
                  <a:pt x="50" y="16"/>
                  <a:pt x="50" y="17"/>
                </a:cubicBezTo>
                <a:cubicBezTo>
                  <a:pt x="50" y="17"/>
                  <a:pt x="51" y="17"/>
                  <a:pt x="51" y="17"/>
                </a:cubicBezTo>
                <a:cubicBezTo>
                  <a:pt x="52" y="16"/>
                  <a:pt x="53" y="14"/>
                  <a:pt x="54" y="12"/>
                </a:cubicBezTo>
                <a:cubicBezTo>
                  <a:pt x="55" y="12"/>
                  <a:pt x="57" y="10"/>
                  <a:pt x="58" y="13"/>
                </a:cubicBezTo>
                <a:cubicBezTo>
                  <a:pt x="58" y="15"/>
                  <a:pt x="53" y="19"/>
                  <a:pt x="57" y="20"/>
                </a:cubicBezTo>
                <a:cubicBezTo>
                  <a:pt x="57" y="20"/>
                  <a:pt x="57" y="21"/>
                  <a:pt x="57" y="21"/>
                </a:cubicBezTo>
                <a:cubicBezTo>
                  <a:pt x="57" y="23"/>
                  <a:pt x="55" y="25"/>
                  <a:pt x="53" y="26"/>
                </a:cubicBezTo>
                <a:cubicBezTo>
                  <a:pt x="54" y="30"/>
                  <a:pt x="57" y="34"/>
                  <a:pt x="58" y="37"/>
                </a:cubicBezTo>
                <a:cubicBezTo>
                  <a:pt x="59" y="39"/>
                  <a:pt x="59" y="40"/>
                  <a:pt x="58" y="41"/>
                </a:cubicBezTo>
                <a:close/>
                <a:moveTo>
                  <a:pt x="53" y="23"/>
                </a:moveTo>
                <a:cubicBezTo>
                  <a:pt x="52" y="23"/>
                  <a:pt x="51" y="21"/>
                  <a:pt x="51" y="21"/>
                </a:cubicBezTo>
                <a:cubicBezTo>
                  <a:pt x="51" y="20"/>
                  <a:pt x="52" y="18"/>
                  <a:pt x="53" y="18"/>
                </a:cubicBezTo>
                <a:cubicBezTo>
                  <a:pt x="54" y="20"/>
                  <a:pt x="54" y="21"/>
                  <a:pt x="53" y="23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14" name="Freeform 15"/>
          <p:cNvSpPr>
            <a:spLocks noGrp="1"/>
          </p:cNvSpPr>
          <p:nvPr/>
        </p:nvSpPr>
        <p:spPr>
          <a:xfrm>
            <a:off x="9802619" y="257975"/>
            <a:ext cx="519403" cy="294625"/>
          </a:xfrm>
          <a:custGeom>
            <a:avLst/>
            <a:gdLst/>
            <a:ahLst/>
            <a:cxnLst/>
            <a:rect l="l" t="t" r="r" b="b"/>
            <a:pathLst>
              <a:path w="336" h="189">
                <a:moveTo>
                  <a:pt x="293" y="24"/>
                </a:moveTo>
                <a:lnTo>
                  <a:pt x="299" y="19"/>
                </a:lnTo>
                <a:lnTo>
                  <a:pt x="300" y="19"/>
                </a:lnTo>
                <a:cubicBezTo>
                  <a:pt x="298" y="20"/>
                  <a:pt x="297" y="22"/>
                  <a:pt x="297" y="23"/>
                </a:cubicBezTo>
                <a:cubicBezTo>
                  <a:pt x="296" y="24"/>
                  <a:pt x="296" y="26"/>
                  <a:pt x="297" y="27"/>
                </a:cubicBezTo>
                <a:cubicBezTo>
                  <a:pt x="298" y="28"/>
                  <a:pt x="299" y="28"/>
                  <a:pt x="302" y="27"/>
                </a:cubicBezTo>
                <a:cubicBezTo>
                  <a:pt x="304" y="27"/>
                  <a:pt x="307" y="25"/>
                  <a:pt x="309" y="23"/>
                </a:cubicBezTo>
                <a:cubicBezTo>
                  <a:pt x="311" y="22"/>
                  <a:pt x="313" y="20"/>
                  <a:pt x="314" y="19"/>
                </a:cubicBezTo>
                <a:cubicBezTo>
                  <a:pt x="316" y="17"/>
                  <a:pt x="316" y="16"/>
                  <a:pt x="317" y="14"/>
                </a:cubicBezTo>
                <a:cubicBezTo>
                  <a:pt x="317" y="13"/>
                  <a:pt x="317" y="12"/>
                  <a:pt x="317" y="12"/>
                </a:cubicBezTo>
                <a:cubicBezTo>
                  <a:pt x="316" y="11"/>
                  <a:pt x="316" y="11"/>
                  <a:pt x="315" y="11"/>
                </a:cubicBezTo>
                <a:cubicBezTo>
                  <a:pt x="315" y="11"/>
                  <a:pt x="314" y="10"/>
                  <a:pt x="314" y="10"/>
                </a:cubicBezTo>
                <a:lnTo>
                  <a:pt x="308" y="15"/>
                </a:lnTo>
                <a:cubicBezTo>
                  <a:pt x="307" y="16"/>
                  <a:pt x="306" y="16"/>
                  <a:pt x="306" y="17"/>
                </a:cubicBezTo>
                <a:cubicBezTo>
                  <a:pt x="305" y="17"/>
                  <a:pt x="305" y="17"/>
                  <a:pt x="305" y="18"/>
                </a:cubicBezTo>
                <a:cubicBezTo>
                  <a:pt x="305" y="18"/>
                  <a:pt x="305" y="18"/>
                  <a:pt x="306" y="19"/>
                </a:cubicBezTo>
                <a:lnTo>
                  <a:pt x="305" y="19"/>
                </a:lnTo>
                <a:lnTo>
                  <a:pt x="302" y="15"/>
                </a:lnTo>
                <a:lnTo>
                  <a:pt x="303" y="15"/>
                </a:lnTo>
                <a:cubicBezTo>
                  <a:pt x="303" y="15"/>
                  <a:pt x="304" y="15"/>
                  <a:pt x="304" y="15"/>
                </a:cubicBezTo>
                <a:cubicBezTo>
                  <a:pt x="305" y="15"/>
                  <a:pt x="305" y="14"/>
                  <a:pt x="307" y="13"/>
                </a:cubicBezTo>
                <a:lnTo>
                  <a:pt x="313" y="9"/>
                </a:lnTo>
                <a:cubicBezTo>
                  <a:pt x="314" y="9"/>
                  <a:pt x="315" y="9"/>
                  <a:pt x="316" y="9"/>
                </a:cubicBezTo>
                <a:cubicBezTo>
                  <a:pt x="316" y="10"/>
                  <a:pt x="317" y="10"/>
                  <a:pt x="318" y="11"/>
                </a:cubicBezTo>
                <a:cubicBezTo>
                  <a:pt x="319" y="13"/>
                  <a:pt x="319" y="15"/>
                  <a:pt x="317" y="18"/>
                </a:cubicBezTo>
                <a:cubicBezTo>
                  <a:pt x="316" y="21"/>
                  <a:pt x="314" y="23"/>
                  <a:pt x="311" y="25"/>
                </a:cubicBezTo>
                <a:cubicBezTo>
                  <a:pt x="309" y="26"/>
                  <a:pt x="307" y="27"/>
                  <a:pt x="305" y="28"/>
                </a:cubicBezTo>
                <a:cubicBezTo>
                  <a:pt x="303" y="29"/>
                  <a:pt x="301" y="29"/>
                  <a:pt x="299" y="29"/>
                </a:cubicBezTo>
                <a:cubicBezTo>
                  <a:pt x="298" y="29"/>
                  <a:pt x="296" y="29"/>
                  <a:pt x="296" y="28"/>
                </a:cubicBezTo>
                <a:cubicBezTo>
                  <a:pt x="295" y="27"/>
                  <a:pt x="295" y="27"/>
                  <a:pt x="295" y="26"/>
                </a:cubicBezTo>
                <a:cubicBezTo>
                  <a:pt x="295" y="26"/>
                  <a:pt x="295" y="25"/>
                  <a:pt x="295" y="24"/>
                </a:cubicBezTo>
                <a:cubicBezTo>
                  <a:pt x="295" y="24"/>
                  <a:pt x="295" y="24"/>
                  <a:pt x="295" y="24"/>
                </a:cubicBezTo>
                <a:cubicBezTo>
                  <a:pt x="295" y="23"/>
                  <a:pt x="295" y="23"/>
                  <a:pt x="294" y="24"/>
                </a:cubicBezTo>
                <a:cubicBezTo>
                  <a:pt x="294" y="24"/>
                  <a:pt x="294" y="24"/>
                  <a:pt x="293" y="24"/>
                </a:cubicBezTo>
                <a:close/>
              </a:path>
              <a:path w="336" h="189">
                <a:moveTo>
                  <a:pt x="293" y="145"/>
                </a:moveTo>
                <a:lnTo>
                  <a:pt x="292" y="145"/>
                </a:lnTo>
                <a:lnTo>
                  <a:pt x="293" y="144"/>
                </a:lnTo>
                <a:cubicBezTo>
                  <a:pt x="293" y="144"/>
                  <a:pt x="293" y="144"/>
                  <a:pt x="293" y="143"/>
                </a:cubicBezTo>
                <a:cubicBezTo>
                  <a:pt x="293" y="143"/>
                  <a:pt x="292" y="142"/>
                  <a:pt x="292" y="141"/>
                </a:cubicBezTo>
                <a:lnTo>
                  <a:pt x="282" y="128"/>
                </a:lnTo>
                <a:cubicBezTo>
                  <a:pt x="281" y="126"/>
                  <a:pt x="280" y="126"/>
                  <a:pt x="280" y="126"/>
                </a:cubicBezTo>
                <a:cubicBezTo>
                  <a:pt x="279" y="125"/>
                  <a:pt x="279" y="125"/>
                  <a:pt x="278" y="126"/>
                </a:cubicBezTo>
                <a:lnTo>
                  <a:pt x="277" y="125"/>
                </a:lnTo>
                <a:lnTo>
                  <a:pt x="282" y="122"/>
                </a:lnTo>
                <a:cubicBezTo>
                  <a:pt x="283" y="121"/>
                  <a:pt x="284" y="120"/>
                  <a:pt x="286" y="121"/>
                </a:cubicBezTo>
                <a:cubicBezTo>
                  <a:pt x="287" y="121"/>
                  <a:pt x="288" y="121"/>
                  <a:pt x="290" y="123"/>
                </a:cubicBezTo>
                <a:cubicBezTo>
                  <a:pt x="292" y="124"/>
                  <a:pt x="293" y="125"/>
                  <a:pt x="295" y="128"/>
                </a:cubicBezTo>
                <a:cubicBezTo>
                  <a:pt x="297" y="130"/>
                  <a:pt x="299" y="133"/>
                  <a:pt x="299" y="135"/>
                </a:cubicBezTo>
                <a:cubicBezTo>
                  <a:pt x="300" y="138"/>
                  <a:pt x="299" y="140"/>
                  <a:pt x="297" y="142"/>
                </a:cubicBezTo>
                <a:lnTo>
                  <a:pt x="293" y="145"/>
                </a:lnTo>
                <a:close/>
                <a:moveTo>
                  <a:pt x="295" y="142"/>
                </a:moveTo>
                <a:cubicBezTo>
                  <a:pt x="295" y="141"/>
                  <a:pt x="296" y="141"/>
                  <a:pt x="296" y="141"/>
                </a:cubicBezTo>
                <a:cubicBezTo>
                  <a:pt x="298" y="140"/>
                  <a:pt x="298" y="139"/>
                  <a:pt x="297" y="136"/>
                </a:cubicBezTo>
                <a:cubicBezTo>
                  <a:pt x="297" y="134"/>
                  <a:pt x="296" y="132"/>
                  <a:pt x="293" y="129"/>
                </a:cubicBezTo>
                <a:cubicBezTo>
                  <a:pt x="291" y="126"/>
                  <a:pt x="289" y="124"/>
                  <a:pt x="287" y="123"/>
                </a:cubicBezTo>
                <a:cubicBezTo>
                  <a:pt x="285" y="122"/>
                  <a:pt x="284" y="122"/>
                  <a:pt x="283" y="123"/>
                </a:cubicBezTo>
                <a:cubicBezTo>
                  <a:pt x="282" y="123"/>
                  <a:pt x="282" y="124"/>
                  <a:pt x="281" y="125"/>
                </a:cubicBezTo>
                <a:lnTo>
                  <a:pt x="295" y="142"/>
                </a:lnTo>
                <a:close/>
              </a:path>
              <a:path w="336" h="189">
                <a:moveTo>
                  <a:pt x="266" y="134"/>
                </a:moveTo>
                <a:lnTo>
                  <a:pt x="268" y="132"/>
                </a:lnTo>
                <a:lnTo>
                  <a:pt x="286" y="143"/>
                </a:lnTo>
                <a:lnTo>
                  <a:pt x="277" y="131"/>
                </a:lnTo>
                <a:cubicBezTo>
                  <a:pt x="276" y="130"/>
                  <a:pt x="276" y="129"/>
                  <a:pt x="275" y="129"/>
                </a:cubicBezTo>
                <a:cubicBezTo>
                  <a:pt x="275" y="129"/>
                  <a:pt x="274" y="129"/>
                  <a:pt x="274" y="129"/>
                </a:cubicBezTo>
                <a:lnTo>
                  <a:pt x="273" y="129"/>
                </a:lnTo>
                <a:lnTo>
                  <a:pt x="277" y="126"/>
                </a:lnTo>
                <a:lnTo>
                  <a:pt x="277" y="127"/>
                </a:lnTo>
                <a:cubicBezTo>
                  <a:pt x="276" y="127"/>
                  <a:pt x="276" y="128"/>
                  <a:pt x="276" y="128"/>
                </a:cubicBezTo>
                <a:cubicBezTo>
                  <a:pt x="277" y="129"/>
                  <a:pt x="277" y="129"/>
                  <a:pt x="278" y="130"/>
                </a:cubicBezTo>
                <a:lnTo>
                  <a:pt x="291" y="147"/>
                </a:lnTo>
                <a:lnTo>
                  <a:pt x="290" y="148"/>
                </a:lnTo>
                <a:lnTo>
                  <a:pt x="272" y="136"/>
                </a:lnTo>
                <a:lnTo>
                  <a:pt x="281" y="149"/>
                </a:lnTo>
                <a:cubicBezTo>
                  <a:pt x="282" y="150"/>
                  <a:pt x="283" y="151"/>
                  <a:pt x="283" y="151"/>
                </a:cubicBezTo>
                <a:cubicBezTo>
                  <a:pt x="284" y="151"/>
                  <a:pt x="284" y="151"/>
                  <a:pt x="284" y="151"/>
                </a:cubicBezTo>
                <a:lnTo>
                  <a:pt x="285" y="151"/>
                </a:lnTo>
                <a:lnTo>
                  <a:pt x="282" y="154"/>
                </a:lnTo>
                <a:lnTo>
                  <a:pt x="281" y="153"/>
                </a:lnTo>
                <a:lnTo>
                  <a:pt x="282" y="153"/>
                </a:lnTo>
                <a:cubicBezTo>
                  <a:pt x="282" y="153"/>
                  <a:pt x="282" y="152"/>
                  <a:pt x="282" y="152"/>
                </a:cubicBezTo>
                <a:cubicBezTo>
                  <a:pt x="282" y="151"/>
                  <a:pt x="281" y="150"/>
                  <a:pt x="280" y="149"/>
                </a:cubicBezTo>
                <a:lnTo>
                  <a:pt x="270" y="135"/>
                </a:lnTo>
                <a:cubicBezTo>
                  <a:pt x="269" y="135"/>
                  <a:pt x="268" y="135"/>
                  <a:pt x="268" y="134"/>
                </a:cubicBezTo>
                <a:cubicBezTo>
                  <a:pt x="268" y="134"/>
                  <a:pt x="267" y="134"/>
                  <a:pt x="267" y="134"/>
                </a:cubicBezTo>
                <a:cubicBezTo>
                  <a:pt x="267" y="134"/>
                  <a:pt x="267" y="135"/>
                  <a:pt x="266" y="135"/>
                </a:cubicBezTo>
                <a:lnTo>
                  <a:pt x="266" y="134"/>
                </a:lnTo>
                <a:close/>
              </a:path>
              <a:path w="336" h="189">
                <a:moveTo>
                  <a:pt x="272" y="151"/>
                </a:moveTo>
                <a:lnTo>
                  <a:pt x="268" y="154"/>
                </a:lnTo>
                <a:lnTo>
                  <a:pt x="270" y="157"/>
                </a:lnTo>
                <a:cubicBezTo>
                  <a:pt x="270" y="158"/>
                  <a:pt x="270" y="159"/>
                  <a:pt x="271" y="159"/>
                </a:cubicBezTo>
                <a:cubicBezTo>
                  <a:pt x="271" y="160"/>
                  <a:pt x="271" y="160"/>
                  <a:pt x="272" y="160"/>
                </a:cubicBezTo>
                <a:cubicBezTo>
                  <a:pt x="272" y="160"/>
                  <a:pt x="272" y="160"/>
                  <a:pt x="273" y="160"/>
                </a:cubicBezTo>
                <a:lnTo>
                  <a:pt x="270" y="163"/>
                </a:lnTo>
                <a:lnTo>
                  <a:pt x="270" y="162"/>
                </a:lnTo>
                <a:cubicBezTo>
                  <a:pt x="270" y="162"/>
                  <a:pt x="270" y="161"/>
                  <a:pt x="270" y="161"/>
                </a:cubicBezTo>
                <a:cubicBezTo>
                  <a:pt x="270" y="160"/>
                  <a:pt x="270" y="159"/>
                  <a:pt x="269" y="157"/>
                </a:cubicBezTo>
                <a:lnTo>
                  <a:pt x="260" y="138"/>
                </a:lnTo>
                <a:lnTo>
                  <a:pt x="276" y="152"/>
                </a:lnTo>
                <a:cubicBezTo>
                  <a:pt x="277" y="153"/>
                  <a:pt x="278" y="154"/>
                  <a:pt x="279" y="154"/>
                </a:cubicBezTo>
                <a:cubicBezTo>
                  <a:pt x="279" y="154"/>
                  <a:pt x="280" y="154"/>
                  <a:pt x="280" y="154"/>
                </a:cubicBezTo>
                <a:lnTo>
                  <a:pt x="281" y="155"/>
                </a:lnTo>
                <a:lnTo>
                  <a:pt x="277" y="158"/>
                </a:lnTo>
                <a:lnTo>
                  <a:pt x="276" y="157"/>
                </a:lnTo>
                <a:cubicBezTo>
                  <a:pt x="277" y="157"/>
                  <a:pt x="277" y="156"/>
                  <a:pt x="277" y="156"/>
                </a:cubicBezTo>
                <a:cubicBezTo>
                  <a:pt x="277" y="156"/>
                  <a:pt x="277" y="155"/>
                  <a:pt x="276" y="155"/>
                </a:cubicBezTo>
                <a:cubicBezTo>
                  <a:pt x="276" y="155"/>
                  <a:pt x="276" y="154"/>
                  <a:pt x="275" y="153"/>
                </a:cubicBezTo>
                <a:lnTo>
                  <a:pt x="272" y="151"/>
                </a:lnTo>
                <a:close/>
                <a:moveTo>
                  <a:pt x="271" y="150"/>
                </a:moveTo>
                <a:lnTo>
                  <a:pt x="263" y="143"/>
                </a:lnTo>
                <a:lnTo>
                  <a:pt x="267" y="152"/>
                </a:lnTo>
                <a:lnTo>
                  <a:pt x="271" y="150"/>
                </a:lnTo>
                <a:close/>
              </a:path>
              <a:path w="336" h="189">
                <a:moveTo>
                  <a:pt x="319" y="86"/>
                </a:moveTo>
                <a:lnTo>
                  <a:pt x="320" y="81"/>
                </a:lnTo>
                <a:lnTo>
                  <a:pt x="313" y="79"/>
                </a:lnTo>
                <a:cubicBezTo>
                  <a:pt x="311" y="79"/>
                  <a:pt x="311" y="79"/>
                  <a:pt x="310" y="79"/>
                </a:cubicBezTo>
                <a:cubicBezTo>
                  <a:pt x="310" y="79"/>
                  <a:pt x="310" y="79"/>
                  <a:pt x="309" y="79"/>
                </a:cubicBezTo>
                <a:cubicBezTo>
                  <a:pt x="309" y="79"/>
                  <a:pt x="309" y="80"/>
                  <a:pt x="309" y="80"/>
                </a:cubicBezTo>
                <a:lnTo>
                  <a:pt x="308" y="80"/>
                </a:lnTo>
                <a:lnTo>
                  <a:pt x="309" y="75"/>
                </a:lnTo>
                <a:lnTo>
                  <a:pt x="310" y="75"/>
                </a:lnTo>
                <a:cubicBezTo>
                  <a:pt x="309" y="76"/>
                  <a:pt x="310" y="76"/>
                  <a:pt x="310" y="76"/>
                </a:cubicBezTo>
                <a:cubicBezTo>
                  <a:pt x="310" y="77"/>
                  <a:pt x="310" y="77"/>
                  <a:pt x="311" y="77"/>
                </a:cubicBezTo>
                <a:cubicBezTo>
                  <a:pt x="311" y="77"/>
                  <a:pt x="312" y="77"/>
                  <a:pt x="313" y="77"/>
                </a:cubicBezTo>
                <a:lnTo>
                  <a:pt x="330" y="80"/>
                </a:lnTo>
                <a:cubicBezTo>
                  <a:pt x="331" y="81"/>
                  <a:pt x="332" y="81"/>
                  <a:pt x="332" y="81"/>
                </a:cubicBezTo>
                <a:cubicBezTo>
                  <a:pt x="333" y="81"/>
                  <a:pt x="333" y="81"/>
                  <a:pt x="333" y="81"/>
                </a:cubicBezTo>
                <a:cubicBezTo>
                  <a:pt x="334" y="80"/>
                  <a:pt x="334" y="80"/>
                  <a:pt x="334" y="80"/>
                </a:cubicBezTo>
                <a:lnTo>
                  <a:pt x="334" y="79"/>
                </a:lnTo>
                <a:lnTo>
                  <a:pt x="335" y="80"/>
                </a:lnTo>
                <a:lnTo>
                  <a:pt x="334" y="85"/>
                </a:lnTo>
                <a:lnTo>
                  <a:pt x="333" y="85"/>
                </a:lnTo>
                <a:lnTo>
                  <a:pt x="333" y="84"/>
                </a:lnTo>
                <a:cubicBezTo>
                  <a:pt x="333" y="84"/>
                  <a:pt x="333" y="83"/>
                  <a:pt x="332" y="83"/>
                </a:cubicBezTo>
                <a:cubicBezTo>
                  <a:pt x="332" y="83"/>
                  <a:pt x="331" y="83"/>
                  <a:pt x="329" y="82"/>
                </a:cubicBezTo>
                <a:lnTo>
                  <a:pt x="322" y="81"/>
                </a:lnTo>
                <a:lnTo>
                  <a:pt x="320" y="87"/>
                </a:lnTo>
                <a:lnTo>
                  <a:pt x="328" y="88"/>
                </a:lnTo>
                <a:cubicBezTo>
                  <a:pt x="330" y="88"/>
                  <a:pt x="331" y="88"/>
                  <a:pt x="331" y="88"/>
                </a:cubicBezTo>
                <a:cubicBezTo>
                  <a:pt x="331" y="88"/>
                  <a:pt x="332" y="88"/>
                  <a:pt x="332" y="88"/>
                </a:cubicBezTo>
                <a:cubicBezTo>
                  <a:pt x="332" y="88"/>
                  <a:pt x="332" y="88"/>
                  <a:pt x="333" y="87"/>
                </a:cubicBezTo>
                <a:lnTo>
                  <a:pt x="332" y="92"/>
                </a:lnTo>
                <a:cubicBezTo>
                  <a:pt x="332" y="91"/>
                  <a:pt x="331" y="91"/>
                  <a:pt x="331" y="90"/>
                </a:cubicBezTo>
                <a:cubicBezTo>
                  <a:pt x="331" y="90"/>
                  <a:pt x="330" y="90"/>
                  <a:pt x="328" y="90"/>
                </a:cubicBezTo>
                <a:lnTo>
                  <a:pt x="311" y="87"/>
                </a:lnTo>
                <a:cubicBezTo>
                  <a:pt x="310" y="86"/>
                  <a:pt x="309" y="86"/>
                  <a:pt x="309" y="86"/>
                </a:cubicBezTo>
                <a:cubicBezTo>
                  <a:pt x="308" y="86"/>
                  <a:pt x="308" y="86"/>
                  <a:pt x="308" y="87"/>
                </a:cubicBezTo>
                <a:cubicBezTo>
                  <a:pt x="307" y="87"/>
                  <a:pt x="307" y="87"/>
                  <a:pt x="307" y="87"/>
                </a:cubicBezTo>
                <a:lnTo>
                  <a:pt x="307" y="88"/>
                </a:lnTo>
                <a:lnTo>
                  <a:pt x="306" y="88"/>
                </a:lnTo>
                <a:lnTo>
                  <a:pt x="307" y="82"/>
                </a:lnTo>
                <a:lnTo>
                  <a:pt x="308" y="82"/>
                </a:lnTo>
                <a:lnTo>
                  <a:pt x="308" y="83"/>
                </a:lnTo>
                <a:cubicBezTo>
                  <a:pt x="308" y="83"/>
                  <a:pt x="308" y="84"/>
                  <a:pt x="308" y="84"/>
                </a:cubicBezTo>
                <a:cubicBezTo>
                  <a:pt x="309" y="84"/>
                  <a:pt x="309" y="84"/>
                  <a:pt x="309" y="84"/>
                </a:cubicBezTo>
                <a:cubicBezTo>
                  <a:pt x="310" y="85"/>
                  <a:pt x="310" y="85"/>
                  <a:pt x="312" y="85"/>
                </a:cubicBezTo>
                <a:lnTo>
                  <a:pt x="319" y="86"/>
                </a:lnTo>
                <a:close/>
              </a:path>
              <a:path w="336" h="189">
                <a:moveTo>
                  <a:pt x="305" y="89"/>
                </a:moveTo>
                <a:lnTo>
                  <a:pt x="314" y="91"/>
                </a:lnTo>
                <a:cubicBezTo>
                  <a:pt x="311" y="91"/>
                  <a:pt x="309" y="91"/>
                  <a:pt x="308" y="92"/>
                </a:cubicBezTo>
                <a:cubicBezTo>
                  <a:pt x="307" y="92"/>
                  <a:pt x="306" y="93"/>
                  <a:pt x="306" y="94"/>
                </a:cubicBezTo>
                <a:cubicBezTo>
                  <a:pt x="305" y="95"/>
                  <a:pt x="306" y="95"/>
                  <a:pt x="306" y="96"/>
                </a:cubicBezTo>
                <a:cubicBezTo>
                  <a:pt x="307" y="97"/>
                  <a:pt x="308" y="98"/>
                  <a:pt x="310" y="99"/>
                </a:cubicBezTo>
                <a:cubicBezTo>
                  <a:pt x="312" y="99"/>
                  <a:pt x="314" y="100"/>
                  <a:pt x="317" y="101"/>
                </a:cubicBezTo>
                <a:cubicBezTo>
                  <a:pt x="320" y="101"/>
                  <a:pt x="322" y="101"/>
                  <a:pt x="323" y="101"/>
                </a:cubicBezTo>
                <a:cubicBezTo>
                  <a:pt x="325" y="101"/>
                  <a:pt x="327" y="101"/>
                  <a:pt x="328" y="100"/>
                </a:cubicBezTo>
                <a:cubicBezTo>
                  <a:pt x="329" y="100"/>
                  <a:pt x="329" y="99"/>
                  <a:pt x="330" y="98"/>
                </a:cubicBezTo>
                <a:cubicBezTo>
                  <a:pt x="330" y="97"/>
                  <a:pt x="330" y="97"/>
                  <a:pt x="329" y="96"/>
                </a:cubicBezTo>
                <a:cubicBezTo>
                  <a:pt x="328" y="95"/>
                  <a:pt x="327" y="94"/>
                  <a:pt x="325" y="93"/>
                </a:cubicBezTo>
                <a:lnTo>
                  <a:pt x="326" y="93"/>
                </a:lnTo>
                <a:cubicBezTo>
                  <a:pt x="328" y="94"/>
                  <a:pt x="329" y="95"/>
                  <a:pt x="330" y="96"/>
                </a:cubicBezTo>
                <a:cubicBezTo>
                  <a:pt x="331" y="97"/>
                  <a:pt x="331" y="98"/>
                  <a:pt x="331" y="99"/>
                </a:cubicBezTo>
                <a:cubicBezTo>
                  <a:pt x="331" y="101"/>
                  <a:pt x="329" y="102"/>
                  <a:pt x="325" y="103"/>
                </a:cubicBezTo>
                <a:cubicBezTo>
                  <a:pt x="323" y="103"/>
                  <a:pt x="320" y="103"/>
                  <a:pt x="317" y="103"/>
                </a:cubicBezTo>
                <a:cubicBezTo>
                  <a:pt x="314" y="102"/>
                  <a:pt x="312" y="101"/>
                  <a:pt x="310" y="100"/>
                </a:cubicBezTo>
                <a:cubicBezTo>
                  <a:pt x="308" y="99"/>
                  <a:pt x="306" y="98"/>
                  <a:pt x="305" y="97"/>
                </a:cubicBezTo>
                <a:cubicBezTo>
                  <a:pt x="304" y="96"/>
                  <a:pt x="304" y="95"/>
                  <a:pt x="304" y="94"/>
                </a:cubicBezTo>
                <a:cubicBezTo>
                  <a:pt x="304" y="93"/>
                  <a:pt x="305" y="92"/>
                  <a:pt x="306" y="91"/>
                </a:cubicBezTo>
                <a:cubicBezTo>
                  <a:pt x="306" y="91"/>
                  <a:pt x="307" y="91"/>
                  <a:pt x="307" y="91"/>
                </a:cubicBezTo>
                <a:cubicBezTo>
                  <a:pt x="307" y="91"/>
                  <a:pt x="307" y="90"/>
                  <a:pt x="306" y="90"/>
                </a:cubicBezTo>
                <a:cubicBezTo>
                  <a:pt x="306" y="90"/>
                  <a:pt x="306" y="90"/>
                  <a:pt x="305" y="90"/>
                </a:cubicBezTo>
                <a:lnTo>
                  <a:pt x="305" y="89"/>
                </a:lnTo>
                <a:close/>
              </a:path>
              <a:path w="336" h="189">
                <a:moveTo>
                  <a:pt x="300" y="104"/>
                </a:moveTo>
                <a:lnTo>
                  <a:pt x="309" y="109"/>
                </a:lnTo>
                <a:lnTo>
                  <a:pt x="311" y="106"/>
                </a:lnTo>
                <a:cubicBezTo>
                  <a:pt x="311" y="105"/>
                  <a:pt x="311" y="105"/>
                  <a:pt x="311" y="104"/>
                </a:cubicBezTo>
                <a:cubicBezTo>
                  <a:pt x="310" y="104"/>
                  <a:pt x="309" y="103"/>
                  <a:pt x="308" y="102"/>
                </a:cubicBezTo>
                <a:lnTo>
                  <a:pt x="317" y="106"/>
                </a:lnTo>
                <a:lnTo>
                  <a:pt x="316" y="106"/>
                </a:lnTo>
                <a:cubicBezTo>
                  <a:pt x="315" y="106"/>
                  <a:pt x="314" y="106"/>
                  <a:pt x="314" y="106"/>
                </a:cubicBezTo>
                <a:cubicBezTo>
                  <a:pt x="314" y="106"/>
                  <a:pt x="313" y="106"/>
                  <a:pt x="313" y="106"/>
                </a:cubicBezTo>
                <a:cubicBezTo>
                  <a:pt x="312" y="106"/>
                  <a:pt x="312" y="106"/>
                  <a:pt x="312" y="107"/>
                </a:cubicBezTo>
                <a:lnTo>
                  <a:pt x="311" y="109"/>
                </a:lnTo>
                <a:lnTo>
                  <a:pt x="319" y="113"/>
                </a:lnTo>
                <a:cubicBezTo>
                  <a:pt x="320" y="113"/>
                  <a:pt x="320" y="114"/>
                  <a:pt x="321" y="114"/>
                </a:cubicBezTo>
                <a:cubicBezTo>
                  <a:pt x="321" y="114"/>
                  <a:pt x="321" y="114"/>
                  <a:pt x="321" y="114"/>
                </a:cubicBezTo>
                <a:cubicBezTo>
                  <a:pt x="321" y="114"/>
                  <a:pt x="322" y="114"/>
                  <a:pt x="322" y="113"/>
                </a:cubicBezTo>
                <a:lnTo>
                  <a:pt x="323" y="111"/>
                </a:lnTo>
                <a:cubicBezTo>
                  <a:pt x="323" y="111"/>
                  <a:pt x="323" y="110"/>
                  <a:pt x="323" y="110"/>
                </a:cubicBezTo>
                <a:cubicBezTo>
                  <a:pt x="323" y="109"/>
                  <a:pt x="323" y="109"/>
                  <a:pt x="322" y="108"/>
                </a:cubicBezTo>
                <a:cubicBezTo>
                  <a:pt x="322" y="108"/>
                  <a:pt x="321" y="107"/>
                  <a:pt x="320" y="106"/>
                </a:cubicBezTo>
                <a:lnTo>
                  <a:pt x="320" y="105"/>
                </a:lnTo>
                <a:lnTo>
                  <a:pt x="325" y="109"/>
                </a:lnTo>
                <a:lnTo>
                  <a:pt x="321" y="118"/>
                </a:lnTo>
                <a:lnTo>
                  <a:pt x="320" y="118"/>
                </a:lnTo>
                <a:lnTo>
                  <a:pt x="321" y="118"/>
                </a:lnTo>
                <a:cubicBezTo>
                  <a:pt x="321" y="117"/>
                  <a:pt x="321" y="117"/>
                  <a:pt x="320" y="117"/>
                </a:cubicBezTo>
                <a:cubicBezTo>
                  <a:pt x="320" y="116"/>
                  <a:pt x="320" y="116"/>
                  <a:pt x="320" y="116"/>
                </a:cubicBezTo>
                <a:cubicBezTo>
                  <a:pt x="319" y="115"/>
                  <a:pt x="319" y="115"/>
                  <a:pt x="318" y="115"/>
                </a:cubicBezTo>
                <a:lnTo>
                  <a:pt x="302" y="107"/>
                </a:lnTo>
                <a:cubicBezTo>
                  <a:pt x="301" y="106"/>
                  <a:pt x="300" y="106"/>
                  <a:pt x="299" y="106"/>
                </a:cubicBezTo>
                <a:cubicBezTo>
                  <a:pt x="299" y="106"/>
                  <a:pt x="298" y="106"/>
                  <a:pt x="298" y="107"/>
                </a:cubicBezTo>
                <a:lnTo>
                  <a:pt x="297" y="107"/>
                </a:lnTo>
                <a:lnTo>
                  <a:pt x="301" y="98"/>
                </a:lnTo>
                <a:lnTo>
                  <a:pt x="307" y="100"/>
                </a:lnTo>
                <a:cubicBezTo>
                  <a:pt x="305" y="100"/>
                  <a:pt x="304" y="100"/>
                  <a:pt x="304" y="100"/>
                </a:cubicBezTo>
                <a:cubicBezTo>
                  <a:pt x="303" y="99"/>
                  <a:pt x="303" y="100"/>
                  <a:pt x="302" y="100"/>
                </a:cubicBezTo>
                <a:cubicBezTo>
                  <a:pt x="302" y="100"/>
                  <a:pt x="302" y="100"/>
                  <a:pt x="302" y="101"/>
                </a:cubicBezTo>
                <a:lnTo>
                  <a:pt x="300" y="104"/>
                </a:lnTo>
                <a:close/>
              </a:path>
              <a:path w="336" h="189">
                <a:moveTo>
                  <a:pt x="298" y="108"/>
                </a:moveTo>
                <a:lnTo>
                  <a:pt x="303" y="111"/>
                </a:lnTo>
                <a:cubicBezTo>
                  <a:pt x="302" y="111"/>
                  <a:pt x="301" y="110"/>
                  <a:pt x="301" y="110"/>
                </a:cubicBezTo>
                <a:cubicBezTo>
                  <a:pt x="300" y="110"/>
                  <a:pt x="299" y="110"/>
                  <a:pt x="299" y="110"/>
                </a:cubicBezTo>
                <a:cubicBezTo>
                  <a:pt x="299" y="110"/>
                  <a:pt x="298" y="111"/>
                  <a:pt x="298" y="111"/>
                </a:cubicBezTo>
                <a:lnTo>
                  <a:pt x="297" y="113"/>
                </a:lnTo>
                <a:lnTo>
                  <a:pt x="315" y="122"/>
                </a:lnTo>
                <a:cubicBezTo>
                  <a:pt x="316" y="123"/>
                  <a:pt x="317" y="123"/>
                  <a:pt x="318" y="123"/>
                </a:cubicBezTo>
                <a:cubicBezTo>
                  <a:pt x="318" y="123"/>
                  <a:pt x="319" y="123"/>
                  <a:pt x="319" y="123"/>
                </a:cubicBezTo>
                <a:lnTo>
                  <a:pt x="319" y="122"/>
                </a:lnTo>
                <a:lnTo>
                  <a:pt x="320" y="123"/>
                </a:lnTo>
                <a:lnTo>
                  <a:pt x="317" y="128"/>
                </a:lnTo>
                <a:lnTo>
                  <a:pt x="317" y="127"/>
                </a:lnTo>
                <a:cubicBezTo>
                  <a:pt x="317" y="126"/>
                  <a:pt x="317" y="126"/>
                  <a:pt x="317" y="125"/>
                </a:cubicBezTo>
                <a:cubicBezTo>
                  <a:pt x="316" y="125"/>
                  <a:pt x="315" y="124"/>
                  <a:pt x="314" y="124"/>
                </a:cubicBezTo>
                <a:lnTo>
                  <a:pt x="296" y="114"/>
                </a:lnTo>
                <a:lnTo>
                  <a:pt x="296" y="116"/>
                </a:lnTo>
                <a:cubicBezTo>
                  <a:pt x="295" y="116"/>
                  <a:pt x="295" y="117"/>
                  <a:pt x="295" y="117"/>
                </a:cubicBezTo>
                <a:cubicBezTo>
                  <a:pt x="295" y="117"/>
                  <a:pt x="296" y="118"/>
                  <a:pt x="296" y="118"/>
                </a:cubicBezTo>
                <a:cubicBezTo>
                  <a:pt x="297" y="119"/>
                  <a:pt x="297" y="120"/>
                  <a:pt x="298" y="120"/>
                </a:cubicBezTo>
                <a:lnTo>
                  <a:pt x="293" y="117"/>
                </a:lnTo>
                <a:lnTo>
                  <a:pt x="298" y="108"/>
                </a:lnTo>
                <a:close/>
              </a:path>
              <a:path w="336" h="189">
                <a:moveTo>
                  <a:pt x="307" y="54"/>
                </a:moveTo>
                <a:cubicBezTo>
                  <a:pt x="307" y="53"/>
                  <a:pt x="308" y="51"/>
                  <a:pt x="310" y="50"/>
                </a:cubicBezTo>
                <a:cubicBezTo>
                  <a:pt x="313" y="49"/>
                  <a:pt x="316" y="48"/>
                  <a:pt x="320" y="48"/>
                </a:cubicBezTo>
                <a:cubicBezTo>
                  <a:pt x="324" y="48"/>
                  <a:pt x="327" y="48"/>
                  <a:pt x="330" y="50"/>
                </a:cubicBezTo>
                <a:cubicBezTo>
                  <a:pt x="333" y="51"/>
                  <a:pt x="334" y="52"/>
                  <a:pt x="334" y="54"/>
                </a:cubicBezTo>
                <a:cubicBezTo>
                  <a:pt x="334" y="56"/>
                  <a:pt x="333" y="57"/>
                  <a:pt x="330" y="59"/>
                </a:cubicBezTo>
                <a:cubicBezTo>
                  <a:pt x="328" y="60"/>
                  <a:pt x="325" y="61"/>
                  <a:pt x="320" y="61"/>
                </a:cubicBezTo>
                <a:cubicBezTo>
                  <a:pt x="316" y="61"/>
                  <a:pt x="313" y="60"/>
                  <a:pt x="310" y="59"/>
                </a:cubicBezTo>
                <a:cubicBezTo>
                  <a:pt x="308" y="57"/>
                  <a:pt x="307" y="56"/>
                  <a:pt x="307" y="54"/>
                </a:cubicBezTo>
                <a:close/>
                <a:moveTo>
                  <a:pt x="308" y="55"/>
                </a:moveTo>
                <a:cubicBezTo>
                  <a:pt x="308" y="56"/>
                  <a:pt x="309" y="57"/>
                  <a:pt x="311" y="57"/>
                </a:cubicBezTo>
                <a:cubicBezTo>
                  <a:pt x="313" y="58"/>
                  <a:pt x="316" y="58"/>
                  <a:pt x="320" y="58"/>
                </a:cubicBezTo>
                <a:cubicBezTo>
                  <a:pt x="325" y="58"/>
                  <a:pt x="328" y="58"/>
                  <a:pt x="330" y="57"/>
                </a:cubicBezTo>
                <a:cubicBezTo>
                  <a:pt x="332" y="56"/>
                  <a:pt x="333" y="55"/>
                  <a:pt x="333" y="54"/>
                </a:cubicBezTo>
                <a:cubicBezTo>
                  <a:pt x="333" y="53"/>
                  <a:pt x="332" y="52"/>
                  <a:pt x="330" y="51"/>
                </a:cubicBezTo>
                <a:cubicBezTo>
                  <a:pt x="328" y="50"/>
                  <a:pt x="325" y="50"/>
                  <a:pt x="321" y="50"/>
                </a:cubicBezTo>
                <a:cubicBezTo>
                  <a:pt x="316" y="50"/>
                  <a:pt x="313" y="51"/>
                  <a:pt x="311" y="52"/>
                </a:cubicBezTo>
                <a:cubicBezTo>
                  <a:pt x="309" y="52"/>
                  <a:pt x="308" y="53"/>
                  <a:pt x="308" y="55"/>
                </a:cubicBezTo>
                <a:close/>
              </a:path>
              <a:path w="336" h="189">
                <a:moveTo>
                  <a:pt x="310" y="75"/>
                </a:moveTo>
                <a:lnTo>
                  <a:pt x="310" y="71"/>
                </a:lnTo>
                <a:lnTo>
                  <a:pt x="329" y="63"/>
                </a:lnTo>
                <a:lnTo>
                  <a:pt x="314" y="63"/>
                </a:lnTo>
                <a:cubicBezTo>
                  <a:pt x="313" y="63"/>
                  <a:pt x="312" y="63"/>
                  <a:pt x="311" y="63"/>
                </a:cubicBezTo>
                <a:cubicBezTo>
                  <a:pt x="311" y="63"/>
                  <a:pt x="310" y="64"/>
                  <a:pt x="310" y="64"/>
                </a:cubicBezTo>
                <a:lnTo>
                  <a:pt x="310" y="65"/>
                </a:lnTo>
                <a:lnTo>
                  <a:pt x="310" y="60"/>
                </a:lnTo>
                <a:lnTo>
                  <a:pt x="310" y="61"/>
                </a:lnTo>
                <a:cubicBezTo>
                  <a:pt x="310" y="61"/>
                  <a:pt x="311" y="62"/>
                  <a:pt x="311" y="62"/>
                </a:cubicBezTo>
                <a:cubicBezTo>
                  <a:pt x="312" y="62"/>
                  <a:pt x="313" y="62"/>
                  <a:pt x="314" y="62"/>
                </a:cubicBezTo>
                <a:lnTo>
                  <a:pt x="336" y="62"/>
                </a:lnTo>
                <a:lnTo>
                  <a:pt x="315" y="71"/>
                </a:lnTo>
                <a:lnTo>
                  <a:pt x="332" y="71"/>
                </a:lnTo>
                <a:cubicBezTo>
                  <a:pt x="333" y="71"/>
                  <a:pt x="334" y="71"/>
                  <a:pt x="335" y="70"/>
                </a:cubicBezTo>
                <a:cubicBezTo>
                  <a:pt x="335" y="70"/>
                  <a:pt x="335" y="70"/>
                  <a:pt x="335" y="69"/>
                </a:cubicBezTo>
                <a:lnTo>
                  <a:pt x="336" y="69"/>
                </a:lnTo>
                <a:lnTo>
                  <a:pt x="336" y="73"/>
                </a:lnTo>
                <a:lnTo>
                  <a:pt x="335" y="73"/>
                </a:lnTo>
                <a:cubicBezTo>
                  <a:pt x="335" y="72"/>
                  <a:pt x="335" y="72"/>
                  <a:pt x="334" y="72"/>
                </a:cubicBezTo>
                <a:cubicBezTo>
                  <a:pt x="334" y="72"/>
                  <a:pt x="333" y="72"/>
                  <a:pt x="332" y="72"/>
                </a:cubicBezTo>
                <a:lnTo>
                  <a:pt x="313" y="72"/>
                </a:lnTo>
                <a:cubicBezTo>
                  <a:pt x="312" y="72"/>
                  <a:pt x="312" y="73"/>
                  <a:pt x="311" y="73"/>
                </a:cubicBezTo>
                <a:cubicBezTo>
                  <a:pt x="311" y="73"/>
                  <a:pt x="311" y="73"/>
                  <a:pt x="311" y="74"/>
                </a:cubicBezTo>
                <a:cubicBezTo>
                  <a:pt x="311" y="74"/>
                  <a:pt x="311" y="74"/>
                  <a:pt x="311" y="75"/>
                </a:cubicBezTo>
                <a:lnTo>
                  <a:pt x="310" y="75"/>
                </a:lnTo>
                <a:close/>
              </a:path>
              <a:path w="336" h="189">
                <a:moveTo>
                  <a:pt x="301" y="38"/>
                </a:moveTo>
                <a:cubicBezTo>
                  <a:pt x="300" y="36"/>
                  <a:pt x="301" y="34"/>
                  <a:pt x="303" y="32"/>
                </a:cubicBezTo>
                <a:cubicBezTo>
                  <a:pt x="305" y="30"/>
                  <a:pt x="307" y="28"/>
                  <a:pt x="311" y="27"/>
                </a:cubicBezTo>
                <a:cubicBezTo>
                  <a:pt x="315" y="25"/>
                  <a:pt x="318" y="25"/>
                  <a:pt x="321" y="25"/>
                </a:cubicBezTo>
                <a:cubicBezTo>
                  <a:pt x="324" y="25"/>
                  <a:pt x="326" y="26"/>
                  <a:pt x="326" y="27"/>
                </a:cubicBezTo>
                <a:cubicBezTo>
                  <a:pt x="327" y="29"/>
                  <a:pt x="326" y="31"/>
                  <a:pt x="325" y="33"/>
                </a:cubicBezTo>
                <a:cubicBezTo>
                  <a:pt x="323" y="35"/>
                  <a:pt x="320" y="37"/>
                  <a:pt x="316" y="39"/>
                </a:cubicBezTo>
                <a:cubicBezTo>
                  <a:pt x="312" y="40"/>
                  <a:pt x="309" y="41"/>
                  <a:pt x="306" y="41"/>
                </a:cubicBezTo>
                <a:cubicBezTo>
                  <a:pt x="303" y="40"/>
                  <a:pt x="302" y="39"/>
                  <a:pt x="301" y="38"/>
                </a:cubicBezTo>
                <a:close/>
                <a:moveTo>
                  <a:pt x="302" y="38"/>
                </a:moveTo>
                <a:cubicBezTo>
                  <a:pt x="303" y="39"/>
                  <a:pt x="304" y="39"/>
                  <a:pt x="306" y="39"/>
                </a:cubicBezTo>
                <a:cubicBezTo>
                  <a:pt x="308" y="39"/>
                  <a:pt x="311" y="38"/>
                  <a:pt x="315" y="37"/>
                </a:cubicBezTo>
                <a:cubicBezTo>
                  <a:pt x="319" y="35"/>
                  <a:pt x="322" y="33"/>
                  <a:pt x="324" y="31"/>
                </a:cubicBezTo>
                <a:cubicBezTo>
                  <a:pt x="325" y="30"/>
                  <a:pt x="326" y="29"/>
                  <a:pt x="325" y="28"/>
                </a:cubicBezTo>
                <a:cubicBezTo>
                  <a:pt x="325" y="27"/>
                  <a:pt x="323" y="26"/>
                  <a:pt x="321" y="26"/>
                </a:cubicBezTo>
                <a:cubicBezTo>
                  <a:pt x="319" y="26"/>
                  <a:pt x="316" y="27"/>
                  <a:pt x="312" y="29"/>
                </a:cubicBezTo>
                <a:cubicBezTo>
                  <a:pt x="308" y="30"/>
                  <a:pt x="305" y="32"/>
                  <a:pt x="304" y="34"/>
                </a:cubicBezTo>
                <a:cubicBezTo>
                  <a:pt x="302" y="35"/>
                  <a:pt x="302" y="36"/>
                  <a:pt x="302" y="38"/>
                </a:cubicBezTo>
                <a:close/>
              </a:path>
              <a:path w="336" h="189">
                <a:moveTo>
                  <a:pt x="323" y="35"/>
                </a:moveTo>
                <a:lnTo>
                  <a:pt x="324" y="35"/>
                </a:lnTo>
                <a:lnTo>
                  <a:pt x="331" y="35"/>
                </a:lnTo>
                <a:lnTo>
                  <a:pt x="332" y="45"/>
                </a:lnTo>
                <a:cubicBezTo>
                  <a:pt x="331" y="44"/>
                  <a:pt x="331" y="44"/>
                  <a:pt x="330" y="44"/>
                </a:cubicBezTo>
                <a:cubicBezTo>
                  <a:pt x="330" y="44"/>
                  <a:pt x="329" y="44"/>
                  <a:pt x="327" y="44"/>
                </a:cubicBezTo>
                <a:lnTo>
                  <a:pt x="311" y="47"/>
                </a:lnTo>
                <a:cubicBezTo>
                  <a:pt x="309" y="47"/>
                  <a:pt x="308" y="47"/>
                  <a:pt x="308" y="47"/>
                </a:cubicBezTo>
                <a:cubicBezTo>
                  <a:pt x="307" y="48"/>
                  <a:pt x="307" y="48"/>
                  <a:pt x="307" y="49"/>
                </a:cubicBezTo>
                <a:lnTo>
                  <a:pt x="306" y="49"/>
                </a:lnTo>
                <a:lnTo>
                  <a:pt x="305" y="43"/>
                </a:lnTo>
                <a:lnTo>
                  <a:pt x="306" y="43"/>
                </a:lnTo>
                <a:cubicBezTo>
                  <a:pt x="306" y="44"/>
                  <a:pt x="306" y="44"/>
                  <a:pt x="307" y="45"/>
                </a:cubicBezTo>
                <a:cubicBezTo>
                  <a:pt x="307" y="45"/>
                  <a:pt x="307" y="45"/>
                  <a:pt x="308" y="45"/>
                </a:cubicBezTo>
                <a:cubicBezTo>
                  <a:pt x="308" y="45"/>
                  <a:pt x="309" y="45"/>
                  <a:pt x="311" y="45"/>
                </a:cubicBezTo>
                <a:lnTo>
                  <a:pt x="327" y="42"/>
                </a:lnTo>
                <a:cubicBezTo>
                  <a:pt x="328" y="42"/>
                  <a:pt x="329" y="42"/>
                  <a:pt x="329" y="42"/>
                </a:cubicBezTo>
                <a:cubicBezTo>
                  <a:pt x="330" y="41"/>
                  <a:pt x="330" y="41"/>
                  <a:pt x="330" y="41"/>
                </a:cubicBezTo>
                <a:cubicBezTo>
                  <a:pt x="330" y="41"/>
                  <a:pt x="330" y="40"/>
                  <a:pt x="330" y="40"/>
                </a:cubicBezTo>
                <a:lnTo>
                  <a:pt x="330" y="39"/>
                </a:lnTo>
                <a:cubicBezTo>
                  <a:pt x="330" y="38"/>
                  <a:pt x="329" y="37"/>
                  <a:pt x="329" y="37"/>
                </a:cubicBezTo>
                <a:cubicBezTo>
                  <a:pt x="329" y="36"/>
                  <a:pt x="328" y="36"/>
                  <a:pt x="327" y="36"/>
                </a:cubicBezTo>
                <a:cubicBezTo>
                  <a:pt x="326" y="36"/>
                  <a:pt x="325" y="35"/>
                  <a:pt x="323" y="35"/>
                </a:cubicBezTo>
                <a:close/>
              </a:path>
              <a:path w="336" h="189">
                <a:moveTo>
                  <a:pt x="286" y="18"/>
                </a:moveTo>
                <a:lnTo>
                  <a:pt x="283" y="14"/>
                </a:lnTo>
                <a:lnTo>
                  <a:pt x="284" y="14"/>
                </a:lnTo>
                <a:cubicBezTo>
                  <a:pt x="284" y="14"/>
                  <a:pt x="284" y="14"/>
                  <a:pt x="285" y="14"/>
                </a:cubicBezTo>
                <a:cubicBezTo>
                  <a:pt x="285" y="14"/>
                  <a:pt x="285" y="14"/>
                  <a:pt x="286" y="14"/>
                </a:cubicBezTo>
                <a:cubicBezTo>
                  <a:pt x="287" y="14"/>
                  <a:pt x="288" y="14"/>
                  <a:pt x="289" y="13"/>
                </a:cubicBezTo>
                <a:lnTo>
                  <a:pt x="298" y="9"/>
                </a:lnTo>
                <a:lnTo>
                  <a:pt x="303" y="4"/>
                </a:lnTo>
                <a:cubicBezTo>
                  <a:pt x="304" y="3"/>
                  <a:pt x="305" y="3"/>
                  <a:pt x="305" y="2"/>
                </a:cubicBezTo>
                <a:cubicBezTo>
                  <a:pt x="306" y="2"/>
                  <a:pt x="306" y="1"/>
                  <a:pt x="305" y="1"/>
                </a:cubicBezTo>
                <a:lnTo>
                  <a:pt x="305" y="0"/>
                </a:lnTo>
                <a:lnTo>
                  <a:pt x="309" y="4"/>
                </a:lnTo>
                <a:lnTo>
                  <a:pt x="309" y="5"/>
                </a:lnTo>
                <a:lnTo>
                  <a:pt x="308" y="4"/>
                </a:lnTo>
                <a:cubicBezTo>
                  <a:pt x="308" y="4"/>
                  <a:pt x="307" y="4"/>
                  <a:pt x="307" y="4"/>
                </a:cubicBezTo>
                <a:cubicBezTo>
                  <a:pt x="306" y="4"/>
                  <a:pt x="306" y="5"/>
                  <a:pt x="304" y="6"/>
                </a:cubicBezTo>
                <a:lnTo>
                  <a:pt x="300" y="10"/>
                </a:lnTo>
                <a:lnTo>
                  <a:pt x="294" y="20"/>
                </a:lnTo>
                <a:cubicBezTo>
                  <a:pt x="293" y="21"/>
                  <a:pt x="293" y="22"/>
                  <a:pt x="293" y="22"/>
                </a:cubicBezTo>
                <a:cubicBezTo>
                  <a:pt x="293" y="23"/>
                  <a:pt x="293" y="23"/>
                  <a:pt x="292" y="24"/>
                </a:cubicBezTo>
                <a:cubicBezTo>
                  <a:pt x="292" y="24"/>
                  <a:pt x="293" y="24"/>
                  <a:pt x="293" y="24"/>
                </a:cubicBezTo>
                <a:lnTo>
                  <a:pt x="292" y="25"/>
                </a:lnTo>
                <a:lnTo>
                  <a:pt x="288" y="21"/>
                </a:lnTo>
                <a:lnTo>
                  <a:pt x="289" y="20"/>
                </a:lnTo>
                <a:cubicBezTo>
                  <a:pt x="289" y="21"/>
                  <a:pt x="290" y="21"/>
                  <a:pt x="290" y="21"/>
                </a:cubicBezTo>
                <a:cubicBezTo>
                  <a:pt x="290" y="21"/>
                  <a:pt x="291" y="20"/>
                  <a:pt x="291" y="20"/>
                </a:cubicBezTo>
                <a:cubicBezTo>
                  <a:pt x="292" y="20"/>
                  <a:pt x="292" y="19"/>
                  <a:pt x="293" y="18"/>
                </a:cubicBezTo>
                <a:lnTo>
                  <a:pt x="297" y="10"/>
                </a:lnTo>
                <a:lnTo>
                  <a:pt x="290" y="14"/>
                </a:lnTo>
                <a:cubicBezTo>
                  <a:pt x="288" y="14"/>
                  <a:pt x="288" y="15"/>
                  <a:pt x="287" y="15"/>
                </a:cubicBezTo>
                <a:cubicBezTo>
                  <a:pt x="287" y="15"/>
                  <a:pt x="287" y="16"/>
                  <a:pt x="286" y="16"/>
                </a:cubicBezTo>
                <a:cubicBezTo>
                  <a:pt x="286" y="16"/>
                  <a:pt x="286" y="16"/>
                  <a:pt x="286" y="17"/>
                </a:cubicBezTo>
                <a:cubicBezTo>
                  <a:pt x="286" y="17"/>
                  <a:pt x="286" y="17"/>
                  <a:pt x="287" y="17"/>
                </a:cubicBezTo>
                <a:lnTo>
                  <a:pt x="286" y="18"/>
                </a:lnTo>
                <a:close/>
              </a:path>
              <a:path w="336" h="189">
                <a:moveTo>
                  <a:pt x="35" y="20"/>
                </a:moveTo>
                <a:lnTo>
                  <a:pt x="32" y="25"/>
                </a:lnTo>
                <a:lnTo>
                  <a:pt x="39" y="29"/>
                </a:lnTo>
                <a:cubicBezTo>
                  <a:pt x="40" y="29"/>
                  <a:pt x="41" y="30"/>
                  <a:pt x="41" y="30"/>
                </a:cubicBezTo>
                <a:cubicBezTo>
                  <a:pt x="42" y="30"/>
                  <a:pt x="42" y="30"/>
                  <a:pt x="42" y="30"/>
                </a:cubicBezTo>
                <a:cubicBezTo>
                  <a:pt x="43" y="30"/>
                  <a:pt x="43" y="30"/>
                  <a:pt x="43" y="29"/>
                </a:cubicBezTo>
                <a:lnTo>
                  <a:pt x="44" y="29"/>
                </a:lnTo>
                <a:lnTo>
                  <a:pt x="41" y="34"/>
                </a:lnTo>
                <a:lnTo>
                  <a:pt x="41" y="33"/>
                </a:lnTo>
                <a:cubicBezTo>
                  <a:pt x="41" y="33"/>
                  <a:pt x="41" y="33"/>
                  <a:pt x="41" y="33"/>
                </a:cubicBezTo>
                <a:cubicBezTo>
                  <a:pt x="41" y="32"/>
                  <a:pt x="41" y="32"/>
                  <a:pt x="40" y="32"/>
                </a:cubicBezTo>
                <a:cubicBezTo>
                  <a:pt x="40" y="31"/>
                  <a:pt x="39" y="31"/>
                  <a:pt x="38" y="30"/>
                </a:cubicBezTo>
                <a:lnTo>
                  <a:pt x="23" y="22"/>
                </a:lnTo>
                <a:cubicBezTo>
                  <a:pt x="22" y="21"/>
                  <a:pt x="21" y="21"/>
                  <a:pt x="21" y="21"/>
                </a:cubicBezTo>
                <a:cubicBezTo>
                  <a:pt x="21" y="21"/>
                  <a:pt x="20" y="21"/>
                  <a:pt x="20" y="21"/>
                </a:cubicBezTo>
                <a:cubicBezTo>
                  <a:pt x="19" y="21"/>
                  <a:pt x="19" y="21"/>
                  <a:pt x="19" y="21"/>
                </a:cubicBezTo>
                <a:lnTo>
                  <a:pt x="19" y="22"/>
                </a:lnTo>
                <a:lnTo>
                  <a:pt x="18" y="21"/>
                </a:lnTo>
                <a:lnTo>
                  <a:pt x="21" y="17"/>
                </a:lnTo>
                <a:lnTo>
                  <a:pt x="22" y="17"/>
                </a:lnTo>
                <a:lnTo>
                  <a:pt x="21" y="17"/>
                </a:lnTo>
                <a:cubicBezTo>
                  <a:pt x="21" y="18"/>
                  <a:pt x="21" y="18"/>
                  <a:pt x="22" y="19"/>
                </a:cubicBezTo>
                <a:cubicBezTo>
                  <a:pt x="22" y="19"/>
                  <a:pt x="23" y="20"/>
                  <a:pt x="24" y="20"/>
                </a:cubicBezTo>
                <a:lnTo>
                  <a:pt x="31" y="24"/>
                </a:lnTo>
                <a:lnTo>
                  <a:pt x="34" y="19"/>
                </a:lnTo>
                <a:lnTo>
                  <a:pt x="27" y="15"/>
                </a:lnTo>
                <a:cubicBezTo>
                  <a:pt x="26" y="15"/>
                  <a:pt x="25" y="14"/>
                  <a:pt x="25" y="14"/>
                </a:cubicBezTo>
                <a:cubicBezTo>
                  <a:pt x="24" y="14"/>
                  <a:pt x="24" y="14"/>
                  <a:pt x="24" y="14"/>
                </a:cubicBezTo>
                <a:cubicBezTo>
                  <a:pt x="23" y="14"/>
                  <a:pt x="23" y="14"/>
                  <a:pt x="23" y="14"/>
                </a:cubicBezTo>
                <a:lnTo>
                  <a:pt x="23" y="15"/>
                </a:lnTo>
                <a:lnTo>
                  <a:pt x="22" y="15"/>
                </a:lnTo>
                <a:lnTo>
                  <a:pt x="25" y="10"/>
                </a:lnTo>
                <a:cubicBezTo>
                  <a:pt x="25" y="11"/>
                  <a:pt x="25" y="11"/>
                  <a:pt x="25" y="12"/>
                </a:cubicBezTo>
                <a:cubicBezTo>
                  <a:pt x="26" y="12"/>
                  <a:pt x="27" y="13"/>
                  <a:pt x="28" y="14"/>
                </a:cubicBezTo>
                <a:lnTo>
                  <a:pt x="43" y="22"/>
                </a:lnTo>
                <a:cubicBezTo>
                  <a:pt x="44" y="22"/>
                  <a:pt x="45" y="23"/>
                  <a:pt x="45" y="23"/>
                </a:cubicBezTo>
                <a:cubicBezTo>
                  <a:pt x="45" y="23"/>
                  <a:pt x="46" y="23"/>
                  <a:pt x="46" y="23"/>
                </a:cubicBezTo>
                <a:cubicBezTo>
                  <a:pt x="46" y="23"/>
                  <a:pt x="47" y="23"/>
                  <a:pt x="47" y="23"/>
                </a:cubicBezTo>
                <a:lnTo>
                  <a:pt x="47" y="22"/>
                </a:lnTo>
                <a:lnTo>
                  <a:pt x="48" y="22"/>
                </a:lnTo>
                <a:lnTo>
                  <a:pt x="45" y="27"/>
                </a:lnTo>
                <a:lnTo>
                  <a:pt x="44" y="27"/>
                </a:lnTo>
                <a:lnTo>
                  <a:pt x="45" y="27"/>
                </a:lnTo>
                <a:cubicBezTo>
                  <a:pt x="45" y="26"/>
                  <a:pt x="45" y="26"/>
                  <a:pt x="45" y="26"/>
                </a:cubicBezTo>
                <a:cubicBezTo>
                  <a:pt x="45" y="25"/>
                  <a:pt x="44" y="25"/>
                  <a:pt x="44" y="25"/>
                </a:cubicBezTo>
                <a:cubicBezTo>
                  <a:pt x="44" y="25"/>
                  <a:pt x="43" y="24"/>
                  <a:pt x="42" y="23"/>
                </a:cubicBezTo>
                <a:lnTo>
                  <a:pt x="35" y="20"/>
                </a:lnTo>
                <a:close/>
              </a:path>
              <a:path w="336" h="189">
                <a:moveTo>
                  <a:pt x="36" y="43"/>
                </a:moveTo>
                <a:lnTo>
                  <a:pt x="36" y="43"/>
                </a:lnTo>
                <a:lnTo>
                  <a:pt x="34" y="47"/>
                </a:lnTo>
                <a:lnTo>
                  <a:pt x="33" y="47"/>
                </a:lnTo>
                <a:lnTo>
                  <a:pt x="34" y="47"/>
                </a:lnTo>
                <a:cubicBezTo>
                  <a:pt x="34" y="46"/>
                  <a:pt x="34" y="46"/>
                  <a:pt x="33" y="45"/>
                </a:cubicBezTo>
                <a:cubicBezTo>
                  <a:pt x="33" y="45"/>
                  <a:pt x="32" y="44"/>
                  <a:pt x="31" y="43"/>
                </a:cubicBezTo>
                <a:lnTo>
                  <a:pt x="21" y="38"/>
                </a:lnTo>
                <a:cubicBezTo>
                  <a:pt x="19" y="37"/>
                  <a:pt x="17" y="36"/>
                  <a:pt x="16" y="35"/>
                </a:cubicBezTo>
                <a:cubicBezTo>
                  <a:pt x="15" y="34"/>
                  <a:pt x="14" y="33"/>
                  <a:pt x="14" y="32"/>
                </a:cubicBezTo>
                <a:cubicBezTo>
                  <a:pt x="13" y="30"/>
                  <a:pt x="13" y="29"/>
                  <a:pt x="14" y="28"/>
                </a:cubicBezTo>
                <a:cubicBezTo>
                  <a:pt x="14" y="27"/>
                  <a:pt x="15" y="26"/>
                  <a:pt x="17" y="26"/>
                </a:cubicBezTo>
                <a:cubicBezTo>
                  <a:pt x="18" y="26"/>
                  <a:pt x="19" y="26"/>
                  <a:pt x="21" y="27"/>
                </a:cubicBezTo>
                <a:cubicBezTo>
                  <a:pt x="22" y="27"/>
                  <a:pt x="24" y="28"/>
                  <a:pt x="27" y="30"/>
                </a:cubicBezTo>
                <a:lnTo>
                  <a:pt x="36" y="35"/>
                </a:lnTo>
                <a:cubicBezTo>
                  <a:pt x="37" y="35"/>
                  <a:pt x="38" y="36"/>
                  <a:pt x="39" y="36"/>
                </a:cubicBezTo>
                <a:cubicBezTo>
                  <a:pt x="39" y="36"/>
                  <a:pt x="40" y="36"/>
                  <a:pt x="40" y="35"/>
                </a:cubicBezTo>
                <a:lnTo>
                  <a:pt x="41" y="35"/>
                </a:lnTo>
                <a:lnTo>
                  <a:pt x="38" y="40"/>
                </a:lnTo>
                <a:lnTo>
                  <a:pt x="37" y="40"/>
                </a:lnTo>
                <a:lnTo>
                  <a:pt x="38" y="39"/>
                </a:lnTo>
                <a:cubicBezTo>
                  <a:pt x="38" y="39"/>
                  <a:pt x="38" y="38"/>
                  <a:pt x="37" y="38"/>
                </a:cubicBezTo>
                <a:cubicBezTo>
                  <a:pt x="37" y="37"/>
                  <a:pt x="36" y="37"/>
                  <a:pt x="35" y="36"/>
                </a:cubicBezTo>
                <a:lnTo>
                  <a:pt x="25" y="31"/>
                </a:lnTo>
                <a:cubicBezTo>
                  <a:pt x="24" y="30"/>
                  <a:pt x="23" y="30"/>
                  <a:pt x="22" y="29"/>
                </a:cubicBezTo>
                <a:cubicBezTo>
                  <a:pt x="20" y="28"/>
                  <a:pt x="19" y="28"/>
                  <a:pt x="19" y="28"/>
                </a:cubicBezTo>
                <a:cubicBezTo>
                  <a:pt x="18" y="28"/>
                  <a:pt x="17" y="28"/>
                  <a:pt x="17" y="28"/>
                </a:cubicBezTo>
                <a:cubicBezTo>
                  <a:pt x="16" y="28"/>
                  <a:pt x="15" y="29"/>
                  <a:pt x="15" y="29"/>
                </a:cubicBezTo>
                <a:cubicBezTo>
                  <a:pt x="15" y="30"/>
                  <a:pt x="15" y="31"/>
                  <a:pt x="15" y="32"/>
                </a:cubicBezTo>
                <a:cubicBezTo>
                  <a:pt x="15" y="33"/>
                  <a:pt x="16" y="33"/>
                  <a:pt x="17" y="34"/>
                </a:cubicBezTo>
                <a:cubicBezTo>
                  <a:pt x="18" y="35"/>
                  <a:pt x="19" y="36"/>
                  <a:pt x="22" y="37"/>
                </a:cubicBezTo>
                <a:lnTo>
                  <a:pt x="31" y="43"/>
                </a:lnTo>
                <a:cubicBezTo>
                  <a:pt x="33" y="43"/>
                  <a:pt x="34" y="44"/>
                  <a:pt x="34" y="44"/>
                </a:cubicBezTo>
                <a:cubicBezTo>
                  <a:pt x="35" y="44"/>
                  <a:pt x="35" y="44"/>
                  <a:pt x="35" y="43"/>
                </a:cubicBezTo>
                <a:lnTo>
                  <a:pt x="36" y="43"/>
                </a:lnTo>
                <a:close/>
              </a:path>
              <a:path w="336" h="189">
                <a:moveTo>
                  <a:pt x="15" y="45"/>
                </a:moveTo>
                <a:lnTo>
                  <a:pt x="16" y="40"/>
                </a:lnTo>
                <a:lnTo>
                  <a:pt x="13" y="38"/>
                </a:lnTo>
                <a:cubicBezTo>
                  <a:pt x="12" y="37"/>
                  <a:pt x="11" y="37"/>
                  <a:pt x="11" y="37"/>
                </a:cubicBezTo>
                <a:cubicBezTo>
                  <a:pt x="11" y="37"/>
                  <a:pt x="10" y="37"/>
                  <a:pt x="10" y="37"/>
                </a:cubicBezTo>
                <a:cubicBezTo>
                  <a:pt x="9" y="37"/>
                  <a:pt x="9" y="37"/>
                  <a:pt x="9" y="38"/>
                </a:cubicBezTo>
                <a:lnTo>
                  <a:pt x="8" y="37"/>
                </a:lnTo>
                <a:lnTo>
                  <a:pt x="10" y="33"/>
                </a:lnTo>
                <a:lnTo>
                  <a:pt x="10" y="34"/>
                </a:lnTo>
                <a:cubicBezTo>
                  <a:pt x="10" y="34"/>
                  <a:pt x="10" y="35"/>
                  <a:pt x="11" y="35"/>
                </a:cubicBezTo>
                <a:cubicBezTo>
                  <a:pt x="11" y="36"/>
                  <a:pt x="12" y="36"/>
                  <a:pt x="14" y="37"/>
                </a:cubicBezTo>
                <a:lnTo>
                  <a:pt x="32" y="50"/>
                </a:lnTo>
                <a:lnTo>
                  <a:pt x="10" y="46"/>
                </a:lnTo>
                <a:cubicBezTo>
                  <a:pt x="8" y="46"/>
                  <a:pt x="7" y="46"/>
                  <a:pt x="7" y="46"/>
                </a:cubicBezTo>
                <a:cubicBezTo>
                  <a:pt x="6" y="46"/>
                  <a:pt x="6" y="46"/>
                  <a:pt x="5" y="47"/>
                </a:cubicBezTo>
                <a:lnTo>
                  <a:pt x="5" y="46"/>
                </a:lnTo>
                <a:lnTo>
                  <a:pt x="6" y="42"/>
                </a:lnTo>
                <a:lnTo>
                  <a:pt x="7" y="42"/>
                </a:lnTo>
                <a:cubicBezTo>
                  <a:pt x="7" y="42"/>
                  <a:pt x="7" y="43"/>
                  <a:pt x="7" y="43"/>
                </a:cubicBezTo>
                <a:cubicBezTo>
                  <a:pt x="7" y="43"/>
                  <a:pt x="8" y="44"/>
                  <a:pt x="8" y="44"/>
                </a:cubicBezTo>
                <a:cubicBezTo>
                  <a:pt x="9" y="44"/>
                  <a:pt x="10" y="44"/>
                  <a:pt x="11" y="44"/>
                </a:cubicBezTo>
                <a:lnTo>
                  <a:pt x="15" y="45"/>
                </a:lnTo>
                <a:close/>
                <a:moveTo>
                  <a:pt x="16" y="45"/>
                </a:moveTo>
                <a:lnTo>
                  <a:pt x="27" y="47"/>
                </a:lnTo>
                <a:lnTo>
                  <a:pt x="18" y="41"/>
                </a:lnTo>
                <a:lnTo>
                  <a:pt x="16" y="45"/>
                </a:lnTo>
                <a:close/>
              </a:path>
              <a:path w="336" h="189">
                <a:moveTo>
                  <a:pt x="29" y="62"/>
                </a:moveTo>
                <a:lnTo>
                  <a:pt x="5" y="52"/>
                </a:lnTo>
                <a:lnTo>
                  <a:pt x="5" y="57"/>
                </a:lnTo>
                <a:cubicBezTo>
                  <a:pt x="5" y="58"/>
                  <a:pt x="5" y="59"/>
                  <a:pt x="6" y="59"/>
                </a:cubicBezTo>
                <a:cubicBezTo>
                  <a:pt x="6" y="60"/>
                  <a:pt x="8" y="60"/>
                  <a:pt x="10" y="61"/>
                </a:cubicBezTo>
                <a:lnTo>
                  <a:pt x="3" y="60"/>
                </a:lnTo>
                <a:lnTo>
                  <a:pt x="4" y="49"/>
                </a:lnTo>
                <a:lnTo>
                  <a:pt x="28" y="59"/>
                </a:lnTo>
                <a:lnTo>
                  <a:pt x="28" y="55"/>
                </a:lnTo>
                <a:cubicBezTo>
                  <a:pt x="28" y="54"/>
                  <a:pt x="28" y="53"/>
                  <a:pt x="28" y="53"/>
                </a:cubicBezTo>
                <a:cubicBezTo>
                  <a:pt x="27" y="53"/>
                  <a:pt x="27" y="53"/>
                  <a:pt x="26" y="52"/>
                </a:cubicBezTo>
                <a:cubicBezTo>
                  <a:pt x="26" y="52"/>
                  <a:pt x="25" y="52"/>
                  <a:pt x="23" y="52"/>
                </a:cubicBezTo>
                <a:lnTo>
                  <a:pt x="23" y="51"/>
                </a:lnTo>
                <a:lnTo>
                  <a:pt x="30" y="52"/>
                </a:lnTo>
                <a:lnTo>
                  <a:pt x="29" y="62"/>
                </a:lnTo>
                <a:close/>
              </a:path>
              <a:path w="336" h="189">
                <a:moveTo>
                  <a:pt x="29" y="82"/>
                </a:moveTo>
                <a:cubicBezTo>
                  <a:pt x="29" y="84"/>
                  <a:pt x="28" y="85"/>
                  <a:pt x="25" y="87"/>
                </a:cubicBezTo>
                <a:cubicBezTo>
                  <a:pt x="22" y="88"/>
                  <a:pt x="19" y="89"/>
                  <a:pt x="15" y="89"/>
                </a:cubicBezTo>
                <a:cubicBezTo>
                  <a:pt x="11" y="89"/>
                  <a:pt x="8" y="89"/>
                  <a:pt x="5" y="87"/>
                </a:cubicBezTo>
                <a:cubicBezTo>
                  <a:pt x="3" y="86"/>
                  <a:pt x="1" y="85"/>
                  <a:pt x="1" y="83"/>
                </a:cubicBezTo>
                <a:cubicBezTo>
                  <a:pt x="1" y="81"/>
                  <a:pt x="2" y="80"/>
                  <a:pt x="5" y="78"/>
                </a:cubicBezTo>
                <a:cubicBezTo>
                  <a:pt x="7" y="77"/>
                  <a:pt x="11" y="76"/>
                  <a:pt x="15" y="76"/>
                </a:cubicBezTo>
                <a:cubicBezTo>
                  <a:pt x="19" y="76"/>
                  <a:pt x="22" y="77"/>
                  <a:pt x="25" y="78"/>
                </a:cubicBezTo>
                <a:cubicBezTo>
                  <a:pt x="27" y="79"/>
                  <a:pt x="29" y="80"/>
                  <a:pt x="29" y="82"/>
                </a:cubicBezTo>
                <a:close/>
                <a:moveTo>
                  <a:pt x="27" y="82"/>
                </a:moveTo>
                <a:cubicBezTo>
                  <a:pt x="27" y="81"/>
                  <a:pt x="26" y="80"/>
                  <a:pt x="25" y="79"/>
                </a:cubicBezTo>
                <a:cubicBezTo>
                  <a:pt x="22" y="78"/>
                  <a:pt x="19" y="78"/>
                  <a:pt x="15" y="78"/>
                </a:cubicBezTo>
                <a:cubicBezTo>
                  <a:pt x="11" y="79"/>
                  <a:pt x="7" y="79"/>
                  <a:pt x="5" y="80"/>
                </a:cubicBezTo>
                <a:cubicBezTo>
                  <a:pt x="3" y="81"/>
                  <a:pt x="2" y="82"/>
                  <a:pt x="3" y="83"/>
                </a:cubicBezTo>
                <a:cubicBezTo>
                  <a:pt x="3" y="84"/>
                  <a:pt x="4" y="85"/>
                  <a:pt x="6" y="86"/>
                </a:cubicBezTo>
                <a:cubicBezTo>
                  <a:pt x="8" y="87"/>
                  <a:pt x="11" y="87"/>
                  <a:pt x="15" y="87"/>
                </a:cubicBezTo>
                <a:cubicBezTo>
                  <a:pt x="19" y="87"/>
                  <a:pt x="23" y="86"/>
                  <a:pt x="25" y="85"/>
                </a:cubicBezTo>
                <a:cubicBezTo>
                  <a:pt x="26" y="84"/>
                  <a:pt x="27" y="83"/>
                  <a:pt x="27" y="82"/>
                </a:cubicBezTo>
                <a:close/>
              </a:path>
              <a:path w="336" h="189">
                <a:moveTo>
                  <a:pt x="16" y="66"/>
                </a:moveTo>
                <a:lnTo>
                  <a:pt x="15" y="72"/>
                </a:lnTo>
                <a:lnTo>
                  <a:pt x="22" y="73"/>
                </a:lnTo>
                <a:cubicBezTo>
                  <a:pt x="24" y="73"/>
                  <a:pt x="24" y="73"/>
                  <a:pt x="25" y="73"/>
                </a:cubicBezTo>
                <a:cubicBezTo>
                  <a:pt x="25" y="73"/>
                  <a:pt x="26" y="73"/>
                  <a:pt x="26" y="73"/>
                </a:cubicBezTo>
                <a:cubicBezTo>
                  <a:pt x="26" y="73"/>
                  <a:pt x="26" y="72"/>
                  <a:pt x="26" y="72"/>
                </a:cubicBezTo>
                <a:lnTo>
                  <a:pt x="27" y="72"/>
                </a:lnTo>
                <a:lnTo>
                  <a:pt x="26" y="77"/>
                </a:lnTo>
                <a:cubicBezTo>
                  <a:pt x="26" y="76"/>
                  <a:pt x="26" y="76"/>
                  <a:pt x="25" y="76"/>
                </a:cubicBezTo>
                <a:cubicBezTo>
                  <a:pt x="25" y="76"/>
                  <a:pt x="25" y="75"/>
                  <a:pt x="25" y="75"/>
                </a:cubicBezTo>
                <a:cubicBezTo>
                  <a:pt x="24" y="75"/>
                  <a:pt x="23" y="75"/>
                  <a:pt x="22" y="75"/>
                </a:cubicBezTo>
                <a:lnTo>
                  <a:pt x="5" y="73"/>
                </a:lnTo>
                <a:cubicBezTo>
                  <a:pt x="4" y="72"/>
                  <a:pt x="3" y="72"/>
                  <a:pt x="3" y="72"/>
                </a:cubicBezTo>
                <a:cubicBezTo>
                  <a:pt x="2" y="72"/>
                  <a:pt x="2" y="72"/>
                  <a:pt x="2" y="73"/>
                </a:cubicBezTo>
                <a:cubicBezTo>
                  <a:pt x="1" y="73"/>
                  <a:pt x="1" y="73"/>
                  <a:pt x="1" y="73"/>
                </a:cubicBezTo>
                <a:lnTo>
                  <a:pt x="1" y="74"/>
                </a:lnTo>
                <a:lnTo>
                  <a:pt x="0" y="74"/>
                </a:lnTo>
                <a:lnTo>
                  <a:pt x="1" y="68"/>
                </a:lnTo>
                <a:lnTo>
                  <a:pt x="2" y="68"/>
                </a:lnTo>
                <a:lnTo>
                  <a:pt x="2" y="69"/>
                </a:lnTo>
                <a:cubicBezTo>
                  <a:pt x="2" y="69"/>
                  <a:pt x="2" y="70"/>
                  <a:pt x="2" y="70"/>
                </a:cubicBezTo>
                <a:cubicBezTo>
                  <a:pt x="3" y="70"/>
                  <a:pt x="4" y="71"/>
                  <a:pt x="5" y="71"/>
                </a:cubicBezTo>
                <a:lnTo>
                  <a:pt x="13" y="72"/>
                </a:lnTo>
                <a:lnTo>
                  <a:pt x="14" y="66"/>
                </a:lnTo>
                <a:lnTo>
                  <a:pt x="6" y="65"/>
                </a:lnTo>
                <a:cubicBezTo>
                  <a:pt x="5" y="65"/>
                  <a:pt x="4" y="65"/>
                  <a:pt x="4" y="65"/>
                </a:cubicBezTo>
                <a:cubicBezTo>
                  <a:pt x="3" y="65"/>
                  <a:pt x="3" y="65"/>
                  <a:pt x="3" y="65"/>
                </a:cubicBezTo>
                <a:cubicBezTo>
                  <a:pt x="2" y="65"/>
                  <a:pt x="2" y="65"/>
                  <a:pt x="2" y="66"/>
                </a:cubicBezTo>
                <a:lnTo>
                  <a:pt x="1" y="66"/>
                </a:lnTo>
                <a:lnTo>
                  <a:pt x="2" y="60"/>
                </a:lnTo>
                <a:lnTo>
                  <a:pt x="3" y="61"/>
                </a:lnTo>
                <a:cubicBezTo>
                  <a:pt x="3" y="62"/>
                  <a:pt x="3" y="62"/>
                  <a:pt x="3" y="62"/>
                </a:cubicBezTo>
                <a:cubicBezTo>
                  <a:pt x="4" y="63"/>
                  <a:pt x="5" y="63"/>
                  <a:pt x="6" y="63"/>
                </a:cubicBezTo>
                <a:lnTo>
                  <a:pt x="23" y="65"/>
                </a:lnTo>
                <a:cubicBezTo>
                  <a:pt x="25" y="65"/>
                  <a:pt x="25" y="65"/>
                  <a:pt x="26" y="65"/>
                </a:cubicBezTo>
                <a:cubicBezTo>
                  <a:pt x="26" y="65"/>
                  <a:pt x="27" y="65"/>
                  <a:pt x="27" y="65"/>
                </a:cubicBezTo>
                <a:cubicBezTo>
                  <a:pt x="27" y="65"/>
                  <a:pt x="27" y="65"/>
                  <a:pt x="27" y="64"/>
                </a:cubicBezTo>
                <a:lnTo>
                  <a:pt x="28" y="64"/>
                </a:lnTo>
                <a:lnTo>
                  <a:pt x="27" y="69"/>
                </a:lnTo>
                <a:cubicBezTo>
                  <a:pt x="27" y="69"/>
                  <a:pt x="27" y="68"/>
                  <a:pt x="26" y="68"/>
                </a:cubicBezTo>
                <a:cubicBezTo>
                  <a:pt x="26" y="68"/>
                  <a:pt x="26" y="67"/>
                  <a:pt x="26" y="67"/>
                </a:cubicBezTo>
                <a:cubicBezTo>
                  <a:pt x="25" y="67"/>
                  <a:pt x="24" y="67"/>
                  <a:pt x="23" y="67"/>
                </a:cubicBezTo>
                <a:lnTo>
                  <a:pt x="16" y="66"/>
                </a:lnTo>
                <a:close/>
              </a:path>
              <a:path w="336" h="189">
                <a:moveTo>
                  <a:pt x="29" y="84"/>
                </a:moveTo>
                <a:lnTo>
                  <a:pt x="30" y="88"/>
                </a:lnTo>
                <a:lnTo>
                  <a:pt x="14" y="101"/>
                </a:lnTo>
                <a:lnTo>
                  <a:pt x="28" y="97"/>
                </a:lnTo>
                <a:cubicBezTo>
                  <a:pt x="30" y="96"/>
                  <a:pt x="31" y="96"/>
                  <a:pt x="31" y="95"/>
                </a:cubicBezTo>
                <a:cubicBezTo>
                  <a:pt x="32" y="95"/>
                  <a:pt x="32" y="95"/>
                  <a:pt x="32" y="94"/>
                </a:cubicBezTo>
                <a:lnTo>
                  <a:pt x="31" y="94"/>
                </a:lnTo>
                <a:lnTo>
                  <a:pt x="32" y="93"/>
                </a:lnTo>
                <a:lnTo>
                  <a:pt x="33" y="98"/>
                </a:lnTo>
                <a:cubicBezTo>
                  <a:pt x="32" y="97"/>
                  <a:pt x="32" y="97"/>
                  <a:pt x="31" y="97"/>
                </a:cubicBezTo>
                <a:cubicBezTo>
                  <a:pt x="31" y="97"/>
                  <a:pt x="30" y="97"/>
                  <a:pt x="29" y="97"/>
                </a:cubicBezTo>
                <a:lnTo>
                  <a:pt x="7" y="104"/>
                </a:lnTo>
                <a:lnTo>
                  <a:pt x="25" y="89"/>
                </a:lnTo>
                <a:lnTo>
                  <a:pt x="9" y="94"/>
                </a:lnTo>
                <a:cubicBezTo>
                  <a:pt x="8" y="95"/>
                  <a:pt x="7" y="95"/>
                  <a:pt x="7" y="95"/>
                </a:cubicBezTo>
                <a:cubicBezTo>
                  <a:pt x="6" y="96"/>
                  <a:pt x="6" y="96"/>
                  <a:pt x="6" y="97"/>
                </a:cubicBezTo>
                <a:lnTo>
                  <a:pt x="4" y="93"/>
                </a:lnTo>
                <a:lnTo>
                  <a:pt x="5" y="93"/>
                </a:lnTo>
                <a:cubicBezTo>
                  <a:pt x="5" y="94"/>
                  <a:pt x="6" y="94"/>
                  <a:pt x="6" y="94"/>
                </a:cubicBezTo>
                <a:cubicBezTo>
                  <a:pt x="7" y="94"/>
                  <a:pt x="8" y="94"/>
                  <a:pt x="9" y="93"/>
                </a:cubicBezTo>
                <a:lnTo>
                  <a:pt x="27" y="88"/>
                </a:lnTo>
                <a:cubicBezTo>
                  <a:pt x="27" y="87"/>
                  <a:pt x="28" y="87"/>
                  <a:pt x="28" y="86"/>
                </a:cubicBezTo>
                <a:cubicBezTo>
                  <a:pt x="28" y="86"/>
                  <a:pt x="28" y="86"/>
                  <a:pt x="29" y="85"/>
                </a:cubicBezTo>
                <a:cubicBezTo>
                  <a:pt x="29" y="85"/>
                  <a:pt x="29" y="85"/>
                  <a:pt x="28" y="84"/>
                </a:cubicBezTo>
                <a:lnTo>
                  <a:pt x="29" y="84"/>
                </a:lnTo>
                <a:close/>
              </a:path>
              <a:path w="336" h="189">
                <a:moveTo>
                  <a:pt x="38" y="107"/>
                </a:moveTo>
                <a:lnTo>
                  <a:pt x="30" y="110"/>
                </a:lnTo>
                <a:cubicBezTo>
                  <a:pt x="32" y="109"/>
                  <a:pt x="33" y="108"/>
                  <a:pt x="34" y="107"/>
                </a:cubicBezTo>
                <a:cubicBezTo>
                  <a:pt x="35" y="106"/>
                  <a:pt x="36" y="105"/>
                  <a:pt x="35" y="104"/>
                </a:cubicBezTo>
                <a:cubicBezTo>
                  <a:pt x="35" y="102"/>
                  <a:pt x="33" y="101"/>
                  <a:pt x="30" y="101"/>
                </a:cubicBezTo>
                <a:cubicBezTo>
                  <a:pt x="28" y="102"/>
                  <a:pt x="25" y="102"/>
                  <a:pt x="22" y="103"/>
                </a:cubicBezTo>
                <a:cubicBezTo>
                  <a:pt x="20" y="104"/>
                  <a:pt x="18" y="105"/>
                  <a:pt x="16" y="106"/>
                </a:cubicBezTo>
                <a:cubicBezTo>
                  <a:pt x="14" y="107"/>
                  <a:pt x="13" y="108"/>
                  <a:pt x="12" y="109"/>
                </a:cubicBezTo>
                <a:cubicBezTo>
                  <a:pt x="12" y="110"/>
                  <a:pt x="11" y="111"/>
                  <a:pt x="12" y="112"/>
                </a:cubicBezTo>
                <a:cubicBezTo>
                  <a:pt x="12" y="112"/>
                  <a:pt x="12" y="113"/>
                  <a:pt x="12" y="113"/>
                </a:cubicBezTo>
                <a:cubicBezTo>
                  <a:pt x="13" y="113"/>
                  <a:pt x="13" y="114"/>
                  <a:pt x="14" y="114"/>
                </a:cubicBezTo>
                <a:lnTo>
                  <a:pt x="21" y="112"/>
                </a:lnTo>
                <a:cubicBezTo>
                  <a:pt x="22" y="111"/>
                  <a:pt x="23" y="111"/>
                  <a:pt x="24" y="111"/>
                </a:cubicBezTo>
                <a:cubicBezTo>
                  <a:pt x="24" y="110"/>
                  <a:pt x="24" y="110"/>
                  <a:pt x="24" y="110"/>
                </a:cubicBezTo>
                <a:cubicBezTo>
                  <a:pt x="24" y="110"/>
                  <a:pt x="24" y="109"/>
                  <a:pt x="24" y="109"/>
                </a:cubicBezTo>
                <a:lnTo>
                  <a:pt x="25" y="108"/>
                </a:lnTo>
                <a:lnTo>
                  <a:pt x="27" y="113"/>
                </a:lnTo>
                <a:lnTo>
                  <a:pt x="26" y="113"/>
                </a:lnTo>
                <a:cubicBezTo>
                  <a:pt x="26" y="113"/>
                  <a:pt x="25" y="113"/>
                  <a:pt x="24" y="113"/>
                </a:cubicBezTo>
                <a:cubicBezTo>
                  <a:pt x="24" y="113"/>
                  <a:pt x="23" y="113"/>
                  <a:pt x="22" y="113"/>
                </a:cubicBezTo>
                <a:lnTo>
                  <a:pt x="14" y="116"/>
                </a:lnTo>
                <a:cubicBezTo>
                  <a:pt x="13" y="115"/>
                  <a:pt x="12" y="115"/>
                  <a:pt x="12" y="114"/>
                </a:cubicBezTo>
                <a:cubicBezTo>
                  <a:pt x="11" y="114"/>
                  <a:pt x="11" y="113"/>
                  <a:pt x="10" y="112"/>
                </a:cubicBezTo>
                <a:cubicBezTo>
                  <a:pt x="10" y="110"/>
                  <a:pt x="11" y="108"/>
                  <a:pt x="13" y="105"/>
                </a:cubicBezTo>
                <a:cubicBezTo>
                  <a:pt x="15" y="104"/>
                  <a:pt x="18" y="102"/>
                  <a:pt x="21" y="101"/>
                </a:cubicBezTo>
                <a:cubicBezTo>
                  <a:pt x="23" y="100"/>
                  <a:pt x="25" y="100"/>
                  <a:pt x="27" y="100"/>
                </a:cubicBezTo>
                <a:cubicBezTo>
                  <a:pt x="30" y="100"/>
                  <a:pt x="32" y="100"/>
                  <a:pt x="34" y="101"/>
                </a:cubicBezTo>
                <a:cubicBezTo>
                  <a:pt x="35" y="101"/>
                  <a:pt x="36" y="102"/>
                  <a:pt x="36" y="103"/>
                </a:cubicBezTo>
                <a:cubicBezTo>
                  <a:pt x="37" y="104"/>
                  <a:pt x="37" y="104"/>
                  <a:pt x="37" y="104"/>
                </a:cubicBezTo>
                <a:cubicBezTo>
                  <a:pt x="37" y="105"/>
                  <a:pt x="36" y="106"/>
                  <a:pt x="36" y="106"/>
                </a:cubicBezTo>
                <a:cubicBezTo>
                  <a:pt x="36" y="107"/>
                  <a:pt x="36" y="107"/>
                  <a:pt x="36" y="107"/>
                </a:cubicBezTo>
                <a:cubicBezTo>
                  <a:pt x="36" y="107"/>
                  <a:pt x="36" y="107"/>
                  <a:pt x="36" y="107"/>
                </a:cubicBezTo>
                <a:cubicBezTo>
                  <a:pt x="37" y="107"/>
                  <a:pt x="37" y="107"/>
                  <a:pt x="38" y="107"/>
                </a:cubicBezTo>
                <a:close/>
              </a:path>
              <a:path w="336" h="189">
                <a:moveTo>
                  <a:pt x="47" y="119"/>
                </a:moveTo>
                <a:lnTo>
                  <a:pt x="48" y="118"/>
                </a:lnTo>
                <a:lnTo>
                  <a:pt x="51" y="122"/>
                </a:lnTo>
                <a:lnTo>
                  <a:pt x="50" y="122"/>
                </a:lnTo>
                <a:cubicBezTo>
                  <a:pt x="49" y="121"/>
                  <a:pt x="49" y="121"/>
                  <a:pt x="48" y="122"/>
                </a:cubicBezTo>
                <a:cubicBezTo>
                  <a:pt x="48" y="122"/>
                  <a:pt x="47" y="122"/>
                  <a:pt x="46" y="123"/>
                </a:cubicBezTo>
                <a:lnTo>
                  <a:pt x="38" y="130"/>
                </a:lnTo>
                <a:cubicBezTo>
                  <a:pt x="36" y="132"/>
                  <a:pt x="34" y="133"/>
                  <a:pt x="33" y="134"/>
                </a:cubicBezTo>
                <a:cubicBezTo>
                  <a:pt x="31" y="135"/>
                  <a:pt x="30" y="135"/>
                  <a:pt x="29" y="135"/>
                </a:cubicBezTo>
                <a:cubicBezTo>
                  <a:pt x="27" y="135"/>
                  <a:pt x="26" y="135"/>
                  <a:pt x="26" y="134"/>
                </a:cubicBezTo>
                <a:cubicBezTo>
                  <a:pt x="25" y="133"/>
                  <a:pt x="24" y="131"/>
                  <a:pt x="25" y="130"/>
                </a:cubicBezTo>
                <a:cubicBezTo>
                  <a:pt x="25" y="129"/>
                  <a:pt x="26" y="128"/>
                  <a:pt x="27" y="126"/>
                </a:cubicBezTo>
                <a:cubicBezTo>
                  <a:pt x="27" y="126"/>
                  <a:pt x="29" y="124"/>
                  <a:pt x="32" y="122"/>
                </a:cubicBezTo>
                <a:lnTo>
                  <a:pt x="39" y="115"/>
                </a:lnTo>
                <a:cubicBezTo>
                  <a:pt x="41" y="114"/>
                  <a:pt x="41" y="114"/>
                  <a:pt x="42" y="113"/>
                </a:cubicBezTo>
                <a:cubicBezTo>
                  <a:pt x="42" y="113"/>
                  <a:pt x="42" y="112"/>
                  <a:pt x="42" y="112"/>
                </a:cubicBezTo>
                <a:lnTo>
                  <a:pt x="41" y="111"/>
                </a:lnTo>
                <a:lnTo>
                  <a:pt x="42" y="111"/>
                </a:lnTo>
                <a:lnTo>
                  <a:pt x="45" y="115"/>
                </a:lnTo>
                <a:lnTo>
                  <a:pt x="45" y="116"/>
                </a:lnTo>
                <a:lnTo>
                  <a:pt x="45" y="115"/>
                </a:lnTo>
                <a:cubicBezTo>
                  <a:pt x="44" y="115"/>
                  <a:pt x="44" y="115"/>
                  <a:pt x="43" y="115"/>
                </a:cubicBezTo>
                <a:cubicBezTo>
                  <a:pt x="43" y="115"/>
                  <a:pt x="42" y="116"/>
                  <a:pt x="41" y="117"/>
                </a:cubicBezTo>
                <a:lnTo>
                  <a:pt x="32" y="124"/>
                </a:lnTo>
                <a:cubicBezTo>
                  <a:pt x="31" y="125"/>
                  <a:pt x="30" y="126"/>
                  <a:pt x="29" y="127"/>
                </a:cubicBezTo>
                <a:cubicBezTo>
                  <a:pt x="28" y="127"/>
                  <a:pt x="28" y="128"/>
                  <a:pt x="27" y="129"/>
                </a:cubicBezTo>
                <a:cubicBezTo>
                  <a:pt x="27" y="130"/>
                  <a:pt x="26" y="130"/>
                  <a:pt x="26" y="131"/>
                </a:cubicBezTo>
                <a:cubicBezTo>
                  <a:pt x="26" y="132"/>
                  <a:pt x="26" y="132"/>
                  <a:pt x="27" y="133"/>
                </a:cubicBezTo>
                <a:cubicBezTo>
                  <a:pt x="27" y="133"/>
                  <a:pt x="28" y="134"/>
                  <a:pt x="29" y="134"/>
                </a:cubicBezTo>
                <a:cubicBezTo>
                  <a:pt x="30" y="134"/>
                  <a:pt x="31" y="133"/>
                  <a:pt x="32" y="133"/>
                </a:cubicBezTo>
                <a:cubicBezTo>
                  <a:pt x="33" y="132"/>
                  <a:pt x="35" y="131"/>
                  <a:pt x="37" y="129"/>
                </a:cubicBezTo>
                <a:lnTo>
                  <a:pt x="45" y="123"/>
                </a:lnTo>
                <a:cubicBezTo>
                  <a:pt x="47" y="122"/>
                  <a:pt x="47" y="121"/>
                  <a:pt x="48" y="120"/>
                </a:cubicBezTo>
                <a:cubicBezTo>
                  <a:pt x="48" y="120"/>
                  <a:pt x="48" y="119"/>
                  <a:pt x="47" y="119"/>
                </a:cubicBezTo>
                <a:close/>
              </a:path>
              <a:path w="336" h="189">
                <a:moveTo>
                  <a:pt x="51" y="121"/>
                </a:moveTo>
                <a:lnTo>
                  <a:pt x="53" y="123"/>
                </a:lnTo>
                <a:lnTo>
                  <a:pt x="46" y="143"/>
                </a:lnTo>
                <a:lnTo>
                  <a:pt x="56" y="132"/>
                </a:lnTo>
                <a:cubicBezTo>
                  <a:pt x="57" y="131"/>
                  <a:pt x="58" y="130"/>
                  <a:pt x="58" y="130"/>
                </a:cubicBezTo>
                <a:cubicBezTo>
                  <a:pt x="58" y="129"/>
                  <a:pt x="58" y="128"/>
                  <a:pt x="58" y="128"/>
                </a:cubicBezTo>
                <a:lnTo>
                  <a:pt x="57" y="128"/>
                </a:lnTo>
                <a:lnTo>
                  <a:pt x="58" y="127"/>
                </a:lnTo>
                <a:lnTo>
                  <a:pt x="61" y="130"/>
                </a:lnTo>
                <a:lnTo>
                  <a:pt x="61" y="131"/>
                </a:lnTo>
                <a:lnTo>
                  <a:pt x="60" y="131"/>
                </a:lnTo>
                <a:cubicBezTo>
                  <a:pt x="60" y="130"/>
                  <a:pt x="60" y="130"/>
                  <a:pt x="59" y="131"/>
                </a:cubicBezTo>
                <a:cubicBezTo>
                  <a:pt x="59" y="131"/>
                  <a:pt x="58" y="131"/>
                  <a:pt x="57" y="133"/>
                </a:cubicBezTo>
                <a:lnTo>
                  <a:pt x="42" y="149"/>
                </a:lnTo>
                <a:lnTo>
                  <a:pt x="50" y="127"/>
                </a:lnTo>
                <a:lnTo>
                  <a:pt x="39" y="140"/>
                </a:lnTo>
                <a:cubicBezTo>
                  <a:pt x="38" y="141"/>
                  <a:pt x="37" y="142"/>
                  <a:pt x="37" y="142"/>
                </a:cubicBezTo>
                <a:cubicBezTo>
                  <a:pt x="37" y="143"/>
                  <a:pt x="37" y="143"/>
                  <a:pt x="37" y="143"/>
                </a:cubicBezTo>
                <a:lnTo>
                  <a:pt x="38" y="144"/>
                </a:lnTo>
                <a:lnTo>
                  <a:pt x="37" y="144"/>
                </a:lnTo>
                <a:lnTo>
                  <a:pt x="34" y="141"/>
                </a:lnTo>
                <a:lnTo>
                  <a:pt x="35" y="141"/>
                </a:lnTo>
                <a:cubicBezTo>
                  <a:pt x="35" y="141"/>
                  <a:pt x="36" y="141"/>
                  <a:pt x="36" y="141"/>
                </a:cubicBezTo>
                <a:cubicBezTo>
                  <a:pt x="37" y="141"/>
                  <a:pt x="37" y="140"/>
                  <a:pt x="38" y="139"/>
                </a:cubicBezTo>
                <a:lnTo>
                  <a:pt x="50" y="125"/>
                </a:lnTo>
                <a:cubicBezTo>
                  <a:pt x="51" y="124"/>
                  <a:pt x="51" y="124"/>
                  <a:pt x="51" y="123"/>
                </a:cubicBezTo>
                <a:cubicBezTo>
                  <a:pt x="51" y="123"/>
                  <a:pt x="51" y="123"/>
                  <a:pt x="51" y="122"/>
                </a:cubicBezTo>
                <a:cubicBezTo>
                  <a:pt x="51" y="122"/>
                  <a:pt x="50" y="122"/>
                  <a:pt x="50" y="121"/>
                </a:cubicBezTo>
                <a:lnTo>
                  <a:pt x="51" y="121"/>
                </a:lnTo>
                <a:close/>
              </a:path>
              <a:path w="336" h="189">
                <a:moveTo>
                  <a:pt x="51" y="155"/>
                </a:moveTo>
                <a:lnTo>
                  <a:pt x="50" y="156"/>
                </a:lnTo>
                <a:lnTo>
                  <a:pt x="46" y="152"/>
                </a:lnTo>
                <a:lnTo>
                  <a:pt x="47" y="151"/>
                </a:lnTo>
                <a:lnTo>
                  <a:pt x="47" y="152"/>
                </a:lnTo>
                <a:cubicBezTo>
                  <a:pt x="47" y="152"/>
                  <a:pt x="48" y="152"/>
                  <a:pt x="49" y="152"/>
                </a:cubicBezTo>
                <a:cubicBezTo>
                  <a:pt x="49" y="152"/>
                  <a:pt x="50" y="151"/>
                  <a:pt x="51" y="150"/>
                </a:cubicBezTo>
                <a:lnTo>
                  <a:pt x="62" y="137"/>
                </a:lnTo>
                <a:cubicBezTo>
                  <a:pt x="63" y="136"/>
                  <a:pt x="63" y="135"/>
                  <a:pt x="63" y="135"/>
                </a:cubicBezTo>
                <a:cubicBezTo>
                  <a:pt x="64" y="134"/>
                  <a:pt x="64" y="134"/>
                  <a:pt x="64" y="134"/>
                </a:cubicBezTo>
                <a:cubicBezTo>
                  <a:pt x="64" y="133"/>
                  <a:pt x="64" y="133"/>
                  <a:pt x="63" y="133"/>
                </a:cubicBezTo>
                <a:lnTo>
                  <a:pt x="63" y="132"/>
                </a:lnTo>
                <a:lnTo>
                  <a:pt x="68" y="136"/>
                </a:lnTo>
                <a:lnTo>
                  <a:pt x="67" y="136"/>
                </a:lnTo>
                <a:cubicBezTo>
                  <a:pt x="66" y="136"/>
                  <a:pt x="66" y="136"/>
                  <a:pt x="65" y="136"/>
                </a:cubicBezTo>
                <a:cubicBezTo>
                  <a:pt x="65" y="136"/>
                  <a:pt x="64" y="137"/>
                  <a:pt x="63" y="138"/>
                </a:cubicBezTo>
                <a:lnTo>
                  <a:pt x="52" y="151"/>
                </a:lnTo>
                <a:cubicBezTo>
                  <a:pt x="51" y="152"/>
                  <a:pt x="51" y="153"/>
                  <a:pt x="50" y="153"/>
                </a:cubicBezTo>
                <a:cubicBezTo>
                  <a:pt x="50" y="153"/>
                  <a:pt x="50" y="153"/>
                  <a:pt x="50" y="154"/>
                </a:cubicBezTo>
                <a:cubicBezTo>
                  <a:pt x="50" y="154"/>
                  <a:pt x="50" y="155"/>
                  <a:pt x="51" y="155"/>
                </a:cubicBezTo>
                <a:close/>
              </a:path>
              <a:path w="336" h="189">
                <a:moveTo>
                  <a:pt x="81" y="143"/>
                </a:moveTo>
                <a:lnTo>
                  <a:pt x="80" y="143"/>
                </a:lnTo>
                <a:cubicBezTo>
                  <a:pt x="80" y="143"/>
                  <a:pt x="79" y="143"/>
                  <a:pt x="79" y="144"/>
                </a:cubicBezTo>
                <a:cubicBezTo>
                  <a:pt x="78" y="144"/>
                  <a:pt x="78" y="145"/>
                  <a:pt x="77" y="146"/>
                </a:cubicBezTo>
                <a:lnTo>
                  <a:pt x="61" y="163"/>
                </a:lnTo>
                <a:lnTo>
                  <a:pt x="61" y="162"/>
                </a:lnTo>
                <a:lnTo>
                  <a:pt x="68" y="140"/>
                </a:lnTo>
                <a:cubicBezTo>
                  <a:pt x="69" y="139"/>
                  <a:pt x="69" y="139"/>
                  <a:pt x="69" y="138"/>
                </a:cubicBezTo>
                <a:cubicBezTo>
                  <a:pt x="69" y="138"/>
                  <a:pt x="69" y="137"/>
                  <a:pt x="69" y="137"/>
                </a:cubicBezTo>
                <a:cubicBezTo>
                  <a:pt x="69" y="137"/>
                  <a:pt x="69" y="137"/>
                  <a:pt x="68" y="136"/>
                </a:cubicBezTo>
                <a:lnTo>
                  <a:pt x="69" y="136"/>
                </a:lnTo>
                <a:lnTo>
                  <a:pt x="73" y="138"/>
                </a:lnTo>
                <a:lnTo>
                  <a:pt x="73" y="139"/>
                </a:lnTo>
                <a:cubicBezTo>
                  <a:pt x="72" y="139"/>
                  <a:pt x="72" y="139"/>
                  <a:pt x="72" y="139"/>
                </a:cubicBezTo>
                <a:cubicBezTo>
                  <a:pt x="71" y="139"/>
                  <a:pt x="71" y="139"/>
                  <a:pt x="71" y="140"/>
                </a:cubicBezTo>
                <a:cubicBezTo>
                  <a:pt x="71" y="140"/>
                  <a:pt x="70" y="141"/>
                  <a:pt x="70" y="143"/>
                </a:cubicBezTo>
                <a:lnTo>
                  <a:pt x="65" y="158"/>
                </a:lnTo>
                <a:lnTo>
                  <a:pt x="75" y="146"/>
                </a:lnTo>
                <a:cubicBezTo>
                  <a:pt x="76" y="145"/>
                  <a:pt x="77" y="144"/>
                  <a:pt x="77" y="144"/>
                </a:cubicBezTo>
                <a:cubicBezTo>
                  <a:pt x="77" y="143"/>
                  <a:pt x="77" y="143"/>
                  <a:pt x="77" y="143"/>
                </a:cubicBezTo>
                <a:cubicBezTo>
                  <a:pt x="77" y="142"/>
                  <a:pt x="77" y="142"/>
                  <a:pt x="77" y="141"/>
                </a:cubicBezTo>
                <a:cubicBezTo>
                  <a:pt x="77" y="141"/>
                  <a:pt x="77" y="141"/>
                  <a:pt x="77" y="141"/>
                </a:cubicBezTo>
                <a:lnTo>
                  <a:pt x="81" y="143"/>
                </a:lnTo>
                <a:close/>
              </a:path>
              <a:path w="336" h="189">
                <a:moveTo>
                  <a:pt x="153" y="160"/>
                </a:moveTo>
                <a:cubicBezTo>
                  <a:pt x="155" y="160"/>
                  <a:pt x="156" y="161"/>
                  <a:pt x="157" y="164"/>
                </a:cubicBezTo>
                <a:cubicBezTo>
                  <a:pt x="159" y="166"/>
                  <a:pt x="159" y="170"/>
                  <a:pt x="159" y="174"/>
                </a:cubicBezTo>
                <a:cubicBezTo>
                  <a:pt x="159" y="178"/>
                  <a:pt x="159" y="181"/>
                  <a:pt x="157" y="184"/>
                </a:cubicBezTo>
                <a:cubicBezTo>
                  <a:pt x="156" y="186"/>
                  <a:pt x="155" y="187"/>
                  <a:pt x="153" y="187"/>
                </a:cubicBezTo>
                <a:cubicBezTo>
                  <a:pt x="151" y="187"/>
                  <a:pt x="150" y="186"/>
                  <a:pt x="148" y="184"/>
                </a:cubicBezTo>
                <a:cubicBezTo>
                  <a:pt x="147" y="181"/>
                  <a:pt x="147" y="178"/>
                  <a:pt x="147" y="174"/>
                </a:cubicBezTo>
                <a:cubicBezTo>
                  <a:pt x="147" y="169"/>
                  <a:pt x="147" y="166"/>
                  <a:pt x="149" y="163"/>
                </a:cubicBezTo>
                <a:cubicBezTo>
                  <a:pt x="150" y="161"/>
                  <a:pt x="151" y="160"/>
                  <a:pt x="153" y="160"/>
                </a:cubicBezTo>
                <a:close/>
                <a:moveTo>
                  <a:pt x="153" y="161"/>
                </a:moveTo>
                <a:cubicBezTo>
                  <a:pt x="152" y="161"/>
                  <a:pt x="151" y="162"/>
                  <a:pt x="150" y="164"/>
                </a:cubicBezTo>
                <a:cubicBezTo>
                  <a:pt x="149" y="166"/>
                  <a:pt x="149" y="169"/>
                  <a:pt x="149" y="174"/>
                </a:cubicBezTo>
                <a:cubicBezTo>
                  <a:pt x="149" y="178"/>
                  <a:pt x="149" y="181"/>
                  <a:pt x="150" y="183"/>
                </a:cubicBezTo>
                <a:cubicBezTo>
                  <a:pt x="151" y="185"/>
                  <a:pt x="152" y="186"/>
                  <a:pt x="153" y="186"/>
                </a:cubicBezTo>
                <a:cubicBezTo>
                  <a:pt x="154" y="186"/>
                  <a:pt x="155" y="185"/>
                  <a:pt x="156" y="183"/>
                </a:cubicBezTo>
                <a:cubicBezTo>
                  <a:pt x="157" y="181"/>
                  <a:pt x="157" y="178"/>
                  <a:pt x="157" y="174"/>
                </a:cubicBezTo>
                <a:cubicBezTo>
                  <a:pt x="157" y="170"/>
                  <a:pt x="157" y="166"/>
                  <a:pt x="156" y="164"/>
                </a:cubicBezTo>
                <a:cubicBezTo>
                  <a:pt x="155" y="162"/>
                  <a:pt x="154" y="161"/>
                  <a:pt x="153" y="161"/>
                </a:cubicBezTo>
                <a:close/>
              </a:path>
              <a:path w="336" h="189">
                <a:moveTo>
                  <a:pt x="165" y="162"/>
                </a:moveTo>
                <a:lnTo>
                  <a:pt x="165" y="172"/>
                </a:lnTo>
                <a:lnTo>
                  <a:pt x="167" y="172"/>
                </a:lnTo>
                <a:cubicBezTo>
                  <a:pt x="168" y="172"/>
                  <a:pt x="168" y="172"/>
                  <a:pt x="168" y="172"/>
                </a:cubicBezTo>
                <a:cubicBezTo>
                  <a:pt x="168" y="171"/>
                  <a:pt x="169" y="170"/>
                  <a:pt x="169" y="169"/>
                </a:cubicBezTo>
                <a:lnTo>
                  <a:pt x="169" y="178"/>
                </a:lnTo>
                <a:cubicBezTo>
                  <a:pt x="169" y="177"/>
                  <a:pt x="169" y="176"/>
                  <a:pt x="169" y="175"/>
                </a:cubicBezTo>
                <a:cubicBezTo>
                  <a:pt x="168" y="175"/>
                  <a:pt x="168" y="175"/>
                  <a:pt x="168" y="174"/>
                </a:cubicBezTo>
                <a:cubicBezTo>
                  <a:pt x="168" y="174"/>
                  <a:pt x="167" y="174"/>
                  <a:pt x="167" y="174"/>
                </a:cubicBezTo>
                <a:lnTo>
                  <a:pt x="165" y="174"/>
                </a:lnTo>
                <a:lnTo>
                  <a:pt x="165" y="182"/>
                </a:lnTo>
                <a:cubicBezTo>
                  <a:pt x="165" y="184"/>
                  <a:pt x="165" y="184"/>
                  <a:pt x="165" y="185"/>
                </a:cubicBezTo>
                <a:cubicBezTo>
                  <a:pt x="165" y="185"/>
                  <a:pt x="165" y="185"/>
                  <a:pt x="165" y="186"/>
                </a:cubicBezTo>
                <a:cubicBezTo>
                  <a:pt x="165" y="186"/>
                  <a:pt x="166" y="186"/>
                  <a:pt x="166" y="186"/>
                </a:cubicBezTo>
                <a:lnTo>
                  <a:pt x="167" y="186"/>
                </a:lnTo>
                <a:lnTo>
                  <a:pt x="167" y="187"/>
                </a:lnTo>
                <a:lnTo>
                  <a:pt x="161" y="187"/>
                </a:lnTo>
                <a:lnTo>
                  <a:pt x="161" y="186"/>
                </a:lnTo>
                <a:cubicBezTo>
                  <a:pt x="162" y="186"/>
                  <a:pt x="162" y="186"/>
                  <a:pt x="163" y="185"/>
                </a:cubicBezTo>
                <a:cubicBezTo>
                  <a:pt x="163" y="185"/>
                  <a:pt x="163" y="184"/>
                  <a:pt x="163" y="182"/>
                </a:cubicBezTo>
                <a:lnTo>
                  <a:pt x="163" y="165"/>
                </a:lnTo>
                <a:cubicBezTo>
                  <a:pt x="163" y="164"/>
                  <a:pt x="163" y="163"/>
                  <a:pt x="163" y="163"/>
                </a:cubicBezTo>
                <a:cubicBezTo>
                  <a:pt x="163" y="162"/>
                  <a:pt x="162" y="162"/>
                  <a:pt x="162" y="162"/>
                </a:cubicBezTo>
                <a:cubicBezTo>
                  <a:pt x="162" y="161"/>
                  <a:pt x="162" y="161"/>
                  <a:pt x="161" y="161"/>
                </a:cubicBezTo>
                <a:lnTo>
                  <a:pt x="171" y="161"/>
                </a:lnTo>
                <a:lnTo>
                  <a:pt x="171" y="166"/>
                </a:lnTo>
                <a:lnTo>
                  <a:pt x="170" y="166"/>
                </a:lnTo>
                <a:cubicBezTo>
                  <a:pt x="170" y="165"/>
                  <a:pt x="170" y="164"/>
                  <a:pt x="170" y="164"/>
                </a:cubicBezTo>
                <a:cubicBezTo>
                  <a:pt x="170" y="163"/>
                  <a:pt x="169" y="163"/>
                  <a:pt x="169" y="162"/>
                </a:cubicBezTo>
                <a:cubicBezTo>
                  <a:pt x="169" y="162"/>
                  <a:pt x="168" y="162"/>
                  <a:pt x="168" y="162"/>
                </a:cubicBezTo>
                <a:lnTo>
                  <a:pt x="165" y="162"/>
                </a:lnTo>
                <a:close/>
              </a:path>
              <a:path w="336" h="189">
                <a:moveTo>
                  <a:pt x="92" y="176"/>
                </a:moveTo>
                <a:lnTo>
                  <a:pt x="89" y="175"/>
                </a:lnTo>
                <a:lnTo>
                  <a:pt x="91" y="162"/>
                </a:lnTo>
                <a:cubicBezTo>
                  <a:pt x="90" y="162"/>
                  <a:pt x="90" y="161"/>
                  <a:pt x="90" y="161"/>
                </a:cubicBezTo>
                <a:cubicBezTo>
                  <a:pt x="90" y="161"/>
                  <a:pt x="90" y="161"/>
                  <a:pt x="90" y="161"/>
                </a:cubicBezTo>
                <a:cubicBezTo>
                  <a:pt x="90" y="161"/>
                  <a:pt x="90" y="161"/>
                  <a:pt x="89" y="161"/>
                </a:cubicBezTo>
                <a:lnTo>
                  <a:pt x="86" y="168"/>
                </a:lnTo>
                <a:cubicBezTo>
                  <a:pt x="85" y="169"/>
                  <a:pt x="85" y="170"/>
                  <a:pt x="84" y="171"/>
                </a:cubicBezTo>
                <a:cubicBezTo>
                  <a:pt x="84" y="171"/>
                  <a:pt x="85" y="172"/>
                  <a:pt x="85" y="172"/>
                </a:cubicBezTo>
                <a:lnTo>
                  <a:pt x="85" y="173"/>
                </a:lnTo>
                <a:lnTo>
                  <a:pt x="80" y="170"/>
                </a:lnTo>
                <a:lnTo>
                  <a:pt x="81" y="169"/>
                </a:lnTo>
                <a:lnTo>
                  <a:pt x="81" y="170"/>
                </a:lnTo>
                <a:cubicBezTo>
                  <a:pt x="81" y="170"/>
                  <a:pt x="82" y="170"/>
                  <a:pt x="83" y="169"/>
                </a:cubicBezTo>
                <a:cubicBezTo>
                  <a:pt x="83" y="169"/>
                  <a:pt x="83" y="168"/>
                  <a:pt x="84" y="167"/>
                </a:cubicBezTo>
                <a:lnTo>
                  <a:pt x="92" y="152"/>
                </a:lnTo>
                <a:cubicBezTo>
                  <a:pt x="93" y="151"/>
                  <a:pt x="94" y="150"/>
                  <a:pt x="94" y="149"/>
                </a:cubicBezTo>
                <a:cubicBezTo>
                  <a:pt x="94" y="149"/>
                  <a:pt x="94" y="148"/>
                  <a:pt x="93" y="148"/>
                </a:cubicBezTo>
                <a:lnTo>
                  <a:pt x="93" y="147"/>
                </a:lnTo>
                <a:lnTo>
                  <a:pt x="97" y="149"/>
                </a:lnTo>
                <a:cubicBezTo>
                  <a:pt x="98" y="150"/>
                  <a:pt x="99" y="151"/>
                  <a:pt x="100" y="151"/>
                </a:cubicBezTo>
                <a:cubicBezTo>
                  <a:pt x="100" y="152"/>
                  <a:pt x="100" y="153"/>
                  <a:pt x="100" y="154"/>
                </a:cubicBezTo>
                <a:cubicBezTo>
                  <a:pt x="100" y="155"/>
                  <a:pt x="99" y="157"/>
                  <a:pt x="99" y="158"/>
                </a:cubicBezTo>
                <a:cubicBezTo>
                  <a:pt x="98" y="159"/>
                  <a:pt x="97" y="160"/>
                  <a:pt x="96" y="161"/>
                </a:cubicBezTo>
                <a:cubicBezTo>
                  <a:pt x="95" y="162"/>
                  <a:pt x="94" y="162"/>
                  <a:pt x="93" y="162"/>
                </a:cubicBezTo>
                <a:lnTo>
                  <a:pt x="91" y="170"/>
                </a:lnTo>
                <a:cubicBezTo>
                  <a:pt x="91" y="172"/>
                  <a:pt x="91" y="173"/>
                  <a:pt x="91" y="174"/>
                </a:cubicBezTo>
                <a:cubicBezTo>
                  <a:pt x="91" y="175"/>
                  <a:pt x="91" y="175"/>
                  <a:pt x="92" y="176"/>
                </a:cubicBezTo>
                <a:close/>
                <a:moveTo>
                  <a:pt x="90" y="160"/>
                </a:moveTo>
                <a:cubicBezTo>
                  <a:pt x="90" y="160"/>
                  <a:pt x="90" y="160"/>
                  <a:pt x="90" y="160"/>
                </a:cubicBezTo>
                <a:cubicBezTo>
                  <a:pt x="90" y="160"/>
                  <a:pt x="90" y="160"/>
                  <a:pt x="91" y="160"/>
                </a:cubicBezTo>
                <a:cubicBezTo>
                  <a:pt x="92" y="161"/>
                  <a:pt x="93" y="161"/>
                  <a:pt x="94" y="160"/>
                </a:cubicBezTo>
                <a:cubicBezTo>
                  <a:pt x="95" y="160"/>
                  <a:pt x="96" y="158"/>
                  <a:pt x="97" y="157"/>
                </a:cubicBezTo>
                <a:cubicBezTo>
                  <a:pt x="97" y="156"/>
                  <a:pt x="98" y="154"/>
                  <a:pt x="98" y="153"/>
                </a:cubicBezTo>
                <a:cubicBezTo>
                  <a:pt x="98" y="152"/>
                  <a:pt x="98" y="151"/>
                  <a:pt x="97" y="151"/>
                </a:cubicBezTo>
                <a:cubicBezTo>
                  <a:pt x="97" y="151"/>
                  <a:pt x="96" y="150"/>
                  <a:pt x="95" y="150"/>
                </a:cubicBezTo>
                <a:lnTo>
                  <a:pt x="90" y="160"/>
                </a:lnTo>
                <a:close/>
              </a:path>
              <a:path w="336" h="189">
                <a:moveTo>
                  <a:pt x="110" y="153"/>
                </a:moveTo>
                <a:lnTo>
                  <a:pt x="107" y="161"/>
                </a:lnTo>
                <a:cubicBezTo>
                  <a:pt x="107" y="160"/>
                  <a:pt x="108" y="158"/>
                  <a:pt x="108" y="157"/>
                </a:cubicBezTo>
                <a:cubicBezTo>
                  <a:pt x="108" y="156"/>
                  <a:pt x="108" y="155"/>
                  <a:pt x="107" y="154"/>
                </a:cubicBezTo>
                <a:cubicBezTo>
                  <a:pt x="107" y="154"/>
                  <a:pt x="107" y="153"/>
                  <a:pt x="106" y="153"/>
                </a:cubicBezTo>
                <a:cubicBezTo>
                  <a:pt x="105" y="153"/>
                  <a:pt x="105" y="153"/>
                  <a:pt x="104" y="154"/>
                </a:cubicBezTo>
                <a:cubicBezTo>
                  <a:pt x="103" y="154"/>
                  <a:pt x="103" y="155"/>
                  <a:pt x="103" y="156"/>
                </a:cubicBezTo>
                <a:cubicBezTo>
                  <a:pt x="102" y="157"/>
                  <a:pt x="102" y="157"/>
                  <a:pt x="102" y="158"/>
                </a:cubicBezTo>
                <a:cubicBezTo>
                  <a:pt x="102" y="159"/>
                  <a:pt x="103" y="161"/>
                  <a:pt x="104" y="163"/>
                </a:cubicBezTo>
                <a:cubicBezTo>
                  <a:pt x="104" y="164"/>
                  <a:pt x="105" y="166"/>
                  <a:pt x="105" y="166"/>
                </a:cubicBezTo>
                <a:cubicBezTo>
                  <a:pt x="105" y="167"/>
                  <a:pt x="105" y="168"/>
                  <a:pt x="105" y="169"/>
                </a:cubicBezTo>
                <a:cubicBezTo>
                  <a:pt x="105" y="170"/>
                  <a:pt x="105" y="171"/>
                  <a:pt x="104" y="172"/>
                </a:cubicBezTo>
                <a:cubicBezTo>
                  <a:pt x="104" y="174"/>
                  <a:pt x="103" y="175"/>
                  <a:pt x="101" y="177"/>
                </a:cubicBezTo>
                <a:cubicBezTo>
                  <a:pt x="100" y="178"/>
                  <a:pt x="99" y="178"/>
                  <a:pt x="98" y="178"/>
                </a:cubicBezTo>
                <a:cubicBezTo>
                  <a:pt x="97" y="177"/>
                  <a:pt x="97" y="177"/>
                  <a:pt x="97" y="177"/>
                </a:cubicBezTo>
                <a:cubicBezTo>
                  <a:pt x="97" y="177"/>
                  <a:pt x="96" y="177"/>
                  <a:pt x="96" y="176"/>
                </a:cubicBezTo>
                <a:cubicBezTo>
                  <a:pt x="96" y="175"/>
                  <a:pt x="95" y="175"/>
                  <a:pt x="95" y="175"/>
                </a:cubicBezTo>
                <a:cubicBezTo>
                  <a:pt x="95" y="175"/>
                  <a:pt x="95" y="175"/>
                  <a:pt x="95" y="175"/>
                </a:cubicBezTo>
                <a:cubicBezTo>
                  <a:pt x="94" y="175"/>
                  <a:pt x="94" y="176"/>
                  <a:pt x="94" y="176"/>
                </a:cubicBezTo>
                <a:lnTo>
                  <a:pt x="97" y="168"/>
                </a:lnTo>
                <a:cubicBezTo>
                  <a:pt x="97" y="170"/>
                  <a:pt x="96" y="171"/>
                  <a:pt x="96" y="172"/>
                </a:cubicBezTo>
                <a:cubicBezTo>
                  <a:pt x="96" y="173"/>
                  <a:pt x="96" y="174"/>
                  <a:pt x="97" y="175"/>
                </a:cubicBezTo>
                <a:cubicBezTo>
                  <a:pt x="97" y="175"/>
                  <a:pt x="98" y="176"/>
                  <a:pt x="98" y="176"/>
                </a:cubicBezTo>
                <a:cubicBezTo>
                  <a:pt x="99" y="176"/>
                  <a:pt x="100" y="176"/>
                  <a:pt x="100" y="176"/>
                </a:cubicBezTo>
                <a:cubicBezTo>
                  <a:pt x="101" y="175"/>
                  <a:pt x="102" y="174"/>
                  <a:pt x="102" y="173"/>
                </a:cubicBezTo>
                <a:cubicBezTo>
                  <a:pt x="102" y="172"/>
                  <a:pt x="102" y="172"/>
                  <a:pt x="103" y="171"/>
                </a:cubicBezTo>
                <a:cubicBezTo>
                  <a:pt x="103" y="170"/>
                  <a:pt x="103" y="170"/>
                  <a:pt x="102" y="169"/>
                </a:cubicBezTo>
                <a:cubicBezTo>
                  <a:pt x="102" y="169"/>
                  <a:pt x="102" y="168"/>
                  <a:pt x="101" y="166"/>
                </a:cubicBezTo>
                <a:cubicBezTo>
                  <a:pt x="101" y="164"/>
                  <a:pt x="100" y="163"/>
                  <a:pt x="100" y="162"/>
                </a:cubicBezTo>
                <a:cubicBezTo>
                  <a:pt x="100" y="161"/>
                  <a:pt x="100" y="161"/>
                  <a:pt x="100" y="160"/>
                </a:cubicBezTo>
                <a:cubicBezTo>
                  <a:pt x="100" y="159"/>
                  <a:pt x="100" y="158"/>
                  <a:pt x="101" y="157"/>
                </a:cubicBezTo>
                <a:cubicBezTo>
                  <a:pt x="101" y="155"/>
                  <a:pt x="102" y="153"/>
                  <a:pt x="103" y="152"/>
                </a:cubicBezTo>
                <a:cubicBezTo>
                  <a:pt x="105" y="151"/>
                  <a:pt x="106" y="151"/>
                  <a:pt x="107" y="151"/>
                </a:cubicBezTo>
                <a:cubicBezTo>
                  <a:pt x="107" y="152"/>
                  <a:pt x="108" y="152"/>
                  <a:pt x="108" y="153"/>
                </a:cubicBezTo>
                <a:cubicBezTo>
                  <a:pt x="109" y="154"/>
                  <a:pt x="109" y="154"/>
                  <a:pt x="109" y="154"/>
                </a:cubicBezTo>
                <a:cubicBezTo>
                  <a:pt x="109" y="154"/>
                  <a:pt x="109" y="154"/>
                  <a:pt x="109" y="154"/>
                </a:cubicBezTo>
                <a:cubicBezTo>
                  <a:pt x="110" y="154"/>
                  <a:pt x="110" y="153"/>
                  <a:pt x="110" y="153"/>
                </a:cubicBezTo>
                <a:close/>
              </a:path>
              <a:path w="336" h="189">
                <a:moveTo>
                  <a:pt x="138" y="160"/>
                </a:moveTo>
                <a:lnTo>
                  <a:pt x="143" y="160"/>
                </a:lnTo>
                <a:lnTo>
                  <a:pt x="143" y="161"/>
                </a:lnTo>
                <a:lnTo>
                  <a:pt x="142" y="161"/>
                </a:lnTo>
                <a:cubicBezTo>
                  <a:pt x="142" y="161"/>
                  <a:pt x="142" y="161"/>
                  <a:pt x="142" y="161"/>
                </a:cubicBezTo>
                <a:cubicBezTo>
                  <a:pt x="141" y="162"/>
                  <a:pt x="141" y="162"/>
                  <a:pt x="141" y="163"/>
                </a:cubicBezTo>
                <a:cubicBezTo>
                  <a:pt x="140" y="163"/>
                  <a:pt x="140" y="164"/>
                  <a:pt x="139" y="165"/>
                </a:cubicBezTo>
                <a:lnTo>
                  <a:pt x="135" y="175"/>
                </a:lnTo>
                <a:lnTo>
                  <a:pt x="134" y="181"/>
                </a:lnTo>
                <a:cubicBezTo>
                  <a:pt x="134" y="183"/>
                  <a:pt x="134" y="184"/>
                  <a:pt x="134" y="184"/>
                </a:cubicBezTo>
                <a:cubicBezTo>
                  <a:pt x="135" y="185"/>
                  <a:pt x="135" y="185"/>
                  <a:pt x="135" y="185"/>
                </a:cubicBezTo>
                <a:lnTo>
                  <a:pt x="136" y="185"/>
                </a:lnTo>
                <a:lnTo>
                  <a:pt x="136" y="186"/>
                </a:lnTo>
                <a:lnTo>
                  <a:pt x="130" y="185"/>
                </a:lnTo>
                <a:lnTo>
                  <a:pt x="131" y="185"/>
                </a:lnTo>
                <a:cubicBezTo>
                  <a:pt x="131" y="185"/>
                  <a:pt x="132" y="184"/>
                  <a:pt x="132" y="184"/>
                </a:cubicBezTo>
                <a:cubicBezTo>
                  <a:pt x="132" y="183"/>
                  <a:pt x="132" y="183"/>
                  <a:pt x="133" y="181"/>
                </a:cubicBezTo>
                <a:lnTo>
                  <a:pt x="133" y="175"/>
                </a:lnTo>
                <a:lnTo>
                  <a:pt x="131" y="164"/>
                </a:lnTo>
                <a:cubicBezTo>
                  <a:pt x="131" y="162"/>
                  <a:pt x="130" y="161"/>
                  <a:pt x="130" y="161"/>
                </a:cubicBezTo>
                <a:cubicBezTo>
                  <a:pt x="130" y="161"/>
                  <a:pt x="130" y="160"/>
                  <a:pt x="130" y="160"/>
                </a:cubicBezTo>
                <a:cubicBezTo>
                  <a:pt x="129" y="160"/>
                  <a:pt x="129" y="160"/>
                  <a:pt x="129" y="159"/>
                </a:cubicBezTo>
                <a:lnTo>
                  <a:pt x="135" y="159"/>
                </a:lnTo>
                <a:lnTo>
                  <a:pt x="135" y="160"/>
                </a:lnTo>
                <a:lnTo>
                  <a:pt x="134" y="160"/>
                </a:lnTo>
                <a:cubicBezTo>
                  <a:pt x="134" y="160"/>
                  <a:pt x="134" y="160"/>
                  <a:pt x="133" y="160"/>
                </a:cubicBezTo>
                <a:cubicBezTo>
                  <a:pt x="133" y="161"/>
                  <a:pt x="133" y="161"/>
                  <a:pt x="133" y="162"/>
                </a:cubicBezTo>
                <a:cubicBezTo>
                  <a:pt x="133" y="162"/>
                  <a:pt x="133" y="163"/>
                  <a:pt x="133" y="164"/>
                </a:cubicBezTo>
                <a:lnTo>
                  <a:pt x="135" y="173"/>
                </a:lnTo>
                <a:lnTo>
                  <a:pt x="138" y="165"/>
                </a:lnTo>
                <a:cubicBezTo>
                  <a:pt x="139" y="164"/>
                  <a:pt x="139" y="163"/>
                  <a:pt x="139" y="163"/>
                </a:cubicBezTo>
                <a:cubicBezTo>
                  <a:pt x="139" y="162"/>
                  <a:pt x="139" y="162"/>
                  <a:pt x="139" y="162"/>
                </a:cubicBezTo>
                <a:cubicBezTo>
                  <a:pt x="139" y="161"/>
                  <a:pt x="139" y="161"/>
                  <a:pt x="139" y="161"/>
                </a:cubicBezTo>
                <a:cubicBezTo>
                  <a:pt x="139" y="161"/>
                  <a:pt x="139" y="161"/>
                  <a:pt x="138" y="161"/>
                </a:cubicBezTo>
                <a:lnTo>
                  <a:pt x="138" y="160"/>
                </a:lnTo>
                <a:close/>
              </a:path>
              <a:path w="336" h="189">
                <a:moveTo>
                  <a:pt x="84" y="146"/>
                </a:moveTo>
                <a:lnTo>
                  <a:pt x="79" y="155"/>
                </a:lnTo>
                <a:lnTo>
                  <a:pt x="82" y="156"/>
                </a:lnTo>
                <a:cubicBezTo>
                  <a:pt x="83" y="157"/>
                  <a:pt x="83" y="157"/>
                  <a:pt x="84" y="156"/>
                </a:cubicBezTo>
                <a:cubicBezTo>
                  <a:pt x="84" y="156"/>
                  <a:pt x="85" y="155"/>
                  <a:pt x="86" y="154"/>
                </a:cubicBezTo>
                <a:lnTo>
                  <a:pt x="82" y="162"/>
                </a:lnTo>
                <a:lnTo>
                  <a:pt x="81" y="162"/>
                </a:lnTo>
                <a:cubicBezTo>
                  <a:pt x="82" y="161"/>
                  <a:pt x="82" y="160"/>
                  <a:pt x="82" y="160"/>
                </a:cubicBezTo>
                <a:cubicBezTo>
                  <a:pt x="82" y="159"/>
                  <a:pt x="82" y="159"/>
                  <a:pt x="82" y="158"/>
                </a:cubicBezTo>
                <a:cubicBezTo>
                  <a:pt x="82" y="158"/>
                  <a:pt x="82" y="158"/>
                  <a:pt x="81" y="157"/>
                </a:cubicBezTo>
                <a:lnTo>
                  <a:pt x="79" y="156"/>
                </a:lnTo>
                <a:lnTo>
                  <a:pt x="75" y="164"/>
                </a:lnTo>
                <a:cubicBezTo>
                  <a:pt x="74" y="165"/>
                  <a:pt x="74" y="165"/>
                  <a:pt x="74" y="166"/>
                </a:cubicBezTo>
                <a:cubicBezTo>
                  <a:pt x="74" y="166"/>
                  <a:pt x="74" y="166"/>
                  <a:pt x="74" y="166"/>
                </a:cubicBezTo>
                <a:cubicBezTo>
                  <a:pt x="74" y="166"/>
                  <a:pt x="74" y="167"/>
                  <a:pt x="74" y="167"/>
                </a:cubicBezTo>
                <a:lnTo>
                  <a:pt x="76" y="168"/>
                </a:lnTo>
                <a:cubicBezTo>
                  <a:pt x="77" y="168"/>
                  <a:pt x="77" y="168"/>
                  <a:pt x="78" y="168"/>
                </a:cubicBezTo>
                <a:cubicBezTo>
                  <a:pt x="78" y="168"/>
                  <a:pt x="79" y="168"/>
                  <a:pt x="79" y="168"/>
                </a:cubicBezTo>
                <a:cubicBezTo>
                  <a:pt x="80" y="167"/>
                  <a:pt x="81" y="166"/>
                  <a:pt x="82" y="165"/>
                </a:cubicBezTo>
                <a:lnTo>
                  <a:pt x="78" y="171"/>
                </a:lnTo>
                <a:lnTo>
                  <a:pt x="69" y="166"/>
                </a:lnTo>
                <a:lnTo>
                  <a:pt x="70" y="165"/>
                </a:lnTo>
                <a:cubicBezTo>
                  <a:pt x="70" y="166"/>
                  <a:pt x="71" y="166"/>
                  <a:pt x="71" y="165"/>
                </a:cubicBezTo>
                <a:cubicBezTo>
                  <a:pt x="71" y="165"/>
                  <a:pt x="72" y="165"/>
                  <a:pt x="72" y="165"/>
                </a:cubicBezTo>
                <a:cubicBezTo>
                  <a:pt x="72" y="164"/>
                  <a:pt x="73" y="164"/>
                  <a:pt x="73" y="163"/>
                </a:cubicBezTo>
                <a:lnTo>
                  <a:pt x="81" y="148"/>
                </a:lnTo>
                <a:cubicBezTo>
                  <a:pt x="82" y="146"/>
                  <a:pt x="82" y="145"/>
                  <a:pt x="82" y="145"/>
                </a:cubicBezTo>
                <a:cubicBezTo>
                  <a:pt x="82" y="144"/>
                  <a:pt x="82" y="144"/>
                  <a:pt x="82" y="144"/>
                </a:cubicBezTo>
                <a:lnTo>
                  <a:pt x="81" y="143"/>
                </a:lnTo>
                <a:lnTo>
                  <a:pt x="82" y="143"/>
                </a:lnTo>
                <a:lnTo>
                  <a:pt x="91" y="147"/>
                </a:lnTo>
                <a:lnTo>
                  <a:pt x="88" y="153"/>
                </a:lnTo>
                <a:lnTo>
                  <a:pt x="88" y="152"/>
                </a:lnTo>
                <a:cubicBezTo>
                  <a:pt x="88" y="151"/>
                  <a:pt x="89" y="150"/>
                  <a:pt x="89" y="150"/>
                </a:cubicBezTo>
                <a:cubicBezTo>
                  <a:pt x="89" y="149"/>
                  <a:pt x="89" y="149"/>
                  <a:pt x="89" y="148"/>
                </a:cubicBezTo>
                <a:cubicBezTo>
                  <a:pt x="88" y="148"/>
                  <a:pt x="88" y="148"/>
                  <a:pt x="87" y="147"/>
                </a:cubicBezTo>
                <a:lnTo>
                  <a:pt x="84" y="146"/>
                </a:lnTo>
                <a:close/>
              </a:path>
              <a:path w="336" h="189">
                <a:moveTo>
                  <a:pt x="108" y="180"/>
                </a:moveTo>
                <a:lnTo>
                  <a:pt x="108" y="180"/>
                </a:lnTo>
                <a:lnTo>
                  <a:pt x="103" y="178"/>
                </a:lnTo>
                <a:lnTo>
                  <a:pt x="103" y="177"/>
                </a:lnTo>
                <a:lnTo>
                  <a:pt x="104" y="178"/>
                </a:lnTo>
                <a:cubicBezTo>
                  <a:pt x="104" y="178"/>
                  <a:pt x="105" y="178"/>
                  <a:pt x="105" y="177"/>
                </a:cubicBezTo>
                <a:cubicBezTo>
                  <a:pt x="105" y="177"/>
                  <a:pt x="106" y="176"/>
                  <a:pt x="106" y="174"/>
                </a:cubicBezTo>
                <a:lnTo>
                  <a:pt x="113" y="159"/>
                </a:lnTo>
                <a:cubicBezTo>
                  <a:pt x="113" y="157"/>
                  <a:pt x="113" y="157"/>
                  <a:pt x="113" y="156"/>
                </a:cubicBezTo>
                <a:cubicBezTo>
                  <a:pt x="113" y="156"/>
                  <a:pt x="113" y="156"/>
                  <a:pt x="113" y="155"/>
                </a:cubicBezTo>
                <a:cubicBezTo>
                  <a:pt x="113" y="155"/>
                  <a:pt x="113" y="155"/>
                  <a:pt x="113" y="154"/>
                </a:cubicBezTo>
                <a:lnTo>
                  <a:pt x="112" y="154"/>
                </a:lnTo>
                <a:lnTo>
                  <a:pt x="113" y="154"/>
                </a:lnTo>
                <a:lnTo>
                  <a:pt x="118" y="156"/>
                </a:lnTo>
                <a:lnTo>
                  <a:pt x="117" y="156"/>
                </a:lnTo>
                <a:cubicBezTo>
                  <a:pt x="117" y="156"/>
                  <a:pt x="116" y="156"/>
                  <a:pt x="116" y="157"/>
                </a:cubicBezTo>
                <a:cubicBezTo>
                  <a:pt x="115" y="157"/>
                  <a:pt x="115" y="158"/>
                  <a:pt x="114" y="159"/>
                </a:cubicBezTo>
                <a:lnTo>
                  <a:pt x="108" y="175"/>
                </a:lnTo>
                <a:cubicBezTo>
                  <a:pt x="108" y="176"/>
                  <a:pt x="107" y="177"/>
                  <a:pt x="107" y="178"/>
                </a:cubicBezTo>
                <a:cubicBezTo>
                  <a:pt x="107" y="178"/>
                  <a:pt x="107" y="178"/>
                  <a:pt x="107" y="179"/>
                </a:cubicBezTo>
                <a:cubicBezTo>
                  <a:pt x="107" y="179"/>
                  <a:pt x="108" y="179"/>
                  <a:pt x="108" y="179"/>
                </a:cubicBezTo>
                <a:lnTo>
                  <a:pt x="108" y="180"/>
                </a:lnTo>
                <a:close/>
              </a:path>
              <a:path w="336" h="189">
                <a:moveTo>
                  <a:pt x="129" y="158"/>
                </a:moveTo>
                <a:lnTo>
                  <a:pt x="128" y="164"/>
                </a:lnTo>
                <a:cubicBezTo>
                  <a:pt x="128" y="163"/>
                  <a:pt x="128" y="162"/>
                  <a:pt x="128" y="162"/>
                </a:cubicBezTo>
                <a:cubicBezTo>
                  <a:pt x="128" y="161"/>
                  <a:pt x="128" y="161"/>
                  <a:pt x="128" y="160"/>
                </a:cubicBezTo>
                <a:cubicBezTo>
                  <a:pt x="127" y="160"/>
                  <a:pt x="127" y="159"/>
                  <a:pt x="126" y="159"/>
                </a:cubicBezTo>
                <a:lnTo>
                  <a:pt x="125" y="159"/>
                </a:lnTo>
                <a:lnTo>
                  <a:pt x="120" y="178"/>
                </a:lnTo>
                <a:cubicBezTo>
                  <a:pt x="119" y="180"/>
                  <a:pt x="119" y="181"/>
                  <a:pt x="119" y="181"/>
                </a:cubicBezTo>
                <a:cubicBezTo>
                  <a:pt x="119" y="182"/>
                  <a:pt x="119" y="182"/>
                  <a:pt x="120" y="182"/>
                </a:cubicBezTo>
                <a:lnTo>
                  <a:pt x="120" y="183"/>
                </a:lnTo>
                <a:lnTo>
                  <a:pt x="115" y="182"/>
                </a:lnTo>
                <a:lnTo>
                  <a:pt x="115" y="181"/>
                </a:lnTo>
                <a:cubicBezTo>
                  <a:pt x="116" y="181"/>
                  <a:pt x="116" y="181"/>
                  <a:pt x="117" y="180"/>
                </a:cubicBezTo>
                <a:cubicBezTo>
                  <a:pt x="117" y="180"/>
                  <a:pt x="117" y="179"/>
                  <a:pt x="118" y="178"/>
                </a:cubicBezTo>
                <a:lnTo>
                  <a:pt x="123" y="158"/>
                </a:lnTo>
                <a:lnTo>
                  <a:pt x="121" y="158"/>
                </a:lnTo>
                <a:cubicBezTo>
                  <a:pt x="121" y="158"/>
                  <a:pt x="120" y="158"/>
                  <a:pt x="120" y="158"/>
                </a:cubicBezTo>
                <a:cubicBezTo>
                  <a:pt x="120" y="158"/>
                  <a:pt x="119" y="158"/>
                  <a:pt x="119" y="159"/>
                </a:cubicBezTo>
                <a:cubicBezTo>
                  <a:pt x="119" y="160"/>
                  <a:pt x="118" y="160"/>
                  <a:pt x="118" y="162"/>
                </a:cubicBezTo>
                <a:lnTo>
                  <a:pt x="117" y="161"/>
                </a:lnTo>
                <a:lnTo>
                  <a:pt x="119" y="156"/>
                </a:lnTo>
                <a:lnTo>
                  <a:pt x="129" y="158"/>
                </a:lnTo>
                <a:close/>
              </a:path>
              <a:path w="336" h="189">
                <a:moveTo>
                  <a:pt x="209" y="181"/>
                </a:moveTo>
                <a:lnTo>
                  <a:pt x="210" y="181"/>
                </a:lnTo>
                <a:lnTo>
                  <a:pt x="204" y="183"/>
                </a:lnTo>
                <a:lnTo>
                  <a:pt x="204" y="182"/>
                </a:lnTo>
                <a:lnTo>
                  <a:pt x="205" y="182"/>
                </a:lnTo>
                <a:cubicBezTo>
                  <a:pt x="205" y="182"/>
                  <a:pt x="205" y="181"/>
                  <a:pt x="206" y="181"/>
                </a:cubicBezTo>
                <a:cubicBezTo>
                  <a:pt x="206" y="180"/>
                  <a:pt x="205" y="179"/>
                  <a:pt x="205" y="178"/>
                </a:cubicBezTo>
                <a:lnTo>
                  <a:pt x="202" y="161"/>
                </a:lnTo>
                <a:cubicBezTo>
                  <a:pt x="201" y="160"/>
                  <a:pt x="201" y="159"/>
                  <a:pt x="201" y="159"/>
                </a:cubicBezTo>
                <a:cubicBezTo>
                  <a:pt x="201" y="158"/>
                  <a:pt x="201" y="158"/>
                  <a:pt x="200" y="158"/>
                </a:cubicBezTo>
                <a:cubicBezTo>
                  <a:pt x="200" y="158"/>
                  <a:pt x="200" y="158"/>
                  <a:pt x="199" y="158"/>
                </a:cubicBezTo>
                <a:lnTo>
                  <a:pt x="199" y="157"/>
                </a:lnTo>
                <a:lnTo>
                  <a:pt x="204" y="156"/>
                </a:lnTo>
                <a:lnTo>
                  <a:pt x="204" y="157"/>
                </a:lnTo>
                <a:cubicBezTo>
                  <a:pt x="203" y="157"/>
                  <a:pt x="203" y="157"/>
                  <a:pt x="203" y="158"/>
                </a:cubicBezTo>
                <a:cubicBezTo>
                  <a:pt x="203" y="158"/>
                  <a:pt x="203" y="159"/>
                  <a:pt x="203" y="161"/>
                </a:cubicBezTo>
                <a:lnTo>
                  <a:pt x="207" y="177"/>
                </a:lnTo>
                <a:cubicBezTo>
                  <a:pt x="207" y="179"/>
                  <a:pt x="207" y="179"/>
                  <a:pt x="208" y="180"/>
                </a:cubicBezTo>
                <a:cubicBezTo>
                  <a:pt x="208" y="180"/>
                  <a:pt x="208" y="180"/>
                  <a:pt x="208" y="181"/>
                </a:cubicBezTo>
                <a:cubicBezTo>
                  <a:pt x="208" y="181"/>
                  <a:pt x="209" y="181"/>
                  <a:pt x="209" y="181"/>
                </a:cubicBezTo>
                <a:close/>
              </a:path>
              <a:path w="336" h="189">
                <a:moveTo>
                  <a:pt x="197" y="157"/>
                </a:moveTo>
                <a:lnTo>
                  <a:pt x="199" y="166"/>
                </a:lnTo>
                <a:cubicBezTo>
                  <a:pt x="198" y="163"/>
                  <a:pt x="197" y="162"/>
                  <a:pt x="196" y="161"/>
                </a:cubicBezTo>
                <a:cubicBezTo>
                  <a:pt x="195" y="160"/>
                  <a:pt x="194" y="159"/>
                  <a:pt x="193" y="160"/>
                </a:cubicBezTo>
                <a:cubicBezTo>
                  <a:pt x="193" y="160"/>
                  <a:pt x="192" y="160"/>
                  <a:pt x="192" y="161"/>
                </a:cubicBezTo>
                <a:cubicBezTo>
                  <a:pt x="191" y="162"/>
                  <a:pt x="191" y="164"/>
                  <a:pt x="191" y="166"/>
                </a:cubicBezTo>
                <a:cubicBezTo>
                  <a:pt x="191" y="168"/>
                  <a:pt x="191" y="170"/>
                  <a:pt x="192" y="173"/>
                </a:cubicBezTo>
                <a:cubicBezTo>
                  <a:pt x="192" y="175"/>
                  <a:pt x="193" y="177"/>
                  <a:pt x="194" y="179"/>
                </a:cubicBezTo>
                <a:cubicBezTo>
                  <a:pt x="194" y="181"/>
                  <a:pt x="195" y="182"/>
                  <a:pt x="196" y="183"/>
                </a:cubicBezTo>
                <a:cubicBezTo>
                  <a:pt x="197" y="183"/>
                  <a:pt x="198" y="184"/>
                  <a:pt x="199" y="183"/>
                </a:cubicBezTo>
                <a:cubicBezTo>
                  <a:pt x="200" y="183"/>
                  <a:pt x="200" y="183"/>
                  <a:pt x="201" y="182"/>
                </a:cubicBezTo>
                <a:cubicBezTo>
                  <a:pt x="201" y="181"/>
                  <a:pt x="202" y="179"/>
                  <a:pt x="202" y="177"/>
                </a:cubicBezTo>
                <a:cubicBezTo>
                  <a:pt x="202" y="180"/>
                  <a:pt x="202" y="182"/>
                  <a:pt x="201" y="183"/>
                </a:cubicBezTo>
                <a:cubicBezTo>
                  <a:pt x="201" y="184"/>
                  <a:pt x="200" y="185"/>
                  <a:pt x="199" y="185"/>
                </a:cubicBezTo>
                <a:cubicBezTo>
                  <a:pt x="197" y="186"/>
                  <a:pt x="195" y="184"/>
                  <a:pt x="193" y="182"/>
                </a:cubicBezTo>
                <a:cubicBezTo>
                  <a:pt x="191" y="179"/>
                  <a:pt x="190" y="177"/>
                  <a:pt x="190" y="174"/>
                </a:cubicBezTo>
                <a:cubicBezTo>
                  <a:pt x="189" y="171"/>
                  <a:pt x="189" y="169"/>
                  <a:pt x="189" y="166"/>
                </a:cubicBezTo>
                <a:cubicBezTo>
                  <a:pt x="189" y="164"/>
                  <a:pt x="190" y="162"/>
                  <a:pt x="190" y="161"/>
                </a:cubicBezTo>
                <a:cubicBezTo>
                  <a:pt x="191" y="159"/>
                  <a:pt x="192" y="159"/>
                  <a:pt x="193" y="158"/>
                </a:cubicBezTo>
                <a:cubicBezTo>
                  <a:pt x="194" y="158"/>
                  <a:pt x="195" y="158"/>
                  <a:pt x="196" y="159"/>
                </a:cubicBezTo>
                <a:cubicBezTo>
                  <a:pt x="196" y="159"/>
                  <a:pt x="196" y="159"/>
                  <a:pt x="197" y="159"/>
                </a:cubicBezTo>
                <a:cubicBezTo>
                  <a:pt x="197" y="159"/>
                  <a:pt x="197" y="159"/>
                  <a:pt x="197" y="159"/>
                </a:cubicBezTo>
                <a:cubicBezTo>
                  <a:pt x="197" y="158"/>
                  <a:pt x="197" y="158"/>
                  <a:pt x="197" y="157"/>
                </a:cubicBezTo>
                <a:close/>
              </a:path>
              <a:path w="336" h="189">
                <a:moveTo>
                  <a:pt x="183" y="160"/>
                </a:moveTo>
                <a:lnTo>
                  <a:pt x="185" y="169"/>
                </a:lnTo>
                <a:cubicBezTo>
                  <a:pt x="184" y="167"/>
                  <a:pt x="184" y="166"/>
                  <a:pt x="183" y="165"/>
                </a:cubicBezTo>
                <a:cubicBezTo>
                  <a:pt x="183" y="164"/>
                  <a:pt x="182" y="163"/>
                  <a:pt x="182" y="163"/>
                </a:cubicBezTo>
                <a:cubicBezTo>
                  <a:pt x="181" y="162"/>
                  <a:pt x="180" y="162"/>
                  <a:pt x="180" y="162"/>
                </a:cubicBezTo>
                <a:cubicBezTo>
                  <a:pt x="179" y="163"/>
                  <a:pt x="179" y="163"/>
                  <a:pt x="178" y="164"/>
                </a:cubicBezTo>
                <a:cubicBezTo>
                  <a:pt x="178" y="165"/>
                  <a:pt x="178" y="166"/>
                  <a:pt x="178" y="167"/>
                </a:cubicBezTo>
                <a:cubicBezTo>
                  <a:pt x="179" y="168"/>
                  <a:pt x="179" y="168"/>
                  <a:pt x="179" y="169"/>
                </a:cubicBezTo>
                <a:cubicBezTo>
                  <a:pt x="180" y="170"/>
                  <a:pt x="181" y="171"/>
                  <a:pt x="183" y="172"/>
                </a:cubicBezTo>
                <a:cubicBezTo>
                  <a:pt x="184" y="173"/>
                  <a:pt x="185" y="174"/>
                  <a:pt x="186" y="175"/>
                </a:cubicBezTo>
                <a:cubicBezTo>
                  <a:pt x="186" y="175"/>
                  <a:pt x="187" y="176"/>
                  <a:pt x="187" y="177"/>
                </a:cubicBezTo>
                <a:cubicBezTo>
                  <a:pt x="188" y="178"/>
                  <a:pt x="188" y="179"/>
                  <a:pt x="188" y="180"/>
                </a:cubicBezTo>
                <a:cubicBezTo>
                  <a:pt x="189" y="182"/>
                  <a:pt x="189" y="183"/>
                  <a:pt x="188" y="185"/>
                </a:cubicBezTo>
                <a:cubicBezTo>
                  <a:pt x="188" y="186"/>
                  <a:pt x="187" y="187"/>
                  <a:pt x="186" y="188"/>
                </a:cubicBezTo>
                <a:cubicBezTo>
                  <a:pt x="185" y="188"/>
                  <a:pt x="185" y="188"/>
                  <a:pt x="185" y="188"/>
                </a:cubicBezTo>
                <a:cubicBezTo>
                  <a:pt x="185" y="188"/>
                  <a:pt x="184" y="188"/>
                  <a:pt x="184" y="187"/>
                </a:cubicBezTo>
                <a:cubicBezTo>
                  <a:pt x="183" y="187"/>
                  <a:pt x="182" y="187"/>
                  <a:pt x="182" y="187"/>
                </a:cubicBezTo>
                <a:cubicBezTo>
                  <a:pt x="182" y="187"/>
                  <a:pt x="182" y="187"/>
                  <a:pt x="182" y="187"/>
                </a:cubicBezTo>
                <a:cubicBezTo>
                  <a:pt x="182" y="188"/>
                  <a:pt x="182" y="188"/>
                  <a:pt x="182" y="189"/>
                </a:cubicBezTo>
                <a:lnTo>
                  <a:pt x="180" y="180"/>
                </a:lnTo>
                <a:cubicBezTo>
                  <a:pt x="181" y="182"/>
                  <a:pt x="181" y="183"/>
                  <a:pt x="182" y="184"/>
                </a:cubicBezTo>
                <a:cubicBezTo>
                  <a:pt x="182" y="185"/>
                  <a:pt x="183" y="185"/>
                  <a:pt x="183" y="186"/>
                </a:cubicBezTo>
                <a:cubicBezTo>
                  <a:pt x="184" y="186"/>
                  <a:pt x="185" y="186"/>
                  <a:pt x="185" y="186"/>
                </a:cubicBezTo>
                <a:cubicBezTo>
                  <a:pt x="186" y="186"/>
                  <a:pt x="187" y="185"/>
                  <a:pt x="187" y="185"/>
                </a:cubicBezTo>
                <a:cubicBezTo>
                  <a:pt x="187" y="184"/>
                  <a:pt x="187" y="183"/>
                  <a:pt x="187" y="181"/>
                </a:cubicBezTo>
                <a:cubicBezTo>
                  <a:pt x="187" y="181"/>
                  <a:pt x="187" y="180"/>
                  <a:pt x="186" y="180"/>
                </a:cubicBezTo>
                <a:cubicBezTo>
                  <a:pt x="186" y="179"/>
                  <a:pt x="186" y="178"/>
                  <a:pt x="185" y="178"/>
                </a:cubicBezTo>
                <a:cubicBezTo>
                  <a:pt x="185" y="178"/>
                  <a:pt x="184" y="177"/>
                  <a:pt x="183" y="176"/>
                </a:cubicBezTo>
                <a:cubicBezTo>
                  <a:pt x="181" y="175"/>
                  <a:pt x="180" y="174"/>
                  <a:pt x="180" y="174"/>
                </a:cubicBezTo>
                <a:cubicBezTo>
                  <a:pt x="179" y="173"/>
                  <a:pt x="179" y="172"/>
                  <a:pt x="178" y="171"/>
                </a:cubicBezTo>
                <a:cubicBezTo>
                  <a:pt x="178" y="171"/>
                  <a:pt x="177" y="170"/>
                  <a:pt x="177" y="169"/>
                </a:cubicBezTo>
                <a:cubicBezTo>
                  <a:pt x="177" y="167"/>
                  <a:pt x="177" y="165"/>
                  <a:pt x="177" y="164"/>
                </a:cubicBezTo>
                <a:cubicBezTo>
                  <a:pt x="178" y="162"/>
                  <a:pt x="178" y="161"/>
                  <a:pt x="179" y="161"/>
                </a:cubicBezTo>
                <a:cubicBezTo>
                  <a:pt x="180" y="161"/>
                  <a:pt x="181" y="161"/>
                  <a:pt x="182" y="161"/>
                </a:cubicBezTo>
                <a:cubicBezTo>
                  <a:pt x="182" y="162"/>
                  <a:pt x="182" y="162"/>
                  <a:pt x="182" y="162"/>
                </a:cubicBezTo>
                <a:cubicBezTo>
                  <a:pt x="183" y="162"/>
                  <a:pt x="183" y="162"/>
                  <a:pt x="183" y="161"/>
                </a:cubicBezTo>
                <a:cubicBezTo>
                  <a:pt x="183" y="161"/>
                  <a:pt x="183" y="161"/>
                  <a:pt x="183" y="160"/>
                </a:cubicBezTo>
                <a:close/>
              </a:path>
              <a:path w="336" h="189">
                <a:moveTo>
                  <a:pt x="209" y="157"/>
                </a:moveTo>
                <a:lnTo>
                  <a:pt x="212" y="167"/>
                </a:lnTo>
                <a:lnTo>
                  <a:pt x="214" y="166"/>
                </a:lnTo>
                <a:cubicBezTo>
                  <a:pt x="215" y="166"/>
                  <a:pt x="215" y="166"/>
                  <a:pt x="216" y="165"/>
                </a:cubicBezTo>
                <a:cubicBezTo>
                  <a:pt x="216" y="165"/>
                  <a:pt x="216" y="164"/>
                  <a:pt x="215" y="162"/>
                </a:cubicBezTo>
                <a:lnTo>
                  <a:pt x="216" y="162"/>
                </a:lnTo>
                <a:lnTo>
                  <a:pt x="218" y="171"/>
                </a:lnTo>
                <a:lnTo>
                  <a:pt x="217" y="171"/>
                </a:lnTo>
                <a:cubicBezTo>
                  <a:pt x="217" y="170"/>
                  <a:pt x="217" y="169"/>
                  <a:pt x="217" y="169"/>
                </a:cubicBezTo>
                <a:cubicBezTo>
                  <a:pt x="216" y="168"/>
                  <a:pt x="216" y="168"/>
                  <a:pt x="216" y="168"/>
                </a:cubicBezTo>
                <a:cubicBezTo>
                  <a:pt x="216" y="168"/>
                  <a:pt x="215" y="167"/>
                  <a:pt x="215" y="168"/>
                </a:cubicBezTo>
                <a:lnTo>
                  <a:pt x="212" y="168"/>
                </a:lnTo>
                <a:lnTo>
                  <a:pt x="214" y="177"/>
                </a:lnTo>
                <a:cubicBezTo>
                  <a:pt x="214" y="178"/>
                  <a:pt x="214" y="179"/>
                  <a:pt x="214" y="179"/>
                </a:cubicBezTo>
                <a:cubicBezTo>
                  <a:pt x="215" y="179"/>
                  <a:pt x="215" y="179"/>
                  <a:pt x="215" y="179"/>
                </a:cubicBezTo>
                <a:cubicBezTo>
                  <a:pt x="215" y="179"/>
                  <a:pt x="215" y="179"/>
                  <a:pt x="216" y="179"/>
                </a:cubicBezTo>
                <a:lnTo>
                  <a:pt x="218" y="179"/>
                </a:lnTo>
                <a:cubicBezTo>
                  <a:pt x="218" y="179"/>
                  <a:pt x="219" y="178"/>
                  <a:pt x="219" y="178"/>
                </a:cubicBezTo>
                <a:cubicBezTo>
                  <a:pt x="219" y="178"/>
                  <a:pt x="219" y="177"/>
                  <a:pt x="220" y="177"/>
                </a:cubicBezTo>
                <a:cubicBezTo>
                  <a:pt x="220" y="176"/>
                  <a:pt x="220" y="175"/>
                  <a:pt x="220" y="173"/>
                </a:cubicBezTo>
                <a:lnTo>
                  <a:pt x="221" y="180"/>
                </a:lnTo>
                <a:lnTo>
                  <a:pt x="212" y="182"/>
                </a:lnTo>
                <a:lnTo>
                  <a:pt x="211" y="181"/>
                </a:lnTo>
                <a:lnTo>
                  <a:pt x="212" y="181"/>
                </a:lnTo>
                <a:cubicBezTo>
                  <a:pt x="212" y="181"/>
                  <a:pt x="212" y="181"/>
                  <a:pt x="213" y="180"/>
                </a:cubicBezTo>
                <a:cubicBezTo>
                  <a:pt x="213" y="180"/>
                  <a:pt x="213" y="180"/>
                  <a:pt x="213" y="179"/>
                </a:cubicBezTo>
                <a:cubicBezTo>
                  <a:pt x="213" y="179"/>
                  <a:pt x="213" y="178"/>
                  <a:pt x="212" y="177"/>
                </a:cubicBezTo>
                <a:lnTo>
                  <a:pt x="208" y="160"/>
                </a:lnTo>
                <a:cubicBezTo>
                  <a:pt x="208" y="159"/>
                  <a:pt x="208" y="158"/>
                  <a:pt x="208" y="157"/>
                </a:cubicBezTo>
                <a:cubicBezTo>
                  <a:pt x="207" y="157"/>
                  <a:pt x="207" y="157"/>
                  <a:pt x="206" y="157"/>
                </a:cubicBezTo>
                <a:lnTo>
                  <a:pt x="206" y="156"/>
                </a:lnTo>
                <a:lnTo>
                  <a:pt x="215" y="154"/>
                </a:lnTo>
                <a:lnTo>
                  <a:pt x="216" y="159"/>
                </a:lnTo>
                <a:lnTo>
                  <a:pt x="216" y="160"/>
                </a:lnTo>
                <a:cubicBezTo>
                  <a:pt x="215" y="158"/>
                  <a:pt x="215" y="157"/>
                  <a:pt x="215" y="157"/>
                </a:cubicBezTo>
                <a:cubicBezTo>
                  <a:pt x="215" y="156"/>
                  <a:pt x="214" y="156"/>
                  <a:pt x="214" y="156"/>
                </a:cubicBezTo>
                <a:cubicBezTo>
                  <a:pt x="214" y="156"/>
                  <a:pt x="213" y="156"/>
                  <a:pt x="213" y="156"/>
                </a:cubicBezTo>
                <a:lnTo>
                  <a:pt x="209" y="157"/>
                </a:lnTo>
                <a:close/>
              </a:path>
              <a:path w="336" h="189">
                <a:moveTo>
                  <a:pt x="217" y="153"/>
                </a:moveTo>
                <a:lnTo>
                  <a:pt x="220" y="153"/>
                </a:lnTo>
                <a:lnTo>
                  <a:pt x="231" y="170"/>
                </a:lnTo>
                <a:lnTo>
                  <a:pt x="228" y="155"/>
                </a:lnTo>
                <a:cubicBezTo>
                  <a:pt x="228" y="154"/>
                  <a:pt x="227" y="153"/>
                  <a:pt x="227" y="152"/>
                </a:cubicBezTo>
                <a:cubicBezTo>
                  <a:pt x="227" y="152"/>
                  <a:pt x="226" y="152"/>
                  <a:pt x="226" y="152"/>
                </a:cubicBezTo>
                <a:lnTo>
                  <a:pt x="225" y="152"/>
                </a:lnTo>
                <a:lnTo>
                  <a:pt x="225" y="151"/>
                </a:lnTo>
                <a:lnTo>
                  <a:pt x="229" y="150"/>
                </a:lnTo>
                <a:lnTo>
                  <a:pt x="230" y="151"/>
                </a:lnTo>
                <a:lnTo>
                  <a:pt x="229" y="151"/>
                </a:lnTo>
                <a:cubicBezTo>
                  <a:pt x="229" y="151"/>
                  <a:pt x="228" y="151"/>
                  <a:pt x="228" y="152"/>
                </a:cubicBezTo>
                <a:cubicBezTo>
                  <a:pt x="228" y="153"/>
                  <a:pt x="228" y="154"/>
                  <a:pt x="229" y="155"/>
                </a:cubicBezTo>
                <a:lnTo>
                  <a:pt x="234" y="177"/>
                </a:lnTo>
                <a:lnTo>
                  <a:pt x="233" y="177"/>
                </a:lnTo>
                <a:lnTo>
                  <a:pt x="221" y="158"/>
                </a:lnTo>
                <a:lnTo>
                  <a:pt x="224" y="174"/>
                </a:lnTo>
                <a:cubicBezTo>
                  <a:pt x="225" y="175"/>
                  <a:pt x="225" y="176"/>
                  <a:pt x="225" y="177"/>
                </a:cubicBezTo>
                <a:cubicBezTo>
                  <a:pt x="226" y="177"/>
                  <a:pt x="226" y="177"/>
                  <a:pt x="226" y="177"/>
                </a:cubicBezTo>
                <a:lnTo>
                  <a:pt x="227" y="177"/>
                </a:lnTo>
                <a:lnTo>
                  <a:pt x="227" y="178"/>
                </a:lnTo>
                <a:lnTo>
                  <a:pt x="223" y="179"/>
                </a:lnTo>
                <a:lnTo>
                  <a:pt x="223" y="178"/>
                </a:lnTo>
                <a:cubicBezTo>
                  <a:pt x="224" y="178"/>
                  <a:pt x="224" y="178"/>
                  <a:pt x="224" y="177"/>
                </a:cubicBezTo>
                <a:cubicBezTo>
                  <a:pt x="224" y="176"/>
                  <a:pt x="224" y="175"/>
                  <a:pt x="224" y="174"/>
                </a:cubicBezTo>
                <a:lnTo>
                  <a:pt x="220" y="156"/>
                </a:lnTo>
                <a:cubicBezTo>
                  <a:pt x="219" y="155"/>
                  <a:pt x="219" y="155"/>
                  <a:pt x="218" y="155"/>
                </a:cubicBezTo>
                <a:cubicBezTo>
                  <a:pt x="218" y="154"/>
                  <a:pt x="218" y="154"/>
                  <a:pt x="217" y="154"/>
                </a:cubicBezTo>
                <a:cubicBezTo>
                  <a:pt x="217" y="154"/>
                  <a:pt x="217" y="154"/>
                  <a:pt x="217" y="154"/>
                </a:cubicBezTo>
                <a:lnTo>
                  <a:pt x="217" y="153"/>
                </a:lnTo>
                <a:close/>
              </a:path>
              <a:path w="336" h="189">
                <a:moveTo>
                  <a:pt x="238" y="146"/>
                </a:moveTo>
                <a:lnTo>
                  <a:pt x="242" y="155"/>
                </a:lnTo>
                <a:cubicBezTo>
                  <a:pt x="240" y="152"/>
                  <a:pt x="239" y="151"/>
                  <a:pt x="238" y="150"/>
                </a:cubicBezTo>
                <a:cubicBezTo>
                  <a:pt x="237" y="149"/>
                  <a:pt x="236" y="149"/>
                  <a:pt x="235" y="149"/>
                </a:cubicBezTo>
                <a:cubicBezTo>
                  <a:pt x="234" y="149"/>
                  <a:pt x="233" y="150"/>
                  <a:pt x="233" y="151"/>
                </a:cubicBezTo>
                <a:cubicBezTo>
                  <a:pt x="233" y="152"/>
                  <a:pt x="233" y="154"/>
                  <a:pt x="233" y="156"/>
                </a:cubicBezTo>
                <a:cubicBezTo>
                  <a:pt x="233" y="158"/>
                  <a:pt x="234" y="160"/>
                  <a:pt x="235" y="163"/>
                </a:cubicBezTo>
                <a:cubicBezTo>
                  <a:pt x="236" y="165"/>
                  <a:pt x="237" y="167"/>
                  <a:pt x="237" y="168"/>
                </a:cubicBezTo>
                <a:cubicBezTo>
                  <a:pt x="238" y="170"/>
                  <a:pt x="239" y="171"/>
                  <a:pt x="240" y="172"/>
                </a:cubicBezTo>
                <a:cubicBezTo>
                  <a:pt x="241" y="172"/>
                  <a:pt x="242" y="172"/>
                  <a:pt x="243" y="172"/>
                </a:cubicBezTo>
                <a:cubicBezTo>
                  <a:pt x="244" y="172"/>
                  <a:pt x="245" y="171"/>
                  <a:pt x="245" y="170"/>
                </a:cubicBezTo>
                <a:cubicBezTo>
                  <a:pt x="245" y="169"/>
                  <a:pt x="246" y="168"/>
                  <a:pt x="246" y="165"/>
                </a:cubicBezTo>
                <a:lnTo>
                  <a:pt x="246" y="166"/>
                </a:lnTo>
                <a:cubicBezTo>
                  <a:pt x="246" y="168"/>
                  <a:pt x="246" y="170"/>
                  <a:pt x="246" y="171"/>
                </a:cubicBezTo>
                <a:cubicBezTo>
                  <a:pt x="245" y="173"/>
                  <a:pt x="244" y="174"/>
                  <a:pt x="243" y="174"/>
                </a:cubicBezTo>
                <a:cubicBezTo>
                  <a:pt x="241" y="175"/>
                  <a:pt x="239" y="174"/>
                  <a:pt x="237" y="171"/>
                </a:cubicBezTo>
                <a:cubicBezTo>
                  <a:pt x="235" y="169"/>
                  <a:pt x="234" y="167"/>
                  <a:pt x="233" y="164"/>
                </a:cubicBezTo>
                <a:cubicBezTo>
                  <a:pt x="232" y="161"/>
                  <a:pt x="231" y="159"/>
                  <a:pt x="231" y="156"/>
                </a:cubicBezTo>
                <a:cubicBezTo>
                  <a:pt x="231" y="154"/>
                  <a:pt x="231" y="152"/>
                  <a:pt x="232" y="151"/>
                </a:cubicBezTo>
                <a:cubicBezTo>
                  <a:pt x="232" y="149"/>
                  <a:pt x="233" y="148"/>
                  <a:pt x="234" y="148"/>
                </a:cubicBezTo>
                <a:cubicBezTo>
                  <a:pt x="235" y="148"/>
                  <a:pt x="236" y="148"/>
                  <a:pt x="237" y="148"/>
                </a:cubicBezTo>
                <a:cubicBezTo>
                  <a:pt x="238" y="148"/>
                  <a:pt x="238" y="149"/>
                  <a:pt x="238" y="149"/>
                </a:cubicBezTo>
                <a:cubicBezTo>
                  <a:pt x="238" y="148"/>
                  <a:pt x="238" y="148"/>
                  <a:pt x="238" y="148"/>
                </a:cubicBezTo>
                <a:cubicBezTo>
                  <a:pt x="238" y="148"/>
                  <a:pt x="238" y="147"/>
                  <a:pt x="238" y="147"/>
                </a:cubicBezTo>
                <a:lnTo>
                  <a:pt x="238" y="146"/>
                </a:lnTo>
                <a:close/>
              </a:path>
              <a:path w="336" h="189">
                <a:moveTo>
                  <a:pt x="245" y="146"/>
                </a:moveTo>
                <a:lnTo>
                  <a:pt x="248" y="156"/>
                </a:lnTo>
                <a:lnTo>
                  <a:pt x="251" y="155"/>
                </a:lnTo>
                <a:cubicBezTo>
                  <a:pt x="252" y="155"/>
                  <a:pt x="252" y="155"/>
                  <a:pt x="252" y="154"/>
                </a:cubicBezTo>
                <a:cubicBezTo>
                  <a:pt x="252" y="153"/>
                  <a:pt x="252" y="152"/>
                  <a:pt x="252" y="151"/>
                </a:cubicBezTo>
                <a:lnTo>
                  <a:pt x="255" y="159"/>
                </a:lnTo>
                <a:cubicBezTo>
                  <a:pt x="254" y="158"/>
                  <a:pt x="254" y="158"/>
                  <a:pt x="254" y="157"/>
                </a:cubicBezTo>
                <a:cubicBezTo>
                  <a:pt x="253" y="157"/>
                  <a:pt x="253" y="157"/>
                  <a:pt x="253" y="156"/>
                </a:cubicBezTo>
                <a:cubicBezTo>
                  <a:pt x="252" y="156"/>
                  <a:pt x="252" y="156"/>
                  <a:pt x="251" y="156"/>
                </a:cubicBezTo>
                <a:lnTo>
                  <a:pt x="249" y="157"/>
                </a:lnTo>
                <a:lnTo>
                  <a:pt x="252" y="166"/>
                </a:lnTo>
                <a:cubicBezTo>
                  <a:pt x="252" y="167"/>
                  <a:pt x="252" y="167"/>
                  <a:pt x="252" y="168"/>
                </a:cubicBezTo>
                <a:cubicBezTo>
                  <a:pt x="253" y="168"/>
                  <a:pt x="253" y="168"/>
                  <a:pt x="253" y="168"/>
                </a:cubicBezTo>
                <a:cubicBezTo>
                  <a:pt x="253" y="168"/>
                  <a:pt x="253" y="168"/>
                  <a:pt x="254" y="168"/>
                </a:cubicBezTo>
                <a:lnTo>
                  <a:pt x="256" y="167"/>
                </a:lnTo>
                <a:cubicBezTo>
                  <a:pt x="256" y="167"/>
                  <a:pt x="257" y="167"/>
                  <a:pt x="257" y="166"/>
                </a:cubicBezTo>
                <a:cubicBezTo>
                  <a:pt x="257" y="166"/>
                  <a:pt x="258" y="166"/>
                  <a:pt x="258" y="165"/>
                </a:cubicBezTo>
                <a:cubicBezTo>
                  <a:pt x="258" y="164"/>
                  <a:pt x="258" y="163"/>
                  <a:pt x="258" y="161"/>
                </a:cubicBezTo>
                <a:lnTo>
                  <a:pt x="259" y="168"/>
                </a:lnTo>
                <a:lnTo>
                  <a:pt x="250" y="171"/>
                </a:lnTo>
                <a:lnTo>
                  <a:pt x="249" y="170"/>
                </a:lnTo>
                <a:lnTo>
                  <a:pt x="250" y="170"/>
                </a:lnTo>
                <a:cubicBezTo>
                  <a:pt x="250" y="170"/>
                  <a:pt x="250" y="170"/>
                  <a:pt x="251" y="169"/>
                </a:cubicBezTo>
                <a:cubicBezTo>
                  <a:pt x="251" y="169"/>
                  <a:pt x="251" y="169"/>
                  <a:pt x="251" y="168"/>
                </a:cubicBezTo>
                <a:cubicBezTo>
                  <a:pt x="251" y="168"/>
                  <a:pt x="250" y="167"/>
                  <a:pt x="250" y="166"/>
                </a:cubicBezTo>
                <a:lnTo>
                  <a:pt x="244" y="150"/>
                </a:lnTo>
                <a:cubicBezTo>
                  <a:pt x="244" y="148"/>
                  <a:pt x="243" y="147"/>
                  <a:pt x="243" y="147"/>
                </a:cubicBezTo>
                <a:cubicBezTo>
                  <a:pt x="242" y="147"/>
                  <a:pt x="242" y="147"/>
                  <a:pt x="241" y="147"/>
                </a:cubicBezTo>
                <a:lnTo>
                  <a:pt x="241" y="146"/>
                </a:lnTo>
                <a:lnTo>
                  <a:pt x="250" y="143"/>
                </a:lnTo>
                <a:lnTo>
                  <a:pt x="252" y="148"/>
                </a:lnTo>
                <a:cubicBezTo>
                  <a:pt x="251" y="147"/>
                  <a:pt x="251" y="146"/>
                  <a:pt x="251" y="146"/>
                </a:cubicBezTo>
                <a:cubicBezTo>
                  <a:pt x="250" y="145"/>
                  <a:pt x="250" y="145"/>
                  <a:pt x="249" y="145"/>
                </a:cubicBezTo>
                <a:cubicBezTo>
                  <a:pt x="249" y="145"/>
                  <a:pt x="249" y="145"/>
                  <a:pt x="248" y="145"/>
                </a:cubicBezTo>
                <a:lnTo>
                  <a:pt x="245" y="146"/>
                </a:lnTo>
                <a:close/>
              </a:path>
            </a:pathLst>
          </a:custGeom>
          <a:solidFill>
            <a:srgbClr val="24211D"/>
          </a:solidFill>
          <a:ln>
            <a:noFill/>
          </a:ln>
        </p:spPr>
      </p:sp>
      <p:sp>
        <p:nvSpPr>
          <p:cNvPr id="15" name="Freeform 16"/>
          <p:cNvSpPr>
            <a:spLocks noGrp="1"/>
          </p:cNvSpPr>
          <p:nvPr/>
        </p:nvSpPr>
        <p:spPr>
          <a:xfrm>
            <a:off x="9943582" y="268135"/>
            <a:ext cx="220968" cy="125723"/>
          </a:xfrm>
          <a:custGeom>
            <a:avLst/>
            <a:gdLst/>
            <a:ahLst/>
            <a:cxnLst/>
            <a:rect l="l" t="t" r="r" b="b"/>
            <a:pathLst>
              <a:path w="143" h="81">
                <a:moveTo>
                  <a:pt x="102" y="38"/>
                </a:moveTo>
                <a:lnTo>
                  <a:pt x="129" y="38"/>
                </a:lnTo>
                <a:cubicBezTo>
                  <a:pt x="135" y="33"/>
                  <a:pt x="68" y="12"/>
                  <a:pt x="53" y="18"/>
                </a:cubicBezTo>
                <a:cubicBezTo>
                  <a:pt x="44" y="22"/>
                  <a:pt x="65" y="31"/>
                  <a:pt x="77" y="41"/>
                </a:cubicBezTo>
                <a:cubicBezTo>
                  <a:pt x="84" y="46"/>
                  <a:pt x="94" y="54"/>
                  <a:pt x="96" y="58"/>
                </a:cubicBezTo>
                <a:cubicBezTo>
                  <a:pt x="101" y="65"/>
                  <a:pt x="97" y="72"/>
                  <a:pt x="88" y="81"/>
                </a:cubicBezTo>
                <a:lnTo>
                  <a:pt x="0" y="81"/>
                </a:lnTo>
                <a:cubicBezTo>
                  <a:pt x="3" y="78"/>
                  <a:pt x="7" y="76"/>
                  <a:pt x="10" y="76"/>
                </a:cubicBezTo>
                <a:lnTo>
                  <a:pt x="57" y="76"/>
                </a:lnTo>
                <a:cubicBezTo>
                  <a:pt x="65" y="75"/>
                  <a:pt x="82" y="73"/>
                  <a:pt x="82" y="53"/>
                </a:cubicBezTo>
                <a:cubicBezTo>
                  <a:pt x="79" y="40"/>
                  <a:pt x="48" y="37"/>
                  <a:pt x="39" y="27"/>
                </a:cubicBezTo>
                <a:cubicBezTo>
                  <a:pt x="35" y="23"/>
                  <a:pt x="41" y="17"/>
                  <a:pt x="53" y="17"/>
                </a:cubicBezTo>
                <a:cubicBezTo>
                  <a:pt x="75" y="0"/>
                  <a:pt x="143" y="8"/>
                  <a:pt x="141" y="24"/>
                </a:cubicBezTo>
                <a:cubicBezTo>
                  <a:pt x="140" y="33"/>
                  <a:pt x="134" y="39"/>
                  <a:pt x="127" y="45"/>
                </a:cubicBezTo>
                <a:lnTo>
                  <a:pt x="118" y="45"/>
                </a:lnTo>
                <a:lnTo>
                  <a:pt x="108" y="81"/>
                </a:lnTo>
                <a:lnTo>
                  <a:pt x="96" y="81"/>
                </a:lnTo>
                <a:lnTo>
                  <a:pt x="106" y="45"/>
                </a:lnTo>
                <a:lnTo>
                  <a:pt x="95" y="45"/>
                </a:lnTo>
                <a:lnTo>
                  <a:pt x="102" y="38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6" name="Freeform 17"/>
          <p:cNvSpPr>
            <a:spLocks noGrp="1"/>
          </p:cNvSpPr>
          <p:nvPr/>
        </p:nvSpPr>
        <p:spPr>
          <a:xfrm>
            <a:off x="9962631" y="339251"/>
            <a:ext cx="50797" cy="41908"/>
          </a:xfrm>
          <a:custGeom>
            <a:avLst/>
            <a:gdLst/>
            <a:ahLst/>
            <a:cxnLst/>
            <a:rect l="l" t="t" r="r" b="b"/>
            <a:pathLst>
              <a:path w="33" h="27">
                <a:moveTo>
                  <a:pt x="7" y="0"/>
                </a:moveTo>
                <a:lnTo>
                  <a:pt x="18" y="0"/>
                </a:lnTo>
                <a:lnTo>
                  <a:pt x="13" y="17"/>
                </a:lnTo>
                <a:lnTo>
                  <a:pt x="18" y="17"/>
                </a:lnTo>
                <a:lnTo>
                  <a:pt x="22" y="0"/>
                </a:lnTo>
                <a:lnTo>
                  <a:pt x="33" y="0"/>
                </a:lnTo>
                <a:lnTo>
                  <a:pt x="25" y="27"/>
                </a:lnTo>
                <a:lnTo>
                  <a:pt x="15" y="27"/>
                </a:lnTo>
                <a:lnTo>
                  <a:pt x="17" y="20"/>
                </a:lnTo>
                <a:lnTo>
                  <a:pt x="13" y="20"/>
                </a:lnTo>
                <a:lnTo>
                  <a:pt x="11" y="27"/>
                </a:lnTo>
                <a:lnTo>
                  <a:pt x="0" y="27"/>
                </a:lnTo>
                <a:lnTo>
                  <a:pt x="7" y="0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7" name="Freeform 18"/>
          <p:cNvSpPr>
            <a:spLocks noGrp="1"/>
          </p:cNvSpPr>
          <p:nvPr/>
        </p:nvSpPr>
        <p:spPr>
          <a:xfrm>
            <a:off x="10007079" y="339251"/>
            <a:ext cx="50797" cy="41908"/>
          </a:xfrm>
          <a:custGeom>
            <a:avLst/>
            <a:gdLst/>
            <a:ahLst/>
            <a:cxnLst/>
            <a:rect l="l" t="t" r="r" b="b"/>
            <a:pathLst>
              <a:path w="33" h="27">
                <a:moveTo>
                  <a:pt x="8" y="0"/>
                </a:moveTo>
                <a:lnTo>
                  <a:pt x="0" y="27"/>
                </a:lnTo>
                <a:lnTo>
                  <a:pt x="25" y="27"/>
                </a:lnTo>
                <a:lnTo>
                  <a:pt x="33" y="0"/>
                </a:lnTo>
                <a:lnTo>
                  <a:pt x="22" y="0"/>
                </a:lnTo>
                <a:lnTo>
                  <a:pt x="15" y="24"/>
                </a:lnTo>
                <a:lnTo>
                  <a:pt x="11" y="24"/>
                </a:lnTo>
                <a:lnTo>
                  <a:pt x="18" y="0"/>
                </a:lnTo>
                <a:lnTo>
                  <a:pt x="8" y="0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8" name="Freeform 5"/>
          <p:cNvSpPr>
            <a:spLocks noGrp="1"/>
          </p:cNvSpPr>
          <p:nvPr/>
        </p:nvSpPr>
        <p:spPr>
          <a:xfrm>
            <a:off x="10436316" y="152571"/>
            <a:ext cx="1607736" cy="325103"/>
          </a:xfrm>
          <a:custGeom>
            <a:avLst/>
            <a:gdLst/>
            <a:ahLst/>
            <a:cxnLst/>
            <a:rect l="l" t="t" r="r" b="b"/>
            <a:pathLst>
              <a:path w="489" h="98">
                <a:moveTo>
                  <a:pt x="98" y="37"/>
                </a:moveTo>
                <a:cubicBezTo>
                  <a:pt x="98" y="37"/>
                  <a:pt x="101" y="31"/>
                  <a:pt x="102" y="39"/>
                </a:cubicBezTo>
                <a:lnTo>
                  <a:pt x="104" y="45"/>
                </a:lnTo>
                <a:cubicBezTo>
                  <a:pt x="104" y="45"/>
                  <a:pt x="106" y="49"/>
                  <a:pt x="109" y="43"/>
                </a:cubicBezTo>
                <a:lnTo>
                  <a:pt x="112" y="40"/>
                </a:lnTo>
                <a:cubicBezTo>
                  <a:pt x="112" y="40"/>
                  <a:pt x="114" y="40"/>
                  <a:pt x="114" y="37"/>
                </a:cubicBezTo>
                <a:lnTo>
                  <a:pt x="113" y="28"/>
                </a:lnTo>
                <a:cubicBezTo>
                  <a:pt x="113" y="28"/>
                  <a:pt x="113" y="22"/>
                  <a:pt x="111" y="22"/>
                </a:cubicBezTo>
                <a:cubicBezTo>
                  <a:pt x="111" y="22"/>
                  <a:pt x="108" y="16"/>
                  <a:pt x="112" y="15"/>
                </a:cubicBezTo>
                <a:cubicBezTo>
                  <a:pt x="112" y="15"/>
                  <a:pt x="113" y="11"/>
                  <a:pt x="119" y="14"/>
                </a:cubicBezTo>
                <a:cubicBezTo>
                  <a:pt x="119" y="14"/>
                  <a:pt x="125" y="16"/>
                  <a:pt x="123" y="21"/>
                </a:cubicBezTo>
                <a:lnTo>
                  <a:pt x="122" y="29"/>
                </a:lnTo>
                <a:cubicBezTo>
                  <a:pt x="122" y="29"/>
                  <a:pt x="121" y="33"/>
                  <a:pt x="127" y="28"/>
                </a:cubicBezTo>
                <a:lnTo>
                  <a:pt x="135" y="23"/>
                </a:lnTo>
                <a:cubicBezTo>
                  <a:pt x="135" y="23"/>
                  <a:pt x="143" y="20"/>
                  <a:pt x="145" y="24"/>
                </a:cubicBezTo>
                <a:cubicBezTo>
                  <a:pt x="145" y="24"/>
                  <a:pt x="147" y="27"/>
                  <a:pt x="143" y="30"/>
                </a:cubicBezTo>
                <a:cubicBezTo>
                  <a:pt x="143" y="30"/>
                  <a:pt x="131" y="33"/>
                  <a:pt x="133" y="42"/>
                </a:cubicBezTo>
                <a:cubicBezTo>
                  <a:pt x="133" y="42"/>
                  <a:pt x="139" y="43"/>
                  <a:pt x="134" y="48"/>
                </a:cubicBezTo>
                <a:cubicBezTo>
                  <a:pt x="134" y="48"/>
                  <a:pt x="128" y="49"/>
                  <a:pt x="125" y="52"/>
                </a:cubicBezTo>
                <a:lnTo>
                  <a:pt x="121" y="53"/>
                </a:lnTo>
                <a:lnTo>
                  <a:pt x="121" y="86"/>
                </a:lnTo>
                <a:cubicBezTo>
                  <a:pt x="121" y="86"/>
                  <a:pt x="121" y="96"/>
                  <a:pt x="115" y="92"/>
                </a:cubicBezTo>
                <a:cubicBezTo>
                  <a:pt x="115" y="92"/>
                  <a:pt x="109" y="84"/>
                  <a:pt x="113" y="74"/>
                </a:cubicBezTo>
                <a:lnTo>
                  <a:pt x="114" y="49"/>
                </a:lnTo>
                <a:cubicBezTo>
                  <a:pt x="114" y="49"/>
                  <a:pt x="115" y="41"/>
                  <a:pt x="109" y="50"/>
                </a:cubicBezTo>
                <a:lnTo>
                  <a:pt x="104" y="57"/>
                </a:lnTo>
                <a:cubicBezTo>
                  <a:pt x="104" y="57"/>
                  <a:pt x="102" y="60"/>
                  <a:pt x="98" y="58"/>
                </a:cubicBezTo>
                <a:cubicBezTo>
                  <a:pt x="98" y="58"/>
                  <a:pt x="90" y="54"/>
                  <a:pt x="94" y="47"/>
                </a:cubicBezTo>
                <a:cubicBezTo>
                  <a:pt x="96" y="45"/>
                  <a:pt x="97" y="40"/>
                  <a:pt x="98" y="37"/>
                </a:cubicBezTo>
                <a:close/>
                <a:moveTo>
                  <a:pt x="121" y="39"/>
                </a:moveTo>
                <a:lnTo>
                  <a:pt x="121" y="45"/>
                </a:lnTo>
                <a:cubicBezTo>
                  <a:pt x="121" y="45"/>
                  <a:pt x="120" y="48"/>
                  <a:pt x="125" y="45"/>
                </a:cubicBezTo>
                <a:cubicBezTo>
                  <a:pt x="125" y="45"/>
                  <a:pt x="128" y="42"/>
                  <a:pt x="128" y="40"/>
                </a:cubicBezTo>
                <a:cubicBezTo>
                  <a:pt x="128" y="40"/>
                  <a:pt x="128" y="35"/>
                  <a:pt x="130" y="35"/>
                </a:cubicBezTo>
                <a:cubicBezTo>
                  <a:pt x="130" y="35"/>
                  <a:pt x="131" y="31"/>
                  <a:pt x="126" y="33"/>
                </a:cubicBezTo>
                <a:lnTo>
                  <a:pt x="123" y="37"/>
                </a:lnTo>
                <a:lnTo>
                  <a:pt x="122" y="37"/>
                </a:lnTo>
                <a:cubicBezTo>
                  <a:pt x="122" y="37"/>
                  <a:pt x="121" y="38"/>
                  <a:pt x="121" y="39"/>
                </a:cubicBezTo>
                <a:close/>
              </a:path>
              <a:path w="489" h="98">
                <a:moveTo>
                  <a:pt x="29" y="76"/>
                </a:moveTo>
                <a:cubicBezTo>
                  <a:pt x="34" y="73"/>
                  <a:pt x="37" y="72"/>
                  <a:pt x="38" y="73"/>
                </a:cubicBezTo>
                <a:cubicBezTo>
                  <a:pt x="39" y="73"/>
                  <a:pt x="39" y="80"/>
                  <a:pt x="39" y="92"/>
                </a:cubicBezTo>
                <a:cubicBezTo>
                  <a:pt x="39" y="98"/>
                  <a:pt x="43" y="98"/>
                  <a:pt x="45" y="95"/>
                </a:cubicBezTo>
                <a:cubicBezTo>
                  <a:pt x="47" y="92"/>
                  <a:pt x="48" y="86"/>
                  <a:pt x="48" y="78"/>
                </a:cubicBezTo>
                <a:lnTo>
                  <a:pt x="48" y="71"/>
                </a:lnTo>
                <a:lnTo>
                  <a:pt x="50" y="68"/>
                </a:lnTo>
                <a:lnTo>
                  <a:pt x="59" y="64"/>
                </a:lnTo>
                <a:cubicBezTo>
                  <a:pt x="62" y="63"/>
                  <a:pt x="62" y="61"/>
                  <a:pt x="59" y="60"/>
                </a:cubicBezTo>
                <a:lnTo>
                  <a:pt x="54" y="56"/>
                </a:lnTo>
                <a:cubicBezTo>
                  <a:pt x="53" y="54"/>
                  <a:pt x="53" y="53"/>
                  <a:pt x="56" y="52"/>
                </a:cubicBezTo>
                <a:lnTo>
                  <a:pt x="71" y="44"/>
                </a:lnTo>
                <a:cubicBezTo>
                  <a:pt x="73" y="44"/>
                  <a:pt x="74" y="42"/>
                  <a:pt x="71" y="39"/>
                </a:cubicBezTo>
                <a:cubicBezTo>
                  <a:pt x="69" y="37"/>
                  <a:pt x="67" y="37"/>
                  <a:pt x="64" y="39"/>
                </a:cubicBezTo>
                <a:lnTo>
                  <a:pt x="59" y="41"/>
                </a:lnTo>
                <a:cubicBezTo>
                  <a:pt x="56" y="44"/>
                  <a:pt x="55" y="42"/>
                  <a:pt x="59" y="37"/>
                </a:cubicBezTo>
                <a:lnTo>
                  <a:pt x="64" y="34"/>
                </a:lnTo>
                <a:cubicBezTo>
                  <a:pt x="68" y="32"/>
                  <a:pt x="66" y="30"/>
                  <a:pt x="63" y="29"/>
                </a:cubicBezTo>
                <a:lnTo>
                  <a:pt x="59" y="26"/>
                </a:lnTo>
                <a:cubicBezTo>
                  <a:pt x="57" y="25"/>
                  <a:pt x="56" y="25"/>
                  <a:pt x="55" y="28"/>
                </a:cubicBezTo>
                <a:cubicBezTo>
                  <a:pt x="55" y="32"/>
                  <a:pt x="54" y="34"/>
                  <a:pt x="52" y="35"/>
                </a:cubicBezTo>
                <a:cubicBezTo>
                  <a:pt x="50" y="36"/>
                  <a:pt x="48" y="36"/>
                  <a:pt x="47" y="35"/>
                </a:cubicBezTo>
                <a:cubicBezTo>
                  <a:pt x="45" y="33"/>
                  <a:pt x="45" y="32"/>
                  <a:pt x="47" y="30"/>
                </a:cubicBezTo>
                <a:cubicBezTo>
                  <a:pt x="49" y="27"/>
                  <a:pt x="52" y="25"/>
                  <a:pt x="56" y="25"/>
                </a:cubicBezTo>
                <a:cubicBezTo>
                  <a:pt x="60" y="23"/>
                  <a:pt x="64" y="21"/>
                  <a:pt x="65" y="18"/>
                </a:cubicBezTo>
                <a:cubicBezTo>
                  <a:pt x="66" y="17"/>
                  <a:pt x="65" y="14"/>
                  <a:pt x="62" y="11"/>
                </a:cubicBezTo>
                <a:cubicBezTo>
                  <a:pt x="59" y="6"/>
                  <a:pt x="55" y="5"/>
                  <a:pt x="52" y="10"/>
                </a:cubicBezTo>
                <a:lnTo>
                  <a:pt x="47" y="22"/>
                </a:lnTo>
                <a:lnTo>
                  <a:pt x="43" y="22"/>
                </a:lnTo>
                <a:lnTo>
                  <a:pt x="44" y="14"/>
                </a:lnTo>
                <a:cubicBezTo>
                  <a:pt x="45" y="12"/>
                  <a:pt x="43" y="10"/>
                  <a:pt x="40" y="7"/>
                </a:cubicBezTo>
                <a:cubicBezTo>
                  <a:pt x="36" y="5"/>
                  <a:pt x="34" y="4"/>
                  <a:pt x="33" y="7"/>
                </a:cubicBezTo>
                <a:cubicBezTo>
                  <a:pt x="32" y="7"/>
                  <a:pt x="33" y="9"/>
                  <a:pt x="36" y="13"/>
                </a:cubicBezTo>
                <a:cubicBezTo>
                  <a:pt x="38" y="15"/>
                  <a:pt x="39" y="18"/>
                  <a:pt x="41" y="23"/>
                </a:cubicBezTo>
                <a:cubicBezTo>
                  <a:pt x="36" y="23"/>
                  <a:pt x="31" y="24"/>
                  <a:pt x="26" y="23"/>
                </a:cubicBezTo>
                <a:cubicBezTo>
                  <a:pt x="20" y="23"/>
                  <a:pt x="17" y="24"/>
                  <a:pt x="20" y="27"/>
                </a:cubicBezTo>
                <a:cubicBezTo>
                  <a:pt x="21" y="29"/>
                  <a:pt x="23" y="30"/>
                  <a:pt x="24" y="32"/>
                </a:cubicBezTo>
                <a:lnTo>
                  <a:pt x="38" y="28"/>
                </a:lnTo>
                <a:cubicBezTo>
                  <a:pt x="45" y="27"/>
                  <a:pt x="45" y="27"/>
                  <a:pt x="43" y="30"/>
                </a:cubicBezTo>
                <a:cubicBezTo>
                  <a:pt x="43" y="31"/>
                  <a:pt x="41" y="31"/>
                  <a:pt x="39" y="30"/>
                </a:cubicBezTo>
                <a:cubicBezTo>
                  <a:pt x="36" y="31"/>
                  <a:pt x="36" y="33"/>
                  <a:pt x="37" y="35"/>
                </a:cubicBezTo>
                <a:cubicBezTo>
                  <a:pt x="38" y="39"/>
                  <a:pt x="38" y="40"/>
                  <a:pt x="35" y="38"/>
                </a:cubicBezTo>
                <a:cubicBezTo>
                  <a:pt x="34" y="38"/>
                  <a:pt x="33" y="38"/>
                  <a:pt x="33" y="39"/>
                </a:cubicBezTo>
                <a:cubicBezTo>
                  <a:pt x="32" y="40"/>
                  <a:pt x="30" y="40"/>
                  <a:pt x="28" y="37"/>
                </a:cubicBezTo>
                <a:cubicBezTo>
                  <a:pt x="24" y="33"/>
                  <a:pt x="21" y="32"/>
                  <a:pt x="20" y="35"/>
                </a:cubicBezTo>
                <a:lnTo>
                  <a:pt x="21" y="38"/>
                </a:lnTo>
                <a:cubicBezTo>
                  <a:pt x="23" y="42"/>
                  <a:pt x="23" y="44"/>
                  <a:pt x="20" y="44"/>
                </a:cubicBezTo>
                <a:cubicBezTo>
                  <a:pt x="19" y="45"/>
                  <a:pt x="20" y="46"/>
                  <a:pt x="21" y="47"/>
                </a:cubicBezTo>
                <a:lnTo>
                  <a:pt x="24" y="50"/>
                </a:lnTo>
                <a:cubicBezTo>
                  <a:pt x="26" y="53"/>
                  <a:pt x="28" y="53"/>
                  <a:pt x="32" y="49"/>
                </a:cubicBezTo>
                <a:cubicBezTo>
                  <a:pt x="36" y="44"/>
                  <a:pt x="38" y="43"/>
                  <a:pt x="38" y="47"/>
                </a:cubicBezTo>
                <a:cubicBezTo>
                  <a:pt x="38" y="50"/>
                  <a:pt x="37" y="51"/>
                  <a:pt x="34" y="51"/>
                </a:cubicBezTo>
                <a:lnTo>
                  <a:pt x="1" y="61"/>
                </a:lnTo>
                <a:cubicBezTo>
                  <a:pt x="0" y="61"/>
                  <a:pt x="0" y="61"/>
                  <a:pt x="0" y="61"/>
                </a:cubicBezTo>
                <a:lnTo>
                  <a:pt x="7" y="66"/>
                </a:lnTo>
                <a:cubicBezTo>
                  <a:pt x="8" y="66"/>
                  <a:pt x="10" y="66"/>
                  <a:pt x="11" y="66"/>
                </a:cubicBezTo>
                <a:lnTo>
                  <a:pt x="20" y="63"/>
                </a:lnTo>
                <a:lnTo>
                  <a:pt x="33" y="56"/>
                </a:lnTo>
                <a:cubicBezTo>
                  <a:pt x="37" y="55"/>
                  <a:pt x="39" y="55"/>
                  <a:pt x="38" y="58"/>
                </a:cubicBezTo>
                <a:cubicBezTo>
                  <a:pt x="38" y="59"/>
                  <a:pt x="37" y="60"/>
                  <a:pt x="35" y="61"/>
                </a:cubicBezTo>
                <a:cubicBezTo>
                  <a:pt x="29" y="64"/>
                  <a:pt x="23" y="69"/>
                  <a:pt x="17" y="74"/>
                </a:cubicBezTo>
                <a:cubicBezTo>
                  <a:pt x="14" y="77"/>
                  <a:pt x="13" y="78"/>
                  <a:pt x="17" y="78"/>
                </a:cubicBezTo>
                <a:cubicBezTo>
                  <a:pt x="19" y="79"/>
                  <a:pt x="21" y="79"/>
                  <a:pt x="25" y="77"/>
                </a:cubicBezTo>
                <a:lnTo>
                  <a:pt x="29" y="76"/>
                </a:lnTo>
                <a:close/>
                <a:moveTo>
                  <a:pt x="38" y="65"/>
                </a:moveTo>
                <a:cubicBezTo>
                  <a:pt x="38" y="67"/>
                  <a:pt x="37" y="68"/>
                  <a:pt x="34" y="69"/>
                </a:cubicBezTo>
                <a:lnTo>
                  <a:pt x="30" y="70"/>
                </a:lnTo>
                <a:cubicBezTo>
                  <a:pt x="26" y="71"/>
                  <a:pt x="25" y="71"/>
                  <a:pt x="28" y="69"/>
                </a:cubicBezTo>
                <a:lnTo>
                  <a:pt x="35" y="64"/>
                </a:lnTo>
                <a:cubicBezTo>
                  <a:pt x="37" y="63"/>
                  <a:pt x="38" y="63"/>
                  <a:pt x="38" y="65"/>
                </a:cubicBezTo>
                <a:close/>
                <a:moveTo>
                  <a:pt x="48" y="57"/>
                </a:moveTo>
                <a:lnTo>
                  <a:pt x="48" y="61"/>
                </a:lnTo>
                <a:cubicBezTo>
                  <a:pt x="48" y="63"/>
                  <a:pt x="50" y="63"/>
                  <a:pt x="51" y="62"/>
                </a:cubicBezTo>
                <a:cubicBezTo>
                  <a:pt x="51" y="62"/>
                  <a:pt x="51" y="61"/>
                  <a:pt x="51" y="59"/>
                </a:cubicBezTo>
                <a:cubicBezTo>
                  <a:pt x="50" y="58"/>
                  <a:pt x="49" y="57"/>
                  <a:pt x="48" y="57"/>
                </a:cubicBezTo>
                <a:close/>
                <a:moveTo>
                  <a:pt x="50" y="50"/>
                </a:moveTo>
                <a:cubicBezTo>
                  <a:pt x="48" y="50"/>
                  <a:pt x="48" y="51"/>
                  <a:pt x="48" y="52"/>
                </a:cubicBezTo>
                <a:cubicBezTo>
                  <a:pt x="49" y="53"/>
                  <a:pt x="51" y="53"/>
                  <a:pt x="53" y="51"/>
                </a:cubicBezTo>
                <a:lnTo>
                  <a:pt x="58" y="48"/>
                </a:lnTo>
                <a:cubicBezTo>
                  <a:pt x="59" y="47"/>
                  <a:pt x="59" y="47"/>
                  <a:pt x="56" y="47"/>
                </a:cubicBezTo>
                <a:lnTo>
                  <a:pt x="51" y="49"/>
                </a:lnTo>
                <a:lnTo>
                  <a:pt x="50" y="50"/>
                </a:lnTo>
                <a:close/>
                <a:moveTo>
                  <a:pt x="48" y="39"/>
                </a:moveTo>
                <a:lnTo>
                  <a:pt x="47" y="44"/>
                </a:lnTo>
                <a:cubicBezTo>
                  <a:pt x="48" y="47"/>
                  <a:pt x="49" y="47"/>
                  <a:pt x="51" y="45"/>
                </a:cubicBezTo>
                <a:cubicBezTo>
                  <a:pt x="51" y="44"/>
                  <a:pt x="52" y="43"/>
                  <a:pt x="53" y="41"/>
                </a:cubicBezTo>
                <a:cubicBezTo>
                  <a:pt x="53" y="39"/>
                  <a:pt x="52" y="39"/>
                  <a:pt x="51" y="38"/>
                </a:cubicBezTo>
                <a:cubicBezTo>
                  <a:pt x="50" y="38"/>
                  <a:pt x="49" y="38"/>
                  <a:pt x="48" y="39"/>
                </a:cubicBezTo>
                <a:close/>
                <a:moveTo>
                  <a:pt x="60" y="14"/>
                </a:moveTo>
                <a:cubicBezTo>
                  <a:pt x="60" y="15"/>
                  <a:pt x="59" y="16"/>
                  <a:pt x="58" y="17"/>
                </a:cubicBezTo>
                <a:lnTo>
                  <a:pt x="57" y="17"/>
                </a:lnTo>
                <a:cubicBezTo>
                  <a:pt x="56" y="17"/>
                  <a:pt x="55" y="18"/>
                  <a:pt x="54" y="17"/>
                </a:cubicBezTo>
                <a:lnTo>
                  <a:pt x="57" y="14"/>
                </a:lnTo>
                <a:cubicBezTo>
                  <a:pt x="58" y="14"/>
                  <a:pt x="60" y="13"/>
                  <a:pt x="60" y="14"/>
                </a:cubicBezTo>
                <a:close/>
              </a:path>
              <a:path w="489" h="98">
                <a:moveTo>
                  <a:pt x="186" y="22"/>
                </a:moveTo>
                <a:lnTo>
                  <a:pt x="193" y="17"/>
                </a:lnTo>
                <a:cubicBezTo>
                  <a:pt x="193" y="17"/>
                  <a:pt x="195" y="13"/>
                  <a:pt x="198" y="18"/>
                </a:cubicBezTo>
                <a:cubicBezTo>
                  <a:pt x="198" y="18"/>
                  <a:pt x="202" y="23"/>
                  <a:pt x="196" y="24"/>
                </a:cubicBezTo>
                <a:cubicBezTo>
                  <a:pt x="196" y="24"/>
                  <a:pt x="193" y="26"/>
                  <a:pt x="191" y="25"/>
                </a:cubicBezTo>
                <a:cubicBezTo>
                  <a:pt x="191" y="25"/>
                  <a:pt x="180" y="30"/>
                  <a:pt x="177" y="31"/>
                </a:cubicBezTo>
                <a:cubicBezTo>
                  <a:pt x="177" y="31"/>
                  <a:pt x="171" y="33"/>
                  <a:pt x="172" y="30"/>
                </a:cubicBezTo>
                <a:lnTo>
                  <a:pt x="183" y="24"/>
                </a:lnTo>
                <a:lnTo>
                  <a:pt x="186" y="22"/>
                </a:lnTo>
                <a:close/>
              </a:path>
              <a:path w="489" h="98">
                <a:moveTo>
                  <a:pt x="217" y="29"/>
                </a:moveTo>
                <a:lnTo>
                  <a:pt x="216" y="50"/>
                </a:lnTo>
                <a:lnTo>
                  <a:pt x="220" y="47"/>
                </a:lnTo>
                <a:lnTo>
                  <a:pt x="221" y="42"/>
                </a:lnTo>
                <a:cubicBezTo>
                  <a:pt x="221" y="42"/>
                  <a:pt x="221" y="39"/>
                  <a:pt x="225" y="43"/>
                </a:cubicBezTo>
                <a:cubicBezTo>
                  <a:pt x="225" y="43"/>
                  <a:pt x="229" y="46"/>
                  <a:pt x="228" y="50"/>
                </a:cubicBezTo>
                <a:cubicBezTo>
                  <a:pt x="228" y="50"/>
                  <a:pt x="220" y="52"/>
                  <a:pt x="216" y="59"/>
                </a:cubicBezTo>
                <a:lnTo>
                  <a:pt x="216" y="83"/>
                </a:lnTo>
                <a:cubicBezTo>
                  <a:pt x="216" y="83"/>
                  <a:pt x="216" y="87"/>
                  <a:pt x="215" y="89"/>
                </a:cubicBezTo>
                <a:cubicBezTo>
                  <a:pt x="215" y="89"/>
                  <a:pt x="212" y="95"/>
                  <a:pt x="211" y="94"/>
                </a:cubicBezTo>
                <a:cubicBezTo>
                  <a:pt x="211" y="94"/>
                  <a:pt x="207" y="92"/>
                  <a:pt x="209" y="86"/>
                </a:cubicBezTo>
                <a:lnTo>
                  <a:pt x="209" y="69"/>
                </a:lnTo>
                <a:cubicBezTo>
                  <a:pt x="209" y="69"/>
                  <a:pt x="210" y="63"/>
                  <a:pt x="206" y="68"/>
                </a:cubicBezTo>
                <a:cubicBezTo>
                  <a:pt x="206" y="68"/>
                  <a:pt x="202" y="74"/>
                  <a:pt x="197" y="69"/>
                </a:cubicBezTo>
                <a:cubicBezTo>
                  <a:pt x="197" y="69"/>
                  <a:pt x="192" y="67"/>
                  <a:pt x="197" y="64"/>
                </a:cubicBezTo>
                <a:cubicBezTo>
                  <a:pt x="197" y="64"/>
                  <a:pt x="198" y="64"/>
                  <a:pt x="199" y="59"/>
                </a:cubicBezTo>
                <a:lnTo>
                  <a:pt x="200" y="55"/>
                </a:lnTo>
                <a:cubicBezTo>
                  <a:pt x="200" y="55"/>
                  <a:pt x="201" y="50"/>
                  <a:pt x="198" y="50"/>
                </a:cubicBezTo>
                <a:cubicBezTo>
                  <a:pt x="198" y="50"/>
                  <a:pt x="195" y="47"/>
                  <a:pt x="197" y="45"/>
                </a:cubicBezTo>
                <a:cubicBezTo>
                  <a:pt x="197" y="45"/>
                  <a:pt x="203" y="38"/>
                  <a:pt x="196" y="32"/>
                </a:cubicBezTo>
                <a:cubicBezTo>
                  <a:pt x="196" y="32"/>
                  <a:pt x="190" y="29"/>
                  <a:pt x="195" y="28"/>
                </a:cubicBezTo>
                <a:cubicBezTo>
                  <a:pt x="195" y="28"/>
                  <a:pt x="199" y="28"/>
                  <a:pt x="199" y="29"/>
                </a:cubicBezTo>
                <a:cubicBezTo>
                  <a:pt x="199" y="29"/>
                  <a:pt x="207" y="28"/>
                  <a:pt x="207" y="34"/>
                </a:cubicBezTo>
                <a:cubicBezTo>
                  <a:pt x="207" y="34"/>
                  <a:pt x="207" y="37"/>
                  <a:pt x="205" y="37"/>
                </a:cubicBezTo>
                <a:cubicBezTo>
                  <a:pt x="205" y="37"/>
                  <a:pt x="197" y="44"/>
                  <a:pt x="203" y="44"/>
                </a:cubicBezTo>
                <a:cubicBezTo>
                  <a:pt x="203" y="44"/>
                  <a:pt x="211" y="46"/>
                  <a:pt x="205" y="52"/>
                </a:cubicBezTo>
                <a:cubicBezTo>
                  <a:pt x="205" y="52"/>
                  <a:pt x="203" y="51"/>
                  <a:pt x="202" y="57"/>
                </a:cubicBezTo>
                <a:cubicBezTo>
                  <a:pt x="202" y="57"/>
                  <a:pt x="199" y="64"/>
                  <a:pt x="204" y="61"/>
                </a:cubicBezTo>
                <a:cubicBezTo>
                  <a:pt x="204" y="61"/>
                  <a:pt x="206" y="60"/>
                  <a:pt x="209" y="57"/>
                </a:cubicBezTo>
                <a:cubicBezTo>
                  <a:pt x="209" y="57"/>
                  <a:pt x="210" y="54"/>
                  <a:pt x="210" y="51"/>
                </a:cubicBezTo>
                <a:cubicBezTo>
                  <a:pt x="210" y="51"/>
                  <a:pt x="210" y="26"/>
                  <a:pt x="209" y="20"/>
                </a:cubicBezTo>
                <a:cubicBezTo>
                  <a:pt x="209" y="20"/>
                  <a:pt x="207" y="16"/>
                  <a:pt x="211" y="14"/>
                </a:cubicBezTo>
                <a:cubicBezTo>
                  <a:pt x="211" y="14"/>
                  <a:pt x="214" y="12"/>
                  <a:pt x="218" y="16"/>
                </a:cubicBezTo>
                <a:cubicBezTo>
                  <a:pt x="218" y="16"/>
                  <a:pt x="221" y="17"/>
                  <a:pt x="218" y="21"/>
                </a:cubicBezTo>
                <a:lnTo>
                  <a:pt x="217" y="26"/>
                </a:lnTo>
                <a:lnTo>
                  <a:pt x="217" y="29"/>
                </a:lnTo>
                <a:close/>
              </a:path>
              <a:path w="489" h="98">
                <a:moveTo>
                  <a:pt x="170" y="48"/>
                </a:moveTo>
                <a:cubicBezTo>
                  <a:pt x="170" y="48"/>
                  <a:pt x="165" y="51"/>
                  <a:pt x="163" y="49"/>
                </a:cubicBezTo>
                <a:cubicBezTo>
                  <a:pt x="163" y="49"/>
                  <a:pt x="160" y="49"/>
                  <a:pt x="162" y="52"/>
                </a:cubicBezTo>
                <a:cubicBezTo>
                  <a:pt x="162" y="52"/>
                  <a:pt x="165" y="59"/>
                  <a:pt x="171" y="55"/>
                </a:cubicBezTo>
                <a:lnTo>
                  <a:pt x="179" y="49"/>
                </a:lnTo>
                <a:cubicBezTo>
                  <a:pt x="179" y="49"/>
                  <a:pt x="182" y="45"/>
                  <a:pt x="181" y="51"/>
                </a:cubicBezTo>
                <a:cubicBezTo>
                  <a:pt x="181" y="51"/>
                  <a:pt x="181" y="55"/>
                  <a:pt x="179" y="55"/>
                </a:cubicBezTo>
                <a:lnTo>
                  <a:pt x="167" y="68"/>
                </a:lnTo>
                <a:cubicBezTo>
                  <a:pt x="167" y="68"/>
                  <a:pt x="162" y="73"/>
                  <a:pt x="168" y="74"/>
                </a:cubicBezTo>
                <a:cubicBezTo>
                  <a:pt x="168" y="74"/>
                  <a:pt x="172" y="75"/>
                  <a:pt x="175" y="72"/>
                </a:cubicBezTo>
                <a:cubicBezTo>
                  <a:pt x="175" y="72"/>
                  <a:pt x="180" y="66"/>
                  <a:pt x="179" y="70"/>
                </a:cubicBezTo>
                <a:lnTo>
                  <a:pt x="179" y="79"/>
                </a:lnTo>
                <a:cubicBezTo>
                  <a:pt x="179" y="79"/>
                  <a:pt x="178" y="82"/>
                  <a:pt x="181" y="83"/>
                </a:cubicBezTo>
                <a:cubicBezTo>
                  <a:pt x="181" y="83"/>
                  <a:pt x="183" y="85"/>
                  <a:pt x="185" y="82"/>
                </a:cubicBezTo>
                <a:cubicBezTo>
                  <a:pt x="185" y="82"/>
                  <a:pt x="187" y="80"/>
                  <a:pt x="186" y="75"/>
                </a:cubicBezTo>
                <a:lnTo>
                  <a:pt x="186" y="63"/>
                </a:lnTo>
                <a:cubicBezTo>
                  <a:pt x="186" y="63"/>
                  <a:pt x="192" y="59"/>
                  <a:pt x="193" y="57"/>
                </a:cubicBezTo>
                <a:cubicBezTo>
                  <a:pt x="193" y="57"/>
                  <a:pt x="194" y="53"/>
                  <a:pt x="190" y="57"/>
                </a:cubicBezTo>
                <a:cubicBezTo>
                  <a:pt x="190" y="57"/>
                  <a:pt x="185" y="62"/>
                  <a:pt x="186" y="58"/>
                </a:cubicBezTo>
                <a:lnTo>
                  <a:pt x="186" y="52"/>
                </a:lnTo>
                <a:cubicBezTo>
                  <a:pt x="186" y="52"/>
                  <a:pt x="197" y="43"/>
                  <a:pt x="196" y="42"/>
                </a:cubicBezTo>
                <a:cubicBezTo>
                  <a:pt x="196" y="41"/>
                  <a:pt x="198" y="40"/>
                  <a:pt x="194" y="36"/>
                </a:cubicBezTo>
                <a:cubicBezTo>
                  <a:pt x="194" y="36"/>
                  <a:pt x="191" y="34"/>
                  <a:pt x="190" y="37"/>
                </a:cubicBezTo>
                <a:cubicBezTo>
                  <a:pt x="190" y="37"/>
                  <a:pt x="186" y="41"/>
                  <a:pt x="186" y="37"/>
                </a:cubicBezTo>
                <a:cubicBezTo>
                  <a:pt x="186" y="37"/>
                  <a:pt x="189" y="34"/>
                  <a:pt x="186" y="32"/>
                </a:cubicBezTo>
                <a:cubicBezTo>
                  <a:pt x="186" y="32"/>
                  <a:pt x="182" y="28"/>
                  <a:pt x="180" y="33"/>
                </a:cubicBezTo>
                <a:cubicBezTo>
                  <a:pt x="180" y="33"/>
                  <a:pt x="178" y="33"/>
                  <a:pt x="181" y="42"/>
                </a:cubicBezTo>
                <a:lnTo>
                  <a:pt x="176" y="44"/>
                </a:lnTo>
                <a:lnTo>
                  <a:pt x="173" y="46"/>
                </a:lnTo>
                <a:lnTo>
                  <a:pt x="170" y="48"/>
                </a:lnTo>
                <a:close/>
                <a:moveTo>
                  <a:pt x="186" y="43"/>
                </a:moveTo>
                <a:cubicBezTo>
                  <a:pt x="186" y="43"/>
                  <a:pt x="187" y="41"/>
                  <a:pt x="189" y="42"/>
                </a:cubicBezTo>
                <a:cubicBezTo>
                  <a:pt x="189" y="42"/>
                  <a:pt x="189" y="44"/>
                  <a:pt x="188" y="45"/>
                </a:cubicBezTo>
                <a:cubicBezTo>
                  <a:pt x="188" y="45"/>
                  <a:pt x="186" y="46"/>
                  <a:pt x="187" y="44"/>
                </a:cubicBezTo>
                <a:cubicBezTo>
                  <a:pt x="186" y="46"/>
                  <a:pt x="186" y="43"/>
                  <a:pt x="186" y="43"/>
                </a:cubicBezTo>
                <a:close/>
                <a:moveTo>
                  <a:pt x="175" y="64"/>
                </a:moveTo>
                <a:lnTo>
                  <a:pt x="178" y="61"/>
                </a:lnTo>
                <a:cubicBezTo>
                  <a:pt x="178" y="61"/>
                  <a:pt x="180" y="57"/>
                  <a:pt x="180" y="60"/>
                </a:cubicBezTo>
                <a:cubicBezTo>
                  <a:pt x="180" y="60"/>
                  <a:pt x="180" y="65"/>
                  <a:pt x="177" y="65"/>
                </a:cubicBezTo>
                <a:cubicBezTo>
                  <a:pt x="177" y="65"/>
                  <a:pt x="174" y="67"/>
                  <a:pt x="174" y="65"/>
                </a:cubicBezTo>
                <a:lnTo>
                  <a:pt x="175" y="65"/>
                </a:lnTo>
                <a:lnTo>
                  <a:pt x="175" y="64"/>
                </a:lnTo>
                <a:close/>
              </a:path>
              <a:path w="489" h="98">
                <a:moveTo>
                  <a:pt x="255" y="43"/>
                </a:moveTo>
                <a:cubicBezTo>
                  <a:pt x="255" y="43"/>
                  <a:pt x="252" y="46"/>
                  <a:pt x="249" y="46"/>
                </a:cubicBezTo>
                <a:cubicBezTo>
                  <a:pt x="249" y="46"/>
                  <a:pt x="247" y="45"/>
                  <a:pt x="248" y="48"/>
                </a:cubicBezTo>
                <a:cubicBezTo>
                  <a:pt x="248" y="48"/>
                  <a:pt x="248" y="51"/>
                  <a:pt x="253" y="52"/>
                </a:cubicBezTo>
                <a:cubicBezTo>
                  <a:pt x="253" y="52"/>
                  <a:pt x="257" y="52"/>
                  <a:pt x="257" y="51"/>
                </a:cubicBezTo>
                <a:cubicBezTo>
                  <a:pt x="257" y="51"/>
                  <a:pt x="257" y="49"/>
                  <a:pt x="260" y="48"/>
                </a:cubicBezTo>
                <a:cubicBezTo>
                  <a:pt x="260" y="48"/>
                  <a:pt x="263" y="46"/>
                  <a:pt x="264" y="45"/>
                </a:cubicBezTo>
                <a:cubicBezTo>
                  <a:pt x="264" y="45"/>
                  <a:pt x="267" y="42"/>
                  <a:pt x="266" y="46"/>
                </a:cubicBezTo>
                <a:lnTo>
                  <a:pt x="265" y="55"/>
                </a:lnTo>
                <a:cubicBezTo>
                  <a:pt x="265" y="59"/>
                  <a:pt x="258" y="64"/>
                  <a:pt x="256" y="66"/>
                </a:cubicBezTo>
                <a:cubicBezTo>
                  <a:pt x="256" y="66"/>
                  <a:pt x="253" y="69"/>
                  <a:pt x="251" y="69"/>
                </a:cubicBezTo>
                <a:cubicBezTo>
                  <a:pt x="251" y="69"/>
                  <a:pt x="249" y="68"/>
                  <a:pt x="251" y="72"/>
                </a:cubicBezTo>
                <a:cubicBezTo>
                  <a:pt x="251" y="72"/>
                  <a:pt x="255" y="76"/>
                  <a:pt x="257" y="75"/>
                </a:cubicBezTo>
                <a:lnTo>
                  <a:pt x="261" y="71"/>
                </a:lnTo>
                <a:lnTo>
                  <a:pt x="263" y="67"/>
                </a:lnTo>
                <a:cubicBezTo>
                  <a:pt x="263" y="67"/>
                  <a:pt x="266" y="63"/>
                  <a:pt x="265" y="69"/>
                </a:cubicBezTo>
                <a:cubicBezTo>
                  <a:pt x="265" y="69"/>
                  <a:pt x="265" y="77"/>
                  <a:pt x="263" y="79"/>
                </a:cubicBezTo>
                <a:cubicBezTo>
                  <a:pt x="263" y="79"/>
                  <a:pt x="262" y="79"/>
                  <a:pt x="264" y="82"/>
                </a:cubicBezTo>
                <a:cubicBezTo>
                  <a:pt x="264" y="82"/>
                  <a:pt x="266" y="87"/>
                  <a:pt x="268" y="85"/>
                </a:cubicBezTo>
                <a:lnTo>
                  <a:pt x="270" y="81"/>
                </a:lnTo>
                <a:cubicBezTo>
                  <a:pt x="270" y="81"/>
                  <a:pt x="272" y="78"/>
                  <a:pt x="271" y="76"/>
                </a:cubicBezTo>
                <a:cubicBezTo>
                  <a:pt x="270" y="75"/>
                  <a:pt x="271" y="57"/>
                  <a:pt x="271" y="57"/>
                </a:cubicBezTo>
                <a:lnTo>
                  <a:pt x="277" y="48"/>
                </a:lnTo>
                <a:cubicBezTo>
                  <a:pt x="277" y="48"/>
                  <a:pt x="281" y="44"/>
                  <a:pt x="277" y="44"/>
                </a:cubicBezTo>
                <a:cubicBezTo>
                  <a:pt x="277" y="44"/>
                  <a:pt x="275" y="46"/>
                  <a:pt x="273" y="49"/>
                </a:cubicBezTo>
                <a:cubicBezTo>
                  <a:pt x="273" y="49"/>
                  <a:pt x="271" y="51"/>
                  <a:pt x="272" y="46"/>
                </a:cubicBezTo>
                <a:lnTo>
                  <a:pt x="272" y="40"/>
                </a:lnTo>
                <a:cubicBezTo>
                  <a:pt x="272" y="40"/>
                  <a:pt x="271" y="37"/>
                  <a:pt x="275" y="36"/>
                </a:cubicBezTo>
                <a:lnTo>
                  <a:pt x="279" y="33"/>
                </a:lnTo>
                <a:cubicBezTo>
                  <a:pt x="279" y="33"/>
                  <a:pt x="282" y="31"/>
                  <a:pt x="280" y="30"/>
                </a:cubicBezTo>
                <a:cubicBezTo>
                  <a:pt x="280" y="30"/>
                  <a:pt x="276" y="26"/>
                  <a:pt x="276" y="30"/>
                </a:cubicBezTo>
                <a:lnTo>
                  <a:pt x="274" y="32"/>
                </a:lnTo>
                <a:cubicBezTo>
                  <a:pt x="274" y="32"/>
                  <a:pt x="272" y="34"/>
                  <a:pt x="273" y="30"/>
                </a:cubicBezTo>
                <a:lnTo>
                  <a:pt x="274" y="23"/>
                </a:lnTo>
                <a:cubicBezTo>
                  <a:pt x="274" y="23"/>
                  <a:pt x="274" y="18"/>
                  <a:pt x="276" y="17"/>
                </a:cubicBezTo>
                <a:cubicBezTo>
                  <a:pt x="276" y="17"/>
                  <a:pt x="273" y="11"/>
                  <a:pt x="269" y="14"/>
                </a:cubicBezTo>
                <a:cubicBezTo>
                  <a:pt x="269" y="14"/>
                  <a:pt x="263" y="17"/>
                  <a:pt x="267" y="21"/>
                </a:cubicBezTo>
                <a:lnTo>
                  <a:pt x="266" y="35"/>
                </a:lnTo>
                <a:cubicBezTo>
                  <a:pt x="266" y="35"/>
                  <a:pt x="266" y="38"/>
                  <a:pt x="264" y="38"/>
                </a:cubicBezTo>
                <a:lnTo>
                  <a:pt x="258" y="42"/>
                </a:lnTo>
                <a:lnTo>
                  <a:pt x="256" y="43"/>
                </a:lnTo>
                <a:lnTo>
                  <a:pt x="255" y="43"/>
                </a:lnTo>
                <a:close/>
              </a:path>
              <a:path w="489" h="98">
                <a:moveTo>
                  <a:pt x="303" y="56"/>
                </a:moveTo>
                <a:cubicBezTo>
                  <a:pt x="303" y="56"/>
                  <a:pt x="300" y="63"/>
                  <a:pt x="298" y="65"/>
                </a:cubicBezTo>
                <a:lnTo>
                  <a:pt x="304" y="70"/>
                </a:lnTo>
                <a:cubicBezTo>
                  <a:pt x="304" y="70"/>
                  <a:pt x="306" y="73"/>
                  <a:pt x="317" y="73"/>
                </a:cubicBezTo>
                <a:cubicBezTo>
                  <a:pt x="317" y="73"/>
                  <a:pt x="323" y="73"/>
                  <a:pt x="316" y="76"/>
                </a:cubicBezTo>
                <a:lnTo>
                  <a:pt x="307" y="81"/>
                </a:lnTo>
                <a:cubicBezTo>
                  <a:pt x="307" y="81"/>
                  <a:pt x="300" y="84"/>
                  <a:pt x="299" y="80"/>
                </a:cubicBezTo>
                <a:lnTo>
                  <a:pt x="295" y="73"/>
                </a:lnTo>
                <a:cubicBezTo>
                  <a:pt x="295" y="73"/>
                  <a:pt x="294" y="68"/>
                  <a:pt x="293" y="72"/>
                </a:cubicBezTo>
                <a:cubicBezTo>
                  <a:pt x="293" y="72"/>
                  <a:pt x="288" y="78"/>
                  <a:pt x="285" y="78"/>
                </a:cubicBezTo>
                <a:cubicBezTo>
                  <a:pt x="285" y="78"/>
                  <a:pt x="280" y="79"/>
                  <a:pt x="276" y="77"/>
                </a:cubicBezTo>
                <a:cubicBezTo>
                  <a:pt x="276" y="77"/>
                  <a:pt x="269" y="77"/>
                  <a:pt x="279" y="75"/>
                </a:cubicBezTo>
                <a:cubicBezTo>
                  <a:pt x="279" y="75"/>
                  <a:pt x="286" y="73"/>
                  <a:pt x="290" y="66"/>
                </a:cubicBezTo>
                <a:lnTo>
                  <a:pt x="283" y="58"/>
                </a:lnTo>
                <a:cubicBezTo>
                  <a:pt x="283" y="58"/>
                  <a:pt x="280" y="55"/>
                  <a:pt x="284" y="55"/>
                </a:cubicBezTo>
                <a:cubicBezTo>
                  <a:pt x="284" y="55"/>
                  <a:pt x="285" y="54"/>
                  <a:pt x="289" y="57"/>
                </a:cubicBezTo>
                <a:cubicBezTo>
                  <a:pt x="289" y="57"/>
                  <a:pt x="291" y="59"/>
                  <a:pt x="292" y="60"/>
                </a:cubicBezTo>
                <a:cubicBezTo>
                  <a:pt x="293" y="60"/>
                  <a:pt x="293" y="61"/>
                  <a:pt x="295" y="59"/>
                </a:cubicBezTo>
                <a:cubicBezTo>
                  <a:pt x="295" y="58"/>
                  <a:pt x="296" y="56"/>
                  <a:pt x="298" y="52"/>
                </a:cubicBezTo>
                <a:cubicBezTo>
                  <a:pt x="298" y="52"/>
                  <a:pt x="300" y="49"/>
                  <a:pt x="296" y="50"/>
                </a:cubicBezTo>
                <a:cubicBezTo>
                  <a:pt x="296" y="50"/>
                  <a:pt x="293" y="52"/>
                  <a:pt x="292" y="54"/>
                </a:cubicBezTo>
                <a:cubicBezTo>
                  <a:pt x="292" y="54"/>
                  <a:pt x="290" y="56"/>
                  <a:pt x="287" y="54"/>
                </a:cubicBezTo>
                <a:cubicBezTo>
                  <a:pt x="287" y="54"/>
                  <a:pt x="282" y="51"/>
                  <a:pt x="285" y="49"/>
                </a:cubicBezTo>
                <a:lnTo>
                  <a:pt x="286" y="45"/>
                </a:lnTo>
                <a:cubicBezTo>
                  <a:pt x="286" y="45"/>
                  <a:pt x="288" y="40"/>
                  <a:pt x="284" y="44"/>
                </a:cubicBezTo>
                <a:cubicBezTo>
                  <a:pt x="284" y="44"/>
                  <a:pt x="282" y="47"/>
                  <a:pt x="281" y="45"/>
                </a:cubicBezTo>
                <a:lnTo>
                  <a:pt x="276" y="41"/>
                </a:lnTo>
                <a:cubicBezTo>
                  <a:pt x="276" y="41"/>
                  <a:pt x="273" y="38"/>
                  <a:pt x="278" y="39"/>
                </a:cubicBezTo>
                <a:lnTo>
                  <a:pt x="290" y="34"/>
                </a:lnTo>
                <a:cubicBezTo>
                  <a:pt x="290" y="34"/>
                  <a:pt x="291" y="25"/>
                  <a:pt x="292" y="23"/>
                </a:cubicBezTo>
                <a:cubicBezTo>
                  <a:pt x="292" y="23"/>
                  <a:pt x="293" y="14"/>
                  <a:pt x="298" y="15"/>
                </a:cubicBezTo>
                <a:cubicBezTo>
                  <a:pt x="298" y="15"/>
                  <a:pt x="302" y="15"/>
                  <a:pt x="305" y="23"/>
                </a:cubicBezTo>
                <a:cubicBezTo>
                  <a:pt x="305" y="23"/>
                  <a:pt x="308" y="26"/>
                  <a:pt x="304" y="29"/>
                </a:cubicBezTo>
                <a:cubicBezTo>
                  <a:pt x="304" y="29"/>
                  <a:pt x="296" y="34"/>
                  <a:pt x="295" y="35"/>
                </a:cubicBezTo>
                <a:cubicBezTo>
                  <a:pt x="295" y="35"/>
                  <a:pt x="292" y="37"/>
                  <a:pt x="291" y="41"/>
                </a:cubicBezTo>
                <a:cubicBezTo>
                  <a:pt x="291" y="41"/>
                  <a:pt x="287" y="50"/>
                  <a:pt x="291" y="47"/>
                </a:cubicBezTo>
                <a:lnTo>
                  <a:pt x="301" y="40"/>
                </a:lnTo>
                <a:cubicBezTo>
                  <a:pt x="301" y="40"/>
                  <a:pt x="302" y="37"/>
                  <a:pt x="307" y="41"/>
                </a:cubicBezTo>
                <a:cubicBezTo>
                  <a:pt x="307" y="41"/>
                  <a:pt x="312" y="44"/>
                  <a:pt x="309" y="47"/>
                </a:cubicBezTo>
                <a:lnTo>
                  <a:pt x="305" y="52"/>
                </a:lnTo>
                <a:lnTo>
                  <a:pt x="303" y="54"/>
                </a:lnTo>
                <a:lnTo>
                  <a:pt x="303" y="56"/>
                </a:lnTo>
                <a:close/>
                <a:moveTo>
                  <a:pt x="295" y="27"/>
                </a:moveTo>
                <a:cubicBezTo>
                  <a:pt x="295" y="27"/>
                  <a:pt x="297" y="22"/>
                  <a:pt x="299" y="24"/>
                </a:cubicBezTo>
                <a:cubicBezTo>
                  <a:pt x="299" y="24"/>
                  <a:pt x="302" y="24"/>
                  <a:pt x="299" y="27"/>
                </a:cubicBezTo>
                <a:lnTo>
                  <a:pt x="297" y="30"/>
                </a:lnTo>
                <a:cubicBezTo>
                  <a:pt x="297" y="30"/>
                  <a:pt x="294" y="33"/>
                  <a:pt x="295" y="28"/>
                </a:cubicBezTo>
                <a:cubicBezTo>
                  <a:pt x="294" y="33"/>
                  <a:pt x="295" y="27"/>
                  <a:pt x="295" y="27"/>
                </a:cubicBezTo>
                <a:close/>
              </a:path>
              <a:path w="489" h="98">
                <a:moveTo>
                  <a:pt x="354" y="54"/>
                </a:moveTo>
                <a:cubicBezTo>
                  <a:pt x="354" y="54"/>
                  <a:pt x="348" y="58"/>
                  <a:pt x="341" y="59"/>
                </a:cubicBezTo>
                <a:cubicBezTo>
                  <a:pt x="341" y="59"/>
                  <a:pt x="336" y="59"/>
                  <a:pt x="342" y="62"/>
                </a:cubicBezTo>
                <a:lnTo>
                  <a:pt x="347" y="66"/>
                </a:lnTo>
                <a:cubicBezTo>
                  <a:pt x="347" y="66"/>
                  <a:pt x="352" y="67"/>
                  <a:pt x="354" y="64"/>
                </a:cubicBezTo>
                <a:lnTo>
                  <a:pt x="358" y="61"/>
                </a:lnTo>
                <a:cubicBezTo>
                  <a:pt x="358" y="61"/>
                  <a:pt x="364" y="56"/>
                  <a:pt x="361" y="63"/>
                </a:cubicBezTo>
                <a:cubicBezTo>
                  <a:pt x="361" y="63"/>
                  <a:pt x="357" y="73"/>
                  <a:pt x="342" y="79"/>
                </a:cubicBezTo>
                <a:cubicBezTo>
                  <a:pt x="342" y="79"/>
                  <a:pt x="335" y="81"/>
                  <a:pt x="346" y="80"/>
                </a:cubicBezTo>
                <a:cubicBezTo>
                  <a:pt x="346" y="80"/>
                  <a:pt x="365" y="83"/>
                  <a:pt x="372" y="50"/>
                </a:cubicBezTo>
                <a:cubicBezTo>
                  <a:pt x="372" y="50"/>
                  <a:pt x="385" y="41"/>
                  <a:pt x="388" y="40"/>
                </a:cubicBezTo>
                <a:cubicBezTo>
                  <a:pt x="388" y="40"/>
                  <a:pt x="393" y="37"/>
                  <a:pt x="387" y="36"/>
                </a:cubicBezTo>
                <a:cubicBezTo>
                  <a:pt x="387" y="36"/>
                  <a:pt x="383" y="33"/>
                  <a:pt x="380" y="38"/>
                </a:cubicBezTo>
                <a:lnTo>
                  <a:pt x="377" y="40"/>
                </a:lnTo>
                <a:cubicBezTo>
                  <a:pt x="377" y="40"/>
                  <a:pt x="373" y="43"/>
                  <a:pt x="374" y="37"/>
                </a:cubicBezTo>
                <a:lnTo>
                  <a:pt x="376" y="26"/>
                </a:lnTo>
                <a:cubicBezTo>
                  <a:pt x="376" y="26"/>
                  <a:pt x="377" y="22"/>
                  <a:pt x="374" y="21"/>
                </a:cubicBezTo>
                <a:cubicBezTo>
                  <a:pt x="371" y="19"/>
                  <a:pt x="368" y="15"/>
                  <a:pt x="368" y="15"/>
                </a:cubicBezTo>
                <a:cubicBezTo>
                  <a:pt x="368" y="15"/>
                  <a:pt x="365" y="12"/>
                  <a:pt x="365" y="18"/>
                </a:cubicBezTo>
                <a:cubicBezTo>
                  <a:pt x="365" y="18"/>
                  <a:pt x="368" y="35"/>
                  <a:pt x="365" y="47"/>
                </a:cubicBezTo>
                <a:lnTo>
                  <a:pt x="359" y="51"/>
                </a:lnTo>
                <a:lnTo>
                  <a:pt x="357" y="53"/>
                </a:lnTo>
                <a:lnTo>
                  <a:pt x="354" y="54"/>
                </a:lnTo>
                <a:close/>
              </a:path>
              <a:path w="489" h="98">
                <a:moveTo>
                  <a:pt x="378" y="66"/>
                </a:moveTo>
                <a:lnTo>
                  <a:pt x="383" y="76"/>
                </a:lnTo>
                <a:cubicBezTo>
                  <a:pt x="383" y="76"/>
                  <a:pt x="386" y="79"/>
                  <a:pt x="391" y="76"/>
                </a:cubicBezTo>
                <a:lnTo>
                  <a:pt x="401" y="72"/>
                </a:lnTo>
                <a:cubicBezTo>
                  <a:pt x="401" y="72"/>
                  <a:pt x="405" y="70"/>
                  <a:pt x="400" y="70"/>
                </a:cubicBezTo>
                <a:cubicBezTo>
                  <a:pt x="400" y="70"/>
                  <a:pt x="384" y="70"/>
                  <a:pt x="377" y="55"/>
                </a:cubicBezTo>
                <a:cubicBezTo>
                  <a:pt x="377" y="55"/>
                  <a:pt x="374" y="51"/>
                  <a:pt x="374" y="55"/>
                </a:cubicBezTo>
                <a:cubicBezTo>
                  <a:pt x="374" y="55"/>
                  <a:pt x="373" y="56"/>
                  <a:pt x="376" y="60"/>
                </a:cubicBezTo>
                <a:lnTo>
                  <a:pt x="377" y="63"/>
                </a:lnTo>
                <a:lnTo>
                  <a:pt x="378" y="66"/>
                </a:lnTo>
                <a:close/>
              </a:path>
              <a:path w="489" h="98">
                <a:moveTo>
                  <a:pt x="437" y="62"/>
                </a:moveTo>
                <a:cubicBezTo>
                  <a:pt x="437" y="62"/>
                  <a:pt x="428" y="68"/>
                  <a:pt x="424" y="68"/>
                </a:cubicBezTo>
                <a:cubicBezTo>
                  <a:pt x="424" y="68"/>
                  <a:pt x="420" y="68"/>
                  <a:pt x="424" y="71"/>
                </a:cubicBezTo>
                <a:lnTo>
                  <a:pt x="432" y="74"/>
                </a:lnTo>
                <a:cubicBezTo>
                  <a:pt x="432" y="74"/>
                  <a:pt x="436" y="78"/>
                  <a:pt x="438" y="73"/>
                </a:cubicBezTo>
                <a:cubicBezTo>
                  <a:pt x="438" y="73"/>
                  <a:pt x="449" y="59"/>
                  <a:pt x="452" y="59"/>
                </a:cubicBezTo>
                <a:cubicBezTo>
                  <a:pt x="452" y="59"/>
                  <a:pt x="456" y="55"/>
                  <a:pt x="456" y="60"/>
                </a:cubicBezTo>
                <a:cubicBezTo>
                  <a:pt x="456" y="60"/>
                  <a:pt x="456" y="68"/>
                  <a:pt x="456" y="77"/>
                </a:cubicBezTo>
                <a:cubicBezTo>
                  <a:pt x="456" y="77"/>
                  <a:pt x="458" y="86"/>
                  <a:pt x="450" y="85"/>
                </a:cubicBezTo>
                <a:lnTo>
                  <a:pt x="444" y="86"/>
                </a:lnTo>
                <a:lnTo>
                  <a:pt x="451" y="89"/>
                </a:lnTo>
                <a:lnTo>
                  <a:pt x="457" y="91"/>
                </a:lnTo>
                <a:cubicBezTo>
                  <a:pt x="457" y="91"/>
                  <a:pt x="462" y="94"/>
                  <a:pt x="464" y="88"/>
                </a:cubicBezTo>
                <a:cubicBezTo>
                  <a:pt x="464" y="88"/>
                  <a:pt x="465" y="86"/>
                  <a:pt x="463" y="75"/>
                </a:cubicBezTo>
                <a:lnTo>
                  <a:pt x="461" y="54"/>
                </a:lnTo>
                <a:cubicBezTo>
                  <a:pt x="461" y="54"/>
                  <a:pt x="463" y="49"/>
                  <a:pt x="467" y="53"/>
                </a:cubicBezTo>
                <a:lnTo>
                  <a:pt x="467" y="56"/>
                </a:lnTo>
                <a:cubicBezTo>
                  <a:pt x="467" y="56"/>
                  <a:pt x="466" y="60"/>
                  <a:pt x="471" y="56"/>
                </a:cubicBezTo>
                <a:cubicBezTo>
                  <a:pt x="471" y="56"/>
                  <a:pt x="474" y="53"/>
                  <a:pt x="477" y="53"/>
                </a:cubicBezTo>
                <a:cubicBezTo>
                  <a:pt x="477" y="53"/>
                  <a:pt x="480" y="50"/>
                  <a:pt x="476" y="49"/>
                </a:cubicBezTo>
                <a:cubicBezTo>
                  <a:pt x="476" y="49"/>
                  <a:pt x="473" y="45"/>
                  <a:pt x="468" y="46"/>
                </a:cubicBezTo>
                <a:cubicBezTo>
                  <a:pt x="468" y="46"/>
                  <a:pt x="463" y="46"/>
                  <a:pt x="469" y="41"/>
                </a:cubicBezTo>
                <a:lnTo>
                  <a:pt x="473" y="38"/>
                </a:lnTo>
                <a:cubicBezTo>
                  <a:pt x="473" y="38"/>
                  <a:pt x="477" y="35"/>
                  <a:pt x="472" y="33"/>
                </a:cubicBezTo>
                <a:lnTo>
                  <a:pt x="470" y="31"/>
                </a:lnTo>
                <a:cubicBezTo>
                  <a:pt x="470" y="31"/>
                  <a:pt x="467" y="30"/>
                  <a:pt x="473" y="25"/>
                </a:cubicBezTo>
                <a:cubicBezTo>
                  <a:pt x="473" y="25"/>
                  <a:pt x="478" y="20"/>
                  <a:pt x="483" y="19"/>
                </a:cubicBezTo>
                <a:cubicBezTo>
                  <a:pt x="483" y="19"/>
                  <a:pt x="489" y="15"/>
                  <a:pt x="483" y="9"/>
                </a:cubicBezTo>
                <a:cubicBezTo>
                  <a:pt x="483" y="9"/>
                  <a:pt x="478" y="2"/>
                  <a:pt x="472" y="6"/>
                </a:cubicBezTo>
                <a:lnTo>
                  <a:pt x="462" y="11"/>
                </a:lnTo>
                <a:cubicBezTo>
                  <a:pt x="462" y="11"/>
                  <a:pt x="458" y="14"/>
                  <a:pt x="461" y="10"/>
                </a:cubicBezTo>
                <a:cubicBezTo>
                  <a:pt x="461" y="10"/>
                  <a:pt x="463" y="6"/>
                  <a:pt x="460" y="5"/>
                </a:cubicBezTo>
                <a:lnTo>
                  <a:pt x="457" y="3"/>
                </a:lnTo>
                <a:cubicBezTo>
                  <a:pt x="457" y="3"/>
                  <a:pt x="453" y="0"/>
                  <a:pt x="453" y="4"/>
                </a:cubicBezTo>
                <a:cubicBezTo>
                  <a:pt x="453" y="4"/>
                  <a:pt x="451" y="12"/>
                  <a:pt x="447" y="10"/>
                </a:cubicBezTo>
                <a:cubicBezTo>
                  <a:pt x="447" y="10"/>
                  <a:pt x="442" y="8"/>
                  <a:pt x="442" y="11"/>
                </a:cubicBezTo>
                <a:cubicBezTo>
                  <a:pt x="442" y="11"/>
                  <a:pt x="449" y="15"/>
                  <a:pt x="446" y="18"/>
                </a:cubicBezTo>
                <a:cubicBezTo>
                  <a:pt x="446" y="18"/>
                  <a:pt x="441" y="24"/>
                  <a:pt x="439" y="18"/>
                </a:cubicBezTo>
                <a:cubicBezTo>
                  <a:pt x="439" y="18"/>
                  <a:pt x="436" y="11"/>
                  <a:pt x="430" y="9"/>
                </a:cubicBezTo>
                <a:cubicBezTo>
                  <a:pt x="430" y="9"/>
                  <a:pt x="425" y="7"/>
                  <a:pt x="428" y="11"/>
                </a:cubicBezTo>
                <a:cubicBezTo>
                  <a:pt x="428" y="11"/>
                  <a:pt x="434" y="16"/>
                  <a:pt x="435" y="21"/>
                </a:cubicBezTo>
                <a:cubicBezTo>
                  <a:pt x="435" y="21"/>
                  <a:pt x="438" y="27"/>
                  <a:pt x="433" y="23"/>
                </a:cubicBezTo>
                <a:cubicBezTo>
                  <a:pt x="433" y="23"/>
                  <a:pt x="426" y="17"/>
                  <a:pt x="427" y="21"/>
                </a:cubicBezTo>
                <a:cubicBezTo>
                  <a:pt x="427" y="21"/>
                  <a:pt x="433" y="32"/>
                  <a:pt x="436" y="37"/>
                </a:cubicBezTo>
                <a:cubicBezTo>
                  <a:pt x="436" y="37"/>
                  <a:pt x="439" y="42"/>
                  <a:pt x="439" y="36"/>
                </a:cubicBezTo>
                <a:cubicBezTo>
                  <a:pt x="439" y="36"/>
                  <a:pt x="438" y="30"/>
                  <a:pt x="442" y="34"/>
                </a:cubicBezTo>
                <a:cubicBezTo>
                  <a:pt x="442" y="34"/>
                  <a:pt x="445" y="37"/>
                  <a:pt x="447" y="35"/>
                </a:cubicBezTo>
                <a:cubicBezTo>
                  <a:pt x="447" y="35"/>
                  <a:pt x="449" y="31"/>
                  <a:pt x="447" y="31"/>
                </a:cubicBezTo>
                <a:cubicBezTo>
                  <a:pt x="444" y="30"/>
                  <a:pt x="445" y="26"/>
                  <a:pt x="445" y="26"/>
                </a:cubicBezTo>
                <a:cubicBezTo>
                  <a:pt x="445" y="26"/>
                  <a:pt x="443" y="22"/>
                  <a:pt x="445" y="22"/>
                </a:cubicBezTo>
                <a:cubicBezTo>
                  <a:pt x="445" y="22"/>
                  <a:pt x="453" y="17"/>
                  <a:pt x="450" y="22"/>
                </a:cubicBezTo>
                <a:cubicBezTo>
                  <a:pt x="450" y="22"/>
                  <a:pt x="444" y="27"/>
                  <a:pt x="452" y="32"/>
                </a:cubicBezTo>
                <a:cubicBezTo>
                  <a:pt x="452" y="32"/>
                  <a:pt x="460" y="35"/>
                  <a:pt x="463" y="28"/>
                </a:cubicBezTo>
                <a:cubicBezTo>
                  <a:pt x="463" y="28"/>
                  <a:pt x="464" y="23"/>
                  <a:pt x="462" y="21"/>
                </a:cubicBezTo>
                <a:cubicBezTo>
                  <a:pt x="462" y="21"/>
                  <a:pt x="458" y="16"/>
                  <a:pt x="463" y="16"/>
                </a:cubicBezTo>
                <a:lnTo>
                  <a:pt x="468" y="14"/>
                </a:lnTo>
                <a:cubicBezTo>
                  <a:pt x="468" y="14"/>
                  <a:pt x="473" y="12"/>
                  <a:pt x="472" y="16"/>
                </a:cubicBezTo>
                <a:lnTo>
                  <a:pt x="466" y="28"/>
                </a:lnTo>
                <a:cubicBezTo>
                  <a:pt x="466" y="28"/>
                  <a:pt x="463" y="34"/>
                  <a:pt x="460" y="34"/>
                </a:cubicBezTo>
                <a:lnTo>
                  <a:pt x="444" y="43"/>
                </a:lnTo>
                <a:cubicBezTo>
                  <a:pt x="444" y="43"/>
                  <a:pt x="437" y="45"/>
                  <a:pt x="442" y="46"/>
                </a:cubicBezTo>
                <a:cubicBezTo>
                  <a:pt x="442" y="46"/>
                  <a:pt x="447" y="48"/>
                  <a:pt x="450" y="44"/>
                </a:cubicBezTo>
                <a:lnTo>
                  <a:pt x="458" y="40"/>
                </a:lnTo>
                <a:cubicBezTo>
                  <a:pt x="458" y="40"/>
                  <a:pt x="463" y="36"/>
                  <a:pt x="460" y="42"/>
                </a:cubicBezTo>
                <a:cubicBezTo>
                  <a:pt x="460" y="42"/>
                  <a:pt x="460" y="47"/>
                  <a:pt x="453" y="52"/>
                </a:cubicBezTo>
                <a:lnTo>
                  <a:pt x="443" y="59"/>
                </a:lnTo>
                <a:lnTo>
                  <a:pt x="440" y="60"/>
                </a:lnTo>
                <a:lnTo>
                  <a:pt x="437" y="62"/>
                </a:lnTo>
                <a:close/>
                <a:moveTo>
                  <a:pt x="456" y="23"/>
                </a:moveTo>
                <a:cubicBezTo>
                  <a:pt x="457" y="23"/>
                  <a:pt x="458" y="24"/>
                  <a:pt x="458" y="25"/>
                </a:cubicBezTo>
                <a:cubicBezTo>
                  <a:pt x="458" y="27"/>
                  <a:pt x="457" y="28"/>
                  <a:pt x="456" y="28"/>
                </a:cubicBezTo>
                <a:cubicBezTo>
                  <a:pt x="455" y="28"/>
                  <a:pt x="454" y="27"/>
                  <a:pt x="454" y="25"/>
                </a:cubicBezTo>
                <a:cubicBezTo>
                  <a:pt x="454" y="24"/>
                  <a:pt x="455" y="23"/>
                  <a:pt x="456" y="23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19" name="Freeform 6"/>
          <p:cNvSpPr>
            <a:spLocks noGrp="1"/>
          </p:cNvSpPr>
          <p:nvPr/>
        </p:nvSpPr>
        <p:spPr>
          <a:xfrm>
            <a:off x="10465525" y="520851"/>
            <a:ext cx="1549319" cy="49527"/>
          </a:xfrm>
          <a:custGeom>
            <a:avLst/>
            <a:gdLst/>
            <a:ahLst/>
            <a:cxnLst/>
            <a:rect l="l" t="t" r="r" b="b"/>
            <a:pathLst>
              <a:path w="471" h="15">
                <a:moveTo>
                  <a:pt x="0" y="15"/>
                </a:moveTo>
                <a:lnTo>
                  <a:pt x="0" y="0"/>
                </a:lnTo>
                <a:lnTo>
                  <a:pt x="2" y="0"/>
                </a:lnTo>
                <a:lnTo>
                  <a:pt x="2" y="6"/>
                </a:lnTo>
                <a:lnTo>
                  <a:pt x="9" y="6"/>
                </a:lnTo>
                <a:lnTo>
                  <a:pt x="9" y="0"/>
                </a:lnTo>
                <a:lnTo>
                  <a:pt x="10" y="0"/>
                </a:lnTo>
                <a:lnTo>
                  <a:pt x="10" y="15"/>
                </a:lnTo>
                <a:lnTo>
                  <a:pt x="9" y="15"/>
                </a:lnTo>
                <a:lnTo>
                  <a:pt x="9" y="8"/>
                </a:lnTo>
                <a:lnTo>
                  <a:pt x="2" y="8"/>
                </a:lnTo>
                <a:lnTo>
                  <a:pt x="2" y="15"/>
                </a:lnTo>
                <a:lnTo>
                  <a:pt x="0" y="15"/>
                </a:lnTo>
                <a:close/>
              </a:path>
              <a:path w="471" h="15">
                <a:moveTo>
                  <a:pt x="21" y="0"/>
                </a:moveTo>
                <a:lnTo>
                  <a:pt x="22" y="0"/>
                </a:lnTo>
                <a:lnTo>
                  <a:pt x="22" y="9"/>
                </a:lnTo>
                <a:cubicBezTo>
                  <a:pt x="22" y="10"/>
                  <a:pt x="22" y="11"/>
                  <a:pt x="22" y="12"/>
                </a:cubicBezTo>
                <a:cubicBezTo>
                  <a:pt x="22" y="13"/>
                  <a:pt x="21" y="14"/>
                  <a:pt x="20" y="14"/>
                </a:cubicBezTo>
                <a:cubicBezTo>
                  <a:pt x="20" y="15"/>
                  <a:pt x="19" y="15"/>
                  <a:pt x="17" y="15"/>
                </a:cubicBezTo>
                <a:cubicBezTo>
                  <a:pt x="16" y="15"/>
                  <a:pt x="15" y="15"/>
                  <a:pt x="15" y="14"/>
                </a:cubicBezTo>
                <a:cubicBezTo>
                  <a:pt x="14" y="14"/>
                  <a:pt x="13" y="13"/>
                  <a:pt x="13" y="12"/>
                </a:cubicBezTo>
                <a:cubicBezTo>
                  <a:pt x="13" y="11"/>
                  <a:pt x="12" y="10"/>
                  <a:pt x="12" y="9"/>
                </a:cubicBezTo>
                <a:lnTo>
                  <a:pt x="12" y="0"/>
                </a:lnTo>
                <a:lnTo>
                  <a:pt x="14" y="0"/>
                </a:lnTo>
                <a:lnTo>
                  <a:pt x="14" y="9"/>
                </a:lnTo>
                <a:cubicBezTo>
                  <a:pt x="14" y="10"/>
                  <a:pt x="14" y="11"/>
                  <a:pt x="14" y="11"/>
                </a:cubicBezTo>
                <a:cubicBezTo>
                  <a:pt x="15" y="12"/>
                  <a:pt x="15" y="12"/>
                  <a:pt x="15" y="13"/>
                </a:cubicBezTo>
                <a:cubicBezTo>
                  <a:pt x="16" y="13"/>
                  <a:pt x="17" y="13"/>
                  <a:pt x="17" y="13"/>
                </a:cubicBezTo>
                <a:cubicBezTo>
                  <a:pt x="18" y="13"/>
                  <a:pt x="19" y="13"/>
                  <a:pt x="20" y="12"/>
                </a:cubicBezTo>
                <a:cubicBezTo>
                  <a:pt x="20" y="12"/>
                  <a:pt x="21" y="10"/>
                  <a:pt x="21" y="9"/>
                </a:cubicBezTo>
                <a:lnTo>
                  <a:pt x="21" y="0"/>
                </a:lnTo>
                <a:close/>
              </a:path>
              <a:path w="471" h="15">
                <a:moveTo>
                  <a:pt x="23" y="15"/>
                </a:moveTo>
                <a:lnTo>
                  <a:pt x="28" y="0"/>
                </a:lnTo>
                <a:lnTo>
                  <a:pt x="30" y="0"/>
                </a:lnTo>
                <a:lnTo>
                  <a:pt x="35" y="15"/>
                </a:lnTo>
                <a:lnTo>
                  <a:pt x="33" y="15"/>
                </a:lnTo>
                <a:lnTo>
                  <a:pt x="32" y="10"/>
                </a:lnTo>
                <a:lnTo>
                  <a:pt x="26" y="10"/>
                </a:lnTo>
                <a:lnTo>
                  <a:pt x="25" y="15"/>
                </a:lnTo>
                <a:lnTo>
                  <a:pt x="23" y="15"/>
                </a:lnTo>
                <a:close/>
                <a:moveTo>
                  <a:pt x="27" y="9"/>
                </a:moveTo>
                <a:lnTo>
                  <a:pt x="31" y="9"/>
                </a:lnTo>
                <a:lnTo>
                  <a:pt x="30" y="5"/>
                </a:lnTo>
                <a:cubicBezTo>
                  <a:pt x="29" y="4"/>
                  <a:pt x="29" y="3"/>
                  <a:pt x="29" y="2"/>
                </a:cubicBezTo>
                <a:cubicBezTo>
                  <a:pt x="29" y="3"/>
                  <a:pt x="28" y="4"/>
                  <a:pt x="28" y="5"/>
                </a:cubicBezTo>
                <a:lnTo>
                  <a:pt x="27" y="9"/>
                </a:lnTo>
                <a:close/>
              </a:path>
              <a:path w="471" h="15">
                <a:moveTo>
                  <a:pt x="35" y="15"/>
                </a:moveTo>
                <a:lnTo>
                  <a:pt x="35" y="13"/>
                </a:lnTo>
                <a:lnTo>
                  <a:pt x="41" y="4"/>
                </a:lnTo>
                <a:cubicBezTo>
                  <a:pt x="42" y="3"/>
                  <a:pt x="42" y="2"/>
                  <a:pt x="42" y="2"/>
                </a:cubicBezTo>
                <a:lnTo>
                  <a:pt x="35" y="2"/>
                </a:lnTo>
                <a:lnTo>
                  <a:pt x="35" y="0"/>
                </a:lnTo>
                <a:lnTo>
                  <a:pt x="44" y="0"/>
                </a:lnTo>
                <a:lnTo>
                  <a:pt x="44" y="2"/>
                </a:lnTo>
                <a:lnTo>
                  <a:pt x="37" y="12"/>
                </a:lnTo>
                <a:lnTo>
                  <a:pt x="37" y="13"/>
                </a:lnTo>
                <a:lnTo>
                  <a:pt x="45" y="13"/>
                </a:lnTo>
                <a:lnTo>
                  <a:pt x="45" y="15"/>
                </a:lnTo>
                <a:lnTo>
                  <a:pt x="35" y="15"/>
                </a:lnTo>
                <a:close/>
              </a:path>
              <a:path w="471" h="15">
                <a:moveTo>
                  <a:pt x="46" y="15"/>
                </a:moveTo>
                <a:lnTo>
                  <a:pt x="46" y="0"/>
                </a:lnTo>
                <a:lnTo>
                  <a:pt x="48" y="0"/>
                </a:lnTo>
                <a:lnTo>
                  <a:pt x="48" y="6"/>
                </a:lnTo>
                <a:lnTo>
                  <a:pt x="54" y="6"/>
                </a:lnTo>
                <a:lnTo>
                  <a:pt x="54" y="0"/>
                </a:lnTo>
                <a:lnTo>
                  <a:pt x="56" y="0"/>
                </a:lnTo>
                <a:lnTo>
                  <a:pt x="56" y="15"/>
                </a:lnTo>
                <a:lnTo>
                  <a:pt x="54" y="15"/>
                </a:lnTo>
                <a:lnTo>
                  <a:pt x="54" y="8"/>
                </a:lnTo>
                <a:lnTo>
                  <a:pt x="48" y="8"/>
                </a:lnTo>
                <a:lnTo>
                  <a:pt x="48" y="15"/>
                </a:lnTo>
                <a:lnTo>
                  <a:pt x="46" y="15"/>
                </a:lnTo>
                <a:close/>
              </a:path>
              <a:path w="471" h="15">
                <a:moveTo>
                  <a:pt x="58" y="8"/>
                </a:moveTo>
                <a:cubicBezTo>
                  <a:pt x="58" y="5"/>
                  <a:pt x="58" y="3"/>
                  <a:pt x="59" y="2"/>
                </a:cubicBezTo>
                <a:cubicBezTo>
                  <a:pt x="60" y="1"/>
                  <a:pt x="62" y="0"/>
                  <a:pt x="64" y="0"/>
                </a:cubicBezTo>
                <a:cubicBezTo>
                  <a:pt x="65" y="0"/>
                  <a:pt x="66" y="0"/>
                  <a:pt x="67" y="1"/>
                </a:cubicBezTo>
                <a:cubicBezTo>
                  <a:pt x="68" y="2"/>
                  <a:pt x="68" y="3"/>
                  <a:pt x="69" y="4"/>
                </a:cubicBezTo>
                <a:cubicBezTo>
                  <a:pt x="69" y="5"/>
                  <a:pt x="70" y="6"/>
                  <a:pt x="70" y="8"/>
                </a:cubicBezTo>
                <a:cubicBezTo>
                  <a:pt x="70" y="9"/>
                  <a:pt x="69" y="10"/>
                  <a:pt x="69" y="11"/>
                </a:cubicBezTo>
                <a:cubicBezTo>
                  <a:pt x="68" y="13"/>
                  <a:pt x="68" y="13"/>
                  <a:pt x="67" y="14"/>
                </a:cubicBezTo>
                <a:cubicBezTo>
                  <a:pt x="66" y="15"/>
                  <a:pt x="65" y="15"/>
                  <a:pt x="64" y="15"/>
                </a:cubicBezTo>
                <a:cubicBezTo>
                  <a:pt x="62" y="15"/>
                  <a:pt x="61" y="15"/>
                  <a:pt x="60" y="14"/>
                </a:cubicBezTo>
                <a:cubicBezTo>
                  <a:pt x="59" y="13"/>
                  <a:pt x="59" y="12"/>
                  <a:pt x="58" y="11"/>
                </a:cubicBezTo>
                <a:cubicBezTo>
                  <a:pt x="58" y="10"/>
                  <a:pt x="58" y="9"/>
                  <a:pt x="58" y="8"/>
                </a:cubicBezTo>
                <a:close/>
                <a:moveTo>
                  <a:pt x="59" y="8"/>
                </a:moveTo>
                <a:cubicBezTo>
                  <a:pt x="59" y="9"/>
                  <a:pt x="60" y="11"/>
                  <a:pt x="60" y="12"/>
                </a:cubicBezTo>
                <a:cubicBezTo>
                  <a:pt x="61" y="13"/>
                  <a:pt x="62" y="13"/>
                  <a:pt x="64" y="13"/>
                </a:cubicBezTo>
                <a:cubicBezTo>
                  <a:pt x="65" y="13"/>
                  <a:pt x="66" y="13"/>
                  <a:pt x="67" y="12"/>
                </a:cubicBezTo>
                <a:cubicBezTo>
                  <a:pt x="67" y="11"/>
                  <a:pt x="68" y="9"/>
                  <a:pt x="68" y="7"/>
                </a:cubicBezTo>
                <a:cubicBezTo>
                  <a:pt x="68" y="6"/>
                  <a:pt x="68" y="5"/>
                  <a:pt x="67" y="4"/>
                </a:cubicBezTo>
                <a:cubicBezTo>
                  <a:pt x="67" y="4"/>
                  <a:pt x="66" y="3"/>
                  <a:pt x="66" y="2"/>
                </a:cubicBezTo>
                <a:cubicBezTo>
                  <a:pt x="65" y="2"/>
                  <a:pt x="64" y="2"/>
                  <a:pt x="64" y="2"/>
                </a:cubicBezTo>
                <a:cubicBezTo>
                  <a:pt x="62" y="2"/>
                  <a:pt x="61" y="2"/>
                  <a:pt x="61" y="3"/>
                </a:cubicBezTo>
                <a:cubicBezTo>
                  <a:pt x="60" y="4"/>
                  <a:pt x="59" y="6"/>
                  <a:pt x="59" y="8"/>
                </a:cubicBezTo>
                <a:close/>
              </a:path>
              <a:path w="471" h="15">
                <a:moveTo>
                  <a:pt x="71" y="15"/>
                </a:moveTo>
                <a:lnTo>
                  <a:pt x="71" y="0"/>
                </a:lnTo>
                <a:lnTo>
                  <a:pt x="73" y="0"/>
                </a:lnTo>
                <a:lnTo>
                  <a:pt x="79" y="12"/>
                </a:lnTo>
                <a:lnTo>
                  <a:pt x="79" y="0"/>
                </a:lnTo>
                <a:lnTo>
                  <a:pt x="81" y="0"/>
                </a:lnTo>
                <a:lnTo>
                  <a:pt x="81" y="15"/>
                </a:lnTo>
                <a:lnTo>
                  <a:pt x="79" y="15"/>
                </a:lnTo>
                <a:lnTo>
                  <a:pt x="73" y="3"/>
                </a:lnTo>
                <a:lnTo>
                  <a:pt x="73" y="15"/>
                </a:lnTo>
                <a:lnTo>
                  <a:pt x="71" y="15"/>
                </a:lnTo>
                <a:close/>
              </a:path>
              <a:path w="471" h="15">
                <a:moveTo>
                  <a:pt x="89" y="9"/>
                </a:moveTo>
                <a:lnTo>
                  <a:pt x="89" y="7"/>
                </a:lnTo>
                <a:lnTo>
                  <a:pt x="94" y="7"/>
                </a:lnTo>
                <a:lnTo>
                  <a:pt x="94" y="13"/>
                </a:lnTo>
                <a:cubicBezTo>
                  <a:pt x="94" y="13"/>
                  <a:pt x="93" y="14"/>
                  <a:pt x="92" y="14"/>
                </a:cubicBezTo>
                <a:cubicBezTo>
                  <a:pt x="91" y="15"/>
                  <a:pt x="90" y="15"/>
                  <a:pt x="89" y="15"/>
                </a:cubicBezTo>
                <a:cubicBezTo>
                  <a:pt x="88" y="15"/>
                  <a:pt x="87" y="15"/>
                  <a:pt x="86" y="14"/>
                </a:cubicBezTo>
                <a:cubicBezTo>
                  <a:pt x="85" y="13"/>
                  <a:pt x="84" y="13"/>
                  <a:pt x="84" y="11"/>
                </a:cubicBezTo>
                <a:cubicBezTo>
                  <a:pt x="83" y="10"/>
                  <a:pt x="83" y="9"/>
                  <a:pt x="83" y="8"/>
                </a:cubicBezTo>
                <a:cubicBezTo>
                  <a:pt x="83" y="6"/>
                  <a:pt x="83" y="5"/>
                  <a:pt x="84" y="4"/>
                </a:cubicBezTo>
                <a:cubicBezTo>
                  <a:pt x="84" y="2"/>
                  <a:pt x="85" y="2"/>
                  <a:pt x="86" y="1"/>
                </a:cubicBezTo>
                <a:cubicBezTo>
                  <a:pt x="87" y="0"/>
                  <a:pt x="88" y="0"/>
                  <a:pt x="89" y="0"/>
                </a:cubicBezTo>
                <a:cubicBezTo>
                  <a:pt x="90" y="0"/>
                  <a:pt x="91" y="0"/>
                  <a:pt x="92" y="1"/>
                </a:cubicBezTo>
                <a:cubicBezTo>
                  <a:pt x="92" y="1"/>
                  <a:pt x="93" y="1"/>
                  <a:pt x="93" y="2"/>
                </a:cubicBezTo>
                <a:cubicBezTo>
                  <a:pt x="94" y="3"/>
                  <a:pt x="94" y="3"/>
                  <a:pt x="94" y="4"/>
                </a:cubicBezTo>
                <a:lnTo>
                  <a:pt x="93" y="5"/>
                </a:lnTo>
                <a:cubicBezTo>
                  <a:pt x="93" y="4"/>
                  <a:pt x="92" y="3"/>
                  <a:pt x="92" y="3"/>
                </a:cubicBezTo>
                <a:cubicBezTo>
                  <a:pt x="92" y="3"/>
                  <a:pt x="91" y="2"/>
                  <a:pt x="91" y="2"/>
                </a:cubicBezTo>
                <a:cubicBezTo>
                  <a:pt x="90" y="2"/>
                  <a:pt x="90" y="2"/>
                  <a:pt x="89" y="2"/>
                </a:cubicBezTo>
                <a:cubicBezTo>
                  <a:pt x="88" y="2"/>
                  <a:pt x="88" y="2"/>
                  <a:pt x="87" y="2"/>
                </a:cubicBezTo>
                <a:cubicBezTo>
                  <a:pt x="87" y="2"/>
                  <a:pt x="86" y="3"/>
                  <a:pt x="86" y="3"/>
                </a:cubicBezTo>
                <a:cubicBezTo>
                  <a:pt x="86" y="4"/>
                  <a:pt x="85" y="4"/>
                  <a:pt x="85" y="5"/>
                </a:cubicBezTo>
                <a:cubicBezTo>
                  <a:pt x="85" y="5"/>
                  <a:pt x="85" y="6"/>
                  <a:pt x="85" y="7"/>
                </a:cubicBezTo>
                <a:cubicBezTo>
                  <a:pt x="85" y="9"/>
                  <a:pt x="85" y="10"/>
                  <a:pt x="85" y="11"/>
                </a:cubicBezTo>
                <a:cubicBezTo>
                  <a:pt x="86" y="12"/>
                  <a:pt x="86" y="12"/>
                  <a:pt x="87" y="13"/>
                </a:cubicBezTo>
                <a:cubicBezTo>
                  <a:pt x="88" y="13"/>
                  <a:pt x="88" y="13"/>
                  <a:pt x="89" y="13"/>
                </a:cubicBezTo>
                <a:cubicBezTo>
                  <a:pt x="90" y="13"/>
                  <a:pt x="91" y="13"/>
                  <a:pt x="91" y="13"/>
                </a:cubicBezTo>
                <a:cubicBezTo>
                  <a:pt x="92" y="12"/>
                  <a:pt x="92" y="12"/>
                  <a:pt x="93" y="12"/>
                </a:cubicBezTo>
                <a:lnTo>
                  <a:pt x="93" y="9"/>
                </a:lnTo>
                <a:lnTo>
                  <a:pt x="89" y="9"/>
                </a:lnTo>
                <a:close/>
              </a:path>
              <a:path w="471" h="15">
                <a:moveTo>
                  <a:pt x="110" y="0"/>
                </a:moveTo>
                <a:lnTo>
                  <a:pt x="112" y="0"/>
                </a:lnTo>
                <a:lnTo>
                  <a:pt x="112" y="9"/>
                </a:lnTo>
                <a:cubicBezTo>
                  <a:pt x="112" y="10"/>
                  <a:pt x="111" y="11"/>
                  <a:pt x="111" y="12"/>
                </a:cubicBezTo>
                <a:cubicBezTo>
                  <a:pt x="111" y="13"/>
                  <a:pt x="110" y="14"/>
                  <a:pt x="110" y="14"/>
                </a:cubicBezTo>
                <a:cubicBezTo>
                  <a:pt x="109" y="15"/>
                  <a:pt x="108" y="15"/>
                  <a:pt x="107" y="15"/>
                </a:cubicBezTo>
                <a:cubicBezTo>
                  <a:pt x="106" y="15"/>
                  <a:pt x="105" y="15"/>
                  <a:pt x="104" y="14"/>
                </a:cubicBezTo>
                <a:cubicBezTo>
                  <a:pt x="103" y="14"/>
                  <a:pt x="103" y="13"/>
                  <a:pt x="102" y="12"/>
                </a:cubicBezTo>
                <a:cubicBezTo>
                  <a:pt x="102" y="11"/>
                  <a:pt x="102" y="10"/>
                  <a:pt x="102" y="9"/>
                </a:cubicBezTo>
                <a:lnTo>
                  <a:pt x="102" y="0"/>
                </a:lnTo>
                <a:lnTo>
                  <a:pt x="103" y="0"/>
                </a:lnTo>
                <a:lnTo>
                  <a:pt x="103" y="9"/>
                </a:lnTo>
                <a:cubicBezTo>
                  <a:pt x="103" y="10"/>
                  <a:pt x="104" y="11"/>
                  <a:pt x="104" y="11"/>
                </a:cubicBezTo>
                <a:cubicBezTo>
                  <a:pt x="104" y="12"/>
                  <a:pt x="104" y="12"/>
                  <a:pt x="105" y="13"/>
                </a:cubicBezTo>
                <a:cubicBezTo>
                  <a:pt x="105" y="13"/>
                  <a:pt x="106" y="13"/>
                  <a:pt x="107" y="13"/>
                </a:cubicBezTo>
                <a:cubicBezTo>
                  <a:pt x="108" y="13"/>
                  <a:pt x="109" y="13"/>
                  <a:pt x="109" y="12"/>
                </a:cubicBezTo>
                <a:cubicBezTo>
                  <a:pt x="110" y="12"/>
                  <a:pt x="110" y="10"/>
                  <a:pt x="110" y="9"/>
                </a:cubicBezTo>
                <a:lnTo>
                  <a:pt x="110" y="0"/>
                </a:lnTo>
                <a:close/>
              </a:path>
              <a:path w="471" h="15">
                <a:moveTo>
                  <a:pt x="114" y="15"/>
                </a:moveTo>
                <a:lnTo>
                  <a:pt x="114" y="0"/>
                </a:lnTo>
                <a:lnTo>
                  <a:pt x="116" y="0"/>
                </a:lnTo>
                <a:lnTo>
                  <a:pt x="122" y="12"/>
                </a:lnTo>
                <a:lnTo>
                  <a:pt x="122" y="0"/>
                </a:lnTo>
                <a:lnTo>
                  <a:pt x="124" y="0"/>
                </a:lnTo>
                <a:lnTo>
                  <a:pt x="124" y="15"/>
                </a:lnTo>
                <a:lnTo>
                  <a:pt x="122" y="15"/>
                </a:lnTo>
                <a:lnTo>
                  <a:pt x="115" y="3"/>
                </a:lnTo>
                <a:lnTo>
                  <a:pt x="115" y="15"/>
                </a:lnTo>
                <a:lnTo>
                  <a:pt x="114" y="15"/>
                </a:lnTo>
                <a:close/>
              </a:path>
              <a:path w="471" h="15">
                <a:moveTo>
                  <a:pt x="126" y="15"/>
                </a:moveTo>
                <a:lnTo>
                  <a:pt x="126" y="0"/>
                </a:lnTo>
                <a:lnTo>
                  <a:pt x="128" y="0"/>
                </a:lnTo>
                <a:lnTo>
                  <a:pt x="128" y="15"/>
                </a:lnTo>
                <a:lnTo>
                  <a:pt x="126" y="15"/>
                </a:lnTo>
                <a:close/>
              </a:path>
              <a:path w="471" h="15">
                <a:moveTo>
                  <a:pt x="134" y="15"/>
                </a:moveTo>
                <a:lnTo>
                  <a:pt x="129" y="0"/>
                </a:lnTo>
                <a:lnTo>
                  <a:pt x="131" y="0"/>
                </a:lnTo>
                <a:lnTo>
                  <a:pt x="134" y="11"/>
                </a:lnTo>
                <a:cubicBezTo>
                  <a:pt x="134" y="12"/>
                  <a:pt x="135" y="12"/>
                  <a:pt x="135" y="13"/>
                </a:cubicBezTo>
                <a:cubicBezTo>
                  <a:pt x="135" y="12"/>
                  <a:pt x="135" y="12"/>
                  <a:pt x="135" y="11"/>
                </a:cubicBezTo>
                <a:lnTo>
                  <a:pt x="139" y="0"/>
                </a:lnTo>
                <a:lnTo>
                  <a:pt x="141" y="0"/>
                </a:lnTo>
                <a:lnTo>
                  <a:pt x="136" y="15"/>
                </a:lnTo>
                <a:lnTo>
                  <a:pt x="134" y="15"/>
                </a:lnTo>
                <a:close/>
              </a:path>
              <a:path w="471" h="15">
                <a:moveTo>
                  <a:pt x="142" y="15"/>
                </a:moveTo>
                <a:lnTo>
                  <a:pt x="142" y="0"/>
                </a:lnTo>
                <a:lnTo>
                  <a:pt x="151" y="0"/>
                </a:lnTo>
                <a:lnTo>
                  <a:pt x="151" y="2"/>
                </a:lnTo>
                <a:lnTo>
                  <a:pt x="143" y="2"/>
                </a:lnTo>
                <a:lnTo>
                  <a:pt x="143" y="6"/>
                </a:lnTo>
                <a:lnTo>
                  <a:pt x="150" y="6"/>
                </a:lnTo>
                <a:lnTo>
                  <a:pt x="150" y="8"/>
                </a:lnTo>
                <a:lnTo>
                  <a:pt x="143" y="8"/>
                </a:lnTo>
                <a:lnTo>
                  <a:pt x="143" y="13"/>
                </a:lnTo>
                <a:lnTo>
                  <a:pt x="151" y="13"/>
                </a:lnTo>
                <a:lnTo>
                  <a:pt x="151" y="15"/>
                </a:lnTo>
                <a:lnTo>
                  <a:pt x="142" y="15"/>
                </a:lnTo>
                <a:close/>
              </a:path>
              <a:path w="471" h="15">
                <a:moveTo>
                  <a:pt x="153" y="15"/>
                </a:moveTo>
                <a:lnTo>
                  <a:pt x="153" y="0"/>
                </a:lnTo>
                <a:lnTo>
                  <a:pt x="158" y="0"/>
                </a:lnTo>
                <a:cubicBezTo>
                  <a:pt x="159" y="0"/>
                  <a:pt x="160" y="0"/>
                  <a:pt x="161" y="1"/>
                </a:cubicBezTo>
                <a:cubicBezTo>
                  <a:pt x="161" y="1"/>
                  <a:pt x="162" y="1"/>
                  <a:pt x="162" y="2"/>
                </a:cubicBezTo>
                <a:cubicBezTo>
                  <a:pt x="163" y="3"/>
                  <a:pt x="163" y="3"/>
                  <a:pt x="163" y="4"/>
                </a:cubicBezTo>
                <a:cubicBezTo>
                  <a:pt x="163" y="5"/>
                  <a:pt x="162" y="6"/>
                  <a:pt x="162" y="7"/>
                </a:cubicBezTo>
                <a:cubicBezTo>
                  <a:pt x="161" y="7"/>
                  <a:pt x="160" y="8"/>
                  <a:pt x="159" y="8"/>
                </a:cubicBezTo>
                <a:cubicBezTo>
                  <a:pt x="160" y="8"/>
                  <a:pt x="160" y="9"/>
                  <a:pt x="160" y="9"/>
                </a:cubicBezTo>
                <a:cubicBezTo>
                  <a:pt x="161" y="9"/>
                  <a:pt x="161" y="10"/>
                  <a:pt x="162" y="11"/>
                </a:cubicBezTo>
                <a:lnTo>
                  <a:pt x="164" y="15"/>
                </a:lnTo>
                <a:lnTo>
                  <a:pt x="162" y="15"/>
                </a:lnTo>
                <a:lnTo>
                  <a:pt x="160" y="12"/>
                </a:lnTo>
                <a:cubicBezTo>
                  <a:pt x="160" y="11"/>
                  <a:pt x="159" y="10"/>
                  <a:pt x="159" y="10"/>
                </a:cubicBezTo>
                <a:cubicBezTo>
                  <a:pt x="159" y="9"/>
                  <a:pt x="158" y="9"/>
                  <a:pt x="158" y="9"/>
                </a:cubicBezTo>
                <a:cubicBezTo>
                  <a:pt x="158" y="9"/>
                  <a:pt x="158" y="8"/>
                  <a:pt x="157" y="8"/>
                </a:cubicBezTo>
                <a:cubicBezTo>
                  <a:pt x="157" y="8"/>
                  <a:pt x="157" y="8"/>
                  <a:pt x="156" y="8"/>
                </a:cubicBezTo>
                <a:lnTo>
                  <a:pt x="154" y="8"/>
                </a:lnTo>
                <a:lnTo>
                  <a:pt x="154" y="15"/>
                </a:lnTo>
                <a:lnTo>
                  <a:pt x="153" y="15"/>
                </a:lnTo>
                <a:close/>
                <a:moveTo>
                  <a:pt x="154" y="7"/>
                </a:moveTo>
                <a:lnTo>
                  <a:pt x="158" y="7"/>
                </a:lnTo>
                <a:cubicBezTo>
                  <a:pt x="159" y="7"/>
                  <a:pt x="159" y="7"/>
                  <a:pt x="160" y="6"/>
                </a:cubicBezTo>
                <a:cubicBezTo>
                  <a:pt x="160" y="6"/>
                  <a:pt x="160" y="6"/>
                  <a:pt x="161" y="6"/>
                </a:cubicBezTo>
                <a:cubicBezTo>
                  <a:pt x="161" y="5"/>
                  <a:pt x="161" y="5"/>
                  <a:pt x="161" y="4"/>
                </a:cubicBezTo>
                <a:cubicBezTo>
                  <a:pt x="161" y="4"/>
                  <a:pt x="161" y="3"/>
                  <a:pt x="160" y="3"/>
                </a:cubicBezTo>
                <a:cubicBezTo>
                  <a:pt x="160" y="2"/>
                  <a:pt x="159" y="2"/>
                  <a:pt x="158" y="2"/>
                </a:cubicBezTo>
                <a:lnTo>
                  <a:pt x="154" y="2"/>
                </a:lnTo>
                <a:lnTo>
                  <a:pt x="154" y="7"/>
                </a:lnTo>
                <a:close/>
              </a:path>
              <a:path w="471" h="15">
                <a:moveTo>
                  <a:pt x="164" y="10"/>
                </a:moveTo>
                <a:lnTo>
                  <a:pt x="166" y="10"/>
                </a:lnTo>
                <a:cubicBezTo>
                  <a:pt x="166" y="11"/>
                  <a:pt x="166" y="11"/>
                  <a:pt x="166" y="12"/>
                </a:cubicBezTo>
                <a:cubicBezTo>
                  <a:pt x="167" y="12"/>
                  <a:pt x="167" y="13"/>
                  <a:pt x="168" y="13"/>
                </a:cubicBezTo>
                <a:cubicBezTo>
                  <a:pt x="168" y="13"/>
                  <a:pt x="169" y="13"/>
                  <a:pt x="170" y="13"/>
                </a:cubicBezTo>
                <a:cubicBezTo>
                  <a:pt x="170" y="13"/>
                  <a:pt x="171" y="13"/>
                  <a:pt x="171" y="13"/>
                </a:cubicBezTo>
                <a:cubicBezTo>
                  <a:pt x="172" y="13"/>
                  <a:pt x="172" y="12"/>
                  <a:pt x="172" y="12"/>
                </a:cubicBezTo>
                <a:cubicBezTo>
                  <a:pt x="173" y="12"/>
                  <a:pt x="173" y="11"/>
                  <a:pt x="173" y="11"/>
                </a:cubicBezTo>
                <a:cubicBezTo>
                  <a:pt x="173" y="10"/>
                  <a:pt x="173" y="10"/>
                  <a:pt x="172" y="10"/>
                </a:cubicBezTo>
                <a:cubicBezTo>
                  <a:pt x="172" y="9"/>
                  <a:pt x="172" y="9"/>
                  <a:pt x="171" y="9"/>
                </a:cubicBezTo>
                <a:cubicBezTo>
                  <a:pt x="171" y="9"/>
                  <a:pt x="170" y="8"/>
                  <a:pt x="169" y="8"/>
                </a:cubicBezTo>
                <a:cubicBezTo>
                  <a:pt x="168" y="8"/>
                  <a:pt x="167" y="7"/>
                  <a:pt x="167" y="7"/>
                </a:cubicBezTo>
                <a:cubicBezTo>
                  <a:pt x="166" y="7"/>
                  <a:pt x="166" y="6"/>
                  <a:pt x="165" y="6"/>
                </a:cubicBezTo>
                <a:cubicBezTo>
                  <a:pt x="165" y="5"/>
                  <a:pt x="165" y="5"/>
                  <a:pt x="165" y="4"/>
                </a:cubicBezTo>
                <a:cubicBezTo>
                  <a:pt x="165" y="3"/>
                  <a:pt x="165" y="3"/>
                  <a:pt x="165" y="2"/>
                </a:cubicBezTo>
                <a:cubicBezTo>
                  <a:pt x="166" y="1"/>
                  <a:pt x="166" y="1"/>
                  <a:pt x="167" y="1"/>
                </a:cubicBezTo>
                <a:cubicBezTo>
                  <a:pt x="168" y="0"/>
                  <a:pt x="168" y="0"/>
                  <a:pt x="169" y="0"/>
                </a:cubicBezTo>
                <a:cubicBezTo>
                  <a:pt x="170" y="0"/>
                  <a:pt x="171" y="0"/>
                  <a:pt x="172" y="1"/>
                </a:cubicBezTo>
                <a:cubicBezTo>
                  <a:pt x="172" y="1"/>
                  <a:pt x="173" y="1"/>
                  <a:pt x="173" y="2"/>
                </a:cubicBezTo>
                <a:cubicBezTo>
                  <a:pt x="174" y="3"/>
                  <a:pt x="174" y="3"/>
                  <a:pt x="174" y="4"/>
                </a:cubicBezTo>
                <a:lnTo>
                  <a:pt x="172" y="4"/>
                </a:lnTo>
                <a:cubicBezTo>
                  <a:pt x="172" y="4"/>
                  <a:pt x="172" y="3"/>
                  <a:pt x="171" y="2"/>
                </a:cubicBezTo>
                <a:cubicBezTo>
                  <a:pt x="171" y="2"/>
                  <a:pt x="170" y="2"/>
                  <a:pt x="169" y="2"/>
                </a:cubicBezTo>
                <a:cubicBezTo>
                  <a:pt x="168" y="2"/>
                  <a:pt x="168" y="2"/>
                  <a:pt x="167" y="2"/>
                </a:cubicBezTo>
                <a:cubicBezTo>
                  <a:pt x="167" y="3"/>
                  <a:pt x="166" y="3"/>
                  <a:pt x="166" y="4"/>
                </a:cubicBezTo>
                <a:cubicBezTo>
                  <a:pt x="166" y="4"/>
                  <a:pt x="167" y="5"/>
                  <a:pt x="167" y="5"/>
                </a:cubicBezTo>
                <a:cubicBezTo>
                  <a:pt x="167" y="5"/>
                  <a:pt x="168" y="6"/>
                  <a:pt x="169" y="6"/>
                </a:cubicBezTo>
                <a:cubicBezTo>
                  <a:pt x="171" y="7"/>
                  <a:pt x="172" y="7"/>
                  <a:pt x="172" y="7"/>
                </a:cubicBezTo>
                <a:cubicBezTo>
                  <a:pt x="173" y="7"/>
                  <a:pt x="173" y="8"/>
                  <a:pt x="174" y="9"/>
                </a:cubicBezTo>
                <a:cubicBezTo>
                  <a:pt x="174" y="9"/>
                  <a:pt x="174" y="10"/>
                  <a:pt x="174" y="11"/>
                </a:cubicBezTo>
                <a:cubicBezTo>
                  <a:pt x="174" y="11"/>
                  <a:pt x="174" y="12"/>
                  <a:pt x="174" y="13"/>
                </a:cubicBezTo>
                <a:cubicBezTo>
                  <a:pt x="173" y="13"/>
                  <a:pt x="173" y="14"/>
                  <a:pt x="172" y="14"/>
                </a:cubicBezTo>
                <a:cubicBezTo>
                  <a:pt x="171" y="15"/>
                  <a:pt x="171" y="15"/>
                  <a:pt x="170" y="15"/>
                </a:cubicBezTo>
                <a:cubicBezTo>
                  <a:pt x="169" y="15"/>
                  <a:pt x="168" y="15"/>
                  <a:pt x="167" y="14"/>
                </a:cubicBezTo>
                <a:cubicBezTo>
                  <a:pt x="166" y="14"/>
                  <a:pt x="165" y="13"/>
                  <a:pt x="165" y="13"/>
                </a:cubicBezTo>
                <a:cubicBezTo>
                  <a:pt x="165" y="12"/>
                  <a:pt x="164" y="11"/>
                  <a:pt x="164" y="10"/>
                </a:cubicBezTo>
                <a:close/>
              </a:path>
              <a:path w="471" h="15">
                <a:moveTo>
                  <a:pt x="176" y="15"/>
                </a:moveTo>
                <a:lnTo>
                  <a:pt x="176" y="0"/>
                </a:lnTo>
                <a:lnTo>
                  <a:pt x="178" y="0"/>
                </a:lnTo>
                <a:lnTo>
                  <a:pt x="178" y="15"/>
                </a:lnTo>
                <a:lnTo>
                  <a:pt x="176" y="15"/>
                </a:lnTo>
                <a:close/>
              </a:path>
              <a:path w="471" h="15">
                <a:moveTo>
                  <a:pt x="184" y="15"/>
                </a:moveTo>
                <a:lnTo>
                  <a:pt x="184" y="2"/>
                </a:lnTo>
                <a:lnTo>
                  <a:pt x="179" y="2"/>
                </a:lnTo>
                <a:lnTo>
                  <a:pt x="179" y="0"/>
                </a:lnTo>
                <a:lnTo>
                  <a:pt x="189" y="0"/>
                </a:lnTo>
                <a:lnTo>
                  <a:pt x="189" y="2"/>
                </a:lnTo>
                <a:lnTo>
                  <a:pt x="185" y="2"/>
                </a:lnTo>
                <a:lnTo>
                  <a:pt x="185" y="15"/>
                </a:lnTo>
                <a:lnTo>
                  <a:pt x="184" y="15"/>
                </a:lnTo>
                <a:close/>
              </a:path>
              <a:path w="471" h="15">
                <a:moveTo>
                  <a:pt x="194" y="15"/>
                </a:moveTo>
                <a:lnTo>
                  <a:pt x="194" y="9"/>
                </a:lnTo>
                <a:lnTo>
                  <a:pt x="189" y="0"/>
                </a:lnTo>
                <a:lnTo>
                  <a:pt x="191" y="0"/>
                </a:lnTo>
                <a:lnTo>
                  <a:pt x="194" y="5"/>
                </a:lnTo>
                <a:cubicBezTo>
                  <a:pt x="194" y="5"/>
                  <a:pt x="195" y="6"/>
                  <a:pt x="195" y="7"/>
                </a:cubicBezTo>
                <a:cubicBezTo>
                  <a:pt x="195" y="6"/>
                  <a:pt x="196" y="5"/>
                  <a:pt x="196" y="5"/>
                </a:cubicBezTo>
                <a:lnTo>
                  <a:pt x="199" y="0"/>
                </a:lnTo>
                <a:lnTo>
                  <a:pt x="201" y="0"/>
                </a:lnTo>
                <a:lnTo>
                  <a:pt x="196" y="9"/>
                </a:lnTo>
                <a:lnTo>
                  <a:pt x="196" y="15"/>
                </a:lnTo>
                <a:lnTo>
                  <a:pt x="194" y="15"/>
                </a:lnTo>
                <a:close/>
              </a:path>
              <a:path w="471" h="15">
                <a:moveTo>
                  <a:pt x="206" y="8"/>
                </a:moveTo>
                <a:cubicBezTo>
                  <a:pt x="206" y="5"/>
                  <a:pt x="207" y="3"/>
                  <a:pt x="208" y="2"/>
                </a:cubicBezTo>
                <a:cubicBezTo>
                  <a:pt x="209" y="1"/>
                  <a:pt x="211" y="0"/>
                  <a:pt x="212" y="0"/>
                </a:cubicBezTo>
                <a:cubicBezTo>
                  <a:pt x="213" y="0"/>
                  <a:pt x="214" y="0"/>
                  <a:pt x="215" y="1"/>
                </a:cubicBezTo>
                <a:cubicBezTo>
                  <a:pt x="216" y="2"/>
                  <a:pt x="217" y="3"/>
                  <a:pt x="218" y="4"/>
                </a:cubicBezTo>
                <a:cubicBezTo>
                  <a:pt x="218" y="5"/>
                  <a:pt x="218" y="6"/>
                  <a:pt x="218" y="8"/>
                </a:cubicBezTo>
                <a:cubicBezTo>
                  <a:pt x="218" y="9"/>
                  <a:pt x="218" y="10"/>
                  <a:pt x="217" y="11"/>
                </a:cubicBezTo>
                <a:cubicBezTo>
                  <a:pt x="217" y="13"/>
                  <a:pt x="216" y="13"/>
                  <a:pt x="215" y="14"/>
                </a:cubicBezTo>
                <a:cubicBezTo>
                  <a:pt x="214" y="15"/>
                  <a:pt x="213" y="15"/>
                  <a:pt x="212" y="15"/>
                </a:cubicBezTo>
                <a:cubicBezTo>
                  <a:pt x="211" y="15"/>
                  <a:pt x="210" y="15"/>
                  <a:pt x="209" y="14"/>
                </a:cubicBezTo>
                <a:cubicBezTo>
                  <a:pt x="208" y="13"/>
                  <a:pt x="207" y="12"/>
                  <a:pt x="207" y="11"/>
                </a:cubicBezTo>
                <a:cubicBezTo>
                  <a:pt x="207" y="10"/>
                  <a:pt x="206" y="9"/>
                  <a:pt x="206" y="8"/>
                </a:cubicBezTo>
                <a:close/>
                <a:moveTo>
                  <a:pt x="208" y="8"/>
                </a:moveTo>
                <a:cubicBezTo>
                  <a:pt x="208" y="9"/>
                  <a:pt x="208" y="11"/>
                  <a:pt x="209" y="12"/>
                </a:cubicBezTo>
                <a:cubicBezTo>
                  <a:pt x="210" y="13"/>
                  <a:pt x="211" y="13"/>
                  <a:pt x="212" y="13"/>
                </a:cubicBezTo>
                <a:cubicBezTo>
                  <a:pt x="214" y="13"/>
                  <a:pt x="215" y="13"/>
                  <a:pt x="215" y="12"/>
                </a:cubicBezTo>
                <a:cubicBezTo>
                  <a:pt x="216" y="11"/>
                  <a:pt x="217" y="9"/>
                  <a:pt x="217" y="7"/>
                </a:cubicBezTo>
                <a:cubicBezTo>
                  <a:pt x="217" y="6"/>
                  <a:pt x="216" y="5"/>
                  <a:pt x="216" y="4"/>
                </a:cubicBezTo>
                <a:cubicBezTo>
                  <a:pt x="216" y="4"/>
                  <a:pt x="215" y="3"/>
                  <a:pt x="215" y="2"/>
                </a:cubicBezTo>
                <a:cubicBezTo>
                  <a:pt x="214" y="2"/>
                  <a:pt x="213" y="2"/>
                  <a:pt x="212" y="2"/>
                </a:cubicBezTo>
                <a:cubicBezTo>
                  <a:pt x="211" y="2"/>
                  <a:pt x="210" y="2"/>
                  <a:pt x="209" y="3"/>
                </a:cubicBezTo>
                <a:cubicBezTo>
                  <a:pt x="208" y="4"/>
                  <a:pt x="208" y="6"/>
                  <a:pt x="208" y="8"/>
                </a:cubicBezTo>
                <a:close/>
              </a:path>
              <a:path w="471" h="15">
                <a:moveTo>
                  <a:pt x="220" y="15"/>
                </a:moveTo>
                <a:lnTo>
                  <a:pt x="220" y="0"/>
                </a:lnTo>
                <a:lnTo>
                  <a:pt x="228" y="0"/>
                </a:lnTo>
                <a:lnTo>
                  <a:pt x="228" y="2"/>
                </a:lnTo>
                <a:lnTo>
                  <a:pt x="222" y="2"/>
                </a:lnTo>
                <a:lnTo>
                  <a:pt x="222" y="6"/>
                </a:lnTo>
                <a:lnTo>
                  <a:pt x="228" y="6"/>
                </a:lnTo>
                <a:lnTo>
                  <a:pt x="228" y="8"/>
                </a:lnTo>
                <a:lnTo>
                  <a:pt x="222" y="8"/>
                </a:lnTo>
                <a:lnTo>
                  <a:pt x="222" y="15"/>
                </a:lnTo>
                <a:lnTo>
                  <a:pt x="220" y="15"/>
                </a:lnTo>
                <a:close/>
              </a:path>
              <a:path w="471" h="15">
                <a:moveTo>
                  <a:pt x="235" y="10"/>
                </a:moveTo>
                <a:lnTo>
                  <a:pt x="236" y="10"/>
                </a:lnTo>
                <a:cubicBezTo>
                  <a:pt x="237" y="11"/>
                  <a:pt x="237" y="11"/>
                  <a:pt x="237" y="12"/>
                </a:cubicBezTo>
                <a:cubicBezTo>
                  <a:pt x="237" y="12"/>
                  <a:pt x="238" y="13"/>
                  <a:pt x="238" y="13"/>
                </a:cubicBezTo>
                <a:cubicBezTo>
                  <a:pt x="239" y="13"/>
                  <a:pt x="239" y="13"/>
                  <a:pt x="240" y="13"/>
                </a:cubicBezTo>
                <a:cubicBezTo>
                  <a:pt x="241" y="13"/>
                  <a:pt x="241" y="13"/>
                  <a:pt x="242" y="13"/>
                </a:cubicBezTo>
                <a:cubicBezTo>
                  <a:pt x="242" y="13"/>
                  <a:pt x="243" y="12"/>
                  <a:pt x="243" y="12"/>
                </a:cubicBezTo>
                <a:cubicBezTo>
                  <a:pt x="243" y="12"/>
                  <a:pt x="243" y="11"/>
                  <a:pt x="243" y="11"/>
                </a:cubicBezTo>
                <a:cubicBezTo>
                  <a:pt x="243" y="10"/>
                  <a:pt x="243" y="10"/>
                  <a:pt x="243" y="10"/>
                </a:cubicBezTo>
                <a:cubicBezTo>
                  <a:pt x="243" y="9"/>
                  <a:pt x="242" y="9"/>
                  <a:pt x="242" y="9"/>
                </a:cubicBezTo>
                <a:cubicBezTo>
                  <a:pt x="241" y="9"/>
                  <a:pt x="241" y="8"/>
                  <a:pt x="240" y="8"/>
                </a:cubicBezTo>
                <a:cubicBezTo>
                  <a:pt x="238" y="8"/>
                  <a:pt x="238" y="7"/>
                  <a:pt x="237" y="7"/>
                </a:cubicBezTo>
                <a:cubicBezTo>
                  <a:pt x="237" y="7"/>
                  <a:pt x="236" y="6"/>
                  <a:pt x="236" y="6"/>
                </a:cubicBezTo>
                <a:cubicBezTo>
                  <a:pt x="235" y="5"/>
                  <a:pt x="235" y="5"/>
                  <a:pt x="235" y="4"/>
                </a:cubicBezTo>
                <a:cubicBezTo>
                  <a:pt x="235" y="3"/>
                  <a:pt x="236" y="3"/>
                  <a:pt x="236" y="2"/>
                </a:cubicBezTo>
                <a:cubicBezTo>
                  <a:pt x="236" y="1"/>
                  <a:pt x="237" y="1"/>
                  <a:pt x="237" y="1"/>
                </a:cubicBezTo>
                <a:cubicBezTo>
                  <a:pt x="238" y="0"/>
                  <a:pt x="239" y="0"/>
                  <a:pt x="240" y="0"/>
                </a:cubicBezTo>
                <a:cubicBezTo>
                  <a:pt x="241" y="0"/>
                  <a:pt x="241" y="0"/>
                  <a:pt x="242" y="1"/>
                </a:cubicBezTo>
                <a:cubicBezTo>
                  <a:pt x="243" y="1"/>
                  <a:pt x="243" y="1"/>
                  <a:pt x="244" y="2"/>
                </a:cubicBezTo>
                <a:cubicBezTo>
                  <a:pt x="244" y="3"/>
                  <a:pt x="244" y="3"/>
                  <a:pt x="244" y="4"/>
                </a:cubicBezTo>
                <a:lnTo>
                  <a:pt x="243" y="4"/>
                </a:lnTo>
                <a:cubicBezTo>
                  <a:pt x="243" y="4"/>
                  <a:pt x="242" y="3"/>
                  <a:pt x="242" y="2"/>
                </a:cubicBezTo>
                <a:cubicBezTo>
                  <a:pt x="242" y="2"/>
                  <a:pt x="241" y="2"/>
                  <a:pt x="240" y="2"/>
                </a:cubicBezTo>
                <a:cubicBezTo>
                  <a:pt x="239" y="2"/>
                  <a:pt x="238" y="2"/>
                  <a:pt x="238" y="2"/>
                </a:cubicBezTo>
                <a:cubicBezTo>
                  <a:pt x="237" y="3"/>
                  <a:pt x="237" y="3"/>
                  <a:pt x="237" y="4"/>
                </a:cubicBezTo>
                <a:cubicBezTo>
                  <a:pt x="237" y="4"/>
                  <a:pt x="237" y="5"/>
                  <a:pt x="237" y="5"/>
                </a:cubicBezTo>
                <a:cubicBezTo>
                  <a:pt x="238" y="5"/>
                  <a:pt x="239" y="6"/>
                  <a:pt x="240" y="6"/>
                </a:cubicBezTo>
                <a:cubicBezTo>
                  <a:pt x="241" y="7"/>
                  <a:pt x="242" y="7"/>
                  <a:pt x="243" y="7"/>
                </a:cubicBezTo>
                <a:cubicBezTo>
                  <a:pt x="243" y="7"/>
                  <a:pt x="244" y="8"/>
                  <a:pt x="244" y="9"/>
                </a:cubicBezTo>
                <a:cubicBezTo>
                  <a:pt x="245" y="9"/>
                  <a:pt x="245" y="10"/>
                  <a:pt x="245" y="11"/>
                </a:cubicBezTo>
                <a:cubicBezTo>
                  <a:pt x="245" y="11"/>
                  <a:pt x="245" y="12"/>
                  <a:pt x="244" y="13"/>
                </a:cubicBezTo>
                <a:cubicBezTo>
                  <a:pt x="244" y="13"/>
                  <a:pt x="243" y="14"/>
                  <a:pt x="243" y="14"/>
                </a:cubicBezTo>
                <a:cubicBezTo>
                  <a:pt x="242" y="15"/>
                  <a:pt x="241" y="15"/>
                  <a:pt x="240" y="15"/>
                </a:cubicBezTo>
                <a:cubicBezTo>
                  <a:pt x="239" y="15"/>
                  <a:pt x="238" y="15"/>
                  <a:pt x="237" y="14"/>
                </a:cubicBezTo>
                <a:cubicBezTo>
                  <a:pt x="237" y="14"/>
                  <a:pt x="236" y="13"/>
                  <a:pt x="236" y="13"/>
                </a:cubicBezTo>
                <a:cubicBezTo>
                  <a:pt x="235" y="12"/>
                  <a:pt x="235" y="11"/>
                  <a:pt x="235" y="10"/>
                </a:cubicBezTo>
                <a:close/>
              </a:path>
              <a:path w="471" h="15">
                <a:moveTo>
                  <a:pt x="256" y="10"/>
                </a:moveTo>
                <a:lnTo>
                  <a:pt x="257" y="10"/>
                </a:lnTo>
                <a:cubicBezTo>
                  <a:pt x="257" y="12"/>
                  <a:pt x="256" y="13"/>
                  <a:pt x="255" y="14"/>
                </a:cubicBezTo>
                <a:cubicBezTo>
                  <a:pt x="254" y="15"/>
                  <a:pt x="253" y="15"/>
                  <a:pt x="252" y="15"/>
                </a:cubicBezTo>
                <a:cubicBezTo>
                  <a:pt x="251" y="15"/>
                  <a:pt x="250" y="15"/>
                  <a:pt x="249" y="14"/>
                </a:cubicBezTo>
                <a:cubicBezTo>
                  <a:pt x="248" y="13"/>
                  <a:pt x="247" y="12"/>
                  <a:pt x="247" y="11"/>
                </a:cubicBezTo>
                <a:cubicBezTo>
                  <a:pt x="246" y="10"/>
                  <a:pt x="246" y="9"/>
                  <a:pt x="246" y="7"/>
                </a:cubicBezTo>
                <a:cubicBezTo>
                  <a:pt x="246" y="6"/>
                  <a:pt x="246" y="5"/>
                  <a:pt x="247" y="3"/>
                </a:cubicBezTo>
                <a:cubicBezTo>
                  <a:pt x="247" y="2"/>
                  <a:pt x="248" y="1"/>
                  <a:pt x="249" y="1"/>
                </a:cubicBezTo>
                <a:cubicBezTo>
                  <a:pt x="250" y="0"/>
                  <a:pt x="251" y="0"/>
                  <a:pt x="252" y="0"/>
                </a:cubicBezTo>
                <a:cubicBezTo>
                  <a:pt x="253" y="0"/>
                  <a:pt x="254" y="0"/>
                  <a:pt x="255" y="1"/>
                </a:cubicBezTo>
                <a:cubicBezTo>
                  <a:pt x="256" y="2"/>
                  <a:pt x="257" y="3"/>
                  <a:pt x="257" y="4"/>
                </a:cubicBezTo>
                <a:lnTo>
                  <a:pt x="255" y="5"/>
                </a:lnTo>
                <a:cubicBezTo>
                  <a:pt x="255" y="4"/>
                  <a:pt x="255" y="3"/>
                  <a:pt x="254" y="2"/>
                </a:cubicBezTo>
                <a:cubicBezTo>
                  <a:pt x="254" y="2"/>
                  <a:pt x="253" y="2"/>
                  <a:pt x="252" y="2"/>
                </a:cubicBezTo>
                <a:cubicBezTo>
                  <a:pt x="251" y="2"/>
                  <a:pt x="250" y="2"/>
                  <a:pt x="250" y="2"/>
                </a:cubicBezTo>
                <a:cubicBezTo>
                  <a:pt x="249" y="3"/>
                  <a:pt x="248" y="4"/>
                  <a:pt x="248" y="5"/>
                </a:cubicBezTo>
                <a:cubicBezTo>
                  <a:pt x="248" y="5"/>
                  <a:pt x="248" y="6"/>
                  <a:pt x="248" y="7"/>
                </a:cubicBezTo>
                <a:cubicBezTo>
                  <a:pt x="248" y="9"/>
                  <a:pt x="248" y="10"/>
                  <a:pt x="248" y="11"/>
                </a:cubicBezTo>
                <a:cubicBezTo>
                  <a:pt x="249" y="11"/>
                  <a:pt x="249" y="12"/>
                  <a:pt x="250" y="13"/>
                </a:cubicBezTo>
                <a:cubicBezTo>
                  <a:pt x="250" y="13"/>
                  <a:pt x="251" y="13"/>
                  <a:pt x="252" y="13"/>
                </a:cubicBezTo>
                <a:cubicBezTo>
                  <a:pt x="253" y="13"/>
                  <a:pt x="254" y="13"/>
                  <a:pt x="254" y="12"/>
                </a:cubicBezTo>
                <a:cubicBezTo>
                  <a:pt x="255" y="12"/>
                  <a:pt x="255" y="11"/>
                  <a:pt x="256" y="10"/>
                </a:cubicBezTo>
                <a:close/>
              </a:path>
              <a:path w="471" h="15">
                <a:moveTo>
                  <a:pt x="259" y="15"/>
                </a:moveTo>
                <a:lnTo>
                  <a:pt x="259" y="0"/>
                </a:lnTo>
                <a:lnTo>
                  <a:pt x="261" y="0"/>
                </a:lnTo>
                <a:lnTo>
                  <a:pt x="261" y="15"/>
                </a:lnTo>
                <a:lnTo>
                  <a:pt x="259" y="15"/>
                </a:lnTo>
                <a:close/>
              </a:path>
              <a:path w="471" h="15">
                <a:moveTo>
                  <a:pt x="263" y="15"/>
                </a:moveTo>
                <a:lnTo>
                  <a:pt x="263" y="0"/>
                </a:lnTo>
                <a:lnTo>
                  <a:pt x="272" y="0"/>
                </a:lnTo>
                <a:lnTo>
                  <a:pt x="272" y="2"/>
                </a:lnTo>
                <a:lnTo>
                  <a:pt x="265" y="2"/>
                </a:lnTo>
                <a:lnTo>
                  <a:pt x="265" y="6"/>
                </a:lnTo>
                <a:lnTo>
                  <a:pt x="272" y="6"/>
                </a:lnTo>
                <a:lnTo>
                  <a:pt x="272" y="8"/>
                </a:lnTo>
                <a:lnTo>
                  <a:pt x="265" y="8"/>
                </a:lnTo>
                <a:lnTo>
                  <a:pt x="265" y="13"/>
                </a:lnTo>
                <a:lnTo>
                  <a:pt x="272" y="13"/>
                </a:lnTo>
                <a:lnTo>
                  <a:pt x="272" y="15"/>
                </a:lnTo>
                <a:lnTo>
                  <a:pt x="263" y="15"/>
                </a:lnTo>
                <a:close/>
              </a:path>
              <a:path w="471" h="15">
                <a:moveTo>
                  <a:pt x="274" y="15"/>
                </a:moveTo>
                <a:lnTo>
                  <a:pt x="274" y="0"/>
                </a:lnTo>
                <a:lnTo>
                  <a:pt x="276" y="0"/>
                </a:lnTo>
                <a:lnTo>
                  <a:pt x="283" y="12"/>
                </a:lnTo>
                <a:lnTo>
                  <a:pt x="283" y="0"/>
                </a:lnTo>
                <a:lnTo>
                  <a:pt x="284" y="0"/>
                </a:lnTo>
                <a:lnTo>
                  <a:pt x="284" y="15"/>
                </a:lnTo>
                <a:lnTo>
                  <a:pt x="282" y="15"/>
                </a:lnTo>
                <a:lnTo>
                  <a:pt x="276" y="3"/>
                </a:lnTo>
                <a:lnTo>
                  <a:pt x="276" y="15"/>
                </a:lnTo>
                <a:lnTo>
                  <a:pt x="274" y="15"/>
                </a:lnTo>
                <a:close/>
              </a:path>
              <a:path w="471" h="15">
                <a:moveTo>
                  <a:pt x="295" y="10"/>
                </a:moveTo>
                <a:lnTo>
                  <a:pt x="297" y="10"/>
                </a:lnTo>
                <a:cubicBezTo>
                  <a:pt x="297" y="12"/>
                  <a:pt x="296" y="13"/>
                  <a:pt x="295" y="14"/>
                </a:cubicBezTo>
                <a:cubicBezTo>
                  <a:pt x="294" y="15"/>
                  <a:pt x="293" y="15"/>
                  <a:pt x="292" y="15"/>
                </a:cubicBezTo>
                <a:cubicBezTo>
                  <a:pt x="290" y="15"/>
                  <a:pt x="289" y="15"/>
                  <a:pt x="289" y="14"/>
                </a:cubicBezTo>
                <a:cubicBezTo>
                  <a:pt x="288" y="13"/>
                  <a:pt x="287" y="12"/>
                  <a:pt x="287" y="11"/>
                </a:cubicBezTo>
                <a:cubicBezTo>
                  <a:pt x="286" y="10"/>
                  <a:pt x="286" y="9"/>
                  <a:pt x="286" y="7"/>
                </a:cubicBezTo>
                <a:cubicBezTo>
                  <a:pt x="286" y="6"/>
                  <a:pt x="286" y="5"/>
                  <a:pt x="287" y="3"/>
                </a:cubicBezTo>
                <a:cubicBezTo>
                  <a:pt x="287" y="2"/>
                  <a:pt x="288" y="1"/>
                  <a:pt x="289" y="1"/>
                </a:cubicBezTo>
                <a:cubicBezTo>
                  <a:pt x="290" y="0"/>
                  <a:pt x="291" y="0"/>
                  <a:pt x="292" y="0"/>
                </a:cubicBezTo>
                <a:cubicBezTo>
                  <a:pt x="293" y="0"/>
                  <a:pt x="294" y="0"/>
                  <a:pt x="295" y="1"/>
                </a:cubicBezTo>
                <a:cubicBezTo>
                  <a:pt x="296" y="2"/>
                  <a:pt x="296" y="3"/>
                  <a:pt x="297" y="4"/>
                </a:cubicBezTo>
                <a:lnTo>
                  <a:pt x="295" y="5"/>
                </a:lnTo>
                <a:cubicBezTo>
                  <a:pt x="295" y="4"/>
                  <a:pt x="294" y="3"/>
                  <a:pt x="294" y="2"/>
                </a:cubicBezTo>
                <a:cubicBezTo>
                  <a:pt x="293" y="2"/>
                  <a:pt x="293" y="2"/>
                  <a:pt x="292" y="2"/>
                </a:cubicBezTo>
                <a:cubicBezTo>
                  <a:pt x="291" y="2"/>
                  <a:pt x="290" y="2"/>
                  <a:pt x="289" y="2"/>
                </a:cubicBezTo>
                <a:cubicBezTo>
                  <a:pt x="289" y="3"/>
                  <a:pt x="288" y="4"/>
                  <a:pt x="288" y="5"/>
                </a:cubicBezTo>
                <a:cubicBezTo>
                  <a:pt x="288" y="5"/>
                  <a:pt x="288" y="6"/>
                  <a:pt x="288" y="7"/>
                </a:cubicBezTo>
                <a:cubicBezTo>
                  <a:pt x="288" y="9"/>
                  <a:pt x="288" y="10"/>
                  <a:pt x="288" y="11"/>
                </a:cubicBezTo>
                <a:cubicBezTo>
                  <a:pt x="288" y="11"/>
                  <a:pt x="289" y="12"/>
                  <a:pt x="290" y="13"/>
                </a:cubicBezTo>
                <a:cubicBezTo>
                  <a:pt x="290" y="13"/>
                  <a:pt x="291" y="13"/>
                  <a:pt x="292" y="13"/>
                </a:cubicBezTo>
                <a:cubicBezTo>
                  <a:pt x="293" y="13"/>
                  <a:pt x="293" y="13"/>
                  <a:pt x="294" y="12"/>
                </a:cubicBezTo>
                <a:cubicBezTo>
                  <a:pt x="295" y="12"/>
                  <a:pt x="295" y="11"/>
                  <a:pt x="295" y="10"/>
                </a:cubicBezTo>
                <a:close/>
              </a:path>
              <a:path w="471" h="15">
                <a:moveTo>
                  <a:pt x="299" y="15"/>
                </a:moveTo>
                <a:lnTo>
                  <a:pt x="299" y="0"/>
                </a:lnTo>
                <a:lnTo>
                  <a:pt x="308" y="0"/>
                </a:lnTo>
                <a:lnTo>
                  <a:pt x="308" y="2"/>
                </a:lnTo>
                <a:lnTo>
                  <a:pt x="300" y="2"/>
                </a:lnTo>
                <a:lnTo>
                  <a:pt x="300" y="6"/>
                </a:lnTo>
                <a:lnTo>
                  <a:pt x="307" y="6"/>
                </a:lnTo>
                <a:lnTo>
                  <a:pt x="307" y="8"/>
                </a:lnTo>
                <a:lnTo>
                  <a:pt x="300" y="8"/>
                </a:lnTo>
                <a:lnTo>
                  <a:pt x="300" y="13"/>
                </a:lnTo>
                <a:lnTo>
                  <a:pt x="308" y="13"/>
                </a:lnTo>
                <a:lnTo>
                  <a:pt x="308" y="15"/>
                </a:lnTo>
                <a:lnTo>
                  <a:pt x="299" y="15"/>
                </a:lnTo>
                <a:close/>
              </a:path>
              <a:path w="471" h="15">
                <a:moveTo>
                  <a:pt x="313" y="15"/>
                </a:moveTo>
                <a:lnTo>
                  <a:pt x="318" y="0"/>
                </a:lnTo>
                <a:lnTo>
                  <a:pt x="319" y="0"/>
                </a:lnTo>
                <a:lnTo>
                  <a:pt x="324" y="15"/>
                </a:lnTo>
                <a:lnTo>
                  <a:pt x="323" y="15"/>
                </a:lnTo>
                <a:lnTo>
                  <a:pt x="321" y="10"/>
                </a:lnTo>
                <a:lnTo>
                  <a:pt x="316" y="10"/>
                </a:lnTo>
                <a:lnTo>
                  <a:pt x="314" y="15"/>
                </a:lnTo>
                <a:lnTo>
                  <a:pt x="313" y="15"/>
                </a:lnTo>
                <a:close/>
                <a:moveTo>
                  <a:pt x="316" y="9"/>
                </a:moveTo>
                <a:lnTo>
                  <a:pt x="321" y="9"/>
                </a:lnTo>
                <a:lnTo>
                  <a:pt x="319" y="5"/>
                </a:lnTo>
                <a:cubicBezTo>
                  <a:pt x="319" y="4"/>
                  <a:pt x="319" y="3"/>
                  <a:pt x="318" y="2"/>
                </a:cubicBezTo>
                <a:cubicBezTo>
                  <a:pt x="318" y="3"/>
                  <a:pt x="318" y="4"/>
                  <a:pt x="318" y="5"/>
                </a:cubicBezTo>
                <a:lnTo>
                  <a:pt x="316" y="9"/>
                </a:lnTo>
                <a:close/>
              </a:path>
              <a:path w="471" h="15">
                <a:moveTo>
                  <a:pt x="325" y="15"/>
                </a:moveTo>
                <a:lnTo>
                  <a:pt x="325" y="0"/>
                </a:lnTo>
                <a:lnTo>
                  <a:pt x="327" y="0"/>
                </a:lnTo>
                <a:lnTo>
                  <a:pt x="334" y="12"/>
                </a:lnTo>
                <a:lnTo>
                  <a:pt x="334" y="0"/>
                </a:lnTo>
                <a:lnTo>
                  <a:pt x="335" y="0"/>
                </a:lnTo>
                <a:lnTo>
                  <a:pt x="335" y="15"/>
                </a:lnTo>
                <a:lnTo>
                  <a:pt x="333" y="15"/>
                </a:lnTo>
                <a:lnTo>
                  <a:pt x="327" y="3"/>
                </a:lnTo>
                <a:lnTo>
                  <a:pt x="327" y="15"/>
                </a:lnTo>
                <a:lnTo>
                  <a:pt x="325" y="15"/>
                </a:lnTo>
                <a:close/>
              </a:path>
              <a:path w="471" h="15">
                <a:moveTo>
                  <a:pt x="337" y="15"/>
                </a:moveTo>
                <a:lnTo>
                  <a:pt x="337" y="0"/>
                </a:lnTo>
                <a:lnTo>
                  <a:pt x="342" y="0"/>
                </a:lnTo>
                <a:cubicBezTo>
                  <a:pt x="343" y="0"/>
                  <a:pt x="343" y="0"/>
                  <a:pt x="344" y="0"/>
                </a:cubicBezTo>
                <a:cubicBezTo>
                  <a:pt x="345" y="1"/>
                  <a:pt x="345" y="1"/>
                  <a:pt x="346" y="2"/>
                </a:cubicBezTo>
                <a:cubicBezTo>
                  <a:pt x="346" y="2"/>
                  <a:pt x="347" y="3"/>
                  <a:pt x="347" y="4"/>
                </a:cubicBezTo>
                <a:cubicBezTo>
                  <a:pt x="348" y="5"/>
                  <a:pt x="348" y="6"/>
                  <a:pt x="348" y="7"/>
                </a:cubicBezTo>
                <a:cubicBezTo>
                  <a:pt x="348" y="8"/>
                  <a:pt x="348" y="9"/>
                  <a:pt x="347" y="10"/>
                </a:cubicBezTo>
                <a:cubicBezTo>
                  <a:pt x="347" y="11"/>
                  <a:pt x="347" y="12"/>
                  <a:pt x="347" y="12"/>
                </a:cubicBezTo>
                <a:cubicBezTo>
                  <a:pt x="346" y="13"/>
                  <a:pt x="346" y="13"/>
                  <a:pt x="345" y="14"/>
                </a:cubicBezTo>
                <a:cubicBezTo>
                  <a:pt x="345" y="14"/>
                  <a:pt x="344" y="14"/>
                  <a:pt x="344" y="14"/>
                </a:cubicBezTo>
                <a:cubicBezTo>
                  <a:pt x="343" y="15"/>
                  <a:pt x="343" y="15"/>
                  <a:pt x="342" y="15"/>
                </a:cubicBezTo>
                <a:lnTo>
                  <a:pt x="337" y="15"/>
                </a:lnTo>
                <a:close/>
                <a:moveTo>
                  <a:pt x="339" y="13"/>
                </a:moveTo>
                <a:lnTo>
                  <a:pt x="342" y="13"/>
                </a:lnTo>
                <a:cubicBezTo>
                  <a:pt x="343" y="13"/>
                  <a:pt x="343" y="13"/>
                  <a:pt x="344" y="13"/>
                </a:cubicBezTo>
                <a:cubicBezTo>
                  <a:pt x="344" y="13"/>
                  <a:pt x="345" y="12"/>
                  <a:pt x="345" y="12"/>
                </a:cubicBezTo>
                <a:cubicBezTo>
                  <a:pt x="345" y="12"/>
                  <a:pt x="345" y="11"/>
                  <a:pt x="346" y="10"/>
                </a:cubicBezTo>
                <a:cubicBezTo>
                  <a:pt x="346" y="9"/>
                  <a:pt x="346" y="8"/>
                  <a:pt x="346" y="7"/>
                </a:cubicBezTo>
                <a:cubicBezTo>
                  <a:pt x="346" y="6"/>
                  <a:pt x="346" y="5"/>
                  <a:pt x="345" y="4"/>
                </a:cubicBezTo>
                <a:cubicBezTo>
                  <a:pt x="345" y="3"/>
                  <a:pt x="344" y="3"/>
                  <a:pt x="344" y="2"/>
                </a:cubicBezTo>
                <a:cubicBezTo>
                  <a:pt x="343" y="2"/>
                  <a:pt x="343" y="2"/>
                  <a:pt x="342" y="2"/>
                </a:cubicBezTo>
                <a:lnTo>
                  <a:pt x="339" y="2"/>
                </a:lnTo>
                <a:lnTo>
                  <a:pt x="339" y="13"/>
                </a:lnTo>
                <a:close/>
              </a:path>
              <a:path w="471" h="15">
                <a:moveTo>
                  <a:pt x="358" y="15"/>
                </a:moveTo>
                <a:lnTo>
                  <a:pt x="358" y="2"/>
                </a:lnTo>
                <a:lnTo>
                  <a:pt x="354" y="2"/>
                </a:lnTo>
                <a:lnTo>
                  <a:pt x="354" y="0"/>
                </a:lnTo>
                <a:lnTo>
                  <a:pt x="364" y="0"/>
                </a:lnTo>
                <a:lnTo>
                  <a:pt x="364" y="2"/>
                </a:lnTo>
                <a:lnTo>
                  <a:pt x="359" y="2"/>
                </a:lnTo>
                <a:lnTo>
                  <a:pt x="359" y="15"/>
                </a:lnTo>
                <a:lnTo>
                  <a:pt x="358" y="15"/>
                </a:lnTo>
                <a:close/>
              </a:path>
              <a:path w="471" h="15">
                <a:moveTo>
                  <a:pt x="365" y="15"/>
                </a:moveTo>
                <a:lnTo>
                  <a:pt x="365" y="0"/>
                </a:lnTo>
                <a:lnTo>
                  <a:pt x="374" y="0"/>
                </a:lnTo>
                <a:lnTo>
                  <a:pt x="374" y="2"/>
                </a:lnTo>
                <a:lnTo>
                  <a:pt x="366" y="2"/>
                </a:lnTo>
                <a:lnTo>
                  <a:pt x="366" y="6"/>
                </a:lnTo>
                <a:lnTo>
                  <a:pt x="373" y="6"/>
                </a:lnTo>
                <a:lnTo>
                  <a:pt x="373" y="8"/>
                </a:lnTo>
                <a:lnTo>
                  <a:pt x="366" y="8"/>
                </a:lnTo>
                <a:lnTo>
                  <a:pt x="366" y="13"/>
                </a:lnTo>
                <a:lnTo>
                  <a:pt x="374" y="13"/>
                </a:lnTo>
                <a:lnTo>
                  <a:pt x="374" y="15"/>
                </a:lnTo>
                <a:lnTo>
                  <a:pt x="365" y="15"/>
                </a:lnTo>
                <a:close/>
              </a:path>
              <a:path w="471" h="15">
                <a:moveTo>
                  <a:pt x="385" y="10"/>
                </a:moveTo>
                <a:lnTo>
                  <a:pt x="386" y="10"/>
                </a:lnTo>
                <a:cubicBezTo>
                  <a:pt x="386" y="12"/>
                  <a:pt x="386" y="13"/>
                  <a:pt x="385" y="14"/>
                </a:cubicBezTo>
                <a:cubicBezTo>
                  <a:pt x="384" y="15"/>
                  <a:pt x="383" y="15"/>
                  <a:pt x="381" y="15"/>
                </a:cubicBezTo>
                <a:cubicBezTo>
                  <a:pt x="380" y="15"/>
                  <a:pt x="379" y="15"/>
                  <a:pt x="378" y="14"/>
                </a:cubicBezTo>
                <a:cubicBezTo>
                  <a:pt x="377" y="13"/>
                  <a:pt x="377" y="12"/>
                  <a:pt x="376" y="11"/>
                </a:cubicBezTo>
                <a:cubicBezTo>
                  <a:pt x="376" y="10"/>
                  <a:pt x="375" y="9"/>
                  <a:pt x="375" y="7"/>
                </a:cubicBezTo>
                <a:cubicBezTo>
                  <a:pt x="375" y="6"/>
                  <a:pt x="376" y="5"/>
                  <a:pt x="376" y="3"/>
                </a:cubicBezTo>
                <a:cubicBezTo>
                  <a:pt x="377" y="2"/>
                  <a:pt x="377" y="1"/>
                  <a:pt x="378" y="1"/>
                </a:cubicBezTo>
                <a:cubicBezTo>
                  <a:pt x="379" y="0"/>
                  <a:pt x="380" y="0"/>
                  <a:pt x="381" y="0"/>
                </a:cubicBezTo>
                <a:cubicBezTo>
                  <a:pt x="383" y="0"/>
                  <a:pt x="384" y="0"/>
                  <a:pt x="384" y="1"/>
                </a:cubicBezTo>
                <a:cubicBezTo>
                  <a:pt x="385" y="2"/>
                  <a:pt x="386" y="3"/>
                  <a:pt x="386" y="4"/>
                </a:cubicBezTo>
                <a:lnTo>
                  <a:pt x="385" y="5"/>
                </a:lnTo>
                <a:cubicBezTo>
                  <a:pt x="384" y="4"/>
                  <a:pt x="384" y="3"/>
                  <a:pt x="383" y="2"/>
                </a:cubicBezTo>
                <a:cubicBezTo>
                  <a:pt x="383" y="2"/>
                  <a:pt x="382" y="2"/>
                  <a:pt x="381" y="2"/>
                </a:cubicBezTo>
                <a:cubicBezTo>
                  <a:pt x="380" y="2"/>
                  <a:pt x="380" y="2"/>
                  <a:pt x="379" y="2"/>
                </a:cubicBezTo>
                <a:cubicBezTo>
                  <a:pt x="378" y="3"/>
                  <a:pt x="378" y="4"/>
                  <a:pt x="378" y="5"/>
                </a:cubicBezTo>
                <a:cubicBezTo>
                  <a:pt x="377" y="5"/>
                  <a:pt x="377" y="6"/>
                  <a:pt x="377" y="7"/>
                </a:cubicBezTo>
                <a:cubicBezTo>
                  <a:pt x="377" y="9"/>
                  <a:pt x="377" y="10"/>
                  <a:pt x="378" y="11"/>
                </a:cubicBezTo>
                <a:cubicBezTo>
                  <a:pt x="378" y="11"/>
                  <a:pt x="378" y="12"/>
                  <a:pt x="379" y="13"/>
                </a:cubicBezTo>
                <a:cubicBezTo>
                  <a:pt x="380" y="13"/>
                  <a:pt x="380" y="13"/>
                  <a:pt x="381" y="13"/>
                </a:cubicBezTo>
                <a:cubicBezTo>
                  <a:pt x="382" y="13"/>
                  <a:pt x="383" y="13"/>
                  <a:pt x="384" y="12"/>
                </a:cubicBezTo>
                <a:cubicBezTo>
                  <a:pt x="384" y="12"/>
                  <a:pt x="385" y="11"/>
                  <a:pt x="385" y="10"/>
                </a:cubicBezTo>
                <a:close/>
              </a:path>
              <a:path w="471" h="15">
                <a:moveTo>
                  <a:pt x="388" y="15"/>
                </a:moveTo>
                <a:lnTo>
                  <a:pt x="388" y="0"/>
                </a:lnTo>
                <a:lnTo>
                  <a:pt x="390" y="0"/>
                </a:lnTo>
                <a:lnTo>
                  <a:pt x="390" y="6"/>
                </a:lnTo>
                <a:lnTo>
                  <a:pt x="396" y="6"/>
                </a:lnTo>
                <a:lnTo>
                  <a:pt x="396" y="0"/>
                </a:lnTo>
                <a:lnTo>
                  <a:pt x="398" y="0"/>
                </a:lnTo>
                <a:lnTo>
                  <a:pt x="398" y="15"/>
                </a:lnTo>
                <a:lnTo>
                  <a:pt x="396" y="15"/>
                </a:lnTo>
                <a:lnTo>
                  <a:pt x="396" y="8"/>
                </a:lnTo>
                <a:lnTo>
                  <a:pt x="390" y="8"/>
                </a:lnTo>
                <a:lnTo>
                  <a:pt x="390" y="15"/>
                </a:lnTo>
                <a:lnTo>
                  <a:pt x="388" y="15"/>
                </a:lnTo>
                <a:close/>
              </a:path>
              <a:path w="471" h="15">
                <a:moveTo>
                  <a:pt x="400" y="15"/>
                </a:moveTo>
                <a:lnTo>
                  <a:pt x="400" y="0"/>
                </a:lnTo>
                <a:lnTo>
                  <a:pt x="402" y="0"/>
                </a:lnTo>
                <a:lnTo>
                  <a:pt x="408" y="12"/>
                </a:lnTo>
                <a:lnTo>
                  <a:pt x="408" y="0"/>
                </a:lnTo>
                <a:lnTo>
                  <a:pt x="410" y="0"/>
                </a:lnTo>
                <a:lnTo>
                  <a:pt x="410" y="15"/>
                </a:lnTo>
                <a:lnTo>
                  <a:pt x="408" y="15"/>
                </a:lnTo>
                <a:lnTo>
                  <a:pt x="402" y="3"/>
                </a:lnTo>
                <a:lnTo>
                  <a:pt x="402" y="15"/>
                </a:lnTo>
                <a:lnTo>
                  <a:pt x="400" y="15"/>
                </a:lnTo>
                <a:close/>
              </a:path>
              <a:path w="471" h="15">
                <a:moveTo>
                  <a:pt x="412" y="8"/>
                </a:moveTo>
                <a:cubicBezTo>
                  <a:pt x="412" y="5"/>
                  <a:pt x="412" y="3"/>
                  <a:pt x="413" y="2"/>
                </a:cubicBezTo>
                <a:cubicBezTo>
                  <a:pt x="415" y="1"/>
                  <a:pt x="416" y="0"/>
                  <a:pt x="418" y="0"/>
                </a:cubicBezTo>
                <a:cubicBezTo>
                  <a:pt x="419" y="0"/>
                  <a:pt x="420" y="0"/>
                  <a:pt x="421" y="1"/>
                </a:cubicBezTo>
                <a:cubicBezTo>
                  <a:pt x="422" y="2"/>
                  <a:pt x="423" y="3"/>
                  <a:pt x="423" y="4"/>
                </a:cubicBezTo>
                <a:cubicBezTo>
                  <a:pt x="424" y="5"/>
                  <a:pt x="424" y="6"/>
                  <a:pt x="424" y="8"/>
                </a:cubicBezTo>
                <a:cubicBezTo>
                  <a:pt x="424" y="9"/>
                  <a:pt x="424" y="10"/>
                  <a:pt x="423" y="11"/>
                </a:cubicBezTo>
                <a:cubicBezTo>
                  <a:pt x="422" y="13"/>
                  <a:pt x="422" y="13"/>
                  <a:pt x="421" y="14"/>
                </a:cubicBezTo>
                <a:cubicBezTo>
                  <a:pt x="420" y="15"/>
                  <a:pt x="419" y="15"/>
                  <a:pt x="418" y="15"/>
                </a:cubicBezTo>
                <a:cubicBezTo>
                  <a:pt x="417" y="15"/>
                  <a:pt x="416" y="15"/>
                  <a:pt x="415" y="14"/>
                </a:cubicBezTo>
                <a:cubicBezTo>
                  <a:pt x="414" y="13"/>
                  <a:pt x="413" y="12"/>
                  <a:pt x="413" y="11"/>
                </a:cubicBezTo>
                <a:cubicBezTo>
                  <a:pt x="412" y="10"/>
                  <a:pt x="412" y="9"/>
                  <a:pt x="412" y="8"/>
                </a:cubicBezTo>
                <a:close/>
                <a:moveTo>
                  <a:pt x="414" y="8"/>
                </a:moveTo>
                <a:cubicBezTo>
                  <a:pt x="414" y="9"/>
                  <a:pt x="414" y="11"/>
                  <a:pt x="415" y="12"/>
                </a:cubicBezTo>
                <a:cubicBezTo>
                  <a:pt x="416" y="13"/>
                  <a:pt x="417" y="13"/>
                  <a:pt x="418" y="13"/>
                </a:cubicBezTo>
                <a:cubicBezTo>
                  <a:pt x="419" y="13"/>
                  <a:pt x="420" y="13"/>
                  <a:pt x="421" y="12"/>
                </a:cubicBezTo>
                <a:cubicBezTo>
                  <a:pt x="422" y="11"/>
                  <a:pt x="422" y="9"/>
                  <a:pt x="422" y="7"/>
                </a:cubicBezTo>
                <a:cubicBezTo>
                  <a:pt x="422" y="6"/>
                  <a:pt x="422" y="5"/>
                  <a:pt x="422" y="4"/>
                </a:cubicBezTo>
                <a:cubicBezTo>
                  <a:pt x="421" y="4"/>
                  <a:pt x="421" y="3"/>
                  <a:pt x="420" y="2"/>
                </a:cubicBezTo>
                <a:cubicBezTo>
                  <a:pt x="419" y="2"/>
                  <a:pt x="419" y="2"/>
                  <a:pt x="418" y="2"/>
                </a:cubicBezTo>
                <a:cubicBezTo>
                  <a:pt x="417" y="2"/>
                  <a:pt x="416" y="2"/>
                  <a:pt x="415" y="3"/>
                </a:cubicBezTo>
                <a:cubicBezTo>
                  <a:pt x="414" y="4"/>
                  <a:pt x="414" y="6"/>
                  <a:pt x="414" y="8"/>
                </a:cubicBezTo>
                <a:close/>
              </a:path>
              <a:path w="471" h="15">
                <a:moveTo>
                  <a:pt x="425" y="15"/>
                </a:moveTo>
                <a:lnTo>
                  <a:pt x="425" y="0"/>
                </a:lnTo>
                <a:lnTo>
                  <a:pt x="427" y="0"/>
                </a:lnTo>
                <a:lnTo>
                  <a:pt x="427" y="13"/>
                </a:lnTo>
                <a:lnTo>
                  <a:pt x="433" y="13"/>
                </a:lnTo>
                <a:lnTo>
                  <a:pt x="433" y="15"/>
                </a:lnTo>
                <a:lnTo>
                  <a:pt x="425" y="15"/>
                </a:lnTo>
                <a:close/>
              </a:path>
              <a:path w="471" h="15">
                <a:moveTo>
                  <a:pt x="434" y="8"/>
                </a:moveTo>
                <a:cubicBezTo>
                  <a:pt x="434" y="5"/>
                  <a:pt x="435" y="3"/>
                  <a:pt x="436" y="2"/>
                </a:cubicBezTo>
                <a:cubicBezTo>
                  <a:pt x="437" y="1"/>
                  <a:pt x="438" y="0"/>
                  <a:pt x="440" y="0"/>
                </a:cubicBezTo>
                <a:cubicBezTo>
                  <a:pt x="441" y="0"/>
                  <a:pt x="442" y="0"/>
                  <a:pt x="443" y="1"/>
                </a:cubicBezTo>
                <a:cubicBezTo>
                  <a:pt x="444" y="2"/>
                  <a:pt x="445" y="3"/>
                  <a:pt x="445" y="4"/>
                </a:cubicBezTo>
                <a:cubicBezTo>
                  <a:pt x="446" y="5"/>
                  <a:pt x="446" y="6"/>
                  <a:pt x="446" y="8"/>
                </a:cubicBezTo>
                <a:cubicBezTo>
                  <a:pt x="446" y="9"/>
                  <a:pt x="446" y="10"/>
                  <a:pt x="445" y="11"/>
                </a:cubicBezTo>
                <a:cubicBezTo>
                  <a:pt x="445" y="13"/>
                  <a:pt x="444" y="13"/>
                  <a:pt x="443" y="14"/>
                </a:cubicBezTo>
                <a:cubicBezTo>
                  <a:pt x="442" y="15"/>
                  <a:pt x="441" y="15"/>
                  <a:pt x="440" y="15"/>
                </a:cubicBezTo>
                <a:cubicBezTo>
                  <a:pt x="439" y="15"/>
                  <a:pt x="438" y="15"/>
                  <a:pt x="437" y="14"/>
                </a:cubicBezTo>
                <a:cubicBezTo>
                  <a:pt x="436" y="13"/>
                  <a:pt x="435" y="12"/>
                  <a:pt x="435" y="11"/>
                </a:cubicBezTo>
                <a:cubicBezTo>
                  <a:pt x="434" y="10"/>
                  <a:pt x="434" y="9"/>
                  <a:pt x="434" y="8"/>
                </a:cubicBezTo>
                <a:close/>
                <a:moveTo>
                  <a:pt x="436" y="8"/>
                </a:moveTo>
                <a:cubicBezTo>
                  <a:pt x="436" y="9"/>
                  <a:pt x="436" y="11"/>
                  <a:pt x="437" y="12"/>
                </a:cubicBezTo>
                <a:cubicBezTo>
                  <a:pt x="438" y="13"/>
                  <a:pt x="439" y="13"/>
                  <a:pt x="440" y="13"/>
                </a:cubicBezTo>
                <a:cubicBezTo>
                  <a:pt x="441" y="13"/>
                  <a:pt x="442" y="13"/>
                  <a:pt x="443" y="12"/>
                </a:cubicBezTo>
                <a:cubicBezTo>
                  <a:pt x="444" y="11"/>
                  <a:pt x="444" y="9"/>
                  <a:pt x="444" y="7"/>
                </a:cubicBezTo>
                <a:cubicBezTo>
                  <a:pt x="444" y="6"/>
                  <a:pt x="444" y="5"/>
                  <a:pt x="444" y="4"/>
                </a:cubicBezTo>
                <a:cubicBezTo>
                  <a:pt x="444" y="4"/>
                  <a:pt x="443" y="3"/>
                  <a:pt x="442" y="2"/>
                </a:cubicBezTo>
                <a:cubicBezTo>
                  <a:pt x="442" y="2"/>
                  <a:pt x="441" y="2"/>
                  <a:pt x="440" y="2"/>
                </a:cubicBezTo>
                <a:cubicBezTo>
                  <a:pt x="439" y="2"/>
                  <a:pt x="438" y="2"/>
                  <a:pt x="437" y="3"/>
                </a:cubicBezTo>
                <a:cubicBezTo>
                  <a:pt x="436" y="4"/>
                  <a:pt x="436" y="6"/>
                  <a:pt x="436" y="8"/>
                </a:cubicBezTo>
                <a:close/>
              </a:path>
              <a:path w="471" h="15">
                <a:moveTo>
                  <a:pt x="454" y="9"/>
                </a:moveTo>
                <a:lnTo>
                  <a:pt x="454" y="7"/>
                </a:lnTo>
                <a:lnTo>
                  <a:pt x="459" y="7"/>
                </a:lnTo>
                <a:lnTo>
                  <a:pt x="459" y="13"/>
                </a:lnTo>
                <a:cubicBezTo>
                  <a:pt x="458" y="13"/>
                  <a:pt x="457" y="14"/>
                  <a:pt x="456" y="14"/>
                </a:cubicBezTo>
                <a:cubicBezTo>
                  <a:pt x="456" y="15"/>
                  <a:pt x="455" y="15"/>
                  <a:pt x="454" y="15"/>
                </a:cubicBezTo>
                <a:cubicBezTo>
                  <a:pt x="453" y="15"/>
                  <a:pt x="451" y="15"/>
                  <a:pt x="450" y="14"/>
                </a:cubicBezTo>
                <a:cubicBezTo>
                  <a:pt x="449" y="13"/>
                  <a:pt x="449" y="13"/>
                  <a:pt x="448" y="11"/>
                </a:cubicBezTo>
                <a:cubicBezTo>
                  <a:pt x="448" y="10"/>
                  <a:pt x="447" y="9"/>
                  <a:pt x="447" y="8"/>
                </a:cubicBezTo>
                <a:cubicBezTo>
                  <a:pt x="447" y="6"/>
                  <a:pt x="448" y="5"/>
                  <a:pt x="448" y="4"/>
                </a:cubicBezTo>
                <a:cubicBezTo>
                  <a:pt x="449" y="2"/>
                  <a:pt x="449" y="2"/>
                  <a:pt x="450" y="1"/>
                </a:cubicBezTo>
                <a:cubicBezTo>
                  <a:pt x="451" y="0"/>
                  <a:pt x="452" y="0"/>
                  <a:pt x="454" y="0"/>
                </a:cubicBezTo>
                <a:cubicBezTo>
                  <a:pt x="455" y="0"/>
                  <a:pt x="455" y="0"/>
                  <a:pt x="456" y="1"/>
                </a:cubicBezTo>
                <a:cubicBezTo>
                  <a:pt x="457" y="1"/>
                  <a:pt x="457" y="1"/>
                  <a:pt x="458" y="2"/>
                </a:cubicBezTo>
                <a:cubicBezTo>
                  <a:pt x="458" y="3"/>
                  <a:pt x="459" y="3"/>
                  <a:pt x="459" y="4"/>
                </a:cubicBezTo>
                <a:lnTo>
                  <a:pt x="457" y="5"/>
                </a:lnTo>
                <a:cubicBezTo>
                  <a:pt x="457" y="4"/>
                  <a:pt x="457" y="3"/>
                  <a:pt x="457" y="3"/>
                </a:cubicBezTo>
                <a:cubicBezTo>
                  <a:pt x="456" y="3"/>
                  <a:pt x="456" y="2"/>
                  <a:pt x="455" y="2"/>
                </a:cubicBezTo>
                <a:cubicBezTo>
                  <a:pt x="455" y="2"/>
                  <a:pt x="454" y="2"/>
                  <a:pt x="454" y="2"/>
                </a:cubicBezTo>
                <a:cubicBezTo>
                  <a:pt x="453" y="2"/>
                  <a:pt x="452" y="2"/>
                  <a:pt x="452" y="2"/>
                </a:cubicBezTo>
                <a:cubicBezTo>
                  <a:pt x="451" y="2"/>
                  <a:pt x="451" y="3"/>
                  <a:pt x="450" y="3"/>
                </a:cubicBezTo>
                <a:cubicBezTo>
                  <a:pt x="450" y="4"/>
                  <a:pt x="450" y="4"/>
                  <a:pt x="450" y="5"/>
                </a:cubicBezTo>
                <a:cubicBezTo>
                  <a:pt x="449" y="5"/>
                  <a:pt x="449" y="6"/>
                  <a:pt x="449" y="7"/>
                </a:cubicBezTo>
                <a:cubicBezTo>
                  <a:pt x="449" y="9"/>
                  <a:pt x="449" y="10"/>
                  <a:pt x="450" y="11"/>
                </a:cubicBezTo>
                <a:cubicBezTo>
                  <a:pt x="450" y="12"/>
                  <a:pt x="451" y="12"/>
                  <a:pt x="451" y="13"/>
                </a:cubicBezTo>
                <a:cubicBezTo>
                  <a:pt x="452" y="13"/>
                  <a:pt x="453" y="13"/>
                  <a:pt x="454" y="13"/>
                </a:cubicBezTo>
                <a:cubicBezTo>
                  <a:pt x="454" y="13"/>
                  <a:pt x="455" y="13"/>
                  <a:pt x="456" y="13"/>
                </a:cubicBezTo>
                <a:cubicBezTo>
                  <a:pt x="456" y="12"/>
                  <a:pt x="457" y="12"/>
                  <a:pt x="457" y="12"/>
                </a:cubicBezTo>
                <a:lnTo>
                  <a:pt x="457" y="9"/>
                </a:lnTo>
                <a:lnTo>
                  <a:pt x="454" y="9"/>
                </a:lnTo>
                <a:close/>
              </a:path>
              <a:path w="471" h="15">
                <a:moveTo>
                  <a:pt x="464" y="15"/>
                </a:moveTo>
                <a:lnTo>
                  <a:pt x="464" y="9"/>
                </a:lnTo>
                <a:lnTo>
                  <a:pt x="460" y="0"/>
                </a:lnTo>
                <a:lnTo>
                  <a:pt x="462" y="0"/>
                </a:lnTo>
                <a:lnTo>
                  <a:pt x="464" y="5"/>
                </a:lnTo>
                <a:cubicBezTo>
                  <a:pt x="465" y="5"/>
                  <a:pt x="465" y="6"/>
                  <a:pt x="465" y="7"/>
                </a:cubicBezTo>
                <a:cubicBezTo>
                  <a:pt x="466" y="6"/>
                  <a:pt x="466" y="5"/>
                  <a:pt x="467" y="5"/>
                </a:cubicBezTo>
                <a:lnTo>
                  <a:pt x="469" y="0"/>
                </a:lnTo>
                <a:lnTo>
                  <a:pt x="471" y="0"/>
                </a:lnTo>
                <a:lnTo>
                  <a:pt x="466" y="9"/>
                </a:lnTo>
                <a:lnTo>
                  <a:pt x="466" y="15"/>
                </a:lnTo>
                <a:lnTo>
                  <a:pt x="464" y="1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pic>
        <p:nvPicPr>
          <p:cNvPr id="20" name="图片 2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3251" y="124632"/>
            <a:ext cx="627347" cy="471145"/>
          </a:xfrm>
          <a:prstGeom prst="rect">
            <a:avLst/>
          </a:prstGeom>
          <a:ln>
            <a:noFill/>
          </a:ln>
        </p:spPr>
      </p:pic>
      <p:sp>
        <p:nvSpPr>
          <p:cNvPr id="21" name="分隔线"/>
          <p:cNvSpPr/>
          <p:nvPr/>
        </p:nvSpPr>
        <p:spPr>
          <a:xfrm>
            <a:off x="457200" y="896112"/>
            <a:ext cx="11228832" cy="36576"/>
          </a:xfrm>
          <a:prstGeom prst="rect">
            <a:avLst/>
          </a:prstGeom>
          <a:solidFill>
            <a:srgbClr val="00A4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关键信息条"/>
          <p:cNvSpPr/>
          <p:nvPr/>
        </p:nvSpPr>
        <p:spPr>
          <a:xfrm>
            <a:off x="502920" y="1024128"/>
            <a:ext cx="11183112" cy="45720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关键信息"/>
          <p:cNvSpPr txBox="1"/>
          <p:nvPr/>
        </p:nvSpPr>
        <p:spPr>
          <a:xfrm>
            <a:off x="685800" y="1024128"/>
            <a:ext cx="10817352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600" b="1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文本提取结果是研究候选变量，需考虑临床语境与记录方式，并以核验后规则为准。</a:t>
            </a:r>
            <a:endParaRPr lang="zh-CN" altLang="en-US" sz="1600" b="1" i="0">
              <a:solidFill>
                <a:srgbClr val="1137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结论框"/>
          <p:cNvSpPr/>
          <p:nvPr/>
        </p:nvSpPr>
        <p:spPr>
          <a:xfrm>
            <a:off x="502920" y="5870448"/>
            <a:ext cx="11183112" cy="420624"/>
          </a:xfrm>
          <a:prstGeom prst="rect">
            <a:avLst/>
          </a:prstGeom>
          <a:solidFill>
            <a:srgbClr val="FCEF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结论"/>
          <p:cNvSpPr txBox="1"/>
          <p:nvPr/>
        </p:nvSpPr>
        <p:spPr>
          <a:xfrm>
            <a:off x="685800" y="5870448"/>
            <a:ext cx="10817352" cy="420624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500" b="1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请院方确认：</a:t>
            </a:r>
            <a:r>
              <a:rPr lang="zh-CN" altLang="en-US" sz="1500" b="0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症状、治疗和重症状态的术语词表、否定规则及事件时间。</a:t>
            </a:r>
            <a:endParaRPr lang="zh-CN" altLang="en-US" sz="1500" b="0" i="0">
              <a:solidFill>
                <a:srgbClr val="1137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页脚"/>
          <p:cNvSpPr txBox="1"/>
          <p:nvPr/>
        </p:nvSpPr>
        <p:spPr>
          <a:xfrm>
            <a:off x="502920" y="6455664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050" b="0" i="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老年流感多中心数据对齐与研究协作汇报</a:t>
            </a:r>
            <a:endParaRPr lang="zh-CN" altLang="en-US" sz="1050" b="0" i="0">
              <a:solidFill>
                <a:srgbClr val="646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页码"/>
          <p:cNvSpPr txBox="1"/>
          <p:nvPr/>
        </p:nvSpPr>
        <p:spPr>
          <a:xfrm>
            <a:off x="10680192" y="6455664"/>
            <a:ext cx="100584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fld id="{E1294C01-6BAD-45CC-A6E4-4343E678E507}" type="slidenum">
              <a:rPr lang="zh-CN" sz="105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fld>
            <a:endParaRPr lang="zh-CN" sz="1050">
              <a:solidFill>
                <a:srgbClr val="646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2697480" y="160934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200" b="0" i="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病历中的写法</a:t>
            </a:r>
            <a:endParaRPr lang="zh-CN" altLang="en-US" sz="1200" b="0" i="0">
              <a:solidFill>
                <a:srgbClr val="646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7589520" y="1609344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200" b="0" i="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含义与编码</a:t>
            </a:r>
            <a:endParaRPr lang="zh-CN" altLang="en-US" sz="1200" b="0" i="0">
              <a:solidFill>
                <a:srgbClr val="646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502920" y="1901952"/>
            <a:ext cx="2011680" cy="676656"/>
          </a:xfrm>
          <a:prstGeom prst="roundRect">
            <a:avLst>
              <a:gd name="adj" fmla="val 12000"/>
            </a:avLst>
          </a:prstGeom>
          <a:solidFill>
            <a:srgbClr val="2E7D5B"/>
          </a:solidFill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6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明确存在</a:t>
            </a:r>
            <a:endParaRPr lang="zh-CN" altLang="en-US" sz="16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2651760" y="1901952"/>
            <a:ext cx="4754880" cy="676656"/>
          </a:xfrm>
          <a:prstGeom prst="rect">
            <a:avLst/>
          </a:prstGeom>
          <a:solidFill>
            <a:srgbClr val="F5F8FC"/>
          </a:solidFill>
          <a:ln w="9525">
            <a:solidFill>
              <a:srgbClr val="CDDA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34640" y="1901952"/>
            <a:ext cx="4480560" cy="676656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50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“已插管”“已行无创通气”</a:t>
            </a:r>
            <a:endParaRPr lang="zh-CN" altLang="en-US" sz="1500" b="0" i="0">
              <a:solidFill>
                <a:srgbClr val="2731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7543800" y="1901952"/>
            <a:ext cx="4142232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CDDA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99248" y="1901952"/>
            <a:ext cx="3822192" cy="676656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 i="0">
                <a:solidFill>
                  <a:srgbClr val="2E7D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可作为候选发生线索（记 1）</a:t>
            </a:r>
            <a:endParaRPr lang="zh-CN" altLang="en-US" sz="1400" b="1" i="0">
              <a:solidFill>
                <a:srgbClr val="2E7D5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502920" y="2724912"/>
            <a:ext cx="2011680" cy="676656"/>
          </a:xfrm>
          <a:prstGeom prst="roundRect">
            <a:avLst>
              <a:gd name="adj" fmla="val 12000"/>
            </a:avLst>
          </a:prstGeom>
          <a:solidFill>
            <a:srgbClr val="C0392B"/>
          </a:solidFill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6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明确不存在</a:t>
            </a:r>
            <a:endParaRPr lang="zh-CN" altLang="en-US" sz="16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2651760" y="2724912"/>
            <a:ext cx="4754880" cy="676656"/>
          </a:xfrm>
          <a:prstGeom prst="rect">
            <a:avLst/>
          </a:prstGeom>
          <a:solidFill>
            <a:srgbClr val="F5F8FC"/>
          </a:solidFill>
          <a:ln w="9525">
            <a:solidFill>
              <a:srgbClr val="CDDA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834640" y="2724912"/>
            <a:ext cx="4480560" cy="676656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50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“未行插管”“无胸闷气促”</a:t>
            </a:r>
            <a:endParaRPr lang="zh-CN" altLang="en-US" sz="1500" b="0" i="0">
              <a:solidFill>
                <a:srgbClr val="2731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7543800" y="2724912"/>
            <a:ext cx="4142232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CDDA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699248" y="2724912"/>
            <a:ext cx="3822192" cy="676656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 i="0">
                <a:solidFill>
                  <a:srgbClr val="C039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识别否定表达（记 0）</a:t>
            </a:r>
            <a:endParaRPr lang="zh-CN" altLang="en-US" sz="1400" b="1" i="0">
              <a:solidFill>
                <a:srgbClr val="C039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502920" y="3547872"/>
            <a:ext cx="2011680" cy="676656"/>
          </a:xfrm>
          <a:prstGeom prst="roundRect">
            <a:avLst>
              <a:gd name="adj" fmla="val 12000"/>
            </a:avLst>
          </a:prstGeom>
          <a:solidFill>
            <a:srgbClr val="8A94A6"/>
          </a:solidFill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6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未提及 / 待核实</a:t>
            </a:r>
            <a:endParaRPr lang="zh-CN" altLang="en-US" sz="16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2651760" y="3547872"/>
            <a:ext cx="4754880" cy="676656"/>
          </a:xfrm>
          <a:prstGeom prst="rect">
            <a:avLst/>
          </a:prstGeom>
          <a:solidFill>
            <a:srgbClr val="F5F8FC"/>
          </a:solidFill>
          <a:ln w="9525">
            <a:solidFill>
              <a:srgbClr val="CDDA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834640" y="3547872"/>
            <a:ext cx="4480560" cy="676656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50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病历中未检出相关词语</a:t>
            </a:r>
            <a:endParaRPr lang="zh-CN" altLang="en-US" sz="1500" b="0" i="0">
              <a:solidFill>
                <a:srgbClr val="2731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7543800" y="3547872"/>
            <a:ext cx="4142232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CDDA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699248" y="3547872"/>
            <a:ext cx="3822192" cy="676656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不等同于临床上确定未发生（单独标记）</a:t>
            </a:r>
            <a:endParaRPr lang="zh-CN" altLang="en-US" sz="1400" b="1" i="0">
              <a:solidFill>
                <a:srgbClr val="1137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502920" y="4462272"/>
            <a:ext cx="11183112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CDDAE8"/>
            </a:solidFill>
          </a:ln>
          <a:effectLst>
            <a:outerShdw blurRad="63500" dist="19050" dir="5400000" algn="t" rotWithShape="0">
              <a:srgbClr val="1F3B66">
                <a:alpha val="16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02920" y="4462272"/>
            <a:ext cx="11183112" cy="384048"/>
          </a:xfrm>
          <a:prstGeom prst="rect">
            <a:avLst/>
          </a:prstGeom>
          <a:solidFill>
            <a:srgbClr val="1F4E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4462272"/>
            <a:ext cx="10908792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还需识别的语境：以下写法不代表该项治疗已经实施</a:t>
            </a:r>
            <a:endParaRPr lang="zh-CN" altLang="en-US" sz="14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685800" y="4965192"/>
            <a:ext cx="1838452" cy="347472"/>
          </a:xfrm>
          <a:prstGeom prst="roundRect">
            <a:avLst>
              <a:gd name="adj" fmla="val 50000"/>
            </a:avLst>
          </a:prstGeom>
          <a:solidFill>
            <a:srgbClr val="EBF3FB"/>
          </a:solidFill>
          <a:ln w="9525">
            <a:solidFill>
              <a:srgbClr val="CDDAE8"/>
            </a:solidFill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350" b="1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“必要时插管”</a:t>
            </a:r>
            <a:r>
              <a:rPr lang="zh-CN" altLang="en-US" sz="1100" b="1" i="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假设</a:t>
            </a:r>
            <a:endParaRPr lang="zh-CN" altLang="en-US" sz="1100" b="1" i="0">
              <a:solidFill>
                <a:srgbClr val="646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2661412" y="4965192"/>
            <a:ext cx="1673860" cy="347472"/>
          </a:xfrm>
          <a:prstGeom prst="roundRect">
            <a:avLst>
              <a:gd name="adj" fmla="val 50000"/>
            </a:avLst>
          </a:prstGeom>
          <a:solidFill>
            <a:srgbClr val="EBF3FB"/>
          </a:solidFill>
          <a:ln w="9525">
            <a:solidFill>
              <a:srgbClr val="CDDAE8"/>
            </a:solidFill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350" b="1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“拟转 ICU”</a:t>
            </a:r>
            <a:r>
              <a:rPr lang="zh-CN" altLang="en-US" sz="1100" b="1" i="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计划</a:t>
            </a:r>
            <a:endParaRPr lang="zh-CN" altLang="en-US" sz="1100" b="1" i="0">
              <a:solidFill>
                <a:srgbClr val="646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4472432" y="4965192"/>
            <a:ext cx="2009902" cy="347472"/>
          </a:xfrm>
          <a:prstGeom prst="roundRect">
            <a:avLst>
              <a:gd name="adj" fmla="val 50000"/>
            </a:avLst>
          </a:prstGeom>
          <a:solidFill>
            <a:srgbClr val="EBF3FB"/>
          </a:solidFill>
          <a:ln w="9525">
            <a:solidFill>
              <a:srgbClr val="CDDAE8"/>
            </a:solidFill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350" b="1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“家属拒绝插管”</a:t>
            </a:r>
            <a:r>
              <a:rPr lang="zh-CN" altLang="en-US" sz="1100" b="1" i="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拒绝</a:t>
            </a:r>
            <a:endParaRPr lang="zh-CN" altLang="en-US" sz="1100" b="1" i="0">
              <a:solidFill>
                <a:srgbClr val="646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6619493" y="4965192"/>
            <a:ext cx="2523363" cy="347472"/>
          </a:xfrm>
          <a:prstGeom prst="roundRect">
            <a:avLst>
              <a:gd name="adj" fmla="val 50000"/>
            </a:avLst>
          </a:prstGeom>
          <a:solidFill>
            <a:srgbClr val="EBF3FB"/>
          </a:solidFill>
          <a:ln w="9525">
            <a:solidFill>
              <a:srgbClr val="CDDAE8"/>
            </a:solidFill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350" b="1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“全麻下 / 术后插管”</a:t>
            </a:r>
            <a:r>
              <a:rPr lang="zh-CN" altLang="en-US" sz="1100" b="1" i="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围术期</a:t>
            </a:r>
            <a:endParaRPr lang="zh-CN" altLang="en-US" sz="1100" b="1" i="0">
              <a:solidFill>
                <a:srgbClr val="646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685800" y="5358384"/>
            <a:ext cx="10817352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250" b="1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伪否定：</a:t>
            </a:r>
            <a:r>
              <a:rPr lang="zh-CN" altLang="en-US" sz="1250" b="0" i="0">
                <a:solidFill>
                  <a:srgbClr val="2731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“无明显诱因出现发热”中的“无”并不否定发热，需先屏蔽这类短语再判断否定。</a:t>
            </a:r>
            <a:endParaRPr lang="zh-CN" altLang="en-US" sz="1250" b="0" i="0">
              <a:solidFill>
                <a:srgbClr val="2731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顶部色条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F4E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标题栏"/>
          <p:cNvSpPr/>
          <p:nvPr/>
        </p:nvSpPr>
        <p:spPr>
          <a:xfrm>
            <a:off x="0" y="219456"/>
            <a:ext cx="9418320" cy="530352"/>
          </a:xfrm>
          <a:prstGeom prst="rect">
            <a:avLst/>
          </a:prstGeom>
          <a:solidFill>
            <a:srgbClr val="4075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章节标签"/>
          <p:cNvSpPr/>
          <p:nvPr/>
        </p:nvSpPr>
        <p:spPr>
          <a:xfrm>
            <a:off x="320040" y="301752"/>
            <a:ext cx="844296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 i="0">
                <a:solidFill>
                  <a:srgbClr val="1F4E9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问题四</a:t>
            </a:r>
            <a:endParaRPr lang="zh-CN" altLang="en-US" sz="1400" b="1" i="0">
              <a:solidFill>
                <a:srgbClr val="1F4E9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标题"/>
          <p:cNvSpPr txBox="1"/>
          <p:nvPr/>
        </p:nvSpPr>
        <p:spPr>
          <a:xfrm>
            <a:off x="1310640" y="219456"/>
            <a:ext cx="7970520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2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E. 其他字段：已完成的处理与待确认口径</a:t>
            </a:r>
            <a:endParaRPr lang="zh-CN" altLang="en-US" sz="22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Rectangle 7"/>
          <p:cNvSpPr>
            <a:spLocks noGrp="1"/>
          </p:cNvSpPr>
          <p:nvPr/>
        </p:nvSpPr>
        <p:spPr>
          <a:xfrm>
            <a:off x="9971521" y="467514"/>
            <a:ext cx="180331" cy="6350"/>
          </a:xfrm>
          <a:prstGeom prst="rect">
            <a:avLst/>
          </a:prstGeom>
          <a:solidFill>
            <a:srgbClr val="005A9F"/>
          </a:solidFill>
          <a:ln>
            <a:noFill/>
          </a:ln>
        </p:spPr>
      </p:sp>
      <p:sp>
        <p:nvSpPr>
          <p:cNvPr id="7" name="Freeform 8"/>
          <p:cNvSpPr>
            <a:spLocks noGrp="1"/>
          </p:cNvSpPr>
          <p:nvPr/>
        </p:nvSpPr>
        <p:spPr>
          <a:xfrm>
            <a:off x="9862306" y="238926"/>
            <a:ext cx="400029" cy="256527"/>
          </a:xfrm>
          <a:custGeom>
            <a:avLst/>
            <a:gdLst/>
            <a:ahLst/>
            <a:cxnLst/>
            <a:rect l="l" t="t" r="r" b="b"/>
            <a:pathLst>
              <a:path w="259" h="165">
                <a:moveTo>
                  <a:pt x="129" y="4"/>
                </a:moveTo>
                <a:cubicBezTo>
                  <a:pt x="198" y="4"/>
                  <a:pt x="255" y="39"/>
                  <a:pt x="255" y="83"/>
                </a:cubicBezTo>
                <a:cubicBezTo>
                  <a:pt x="255" y="126"/>
                  <a:pt x="198" y="161"/>
                  <a:pt x="129" y="161"/>
                </a:cubicBezTo>
                <a:cubicBezTo>
                  <a:pt x="61" y="161"/>
                  <a:pt x="4" y="126"/>
                  <a:pt x="4" y="83"/>
                </a:cubicBezTo>
                <a:cubicBezTo>
                  <a:pt x="4" y="39"/>
                  <a:pt x="61" y="4"/>
                  <a:pt x="129" y="4"/>
                </a:cubicBezTo>
                <a:close/>
                <a:moveTo>
                  <a:pt x="129" y="0"/>
                </a:moveTo>
                <a:cubicBezTo>
                  <a:pt x="201" y="0"/>
                  <a:pt x="259" y="37"/>
                  <a:pt x="259" y="83"/>
                </a:cubicBezTo>
                <a:cubicBezTo>
                  <a:pt x="259" y="128"/>
                  <a:pt x="201" y="165"/>
                  <a:pt x="129" y="165"/>
                </a:cubicBezTo>
                <a:cubicBezTo>
                  <a:pt x="58" y="165"/>
                  <a:pt x="0" y="128"/>
                  <a:pt x="0" y="83"/>
                </a:cubicBezTo>
                <a:cubicBezTo>
                  <a:pt x="0" y="37"/>
                  <a:pt x="58" y="0"/>
                  <a:pt x="129" y="0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8" name="Freeform 9"/>
          <p:cNvSpPr>
            <a:spLocks noGrp="1"/>
          </p:cNvSpPr>
          <p:nvPr/>
        </p:nvSpPr>
        <p:spPr>
          <a:xfrm>
            <a:off x="9899134" y="238926"/>
            <a:ext cx="326373" cy="256527"/>
          </a:xfrm>
          <a:custGeom>
            <a:avLst/>
            <a:gdLst/>
            <a:ahLst/>
            <a:cxnLst/>
            <a:rect l="l" t="t" r="r" b="b"/>
            <a:pathLst>
              <a:path w="211" h="165">
                <a:moveTo>
                  <a:pt x="105" y="4"/>
                </a:moveTo>
                <a:cubicBezTo>
                  <a:pt x="161" y="4"/>
                  <a:pt x="207" y="39"/>
                  <a:pt x="207" y="83"/>
                </a:cubicBezTo>
                <a:cubicBezTo>
                  <a:pt x="207" y="126"/>
                  <a:pt x="161" y="161"/>
                  <a:pt x="105" y="161"/>
                </a:cubicBezTo>
                <a:cubicBezTo>
                  <a:pt x="50" y="161"/>
                  <a:pt x="4" y="126"/>
                  <a:pt x="4" y="83"/>
                </a:cubicBezTo>
                <a:cubicBezTo>
                  <a:pt x="4" y="39"/>
                  <a:pt x="50" y="4"/>
                  <a:pt x="105" y="4"/>
                </a:cubicBezTo>
                <a:close/>
                <a:moveTo>
                  <a:pt x="105" y="0"/>
                </a:moveTo>
                <a:cubicBezTo>
                  <a:pt x="163" y="0"/>
                  <a:pt x="211" y="37"/>
                  <a:pt x="211" y="83"/>
                </a:cubicBezTo>
                <a:cubicBezTo>
                  <a:pt x="211" y="128"/>
                  <a:pt x="163" y="165"/>
                  <a:pt x="105" y="165"/>
                </a:cubicBezTo>
                <a:cubicBezTo>
                  <a:pt x="48" y="165"/>
                  <a:pt x="0" y="128"/>
                  <a:pt x="0" y="83"/>
                </a:cubicBezTo>
                <a:cubicBezTo>
                  <a:pt x="0" y="37"/>
                  <a:pt x="48" y="0"/>
                  <a:pt x="105" y="0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9" name="Freeform 10"/>
          <p:cNvSpPr>
            <a:spLocks noGrp="1"/>
          </p:cNvSpPr>
          <p:nvPr/>
        </p:nvSpPr>
        <p:spPr>
          <a:xfrm>
            <a:off x="9777221" y="157650"/>
            <a:ext cx="568930" cy="412729"/>
          </a:xfrm>
          <a:custGeom>
            <a:avLst/>
            <a:gdLst/>
            <a:ahLst/>
            <a:cxnLst/>
            <a:rect l="l" t="t" r="r" b="b"/>
            <a:pathLst>
              <a:path w="368" h="265">
                <a:moveTo>
                  <a:pt x="184" y="0"/>
                </a:moveTo>
                <a:cubicBezTo>
                  <a:pt x="286" y="0"/>
                  <a:pt x="368" y="60"/>
                  <a:pt x="368" y="133"/>
                </a:cubicBezTo>
                <a:cubicBezTo>
                  <a:pt x="368" y="206"/>
                  <a:pt x="286" y="265"/>
                  <a:pt x="184" y="265"/>
                </a:cubicBezTo>
                <a:cubicBezTo>
                  <a:pt x="83" y="265"/>
                  <a:pt x="0" y="206"/>
                  <a:pt x="0" y="133"/>
                </a:cubicBezTo>
                <a:cubicBezTo>
                  <a:pt x="0" y="60"/>
                  <a:pt x="83" y="0"/>
                  <a:pt x="184" y="0"/>
                </a:cubicBezTo>
                <a:close/>
                <a:moveTo>
                  <a:pt x="184" y="7"/>
                </a:moveTo>
                <a:cubicBezTo>
                  <a:pt x="280" y="7"/>
                  <a:pt x="359" y="64"/>
                  <a:pt x="359" y="133"/>
                </a:cubicBezTo>
                <a:cubicBezTo>
                  <a:pt x="359" y="202"/>
                  <a:pt x="280" y="258"/>
                  <a:pt x="184" y="258"/>
                </a:cubicBezTo>
                <a:cubicBezTo>
                  <a:pt x="88" y="258"/>
                  <a:pt x="9" y="202"/>
                  <a:pt x="9" y="133"/>
                </a:cubicBezTo>
                <a:cubicBezTo>
                  <a:pt x="9" y="64"/>
                  <a:pt x="88" y="7"/>
                  <a:pt x="184" y="7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0" name="Freeform 11"/>
          <p:cNvSpPr>
            <a:spLocks noGrp="1"/>
          </p:cNvSpPr>
          <p:nvPr/>
        </p:nvSpPr>
        <p:spPr>
          <a:xfrm>
            <a:off x="10007079" y="447195"/>
            <a:ext cx="107944" cy="17779"/>
          </a:xfrm>
          <a:custGeom>
            <a:avLst/>
            <a:gdLst/>
            <a:ahLst/>
            <a:cxnLst/>
            <a:rect l="l" t="t" r="r" b="b"/>
            <a:pathLst>
              <a:path w="70" h="11">
                <a:moveTo>
                  <a:pt x="0" y="0"/>
                </a:moveTo>
                <a:lnTo>
                  <a:pt x="1" y="0"/>
                </a:lnTo>
                <a:lnTo>
                  <a:pt x="2" y="6"/>
                </a:lnTo>
                <a:cubicBezTo>
                  <a:pt x="3" y="6"/>
                  <a:pt x="3" y="7"/>
                  <a:pt x="3" y="7"/>
                </a:cubicBezTo>
                <a:cubicBezTo>
                  <a:pt x="3" y="7"/>
                  <a:pt x="3" y="8"/>
                  <a:pt x="3" y="8"/>
                </a:cubicBezTo>
                <a:cubicBezTo>
                  <a:pt x="3" y="8"/>
                  <a:pt x="3" y="7"/>
                  <a:pt x="3" y="6"/>
                </a:cubicBezTo>
                <a:cubicBezTo>
                  <a:pt x="3" y="6"/>
                  <a:pt x="3" y="6"/>
                  <a:pt x="3" y="6"/>
                </a:cubicBezTo>
                <a:lnTo>
                  <a:pt x="4" y="0"/>
                </a:lnTo>
                <a:lnTo>
                  <a:pt x="5" y="0"/>
                </a:lnTo>
                <a:lnTo>
                  <a:pt x="7" y="6"/>
                </a:lnTo>
                <a:cubicBezTo>
                  <a:pt x="7" y="6"/>
                  <a:pt x="7" y="7"/>
                  <a:pt x="7" y="7"/>
                </a:cubicBezTo>
                <a:cubicBezTo>
                  <a:pt x="7" y="7"/>
                  <a:pt x="7" y="8"/>
                  <a:pt x="7" y="8"/>
                </a:cubicBezTo>
                <a:cubicBezTo>
                  <a:pt x="7" y="8"/>
                  <a:pt x="7" y="7"/>
                  <a:pt x="7" y="7"/>
                </a:cubicBezTo>
                <a:cubicBezTo>
                  <a:pt x="7" y="7"/>
                  <a:pt x="7" y="6"/>
                  <a:pt x="7" y="6"/>
                </a:cubicBezTo>
                <a:lnTo>
                  <a:pt x="8" y="0"/>
                </a:lnTo>
                <a:lnTo>
                  <a:pt x="10" y="0"/>
                </a:lnTo>
                <a:lnTo>
                  <a:pt x="7" y="10"/>
                </a:lnTo>
                <a:lnTo>
                  <a:pt x="6" y="10"/>
                </a:lnTo>
                <a:lnTo>
                  <a:pt x="5" y="5"/>
                </a:lnTo>
                <a:cubicBezTo>
                  <a:pt x="5" y="4"/>
                  <a:pt x="5" y="4"/>
                  <a:pt x="5" y="4"/>
                </a:cubicBezTo>
                <a:cubicBezTo>
                  <a:pt x="5" y="3"/>
                  <a:pt x="5" y="3"/>
                  <a:pt x="5" y="2"/>
                </a:cubicBezTo>
                <a:cubicBezTo>
                  <a:pt x="5" y="3"/>
                  <a:pt x="5" y="3"/>
                  <a:pt x="5" y="4"/>
                </a:cubicBezTo>
                <a:cubicBezTo>
                  <a:pt x="5" y="4"/>
                  <a:pt x="5" y="4"/>
                  <a:pt x="4" y="5"/>
                </a:cubicBezTo>
                <a:lnTo>
                  <a:pt x="3" y="10"/>
                </a:lnTo>
                <a:lnTo>
                  <a:pt x="2" y="10"/>
                </a:lnTo>
                <a:lnTo>
                  <a:pt x="0" y="0"/>
                </a:lnTo>
                <a:close/>
              </a:path>
              <a:path w="70" h="11">
                <a:moveTo>
                  <a:pt x="10" y="0"/>
                </a:moveTo>
                <a:lnTo>
                  <a:pt x="12" y="0"/>
                </a:lnTo>
                <a:lnTo>
                  <a:pt x="12" y="7"/>
                </a:lnTo>
                <a:cubicBezTo>
                  <a:pt x="12" y="8"/>
                  <a:pt x="12" y="8"/>
                  <a:pt x="12" y="9"/>
                </a:cubicBezTo>
                <a:cubicBezTo>
                  <a:pt x="12" y="9"/>
                  <a:pt x="13" y="9"/>
                  <a:pt x="13" y="9"/>
                </a:cubicBezTo>
                <a:cubicBezTo>
                  <a:pt x="14" y="9"/>
                  <a:pt x="14" y="9"/>
                  <a:pt x="15" y="9"/>
                </a:cubicBezTo>
                <a:cubicBezTo>
                  <a:pt x="15" y="8"/>
                  <a:pt x="15" y="8"/>
                  <a:pt x="15" y="7"/>
                </a:cubicBezTo>
                <a:lnTo>
                  <a:pt x="15" y="0"/>
                </a:lnTo>
                <a:lnTo>
                  <a:pt x="16" y="0"/>
                </a:lnTo>
                <a:lnTo>
                  <a:pt x="16" y="7"/>
                </a:lnTo>
                <a:cubicBezTo>
                  <a:pt x="16" y="8"/>
                  <a:pt x="16" y="9"/>
                  <a:pt x="15" y="10"/>
                </a:cubicBezTo>
                <a:cubicBezTo>
                  <a:pt x="15" y="10"/>
                  <a:pt x="14" y="11"/>
                  <a:pt x="13" y="11"/>
                </a:cubicBezTo>
                <a:cubicBezTo>
                  <a:pt x="12" y="11"/>
                  <a:pt x="12" y="10"/>
                  <a:pt x="11" y="10"/>
                </a:cubicBezTo>
                <a:cubicBezTo>
                  <a:pt x="11" y="9"/>
                  <a:pt x="10" y="8"/>
                  <a:pt x="10" y="7"/>
                </a:cubicBezTo>
                <a:lnTo>
                  <a:pt x="10" y="0"/>
                </a:lnTo>
                <a:close/>
              </a:path>
              <a:path w="70" h="11">
                <a:moveTo>
                  <a:pt x="18" y="0"/>
                </a:moveTo>
                <a:lnTo>
                  <a:pt x="19" y="0"/>
                </a:lnTo>
                <a:lnTo>
                  <a:pt x="19" y="4"/>
                </a:lnTo>
                <a:lnTo>
                  <a:pt x="22" y="4"/>
                </a:lnTo>
                <a:lnTo>
                  <a:pt x="22" y="0"/>
                </a:lnTo>
                <a:lnTo>
                  <a:pt x="23" y="0"/>
                </a:lnTo>
                <a:lnTo>
                  <a:pt x="23" y="10"/>
                </a:lnTo>
                <a:lnTo>
                  <a:pt x="22" y="10"/>
                </a:lnTo>
                <a:lnTo>
                  <a:pt x="22" y="6"/>
                </a:lnTo>
                <a:lnTo>
                  <a:pt x="19" y="6"/>
                </a:lnTo>
                <a:lnTo>
                  <a:pt x="19" y="10"/>
                </a:lnTo>
                <a:lnTo>
                  <a:pt x="18" y="10"/>
                </a:lnTo>
                <a:lnTo>
                  <a:pt x="18" y="0"/>
                </a:lnTo>
                <a:close/>
              </a:path>
              <a:path w="70" h="11">
                <a:moveTo>
                  <a:pt x="26" y="0"/>
                </a:moveTo>
                <a:lnTo>
                  <a:pt x="28" y="0"/>
                </a:lnTo>
                <a:lnTo>
                  <a:pt x="30" y="10"/>
                </a:lnTo>
                <a:lnTo>
                  <a:pt x="29" y="10"/>
                </a:lnTo>
                <a:lnTo>
                  <a:pt x="29" y="8"/>
                </a:lnTo>
                <a:lnTo>
                  <a:pt x="26" y="8"/>
                </a:lnTo>
                <a:lnTo>
                  <a:pt x="25" y="10"/>
                </a:lnTo>
                <a:lnTo>
                  <a:pt x="24" y="10"/>
                </a:lnTo>
                <a:lnTo>
                  <a:pt x="26" y="0"/>
                </a:lnTo>
                <a:close/>
                <a:moveTo>
                  <a:pt x="27" y="1"/>
                </a:moveTo>
                <a:lnTo>
                  <a:pt x="26" y="6"/>
                </a:lnTo>
                <a:lnTo>
                  <a:pt x="28" y="6"/>
                </a:lnTo>
                <a:lnTo>
                  <a:pt x="27" y="1"/>
                </a:lnTo>
                <a:close/>
              </a:path>
              <a:path w="70" h="11">
                <a:moveTo>
                  <a:pt x="31" y="0"/>
                </a:moveTo>
                <a:lnTo>
                  <a:pt x="32" y="0"/>
                </a:lnTo>
                <a:lnTo>
                  <a:pt x="35" y="6"/>
                </a:lnTo>
                <a:cubicBezTo>
                  <a:pt x="35" y="6"/>
                  <a:pt x="35" y="7"/>
                  <a:pt x="35" y="7"/>
                </a:cubicBezTo>
                <a:cubicBezTo>
                  <a:pt x="36" y="7"/>
                  <a:pt x="36" y="8"/>
                  <a:pt x="36" y="8"/>
                </a:cubicBezTo>
                <a:cubicBezTo>
                  <a:pt x="36" y="8"/>
                  <a:pt x="36" y="7"/>
                  <a:pt x="36" y="7"/>
                </a:cubicBezTo>
                <a:cubicBezTo>
                  <a:pt x="36" y="7"/>
                  <a:pt x="36" y="6"/>
                  <a:pt x="36" y="6"/>
                </a:cubicBezTo>
                <a:lnTo>
                  <a:pt x="36" y="0"/>
                </a:lnTo>
                <a:lnTo>
                  <a:pt x="37" y="0"/>
                </a:lnTo>
                <a:lnTo>
                  <a:pt x="37" y="10"/>
                </a:lnTo>
                <a:lnTo>
                  <a:pt x="36" y="10"/>
                </a:lnTo>
                <a:lnTo>
                  <a:pt x="33" y="4"/>
                </a:lnTo>
                <a:cubicBezTo>
                  <a:pt x="33" y="4"/>
                  <a:pt x="33" y="4"/>
                  <a:pt x="33" y="3"/>
                </a:cubicBezTo>
                <a:cubicBezTo>
                  <a:pt x="32" y="3"/>
                  <a:pt x="32" y="2"/>
                  <a:pt x="32" y="2"/>
                </a:cubicBezTo>
                <a:cubicBezTo>
                  <a:pt x="32" y="2"/>
                  <a:pt x="32" y="2"/>
                  <a:pt x="32" y="3"/>
                </a:cubicBezTo>
                <a:cubicBezTo>
                  <a:pt x="32" y="3"/>
                  <a:pt x="32" y="4"/>
                  <a:pt x="32" y="4"/>
                </a:cubicBezTo>
                <a:lnTo>
                  <a:pt x="32" y="10"/>
                </a:lnTo>
                <a:lnTo>
                  <a:pt x="31" y="10"/>
                </a:lnTo>
                <a:lnTo>
                  <a:pt x="31" y="0"/>
                </a:lnTo>
                <a:close/>
              </a:path>
              <a:path w="70" h="11">
                <a:moveTo>
                  <a:pt x="46" y="3"/>
                </a:moveTo>
                <a:lnTo>
                  <a:pt x="45" y="3"/>
                </a:lnTo>
                <a:cubicBezTo>
                  <a:pt x="45" y="3"/>
                  <a:pt x="45" y="2"/>
                  <a:pt x="44" y="2"/>
                </a:cubicBezTo>
                <a:cubicBezTo>
                  <a:pt x="44" y="1"/>
                  <a:pt x="44" y="1"/>
                  <a:pt x="43" y="1"/>
                </a:cubicBezTo>
                <a:cubicBezTo>
                  <a:pt x="43" y="1"/>
                  <a:pt x="42" y="2"/>
                  <a:pt x="42" y="2"/>
                </a:cubicBezTo>
                <a:cubicBezTo>
                  <a:pt x="42" y="3"/>
                  <a:pt x="42" y="4"/>
                  <a:pt x="42" y="5"/>
                </a:cubicBezTo>
                <a:cubicBezTo>
                  <a:pt x="42" y="7"/>
                  <a:pt x="42" y="8"/>
                  <a:pt x="42" y="8"/>
                </a:cubicBezTo>
                <a:cubicBezTo>
                  <a:pt x="42" y="9"/>
                  <a:pt x="43" y="9"/>
                  <a:pt x="43" y="9"/>
                </a:cubicBezTo>
                <a:cubicBezTo>
                  <a:pt x="44" y="9"/>
                  <a:pt x="44" y="9"/>
                  <a:pt x="45" y="9"/>
                </a:cubicBezTo>
                <a:cubicBezTo>
                  <a:pt x="45" y="8"/>
                  <a:pt x="45" y="8"/>
                  <a:pt x="45" y="7"/>
                </a:cubicBezTo>
                <a:lnTo>
                  <a:pt x="46" y="8"/>
                </a:lnTo>
                <a:cubicBezTo>
                  <a:pt x="46" y="9"/>
                  <a:pt x="46" y="9"/>
                  <a:pt x="45" y="10"/>
                </a:cubicBezTo>
                <a:cubicBezTo>
                  <a:pt x="45" y="10"/>
                  <a:pt x="44" y="11"/>
                  <a:pt x="43" y="11"/>
                </a:cubicBezTo>
                <a:cubicBezTo>
                  <a:pt x="42" y="11"/>
                  <a:pt x="42" y="10"/>
                  <a:pt x="41" y="9"/>
                </a:cubicBezTo>
                <a:cubicBezTo>
                  <a:pt x="41" y="8"/>
                  <a:pt x="40" y="7"/>
                  <a:pt x="40" y="5"/>
                </a:cubicBezTo>
                <a:cubicBezTo>
                  <a:pt x="40" y="4"/>
                  <a:pt x="41" y="2"/>
                  <a:pt x="41" y="1"/>
                </a:cubicBezTo>
                <a:cubicBezTo>
                  <a:pt x="42" y="0"/>
                  <a:pt x="43" y="0"/>
                  <a:pt x="43" y="0"/>
                </a:cubicBezTo>
                <a:cubicBezTo>
                  <a:pt x="44" y="0"/>
                  <a:pt x="45" y="0"/>
                  <a:pt x="45" y="1"/>
                </a:cubicBezTo>
                <a:cubicBezTo>
                  <a:pt x="46" y="1"/>
                  <a:pt x="46" y="2"/>
                  <a:pt x="46" y="3"/>
                </a:cubicBezTo>
                <a:close/>
              </a:path>
              <a:path w="70" h="11">
                <a:moveTo>
                  <a:pt x="47" y="0"/>
                </a:moveTo>
                <a:lnTo>
                  <a:pt x="48" y="0"/>
                </a:lnTo>
                <a:lnTo>
                  <a:pt x="48" y="4"/>
                </a:lnTo>
                <a:lnTo>
                  <a:pt x="52" y="4"/>
                </a:lnTo>
                <a:lnTo>
                  <a:pt x="52" y="0"/>
                </a:lnTo>
                <a:lnTo>
                  <a:pt x="53" y="0"/>
                </a:lnTo>
                <a:lnTo>
                  <a:pt x="53" y="10"/>
                </a:lnTo>
                <a:lnTo>
                  <a:pt x="52" y="10"/>
                </a:lnTo>
                <a:lnTo>
                  <a:pt x="52" y="6"/>
                </a:lnTo>
                <a:lnTo>
                  <a:pt x="48" y="6"/>
                </a:lnTo>
                <a:lnTo>
                  <a:pt x="48" y="10"/>
                </a:lnTo>
                <a:lnTo>
                  <a:pt x="47" y="10"/>
                </a:lnTo>
                <a:lnTo>
                  <a:pt x="47" y="0"/>
                </a:lnTo>
                <a:close/>
              </a:path>
              <a:path w="70" h="11">
                <a:moveTo>
                  <a:pt x="55" y="0"/>
                </a:moveTo>
                <a:lnTo>
                  <a:pt x="56" y="0"/>
                </a:lnTo>
                <a:lnTo>
                  <a:pt x="56" y="10"/>
                </a:lnTo>
                <a:lnTo>
                  <a:pt x="55" y="10"/>
                </a:lnTo>
                <a:lnTo>
                  <a:pt x="55" y="0"/>
                </a:lnTo>
                <a:close/>
              </a:path>
              <a:path w="70" h="11">
                <a:moveTo>
                  <a:pt x="57" y="0"/>
                </a:moveTo>
                <a:lnTo>
                  <a:pt x="59" y="0"/>
                </a:lnTo>
                <a:lnTo>
                  <a:pt x="61" y="6"/>
                </a:lnTo>
                <a:cubicBezTo>
                  <a:pt x="61" y="6"/>
                  <a:pt x="61" y="7"/>
                  <a:pt x="62" y="7"/>
                </a:cubicBezTo>
                <a:cubicBezTo>
                  <a:pt x="62" y="7"/>
                  <a:pt x="62" y="8"/>
                  <a:pt x="62" y="8"/>
                </a:cubicBezTo>
                <a:cubicBezTo>
                  <a:pt x="62" y="8"/>
                  <a:pt x="62" y="7"/>
                  <a:pt x="62" y="7"/>
                </a:cubicBezTo>
                <a:cubicBezTo>
                  <a:pt x="62" y="7"/>
                  <a:pt x="62" y="6"/>
                  <a:pt x="62" y="6"/>
                </a:cubicBezTo>
                <a:lnTo>
                  <a:pt x="62" y="0"/>
                </a:lnTo>
                <a:lnTo>
                  <a:pt x="63" y="0"/>
                </a:lnTo>
                <a:lnTo>
                  <a:pt x="63" y="10"/>
                </a:lnTo>
                <a:lnTo>
                  <a:pt x="62" y="10"/>
                </a:lnTo>
                <a:lnTo>
                  <a:pt x="59" y="4"/>
                </a:lnTo>
                <a:cubicBezTo>
                  <a:pt x="59" y="4"/>
                  <a:pt x="59" y="4"/>
                  <a:pt x="59" y="3"/>
                </a:cubicBezTo>
                <a:cubicBezTo>
                  <a:pt x="59" y="3"/>
                  <a:pt x="59" y="2"/>
                  <a:pt x="58" y="2"/>
                </a:cubicBezTo>
                <a:cubicBezTo>
                  <a:pt x="58" y="2"/>
                  <a:pt x="58" y="2"/>
                  <a:pt x="58" y="3"/>
                </a:cubicBezTo>
                <a:cubicBezTo>
                  <a:pt x="58" y="3"/>
                  <a:pt x="58" y="4"/>
                  <a:pt x="58" y="4"/>
                </a:cubicBezTo>
                <a:lnTo>
                  <a:pt x="58" y="10"/>
                </a:lnTo>
                <a:lnTo>
                  <a:pt x="57" y="10"/>
                </a:lnTo>
                <a:lnTo>
                  <a:pt x="57" y="0"/>
                </a:lnTo>
                <a:close/>
              </a:path>
              <a:path w="70" h="11">
                <a:moveTo>
                  <a:pt x="66" y="0"/>
                </a:moveTo>
                <a:lnTo>
                  <a:pt x="68" y="0"/>
                </a:lnTo>
                <a:lnTo>
                  <a:pt x="70" y="10"/>
                </a:lnTo>
                <a:lnTo>
                  <a:pt x="69" y="10"/>
                </a:lnTo>
                <a:lnTo>
                  <a:pt x="68" y="8"/>
                </a:lnTo>
                <a:lnTo>
                  <a:pt x="66" y="8"/>
                </a:lnTo>
                <a:lnTo>
                  <a:pt x="65" y="10"/>
                </a:lnTo>
                <a:lnTo>
                  <a:pt x="64" y="10"/>
                </a:lnTo>
                <a:lnTo>
                  <a:pt x="66" y="0"/>
                </a:lnTo>
                <a:close/>
                <a:moveTo>
                  <a:pt x="67" y="1"/>
                </a:moveTo>
                <a:lnTo>
                  <a:pt x="66" y="6"/>
                </a:lnTo>
                <a:lnTo>
                  <a:pt x="68" y="6"/>
                </a:lnTo>
                <a:lnTo>
                  <a:pt x="67" y="1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1" name="Freeform 12"/>
          <p:cNvSpPr>
            <a:spLocks noGrp="1"/>
          </p:cNvSpPr>
          <p:nvPr/>
        </p:nvSpPr>
        <p:spPr>
          <a:xfrm>
            <a:off x="9914374" y="411637"/>
            <a:ext cx="297165" cy="30478"/>
          </a:xfrm>
          <a:custGeom>
            <a:avLst/>
            <a:gdLst/>
            <a:ahLst/>
            <a:cxnLst/>
            <a:rect l="l" t="t" r="r" b="b"/>
            <a:pathLst>
              <a:path w="192" h="20">
                <a:moveTo>
                  <a:pt x="0" y="0"/>
                </a:moveTo>
                <a:lnTo>
                  <a:pt x="192" y="0"/>
                </a:lnTo>
                <a:cubicBezTo>
                  <a:pt x="189" y="7"/>
                  <a:pt x="184" y="13"/>
                  <a:pt x="177" y="20"/>
                </a:cubicBezTo>
                <a:lnTo>
                  <a:pt x="14" y="19"/>
                </a:lnTo>
                <a:cubicBezTo>
                  <a:pt x="7" y="15"/>
                  <a:pt x="3" y="8"/>
                  <a:pt x="0" y="0"/>
                </a:cubicBezTo>
                <a:close/>
                <a:moveTo>
                  <a:pt x="39" y="4"/>
                </a:moveTo>
                <a:cubicBezTo>
                  <a:pt x="39" y="4"/>
                  <a:pt x="39" y="5"/>
                  <a:pt x="38" y="5"/>
                </a:cubicBezTo>
                <a:cubicBezTo>
                  <a:pt x="38" y="5"/>
                  <a:pt x="38" y="5"/>
                  <a:pt x="38" y="6"/>
                </a:cubicBezTo>
                <a:cubicBezTo>
                  <a:pt x="38" y="7"/>
                  <a:pt x="38" y="7"/>
                  <a:pt x="38" y="8"/>
                </a:cubicBezTo>
                <a:cubicBezTo>
                  <a:pt x="38" y="8"/>
                  <a:pt x="38" y="9"/>
                  <a:pt x="38" y="9"/>
                </a:cubicBezTo>
                <a:cubicBezTo>
                  <a:pt x="38" y="10"/>
                  <a:pt x="38" y="11"/>
                  <a:pt x="38" y="12"/>
                </a:cubicBezTo>
                <a:lnTo>
                  <a:pt x="38" y="14"/>
                </a:lnTo>
                <a:cubicBezTo>
                  <a:pt x="38" y="15"/>
                  <a:pt x="38" y="16"/>
                  <a:pt x="38" y="17"/>
                </a:cubicBezTo>
                <a:cubicBezTo>
                  <a:pt x="38" y="17"/>
                  <a:pt x="38" y="17"/>
                  <a:pt x="38" y="17"/>
                </a:cubicBezTo>
                <a:cubicBezTo>
                  <a:pt x="38" y="17"/>
                  <a:pt x="38" y="17"/>
                  <a:pt x="38" y="17"/>
                </a:cubicBezTo>
                <a:cubicBezTo>
                  <a:pt x="38" y="17"/>
                  <a:pt x="38" y="17"/>
                  <a:pt x="37" y="17"/>
                </a:cubicBezTo>
                <a:cubicBezTo>
                  <a:pt x="37" y="17"/>
                  <a:pt x="36" y="17"/>
                  <a:pt x="36" y="17"/>
                </a:cubicBezTo>
                <a:cubicBezTo>
                  <a:pt x="35" y="16"/>
                  <a:pt x="35" y="16"/>
                  <a:pt x="35" y="16"/>
                </a:cubicBezTo>
                <a:cubicBezTo>
                  <a:pt x="34" y="16"/>
                  <a:pt x="34" y="16"/>
                  <a:pt x="34" y="16"/>
                </a:cubicBezTo>
                <a:cubicBezTo>
                  <a:pt x="34" y="16"/>
                  <a:pt x="34" y="15"/>
                  <a:pt x="34" y="15"/>
                </a:cubicBezTo>
                <a:cubicBezTo>
                  <a:pt x="34" y="15"/>
                  <a:pt x="34" y="15"/>
                  <a:pt x="34" y="15"/>
                </a:cubicBezTo>
                <a:cubicBezTo>
                  <a:pt x="35" y="15"/>
                  <a:pt x="35" y="15"/>
                  <a:pt x="36" y="15"/>
                </a:cubicBezTo>
                <a:cubicBezTo>
                  <a:pt x="36" y="15"/>
                  <a:pt x="36" y="15"/>
                  <a:pt x="36" y="15"/>
                </a:cubicBezTo>
                <a:cubicBezTo>
                  <a:pt x="37" y="15"/>
                  <a:pt x="37" y="15"/>
                  <a:pt x="37" y="15"/>
                </a:cubicBezTo>
                <a:cubicBezTo>
                  <a:pt x="37" y="15"/>
                  <a:pt x="37" y="15"/>
                  <a:pt x="37" y="14"/>
                </a:cubicBezTo>
                <a:cubicBezTo>
                  <a:pt x="37" y="14"/>
                  <a:pt x="37" y="13"/>
                  <a:pt x="37" y="12"/>
                </a:cubicBezTo>
                <a:cubicBezTo>
                  <a:pt x="36" y="11"/>
                  <a:pt x="36" y="10"/>
                  <a:pt x="36" y="8"/>
                </a:cubicBezTo>
                <a:lnTo>
                  <a:pt x="36" y="6"/>
                </a:lnTo>
                <a:cubicBezTo>
                  <a:pt x="36" y="5"/>
                  <a:pt x="36" y="5"/>
                  <a:pt x="36" y="5"/>
                </a:cubicBezTo>
                <a:cubicBezTo>
                  <a:pt x="35" y="5"/>
                  <a:pt x="35" y="5"/>
                  <a:pt x="35" y="5"/>
                </a:cubicBezTo>
                <a:cubicBezTo>
                  <a:pt x="34" y="5"/>
                  <a:pt x="34" y="5"/>
                  <a:pt x="34" y="6"/>
                </a:cubicBezTo>
                <a:cubicBezTo>
                  <a:pt x="34" y="6"/>
                  <a:pt x="34" y="6"/>
                  <a:pt x="34" y="6"/>
                </a:cubicBezTo>
                <a:cubicBezTo>
                  <a:pt x="34" y="7"/>
                  <a:pt x="34" y="7"/>
                  <a:pt x="34" y="7"/>
                </a:cubicBezTo>
                <a:cubicBezTo>
                  <a:pt x="35" y="7"/>
                  <a:pt x="35" y="7"/>
                  <a:pt x="35" y="7"/>
                </a:cubicBezTo>
                <a:cubicBezTo>
                  <a:pt x="35" y="7"/>
                  <a:pt x="35" y="7"/>
                  <a:pt x="35" y="7"/>
                </a:cubicBezTo>
                <a:cubicBezTo>
                  <a:pt x="36" y="7"/>
                  <a:pt x="36" y="7"/>
                  <a:pt x="36" y="7"/>
                </a:cubicBezTo>
                <a:cubicBezTo>
                  <a:pt x="36" y="7"/>
                  <a:pt x="36" y="7"/>
                  <a:pt x="35" y="7"/>
                </a:cubicBezTo>
                <a:cubicBezTo>
                  <a:pt x="35" y="7"/>
                  <a:pt x="35" y="8"/>
                  <a:pt x="35" y="8"/>
                </a:cubicBezTo>
                <a:cubicBezTo>
                  <a:pt x="34" y="8"/>
                  <a:pt x="34" y="8"/>
                  <a:pt x="34" y="8"/>
                </a:cubicBezTo>
                <a:cubicBezTo>
                  <a:pt x="34" y="8"/>
                  <a:pt x="34" y="9"/>
                  <a:pt x="34" y="9"/>
                </a:cubicBezTo>
                <a:cubicBezTo>
                  <a:pt x="34" y="9"/>
                  <a:pt x="34" y="9"/>
                  <a:pt x="34" y="9"/>
                </a:cubicBezTo>
                <a:cubicBezTo>
                  <a:pt x="34" y="9"/>
                  <a:pt x="34" y="9"/>
                  <a:pt x="34" y="9"/>
                </a:cubicBezTo>
                <a:cubicBezTo>
                  <a:pt x="34" y="9"/>
                  <a:pt x="35" y="9"/>
                  <a:pt x="35" y="9"/>
                </a:cubicBezTo>
                <a:cubicBezTo>
                  <a:pt x="35" y="9"/>
                  <a:pt x="35" y="9"/>
                  <a:pt x="35" y="9"/>
                </a:cubicBezTo>
                <a:cubicBezTo>
                  <a:pt x="36" y="9"/>
                  <a:pt x="36" y="9"/>
                  <a:pt x="36" y="9"/>
                </a:cubicBezTo>
                <a:cubicBezTo>
                  <a:pt x="36" y="9"/>
                  <a:pt x="36" y="10"/>
                  <a:pt x="36" y="10"/>
                </a:cubicBezTo>
                <a:cubicBezTo>
                  <a:pt x="36" y="10"/>
                  <a:pt x="36" y="10"/>
                  <a:pt x="36" y="10"/>
                </a:cubicBezTo>
                <a:cubicBezTo>
                  <a:pt x="36" y="10"/>
                  <a:pt x="35" y="10"/>
                  <a:pt x="35" y="11"/>
                </a:cubicBezTo>
                <a:cubicBezTo>
                  <a:pt x="35" y="11"/>
                  <a:pt x="35" y="11"/>
                  <a:pt x="34" y="11"/>
                </a:cubicBezTo>
                <a:cubicBezTo>
                  <a:pt x="34" y="11"/>
                  <a:pt x="33" y="12"/>
                  <a:pt x="33" y="12"/>
                </a:cubicBezTo>
                <a:cubicBezTo>
                  <a:pt x="33" y="12"/>
                  <a:pt x="33" y="12"/>
                  <a:pt x="33" y="12"/>
                </a:cubicBezTo>
                <a:cubicBezTo>
                  <a:pt x="32" y="13"/>
                  <a:pt x="32" y="14"/>
                  <a:pt x="32" y="14"/>
                </a:cubicBezTo>
                <a:cubicBezTo>
                  <a:pt x="32" y="14"/>
                  <a:pt x="32" y="15"/>
                  <a:pt x="32" y="15"/>
                </a:cubicBezTo>
                <a:cubicBezTo>
                  <a:pt x="32" y="15"/>
                  <a:pt x="32" y="15"/>
                  <a:pt x="32" y="15"/>
                </a:cubicBezTo>
                <a:cubicBezTo>
                  <a:pt x="32" y="15"/>
                  <a:pt x="32" y="16"/>
                  <a:pt x="31" y="16"/>
                </a:cubicBezTo>
                <a:cubicBezTo>
                  <a:pt x="31" y="16"/>
                  <a:pt x="31" y="16"/>
                  <a:pt x="30" y="16"/>
                </a:cubicBezTo>
                <a:cubicBezTo>
                  <a:pt x="30" y="16"/>
                  <a:pt x="30" y="16"/>
                  <a:pt x="29" y="16"/>
                </a:cubicBezTo>
                <a:cubicBezTo>
                  <a:pt x="29" y="16"/>
                  <a:pt x="29" y="16"/>
                  <a:pt x="29" y="16"/>
                </a:cubicBezTo>
                <a:cubicBezTo>
                  <a:pt x="29" y="16"/>
                  <a:pt x="29" y="16"/>
                  <a:pt x="29" y="16"/>
                </a:cubicBezTo>
                <a:cubicBezTo>
                  <a:pt x="30" y="15"/>
                  <a:pt x="30" y="15"/>
                  <a:pt x="31" y="15"/>
                </a:cubicBezTo>
                <a:cubicBezTo>
                  <a:pt x="31" y="15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0" y="14"/>
                  <a:pt x="29" y="13"/>
                  <a:pt x="29" y="13"/>
                </a:cubicBezTo>
                <a:cubicBezTo>
                  <a:pt x="28" y="13"/>
                  <a:pt x="28" y="12"/>
                  <a:pt x="28" y="12"/>
                </a:cubicBezTo>
                <a:cubicBezTo>
                  <a:pt x="28" y="12"/>
                  <a:pt x="28" y="12"/>
                  <a:pt x="28" y="12"/>
                </a:cubicBezTo>
                <a:cubicBezTo>
                  <a:pt x="28" y="12"/>
                  <a:pt x="28" y="12"/>
                  <a:pt x="28" y="12"/>
                </a:cubicBezTo>
                <a:cubicBezTo>
                  <a:pt x="29" y="13"/>
                  <a:pt x="29" y="13"/>
                  <a:pt x="30" y="13"/>
                </a:cubicBezTo>
                <a:cubicBezTo>
                  <a:pt x="30" y="13"/>
                  <a:pt x="30" y="13"/>
                  <a:pt x="30" y="12"/>
                </a:cubicBezTo>
                <a:lnTo>
                  <a:pt x="30" y="11"/>
                </a:lnTo>
                <a:cubicBezTo>
                  <a:pt x="30" y="11"/>
                  <a:pt x="30" y="11"/>
                  <a:pt x="30" y="11"/>
                </a:cubicBezTo>
                <a:cubicBezTo>
                  <a:pt x="30" y="11"/>
                  <a:pt x="30" y="11"/>
                  <a:pt x="29" y="11"/>
                </a:cubicBezTo>
                <a:cubicBezTo>
                  <a:pt x="29" y="11"/>
                  <a:pt x="29" y="12"/>
                  <a:pt x="28" y="12"/>
                </a:cubicBezTo>
                <a:cubicBezTo>
                  <a:pt x="28" y="12"/>
                  <a:pt x="28" y="13"/>
                  <a:pt x="27" y="13"/>
                </a:cubicBezTo>
                <a:cubicBezTo>
                  <a:pt x="27" y="14"/>
                  <a:pt x="26" y="14"/>
                  <a:pt x="26" y="14"/>
                </a:cubicBezTo>
                <a:cubicBezTo>
                  <a:pt x="26" y="14"/>
                  <a:pt x="26" y="14"/>
                  <a:pt x="26" y="14"/>
                </a:cubicBezTo>
                <a:cubicBezTo>
                  <a:pt x="26" y="14"/>
                  <a:pt x="25" y="14"/>
                  <a:pt x="25" y="14"/>
                </a:cubicBezTo>
                <a:cubicBezTo>
                  <a:pt x="25" y="14"/>
                  <a:pt x="25" y="13"/>
                  <a:pt x="25" y="13"/>
                </a:cubicBezTo>
                <a:cubicBezTo>
                  <a:pt x="25" y="13"/>
                  <a:pt x="25" y="13"/>
                  <a:pt x="25" y="13"/>
                </a:cubicBezTo>
                <a:cubicBezTo>
                  <a:pt x="25" y="13"/>
                  <a:pt x="26" y="13"/>
                  <a:pt x="26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12"/>
                  <a:pt x="27" y="12"/>
                  <a:pt x="27" y="11"/>
                </a:cubicBezTo>
                <a:cubicBezTo>
                  <a:pt x="26" y="10"/>
                  <a:pt x="26" y="9"/>
                  <a:pt x="26" y="9"/>
                </a:cubicBezTo>
                <a:lnTo>
                  <a:pt x="26" y="7"/>
                </a:lnTo>
                <a:lnTo>
                  <a:pt x="26" y="6"/>
                </a:lnTo>
                <a:cubicBezTo>
                  <a:pt x="26" y="6"/>
                  <a:pt x="27" y="6"/>
                  <a:pt x="27" y="6"/>
                </a:cubicBezTo>
                <a:cubicBezTo>
                  <a:pt x="27" y="6"/>
                  <a:pt x="27" y="5"/>
                  <a:pt x="28" y="5"/>
                </a:cubicBezTo>
                <a:cubicBezTo>
                  <a:pt x="28" y="5"/>
                  <a:pt x="28" y="5"/>
                  <a:pt x="29" y="5"/>
                </a:cubicBezTo>
                <a:cubicBezTo>
                  <a:pt x="30" y="5"/>
                  <a:pt x="30" y="5"/>
                  <a:pt x="30" y="5"/>
                </a:cubicBezTo>
                <a:cubicBezTo>
                  <a:pt x="31" y="5"/>
                  <a:pt x="31" y="5"/>
                  <a:pt x="31" y="5"/>
                </a:cubicBezTo>
                <a:cubicBezTo>
                  <a:pt x="32" y="5"/>
                  <a:pt x="32" y="5"/>
                  <a:pt x="32" y="5"/>
                </a:cubicBezTo>
                <a:cubicBezTo>
                  <a:pt x="32" y="5"/>
                  <a:pt x="32" y="5"/>
                  <a:pt x="32" y="5"/>
                </a:cubicBezTo>
                <a:cubicBezTo>
                  <a:pt x="32" y="6"/>
                  <a:pt x="32" y="6"/>
                  <a:pt x="31" y="6"/>
                </a:cubicBezTo>
                <a:cubicBezTo>
                  <a:pt x="31" y="6"/>
                  <a:pt x="31" y="7"/>
                  <a:pt x="31" y="7"/>
                </a:cubicBezTo>
                <a:cubicBezTo>
                  <a:pt x="31" y="7"/>
                  <a:pt x="31" y="8"/>
                  <a:pt x="31" y="8"/>
                </a:cubicBezTo>
                <a:cubicBezTo>
                  <a:pt x="31" y="8"/>
                  <a:pt x="31" y="9"/>
                  <a:pt x="31" y="10"/>
                </a:cubicBezTo>
                <a:cubicBezTo>
                  <a:pt x="31" y="11"/>
                  <a:pt x="31" y="11"/>
                  <a:pt x="31" y="11"/>
                </a:cubicBezTo>
                <a:cubicBezTo>
                  <a:pt x="31" y="12"/>
                  <a:pt x="31" y="12"/>
                  <a:pt x="31" y="12"/>
                </a:cubicBezTo>
                <a:cubicBezTo>
                  <a:pt x="31" y="13"/>
                  <a:pt x="31" y="13"/>
                  <a:pt x="31" y="13"/>
                </a:cubicBezTo>
                <a:cubicBezTo>
                  <a:pt x="31" y="13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1" y="14"/>
                  <a:pt x="32" y="13"/>
                  <a:pt x="32" y="12"/>
                </a:cubicBezTo>
                <a:cubicBezTo>
                  <a:pt x="32" y="12"/>
                  <a:pt x="32" y="11"/>
                  <a:pt x="33" y="10"/>
                </a:cubicBezTo>
                <a:cubicBezTo>
                  <a:pt x="33" y="8"/>
                  <a:pt x="33" y="6"/>
                  <a:pt x="33" y="6"/>
                </a:cubicBezTo>
                <a:cubicBezTo>
                  <a:pt x="33" y="5"/>
                  <a:pt x="33" y="5"/>
                  <a:pt x="33" y="5"/>
                </a:cubicBezTo>
                <a:cubicBezTo>
                  <a:pt x="33" y="5"/>
                  <a:pt x="33" y="4"/>
                  <a:pt x="34" y="4"/>
                </a:cubicBezTo>
                <a:cubicBezTo>
                  <a:pt x="34" y="4"/>
                  <a:pt x="34" y="4"/>
                  <a:pt x="34" y="4"/>
                </a:cubicBezTo>
                <a:cubicBezTo>
                  <a:pt x="35" y="4"/>
                  <a:pt x="35" y="4"/>
                  <a:pt x="35" y="4"/>
                </a:cubicBezTo>
                <a:cubicBezTo>
                  <a:pt x="35" y="4"/>
                  <a:pt x="36" y="4"/>
                  <a:pt x="36" y="4"/>
                </a:cubicBezTo>
                <a:cubicBezTo>
                  <a:pt x="36" y="4"/>
                  <a:pt x="37" y="4"/>
                  <a:pt x="37" y="4"/>
                </a:cubicBezTo>
                <a:cubicBezTo>
                  <a:pt x="37" y="4"/>
                  <a:pt x="37" y="4"/>
                  <a:pt x="38" y="4"/>
                </a:cubicBezTo>
                <a:cubicBezTo>
                  <a:pt x="38" y="4"/>
                  <a:pt x="38" y="4"/>
                  <a:pt x="38" y="4"/>
                </a:cubicBezTo>
                <a:cubicBezTo>
                  <a:pt x="39" y="4"/>
                  <a:pt x="39" y="4"/>
                  <a:pt x="39" y="4"/>
                </a:cubicBezTo>
                <a:close/>
                <a:moveTo>
                  <a:pt x="52" y="6"/>
                </a:moveTo>
                <a:cubicBezTo>
                  <a:pt x="52" y="6"/>
                  <a:pt x="53" y="6"/>
                  <a:pt x="53" y="6"/>
                </a:cubicBezTo>
                <a:cubicBezTo>
                  <a:pt x="53" y="6"/>
                  <a:pt x="54" y="6"/>
                  <a:pt x="54" y="6"/>
                </a:cubicBezTo>
                <a:cubicBezTo>
                  <a:pt x="54" y="7"/>
                  <a:pt x="55" y="7"/>
                  <a:pt x="55" y="7"/>
                </a:cubicBezTo>
                <a:cubicBezTo>
                  <a:pt x="55" y="7"/>
                  <a:pt x="55" y="7"/>
                  <a:pt x="55" y="7"/>
                </a:cubicBezTo>
                <a:cubicBezTo>
                  <a:pt x="55" y="7"/>
                  <a:pt x="55" y="7"/>
                  <a:pt x="54" y="7"/>
                </a:cubicBezTo>
                <a:cubicBezTo>
                  <a:pt x="54" y="8"/>
                  <a:pt x="54" y="8"/>
                  <a:pt x="54" y="8"/>
                </a:cubicBezTo>
                <a:cubicBezTo>
                  <a:pt x="54" y="9"/>
                  <a:pt x="54" y="9"/>
                  <a:pt x="53" y="10"/>
                </a:cubicBezTo>
                <a:cubicBezTo>
                  <a:pt x="53" y="10"/>
                  <a:pt x="53" y="10"/>
                  <a:pt x="53" y="10"/>
                </a:cubicBezTo>
                <a:cubicBezTo>
                  <a:pt x="53" y="10"/>
                  <a:pt x="53" y="10"/>
                  <a:pt x="53" y="10"/>
                </a:cubicBezTo>
                <a:cubicBezTo>
                  <a:pt x="52" y="10"/>
                  <a:pt x="52" y="10"/>
                  <a:pt x="52" y="10"/>
                </a:cubicBezTo>
                <a:cubicBezTo>
                  <a:pt x="52" y="10"/>
                  <a:pt x="51" y="10"/>
                  <a:pt x="51" y="10"/>
                </a:cubicBezTo>
                <a:cubicBezTo>
                  <a:pt x="51" y="10"/>
                  <a:pt x="51" y="10"/>
                  <a:pt x="50" y="10"/>
                </a:cubicBezTo>
                <a:cubicBezTo>
                  <a:pt x="50" y="10"/>
                  <a:pt x="49" y="10"/>
                  <a:pt x="49" y="10"/>
                </a:cubicBezTo>
                <a:cubicBezTo>
                  <a:pt x="49" y="11"/>
                  <a:pt x="48" y="11"/>
                  <a:pt x="48" y="11"/>
                </a:cubicBezTo>
                <a:cubicBezTo>
                  <a:pt x="48" y="11"/>
                  <a:pt x="48" y="10"/>
                  <a:pt x="48" y="10"/>
                </a:cubicBezTo>
                <a:cubicBezTo>
                  <a:pt x="47" y="10"/>
                  <a:pt x="47" y="9"/>
                  <a:pt x="47" y="9"/>
                </a:cubicBezTo>
                <a:cubicBezTo>
                  <a:pt x="46" y="8"/>
                  <a:pt x="46" y="8"/>
                  <a:pt x="46" y="8"/>
                </a:cubicBezTo>
                <a:cubicBezTo>
                  <a:pt x="46" y="8"/>
                  <a:pt x="46" y="7"/>
                  <a:pt x="47" y="7"/>
                </a:cubicBezTo>
                <a:cubicBezTo>
                  <a:pt x="47" y="7"/>
                  <a:pt x="47" y="7"/>
                  <a:pt x="48" y="7"/>
                </a:cubicBezTo>
                <a:cubicBezTo>
                  <a:pt x="49" y="7"/>
                  <a:pt x="49" y="7"/>
                  <a:pt x="49" y="6"/>
                </a:cubicBezTo>
                <a:cubicBezTo>
                  <a:pt x="49" y="6"/>
                  <a:pt x="49" y="6"/>
                  <a:pt x="49" y="6"/>
                </a:cubicBezTo>
                <a:cubicBezTo>
                  <a:pt x="48" y="6"/>
                  <a:pt x="48" y="6"/>
                  <a:pt x="47" y="6"/>
                </a:cubicBezTo>
                <a:cubicBezTo>
                  <a:pt x="47" y="6"/>
                  <a:pt x="47" y="6"/>
                  <a:pt x="47" y="6"/>
                </a:cubicBezTo>
                <a:cubicBezTo>
                  <a:pt x="47" y="6"/>
                  <a:pt x="47" y="6"/>
                  <a:pt x="47" y="6"/>
                </a:cubicBezTo>
                <a:cubicBezTo>
                  <a:pt x="46" y="6"/>
                  <a:pt x="46" y="5"/>
                  <a:pt x="46" y="5"/>
                </a:cubicBezTo>
                <a:cubicBezTo>
                  <a:pt x="46" y="5"/>
                  <a:pt x="46" y="5"/>
                  <a:pt x="47" y="5"/>
                </a:cubicBezTo>
                <a:cubicBezTo>
                  <a:pt x="47" y="5"/>
                  <a:pt x="47" y="5"/>
                  <a:pt x="47" y="5"/>
                </a:cubicBezTo>
                <a:cubicBezTo>
                  <a:pt x="48" y="5"/>
                  <a:pt x="49" y="5"/>
                  <a:pt x="49" y="4"/>
                </a:cubicBezTo>
                <a:cubicBezTo>
                  <a:pt x="49" y="4"/>
                  <a:pt x="49" y="4"/>
                  <a:pt x="49" y="3"/>
                </a:cubicBezTo>
                <a:cubicBezTo>
                  <a:pt x="50" y="2"/>
                  <a:pt x="50" y="2"/>
                  <a:pt x="50" y="2"/>
                </a:cubicBezTo>
                <a:cubicBezTo>
                  <a:pt x="50" y="2"/>
                  <a:pt x="50" y="2"/>
                  <a:pt x="50" y="2"/>
                </a:cubicBezTo>
                <a:cubicBezTo>
                  <a:pt x="50" y="2"/>
                  <a:pt x="50" y="2"/>
                  <a:pt x="50" y="2"/>
                </a:cubicBezTo>
                <a:cubicBezTo>
                  <a:pt x="51" y="2"/>
                  <a:pt x="51" y="2"/>
                  <a:pt x="51" y="2"/>
                </a:cubicBezTo>
                <a:cubicBezTo>
                  <a:pt x="51" y="2"/>
                  <a:pt x="51" y="2"/>
                  <a:pt x="51" y="3"/>
                </a:cubicBezTo>
                <a:cubicBezTo>
                  <a:pt x="50" y="3"/>
                  <a:pt x="50" y="3"/>
                  <a:pt x="50" y="4"/>
                </a:cubicBezTo>
                <a:cubicBezTo>
                  <a:pt x="50" y="4"/>
                  <a:pt x="51" y="4"/>
                  <a:pt x="51" y="4"/>
                </a:cubicBezTo>
                <a:cubicBezTo>
                  <a:pt x="51" y="4"/>
                  <a:pt x="51" y="4"/>
                  <a:pt x="52" y="4"/>
                </a:cubicBezTo>
                <a:cubicBezTo>
                  <a:pt x="52" y="4"/>
                  <a:pt x="53" y="4"/>
                  <a:pt x="53" y="4"/>
                </a:cubicBezTo>
                <a:cubicBezTo>
                  <a:pt x="53" y="4"/>
                  <a:pt x="53" y="4"/>
                  <a:pt x="53" y="4"/>
                </a:cubicBezTo>
                <a:cubicBezTo>
                  <a:pt x="53" y="4"/>
                  <a:pt x="53" y="4"/>
                  <a:pt x="53" y="4"/>
                </a:cubicBezTo>
                <a:cubicBezTo>
                  <a:pt x="54" y="4"/>
                  <a:pt x="54" y="5"/>
                  <a:pt x="54" y="5"/>
                </a:cubicBezTo>
                <a:cubicBezTo>
                  <a:pt x="54" y="5"/>
                  <a:pt x="54" y="5"/>
                  <a:pt x="54" y="5"/>
                </a:cubicBezTo>
                <a:cubicBezTo>
                  <a:pt x="53" y="5"/>
                  <a:pt x="53" y="5"/>
                  <a:pt x="53" y="5"/>
                </a:cubicBezTo>
                <a:cubicBezTo>
                  <a:pt x="53" y="5"/>
                  <a:pt x="53" y="5"/>
                  <a:pt x="52" y="5"/>
                </a:cubicBezTo>
                <a:cubicBezTo>
                  <a:pt x="52" y="5"/>
                  <a:pt x="51" y="5"/>
                  <a:pt x="51" y="5"/>
                </a:cubicBezTo>
                <a:lnTo>
                  <a:pt x="50" y="6"/>
                </a:lnTo>
                <a:cubicBezTo>
                  <a:pt x="50" y="6"/>
                  <a:pt x="50" y="6"/>
                  <a:pt x="50" y="6"/>
                </a:cubicBezTo>
                <a:cubicBezTo>
                  <a:pt x="50" y="6"/>
                  <a:pt x="50" y="6"/>
                  <a:pt x="51" y="6"/>
                </a:cubicBezTo>
                <a:cubicBezTo>
                  <a:pt x="51" y="6"/>
                  <a:pt x="51" y="6"/>
                  <a:pt x="52" y="6"/>
                </a:cubicBezTo>
                <a:close/>
                <a:moveTo>
                  <a:pt x="45" y="3"/>
                </a:moveTo>
                <a:cubicBezTo>
                  <a:pt x="45" y="3"/>
                  <a:pt x="45" y="3"/>
                  <a:pt x="46" y="4"/>
                </a:cubicBezTo>
                <a:cubicBezTo>
                  <a:pt x="46" y="4"/>
                  <a:pt x="46" y="4"/>
                  <a:pt x="46" y="4"/>
                </a:cubicBezTo>
                <a:cubicBezTo>
                  <a:pt x="46" y="4"/>
                  <a:pt x="46" y="5"/>
                  <a:pt x="45" y="5"/>
                </a:cubicBezTo>
                <a:cubicBezTo>
                  <a:pt x="45" y="6"/>
                  <a:pt x="44" y="6"/>
                  <a:pt x="44" y="6"/>
                </a:cubicBezTo>
                <a:cubicBezTo>
                  <a:pt x="44" y="7"/>
                  <a:pt x="44" y="7"/>
                  <a:pt x="43" y="7"/>
                </a:cubicBezTo>
                <a:cubicBezTo>
                  <a:pt x="43" y="7"/>
                  <a:pt x="43" y="7"/>
                  <a:pt x="43" y="7"/>
                </a:cubicBezTo>
                <a:cubicBezTo>
                  <a:pt x="43" y="7"/>
                  <a:pt x="43" y="7"/>
                  <a:pt x="43" y="7"/>
                </a:cubicBezTo>
                <a:cubicBezTo>
                  <a:pt x="43" y="7"/>
                  <a:pt x="43" y="6"/>
                  <a:pt x="43" y="6"/>
                </a:cubicBezTo>
                <a:cubicBezTo>
                  <a:pt x="43" y="6"/>
                  <a:pt x="44" y="5"/>
                  <a:pt x="44" y="4"/>
                </a:cubicBezTo>
                <a:cubicBezTo>
                  <a:pt x="44" y="4"/>
                  <a:pt x="45" y="3"/>
                  <a:pt x="45" y="3"/>
                </a:cubicBezTo>
                <a:cubicBezTo>
                  <a:pt x="45" y="3"/>
                  <a:pt x="45" y="3"/>
                  <a:pt x="45" y="3"/>
                </a:cubicBezTo>
                <a:close/>
                <a:moveTo>
                  <a:pt x="45" y="6"/>
                </a:moveTo>
                <a:cubicBezTo>
                  <a:pt x="45" y="6"/>
                  <a:pt x="45" y="6"/>
                  <a:pt x="46" y="7"/>
                </a:cubicBezTo>
                <a:cubicBezTo>
                  <a:pt x="46" y="7"/>
                  <a:pt x="46" y="7"/>
                  <a:pt x="46" y="7"/>
                </a:cubicBezTo>
                <a:cubicBezTo>
                  <a:pt x="46" y="7"/>
                  <a:pt x="46" y="8"/>
                  <a:pt x="45" y="8"/>
                </a:cubicBezTo>
                <a:cubicBezTo>
                  <a:pt x="45" y="9"/>
                  <a:pt x="44" y="9"/>
                  <a:pt x="44" y="9"/>
                </a:cubicBezTo>
                <a:cubicBezTo>
                  <a:pt x="44" y="9"/>
                  <a:pt x="44" y="10"/>
                  <a:pt x="44" y="10"/>
                </a:cubicBezTo>
                <a:cubicBezTo>
                  <a:pt x="44" y="10"/>
                  <a:pt x="44" y="10"/>
                  <a:pt x="44" y="10"/>
                </a:cubicBezTo>
                <a:cubicBezTo>
                  <a:pt x="44" y="10"/>
                  <a:pt x="44" y="10"/>
                  <a:pt x="44" y="10"/>
                </a:cubicBezTo>
                <a:cubicBezTo>
                  <a:pt x="45" y="10"/>
                  <a:pt x="45" y="11"/>
                  <a:pt x="45" y="11"/>
                </a:cubicBezTo>
                <a:cubicBezTo>
                  <a:pt x="45" y="11"/>
                  <a:pt x="45" y="11"/>
                  <a:pt x="45" y="11"/>
                </a:cubicBezTo>
                <a:cubicBezTo>
                  <a:pt x="45" y="11"/>
                  <a:pt x="45" y="11"/>
                  <a:pt x="45" y="12"/>
                </a:cubicBezTo>
                <a:cubicBezTo>
                  <a:pt x="45" y="12"/>
                  <a:pt x="45" y="12"/>
                  <a:pt x="45" y="13"/>
                </a:cubicBezTo>
                <a:cubicBezTo>
                  <a:pt x="45" y="14"/>
                  <a:pt x="45" y="14"/>
                  <a:pt x="45" y="14"/>
                </a:cubicBezTo>
                <a:cubicBezTo>
                  <a:pt x="45" y="15"/>
                  <a:pt x="45" y="15"/>
                  <a:pt x="45" y="15"/>
                </a:cubicBezTo>
                <a:cubicBezTo>
                  <a:pt x="45" y="15"/>
                  <a:pt x="45" y="16"/>
                  <a:pt x="45" y="16"/>
                </a:cubicBezTo>
                <a:cubicBezTo>
                  <a:pt x="45" y="16"/>
                  <a:pt x="45" y="16"/>
                  <a:pt x="44" y="16"/>
                </a:cubicBezTo>
                <a:cubicBezTo>
                  <a:pt x="44" y="16"/>
                  <a:pt x="44" y="16"/>
                  <a:pt x="44" y="16"/>
                </a:cubicBezTo>
                <a:cubicBezTo>
                  <a:pt x="44" y="16"/>
                  <a:pt x="44" y="15"/>
                  <a:pt x="44" y="14"/>
                </a:cubicBezTo>
                <a:cubicBezTo>
                  <a:pt x="44" y="14"/>
                  <a:pt x="44" y="13"/>
                  <a:pt x="44" y="13"/>
                </a:cubicBezTo>
                <a:cubicBezTo>
                  <a:pt x="44" y="13"/>
                  <a:pt x="44" y="13"/>
                  <a:pt x="44" y="12"/>
                </a:cubicBezTo>
                <a:cubicBezTo>
                  <a:pt x="44" y="12"/>
                  <a:pt x="44" y="12"/>
                  <a:pt x="44" y="12"/>
                </a:cubicBezTo>
                <a:cubicBezTo>
                  <a:pt x="44" y="12"/>
                  <a:pt x="44" y="12"/>
                  <a:pt x="43" y="12"/>
                </a:cubicBezTo>
                <a:cubicBezTo>
                  <a:pt x="43" y="12"/>
                  <a:pt x="43" y="12"/>
                  <a:pt x="43" y="12"/>
                </a:cubicBezTo>
                <a:cubicBezTo>
                  <a:pt x="43" y="12"/>
                  <a:pt x="42" y="12"/>
                  <a:pt x="42" y="13"/>
                </a:cubicBezTo>
                <a:cubicBezTo>
                  <a:pt x="41" y="13"/>
                  <a:pt x="41" y="13"/>
                  <a:pt x="41" y="13"/>
                </a:cubicBezTo>
                <a:cubicBezTo>
                  <a:pt x="41" y="13"/>
                  <a:pt x="41" y="13"/>
                  <a:pt x="41" y="13"/>
                </a:cubicBezTo>
                <a:cubicBezTo>
                  <a:pt x="41" y="13"/>
                  <a:pt x="41" y="12"/>
                  <a:pt x="41" y="12"/>
                </a:cubicBezTo>
                <a:cubicBezTo>
                  <a:pt x="41" y="12"/>
                  <a:pt x="41" y="11"/>
                  <a:pt x="42" y="11"/>
                </a:cubicBezTo>
                <a:cubicBezTo>
                  <a:pt x="43" y="10"/>
                  <a:pt x="43" y="10"/>
                  <a:pt x="43" y="9"/>
                </a:cubicBezTo>
                <a:cubicBezTo>
                  <a:pt x="43" y="9"/>
                  <a:pt x="44" y="8"/>
                  <a:pt x="44" y="8"/>
                </a:cubicBezTo>
                <a:cubicBezTo>
                  <a:pt x="44" y="7"/>
                  <a:pt x="45" y="7"/>
                  <a:pt x="45" y="7"/>
                </a:cubicBezTo>
                <a:cubicBezTo>
                  <a:pt x="45" y="6"/>
                  <a:pt x="45" y="6"/>
                  <a:pt x="45" y="6"/>
                </a:cubicBezTo>
                <a:close/>
                <a:moveTo>
                  <a:pt x="52" y="12"/>
                </a:moveTo>
                <a:cubicBezTo>
                  <a:pt x="52" y="12"/>
                  <a:pt x="52" y="12"/>
                  <a:pt x="52" y="12"/>
                </a:cubicBezTo>
                <a:cubicBezTo>
                  <a:pt x="53" y="13"/>
                  <a:pt x="54" y="14"/>
                  <a:pt x="54" y="14"/>
                </a:cubicBezTo>
                <a:cubicBezTo>
                  <a:pt x="55" y="15"/>
                  <a:pt x="55" y="16"/>
                  <a:pt x="55" y="16"/>
                </a:cubicBezTo>
                <a:cubicBezTo>
                  <a:pt x="55" y="16"/>
                  <a:pt x="55" y="16"/>
                  <a:pt x="55" y="16"/>
                </a:cubicBezTo>
                <a:cubicBezTo>
                  <a:pt x="55" y="16"/>
                  <a:pt x="55" y="16"/>
                  <a:pt x="54" y="16"/>
                </a:cubicBezTo>
                <a:cubicBezTo>
                  <a:pt x="54" y="16"/>
                  <a:pt x="54" y="16"/>
                  <a:pt x="53" y="16"/>
                </a:cubicBezTo>
                <a:cubicBezTo>
                  <a:pt x="53" y="16"/>
                  <a:pt x="52" y="16"/>
                  <a:pt x="52" y="16"/>
                </a:cubicBezTo>
                <a:cubicBezTo>
                  <a:pt x="52" y="16"/>
                  <a:pt x="51" y="16"/>
                  <a:pt x="51" y="16"/>
                </a:cubicBezTo>
                <a:lnTo>
                  <a:pt x="50" y="16"/>
                </a:lnTo>
                <a:cubicBezTo>
                  <a:pt x="50" y="16"/>
                  <a:pt x="50" y="16"/>
                  <a:pt x="50" y="16"/>
                </a:cubicBezTo>
                <a:cubicBezTo>
                  <a:pt x="49" y="16"/>
                  <a:pt x="49" y="16"/>
                  <a:pt x="49" y="16"/>
                </a:cubicBezTo>
                <a:cubicBezTo>
                  <a:pt x="49" y="16"/>
                  <a:pt x="49" y="16"/>
                  <a:pt x="49" y="16"/>
                </a:cubicBezTo>
                <a:cubicBezTo>
                  <a:pt x="49" y="15"/>
                  <a:pt x="48" y="15"/>
                  <a:pt x="48" y="15"/>
                </a:cubicBezTo>
                <a:cubicBezTo>
                  <a:pt x="48" y="15"/>
                  <a:pt x="48" y="14"/>
                  <a:pt x="48" y="14"/>
                </a:cubicBezTo>
                <a:cubicBezTo>
                  <a:pt x="48" y="14"/>
                  <a:pt x="48" y="13"/>
                  <a:pt x="48" y="13"/>
                </a:cubicBezTo>
                <a:cubicBezTo>
                  <a:pt x="48" y="13"/>
                  <a:pt x="48" y="13"/>
                  <a:pt x="48" y="13"/>
                </a:cubicBezTo>
                <a:cubicBezTo>
                  <a:pt x="48" y="13"/>
                  <a:pt x="47" y="13"/>
                  <a:pt x="47" y="14"/>
                </a:cubicBezTo>
                <a:cubicBezTo>
                  <a:pt x="47" y="14"/>
                  <a:pt x="47" y="15"/>
                  <a:pt x="47" y="15"/>
                </a:cubicBezTo>
                <a:cubicBezTo>
                  <a:pt x="47" y="15"/>
                  <a:pt x="47" y="15"/>
                  <a:pt x="47" y="15"/>
                </a:cubicBezTo>
                <a:cubicBezTo>
                  <a:pt x="46" y="15"/>
                  <a:pt x="46" y="15"/>
                  <a:pt x="46" y="15"/>
                </a:cubicBezTo>
                <a:cubicBezTo>
                  <a:pt x="45" y="15"/>
                  <a:pt x="45" y="15"/>
                  <a:pt x="45" y="15"/>
                </a:cubicBezTo>
                <a:cubicBezTo>
                  <a:pt x="45" y="15"/>
                  <a:pt x="45" y="14"/>
                  <a:pt x="46" y="14"/>
                </a:cubicBezTo>
                <a:cubicBezTo>
                  <a:pt x="46" y="13"/>
                  <a:pt x="46" y="13"/>
                  <a:pt x="47" y="13"/>
                </a:cubicBezTo>
                <a:cubicBezTo>
                  <a:pt x="47" y="13"/>
                  <a:pt x="47" y="12"/>
                  <a:pt x="47" y="12"/>
                </a:cubicBezTo>
                <a:cubicBezTo>
                  <a:pt x="47" y="12"/>
                  <a:pt x="47" y="12"/>
                  <a:pt x="47" y="12"/>
                </a:cubicBezTo>
                <a:cubicBezTo>
                  <a:pt x="47" y="12"/>
                  <a:pt x="47" y="12"/>
                  <a:pt x="47" y="12"/>
                </a:cubicBezTo>
                <a:cubicBezTo>
                  <a:pt x="47" y="11"/>
                  <a:pt x="47" y="11"/>
                  <a:pt x="47" y="11"/>
                </a:cubicBezTo>
                <a:cubicBezTo>
                  <a:pt x="48" y="11"/>
                  <a:pt x="48" y="11"/>
                  <a:pt x="48" y="11"/>
                </a:cubicBezTo>
                <a:cubicBezTo>
                  <a:pt x="48" y="11"/>
                  <a:pt x="49" y="11"/>
                  <a:pt x="49" y="11"/>
                </a:cubicBezTo>
                <a:cubicBezTo>
                  <a:pt x="49" y="11"/>
                  <a:pt x="50" y="11"/>
                  <a:pt x="50" y="11"/>
                </a:cubicBezTo>
                <a:cubicBezTo>
                  <a:pt x="50" y="11"/>
                  <a:pt x="50" y="11"/>
                  <a:pt x="50" y="11"/>
                </a:cubicBezTo>
                <a:cubicBezTo>
                  <a:pt x="51" y="11"/>
                  <a:pt x="51" y="11"/>
                  <a:pt x="51" y="11"/>
                </a:cubicBezTo>
                <a:cubicBezTo>
                  <a:pt x="51" y="11"/>
                  <a:pt x="52" y="11"/>
                  <a:pt x="52" y="11"/>
                </a:cubicBezTo>
                <a:cubicBezTo>
                  <a:pt x="52" y="11"/>
                  <a:pt x="52" y="11"/>
                  <a:pt x="52" y="11"/>
                </a:cubicBezTo>
                <a:cubicBezTo>
                  <a:pt x="52" y="11"/>
                  <a:pt x="52" y="11"/>
                  <a:pt x="52" y="11"/>
                </a:cubicBezTo>
                <a:cubicBezTo>
                  <a:pt x="52" y="11"/>
                  <a:pt x="52" y="12"/>
                  <a:pt x="52" y="12"/>
                </a:cubicBezTo>
                <a:cubicBezTo>
                  <a:pt x="52" y="12"/>
                  <a:pt x="52" y="12"/>
                  <a:pt x="52" y="12"/>
                </a:cubicBezTo>
                <a:close/>
                <a:moveTo>
                  <a:pt x="57" y="13"/>
                </a:moveTo>
                <a:cubicBezTo>
                  <a:pt x="57" y="13"/>
                  <a:pt x="57" y="13"/>
                  <a:pt x="57" y="14"/>
                </a:cubicBezTo>
                <a:cubicBezTo>
                  <a:pt x="57" y="14"/>
                  <a:pt x="57" y="14"/>
                  <a:pt x="57" y="14"/>
                </a:cubicBezTo>
                <a:cubicBezTo>
                  <a:pt x="56" y="14"/>
                  <a:pt x="56" y="14"/>
                  <a:pt x="55" y="13"/>
                </a:cubicBezTo>
                <a:cubicBezTo>
                  <a:pt x="54" y="12"/>
                  <a:pt x="54" y="12"/>
                  <a:pt x="54" y="12"/>
                </a:cubicBezTo>
                <a:cubicBezTo>
                  <a:pt x="54" y="12"/>
                  <a:pt x="54" y="12"/>
                  <a:pt x="54" y="12"/>
                </a:cubicBezTo>
                <a:cubicBezTo>
                  <a:pt x="54" y="12"/>
                  <a:pt x="54" y="12"/>
                  <a:pt x="54" y="12"/>
                </a:cubicBezTo>
                <a:cubicBezTo>
                  <a:pt x="55" y="12"/>
                  <a:pt x="55" y="12"/>
                  <a:pt x="56" y="12"/>
                </a:cubicBezTo>
                <a:cubicBezTo>
                  <a:pt x="56" y="12"/>
                  <a:pt x="56" y="12"/>
                  <a:pt x="56" y="12"/>
                </a:cubicBezTo>
                <a:cubicBezTo>
                  <a:pt x="56" y="12"/>
                  <a:pt x="57" y="12"/>
                  <a:pt x="57" y="12"/>
                </a:cubicBezTo>
                <a:cubicBezTo>
                  <a:pt x="57" y="12"/>
                  <a:pt x="57" y="12"/>
                  <a:pt x="57" y="13"/>
                </a:cubicBezTo>
                <a:cubicBezTo>
                  <a:pt x="57" y="13"/>
                  <a:pt x="57" y="13"/>
                  <a:pt x="57" y="13"/>
                </a:cubicBezTo>
                <a:close/>
                <a:moveTo>
                  <a:pt x="71" y="5"/>
                </a:moveTo>
                <a:cubicBezTo>
                  <a:pt x="71" y="5"/>
                  <a:pt x="71" y="5"/>
                  <a:pt x="71" y="5"/>
                </a:cubicBezTo>
                <a:cubicBezTo>
                  <a:pt x="71" y="5"/>
                  <a:pt x="71" y="6"/>
                  <a:pt x="71" y="6"/>
                </a:cubicBezTo>
                <a:cubicBezTo>
                  <a:pt x="70" y="6"/>
                  <a:pt x="70" y="6"/>
                  <a:pt x="70" y="7"/>
                </a:cubicBezTo>
                <a:cubicBezTo>
                  <a:pt x="70" y="7"/>
                  <a:pt x="70" y="7"/>
                  <a:pt x="70" y="8"/>
                </a:cubicBezTo>
                <a:cubicBezTo>
                  <a:pt x="70" y="8"/>
                  <a:pt x="70" y="9"/>
                  <a:pt x="69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69" y="9"/>
                  <a:pt x="69" y="8"/>
                  <a:pt x="68" y="8"/>
                </a:cubicBezTo>
                <a:cubicBezTo>
                  <a:pt x="68" y="8"/>
                  <a:pt x="68" y="8"/>
                  <a:pt x="68" y="8"/>
                </a:cubicBezTo>
                <a:cubicBezTo>
                  <a:pt x="68" y="8"/>
                  <a:pt x="67" y="8"/>
                  <a:pt x="66" y="9"/>
                </a:cubicBezTo>
                <a:cubicBezTo>
                  <a:pt x="66" y="9"/>
                  <a:pt x="65" y="9"/>
                  <a:pt x="65" y="9"/>
                </a:cubicBezTo>
                <a:cubicBezTo>
                  <a:pt x="65" y="9"/>
                  <a:pt x="65" y="9"/>
                  <a:pt x="65" y="9"/>
                </a:cubicBezTo>
                <a:cubicBezTo>
                  <a:pt x="65" y="9"/>
                  <a:pt x="65" y="9"/>
                  <a:pt x="64" y="9"/>
                </a:cubicBezTo>
                <a:cubicBezTo>
                  <a:pt x="64" y="8"/>
                  <a:pt x="64" y="8"/>
                  <a:pt x="63" y="7"/>
                </a:cubicBezTo>
                <a:cubicBezTo>
                  <a:pt x="63" y="7"/>
                  <a:pt x="63" y="6"/>
                  <a:pt x="63" y="6"/>
                </a:cubicBezTo>
                <a:cubicBezTo>
                  <a:pt x="63" y="6"/>
                  <a:pt x="63" y="7"/>
                  <a:pt x="63" y="7"/>
                </a:cubicBezTo>
                <a:cubicBezTo>
                  <a:pt x="63" y="8"/>
                  <a:pt x="62" y="10"/>
                  <a:pt x="61" y="11"/>
                </a:cubicBezTo>
                <a:cubicBezTo>
                  <a:pt x="61" y="12"/>
                  <a:pt x="61" y="12"/>
                  <a:pt x="61" y="13"/>
                </a:cubicBezTo>
                <a:cubicBezTo>
                  <a:pt x="61" y="13"/>
                  <a:pt x="61" y="14"/>
                  <a:pt x="61" y="14"/>
                </a:cubicBezTo>
                <a:cubicBezTo>
                  <a:pt x="60" y="14"/>
                  <a:pt x="60" y="14"/>
                  <a:pt x="60" y="14"/>
                </a:cubicBezTo>
                <a:cubicBezTo>
                  <a:pt x="59" y="15"/>
                  <a:pt x="59" y="15"/>
                  <a:pt x="58" y="15"/>
                </a:cubicBezTo>
                <a:cubicBezTo>
                  <a:pt x="58" y="15"/>
                  <a:pt x="58" y="16"/>
                  <a:pt x="58" y="16"/>
                </a:cubicBezTo>
                <a:cubicBezTo>
                  <a:pt x="57" y="16"/>
                  <a:pt x="57" y="16"/>
                  <a:pt x="57" y="15"/>
                </a:cubicBezTo>
                <a:cubicBezTo>
                  <a:pt x="57" y="15"/>
                  <a:pt x="58" y="15"/>
                  <a:pt x="58" y="15"/>
                </a:cubicBezTo>
                <a:cubicBezTo>
                  <a:pt x="58" y="14"/>
                  <a:pt x="59" y="14"/>
                  <a:pt x="59" y="13"/>
                </a:cubicBezTo>
                <a:cubicBezTo>
                  <a:pt x="59" y="13"/>
                  <a:pt x="60" y="13"/>
                  <a:pt x="60" y="12"/>
                </a:cubicBezTo>
                <a:cubicBezTo>
                  <a:pt x="60" y="11"/>
                  <a:pt x="61" y="10"/>
                  <a:pt x="61" y="9"/>
                </a:cubicBezTo>
                <a:cubicBezTo>
                  <a:pt x="62" y="8"/>
                  <a:pt x="62" y="7"/>
                  <a:pt x="62" y="6"/>
                </a:cubicBezTo>
                <a:cubicBezTo>
                  <a:pt x="63" y="5"/>
                  <a:pt x="63" y="4"/>
                  <a:pt x="63" y="3"/>
                </a:cubicBezTo>
                <a:cubicBezTo>
                  <a:pt x="63" y="3"/>
                  <a:pt x="63" y="3"/>
                  <a:pt x="63" y="3"/>
                </a:cubicBezTo>
                <a:cubicBezTo>
                  <a:pt x="63" y="2"/>
                  <a:pt x="63" y="2"/>
                  <a:pt x="63" y="2"/>
                </a:cubicBezTo>
                <a:cubicBezTo>
                  <a:pt x="63" y="2"/>
                  <a:pt x="64" y="2"/>
                  <a:pt x="64" y="3"/>
                </a:cubicBezTo>
                <a:cubicBezTo>
                  <a:pt x="64" y="3"/>
                  <a:pt x="64" y="3"/>
                  <a:pt x="64" y="3"/>
                </a:cubicBezTo>
                <a:cubicBezTo>
                  <a:pt x="64" y="3"/>
                  <a:pt x="65" y="3"/>
                  <a:pt x="65" y="3"/>
                </a:cubicBezTo>
                <a:cubicBezTo>
                  <a:pt x="66" y="2"/>
                  <a:pt x="66" y="2"/>
                  <a:pt x="66" y="2"/>
                </a:cubicBezTo>
                <a:cubicBezTo>
                  <a:pt x="67" y="2"/>
                  <a:pt x="67" y="2"/>
                  <a:pt x="68" y="2"/>
                </a:cubicBezTo>
                <a:cubicBezTo>
                  <a:pt x="68" y="2"/>
                  <a:pt x="68" y="2"/>
                  <a:pt x="68" y="2"/>
                </a:cubicBezTo>
                <a:cubicBezTo>
                  <a:pt x="69" y="2"/>
                  <a:pt x="69" y="2"/>
                  <a:pt x="69" y="2"/>
                </a:cubicBezTo>
                <a:cubicBezTo>
                  <a:pt x="69" y="2"/>
                  <a:pt x="69" y="2"/>
                  <a:pt x="69" y="2"/>
                </a:cubicBezTo>
                <a:cubicBezTo>
                  <a:pt x="69" y="2"/>
                  <a:pt x="69" y="2"/>
                  <a:pt x="69" y="3"/>
                </a:cubicBezTo>
                <a:cubicBezTo>
                  <a:pt x="70" y="3"/>
                  <a:pt x="70" y="3"/>
                  <a:pt x="70" y="3"/>
                </a:cubicBezTo>
                <a:cubicBezTo>
                  <a:pt x="70" y="3"/>
                  <a:pt x="70" y="3"/>
                  <a:pt x="69" y="3"/>
                </a:cubicBezTo>
                <a:cubicBezTo>
                  <a:pt x="68" y="3"/>
                  <a:pt x="68" y="3"/>
                  <a:pt x="67" y="4"/>
                </a:cubicBezTo>
                <a:cubicBezTo>
                  <a:pt x="67" y="4"/>
                  <a:pt x="67" y="4"/>
                  <a:pt x="67" y="4"/>
                </a:cubicBezTo>
                <a:cubicBezTo>
                  <a:pt x="66" y="4"/>
                  <a:pt x="66" y="4"/>
                  <a:pt x="66" y="4"/>
                </a:cubicBezTo>
                <a:cubicBezTo>
                  <a:pt x="66" y="4"/>
                  <a:pt x="66" y="4"/>
                  <a:pt x="66" y="4"/>
                </a:cubicBezTo>
                <a:cubicBezTo>
                  <a:pt x="66" y="4"/>
                  <a:pt x="65" y="4"/>
                  <a:pt x="65" y="4"/>
                </a:cubicBezTo>
                <a:cubicBezTo>
                  <a:pt x="65" y="4"/>
                  <a:pt x="65" y="4"/>
                  <a:pt x="64" y="4"/>
                </a:cubicBezTo>
                <a:cubicBezTo>
                  <a:pt x="64" y="4"/>
                  <a:pt x="64" y="4"/>
                  <a:pt x="64" y="4"/>
                </a:cubicBezTo>
                <a:cubicBezTo>
                  <a:pt x="64" y="5"/>
                  <a:pt x="64" y="5"/>
                  <a:pt x="64" y="5"/>
                </a:cubicBezTo>
                <a:cubicBezTo>
                  <a:pt x="64" y="5"/>
                  <a:pt x="64" y="5"/>
                  <a:pt x="64" y="5"/>
                </a:cubicBezTo>
                <a:cubicBezTo>
                  <a:pt x="64" y="5"/>
                  <a:pt x="64" y="5"/>
                  <a:pt x="64" y="5"/>
                </a:cubicBezTo>
                <a:cubicBezTo>
                  <a:pt x="65" y="5"/>
                  <a:pt x="66" y="5"/>
                  <a:pt x="67" y="4"/>
                </a:cubicBezTo>
                <a:cubicBezTo>
                  <a:pt x="68" y="4"/>
                  <a:pt x="68" y="4"/>
                  <a:pt x="69" y="4"/>
                </a:cubicBezTo>
                <a:cubicBezTo>
                  <a:pt x="70" y="4"/>
                  <a:pt x="70" y="4"/>
                  <a:pt x="70" y="5"/>
                </a:cubicBezTo>
                <a:cubicBezTo>
                  <a:pt x="71" y="5"/>
                  <a:pt x="71" y="5"/>
                  <a:pt x="71" y="5"/>
                </a:cubicBezTo>
                <a:cubicBezTo>
                  <a:pt x="71" y="5"/>
                  <a:pt x="71" y="5"/>
                  <a:pt x="71" y="5"/>
                </a:cubicBezTo>
                <a:close/>
                <a:moveTo>
                  <a:pt x="72" y="12"/>
                </a:moveTo>
                <a:cubicBezTo>
                  <a:pt x="72" y="12"/>
                  <a:pt x="72" y="12"/>
                  <a:pt x="72" y="12"/>
                </a:cubicBezTo>
                <a:cubicBezTo>
                  <a:pt x="72" y="12"/>
                  <a:pt x="73" y="12"/>
                  <a:pt x="73" y="13"/>
                </a:cubicBezTo>
                <a:cubicBezTo>
                  <a:pt x="73" y="13"/>
                  <a:pt x="73" y="13"/>
                  <a:pt x="73" y="13"/>
                </a:cubicBezTo>
                <a:cubicBezTo>
                  <a:pt x="73" y="13"/>
                  <a:pt x="73" y="13"/>
                  <a:pt x="73" y="13"/>
                </a:cubicBezTo>
                <a:cubicBezTo>
                  <a:pt x="73" y="13"/>
                  <a:pt x="72" y="13"/>
                  <a:pt x="72" y="13"/>
                </a:cubicBezTo>
                <a:cubicBezTo>
                  <a:pt x="72" y="13"/>
                  <a:pt x="71" y="13"/>
                  <a:pt x="70" y="13"/>
                </a:cubicBezTo>
                <a:cubicBezTo>
                  <a:pt x="69" y="13"/>
                  <a:pt x="69" y="13"/>
                  <a:pt x="69" y="13"/>
                </a:cubicBezTo>
                <a:cubicBezTo>
                  <a:pt x="68" y="13"/>
                  <a:pt x="68" y="13"/>
                  <a:pt x="68" y="13"/>
                </a:cubicBezTo>
                <a:lnTo>
                  <a:pt x="68" y="14"/>
                </a:lnTo>
                <a:cubicBezTo>
                  <a:pt x="68" y="15"/>
                  <a:pt x="68" y="16"/>
                  <a:pt x="68" y="16"/>
                </a:cubicBezTo>
                <a:cubicBezTo>
                  <a:pt x="68" y="17"/>
                  <a:pt x="68" y="17"/>
                  <a:pt x="68" y="17"/>
                </a:cubicBezTo>
                <a:cubicBezTo>
                  <a:pt x="68" y="18"/>
                  <a:pt x="68" y="18"/>
                  <a:pt x="68" y="18"/>
                </a:cubicBezTo>
                <a:cubicBezTo>
                  <a:pt x="67" y="18"/>
                  <a:pt x="67" y="18"/>
                  <a:pt x="66" y="17"/>
                </a:cubicBezTo>
                <a:cubicBezTo>
                  <a:pt x="65" y="17"/>
                  <a:pt x="65" y="17"/>
                  <a:pt x="64" y="17"/>
                </a:cubicBezTo>
                <a:cubicBezTo>
                  <a:pt x="64" y="16"/>
                  <a:pt x="63" y="16"/>
                  <a:pt x="63" y="16"/>
                </a:cubicBezTo>
                <a:cubicBezTo>
                  <a:pt x="63" y="16"/>
                  <a:pt x="63" y="16"/>
                  <a:pt x="64" y="16"/>
                </a:cubicBezTo>
                <a:cubicBezTo>
                  <a:pt x="64" y="16"/>
                  <a:pt x="64" y="16"/>
                  <a:pt x="64" y="16"/>
                </a:cubicBezTo>
                <a:cubicBezTo>
                  <a:pt x="64" y="16"/>
                  <a:pt x="65" y="16"/>
                  <a:pt x="65" y="16"/>
                </a:cubicBezTo>
                <a:cubicBezTo>
                  <a:pt x="66" y="16"/>
                  <a:pt x="66" y="16"/>
                  <a:pt x="66" y="16"/>
                </a:cubicBezTo>
                <a:cubicBezTo>
                  <a:pt x="66" y="16"/>
                  <a:pt x="67" y="16"/>
                  <a:pt x="67" y="16"/>
                </a:cubicBezTo>
                <a:cubicBezTo>
                  <a:pt x="67" y="16"/>
                  <a:pt x="67" y="16"/>
                  <a:pt x="67" y="16"/>
                </a:cubicBezTo>
                <a:cubicBezTo>
                  <a:pt x="67" y="16"/>
                  <a:pt x="67" y="15"/>
                  <a:pt x="67" y="15"/>
                </a:cubicBezTo>
                <a:cubicBezTo>
                  <a:pt x="67" y="15"/>
                  <a:pt x="67" y="14"/>
                  <a:pt x="67" y="14"/>
                </a:cubicBezTo>
                <a:cubicBezTo>
                  <a:pt x="67" y="14"/>
                  <a:pt x="67" y="13"/>
                  <a:pt x="67" y="13"/>
                </a:cubicBezTo>
                <a:cubicBezTo>
                  <a:pt x="67" y="13"/>
                  <a:pt x="67" y="13"/>
                  <a:pt x="67" y="13"/>
                </a:cubicBezTo>
                <a:cubicBezTo>
                  <a:pt x="67" y="13"/>
                  <a:pt x="67" y="13"/>
                  <a:pt x="67" y="13"/>
                </a:cubicBezTo>
                <a:cubicBezTo>
                  <a:pt x="66" y="13"/>
                  <a:pt x="65" y="13"/>
                  <a:pt x="64" y="13"/>
                </a:cubicBezTo>
                <a:cubicBezTo>
                  <a:pt x="64" y="14"/>
                  <a:pt x="64" y="14"/>
                  <a:pt x="63" y="14"/>
                </a:cubicBezTo>
                <a:cubicBezTo>
                  <a:pt x="63" y="14"/>
                  <a:pt x="63" y="14"/>
                  <a:pt x="62" y="14"/>
                </a:cubicBezTo>
                <a:cubicBezTo>
                  <a:pt x="62" y="14"/>
                  <a:pt x="62" y="14"/>
                  <a:pt x="62" y="14"/>
                </a:cubicBezTo>
                <a:cubicBezTo>
                  <a:pt x="62" y="14"/>
                  <a:pt x="62" y="14"/>
                  <a:pt x="62" y="14"/>
                </a:cubicBezTo>
                <a:cubicBezTo>
                  <a:pt x="62" y="14"/>
                  <a:pt x="62" y="13"/>
                  <a:pt x="62" y="13"/>
                </a:cubicBezTo>
                <a:cubicBezTo>
                  <a:pt x="62" y="13"/>
                  <a:pt x="62" y="13"/>
                  <a:pt x="62" y="13"/>
                </a:cubicBezTo>
                <a:cubicBezTo>
                  <a:pt x="62" y="13"/>
                  <a:pt x="62" y="13"/>
                  <a:pt x="63" y="13"/>
                </a:cubicBezTo>
                <a:cubicBezTo>
                  <a:pt x="63" y="13"/>
                  <a:pt x="63" y="13"/>
                  <a:pt x="63" y="13"/>
                </a:cubicBezTo>
                <a:cubicBezTo>
                  <a:pt x="64" y="13"/>
                  <a:pt x="65" y="12"/>
                  <a:pt x="66" y="12"/>
                </a:cubicBezTo>
                <a:cubicBezTo>
                  <a:pt x="67" y="12"/>
                  <a:pt x="67" y="12"/>
                  <a:pt x="67" y="12"/>
                </a:cubicBezTo>
                <a:cubicBezTo>
                  <a:pt x="67" y="12"/>
                  <a:pt x="67" y="11"/>
                  <a:pt x="66" y="11"/>
                </a:cubicBezTo>
                <a:cubicBezTo>
                  <a:pt x="66" y="11"/>
                  <a:pt x="66" y="11"/>
                  <a:pt x="66" y="11"/>
                </a:cubicBezTo>
                <a:cubicBezTo>
                  <a:pt x="66" y="11"/>
                  <a:pt x="66" y="11"/>
                  <a:pt x="66" y="11"/>
                </a:cubicBezTo>
                <a:cubicBezTo>
                  <a:pt x="67" y="11"/>
                  <a:pt x="67" y="11"/>
                  <a:pt x="67" y="11"/>
                </a:cubicBezTo>
                <a:cubicBezTo>
                  <a:pt x="67" y="11"/>
                  <a:pt x="68" y="11"/>
                  <a:pt x="68" y="10"/>
                </a:cubicBezTo>
                <a:cubicBezTo>
                  <a:pt x="68" y="10"/>
                  <a:pt x="68" y="10"/>
                  <a:pt x="68" y="10"/>
                </a:cubicBezTo>
                <a:cubicBezTo>
                  <a:pt x="68" y="10"/>
                  <a:pt x="68" y="9"/>
                  <a:pt x="68" y="9"/>
                </a:cubicBezTo>
                <a:cubicBezTo>
                  <a:pt x="68" y="9"/>
                  <a:pt x="67" y="10"/>
                  <a:pt x="66" y="10"/>
                </a:cubicBezTo>
                <a:cubicBezTo>
                  <a:pt x="65" y="11"/>
                  <a:pt x="65" y="11"/>
                  <a:pt x="64" y="11"/>
                </a:cubicBezTo>
                <a:cubicBezTo>
                  <a:pt x="64" y="11"/>
                  <a:pt x="64" y="11"/>
                  <a:pt x="64" y="11"/>
                </a:cubicBezTo>
                <a:cubicBezTo>
                  <a:pt x="64" y="11"/>
                  <a:pt x="63" y="11"/>
                  <a:pt x="63" y="11"/>
                </a:cubicBezTo>
                <a:cubicBezTo>
                  <a:pt x="63" y="11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4" y="10"/>
                  <a:pt x="64" y="10"/>
                </a:cubicBezTo>
                <a:cubicBezTo>
                  <a:pt x="64" y="10"/>
                  <a:pt x="65" y="10"/>
                  <a:pt x="66" y="9"/>
                </a:cubicBezTo>
                <a:cubicBezTo>
                  <a:pt x="67" y="9"/>
                  <a:pt x="67" y="9"/>
                  <a:pt x="68" y="9"/>
                </a:cubicBezTo>
                <a:cubicBezTo>
                  <a:pt x="68" y="9"/>
                  <a:pt x="68" y="9"/>
                  <a:pt x="68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70" y="9"/>
                  <a:pt x="70" y="10"/>
                  <a:pt x="70" y="10"/>
                </a:cubicBezTo>
                <a:cubicBezTo>
                  <a:pt x="70" y="10"/>
                  <a:pt x="70" y="10"/>
                  <a:pt x="69" y="10"/>
                </a:cubicBezTo>
                <a:cubicBezTo>
                  <a:pt x="69" y="11"/>
                  <a:pt x="69" y="11"/>
                  <a:pt x="68" y="11"/>
                </a:cubicBezTo>
                <a:cubicBezTo>
                  <a:pt x="68" y="11"/>
                  <a:pt x="68" y="11"/>
                  <a:pt x="68" y="11"/>
                </a:cubicBezTo>
                <a:cubicBezTo>
                  <a:pt x="68" y="11"/>
                  <a:pt x="68" y="12"/>
                  <a:pt x="68" y="12"/>
                </a:cubicBezTo>
                <a:cubicBezTo>
                  <a:pt x="68" y="12"/>
                  <a:pt x="68" y="12"/>
                  <a:pt x="69" y="12"/>
                </a:cubicBezTo>
                <a:lnTo>
                  <a:pt x="70" y="12"/>
                </a:lnTo>
                <a:cubicBezTo>
                  <a:pt x="70" y="12"/>
                  <a:pt x="71" y="12"/>
                  <a:pt x="71" y="12"/>
                </a:cubicBezTo>
                <a:cubicBezTo>
                  <a:pt x="71" y="12"/>
                  <a:pt x="71" y="12"/>
                  <a:pt x="72" y="12"/>
                </a:cubicBezTo>
                <a:close/>
                <a:moveTo>
                  <a:pt x="84" y="6"/>
                </a:moveTo>
                <a:cubicBezTo>
                  <a:pt x="84" y="6"/>
                  <a:pt x="84" y="6"/>
                  <a:pt x="85" y="6"/>
                </a:cubicBezTo>
                <a:cubicBezTo>
                  <a:pt x="85" y="6"/>
                  <a:pt x="85" y="6"/>
                  <a:pt x="86" y="6"/>
                </a:cubicBezTo>
                <a:cubicBezTo>
                  <a:pt x="86" y="6"/>
                  <a:pt x="86" y="6"/>
                  <a:pt x="87" y="6"/>
                </a:cubicBezTo>
                <a:cubicBezTo>
                  <a:pt x="87" y="6"/>
                  <a:pt x="87" y="6"/>
                  <a:pt x="88" y="7"/>
                </a:cubicBezTo>
                <a:cubicBezTo>
                  <a:pt x="88" y="7"/>
                  <a:pt x="89" y="8"/>
                  <a:pt x="89" y="8"/>
                </a:cubicBezTo>
                <a:cubicBezTo>
                  <a:pt x="89" y="8"/>
                  <a:pt x="89" y="8"/>
                  <a:pt x="89" y="8"/>
                </a:cubicBezTo>
                <a:cubicBezTo>
                  <a:pt x="89" y="8"/>
                  <a:pt x="89" y="9"/>
                  <a:pt x="89" y="9"/>
                </a:cubicBezTo>
                <a:cubicBezTo>
                  <a:pt x="89" y="9"/>
                  <a:pt x="89" y="9"/>
                  <a:pt x="89" y="9"/>
                </a:cubicBezTo>
                <a:cubicBezTo>
                  <a:pt x="89" y="9"/>
                  <a:pt x="89" y="9"/>
                  <a:pt x="88" y="9"/>
                </a:cubicBezTo>
                <a:cubicBezTo>
                  <a:pt x="88" y="9"/>
                  <a:pt x="88" y="9"/>
                  <a:pt x="87" y="9"/>
                </a:cubicBezTo>
                <a:lnTo>
                  <a:pt x="86" y="9"/>
                </a:lnTo>
                <a:cubicBezTo>
                  <a:pt x="86" y="9"/>
                  <a:pt x="86" y="9"/>
                  <a:pt x="86" y="9"/>
                </a:cubicBezTo>
                <a:cubicBezTo>
                  <a:pt x="85" y="9"/>
                  <a:pt x="85" y="10"/>
                  <a:pt x="84" y="10"/>
                </a:cubicBezTo>
                <a:cubicBezTo>
                  <a:pt x="84" y="10"/>
                  <a:pt x="84" y="10"/>
                  <a:pt x="84" y="10"/>
                </a:cubicBezTo>
                <a:cubicBezTo>
                  <a:pt x="84" y="10"/>
                  <a:pt x="84" y="10"/>
                  <a:pt x="84" y="10"/>
                </a:cubicBezTo>
                <a:cubicBezTo>
                  <a:pt x="84" y="11"/>
                  <a:pt x="84" y="11"/>
                  <a:pt x="84" y="11"/>
                </a:cubicBezTo>
                <a:cubicBezTo>
                  <a:pt x="84" y="11"/>
                  <a:pt x="84" y="11"/>
                  <a:pt x="84" y="11"/>
                </a:cubicBezTo>
                <a:cubicBezTo>
                  <a:pt x="84" y="11"/>
                  <a:pt x="84" y="11"/>
                  <a:pt x="84" y="11"/>
                </a:cubicBezTo>
                <a:cubicBezTo>
                  <a:pt x="85" y="11"/>
                  <a:pt x="86" y="11"/>
                  <a:pt x="87" y="11"/>
                </a:cubicBezTo>
                <a:cubicBezTo>
                  <a:pt x="87" y="11"/>
                  <a:pt x="88" y="11"/>
                  <a:pt x="88" y="11"/>
                </a:cubicBezTo>
                <a:cubicBezTo>
                  <a:pt x="88" y="11"/>
                  <a:pt x="88" y="11"/>
                  <a:pt x="88" y="11"/>
                </a:cubicBezTo>
                <a:cubicBezTo>
                  <a:pt x="88" y="12"/>
                  <a:pt x="88" y="12"/>
                  <a:pt x="88" y="12"/>
                </a:cubicBezTo>
                <a:cubicBezTo>
                  <a:pt x="88" y="12"/>
                  <a:pt x="88" y="12"/>
                  <a:pt x="88" y="13"/>
                </a:cubicBezTo>
                <a:cubicBezTo>
                  <a:pt x="88" y="13"/>
                  <a:pt x="88" y="13"/>
                  <a:pt x="88" y="13"/>
                </a:cubicBezTo>
                <a:cubicBezTo>
                  <a:pt x="88" y="13"/>
                  <a:pt x="88" y="13"/>
                  <a:pt x="88" y="13"/>
                </a:cubicBezTo>
                <a:cubicBezTo>
                  <a:pt x="87" y="13"/>
                  <a:pt x="87" y="12"/>
                  <a:pt x="86" y="12"/>
                </a:cubicBezTo>
                <a:cubicBezTo>
                  <a:pt x="85" y="12"/>
                  <a:pt x="84" y="12"/>
                  <a:pt x="84" y="13"/>
                </a:cubicBezTo>
                <a:cubicBezTo>
                  <a:pt x="84" y="13"/>
                  <a:pt x="84" y="13"/>
                  <a:pt x="84" y="13"/>
                </a:cubicBezTo>
                <a:cubicBezTo>
                  <a:pt x="84" y="13"/>
                  <a:pt x="84" y="14"/>
                  <a:pt x="84" y="15"/>
                </a:cubicBezTo>
                <a:cubicBezTo>
                  <a:pt x="84" y="15"/>
                  <a:pt x="84" y="16"/>
                  <a:pt x="84" y="16"/>
                </a:cubicBezTo>
                <a:cubicBezTo>
                  <a:pt x="83" y="17"/>
                  <a:pt x="83" y="17"/>
                  <a:pt x="83" y="18"/>
                </a:cubicBezTo>
                <a:cubicBezTo>
                  <a:pt x="83" y="18"/>
                  <a:pt x="83" y="18"/>
                  <a:pt x="83" y="18"/>
                </a:cubicBezTo>
                <a:cubicBezTo>
                  <a:pt x="83" y="18"/>
                  <a:pt x="83" y="18"/>
                  <a:pt x="83" y="18"/>
                </a:cubicBezTo>
                <a:cubicBezTo>
                  <a:pt x="82" y="18"/>
                  <a:pt x="82" y="18"/>
                  <a:pt x="82" y="18"/>
                </a:cubicBezTo>
                <a:cubicBezTo>
                  <a:pt x="81" y="17"/>
                  <a:pt x="80" y="17"/>
                  <a:pt x="80" y="17"/>
                </a:cubicBezTo>
                <a:cubicBezTo>
                  <a:pt x="80" y="17"/>
                  <a:pt x="79" y="16"/>
                  <a:pt x="79" y="16"/>
                </a:cubicBezTo>
                <a:cubicBezTo>
                  <a:pt x="79" y="16"/>
                  <a:pt x="79" y="16"/>
                  <a:pt x="80" y="16"/>
                </a:cubicBezTo>
                <a:cubicBezTo>
                  <a:pt x="80" y="16"/>
                  <a:pt x="80" y="16"/>
                  <a:pt x="81" y="16"/>
                </a:cubicBezTo>
                <a:cubicBezTo>
                  <a:pt x="81" y="16"/>
                  <a:pt x="81" y="16"/>
                  <a:pt x="81" y="16"/>
                </a:cubicBezTo>
                <a:cubicBezTo>
                  <a:pt x="82" y="16"/>
                  <a:pt x="82" y="16"/>
                  <a:pt x="82" y="16"/>
                </a:cubicBezTo>
                <a:cubicBezTo>
                  <a:pt x="82" y="16"/>
                  <a:pt x="82" y="15"/>
                  <a:pt x="82" y="15"/>
                </a:cubicBezTo>
                <a:cubicBezTo>
                  <a:pt x="82" y="15"/>
                  <a:pt x="82" y="14"/>
                  <a:pt x="82" y="14"/>
                </a:cubicBezTo>
                <a:cubicBezTo>
                  <a:pt x="82" y="13"/>
                  <a:pt x="82" y="13"/>
                  <a:pt x="82" y="13"/>
                </a:cubicBezTo>
                <a:cubicBezTo>
                  <a:pt x="82" y="13"/>
                  <a:pt x="82" y="13"/>
                  <a:pt x="82" y="13"/>
                </a:cubicBezTo>
                <a:cubicBezTo>
                  <a:pt x="82" y="13"/>
                  <a:pt x="82" y="13"/>
                  <a:pt x="81" y="13"/>
                </a:cubicBezTo>
                <a:cubicBezTo>
                  <a:pt x="80" y="13"/>
                  <a:pt x="79" y="13"/>
                  <a:pt x="78" y="13"/>
                </a:cubicBezTo>
                <a:cubicBezTo>
                  <a:pt x="78" y="14"/>
                  <a:pt x="78" y="14"/>
                  <a:pt x="77" y="14"/>
                </a:cubicBezTo>
                <a:cubicBezTo>
                  <a:pt x="77" y="14"/>
                  <a:pt x="77" y="14"/>
                  <a:pt x="77" y="14"/>
                </a:cubicBezTo>
                <a:cubicBezTo>
                  <a:pt x="77" y="14"/>
                  <a:pt x="77" y="14"/>
                  <a:pt x="77" y="14"/>
                </a:cubicBezTo>
                <a:cubicBezTo>
                  <a:pt x="77" y="13"/>
                  <a:pt x="77" y="13"/>
                  <a:pt x="77" y="13"/>
                </a:cubicBezTo>
                <a:cubicBezTo>
                  <a:pt x="77" y="13"/>
                  <a:pt x="77" y="13"/>
                  <a:pt x="77" y="13"/>
                </a:cubicBezTo>
                <a:cubicBezTo>
                  <a:pt x="77" y="13"/>
                  <a:pt x="77" y="13"/>
                  <a:pt x="77" y="13"/>
                </a:cubicBezTo>
                <a:cubicBezTo>
                  <a:pt x="78" y="13"/>
                  <a:pt x="78" y="13"/>
                  <a:pt x="79" y="12"/>
                </a:cubicBezTo>
                <a:cubicBezTo>
                  <a:pt x="80" y="12"/>
                  <a:pt x="81" y="12"/>
                  <a:pt x="82" y="12"/>
                </a:cubicBezTo>
                <a:cubicBezTo>
                  <a:pt x="82" y="11"/>
                  <a:pt x="82" y="11"/>
                  <a:pt x="82" y="11"/>
                </a:cubicBezTo>
                <a:cubicBezTo>
                  <a:pt x="82" y="11"/>
                  <a:pt x="82" y="11"/>
                  <a:pt x="82" y="11"/>
                </a:cubicBezTo>
                <a:cubicBezTo>
                  <a:pt x="82" y="11"/>
                  <a:pt x="82" y="10"/>
                  <a:pt x="82" y="10"/>
                </a:cubicBezTo>
                <a:cubicBezTo>
                  <a:pt x="82" y="10"/>
                  <a:pt x="82" y="10"/>
                  <a:pt x="83" y="10"/>
                </a:cubicBezTo>
                <a:cubicBezTo>
                  <a:pt x="83" y="10"/>
                  <a:pt x="83" y="10"/>
                  <a:pt x="83" y="10"/>
                </a:cubicBezTo>
                <a:cubicBezTo>
                  <a:pt x="83" y="10"/>
                  <a:pt x="83" y="10"/>
                  <a:pt x="83" y="10"/>
                </a:cubicBezTo>
                <a:cubicBezTo>
                  <a:pt x="84" y="10"/>
                  <a:pt x="84" y="9"/>
                  <a:pt x="84" y="9"/>
                </a:cubicBezTo>
                <a:cubicBezTo>
                  <a:pt x="84" y="9"/>
                  <a:pt x="84" y="9"/>
                  <a:pt x="84" y="9"/>
                </a:cubicBezTo>
                <a:cubicBezTo>
                  <a:pt x="84" y="9"/>
                  <a:pt x="84" y="9"/>
                  <a:pt x="83" y="9"/>
                </a:cubicBezTo>
                <a:cubicBezTo>
                  <a:pt x="83" y="9"/>
                  <a:pt x="83" y="9"/>
                  <a:pt x="82" y="9"/>
                </a:cubicBezTo>
                <a:cubicBezTo>
                  <a:pt x="82" y="9"/>
                  <a:pt x="82" y="9"/>
                  <a:pt x="82" y="9"/>
                </a:cubicBezTo>
                <a:cubicBezTo>
                  <a:pt x="82" y="9"/>
                  <a:pt x="82" y="10"/>
                  <a:pt x="81" y="10"/>
                </a:cubicBezTo>
                <a:cubicBezTo>
                  <a:pt x="81" y="10"/>
                  <a:pt x="81" y="10"/>
                  <a:pt x="81" y="10"/>
                </a:cubicBezTo>
                <a:cubicBezTo>
                  <a:pt x="80" y="10"/>
                  <a:pt x="80" y="10"/>
                  <a:pt x="80" y="10"/>
                </a:cubicBezTo>
                <a:cubicBezTo>
                  <a:pt x="80" y="10"/>
                  <a:pt x="80" y="11"/>
                  <a:pt x="80" y="11"/>
                </a:cubicBezTo>
                <a:cubicBezTo>
                  <a:pt x="80" y="11"/>
                  <a:pt x="79" y="10"/>
                  <a:pt x="79" y="10"/>
                </a:cubicBezTo>
                <a:cubicBezTo>
                  <a:pt x="79" y="10"/>
                  <a:pt x="79" y="10"/>
                  <a:pt x="79" y="9"/>
                </a:cubicBezTo>
                <a:cubicBezTo>
                  <a:pt x="79" y="9"/>
                  <a:pt x="79" y="9"/>
                  <a:pt x="79" y="9"/>
                </a:cubicBezTo>
                <a:cubicBezTo>
                  <a:pt x="80" y="9"/>
                  <a:pt x="81" y="9"/>
                  <a:pt x="81" y="9"/>
                </a:cubicBezTo>
                <a:cubicBezTo>
                  <a:pt x="82" y="8"/>
                  <a:pt x="83" y="8"/>
                  <a:pt x="84" y="8"/>
                </a:cubicBezTo>
                <a:cubicBezTo>
                  <a:pt x="84" y="8"/>
                  <a:pt x="84" y="8"/>
                  <a:pt x="85" y="8"/>
                </a:cubicBezTo>
                <a:cubicBezTo>
                  <a:pt x="85" y="8"/>
                  <a:pt x="85" y="8"/>
                  <a:pt x="85" y="9"/>
                </a:cubicBezTo>
                <a:cubicBezTo>
                  <a:pt x="86" y="9"/>
                  <a:pt x="86" y="9"/>
                  <a:pt x="86" y="9"/>
                </a:cubicBezTo>
                <a:cubicBezTo>
                  <a:pt x="86" y="9"/>
                  <a:pt x="86" y="9"/>
                  <a:pt x="87" y="8"/>
                </a:cubicBezTo>
                <a:cubicBezTo>
                  <a:pt x="87" y="8"/>
                  <a:pt x="87" y="8"/>
                  <a:pt x="87" y="7"/>
                </a:cubicBezTo>
                <a:cubicBezTo>
                  <a:pt x="87" y="7"/>
                  <a:pt x="87" y="7"/>
                  <a:pt x="87" y="7"/>
                </a:cubicBezTo>
                <a:cubicBezTo>
                  <a:pt x="86" y="6"/>
                  <a:pt x="86" y="6"/>
                  <a:pt x="86" y="6"/>
                </a:cubicBezTo>
                <a:cubicBezTo>
                  <a:pt x="86" y="6"/>
                  <a:pt x="85" y="6"/>
                  <a:pt x="84" y="7"/>
                </a:cubicBezTo>
                <a:cubicBezTo>
                  <a:pt x="84" y="7"/>
                  <a:pt x="83" y="7"/>
                  <a:pt x="83" y="7"/>
                </a:cubicBezTo>
                <a:cubicBezTo>
                  <a:pt x="83" y="7"/>
                  <a:pt x="82" y="7"/>
                  <a:pt x="82" y="7"/>
                </a:cubicBezTo>
                <a:cubicBezTo>
                  <a:pt x="81" y="7"/>
                  <a:pt x="81" y="7"/>
                  <a:pt x="80" y="8"/>
                </a:cubicBezTo>
                <a:cubicBezTo>
                  <a:pt x="80" y="8"/>
                  <a:pt x="80" y="8"/>
                  <a:pt x="79" y="8"/>
                </a:cubicBezTo>
                <a:cubicBezTo>
                  <a:pt x="79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9" y="7"/>
                </a:cubicBezTo>
                <a:cubicBezTo>
                  <a:pt x="80" y="7"/>
                  <a:pt x="81" y="6"/>
                  <a:pt x="82" y="6"/>
                </a:cubicBezTo>
                <a:cubicBezTo>
                  <a:pt x="82" y="6"/>
                  <a:pt x="83" y="6"/>
                  <a:pt x="83" y="5"/>
                </a:cubicBezTo>
                <a:cubicBezTo>
                  <a:pt x="84" y="4"/>
                  <a:pt x="84" y="3"/>
                  <a:pt x="85" y="2"/>
                </a:cubicBezTo>
                <a:cubicBezTo>
                  <a:pt x="85" y="2"/>
                  <a:pt x="85" y="2"/>
                  <a:pt x="85" y="2"/>
                </a:cubicBezTo>
                <a:cubicBezTo>
                  <a:pt x="86" y="2"/>
                  <a:pt x="86" y="2"/>
                  <a:pt x="86" y="2"/>
                </a:cubicBezTo>
                <a:cubicBezTo>
                  <a:pt x="86" y="3"/>
                  <a:pt x="87" y="3"/>
                  <a:pt x="87" y="3"/>
                </a:cubicBezTo>
                <a:cubicBezTo>
                  <a:pt x="87" y="3"/>
                  <a:pt x="87" y="3"/>
                  <a:pt x="86" y="3"/>
                </a:cubicBezTo>
                <a:cubicBezTo>
                  <a:pt x="86" y="3"/>
                  <a:pt x="86" y="4"/>
                  <a:pt x="86" y="4"/>
                </a:cubicBezTo>
                <a:cubicBezTo>
                  <a:pt x="86" y="4"/>
                  <a:pt x="85" y="4"/>
                  <a:pt x="85" y="5"/>
                </a:cubicBezTo>
                <a:cubicBezTo>
                  <a:pt x="85" y="5"/>
                  <a:pt x="84" y="5"/>
                  <a:pt x="84" y="5"/>
                </a:cubicBezTo>
                <a:cubicBezTo>
                  <a:pt x="84" y="5"/>
                  <a:pt x="84" y="5"/>
                  <a:pt x="84" y="6"/>
                </a:cubicBezTo>
                <a:close/>
                <a:moveTo>
                  <a:pt x="83" y="2"/>
                </a:moveTo>
                <a:cubicBezTo>
                  <a:pt x="83" y="2"/>
                  <a:pt x="83" y="2"/>
                  <a:pt x="83" y="3"/>
                </a:cubicBezTo>
                <a:cubicBezTo>
                  <a:pt x="83" y="3"/>
                  <a:pt x="83" y="3"/>
                  <a:pt x="83" y="3"/>
                </a:cubicBezTo>
                <a:cubicBezTo>
                  <a:pt x="82" y="3"/>
                  <a:pt x="82" y="4"/>
                  <a:pt x="82" y="4"/>
                </a:cubicBezTo>
                <a:cubicBezTo>
                  <a:pt x="82" y="4"/>
                  <a:pt x="82" y="4"/>
                  <a:pt x="82" y="4"/>
                </a:cubicBezTo>
                <a:cubicBezTo>
                  <a:pt x="82" y="4"/>
                  <a:pt x="81" y="4"/>
                  <a:pt x="81" y="4"/>
                </a:cubicBezTo>
                <a:cubicBezTo>
                  <a:pt x="81" y="4"/>
                  <a:pt x="81" y="3"/>
                  <a:pt x="81" y="3"/>
                </a:cubicBezTo>
                <a:cubicBezTo>
                  <a:pt x="81" y="3"/>
                  <a:pt x="81" y="3"/>
                  <a:pt x="81" y="3"/>
                </a:cubicBezTo>
                <a:cubicBezTo>
                  <a:pt x="81" y="3"/>
                  <a:pt x="81" y="3"/>
                  <a:pt x="82" y="3"/>
                </a:cubicBezTo>
                <a:cubicBezTo>
                  <a:pt x="82" y="3"/>
                  <a:pt x="82" y="3"/>
                  <a:pt x="82" y="3"/>
                </a:cubicBezTo>
                <a:cubicBezTo>
                  <a:pt x="82" y="3"/>
                  <a:pt x="82" y="3"/>
                  <a:pt x="82" y="3"/>
                </a:cubicBezTo>
                <a:cubicBezTo>
                  <a:pt x="82" y="3"/>
                  <a:pt x="82" y="3"/>
                  <a:pt x="83" y="3"/>
                </a:cubicBezTo>
                <a:cubicBezTo>
                  <a:pt x="83" y="2"/>
                  <a:pt x="83" y="2"/>
                  <a:pt x="83" y="2"/>
                </a:cubicBezTo>
                <a:close/>
                <a:moveTo>
                  <a:pt x="80" y="5"/>
                </a:moveTo>
                <a:cubicBezTo>
                  <a:pt x="80" y="6"/>
                  <a:pt x="80" y="6"/>
                  <a:pt x="80" y="6"/>
                </a:cubicBezTo>
                <a:cubicBezTo>
                  <a:pt x="80" y="6"/>
                  <a:pt x="80" y="6"/>
                  <a:pt x="80" y="6"/>
                </a:cubicBezTo>
                <a:cubicBezTo>
                  <a:pt x="79" y="6"/>
                  <a:pt x="79" y="6"/>
                  <a:pt x="79" y="6"/>
                </a:cubicBezTo>
                <a:cubicBezTo>
                  <a:pt x="79" y="6"/>
                  <a:pt x="78" y="6"/>
                  <a:pt x="78" y="6"/>
                </a:cubicBezTo>
                <a:cubicBezTo>
                  <a:pt x="78" y="6"/>
                  <a:pt x="78" y="5"/>
                  <a:pt x="78" y="5"/>
                </a:cubicBezTo>
                <a:cubicBezTo>
                  <a:pt x="78" y="5"/>
                  <a:pt x="78" y="5"/>
                  <a:pt x="78" y="4"/>
                </a:cubicBezTo>
                <a:cubicBezTo>
                  <a:pt x="78" y="4"/>
                  <a:pt x="78" y="4"/>
                  <a:pt x="78" y="4"/>
                </a:cubicBezTo>
                <a:cubicBezTo>
                  <a:pt x="78" y="4"/>
                  <a:pt x="78" y="4"/>
                  <a:pt x="79" y="4"/>
                </a:cubicBezTo>
                <a:cubicBezTo>
                  <a:pt x="79" y="4"/>
                  <a:pt x="79" y="4"/>
                  <a:pt x="79" y="4"/>
                </a:cubicBezTo>
                <a:cubicBezTo>
                  <a:pt x="79" y="4"/>
                  <a:pt x="79" y="4"/>
                  <a:pt x="80" y="4"/>
                </a:cubicBezTo>
                <a:cubicBezTo>
                  <a:pt x="80" y="5"/>
                  <a:pt x="80" y="5"/>
                  <a:pt x="80" y="5"/>
                </a:cubicBezTo>
                <a:close/>
                <a:moveTo>
                  <a:pt x="77" y="9"/>
                </a:moveTo>
                <a:cubicBezTo>
                  <a:pt x="77" y="10"/>
                  <a:pt x="77" y="10"/>
                  <a:pt x="77" y="10"/>
                </a:cubicBezTo>
                <a:cubicBezTo>
                  <a:pt x="77" y="10"/>
                  <a:pt x="77" y="10"/>
                  <a:pt x="77" y="10"/>
                </a:cubicBezTo>
                <a:cubicBezTo>
                  <a:pt x="77" y="10"/>
                  <a:pt x="77" y="11"/>
                  <a:pt x="77" y="11"/>
                </a:cubicBezTo>
                <a:cubicBezTo>
                  <a:pt x="76" y="11"/>
                  <a:pt x="76" y="10"/>
                  <a:pt x="76" y="10"/>
                </a:cubicBezTo>
                <a:cubicBezTo>
                  <a:pt x="75" y="10"/>
                  <a:pt x="75" y="10"/>
                  <a:pt x="75" y="10"/>
                </a:cubicBezTo>
                <a:cubicBezTo>
                  <a:pt x="75" y="10"/>
                  <a:pt x="75" y="9"/>
                  <a:pt x="75" y="9"/>
                </a:cubicBezTo>
                <a:cubicBezTo>
                  <a:pt x="75" y="9"/>
                  <a:pt x="76" y="9"/>
                  <a:pt x="76" y="9"/>
                </a:cubicBezTo>
                <a:cubicBezTo>
                  <a:pt x="76" y="8"/>
                  <a:pt x="77" y="8"/>
                  <a:pt x="77" y="8"/>
                </a:cubicBezTo>
                <a:cubicBezTo>
                  <a:pt x="77" y="8"/>
                  <a:pt x="77" y="8"/>
                  <a:pt x="77" y="8"/>
                </a:cubicBezTo>
                <a:cubicBezTo>
                  <a:pt x="77" y="9"/>
                  <a:pt x="77" y="9"/>
                  <a:pt x="77" y="9"/>
                </a:cubicBezTo>
                <a:cubicBezTo>
                  <a:pt x="77" y="9"/>
                  <a:pt x="77" y="9"/>
                  <a:pt x="77" y="9"/>
                </a:cubicBezTo>
                <a:close/>
                <a:moveTo>
                  <a:pt x="118" y="15"/>
                </a:moveTo>
                <a:cubicBezTo>
                  <a:pt x="118" y="15"/>
                  <a:pt x="118" y="15"/>
                  <a:pt x="117" y="15"/>
                </a:cubicBezTo>
                <a:cubicBezTo>
                  <a:pt x="117" y="15"/>
                  <a:pt x="117" y="15"/>
                  <a:pt x="116" y="15"/>
                </a:cubicBezTo>
                <a:cubicBezTo>
                  <a:pt x="115" y="15"/>
                  <a:pt x="114" y="15"/>
                  <a:pt x="114" y="15"/>
                </a:cubicBezTo>
                <a:cubicBezTo>
                  <a:pt x="113" y="15"/>
                  <a:pt x="113" y="15"/>
                  <a:pt x="113" y="14"/>
                </a:cubicBezTo>
                <a:cubicBezTo>
                  <a:pt x="113" y="14"/>
                  <a:pt x="113" y="14"/>
                  <a:pt x="113" y="14"/>
                </a:cubicBezTo>
                <a:cubicBezTo>
                  <a:pt x="113" y="13"/>
                  <a:pt x="112" y="13"/>
                  <a:pt x="112" y="13"/>
                </a:cubicBezTo>
                <a:cubicBezTo>
                  <a:pt x="111" y="12"/>
                  <a:pt x="111" y="12"/>
                  <a:pt x="110" y="12"/>
                </a:cubicBezTo>
                <a:cubicBezTo>
                  <a:pt x="110" y="12"/>
                  <a:pt x="110" y="11"/>
                  <a:pt x="110" y="11"/>
                </a:cubicBezTo>
                <a:cubicBezTo>
                  <a:pt x="110" y="11"/>
                  <a:pt x="110" y="12"/>
                  <a:pt x="110" y="12"/>
                </a:cubicBezTo>
                <a:cubicBezTo>
                  <a:pt x="110" y="12"/>
                  <a:pt x="110" y="12"/>
                  <a:pt x="110" y="13"/>
                </a:cubicBezTo>
                <a:cubicBezTo>
                  <a:pt x="110" y="14"/>
                  <a:pt x="110" y="14"/>
                  <a:pt x="110" y="15"/>
                </a:cubicBezTo>
                <a:cubicBezTo>
                  <a:pt x="110" y="16"/>
                  <a:pt x="110" y="16"/>
                  <a:pt x="110" y="17"/>
                </a:cubicBezTo>
                <a:cubicBezTo>
                  <a:pt x="110" y="17"/>
                  <a:pt x="110" y="17"/>
                  <a:pt x="110" y="17"/>
                </a:cubicBezTo>
                <a:cubicBezTo>
                  <a:pt x="110" y="17"/>
                  <a:pt x="110" y="17"/>
                  <a:pt x="110" y="17"/>
                </a:cubicBezTo>
                <a:cubicBezTo>
                  <a:pt x="109" y="17"/>
                  <a:pt x="109" y="17"/>
                  <a:pt x="109" y="17"/>
                </a:cubicBezTo>
                <a:cubicBezTo>
                  <a:pt x="109" y="17"/>
                  <a:pt x="108" y="17"/>
                  <a:pt x="108" y="17"/>
                </a:cubicBezTo>
                <a:cubicBezTo>
                  <a:pt x="107" y="16"/>
                  <a:pt x="107" y="16"/>
                  <a:pt x="106" y="16"/>
                </a:cubicBezTo>
                <a:cubicBezTo>
                  <a:pt x="106" y="15"/>
                  <a:pt x="105" y="15"/>
                  <a:pt x="105" y="15"/>
                </a:cubicBezTo>
                <a:cubicBezTo>
                  <a:pt x="105" y="15"/>
                  <a:pt x="105" y="15"/>
                  <a:pt x="105" y="15"/>
                </a:cubicBezTo>
                <a:cubicBezTo>
                  <a:pt x="105" y="15"/>
                  <a:pt x="105" y="15"/>
                  <a:pt x="106" y="15"/>
                </a:cubicBezTo>
                <a:cubicBezTo>
                  <a:pt x="106" y="15"/>
                  <a:pt x="107" y="15"/>
                  <a:pt x="107" y="15"/>
                </a:cubicBezTo>
                <a:cubicBezTo>
                  <a:pt x="108" y="15"/>
                  <a:pt x="108" y="15"/>
                  <a:pt x="108" y="15"/>
                </a:cubicBezTo>
                <a:cubicBezTo>
                  <a:pt x="108" y="15"/>
                  <a:pt x="108" y="15"/>
                  <a:pt x="108" y="15"/>
                </a:cubicBezTo>
                <a:cubicBezTo>
                  <a:pt x="108" y="14"/>
                  <a:pt x="108" y="14"/>
                  <a:pt x="108" y="13"/>
                </a:cubicBezTo>
                <a:cubicBezTo>
                  <a:pt x="108" y="12"/>
                  <a:pt x="108" y="12"/>
                  <a:pt x="108" y="11"/>
                </a:cubicBezTo>
                <a:cubicBezTo>
                  <a:pt x="108" y="10"/>
                  <a:pt x="108" y="9"/>
                  <a:pt x="108" y="8"/>
                </a:cubicBezTo>
                <a:cubicBezTo>
                  <a:pt x="108" y="8"/>
                  <a:pt x="108" y="8"/>
                  <a:pt x="108" y="8"/>
                </a:cubicBezTo>
                <a:cubicBezTo>
                  <a:pt x="108" y="8"/>
                  <a:pt x="108" y="8"/>
                  <a:pt x="108" y="8"/>
                </a:cubicBezTo>
                <a:cubicBezTo>
                  <a:pt x="108" y="8"/>
                  <a:pt x="107" y="8"/>
                  <a:pt x="106" y="8"/>
                </a:cubicBezTo>
                <a:cubicBezTo>
                  <a:pt x="106" y="8"/>
                  <a:pt x="105" y="8"/>
                  <a:pt x="105" y="8"/>
                </a:cubicBezTo>
                <a:cubicBezTo>
                  <a:pt x="105" y="8"/>
                  <a:pt x="105" y="8"/>
                  <a:pt x="105" y="8"/>
                </a:cubicBezTo>
                <a:cubicBezTo>
                  <a:pt x="104" y="8"/>
                  <a:pt x="104" y="8"/>
                  <a:pt x="104" y="8"/>
                </a:cubicBezTo>
                <a:cubicBezTo>
                  <a:pt x="104" y="8"/>
                  <a:pt x="104" y="8"/>
                  <a:pt x="104" y="7"/>
                </a:cubicBezTo>
                <a:cubicBezTo>
                  <a:pt x="104" y="7"/>
                  <a:pt x="104" y="7"/>
                  <a:pt x="104" y="7"/>
                </a:cubicBezTo>
                <a:cubicBezTo>
                  <a:pt x="104" y="7"/>
                  <a:pt x="104" y="7"/>
                  <a:pt x="104" y="7"/>
                </a:cubicBezTo>
                <a:cubicBezTo>
                  <a:pt x="104" y="7"/>
                  <a:pt x="105" y="6"/>
                  <a:pt x="105" y="6"/>
                </a:cubicBezTo>
                <a:cubicBezTo>
                  <a:pt x="106" y="6"/>
                  <a:pt x="107" y="6"/>
                  <a:pt x="107" y="6"/>
                </a:cubicBezTo>
                <a:cubicBezTo>
                  <a:pt x="107" y="6"/>
                  <a:pt x="108" y="6"/>
                  <a:pt x="108" y="6"/>
                </a:cubicBezTo>
                <a:cubicBezTo>
                  <a:pt x="108" y="6"/>
                  <a:pt x="108" y="6"/>
                  <a:pt x="108" y="6"/>
                </a:cubicBezTo>
                <a:lnTo>
                  <a:pt x="108" y="5"/>
                </a:lnTo>
                <a:cubicBezTo>
                  <a:pt x="108" y="4"/>
                  <a:pt x="108" y="4"/>
                  <a:pt x="108" y="3"/>
                </a:cubicBezTo>
                <a:cubicBezTo>
                  <a:pt x="108" y="3"/>
                  <a:pt x="108" y="3"/>
                  <a:pt x="109" y="2"/>
                </a:cubicBezTo>
                <a:cubicBezTo>
                  <a:pt x="109" y="2"/>
                  <a:pt x="109" y="1"/>
                  <a:pt x="109" y="1"/>
                </a:cubicBezTo>
                <a:cubicBezTo>
                  <a:pt x="109" y="1"/>
                  <a:pt x="109" y="1"/>
                  <a:pt x="109" y="1"/>
                </a:cubicBezTo>
                <a:cubicBezTo>
                  <a:pt x="109" y="1"/>
                  <a:pt x="109" y="1"/>
                  <a:pt x="110" y="1"/>
                </a:cubicBezTo>
                <a:cubicBezTo>
                  <a:pt x="110" y="1"/>
                  <a:pt x="110" y="1"/>
                  <a:pt x="110" y="1"/>
                </a:cubicBezTo>
                <a:cubicBezTo>
                  <a:pt x="110" y="2"/>
                  <a:pt x="110" y="2"/>
                  <a:pt x="110" y="2"/>
                </a:cubicBezTo>
                <a:cubicBezTo>
                  <a:pt x="110" y="2"/>
                  <a:pt x="110" y="3"/>
                  <a:pt x="110" y="3"/>
                </a:cubicBezTo>
                <a:lnTo>
                  <a:pt x="110" y="4"/>
                </a:lnTo>
                <a:lnTo>
                  <a:pt x="110" y="5"/>
                </a:lnTo>
                <a:cubicBezTo>
                  <a:pt x="110" y="5"/>
                  <a:pt x="110" y="5"/>
                  <a:pt x="110" y="5"/>
                </a:cubicBezTo>
                <a:cubicBezTo>
                  <a:pt x="110" y="5"/>
                  <a:pt x="110" y="5"/>
                  <a:pt x="110" y="5"/>
                </a:cubicBezTo>
                <a:cubicBezTo>
                  <a:pt x="111" y="5"/>
                  <a:pt x="111" y="5"/>
                  <a:pt x="111" y="5"/>
                </a:cubicBezTo>
                <a:cubicBezTo>
                  <a:pt x="111" y="5"/>
                  <a:pt x="112" y="5"/>
                  <a:pt x="112" y="5"/>
                </a:cubicBezTo>
                <a:cubicBezTo>
                  <a:pt x="112" y="6"/>
                  <a:pt x="112" y="6"/>
                  <a:pt x="112" y="6"/>
                </a:cubicBezTo>
                <a:cubicBezTo>
                  <a:pt x="112" y="6"/>
                  <a:pt x="112" y="6"/>
                  <a:pt x="112" y="6"/>
                </a:cubicBezTo>
                <a:cubicBezTo>
                  <a:pt x="112" y="7"/>
                  <a:pt x="112" y="7"/>
                  <a:pt x="112" y="7"/>
                </a:cubicBezTo>
                <a:cubicBezTo>
                  <a:pt x="112" y="7"/>
                  <a:pt x="111" y="7"/>
                  <a:pt x="111" y="7"/>
                </a:cubicBezTo>
                <a:cubicBezTo>
                  <a:pt x="111" y="7"/>
                  <a:pt x="110" y="7"/>
                  <a:pt x="110" y="7"/>
                </a:cubicBezTo>
                <a:cubicBezTo>
                  <a:pt x="110" y="7"/>
                  <a:pt x="110" y="7"/>
                  <a:pt x="110" y="7"/>
                </a:cubicBezTo>
                <a:cubicBezTo>
                  <a:pt x="109" y="7"/>
                  <a:pt x="109" y="8"/>
                  <a:pt x="109" y="8"/>
                </a:cubicBezTo>
                <a:cubicBezTo>
                  <a:pt x="109" y="8"/>
                  <a:pt x="109" y="8"/>
                  <a:pt x="109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1" y="9"/>
                  <a:pt x="111" y="9"/>
                </a:cubicBezTo>
                <a:cubicBezTo>
                  <a:pt x="112" y="8"/>
                  <a:pt x="112" y="8"/>
                  <a:pt x="113" y="7"/>
                </a:cubicBezTo>
                <a:cubicBezTo>
                  <a:pt x="113" y="7"/>
                  <a:pt x="113" y="7"/>
                  <a:pt x="113" y="7"/>
                </a:cubicBezTo>
                <a:cubicBezTo>
                  <a:pt x="113" y="7"/>
                  <a:pt x="113" y="7"/>
                  <a:pt x="114" y="8"/>
                </a:cubicBezTo>
                <a:cubicBezTo>
                  <a:pt x="114" y="8"/>
                  <a:pt x="114" y="8"/>
                  <a:pt x="114" y="8"/>
                </a:cubicBezTo>
                <a:cubicBezTo>
                  <a:pt x="114" y="8"/>
                  <a:pt x="114" y="8"/>
                  <a:pt x="113" y="8"/>
                </a:cubicBezTo>
                <a:cubicBezTo>
                  <a:pt x="113" y="8"/>
                  <a:pt x="113" y="9"/>
                  <a:pt x="113" y="9"/>
                </a:cubicBezTo>
                <a:cubicBezTo>
                  <a:pt x="112" y="9"/>
                  <a:pt x="112" y="9"/>
                  <a:pt x="111" y="10"/>
                </a:cubicBezTo>
                <a:cubicBezTo>
                  <a:pt x="111" y="10"/>
                  <a:pt x="111" y="10"/>
                  <a:pt x="111" y="10"/>
                </a:cubicBezTo>
                <a:cubicBezTo>
                  <a:pt x="111" y="10"/>
                  <a:pt x="111" y="10"/>
                  <a:pt x="111" y="10"/>
                </a:cubicBezTo>
                <a:cubicBezTo>
                  <a:pt x="111" y="11"/>
                  <a:pt x="111" y="11"/>
                  <a:pt x="112" y="11"/>
                </a:cubicBezTo>
                <a:cubicBezTo>
                  <a:pt x="112" y="12"/>
                  <a:pt x="113" y="12"/>
                  <a:pt x="113" y="12"/>
                </a:cubicBezTo>
                <a:cubicBezTo>
                  <a:pt x="114" y="13"/>
                  <a:pt x="114" y="13"/>
                  <a:pt x="115" y="13"/>
                </a:cubicBezTo>
                <a:cubicBezTo>
                  <a:pt x="117" y="14"/>
                  <a:pt x="118" y="14"/>
                  <a:pt x="118" y="15"/>
                </a:cubicBezTo>
                <a:close/>
                <a:moveTo>
                  <a:pt x="113" y="3"/>
                </a:moveTo>
                <a:cubicBezTo>
                  <a:pt x="113" y="3"/>
                  <a:pt x="113" y="3"/>
                  <a:pt x="113" y="3"/>
                </a:cubicBezTo>
                <a:cubicBezTo>
                  <a:pt x="113" y="3"/>
                  <a:pt x="113" y="3"/>
                  <a:pt x="114" y="3"/>
                </a:cubicBezTo>
                <a:cubicBezTo>
                  <a:pt x="114" y="4"/>
                  <a:pt x="114" y="4"/>
                  <a:pt x="114" y="4"/>
                </a:cubicBezTo>
                <a:cubicBezTo>
                  <a:pt x="115" y="4"/>
                  <a:pt x="115" y="5"/>
                  <a:pt x="115" y="5"/>
                </a:cubicBezTo>
                <a:cubicBezTo>
                  <a:pt x="115" y="5"/>
                  <a:pt x="115" y="5"/>
                  <a:pt x="114" y="5"/>
                </a:cubicBezTo>
                <a:cubicBezTo>
                  <a:pt x="114" y="5"/>
                  <a:pt x="114" y="5"/>
                  <a:pt x="113" y="5"/>
                </a:cubicBezTo>
                <a:cubicBezTo>
                  <a:pt x="113" y="5"/>
                  <a:pt x="113" y="5"/>
                  <a:pt x="113" y="5"/>
                </a:cubicBezTo>
                <a:cubicBezTo>
                  <a:pt x="112" y="5"/>
                  <a:pt x="112" y="5"/>
                  <a:pt x="112" y="4"/>
                </a:cubicBezTo>
                <a:cubicBezTo>
                  <a:pt x="112" y="4"/>
                  <a:pt x="112" y="4"/>
                  <a:pt x="112" y="4"/>
                </a:cubicBezTo>
                <a:cubicBezTo>
                  <a:pt x="112" y="4"/>
                  <a:pt x="112" y="3"/>
                  <a:pt x="112" y="3"/>
                </a:cubicBezTo>
                <a:cubicBezTo>
                  <a:pt x="112" y="3"/>
                  <a:pt x="113" y="3"/>
                  <a:pt x="113" y="3"/>
                </a:cubicBezTo>
                <a:close/>
                <a:moveTo>
                  <a:pt x="105" y="9"/>
                </a:moveTo>
                <a:cubicBezTo>
                  <a:pt x="105" y="9"/>
                  <a:pt x="105" y="9"/>
                  <a:pt x="105" y="9"/>
                </a:cubicBezTo>
                <a:cubicBezTo>
                  <a:pt x="105" y="9"/>
                  <a:pt x="105" y="9"/>
                  <a:pt x="106" y="9"/>
                </a:cubicBezTo>
                <a:cubicBezTo>
                  <a:pt x="106" y="10"/>
                  <a:pt x="107" y="10"/>
                  <a:pt x="107" y="10"/>
                </a:cubicBezTo>
                <a:cubicBezTo>
                  <a:pt x="107" y="11"/>
                  <a:pt x="106" y="11"/>
                  <a:pt x="106" y="11"/>
                </a:cubicBezTo>
                <a:cubicBezTo>
                  <a:pt x="105" y="11"/>
                  <a:pt x="105" y="11"/>
                  <a:pt x="105" y="11"/>
                </a:cubicBezTo>
                <a:cubicBezTo>
                  <a:pt x="105" y="11"/>
                  <a:pt x="104" y="11"/>
                  <a:pt x="104" y="10"/>
                </a:cubicBezTo>
                <a:cubicBezTo>
                  <a:pt x="104" y="10"/>
                  <a:pt x="104" y="10"/>
                  <a:pt x="104" y="10"/>
                </a:cubicBezTo>
                <a:cubicBezTo>
                  <a:pt x="104" y="9"/>
                  <a:pt x="104" y="9"/>
                  <a:pt x="104" y="9"/>
                </a:cubicBezTo>
                <a:cubicBezTo>
                  <a:pt x="104" y="9"/>
                  <a:pt x="105" y="9"/>
                  <a:pt x="105" y="9"/>
                </a:cubicBezTo>
                <a:close/>
                <a:moveTo>
                  <a:pt x="108" y="11"/>
                </a:moveTo>
                <a:cubicBezTo>
                  <a:pt x="108" y="11"/>
                  <a:pt x="107" y="11"/>
                  <a:pt x="107" y="11"/>
                </a:cubicBezTo>
                <a:cubicBezTo>
                  <a:pt x="107" y="12"/>
                  <a:pt x="107" y="12"/>
                  <a:pt x="107" y="12"/>
                </a:cubicBezTo>
                <a:cubicBezTo>
                  <a:pt x="106" y="12"/>
                  <a:pt x="106" y="12"/>
                  <a:pt x="106" y="13"/>
                </a:cubicBezTo>
                <a:cubicBezTo>
                  <a:pt x="106" y="13"/>
                  <a:pt x="105" y="14"/>
                  <a:pt x="104" y="14"/>
                </a:cubicBezTo>
                <a:cubicBezTo>
                  <a:pt x="104" y="14"/>
                  <a:pt x="104" y="14"/>
                  <a:pt x="104" y="15"/>
                </a:cubicBezTo>
                <a:cubicBezTo>
                  <a:pt x="104" y="15"/>
                  <a:pt x="104" y="15"/>
                  <a:pt x="104" y="15"/>
                </a:cubicBezTo>
                <a:cubicBezTo>
                  <a:pt x="103" y="15"/>
                  <a:pt x="103" y="15"/>
                  <a:pt x="103" y="15"/>
                </a:cubicBezTo>
                <a:cubicBezTo>
                  <a:pt x="103" y="15"/>
                  <a:pt x="103" y="15"/>
                  <a:pt x="103" y="15"/>
                </a:cubicBezTo>
                <a:cubicBezTo>
                  <a:pt x="102" y="14"/>
                  <a:pt x="102" y="14"/>
                  <a:pt x="102" y="14"/>
                </a:cubicBezTo>
                <a:cubicBezTo>
                  <a:pt x="102" y="14"/>
                  <a:pt x="102" y="14"/>
                  <a:pt x="103" y="14"/>
                </a:cubicBezTo>
                <a:cubicBezTo>
                  <a:pt x="103" y="13"/>
                  <a:pt x="104" y="13"/>
                  <a:pt x="104" y="13"/>
                </a:cubicBezTo>
                <a:cubicBezTo>
                  <a:pt x="105" y="12"/>
                  <a:pt x="106" y="11"/>
                  <a:pt x="107" y="11"/>
                </a:cubicBezTo>
                <a:cubicBezTo>
                  <a:pt x="107" y="11"/>
                  <a:pt x="107" y="11"/>
                  <a:pt x="107" y="11"/>
                </a:cubicBezTo>
                <a:cubicBezTo>
                  <a:pt x="107" y="11"/>
                  <a:pt x="108" y="11"/>
                  <a:pt x="108" y="11"/>
                </a:cubicBezTo>
                <a:close/>
                <a:moveTo>
                  <a:pt x="127" y="13"/>
                </a:moveTo>
                <a:cubicBezTo>
                  <a:pt x="127" y="13"/>
                  <a:pt x="127" y="13"/>
                  <a:pt x="127" y="14"/>
                </a:cubicBezTo>
                <a:cubicBezTo>
                  <a:pt x="127" y="14"/>
                  <a:pt x="127" y="14"/>
                  <a:pt x="128" y="14"/>
                </a:cubicBezTo>
                <a:cubicBezTo>
                  <a:pt x="128" y="14"/>
                  <a:pt x="129" y="15"/>
                  <a:pt x="129" y="15"/>
                </a:cubicBezTo>
                <a:cubicBezTo>
                  <a:pt x="130" y="15"/>
                  <a:pt x="130" y="15"/>
                  <a:pt x="131" y="15"/>
                </a:cubicBezTo>
                <a:cubicBezTo>
                  <a:pt x="131" y="16"/>
                  <a:pt x="132" y="16"/>
                  <a:pt x="134" y="16"/>
                </a:cubicBezTo>
                <a:cubicBezTo>
                  <a:pt x="135" y="17"/>
                  <a:pt x="135" y="17"/>
                  <a:pt x="135" y="17"/>
                </a:cubicBezTo>
                <a:cubicBezTo>
                  <a:pt x="135" y="17"/>
                  <a:pt x="135" y="17"/>
                  <a:pt x="135" y="17"/>
                </a:cubicBezTo>
                <a:cubicBezTo>
                  <a:pt x="134" y="18"/>
                  <a:pt x="134" y="18"/>
                  <a:pt x="133" y="18"/>
                </a:cubicBezTo>
                <a:cubicBezTo>
                  <a:pt x="133" y="18"/>
                  <a:pt x="132" y="18"/>
                  <a:pt x="131" y="18"/>
                </a:cubicBezTo>
                <a:cubicBezTo>
                  <a:pt x="131" y="18"/>
                  <a:pt x="130" y="17"/>
                  <a:pt x="130" y="17"/>
                </a:cubicBezTo>
                <a:cubicBezTo>
                  <a:pt x="130" y="17"/>
                  <a:pt x="129" y="17"/>
                  <a:pt x="129" y="17"/>
                </a:cubicBezTo>
                <a:cubicBezTo>
                  <a:pt x="129" y="17"/>
                  <a:pt x="129" y="17"/>
                  <a:pt x="129" y="17"/>
                </a:cubicBezTo>
                <a:cubicBezTo>
                  <a:pt x="129" y="16"/>
                  <a:pt x="129" y="16"/>
                  <a:pt x="129" y="16"/>
                </a:cubicBezTo>
                <a:cubicBezTo>
                  <a:pt x="128" y="15"/>
                  <a:pt x="128" y="15"/>
                  <a:pt x="127" y="15"/>
                </a:cubicBezTo>
                <a:cubicBezTo>
                  <a:pt x="126" y="15"/>
                  <a:pt x="126" y="14"/>
                  <a:pt x="126" y="14"/>
                </a:cubicBezTo>
                <a:cubicBezTo>
                  <a:pt x="125" y="14"/>
                  <a:pt x="125" y="14"/>
                  <a:pt x="124" y="14"/>
                </a:cubicBezTo>
                <a:cubicBezTo>
                  <a:pt x="124" y="13"/>
                  <a:pt x="123" y="13"/>
                  <a:pt x="123" y="13"/>
                </a:cubicBezTo>
                <a:cubicBezTo>
                  <a:pt x="123" y="13"/>
                  <a:pt x="123" y="13"/>
                  <a:pt x="123" y="14"/>
                </a:cubicBezTo>
                <a:cubicBezTo>
                  <a:pt x="123" y="14"/>
                  <a:pt x="122" y="14"/>
                  <a:pt x="122" y="14"/>
                </a:cubicBezTo>
                <a:cubicBezTo>
                  <a:pt x="122" y="14"/>
                  <a:pt x="122" y="15"/>
                  <a:pt x="122" y="15"/>
                </a:cubicBezTo>
                <a:cubicBezTo>
                  <a:pt x="122" y="15"/>
                  <a:pt x="122" y="15"/>
                  <a:pt x="122" y="15"/>
                </a:cubicBezTo>
                <a:cubicBezTo>
                  <a:pt x="121" y="15"/>
                  <a:pt x="121" y="15"/>
                  <a:pt x="120" y="15"/>
                </a:cubicBezTo>
                <a:cubicBezTo>
                  <a:pt x="120" y="16"/>
                  <a:pt x="119" y="16"/>
                  <a:pt x="119" y="16"/>
                </a:cubicBezTo>
                <a:cubicBezTo>
                  <a:pt x="119" y="16"/>
                  <a:pt x="119" y="16"/>
                  <a:pt x="118" y="16"/>
                </a:cubicBezTo>
                <a:cubicBezTo>
                  <a:pt x="118" y="15"/>
                  <a:pt x="118" y="15"/>
                  <a:pt x="118" y="15"/>
                </a:cubicBezTo>
                <a:cubicBezTo>
                  <a:pt x="118" y="15"/>
                  <a:pt x="119" y="15"/>
                  <a:pt x="119" y="15"/>
                </a:cubicBezTo>
                <a:cubicBezTo>
                  <a:pt x="120" y="15"/>
                  <a:pt x="120" y="15"/>
                  <a:pt x="121" y="14"/>
                </a:cubicBezTo>
                <a:cubicBezTo>
                  <a:pt x="121" y="14"/>
                  <a:pt x="122" y="13"/>
                  <a:pt x="122" y="12"/>
                </a:cubicBezTo>
                <a:cubicBezTo>
                  <a:pt x="123" y="11"/>
                  <a:pt x="123" y="11"/>
                  <a:pt x="123" y="11"/>
                </a:cubicBezTo>
                <a:cubicBezTo>
                  <a:pt x="123" y="11"/>
                  <a:pt x="123" y="11"/>
                  <a:pt x="123" y="11"/>
                </a:cubicBezTo>
                <a:cubicBezTo>
                  <a:pt x="123" y="10"/>
                  <a:pt x="123" y="10"/>
                  <a:pt x="123" y="10"/>
                </a:cubicBezTo>
                <a:cubicBezTo>
                  <a:pt x="122" y="10"/>
                  <a:pt x="122" y="11"/>
                  <a:pt x="122" y="11"/>
                </a:cubicBezTo>
                <a:cubicBezTo>
                  <a:pt x="122" y="11"/>
                  <a:pt x="121" y="11"/>
                  <a:pt x="121" y="11"/>
                </a:cubicBezTo>
                <a:cubicBezTo>
                  <a:pt x="120" y="11"/>
                  <a:pt x="120" y="11"/>
                  <a:pt x="120" y="11"/>
                </a:cubicBezTo>
                <a:cubicBezTo>
                  <a:pt x="120" y="11"/>
                  <a:pt x="119" y="11"/>
                  <a:pt x="119" y="11"/>
                </a:cubicBezTo>
                <a:cubicBezTo>
                  <a:pt x="119" y="11"/>
                  <a:pt x="119" y="11"/>
                  <a:pt x="119" y="11"/>
                </a:cubicBezTo>
                <a:cubicBezTo>
                  <a:pt x="119" y="11"/>
                  <a:pt x="119" y="11"/>
                  <a:pt x="119" y="10"/>
                </a:cubicBezTo>
                <a:cubicBezTo>
                  <a:pt x="119" y="10"/>
                  <a:pt x="119" y="10"/>
                  <a:pt x="119" y="10"/>
                </a:cubicBezTo>
                <a:cubicBezTo>
                  <a:pt x="120" y="10"/>
                  <a:pt x="121" y="10"/>
                  <a:pt x="123" y="9"/>
                </a:cubicBezTo>
                <a:cubicBezTo>
                  <a:pt x="124" y="9"/>
                  <a:pt x="126" y="8"/>
                  <a:pt x="127" y="8"/>
                </a:cubicBezTo>
                <a:cubicBezTo>
                  <a:pt x="127" y="8"/>
                  <a:pt x="127" y="8"/>
                  <a:pt x="127" y="8"/>
                </a:cubicBezTo>
                <a:cubicBezTo>
                  <a:pt x="127" y="8"/>
                  <a:pt x="127" y="8"/>
                  <a:pt x="127" y="8"/>
                </a:cubicBezTo>
                <a:cubicBezTo>
                  <a:pt x="126" y="7"/>
                  <a:pt x="126" y="7"/>
                  <a:pt x="126" y="7"/>
                </a:cubicBezTo>
                <a:cubicBezTo>
                  <a:pt x="126" y="7"/>
                  <a:pt x="126" y="7"/>
                  <a:pt x="125" y="7"/>
                </a:cubicBezTo>
                <a:cubicBezTo>
                  <a:pt x="125" y="8"/>
                  <a:pt x="125" y="8"/>
                  <a:pt x="125" y="8"/>
                </a:cubicBezTo>
                <a:cubicBezTo>
                  <a:pt x="125" y="8"/>
                  <a:pt x="124" y="8"/>
                  <a:pt x="124" y="8"/>
                </a:cubicBezTo>
                <a:cubicBezTo>
                  <a:pt x="124" y="8"/>
                  <a:pt x="124" y="8"/>
                  <a:pt x="123" y="7"/>
                </a:cubicBezTo>
                <a:cubicBezTo>
                  <a:pt x="123" y="7"/>
                  <a:pt x="123" y="7"/>
                  <a:pt x="123" y="6"/>
                </a:cubicBezTo>
                <a:cubicBezTo>
                  <a:pt x="123" y="5"/>
                  <a:pt x="123" y="4"/>
                  <a:pt x="123" y="3"/>
                </a:cubicBezTo>
                <a:cubicBezTo>
                  <a:pt x="123" y="3"/>
                  <a:pt x="123" y="2"/>
                  <a:pt x="124" y="2"/>
                </a:cubicBezTo>
                <a:cubicBezTo>
                  <a:pt x="124" y="2"/>
                  <a:pt x="124" y="2"/>
                  <a:pt x="125" y="2"/>
                </a:cubicBezTo>
                <a:cubicBezTo>
                  <a:pt x="126" y="2"/>
                  <a:pt x="127" y="2"/>
                  <a:pt x="128" y="2"/>
                </a:cubicBezTo>
                <a:cubicBezTo>
                  <a:pt x="128" y="2"/>
                  <a:pt x="129" y="2"/>
                  <a:pt x="129" y="2"/>
                </a:cubicBezTo>
                <a:cubicBezTo>
                  <a:pt x="129" y="2"/>
                  <a:pt x="130" y="2"/>
                  <a:pt x="130" y="2"/>
                </a:cubicBezTo>
                <a:cubicBezTo>
                  <a:pt x="130" y="2"/>
                  <a:pt x="130" y="2"/>
                  <a:pt x="129" y="3"/>
                </a:cubicBezTo>
                <a:cubicBezTo>
                  <a:pt x="129" y="3"/>
                  <a:pt x="129" y="3"/>
                  <a:pt x="129" y="3"/>
                </a:cubicBezTo>
                <a:cubicBezTo>
                  <a:pt x="129" y="4"/>
                  <a:pt x="129" y="4"/>
                  <a:pt x="129" y="4"/>
                </a:cubicBezTo>
                <a:lnTo>
                  <a:pt x="129" y="6"/>
                </a:lnTo>
                <a:cubicBezTo>
                  <a:pt x="129" y="7"/>
                  <a:pt x="129" y="7"/>
                  <a:pt x="129" y="7"/>
                </a:cubicBezTo>
                <a:cubicBezTo>
                  <a:pt x="129" y="8"/>
                  <a:pt x="129" y="8"/>
                  <a:pt x="129" y="8"/>
                </a:cubicBezTo>
                <a:cubicBezTo>
                  <a:pt x="129" y="8"/>
                  <a:pt x="129" y="8"/>
                  <a:pt x="129" y="8"/>
                </a:cubicBezTo>
                <a:cubicBezTo>
                  <a:pt x="129" y="8"/>
                  <a:pt x="130" y="8"/>
                  <a:pt x="130" y="8"/>
                </a:cubicBezTo>
                <a:cubicBezTo>
                  <a:pt x="130" y="8"/>
                  <a:pt x="130" y="8"/>
                  <a:pt x="131" y="8"/>
                </a:cubicBezTo>
                <a:cubicBezTo>
                  <a:pt x="131" y="8"/>
                  <a:pt x="131" y="8"/>
                  <a:pt x="131" y="8"/>
                </a:cubicBezTo>
                <a:cubicBezTo>
                  <a:pt x="131" y="8"/>
                  <a:pt x="131" y="8"/>
                  <a:pt x="131" y="9"/>
                </a:cubicBezTo>
                <a:cubicBezTo>
                  <a:pt x="131" y="9"/>
                  <a:pt x="131" y="9"/>
                  <a:pt x="131" y="9"/>
                </a:cubicBezTo>
                <a:cubicBezTo>
                  <a:pt x="131" y="9"/>
                  <a:pt x="131" y="10"/>
                  <a:pt x="131" y="10"/>
                </a:cubicBezTo>
                <a:cubicBezTo>
                  <a:pt x="130" y="10"/>
                  <a:pt x="130" y="10"/>
                  <a:pt x="129" y="10"/>
                </a:cubicBezTo>
                <a:cubicBezTo>
                  <a:pt x="128" y="10"/>
                  <a:pt x="128" y="10"/>
                  <a:pt x="127" y="10"/>
                </a:cubicBezTo>
                <a:cubicBezTo>
                  <a:pt x="127" y="10"/>
                  <a:pt x="127" y="10"/>
                  <a:pt x="127" y="10"/>
                </a:cubicBezTo>
                <a:cubicBezTo>
                  <a:pt x="127" y="10"/>
                  <a:pt x="127" y="10"/>
                  <a:pt x="127" y="10"/>
                </a:cubicBezTo>
                <a:cubicBezTo>
                  <a:pt x="127" y="10"/>
                  <a:pt x="127" y="11"/>
                  <a:pt x="127" y="11"/>
                </a:cubicBezTo>
                <a:cubicBezTo>
                  <a:pt x="127" y="11"/>
                  <a:pt x="127" y="11"/>
                  <a:pt x="128" y="11"/>
                </a:cubicBezTo>
                <a:cubicBezTo>
                  <a:pt x="128" y="11"/>
                  <a:pt x="128" y="11"/>
                  <a:pt x="128" y="11"/>
                </a:cubicBezTo>
                <a:cubicBezTo>
                  <a:pt x="128" y="10"/>
                  <a:pt x="129" y="10"/>
                  <a:pt x="129" y="10"/>
                </a:cubicBezTo>
                <a:cubicBezTo>
                  <a:pt x="129" y="10"/>
                  <a:pt x="129" y="11"/>
                  <a:pt x="129" y="11"/>
                </a:cubicBezTo>
                <a:cubicBezTo>
                  <a:pt x="129" y="11"/>
                  <a:pt x="129" y="11"/>
                  <a:pt x="129" y="11"/>
                </a:cubicBezTo>
                <a:cubicBezTo>
                  <a:pt x="129" y="11"/>
                  <a:pt x="129" y="12"/>
                  <a:pt x="129" y="12"/>
                </a:cubicBezTo>
                <a:cubicBezTo>
                  <a:pt x="129" y="12"/>
                  <a:pt x="129" y="12"/>
                  <a:pt x="128" y="12"/>
                </a:cubicBezTo>
                <a:cubicBezTo>
                  <a:pt x="128" y="12"/>
                  <a:pt x="128" y="12"/>
                  <a:pt x="127" y="12"/>
                </a:cubicBezTo>
                <a:cubicBezTo>
                  <a:pt x="127" y="12"/>
                  <a:pt x="127" y="12"/>
                  <a:pt x="127" y="12"/>
                </a:cubicBezTo>
                <a:cubicBezTo>
                  <a:pt x="127" y="12"/>
                  <a:pt x="127" y="13"/>
                  <a:pt x="127" y="13"/>
                </a:cubicBezTo>
                <a:cubicBezTo>
                  <a:pt x="127" y="13"/>
                  <a:pt x="127" y="13"/>
                  <a:pt x="127" y="13"/>
                </a:cubicBezTo>
                <a:close/>
                <a:moveTo>
                  <a:pt x="148" y="11"/>
                </a:moveTo>
                <a:cubicBezTo>
                  <a:pt x="148" y="12"/>
                  <a:pt x="148" y="13"/>
                  <a:pt x="148" y="14"/>
                </a:cubicBezTo>
                <a:cubicBezTo>
                  <a:pt x="148" y="15"/>
                  <a:pt x="148" y="15"/>
                  <a:pt x="148" y="16"/>
                </a:cubicBezTo>
                <a:cubicBezTo>
                  <a:pt x="148" y="16"/>
                  <a:pt x="148" y="16"/>
                  <a:pt x="148" y="17"/>
                </a:cubicBezTo>
                <a:cubicBezTo>
                  <a:pt x="148" y="17"/>
                  <a:pt x="148" y="17"/>
                  <a:pt x="148" y="17"/>
                </a:cubicBezTo>
                <a:cubicBezTo>
                  <a:pt x="148" y="18"/>
                  <a:pt x="148" y="18"/>
                  <a:pt x="148" y="18"/>
                </a:cubicBezTo>
                <a:cubicBezTo>
                  <a:pt x="148" y="18"/>
                  <a:pt x="147" y="18"/>
                  <a:pt x="146" y="17"/>
                </a:cubicBezTo>
                <a:cubicBezTo>
                  <a:pt x="145" y="17"/>
                  <a:pt x="144" y="16"/>
                  <a:pt x="144" y="16"/>
                </a:cubicBezTo>
                <a:cubicBezTo>
                  <a:pt x="143" y="16"/>
                  <a:pt x="143" y="15"/>
                  <a:pt x="143" y="15"/>
                </a:cubicBezTo>
                <a:cubicBezTo>
                  <a:pt x="143" y="15"/>
                  <a:pt x="143" y="15"/>
                  <a:pt x="143" y="15"/>
                </a:cubicBezTo>
                <a:cubicBezTo>
                  <a:pt x="143" y="15"/>
                  <a:pt x="143" y="15"/>
                  <a:pt x="143" y="15"/>
                </a:cubicBezTo>
                <a:cubicBezTo>
                  <a:pt x="144" y="16"/>
                  <a:pt x="145" y="16"/>
                  <a:pt x="146" y="16"/>
                </a:cubicBezTo>
                <a:cubicBezTo>
                  <a:pt x="146" y="16"/>
                  <a:pt x="147" y="16"/>
                  <a:pt x="147" y="16"/>
                </a:cubicBezTo>
                <a:cubicBezTo>
                  <a:pt x="147" y="16"/>
                  <a:pt x="147" y="15"/>
                  <a:pt x="147" y="15"/>
                </a:cubicBezTo>
                <a:cubicBezTo>
                  <a:pt x="147" y="14"/>
                  <a:pt x="147" y="14"/>
                  <a:pt x="147" y="12"/>
                </a:cubicBezTo>
                <a:cubicBezTo>
                  <a:pt x="147" y="11"/>
                  <a:pt x="146" y="9"/>
                  <a:pt x="146" y="8"/>
                </a:cubicBezTo>
                <a:lnTo>
                  <a:pt x="146" y="5"/>
                </a:lnTo>
                <a:lnTo>
                  <a:pt x="146" y="3"/>
                </a:lnTo>
                <a:cubicBezTo>
                  <a:pt x="146" y="3"/>
                  <a:pt x="147" y="3"/>
                  <a:pt x="147" y="3"/>
                </a:cubicBezTo>
                <a:cubicBezTo>
                  <a:pt x="147" y="3"/>
                  <a:pt x="147" y="3"/>
                  <a:pt x="148" y="3"/>
                </a:cubicBezTo>
                <a:cubicBezTo>
                  <a:pt x="148" y="3"/>
                  <a:pt x="148" y="3"/>
                  <a:pt x="148" y="3"/>
                </a:cubicBezTo>
                <a:cubicBezTo>
                  <a:pt x="148" y="4"/>
                  <a:pt x="148" y="4"/>
                  <a:pt x="148" y="4"/>
                </a:cubicBezTo>
                <a:cubicBezTo>
                  <a:pt x="148" y="4"/>
                  <a:pt x="148" y="5"/>
                  <a:pt x="148" y="6"/>
                </a:cubicBezTo>
                <a:cubicBezTo>
                  <a:pt x="148" y="6"/>
                  <a:pt x="148" y="6"/>
                  <a:pt x="148" y="7"/>
                </a:cubicBezTo>
                <a:cubicBezTo>
                  <a:pt x="148" y="9"/>
                  <a:pt x="148" y="9"/>
                  <a:pt x="148" y="10"/>
                </a:cubicBezTo>
                <a:lnTo>
                  <a:pt x="148" y="11"/>
                </a:lnTo>
                <a:close/>
                <a:moveTo>
                  <a:pt x="143" y="7"/>
                </a:moveTo>
                <a:cubicBezTo>
                  <a:pt x="143" y="7"/>
                  <a:pt x="143" y="7"/>
                  <a:pt x="142" y="7"/>
                </a:cubicBezTo>
                <a:cubicBezTo>
                  <a:pt x="142" y="7"/>
                  <a:pt x="142" y="7"/>
                  <a:pt x="141" y="7"/>
                </a:cubicBezTo>
                <a:cubicBezTo>
                  <a:pt x="141" y="7"/>
                  <a:pt x="141" y="7"/>
                  <a:pt x="141" y="7"/>
                </a:cubicBezTo>
                <a:cubicBezTo>
                  <a:pt x="141" y="7"/>
                  <a:pt x="141" y="7"/>
                  <a:pt x="140" y="7"/>
                </a:cubicBezTo>
                <a:cubicBezTo>
                  <a:pt x="140" y="7"/>
                  <a:pt x="140" y="6"/>
                  <a:pt x="140" y="6"/>
                </a:cubicBezTo>
                <a:cubicBezTo>
                  <a:pt x="140" y="6"/>
                  <a:pt x="140" y="7"/>
                  <a:pt x="140" y="7"/>
                </a:cubicBezTo>
                <a:cubicBezTo>
                  <a:pt x="139" y="7"/>
                  <a:pt x="139" y="7"/>
                  <a:pt x="139" y="7"/>
                </a:cubicBezTo>
                <a:cubicBezTo>
                  <a:pt x="138" y="8"/>
                  <a:pt x="138" y="8"/>
                  <a:pt x="138" y="9"/>
                </a:cubicBezTo>
                <a:cubicBezTo>
                  <a:pt x="138" y="9"/>
                  <a:pt x="137" y="9"/>
                  <a:pt x="137" y="10"/>
                </a:cubicBezTo>
                <a:cubicBezTo>
                  <a:pt x="137" y="10"/>
                  <a:pt x="138" y="10"/>
                  <a:pt x="138" y="10"/>
                </a:cubicBezTo>
                <a:cubicBezTo>
                  <a:pt x="138" y="10"/>
                  <a:pt x="138" y="10"/>
                  <a:pt x="138" y="10"/>
                </a:cubicBezTo>
                <a:cubicBezTo>
                  <a:pt x="139" y="9"/>
                  <a:pt x="140" y="9"/>
                  <a:pt x="141" y="9"/>
                </a:cubicBezTo>
                <a:cubicBezTo>
                  <a:pt x="141" y="9"/>
                  <a:pt x="141" y="9"/>
                  <a:pt x="141" y="9"/>
                </a:cubicBezTo>
                <a:cubicBezTo>
                  <a:pt x="142" y="9"/>
                  <a:pt x="142" y="9"/>
                  <a:pt x="142" y="9"/>
                </a:cubicBezTo>
                <a:cubicBezTo>
                  <a:pt x="142" y="9"/>
                  <a:pt x="142" y="9"/>
                  <a:pt x="142" y="9"/>
                </a:cubicBezTo>
                <a:cubicBezTo>
                  <a:pt x="142" y="10"/>
                  <a:pt x="142" y="10"/>
                  <a:pt x="142" y="10"/>
                </a:cubicBezTo>
                <a:cubicBezTo>
                  <a:pt x="142" y="11"/>
                  <a:pt x="141" y="11"/>
                  <a:pt x="141" y="12"/>
                </a:cubicBezTo>
                <a:cubicBezTo>
                  <a:pt x="141" y="12"/>
                  <a:pt x="141" y="13"/>
                  <a:pt x="141" y="13"/>
                </a:cubicBezTo>
                <a:cubicBezTo>
                  <a:pt x="141" y="13"/>
                  <a:pt x="140" y="13"/>
                  <a:pt x="140" y="13"/>
                </a:cubicBezTo>
                <a:cubicBezTo>
                  <a:pt x="140" y="13"/>
                  <a:pt x="139" y="13"/>
                  <a:pt x="139" y="13"/>
                </a:cubicBezTo>
                <a:cubicBezTo>
                  <a:pt x="139" y="13"/>
                  <a:pt x="139" y="13"/>
                  <a:pt x="139" y="13"/>
                </a:cubicBezTo>
                <a:cubicBezTo>
                  <a:pt x="139" y="13"/>
                  <a:pt x="139" y="13"/>
                  <a:pt x="139" y="13"/>
                </a:cubicBezTo>
                <a:cubicBezTo>
                  <a:pt x="139" y="13"/>
                  <a:pt x="139" y="13"/>
                  <a:pt x="139" y="14"/>
                </a:cubicBezTo>
                <a:cubicBezTo>
                  <a:pt x="138" y="14"/>
                  <a:pt x="138" y="14"/>
                  <a:pt x="138" y="15"/>
                </a:cubicBezTo>
                <a:cubicBezTo>
                  <a:pt x="138" y="15"/>
                  <a:pt x="138" y="15"/>
                  <a:pt x="139" y="15"/>
                </a:cubicBezTo>
                <a:cubicBezTo>
                  <a:pt x="139" y="15"/>
                  <a:pt x="139" y="15"/>
                  <a:pt x="139" y="15"/>
                </a:cubicBezTo>
                <a:cubicBezTo>
                  <a:pt x="139" y="15"/>
                  <a:pt x="140" y="15"/>
                  <a:pt x="140" y="15"/>
                </a:cubicBezTo>
                <a:cubicBezTo>
                  <a:pt x="140" y="15"/>
                  <a:pt x="140" y="15"/>
                  <a:pt x="141" y="15"/>
                </a:cubicBezTo>
                <a:cubicBezTo>
                  <a:pt x="141" y="15"/>
                  <a:pt x="141" y="14"/>
                  <a:pt x="141" y="14"/>
                </a:cubicBezTo>
                <a:cubicBezTo>
                  <a:pt x="141" y="14"/>
                  <a:pt x="141" y="13"/>
                  <a:pt x="141" y="13"/>
                </a:cubicBezTo>
                <a:cubicBezTo>
                  <a:pt x="141" y="13"/>
                  <a:pt x="141" y="14"/>
                  <a:pt x="142" y="14"/>
                </a:cubicBezTo>
                <a:cubicBezTo>
                  <a:pt x="142" y="15"/>
                  <a:pt x="142" y="15"/>
                  <a:pt x="142" y="16"/>
                </a:cubicBezTo>
                <a:cubicBezTo>
                  <a:pt x="142" y="16"/>
                  <a:pt x="142" y="16"/>
                  <a:pt x="141" y="16"/>
                </a:cubicBezTo>
                <a:cubicBezTo>
                  <a:pt x="141" y="16"/>
                  <a:pt x="141" y="16"/>
                  <a:pt x="141" y="16"/>
                </a:cubicBezTo>
                <a:cubicBezTo>
                  <a:pt x="140" y="16"/>
                  <a:pt x="140" y="16"/>
                  <a:pt x="139" y="16"/>
                </a:cubicBezTo>
                <a:cubicBezTo>
                  <a:pt x="139" y="16"/>
                  <a:pt x="138" y="16"/>
                  <a:pt x="138" y="16"/>
                </a:cubicBezTo>
                <a:cubicBezTo>
                  <a:pt x="138" y="16"/>
                  <a:pt x="137" y="15"/>
                  <a:pt x="137" y="14"/>
                </a:cubicBezTo>
                <a:cubicBezTo>
                  <a:pt x="137" y="14"/>
                  <a:pt x="138" y="13"/>
                  <a:pt x="138" y="13"/>
                </a:cubicBezTo>
                <a:cubicBezTo>
                  <a:pt x="138" y="12"/>
                  <a:pt x="138" y="12"/>
                  <a:pt x="138" y="11"/>
                </a:cubicBezTo>
                <a:cubicBezTo>
                  <a:pt x="138" y="11"/>
                  <a:pt x="138" y="11"/>
                  <a:pt x="138" y="11"/>
                </a:cubicBezTo>
                <a:cubicBezTo>
                  <a:pt x="138" y="11"/>
                  <a:pt x="139" y="11"/>
                  <a:pt x="139" y="11"/>
                </a:cubicBezTo>
                <a:cubicBezTo>
                  <a:pt x="139" y="11"/>
                  <a:pt x="139" y="11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40" y="12"/>
                  <a:pt x="140" y="12"/>
                  <a:pt x="140" y="11"/>
                </a:cubicBezTo>
                <a:cubicBezTo>
                  <a:pt x="140" y="11"/>
                  <a:pt x="140" y="11"/>
                  <a:pt x="140" y="10"/>
                </a:cubicBezTo>
                <a:cubicBezTo>
                  <a:pt x="140" y="10"/>
                  <a:pt x="140" y="10"/>
                  <a:pt x="140" y="10"/>
                </a:cubicBezTo>
                <a:cubicBezTo>
                  <a:pt x="139" y="10"/>
                  <a:pt x="139" y="10"/>
                  <a:pt x="138" y="11"/>
                </a:cubicBezTo>
                <a:cubicBezTo>
                  <a:pt x="138" y="11"/>
                  <a:pt x="138" y="11"/>
                  <a:pt x="138" y="11"/>
                </a:cubicBezTo>
                <a:cubicBezTo>
                  <a:pt x="138" y="11"/>
                  <a:pt x="138" y="11"/>
                  <a:pt x="137" y="11"/>
                </a:cubicBezTo>
                <a:cubicBezTo>
                  <a:pt x="137" y="11"/>
                  <a:pt x="137" y="11"/>
                  <a:pt x="137" y="11"/>
                </a:cubicBezTo>
                <a:cubicBezTo>
                  <a:pt x="137" y="11"/>
                  <a:pt x="137" y="11"/>
                  <a:pt x="137" y="11"/>
                </a:cubicBezTo>
                <a:cubicBezTo>
                  <a:pt x="137" y="11"/>
                  <a:pt x="137" y="11"/>
                  <a:pt x="136" y="12"/>
                </a:cubicBezTo>
                <a:cubicBezTo>
                  <a:pt x="135" y="12"/>
                  <a:pt x="135" y="12"/>
                  <a:pt x="135" y="12"/>
                </a:cubicBezTo>
                <a:cubicBezTo>
                  <a:pt x="134" y="12"/>
                  <a:pt x="134" y="12"/>
                  <a:pt x="134" y="12"/>
                </a:cubicBezTo>
                <a:cubicBezTo>
                  <a:pt x="134" y="12"/>
                  <a:pt x="133" y="12"/>
                  <a:pt x="133" y="12"/>
                </a:cubicBezTo>
                <a:cubicBezTo>
                  <a:pt x="133" y="12"/>
                  <a:pt x="134" y="12"/>
                  <a:pt x="134" y="12"/>
                </a:cubicBezTo>
                <a:cubicBezTo>
                  <a:pt x="134" y="11"/>
                  <a:pt x="135" y="11"/>
                  <a:pt x="135" y="10"/>
                </a:cubicBezTo>
                <a:cubicBezTo>
                  <a:pt x="136" y="10"/>
                  <a:pt x="136" y="9"/>
                  <a:pt x="137" y="8"/>
                </a:cubicBezTo>
                <a:cubicBezTo>
                  <a:pt x="137" y="8"/>
                  <a:pt x="138" y="7"/>
                  <a:pt x="138" y="7"/>
                </a:cubicBezTo>
                <a:cubicBezTo>
                  <a:pt x="138" y="7"/>
                  <a:pt x="138" y="6"/>
                  <a:pt x="139" y="6"/>
                </a:cubicBezTo>
                <a:cubicBezTo>
                  <a:pt x="139" y="5"/>
                  <a:pt x="140" y="4"/>
                  <a:pt x="140" y="4"/>
                </a:cubicBezTo>
                <a:cubicBezTo>
                  <a:pt x="140" y="4"/>
                  <a:pt x="140" y="4"/>
                  <a:pt x="140" y="4"/>
                </a:cubicBezTo>
                <a:cubicBezTo>
                  <a:pt x="140" y="4"/>
                  <a:pt x="141" y="3"/>
                  <a:pt x="141" y="3"/>
                </a:cubicBezTo>
                <a:cubicBezTo>
                  <a:pt x="141" y="3"/>
                  <a:pt x="141" y="4"/>
                  <a:pt x="141" y="4"/>
                </a:cubicBezTo>
                <a:cubicBezTo>
                  <a:pt x="141" y="4"/>
                  <a:pt x="141" y="4"/>
                  <a:pt x="141" y="4"/>
                </a:cubicBezTo>
                <a:cubicBezTo>
                  <a:pt x="141" y="5"/>
                  <a:pt x="141" y="5"/>
                  <a:pt x="141" y="5"/>
                </a:cubicBezTo>
                <a:cubicBezTo>
                  <a:pt x="141" y="5"/>
                  <a:pt x="141" y="5"/>
                  <a:pt x="141" y="6"/>
                </a:cubicBezTo>
                <a:cubicBezTo>
                  <a:pt x="141" y="6"/>
                  <a:pt x="141" y="6"/>
                  <a:pt x="141" y="6"/>
                </a:cubicBezTo>
                <a:cubicBezTo>
                  <a:pt x="141" y="6"/>
                  <a:pt x="141" y="6"/>
                  <a:pt x="142" y="6"/>
                </a:cubicBezTo>
                <a:cubicBezTo>
                  <a:pt x="142" y="6"/>
                  <a:pt x="143" y="6"/>
                  <a:pt x="143" y="7"/>
                </a:cubicBezTo>
                <a:close/>
                <a:moveTo>
                  <a:pt x="145" y="8"/>
                </a:moveTo>
                <a:cubicBezTo>
                  <a:pt x="145" y="8"/>
                  <a:pt x="145" y="8"/>
                  <a:pt x="145" y="8"/>
                </a:cubicBezTo>
                <a:cubicBezTo>
                  <a:pt x="145" y="8"/>
                  <a:pt x="145" y="9"/>
                  <a:pt x="145" y="9"/>
                </a:cubicBezTo>
                <a:cubicBezTo>
                  <a:pt x="145" y="9"/>
                  <a:pt x="145" y="10"/>
                  <a:pt x="145" y="10"/>
                </a:cubicBezTo>
                <a:cubicBezTo>
                  <a:pt x="145" y="11"/>
                  <a:pt x="145" y="11"/>
                  <a:pt x="144" y="11"/>
                </a:cubicBezTo>
                <a:cubicBezTo>
                  <a:pt x="144" y="11"/>
                  <a:pt x="144" y="11"/>
                  <a:pt x="144" y="11"/>
                </a:cubicBezTo>
                <a:cubicBezTo>
                  <a:pt x="144" y="11"/>
                  <a:pt x="143" y="11"/>
                  <a:pt x="143" y="10"/>
                </a:cubicBezTo>
                <a:cubicBezTo>
                  <a:pt x="143" y="9"/>
                  <a:pt x="143" y="9"/>
                  <a:pt x="143" y="9"/>
                </a:cubicBezTo>
                <a:lnTo>
                  <a:pt x="143" y="8"/>
                </a:lnTo>
                <a:cubicBezTo>
                  <a:pt x="143" y="8"/>
                  <a:pt x="143" y="8"/>
                  <a:pt x="144" y="8"/>
                </a:cubicBezTo>
                <a:cubicBezTo>
                  <a:pt x="144" y="8"/>
                  <a:pt x="144" y="8"/>
                  <a:pt x="144" y="8"/>
                </a:cubicBezTo>
                <a:cubicBezTo>
                  <a:pt x="145" y="8"/>
                  <a:pt x="145" y="8"/>
                  <a:pt x="145" y="8"/>
                </a:cubicBezTo>
                <a:cubicBezTo>
                  <a:pt x="145" y="8"/>
                  <a:pt x="145" y="8"/>
                  <a:pt x="145" y="8"/>
                </a:cubicBezTo>
                <a:close/>
                <a:moveTo>
                  <a:pt x="157" y="2"/>
                </a:moveTo>
                <a:cubicBezTo>
                  <a:pt x="157" y="2"/>
                  <a:pt x="158" y="2"/>
                  <a:pt x="158" y="2"/>
                </a:cubicBezTo>
                <a:cubicBezTo>
                  <a:pt x="158" y="2"/>
                  <a:pt x="158" y="2"/>
                  <a:pt x="158" y="3"/>
                </a:cubicBezTo>
                <a:cubicBezTo>
                  <a:pt x="158" y="3"/>
                  <a:pt x="158" y="3"/>
                  <a:pt x="158" y="3"/>
                </a:cubicBezTo>
                <a:cubicBezTo>
                  <a:pt x="158" y="3"/>
                  <a:pt x="158" y="4"/>
                  <a:pt x="158" y="4"/>
                </a:cubicBezTo>
                <a:cubicBezTo>
                  <a:pt x="158" y="4"/>
                  <a:pt x="158" y="4"/>
                  <a:pt x="158" y="4"/>
                </a:cubicBezTo>
                <a:cubicBezTo>
                  <a:pt x="158" y="4"/>
                  <a:pt x="158" y="4"/>
                  <a:pt x="158" y="4"/>
                </a:cubicBezTo>
                <a:cubicBezTo>
                  <a:pt x="158" y="4"/>
                  <a:pt x="157" y="4"/>
                  <a:pt x="157" y="4"/>
                </a:cubicBezTo>
                <a:cubicBezTo>
                  <a:pt x="157" y="4"/>
                  <a:pt x="156" y="4"/>
                  <a:pt x="156" y="3"/>
                </a:cubicBezTo>
                <a:cubicBezTo>
                  <a:pt x="156" y="3"/>
                  <a:pt x="157" y="3"/>
                  <a:pt x="157" y="2"/>
                </a:cubicBezTo>
                <a:cubicBezTo>
                  <a:pt x="157" y="2"/>
                  <a:pt x="157" y="2"/>
                  <a:pt x="157" y="2"/>
                </a:cubicBezTo>
                <a:close/>
                <a:moveTo>
                  <a:pt x="159" y="5"/>
                </a:moveTo>
                <a:cubicBezTo>
                  <a:pt x="159" y="5"/>
                  <a:pt x="159" y="6"/>
                  <a:pt x="159" y="6"/>
                </a:cubicBezTo>
                <a:cubicBezTo>
                  <a:pt x="159" y="6"/>
                  <a:pt x="159" y="6"/>
                  <a:pt x="159" y="6"/>
                </a:cubicBezTo>
                <a:cubicBezTo>
                  <a:pt x="159" y="6"/>
                  <a:pt x="158" y="6"/>
                  <a:pt x="158" y="6"/>
                </a:cubicBezTo>
                <a:cubicBezTo>
                  <a:pt x="158" y="6"/>
                  <a:pt x="158" y="6"/>
                  <a:pt x="159" y="6"/>
                </a:cubicBezTo>
                <a:cubicBezTo>
                  <a:pt x="159" y="6"/>
                  <a:pt x="159" y="7"/>
                  <a:pt x="159" y="7"/>
                </a:cubicBezTo>
                <a:cubicBezTo>
                  <a:pt x="159" y="7"/>
                  <a:pt x="159" y="7"/>
                  <a:pt x="159" y="7"/>
                </a:cubicBezTo>
                <a:cubicBezTo>
                  <a:pt x="159" y="7"/>
                  <a:pt x="159" y="7"/>
                  <a:pt x="159" y="7"/>
                </a:cubicBezTo>
                <a:cubicBezTo>
                  <a:pt x="159" y="8"/>
                  <a:pt x="159" y="8"/>
                  <a:pt x="158" y="8"/>
                </a:cubicBezTo>
                <a:cubicBezTo>
                  <a:pt x="158" y="8"/>
                  <a:pt x="158" y="8"/>
                  <a:pt x="158" y="8"/>
                </a:cubicBezTo>
                <a:cubicBezTo>
                  <a:pt x="158" y="8"/>
                  <a:pt x="158" y="8"/>
                  <a:pt x="159" y="8"/>
                </a:cubicBezTo>
                <a:cubicBezTo>
                  <a:pt x="159" y="8"/>
                  <a:pt x="159" y="8"/>
                  <a:pt x="159" y="8"/>
                </a:cubicBezTo>
                <a:cubicBezTo>
                  <a:pt x="159" y="8"/>
                  <a:pt x="159" y="8"/>
                  <a:pt x="159" y="9"/>
                </a:cubicBezTo>
                <a:cubicBezTo>
                  <a:pt x="159" y="9"/>
                  <a:pt x="159" y="9"/>
                  <a:pt x="159" y="9"/>
                </a:cubicBezTo>
                <a:cubicBezTo>
                  <a:pt x="159" y="9"/>
                  <a:pt x="158" y="9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9" y="10"/>
                  <a:pt x="159" y="10"/>
                </a:cubicBezTo>
                <a:cubicBezTo>
                  <a:pt x="159" y="10"/>
                  <a:pt x="159" y="10"/>
                  <a:pt x="159" y="10"/>
                </a:cubicBezTo>
                <a:cubicBezTo>
                  <a:pt x="159" y="11"/>
                  <a:pt x="159" y="11"/>
                  <a:pt x="159" y="11"/>
                </a:cubicBezTo>
                <a:cubicBezTo>
                  <a:pt x="159" y="11"/>
                  <a:pt x="159" y="11"/>
                  <a:pt x="159" y="11"/>
                </a:cubicBezTo>
                <a:cubicBezTo>
                  <a:pt x="159" y="11"/>
                  <a:pt x="159" y="11"/>
                  <a:pt x="158" y="11"/>
                </a:cubicBezTo>
                <a:cubicBezTo>
                  <a:pt x="158" y="11"/>
                  <a:pt x="157" y="12"/>
                  <a:pt x="157" y="12"/>
                </a:cubicBezTo>
                <a:cubicBezTo>
                  <a:pt x="157" y="12"/>
                  <a:pt x="157" y="12"/>
                  <a:pt x="157" y="12"/>
                </a:cubicBezTo>
                <a:cubicBezTo>
                  <a:pt x="157" y="12"/>
                  <a:pt x="157" y="12"/>
                  <a:pt x="158" y="12"/>
                </a:cubicBezTo>
                <a:cubicBezTo>
                  <a:pt x="158" y="12"/>
                  <a:pt x="159" y="13"/>
                  <a:pt x="159" y="13"/>
                </a:cubicBezTo>
                <a:cubicBezTo>
                  <a:pt x="159" y="13"/>
                  <a:pt x="159" y="13"/>
                  <a:pt x="158" y="13"/>
                </a:cubicBezTo>
                <a:cubicBezTo>
                  <a:pt x="158" y="13"/>
                  <a:pt x="158" y="13"/>
                  <a:pt x="158" y="13"/>
                </a:cubicBezTo>
                <a:cubicBezTo>
                  <a:pt x="158" y="13"/>
                  <a:pt x="158" y="13"/>
                  <a:pt x="158" y="13"/>
                </a:cubicBezTo>
                <a:cubicBezTo>
                  <a:pt x="158" y="13"/>
                  <a:pt x="157" y="13"/>
                  <a:pt x="157" y="13"/>
                </a:cubicBezTo>
                <a:cubicBezTo>
                  <a:pt x="157" y="13"/>
                  <a:pt x="157" y="13"/>
                  <a:pt x="157" y="13"/>
                </a:cubicBezTo>
                <a:cubicBezTo>
                  <a:pt x="157" y="14"/>
                  <a:pt x="157" y="14"/>
                  <a:pt x="157" y="14"/>
                </a:cubicBezTo>
                <a:cubicBezTo>
                  <a:pt x="157" y="14"/>
                  <a:pt x="157" y="15"/>
                  <a:pt x="157" y="15"/>
                </a:cubicBezTo>
                <a:cubicBezTo>
                  <a:pt x="157" y="16"/>
                  <a:pt x="157" y="16"/>
                  <a:pt x="157" y="16"/>
                </a:cubicBezTo>
                <a:cubicBezTo>
                  <a:pt x="157" y="16"/>
                  <a:pt x="156" y="16"/>
                  <a:pt x="156" y="16"/>
                </a:cubicBezTo>
                <a:cubicBezTo>
                  <a:pt x="156" y="15"/>
                  <a:pt x="155" y="15"/>
                  <a:pt x="155" y="15"/>
                </a:cubicBezTo>
                <a:cubicBezTo>
                  <a:pt x="155" y="15"/>
                  <a:pt x="154" y="15"/>
                  <a:pt x="154" y="15"/>
                </a:cubicBezTo>
                <a:cubicBezTo>
                  <a:pt x="154" y="15"/>
                  <a:pt x="154" y="15"/>
                  <a:pt x="154" y="15"/>
                </a:cubicBezTo>
                <a:cubicBezTo>
                  <a:pt x="154" y="15"/>
                  <a:pt x="154" y="15"/>
                  <a:pt x="154" y="15"/>
                </a:cubicBezTo>
                <a:cubicBezTo>
                  <a:pt x="154" y="15"/>
                  <a:pt x="154" y="16"/>
                  <a:pt x="154" y="16"/>
                </a:cubicBezTo>
                <a:cubicBezTo>
                  <a:pt x="154" y="16"/>
                  <a:pt x="153" y="15"/>
                  <a:pt x="153" y="15"/>
                </a:cubicBezTo>
                <a:cubicBezTo>
                  <a:pt x="153" y="15"/>
                  <a:pt x="153" y="15"/>
                  <a:pt x="153" y="15"/>
                </a:cubicBezTo>
                <a:cubicBezTo>
                  <a:pt x="153" y="15"/>
                  <a:pt x="153" y="15"/>
                  <a:pt x="153" y="15"/>
                </a:cubicBezTo>
                <a:cubicBezTo>
                  <a:pt x="153" y="14"/>
                  <a:pt x="153" y="14"/>
                  <a:pt x="153" y="14"/>
                </a:cubicBezTo>
                <a:cubicBezTo>
                  <a:pt x="154" y="13"/>
                  <a:pt x="154" y="13"/>
                  <a:pt x="154" y="13"/>
                </a:cubicBezTo>
                <a:cubicBezTo>
                  <a:pt x="154" y="13"/>
                  <a:pt x="154" y="13"/>
                  <a:pt x="154" y="13"/>
                </a:cubicBezTo>
                <a:cubicBezTo>
                  <a:pt x="154" y="12"/>
                  <a:pt x="154" y="12"/>
                  <a:pt x="154" y="12"/>
                </a:cubicBezTo>
                <a:cubicBezTo>
                  <a:pt x="154" y="12"/>
                  <a:pt x="154" y="12"/>
                  <a:pt x="153" y="13"/>
                </a:cubicBezTo>
                <a:cubicBezTo>
                  <a:pt x="153" y="13"/>
                  <a:pt x="153" y="13"/>
                  <a:pt x="153" y="13"/>
                </a:cubicBezTo>
                <a:cubicBezTo>
                  <a:pt x="152" y="13"/>
                  <a:pt x="152" y="13"/>
                  <a:pt x="152" y="13"/>
                </a:cubicBezTo>
                <a:cubicBezTo>
                  <a:pt x="152" y="13"/>
                  <a:pt x="152" y="13"/>
                  <a:pt x="152" y="13"/>
                </a:cubicBezTo>
                <a:cubicBezTo>
                  <a:pt x="152" y="12"/>
                  <a:pt x="152" y="12"/>
                  <a:pt x="152" y="12"/>
                </a:cubicBezTo>
                <a:cubicBezTo>
                  <a:pt x="152" y="12"/>
                  <a:pt x="152" y="12"/>
                  <a:pt x="152" y="12"/>
                </a:cubicBezTo>
                <a:cubicBezTo>
                  <a:pt x="153" y="12"/>
                  <a:pt x="154" y="11"/>
                  <a:pt x="155" y="11"/>
                </a:cubicBezTo>
                <a:cubicBezTo>
                  <a:pt x="155" y="11"/>
                  <a:pt x="155" y="11"/>
                  <a:pt x="156" y="11"/>
                </a:cubicBezTo>
                <a:cubicBezTo>
                  <a:pt x="156" y="11"/>
                  <a:pt x="156" y="11"/>
                  <a:pt x="156" y="11"/>
                </a:cubicBezTo>
                <a:cubicBezTo>
                  <a:pt x="156" y="10"/>
                  <a:pt x="156" y="10"/>
                  <a:pt x="156" y="10"/>
                </a:cubicBezTo>
                <a:cubicBezTo>
                  <a:pt x="156" y="10"/>
                  <a:pt x="155" y="10"/>
                  <a:pt x="155" y="10"/>
                </a:cubicBezTo>
                <a:cubicBezTo>
                  <a:pt x="155" y="10"/>
                  <a:pt x="154" y="10"/>
                  <a:pt x="154" y="10"/>
                </a:cubicBezTo>
                <a:cubicBezTo>
                  <a:pt x="154" y="11"/>
                  <a:pt x="154" y="11"/>
                  <a:pt x="154" y="11"/>
                </a:cubicBezTo>
                <a:cubicBezTo>
                  <a:pt x="154" y="11"/>
                  <a:pt x="154" y="10"/>
                  <a:pt x="154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154" y="10"/>
                  <a:pt x="154" y="10"/>
                  <a:pt x="154" y="9"/>
                </a:cubicBezTo>
                <a:cubicBezTo>
                  <a:pt x="154" y="9"/>
                  <a:pt x="154" y="9"/>
                  <a:pt x="154" y="9"/>
                </a:cubicBezTo>
                <a:cubicBezTo>
                  <a:pt x="155" y="9"/>
                  <a:pt x="155" y="9"/>
                  <a:pt x="156" y="9"/>
                </a:cubicBezTo>
                <a:cubicBezTo>
                  <a:pt x="156" y="9"/>
                  <a:pt x="157" y="8"/>
                  <a:pt x="157" y="8"/>
                </a:cubicBezTo>
                <a:cubicBezTo>
                  <a:pt x="157" y="8"/>
                  <a:pt x="157" y="8"/>
                  <a:pt x="157" y="8"/>
                </a:cubicBezTo>
                <a:cubicBezTo>
                  <a:pt x="157" y="8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6" y="7"/>
                  <a:pt x="156" y="7"/>
                  <a:pt x="156" y="7"/>
                </a:cubicBezTo>
                <a:cubicBezTo>
                  <a:pt x="156" y="7"/>
                  <a:pt x="156" y="8"/>
                  <a:pt x="156" y="8"/>
                </a:cubicBezTo>
                <a:cubicBezTo>
                  <a:pt x="156" y="8"/>
                  <a:pt x="156" y="8"/>
                  <a:pt x="155" y="9"/>
                </a:cubicBezTo>
                <a:cubicBezTo>
                  <a:pt x="155" y="9"/>
                  <a:pt x="155" y="9"/>
                  <a:pt x="155" y="9"/>
                </a:cubicBezTo>
                <a:cubicBezTo>
                  <a:pt x="155" y="9"/>
                  <a:pt x="155" y="9"/>
                  <a:pt x="155" y="9"/>
                </a:cubicBezTo>
                <a:cubicBezTo>
                  <a:pt x="155" y="8"/>
                  <a:pt x="155" y="8"/>
                  <a:pt x="155" y="8"/>
                </a:cubicBezTo>
                <a:cubicBezTo>
                  <a:pt x="155" y="8"/>
                  <a:pt x="155" y="8"/>
                  <a:pt x="155" y="8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4" y="7"/>
                </a:cubicBezTo>
                <a:cubicBezTo>
                  <a:pt x="154" y="7"/>
                  <a:pt x="154" y="7"/>
                  <a:pt x="154" y="7"/>
                </a:cubicBezTo>
                <a:cubicBezTo>
                  <a:pt x="154" y="7"/>
                  <a:pt x="154" y="7"/>
                  <a:pt x="154" y="7"/>
                </a:cubicBezTo>
                <a:cubicBezTo>
                  <a:pt x="154" y="6"/>
                  <a:pt x="154" y="6"/>
                  <a:pt x="154" y="6"/>
                </a:cubicBezTo>
                <a:cubicBezTo>
                  <a:pt x="154" y="6"/>
                  <a:pt x="154" y="6"/>
                  <a:pt x="154" y="6"/>
                </a:cubicBezTo>
                <a:cubicBezTo>
                  <a:pt x="154" y="6"/>
                  <a:pt x="155" y="6"/>
                  <a:pt x="156" y="6"/>
                </a:cubicBezTo>
                <a:cubicBezTo>
                  <a:pt x="157" y="5"/>
                  <a:pt x="158" y="5"/>
                  <a:pt x="159" y="5"/>
                </a:cubicBezTo>
                <a:cubicBezTo>
                  <a:pt x="159" y="5"/>
                  <a:pt x="159" y="5"/>
                  <a:pt x="159" y="5"/>
                </a:cubicBezTo>
                <a:cubicBezTo>
                  <a:pt x="159" y="5"/>
                  <a:pt x="159" y="5"/>
                  <a:pt x="159" y="5"/>
                </a:cubicBezTo>
                <a:close/>
                <a:moveTo>
                  <a:pt x="166" y="8"/>
                </a:moveTo>
                <a:cubicBezTo>
                  <a:pt x="166" y="8"/>
                  <a:pt x="166" y="8"/>
                  <a:pt x="166" y="8"/>
                </a:cubicBezTo>
                <a:cubicBezTo>
                  <a:pt x="166" y="8"/>
                  <a:pt x="166" y="8"/>
                  <a:pt x="166" y="9"/>
                </a:cubicBezTo>
                <a:cubicBezTo>
                  <a:pt x="167" y="9"/>
                  <a:pt x="167" y="9"/>
                  <a:pt x="167" y="9"/>
                </a:cubicBezTo>
                <a:cubicBezTo>
                  <a:pt x="167" y="9"/>
                  <a:pt x="167" y="9"/>
                  <a:pt x="167" y="10"/>
                </a:cubicBezTo>
                <a:cubicBezTo>
                  <a:pt x="167" y="10"/>
                  <a:pt x="167" y="10"/>
                  <a:pt x="167" y="10"/>
                </a:cubicBezTo>
                <a:cubicBezTo>
                  <a:pt x="167" y="10"/>
                  <a:pt x="166" y="10"/>
                  <a:pt x="166" y="10"/>
                </a:cubicBezTo>
                <a:cubicBezTo>
                  <a:pt x="166" y="10"/>
                  <a:pt x="166" y="10"/>
                  <a:pt x="165" y="10"/>
                </a:cubicBezTo>
                <a:cubicBezTo>
                  <a:pt x="165" y="10"/>
                  <a:pt x="164" y="10"/>
                  <a:pt x="164" y="10"/>
                </a:cubicBezTo>
                <a:cubicBezTo>
                  <a:pt x="164" y="10"/>
                  <a:pt x="164" y="10"/>
                  <a:pt x="164" y="11"/>
                </a:cubicBezTo>
                <a:cubicBezTo>
                  <a:pt x="164" y="12"/>
                  <a:pt x="164" y="12"/>
                  <a:pt x="164" y="13"/>
                </a:cubicBezTo>
                <a:cubicBezTo>
                  <a:pt x="164" y="13"/>
                  <a:pt x="164" y="13"/>
                  <a:pt x="164" y="14"/>
                </a:cubicBezTo>
                <a:cubicBezTo>
                  <a:pt x="164" y="14"/>
                  <a:pt x="164" y="14"/>
                  <a:pt x="164" y="15"/>
                </a:cubicBezTo>
                <a:cubicBezTo>
                  <a:pt x="164" y="15"/>
                  <a:pt x="164" y="15"/>
                  <a:pt x="164" y="16"/>
                </a:cubicBezTo>
                <a:cubicBezTo>
                  <a:pt x="164" y="16"/>
                  <a:pt x="164" y="16"/>
                  <a:pt x="164" y="16"/>
                </a:cubicBezTo>
                <a:cubicBezTo>
                  <a:pt x="164" y="17"/>
                  <a:pt x="164" y="17"/>
                  <a:pt x="164" y="17"/>
                </a:cubicBezTo>
                <a:cubicBezTo>
                  <a:pt x="164" y="17"/>
                  <a:pt x="164" y="18"/>
                  <a:pt x="164" y="18"/>
                </a:cubicBezTo>
                <a:cubicBezTo>
                  <a:pt x="164" y="18"/>
                  <a:pt x="164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lnTo>
                  <a:pt x="163" y="17"/>
                </a:lnTo>
                <a:cubicBezTo>
                  <a:pt x="163" y="17"/>
                  <a:pt x="163" y="15"/>
                  <a:pt x="163" y="14"/>
                </a:cubicBezTo>
                <a:cubicBezTo>
                  <a:pt x="163" y="12"/>
                  <a:pt x="163" y="11"/>
                  <a:pt x="163" y="11"/>
                </a:cubicBezTo>
                <a:cubicBezTo>
                  <a:pt x="163" y="11"/>
                  <a:pt x="162" y="10"/>
                  <a:pt x="162" y="10"/>
                </a:cubicBezTo>
                <a:cubicBezTo>
                  <a:pt x="162" y="10"/>
                  <a:pt x="162" y="10"/>
                  <a:pt x="162" y="10"/>
                </a:cubicBezTo>
                <a:cubicBezTo>
                  <a:pt x="162" y="10"/>
                  <a:pt x="162" y="10"/>
                  <a:pt x="162" y="10"/>
                </a:cubicBezTo>
                <a:cubicBezTo>
                  <a:pt x="161" y="10"/>
                  <a:pt x="161" y="10"/>
                  <a:pt x="161" y="11"/>
                </a:cubicBezTo>
                <a:cubicBezTo>
                  <a:pt x="161" y="11"/>
                  <a:pt x="161" y="11"/>
                  <a:pt x="161" y="11"/>
                </a:cubicBezTo>
                <a:cubicBezTo>
                  <a:pt x="161" y="11"/>
                  <a:pt x="161" y="11"/>
                  <a:pt x="161" y="11"/>
                </a:cubicBezTo>
                <a:cubicBezTo>
                  <a:pt x="160" y="12"/>
                  <a:pt x="160" y="12"/>
                  <a:pt x="160" y="12"/>
                </a:cubicBezTo>
                <a:lnTo>
                  <a:pt x="160" y="13"/>
                </a:lnTo>
                <a:cubicBezTo>
                  <a:pt x="160" y="13"/>
                  <a:pt x="160" y="13"/>
                  <a:pt x="160" y="14"/>
                </a:cubicBezTo>
                <a:cubicBezTo>
                  <a:pt x="160" y="14"/>
                  <a:pt x="159" y="14"/>
                  <a:pt x="159" y="15"/>
                </a:cubicBezTo>
                <a:cubicBezTo>
                  <a:pt x="159" y="15"/>
                  <a:pt x="158" y="15"/>
                  <a:pt x="158" y="15"/>
                </a:cubicBezTo>
                <a:cubicBezTo>
                  <a:pt x="158" y="15"/>
                  <a:pt x="158" y="15"/>
                  <a:pt x="158" y="15"/>
                </a:cubicBezTo>
                <a:cubicBezTo>
                  <a:pt x="158" y="15"/>
                  <a:pt x="158" y="14"/>
                  <a:pt x="159" y="14"/>
                </a:cubicBezTo>
                <a:cubicBezTo>
                  <a:pt x="159" y="13"/>
                  <a:pt x="159" y="12"/>
                  <a:pt x="160" y="12"/>
                </a:cubicBezTo>
                <a:cubicBezTo>
                  <a:pt x="160" y="11"/>
                  <a:pt x="160" y="11"/>
                  <a:pt x="160" y="10"/>
                </a:cubicBezTo>
                <a:cubicBezTo>
                  <a:pt x="160" y="9"/>
                  <a:pt x="160" y="8"/>
                  <a:pt x="160" y="8"/>
                </a:cubicBezTo>
                <a:lnTo>
                  <a:pt x="160" y="7"/>
                </a:lnTo>
                <a:cubicBezTo>
                  <a:pt x="160" y="7"/>
                  <a:pt x="160" y="6"/>
                  <a:pt x="160" y="6"/>
                </a:cubicBezTo>
                <a:cubicBezTo>
                  <a:pt x="160" y="6"/>
                  <a:pt x="160" y="6"/>
                  <a:pt x="161" y="6"/>
                </a:cubicBezTo>
                <a:cubicBezTo>
                  <a:pt x="161" y="6"/>
                  <a:pt x="162" y="6"/>
                  <a:pt x="162" y="6"/>
                </a:cubicBezTo>
                <a:cubicBezTo>
                  <a:pt x="163" y="5"/>
                  <a:pt x="164" y="5"/>
                  <a:pt x="164" y="5"/>
                </a:cubicBezTo>
                <a:cubicBezTo>
                  <a:pt x="164" y="5"/>
                  <a:pt x="165" y="5"/>
                  <a:pt x="165" y="5"/>
                </a:cubicBezTo>
                <a:cubicBezTo>
                  <a:pt x="165" y="6"/>
                  <a:pt x="165" y="6"/>
                  <a:pt x="165" y="6"/>
                </a:cubicBezTo>
                <a:cubicBezTo>
                  <a:pt x="165" y="6"/>
                  <a:pt x="165" y="6"/>
                  <a:pt x="165" y="6"/>
                </a:cubicBezTo>
                <a:cubicBezTo>
                  <a:pt x="165" y="7"/>
                  <a:pt x="164" y="7"/>
                  <a:pt x="164" y="7"/>
                </a:cubicBezTo>
                <a:cubicBezTo>
                  <a:pt x="164" y="7"/>
                  <a:pt x="164" y="7"/>
                  <a:pt x="164" y="7"/>
                </a:cubicBezTo>
                <a:cubicBezTo>
                  <a:pt x="163" y="7"/>
                  <a:pt x="163" y="7"/>
                  <a:pt x="163" y="7"/>
                </a:cubicBezTo>
                <a:cubicBezTo>
                  <a:pt x="162" y="7"/>
                  <a:pt x="162" y="7"/>
                  <a:pt x="161" y="8"/>
                </a:cubicBezTo>
                <a:cubicBezTo>
                  <a:pt x="161" y="8"/>
                  <a:pt x="161" y="9"/>
                  <a:pt x="161" y="9"/>
                </a:cubicBezTo>
                <a:cubicBezTo>
                  <a:pt x="161" y="9"/>
                  <a:pt x="161" y="9"/>
                  <a:pt x="161" y="9"/>
                </a:cubicBezTo>
                <a:cubicBezTo>
                  <a:pt x="161" y="9"/>
                  <a:pt x="162" y="9"/>
                  <a:pt x="163" y="9"/>
                </a:cubicBezTo>
                <a:cubicBezTo>
                  <a:pt x="163" y="8"/>
                  <a:pt x="164" y="8"/>
                  <a:pt x="165" y="8"/>
                </a:cubicBezTo>
                <a:cubicBezTo>
                  <a:pt x="165" y="8"/>
                  <a:pt x="165" y="8"/>
                  <a:pt x="166" y="8"/>
                </a:cubicBezTo>
                <a:close/>
              </a:path>
              <a:path w="192" h="20">
                <a:moveTo>
                  <a:pt x="28" y="11"/>
                </a:moveTo>
                <a:cubicBezTo>
                  <a:pt x="28" y="11"/>
                  <a:pt x="28" y="11"/>
                  <a:pt x="28" y="11"/>
                </a:cubicBezTo>
                <a:cubicBezTo>
                  <a:pt x="28" y="11"/>
                  <a:pt x="29" y="10"/>
                  <a:pt x="30" y="10"/>
                </a:cubicBezTo>
                <a:cubicBezTo>
                  <a:pt x="30" y="10"/>
                  <a:pt x="30" y="10"/>
                  <a:pt x="30" y="10"/>
                </a:cubicBezTo>
                <a:cubicBezTo>
                  <a:pt x="30" y="10"/>
                  <a:pt x="30" y="9"/>
                  <a:pt x="30" y="9"/>
                </a:cubicBezTo>
                <a:lnTo>
                  <a:pt x="30" y="7"/>
                </a:lnTo>
                <a:cubicBezTo>
                  <a:pt x="30" y="6"/>
                  <a:pt x="30" y="6"/>
                  <a:pt x="30" y="6"/>
                </a:cubicBezTo>
                <a:cubicBezTo>
                  <a:pt x="29" y="6"/>
                  <a:pt x="29" y="6"/>
                  <a:pt x="29" y="6"/>
                </a:cubicBezTo>
                <a:cubicBezTo>
                  <a:pt x="29" y="6"/>
                  <a:pt x="29" y="6"/>
                  <a:pt x="29" y="6"/>
                </a:cubicBezTo>
                <a:cubicBezTo>
                  <a:pt x="28" y="6"/>
                  <a:pt x="28" y="6"/>
                  <a:pt x="28" y="6"/>
                </a:cubicBezTo>
                <a:cubicBezTo>
                  <a:pt x="28" y="7"/>
                  <a:pt x="28" y="7"/>
                  <a:pt x="28" y="7"/>
                </a:cubicBezTo>
                <a:cubicBezTo>
                  <a:pt x="28" y="7"/>
                  <a:pt x="28" y="7"/>
                  <a:pt x="28" y="7"/>
                </a:cubicBezTo>
                <a:cubicBezTo>
                  <a:pt x="28" y="8"/>
                  <a:pt x="29" y="8"/>
                  <a:pt x="29" y="8"/>
                </a:cubicBezTo>
                <a:cubicBezTo>
                  <a:pt x="29" y="8"/>
                  <a:pt x="29" y="8"/>
                  <a:pt x="29" y="9"/>
                </a:cubicBezTo>
                <a:cubicBezTo>
                  <a:pt x="29" y="9"/>
                  <a:pt x="29" y="9"/>
                  <a:pt x="29" y="9"/>
                </a:cubicBezTo>
                <a:cubicBezTo>
                  <a:pt x="29" y="9"/>
                  <a:pt x="28" y="9"/>
                  <a:pt x="28" y="9"/>
                </a:cubicBezTo>
                <a:cubicBezTo>
                  <a:pt x="28" y="9"/>
                  <a:pt x="28" y="9"/>
                  <a:pt x="28" y="10"/>
                </a:cubicBezTo>
                <a:cubicBezTo>
                  <a:pt x="28" y="10"/>
                  <a:pt x="28" y="10"/>
                  <a:pt x="28" y="10"/>
                </a:cubicBezTo>
                <a:cubicBezTo>
                  <a:pt x="28" y="10"/>
                  <a:pt x="28" y="11"/>
                  <a:pt x="28" y="11"/>
                </a:cubicBezTo>
                <a:cubicBezTo>
                  <a:pt x="28" y="11"/>
                  <a:pt x="28" y="11"/>
                  <a:pt x="28" y="11"/>
                </a:cubicBezTo>
                <a:close/>
              </a:path>
              <a:path w="192" h="20">
                <a:moveTo>
                  <a:pt x="53" y="8"/>
                </a:moveTo>
                <a:cubicBezTo>
                  <a:pt x="53" y="7"/>
                  <a:pt x="53" y="7"/>
                  <a:pt x="52" y="7"/>
                </a:cubicBezTo>
                <a:cubicBezTo>
                  <a:pt x="52" y="7"/>
                  <a:pt x="52" y="7"/>
                  <a:pt x="52" y="7"/>
                </a:cubicBezTo>
                <a:cubicBezTo>
                  <a:pt x="52" y="7"/>
                  <a:pt x="52" y="7"/>
                  <a:pt x="52" y="7"/>
                </a:cubicBezTo>
                <a:cubicBezTo>
                  <a:pt x="52" y="7"/>
                  <a:pt x="52" y="7"/>
                  <a:pt x="52" y="8"/>
                </a:cubicBezTo>
                <a:cubicBezTo>
                  <a:pt x="51" y="8"/>
                  <a:pt x="51" y="9"/>
                  <a:pt x="51" y="9"/>
                </a:cubicBezTo>
                <a:cubicBezTo>
                  <a:pt x="51" y="9"/>
                  <a:pt x="52" y="9"/>
                  <a:pt x="52" y="9"/>
                </a:cubicBezTo>
                <a:cubicBezTo>
                  <a:pt x="52" y="9"/>
                  <a:pt x="52" y="9"/>
                  <a:pt x="52" y="9"/>
                </a:cubicBezTo>
                <a:cubicBezTo>
                  <a:pt x="53" y="8"/>
                  <a:pt x="53" y="8"/>
                  <a:pt x="53" y="8"/>
                </a:cubicBezTo>
                <a:close/>
              </a:path>
              <a:path w="192" h="20">
                <a:moveTo>
                  <a:pt x="50" y="8"/>
                </a:moveTo>
                <a:cubicBezTo>
                  <a:pt x="50" y="8"/>
                  <a:pt x="50" y="8"/>
                  <a:pt x="50" y="7"/>
                </a:cubicBezTo>
                <a:cubicBezTo>
                  <a:pt x="50" y="7"/>
                  <a:pt x="50" y="7"/>
                  <a:pt x="50" y="7"/>
                </a:cubicBezTo>
                <a:cubicBezTo>
                  <a:pt x="50" y="7"/>
                  <a:pt x="50" y="7"/>
                  <a:pt x="50" y="7"/>
                </a:cubicBezTo>
                <a:cubicBezTo>
                  <a:pt x="50" y="7"/>
                  <a:pt x="50" y="8"/>
                  <a:pt x="50" y="8"/>
                </a:cubicBezTo>
                <a:cubicBezTo>
                  <a:pt x="50" y="8"/>
                  <a:pt x="50" y="8"/>
                  <a:pt x="50" y="9"/>
                </a:cubicBezTo>
                <a:cubicBezTo>
                  <a:pt x="50" y="9"/>
                  <a:pt x="50" y="9"/>
                  <a:pt x="50" y="9"/>
                </a:cubicBezTo>
                <a:cubicBezTo>
                  <a:pt x="50" y="9"/>
                  <a:pt x="50" y="9"/>
                  <a:pt x="50" y="9"/>
                </a:cubicBezTo>
                <a:cubicBezTo>
                  <a:pt x="50" y="8"/>
                  <a:pt x="50" y="8"/>
                  <a:pt x="50" y="8"/>
                </a:cubicBezTo>
                <a:close/>
              </a:path>
              <a:path w="192" h="20">
                <a:moveTo>
                  <a:pt x="49" y="9"/>
                </a:moveTo>
                <a:cubicBezTo>
                  <a:pt x="49" y="9"/>
                  <a:pt x="49" y="9"/>
                  <a:pt x="49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9"/>
                  <a:pt x="48" y="9"/>
                  <a:pt x="48" y="9"/>
                </a:cubicBezTo>
                <a:cubicBezTo>
                  <a:pt x="48" y="9"/>
                  <a:pt x="48" y="9"/>
                  <a:pt x="48" y="9"/>
                </a:cubicBezTo>
                <a:cubicBezTo>
                  <a:pt x="49" y="9"/>
                  <a:pt x="49" y="9"/>
                  <a:pt x="49" y="9"/>
                </a:cubicBezTo>
                <a:close/>
              </a:path>
              <a:path w="192" h="20">
                <a:moveTo>
                  <a:pt x="51" y="13"/>
                </a:moveTo>
                <a:cubicBezTo>
                  <a:pt x="51" y="13"/>
                  <a:pt x="51" y="13"/>
                  <a:pt x="51" y="13"/>
                </a:cubicBezTo>
                <a:cubicBezTo>
                  <a:pt x="51" y="13"/>
                  <a:pt x="52" y="13"/>
                  <a:pt x="52" y="13"/>
                </a:cubicBezTo>
                <a:cubicBezTo>
                  <a:pt x="52" y="13"/>
                  <a:pt x="52" y="12"/>
                  <a:pt x="52" y="12"/>
                </a:cubicBezTo>
                <a:cubicBezTo>
                  <a:pt x="52" y="12"/>
                  <a:pt x="52" y="12"/>
                  <a:pt x="51" y="12"/>
                </a:cubicBezTo>
                <a:cubicBezTo>
                  <a:pt x="51" y="12"/>
                  <a:pt x="51" y="12"/>
                  <a:pt x="51" y="12"/>
                </a:cubicBezTo>
                <a:cubicBezTo>
                  <a:pt x="51" y="12"/>
                  <a:pt x="51" y="12"/>
                  <a:pt x="50" y="12"/>
                </a:cubicBezTo>
                <a:cubicBezTo>
                  <a:pt x="50" y="12"/>
                  <a:pt x="50" y="12"/>
                  <a:pt x="50" y="12"/>
                </a:cubicBezTo>
                <a:cubicBezTo>
                  <a:pt x="50" y="12"/>
                  <a:pt x="50" y="12"/>
                  <a:pt x="50" y="13"/>
                </a:cubicBezTo>
                <a:cubicBezTo>
                  <a:pt x="50" y="13"/>
                  <a:pt x="50" y="13"/>
                  <a:pt x="51" y="13"/>
                </a:cubicBezTo>
                <a:close/>
              </a:path>
              <a:path w="192" h="20">
                <a:moveTo>
                  <a:pt x="51" y="15"/>
                </a:moveTo>
                <a:cubicBezTo>
                  <a:pt x="52" y="15"/>
                  <a:pt x="52" y="15"/>
                  <a:pt x="52" y="15"/>
                </a:cubicBezTo>
                <a:cubicBezTo>
                  <a:pt x="53" y="15"/>
                  <a:pt x="53" y="15"/>
                  <a:pt x="53" y="14"/>
                </a:cubicBezTo>
                <a:cubicBezTo>
                  <a:pt x="53" y="14"/>
                  <a:pt x="53" y="14"/>
                  <a:pt x="53" y="13"/>
                </a:cubicBezTo>
                <a:cubicBezTo>
                  <a:pt x="52" y="13"/>
                  <a:pt x="52" y="13"/>
                  <a:pt x="52" y="13"/>
                </a:cubicBezTo>
                <a:cubicBezTo>
                  <a:pt x="52" y="13"/>
                  <a:pt x="52" y="13"/>
                  <a:pt x="52" y="13"/>
                </a:cubicBezTo>
                <a:cubicBezTo>
                  <a:pt x="52" y="13"/>
                  <a:pt x="51" y="14"/>
                  <a:pt x="51" y="14"/>
                </a:cubicBezTo>
                <a:cubicBezTo>
                  <a:pt x="51" y="14"/>
                  <a:pt x="51" y="14"/>
                  <a:pt x="51" y="14"/>
                </a:cubicBezTo>
                <a:lnTo>
                  <a:pt x="50" y="14"/>
                </a:lnTo>
                <a:cubicBezTo>
                  <a:pt x="50" y="14"/>
                  <a:pt x="50" y="14"/>
                  <a:pt x="49" y="12"/>
                </a:cubicBezTo>
                <a:cubicBezTo>
                  <a:pt x="49" y="12"/>
                  <a:pt x="49" y="12"/>
                  <a:pt x="49" y="12"/>
                </a:cubicBezTo>
                <a:cubicBezTo>
                  <a:pt x="49" y="12"/>
                  <a:pt x="49" y="12"/>
                  <a:pt x="49" y="12"/>
                </a:cubicBezTo>
                <a:cubicBezTo>
                  <a:pt x="49" y="12"/>
                  <a:pt x="49" y="12"/>
                  <a:pt x="49" y="13"/>
                </a:cubicBezTo>
                <a:cubicBezTo>
                  <a:pt x="49" y="13"/>
                  <a:pt x="49" y="13"/>
                  <a:pt x="49" y="13"/>
                </a:cubicBezTo>
                <a:cubicBezTo>
                  <a:pt x="49" y="14"/>
                  <a:pt x="49" y="14"/>
                  <a:pt x="49" y="15"/>
                </a:cubicBezTo>
                <a:cubicBezTo>
                  <a:pt x="50" y="15"/>
                  <a:pt x="50" y="15"/>
                  <a:pt x="51" y="15"/>
                </a:cubicBezTo>
                <a:close/>
              </a:path>
              <a:path w="192" h="20">
                <a:moveTo>
                  <a:pt x="68" y="8"/>
                </a:moveTo>
                <a:cubicBezTo>
                  <a:pt x="68" y="8"/>
                  <a:pt x="69" y="8"/>
                  <a:pt x="69" y="8"/>
                </a:cubicBezTo>
                <a:cubicBezTo>
                  <a:pt x="69" y="8"/>
                  <a:pt x="69" y="7"/>
                  <a:pt x="69" y="7"/>
                </a:cubicBezTo>
                <a:cubicBezTo>
                  <a:pt x="69" y="7"/>
                  <a:pt x="69" y="6"/>
                  <a:pt x="69" y="6"/>
                </a:cubicBezTo>
                <a:cubicBezTo>
                  <a:pt x="69" y="6"/>
                  <a:pt x="69" y="5"/>
                  <a:pt x="69" y="5"/>
                </a:cubicBezTo>
                <a:cubicBezTo>
                  <a:pt x="68" y="5"/>
                  <a:pt x="68" y="5"/>
                  <a:pt x="68" y="5"/>
                </a:cubicBezTo>
                <a:cubicBezTo>
                  <a:pt x="68" y="5"/>
                  <a:pt x="67" y="5"/>
                  <a:pt x="67" y="5"/>
                </a:cubicBezTo>
                <a:cubicBezTo>
                  <a:pt x="67" y="5"/>
                  <a:pt x="67" y="5"/>
                  <a:pt x="66" y="5"/>
                </a:cubicBezTo>
                <a:cubicBezTo>
                  <a:pt x="66" y="6"/>
                  <a:pt x="66" y="6"/>
                  <a:pt x="65" y="6"/>
                </a:cubicBezTo>
                <a:cubicBezTo>
                  <a:pt x="65" y="6"/>
                  <a:pt x="65" y="6"/>
                  <a:pt x="65" y="6"/>
                </a:cubicBezTo>
                <a:cubicBezTo>
                  <a:pt x="65" y="6"/>
                  <a:pt x="65" y="6"/>
                  <a:pt x="65" y="6"/>
                </a:cubicBezTo>
                <a:cubicBezTo>
                  <a:pt x="65" y="7"/>
                  <a:pt x="65" y="7"/>
                  <a:pt x="65" y="8"/>
                </a:cubicBezTo>
                <a:cubicBezTo>
                  <a:pt x="65" y="8"/>
                  <a:pt x="65" y="8"/>
                  <a:pt x="65" y="8"/>
                </a:cubicBezTo>
                <a:cubicBezTo>
                  <a:pt x="66" y="8"/>
                  <a:pt x="66" y="8"/>
                  <a:pt x="66" y="8"/>
                </a:cubicBezTo>
                <a:cubicBezTo>
                  <a:pt x="67" y="7"/>
                  <a:pt x="68" y="7"/>
                  <a:pt x="68" y="7"/>
                </a:cubicBezTo>
                <a:cubicBezTo>
                  <a:pt x="68" y="7"/>
                  <a:pt x="68" y="7"/>
                  <a:pt x="68" y="8"/>
                </a:cubicBezTo>
                <a:cubicBezTo>
                  <a:pt x="68" y="8"/>
                  <a:pt x="68" y="8"/>
                  <a:pt x="68" y="8"/>
                </a:cubicBezTo>
                <a:close/>
                <a:moveTo>
                  <a:pt x="68" y="6"/>
                </a:moveTo>
                <a:cubicBezTo>
                  <a:pt x="68" y="6"/>
                  <a:pt x="68" y="6"/>
                  <a:pt x="68" y="6"/>
                </a:cubicBezTo>
                <a:cubicBezTo>
                  <a:pt x="68" y="7"/>
                  <a:pt x="68" y="7"/>
                  <a:pt x="67" y="7"/>
                </a:cubicBezTo>
                <a:cubicBezTo>
                  <a:pt x="67" y="7"/>
                  <a:pt x="66" y="7"/>
                  <a:pt x="66" y="7"/>
                </a:cubicBezTo>
                <a:cubicBezTo>
                  <a:pt x="66" y="7"/>
                  <a:pt x="66" y="7"/>
                  <a:pt x="66" y="7"/>
                </a:cubicBezTo>
                <a:cubicBezTo>
                  <a:pt x="65" y="7"/>
                  <a:pt x="65" y="7"/>
                  <a:pt x="65" y="6"/>
                </a:cubicBezTo>
                <a:cubicBezTo>
                  <a:pt x="65" y="6"/>
                  <a:pt x="66" y="6"/>
                  <a:pt x="66" y="6"/>
                </a:cubicBezTo>
                <a:cubicBezTo>
                  <a:pt x="66" y="6"/>
                  <a:pt x="67" y="6"/>
                  <a:pt x="67" y="6"/>
                </a:cubicBezTo>
                <a:cubicBezTo>
                  <a:pt x="67" y="6"/>
                  <a:pt x="67" y="6"/>
                  <a:pt x="68" y="6"/>
                </a:cubicBezTo>
                <a:close/>
              </a:path>
              <a:path w="192" h="20">
                <a:moveTo>
                  <a:pt x="127" y="7"/>
                </a:moveTo>
                <a:cubicBezTo>
                  <a:pt x="127" y="7"/>
                  <a:pt x="127" y="7"/>
                  <a:pt x="127" y="7"/>
                </a:cubicBezTo>
                <a:cubicBezTo>
                  <a:pt x="127" y="7"/>
                  <a:pt x="127" y="7"/>
                  <a:pt x="127" y="6"/>
                </a:cubicBezTo>
                <a:cubicBezTo>
                  <a:pt x="127" y="6"/>
                  <a:pt x="127" y="5"/>
                  <a:pt x="127" y="5"/>
                </a:cubicBezTo>
                <a:cubicBezTo>
                  <a:pt x="127" y="4"/>
                  <a:pt x="127" y="4"/>
                  <a:pt x="127" y="3"/>
                </a:cubicBezTo>
                <a:cubicBezTo>
                  <a:pt x="127" y="3"/>
                  <a:pt x="127" y="3"/>
                  <a:pt x="127" y="3"/>
                </a:cubicBezTo>
                <a:cubicBezTo>
                  <a:pt x="127" y="3"/>
                  <a:pt x="127" y="3"/>
                  <a:pt x="127" y="3"/>
                </a:cubicBezTo>
                <a:cubicBezTo>
                  <a:pt x="127" y="3"/>
                  <a:pt x="126" y="3"/>
                  <a:pt x="126" y="3"/>
                </a:cubicBezTo>
                <a:cubicBezTo>
                  <a:pt x="125" y="3"/>
                  <a:pt x="125" y="3"/>
                  <a:pt x="125" y="4"/>
                </a:cubicBezTo>
                <a:cubicBezTo>
                  <a:pt x="125" y="4"/>
                  <a:pt x="125" y="4"/>
                  <a:pt x="125" y="4"/>
                </a:cubicBezTo>
                <a:cubicBezTo>
                  <a:pt x="125" y="4"/>
                  <a:pt x="125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5"/>
                  <a:pt x="126" y="5"/>
                  <a:pt x="126" y="5"/>
                </a:cubicBezTo>
                <a:cubicBezTo>
                  <a:pt x="125" y="5"/>
                  <a:pt x="125" y="5"/>
                  <a:pt x="125" y="5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6" y="6"/>
                </a:cubicBezTo>
                <a:cubicBezTo>
                  <a:pt x="126" y="6"/>
                  <a:pt x="126" y="6"/>
                  <a:pt x="126" y="6"/>
                </a:cubicBezTo>
                <a:cubicBezTo>
                  <a:pt x="126" y="6"/>
                  <a:pt x="126" y="6"/>
                  <a:pt x="126" y="6"/>
                </a:cubicBezTo>
                <a:cubicBezTo>
                  <a:pt x="126" y="6"/>
                  <a:pt x="126" y="6"/>
                  <a:pt x="127" y="7"/>
                </a:cubicBezTo>
                <a:cubicBezTo>
                  <a:pt x="127" y="7"/>
                  <a:pt x="127" y="7"/>
                  <a:pt x="127" y="7"/>
                </a:cubicBezTo>
                <a:close/>
              </a:path>
              <a:path w="192" h="20">
                <a:moveTo>
                  <a:pt x="125" y="13"/>
                </a:moveTo>
                <a:cubicBezTo>
                  <a:pt x="125" y="13"/>
                  <a:pt x="125" y="13"/>
                  <a:pt x="125" y="13"/>
                </a:cubicBezTo>
                <a:cubicBezTo>
                  <a:pt x="125" y="13"/>
                  <a:pt x="125" y="12"/>
                  <a:pt x="125" y="12"/>
                </a:cubicBezTo>
                <a:cubicBezTo>
                  <a:pt x="126" y="12"/>
                  <a:pt x="126" y="11"/>
                  <a:pt x="126" y="11"/>
                </a:cubicBezTo>
                <a:cubicBezTo>
                  <a:pt x="126" y="11"/>
                  <a:pt x="125" y="11"/>
                  <a:pt x="125" y="10"/>
                </a:cubicBezTo>
                <a:cubicBezTo>
                  <a:pt x="125" y="10"/>
                  <a:pt x="125" y="10"/>
                  <a:pt x="125" y="10"/>
                </a:cubicBezTo>
                <a:cubicBezTo>
                  <a:pt x="125" y="10"/>
                  <a:pt x="125" y="10"/>
                  <a:pt x="125" y="10"/>
                </a:cubicBezTo>
                <a:cubicBezTo>
                  <a:pt x="124" y="10"/>
                  <a:pt x="124" y="10"/>
                  <a:pt x="124" y="11"/>
                </a:cubicBezTo>
                <a:cubicBezTo>
                  <a:pt x="124" y="11"/>
                  <a:pt x="124" y="11"/>
                  <a:pt x="124" y="11"/>
                </a:cubicBezTo>
                <a:cubicBezTo>
                  <a:pt x="124" y="12"/>
                  <a:pt x="124" y="12"/>
                  <a:pt x="124" y="12"/>
                </a:cubicBezTo>
                <a:cubicBezTo>
                  <a:pt x="125" y="12"/>
                  <a:pt x="125" y="12"/>
                  <a:pt x="125" y="12"/>
                </a:cubicBezTo>
                <a:cubicBezTo>
                  <a:pt x="125" y="13"/>
                  <a:pt x="125" y="13"/>
                  <a:pt x="125" y="13"/>
                </a:cubicBezTo>
                <a:close/>
              </a:path>
              <a:path w="192" h="20">
                <a:moveTo>
                  <a:pt x="156" y="13"/>
                </a:moveTo>
                <a:cubicBezTo>
                  <a:pt x="156" y="13"/>
                  <a:pt x="156" y="12"/>
                  <a:pt x="156" y="12"/>
                </a:cubicBezTo>
                <a:cubicBezTo>
                  <a:pt x="156" y="12"/>
                  <a:pt x="156" y="12"/>
                  <a:pt x="156" y="12"/>
                </a:cubicBezTo>
                <a:cubicBezTo>
                  <a:pt x="156" y="12"/>
                  <a:pt x="156" y="12"/>
                  <a:pt x="156" y="12"/>
                </a:cubicBezTo>
                <a:cubicBezTo>
                  <a:pt x="156" y="12"/>
                  <a:pt x="156" y="12"/>
                  <a:pt x="155" y="12"/>
                </a:cubicBezTo>
                <a:cubicBezTo>
                  <a:pt x="155" y="12"/>
                  <a:pt x="155" y="12"/>
                  <a:pt x="155" y="12"/>
                </a:cubicBezTo>
                <a:cubicBezTo>
                  <a:pt x="155" y="12"/>
                  <a:pt x="155" y="12"/>
                  <a:pt x="155" y="13"/>
                </a:cubicBezTo>
                <a:cubicBezTo>
                  <a:pt x="155" y="13"/>
                  <a:pt x="155" y="13"/>
                  <a:pt x="155" y="13"/>
                </a:cubicBezTo>
                <a:cubicBezTo>
                  <a:pt x="155" y="14"/>
                  <a:pt x="155" y="14"/>
                  <a:pt x="155" y="14"/>
                </a:cubicBezTo>
                <a:cubicBezTo>
                  <a:pt x="155" y="14"/>
                  <a:pt x="155" y="14"/>
                  <a:pt x="155" y="14"/>
                </a:cubicBezTo>
                <a:cubicBezTo>
                  <a:pt x="155" y="14"/>
                  <a:pt x="155" y="14"/>
                  <a:pt x="156" y="14"/>
                </a:cubicBezTo>
                <a:cubicBezTo>
                  <a:pt x="156" y="14"/>
                  <a:pt x="156" y="14"/>
                  <a:pt x="156" y="14"/>
                </a:cubicBezTo>
                <a:cubicBezTo>
                  <a:pt x="156" y="14"/>
                  <a:pt x="156" y="14"/>
                  <a:pt x="156" y="14"/>
                </a:cubicBezTo>
                <a:cubicBezTo>
                  <a:pt x="156" y="13"/>
                  <a:pt x="156" y="13"/>
                  <a:pt x="156" y="13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2" name="Rectangle 13"/>
          <p:cNvSpPr>
            <a:spLocks noGrp="1"/>
          </p:cNvSpPr>
          <p:nvPr/>
        </p:nvSpPr>
        <p:spPr>
          <a:xfrm>
            <a:off x="9971521" y="260515"/>
            <a:ext cx="182870" cy="6350"/>
          </a:xfrm>
          <a:prstGeom prst="rect">
            <a:avLst/>
          </a:prstGeom>
          <a:solidFill>
            <a:srgbClr val="005A9F"/>
          </a:solidFill>
          <a:ln>
            <a:noFill/>
          </a:ln>
        </p:spPr>
      </p:sp>
      <p:sp>
        <p:nvSpPr>
          <p:cNvPr id="13" name="Freeform 14"/>
          <p:cNvSpPr>
            <a:spLocks noGrp="1"/>
          </p:cNvSpPr>
          <p:nvPr/>
        </p:nvSpPr>
        <p:spPr>
          <a:xfrm>
            <a:off x="9881355" y="177969"/>
            <a:ext cx="358121" cy="91435"/>
          </a:xfrm>
          <a:custGeom>
            <a:avLst/>
            <a:gdLst/>
            <a:ahLst/>
            <a:cxnLst/>
            <a:rect l="l" t="t" r="r" b="b"/>
            <a:pathLst>
              <a:path w="232" h="59">
                <a:moveTo>
                  <a:pt x="7" y="34"/>
                </a:moveTo>
                <a:lnTo>
                  <a:pt x="2" y="31"/>
                </a:lnTo>
                <a:lnTo>
                  <a:pt x="1" y="31"/>
                </a:lnTo>
                <a:lnTo>
                  <a:pt x="1" y="30"/>
                </a:lnTo>
                <a:lnTo>
                  <a:pt x="2" y="30"/>
                </a:lnTo>
                <a:lnTo>
                  <a:pt x="3" y="30"/>
                </a:lnTo>
                <a:lnTo>
                  <a:pt x="3" y="29"/>
                </a:lnTo>
                <a:lnTo>
                  <a:pt x="4" y="29"/>
                </a:lnTo>
                <a:lnTo>
                  <a:pt x="5" y="30"/>
                </a:lnTo>
                <a:lnTo>
                  <a:pt x="6" y="30"/>
                </a:lnTo>
                <a:lnTo>
                  <a:pt x="7" y="31"/>
                </a:lnTo>
                <a:lnTo>
                  <a:pt x="7" y="32"/>
                </a:lnTo>
                <a:lnTo>
                  <a:pt x="8" y="34"/>
                </a:lnTo>
                <a:lnTo>
                  <a:pt x="9" y="33"/>
                </a:lnTo>
                <a:lnTo>
                  <a:pt x="9" y="28"/>
                </a:lnTo>
                <a:lnTo>
                  <a:pt x="9" y="27"/>
                </a:lnTo>
                <a:lnTo>
                  <a:pt x="9" y="26"/>
                </a:lnTo>
                <a:lnTo>
                  <a:pt x="10" y="26"/>
                </a:lnTo>
                <a:lnTo>
                  <a:pt x="11" y="26"/>
                </a:lnTo>
                <a:lnTo>
                  <a:pt x="12" y="26"/>
                </a:lnTo>
                <a:lnTo>
                  <a:pt x="13" y="26"/>
                </a:lnTo>
                <a:lnTo>
                  <a:pt x="14" y="27"/>
                </a:lnTo>
                <a:lnTo>
                  <a:pt x="14" y="28"/>
                </a:lnTo>
                <a:lnTo>
                  <a:pt x="15" y="28"/>
                </a:lnTo>
                <a:lnTo>
                  <a:pt x="15" y="29"/>
                </a:lnTo>
                <a:lnTo>
                  <a:pt x="14" y="29"/>
                </a:lnTo>
                <a:lnTo>
                  <a:pt x="12" y="32"/>
                </a:lnTo>
                <a:lnTo>
                  <a:pt x="12" y="33"/>
                </a:lnTo>
                <a:lnTo>
                  <a:pt x="11" y="33"/>
                </a:lnTo>
                <a:lnTo>
                  <a:pt x="11" y="34"/>
                </a:lnTo>
                <a:lnTo>
                  <a:pt x="11" y="35"/>
                </a:lnTo>
                <a:lnTo>
                  <a:pt x="11" y="37"/>
                </a:lnTo>
                <a:lnTo>
                  <a:pt x="13" y="37"/>
                </a:lnTo>
                <a:lnTo>
                  <a:pt x="14" y="36"/>
                </a:lnTo>
                <a:lnTo>
                  <a:pt x="14" y="35"/>
                </a:lnTo>
                <a:lnTo>
                  <a:pt x="14" y="34"/>
                </a:lnTo>
                <a:lnTo>
                  <a:pt x="14" y="33"/>
                </a:lnTo>
                <a:lnTo>
                  <a:pt x="13" y="33"/>
                </a:lnTo>
                <a:lnTo>
                  <a:pt x="13" y="32"/>
                </a:lnTo>
                <a:lnTo>
                  <a:pt x="14" y="32"/>
                </a:lnTo>
                <a:lnTo>
                  <a:pt x="16" y="32"/>
                </a:lnTo>
                <a:lnTo>
                  <a:pt x="17" y="32"/>
                </a:lnTo>
                <a:lnTo>
                  <a:pt x="18" y="32"/>
                </a:lnTo>
                <a:lnTo>
                  <a:pt x="18" y="33"/>
                </a:lnTo>
                <a:lnTo>
                  <a:pt x="18" y="34"/>
                </a:lnTo>
                <a:lnTo>
                  <a:pt x="17" y="34"/>
                </a:lnTo>
                <a:lnTo>
                  <a:pt x="17" y="35"/>
                </a:lnTo>
                <a:lnTo>
                  <a:pt x="17" y="36"/>
                </a:lnTo>
                <a:lnTo>
                  <a:pt x="16" y="36"/>
                </a:lnTo>
                <a:lnTo>
                  <a:pt x="16" y="38"/>
                </a:lnTo>
                <a:lnTo>
                  <a:pt x="17" y="38"/>
                </a:lnTo>
                <a:lnTo>
                  <a:pt x="19" y="35"/>
                </a:lnTo>
                <a:lnTo>
                  <a:pt x="19" y="34"/>
                </a:lnTo>
                <a:lnTo>
                  <a:pt x="20" y="34"/>
                </a:lnTo>
                <a:lnTo>
                  <a:pt x="21" y="34"/>
                </a:lnTo>
                <a:lnTo>
                  <a:pt x="22" y="34"/>
                </a:lnTo>
                <a:lnTo>
                  <a:pt x="22" y="35"/>
                </a:lnTo>
                <a:lnTo>
                  <a:pt x="23" y="35"/>
                </a:lnTo>
                <a:lnTo>
                  <a:pt x="23" y="36"/>
                </a:lnTo>
                <a:lnTo>
                  <a:pt x="22" y="36"/>
                </a:lnTo>
                <a:lnTo>
                  <a:pt x="19" y="42"/>
                </a:lnTo>
                <a:lnTo>
                  <a:pt x="18" y="42"/>
                </a:lnTo>
                <a:lnTo>
                  <a:pt x="18" y="43"/>
                </a:lnTo>
                <a:lnTo>
                  <a:pt x="19" y="43"/>
                </a:lnTo>
                <a:lnTo>
                  <a:pt x="20" y="43"/>
                </a:lnTo>
                <a:lnTo>
                  <a:pt x="22" y="43"/>
                </a:lnTo>
                <a:lnTo>
                  <a:pt x="23" y="43"/>
                </a:lnTo>
                <a:lnTo>
                  <a:pt x="23" y="44"/>
                </a:lnTo>
                <a:lnTo>
                  <a:pt x="20" y="48"/>
                </a:lnTo>
                <a:lnTo>
                  <a:pt x="24" y="54"/>
                </a:lnTo>
                <a:lnTo>
                  <a:pt x="24" y="56"/>
                </a:lnTo>
                <a:lnTo>
                  <a:pt x="25" y="57"/>
                </a:lnTo>
                <a:lnTo>
                  <a:pt x="25" y="58"/>
                </a:lnTo>
                <a:lnTo>
                  <a:pt x="25" y="59"/>
                </a:lnTo>
                <a:lnTo>
                  <a:pt x="24" y="59"/>
                </a:lnTo>
                <a:lnTo>
                  <a:pt x="23" y="59"/>
                </a:lnTo>
                <a:lnTo>
                  <a:pt x="22" y="59"/>
                </a:lnTo>
                <a:lnTo>
                  <a:pt x="22" y="58"/>
                </a:lnTo>
                <a:lnTo>
                  <a:pt x="17" y="51"/>
                </a:lnTo>
                <a:lnTo>
                  <a:pt x="13" y="57"/>
                </a:lnTo>
                <a:lnTo>
                  <a:pt x="12" y="58"/>
                </a:lnTo>
                <a:lnTo>
                  <a:pt x="11" y="58"/>
                </a:lnTo>
                <a:lnTo>
                  <a:pt x="10" y="58"/>
                </a:lnTo>
                <a:lnTo>
                  <a:pt x="10" y="57"/>
                </a:lnTo>
                <a:lnTo>
                  <a:pt x="12" y="52"/>
                </a:lnTo>
                <a:lnTo>
                  <a:pt x="14" y="47"/>
                </a:lnTo>
                <a:lnTo>
                  <a:pt x="14" y="46"/>
                </a:lnTo>
                <a:lnTo>
                  <a:pt x="13" y="46"/>
                </a:lnTo>
                <a:lnTo>
                  <a:pt x="8" y="53"/>
                </a:lnTo>
                <a:lnTo>
                  <a:pt x="7" y="54"/>
                </a:lnTo>
                <a:lnTo>
                  <a:pt x="7" y="55"/>
                </a:lnTo>
                <a:lnTo>
                  <a:pt x="6" y="55"/>
                </a:lnTo>
                <a:lnTo>
                  <a:pt x="5" y="56"/>
                </a:lnTo>
                <a:lnTo>
                  <a:pt x="3" y="56"/>
                </a:lnTo>
                <a:lnTo>
                  <a:pt x="2" y="55"/>
                </a:lnTo>
                <a:lnTo>
                  <a:pt x="12" y="44"/>
                </a:lnTo>
                <a:lnTo>
                  <a:pt x="11" y="42"/>
                </a:lnTo>
                <a:lnTo>
                  <a:pt x="11" y="43"/>
                </a:lnTo>
                <a:lnTo>
                  <a:pt x="10" y="43"/>
                </a:lnTo>
                <a:lnTo>
                  <a:pt x="10" y="44"/>
                </a:lnTo>
                <a:lnTo>
                  <a:pt x="10" y="45"/>
                </a:lnTo>
                <a:lnTo>
                  <a:pt x="10" y="46"/>
                </a:lnTo>
                <a:lnTo>
                  <a:pt x="9" y="47"/>
                </a:lnTo>
                <a:lnTo>
                  <a:pt x="5" y="46"/>
                </a:lnTo>
                <a:lnTo>
                  <a:pt x="5" y="45"/>
                </a:lnTo>
                <a:lnTo>
                  <a:pt x="5" y="44"/>
                </a:lnTo>
                <a:lnTo>
                  <a:pt x="3" y="43"/>
                </a:lnTo>
                <a:lnTo>
                  <a:pt x="3" y="42"/>
                </a:lnTo>
                <a:lnTo>
                  <a:pt x="4" y="42"/>
                </a:lnTo>
                <a:lnTo>
                  <a:pt x="7" y="42"/>
                </a:lnTo>
                <a:lnTo>
                  <a:pt x="8" y="42"/>
                </a:lnTo>
                <a:lnTo>
                  <a:pt x="8" y="41"/>
                </a:lnTo>
                <a:lnTo>
                  <a:pt x="9" y="41"/>
                </a:lnTo>
                <a:lnTo>
                  <a:pt x="10" y="41"/>
                </a:lnTo>
                <a:lnTo>
                  <a:pt x="10" y="40"/>
                </a:lnTo>
                <a:lnTo>
                  <a:pt x="8" y="39"/>
                </a:lnTo>
                <a:lnTo>
                  <a:pt x="8" y="38"/>
                </a:lnTo>
                <a:lnTo>
                  <a:pt x="8" y="37"/>
                </a:lnTo>
                <a:lnTo>
                  <a:pt x="9" y="37"/>
                </a:lnTo>
                <a:lnTo>
                  <a:pt x="10" y="37"/>
                </a:lnTo>
                <a:lnTo>
                  <a:pt x="10" y="36"/>
                </a:lnTo>
                <a:lnTo>
                  <a:pt x="10" y="35"/>
                </a:lnTo>
                <a:lnTo>
                  <a:pt x="9" y="35"/>
                </a:lnTo>
                <a:lnTo>
                  <a:pt x="5" y="39"/>
                </a:lnTo>
                <a:lnTo>
                  <a:pt x="4" y="40"/>
                </a:lnTo>
                <a:lnTo>
                  <a:pt x="3" y="40"/>
                </a:lnTo>
                <a:lnTo>
                  <a:pt x="2" y="40"/>
                </a:lnTo>
                <a:lnTo>
                  <a:pt x="1" y="40"/>
                </a:lnTo>
                <a:lnTo>
                  <a:pt x="0" y="40"/>
                </a:lnTo>
                <a:lnTo>
                  <a:pt x="0" y="39"/>
                </a:lnTo>
                <a:lnTo>
                  <a:pt x="1" y="38"/>
                </a:lnTo>
                <a:lnTo>
                  <a:pt x="7" y="34"/>
                </a:lnTo>
                <a:close/>
                <a:moveTo>
                  <a:pt x="17" y="45"/>
                </a:moveTo>
                <a:lnTo>
                  <a:pt x="17" y="45"/>
                </a:lnTo>
                <a:lnTo>
                  <a:pt x="18" y="45"/>
                </a:lnTo>
                <a:lnTo>
                  <a:pt x="18" y="46"/>
                </a:lnTo>
                <a:lnTo>
                  <a:pt x="19" y="46"/>
                </a:lnTo>
                <a:lnTo>
                  <a:pt x="19" y="45"/>
                </a:lnTo>
                <a:lnTo>
                  <a:pt x="18" y="44"/>
                </a:lnTo>
                <a:lnTo>
                  <a:pt x="17" y="44"/>
                </a:lnTo>
                <a:lnTo>
                  <a:pt x="17" y="45"/>
                </a:lnTo>
                <a:close/>
                <a:moveTo>
                  <a:pt x="16" y="42"/>
                </a:moveTo>
                <a:lnTo>
                  <a:pt x="18" y="39"/>
                </a:lnTo>
                <a:lnTo>
                  <a:pt x="19" y="39"/>
                </a:lnTo>
                <a:lnTo>
                  <a:pt x="17" y="42"/>
                </a:lnTo>
                <a:lnTo>
                  <a:pt x="17" y="43"/>
                </a:lnTo>
                <a:lnTo>
                  <a:pt x="16" y="43"/>
                </a:lnTo>
                <a:lnTo>
                  <a:pt x="16" y="42"/>
                </a:lnTo>
                <a:close/>
                <a:moveTo>
                  <a:pt x="13" y="38"/>
                </a:moveTo>
                <a:lnTo>
                  <a:pt x="15" y="41"/>
                </a:lnTo>
                <a:lnTo>
                  <a:pt x="15" y="40"/>
                </a:lnTo>
                <a:lnTo>
                  <a:pt x="16" y="40"/>
                </a:lnTo>
                <a:lnTo>
                  <a:pt x="16" y="39"/>
                </a:lnTo>
                <a:lnTo>
                  <a:pt x="15" y="39"/>
                </a:lnTo>
                <a:lnTo>
                  <a:pt x="15" y="38"/>
                </a:lnTo>
                <a:lnTo>
                  <a:pt x="15" y="37"/>
                </a:lnTo>
                <a:lnTo>
                  <a:pt x="14" y="37"/>
                </a:lnTo>
                <a:lnTo>
                  <a:pt x="13" y="38"/>
                </a:lnTo>
                <a:close/>
                <a:moveTo>
                  <a:pt x="11" y="29"/>
                </a:moveTo>
                <a:lnTo>
                  <a:pt x="11" y="29"/>
                </a:lnTo>
                <a:lnTo>
                  <a:pt x="11" y="28"/>
                </a:lnTo>
                <a:lnTo>
                  <a:pt x="12" y="28"/>
                </a:lnTo>
                <a:lnTo>
                  <a:pt x="12" y="29"/>
                </a:lnTo>
                <a:lnTo>
                  <a:pt x="12" y="30"/>
                </a:lnTo>
                <a:lnTo>
                  <a:pt x="12" y="31"/>
                </a:lnTo>
                <a:lnTo>
                  <a:pt x="11" y="31"/>
                </a:lnTo>
                <a:lnTo>
                  <a:pt x="11" y="30"/>
                </a:lnTo>
                <a:lnTo>
                  <a:pt x="11" y="29"/>
                </a:lnTo>
                <a:close/>
                <a:moveTo>
                  <a:pt x="15" y="48"/>
                </a:moveTo>
                <a:lnTo>
                  <a:pt x="16" y="49"/>
                </a:lnTo>
                <a:lnTo>
                  <a:pt x="13" y="53"/>
                </a:lnTo>
                <a:lnTo>
                  <a:pt x="12" y="53"/>
                </a:lnTo>
                <a:lnTo>
                  <a:pt x="15" y="48"/>
                </a:lnTo>
                <a:close/>
              </a:path>
              <a:path w="232" h="59">
                <a:moveTo>
                  <a:pt x="204" y="57"/>
                </a:moveTo>
                <a:cubicBezTo>
                  <a:pt x="202" y="54"/>
                  <a:pt x="202" y="53"/>
                  <a:pt x="201" y="52"/>
                </a:cubicBezTo>
                <a:cubicBezTo>
                  <a:pt x="201" y="52"/>
                  <a:pt x="201" y="52"/>
                  <a:pt x="201" y="52"/>
                </a:cubicBezTo>
                <a:cubicBezTo>
                  <a:pt x="203" y="53"/>
                  <a:pt x="204" y="54"/>
                  <a:pt x="206" y="52"/>
                </a:cubicBezTo>
                <a:cubicBezTo>
                  <a:pt x="208" y="50"/>
                  <a:pt x="209" y="48"/>
                  <a:pt x="210" y="46"/>
                </a:cubicBezTo>
                <a:cubicBezTo>
                  <a:pt x="210" y="45"/>
                  <a:pt x="210" y="45"/>
                  <a:pt x="210" y="45"/>
                </a:cubicBezTo>
                <a:cubicBezTo>
                  <a:pt x="207" y="45"/>
                  <a:pt x="204" y="46"/>
                  <a:pt x="200" y="46"/>
                </a:cubicBezTo>
                <a:cubicBezTo>
                  <a:pt x="199" y="45"/>
                  <a:pt x="198" y="43"/>
                  <a:pt x="198" y="42"/>
                </a:cubicBezTo>
                <a:cubicBezTo>
                  <a:pt x="198" y="42"/>
                  <a:pt x="198" y="42"/>
                  <a:pt x="198" y="42"/>
                </a:cubicBezTo>
                <a:cubicBezTo>
                  <a:pt x="203" y="42"/>
                  <a:pt x="208" y="44"/>
                  <a:pt x="213" y="43"/>
                </a:cubicBezTo>
                <a:cubicBezTo>
                  <a:pt x="214" y="43"/>
                  <a:pt x="217" y="41"/>
                  <a:pt x="216" y="41"/>
                </a:cubicBezTo>
                <a:cubicBezTo>
                  <a:pt x="215" y="39"/>
                  <a:pt x="210" y="41"/>
                  <a:pt x="209" y="38"/>
                </a:cubicBezTo>
                <a:cubicBezTo>
                  <a:pt x="209" y="38"/>
                  <a:pt x="209" y="38"/>
                  <a:pt x="209" y="38"/>
                </a:cubicBezTo>
                <a:cubicBezTo>
                  <a:pt x="213" y="38"/>
                  <a:pt x="216" y="39"/>
                  <a:pt x="219" y="39"/>
                </a:cubicBezTo>
                <a:cubicBezTo>
                  <a:pt x="221" y="38"/>
                  <a:pt x="223" y="37"/>
                  <a:pt x="224" y="37"/>
                </a:cubicBezTo>
                <a:cubicBezTo>
                  <a:pt x="225" y="36"/>
                  <a:pt x="225" y="36"/>
                  <a:pt x="226" y="35"/>
                </a:cubicBezTo>
                <a:cubicBezTo>
                  <a:pt x="225" y="34"/>
                  <a:pt x="222" y="33"/>
                  <a:pt x="222" y="34"/>
                </a:cubicBezTo>
                <a:cubicBezTo>
                  <a:pt x="221" y="36"/>
                  <a:pt x="221" y="38"/>
                  <a:pt x="218" y="38"/>
                </a:cubicBezTo>
                <a:cubicBezTo>
                  <a:pt x="216" y="38"/>
                  <a:pt x="216" y="37"/>
                  <a:pt x="215" y="36"/>
                </a:cubicBezTo>
                <a:cubicBezTo>
                  <a:pt x="215" y="33"/>
                  <a:pt x="217" y="33"/>
                  <a:pt x="218" y="32"/>
                </a:cubicBezTo>
                <a:cubicBezTo>
                  <a:pt x="217" y="31"/>
                  <a:pt x="216" y="32"/>
                  <a:pt x="215" y="32"/>
                </a:cubicBezTo>
                <a:cubicBezTo>
                  <a:pt x="215" y="33"/>
                  <a:pt x="215" y="33"/>
                  <a:pt x="214" y="34"/>
                </a:cubicBezTo>
                <a:cubicBezTo>
                  <a:pt x="214" y="35"/>
                  <a:pt x="214" y="36"/>
                  <a:pt x="213" y="36"/>
                </a:cubicBezTo>
                <a:cubicBezTo>
                  <a:pt x="212" y="36"/>
                  <a:pt x="212" y="34"/>
                  <a:pt x="212" y="34"/>
                </a:cubicBezTo>
                <a:cubicBezTo>
                  <a:pt x="211" y="34"/>
                  <a:pt x="211" y="35"/>
                  <a:pt x="210" y="36"/>
                </a:cubicBezTo>
                <a:cubicBezTo>
                  <a:pt x="209" y="36"/>
                  <a:pt x="209" y="36"/>
                  <a:pt x="209" y="35"/>
                </a:cubicBezTo>
                <a:cubicBezTo>
                  <a:pt x="210" y="33"/>
                  <a:pt x="210" y="29"/>
                  <a:pt x="211" y="27"/>
                </a:cubicBezTo>
                <a:cubicBezTo>
                  <a:pt x="212" y="27"/>
                  <a:pt x="211" y="29"/>
                  <a:pt x="212" y="30"/>
                </a:cubicBezTo>
                <a:cubicBezTo>
                  <a:pt x="212" y="30"/>
                  <a:pt x="213" y="30"/>
                  <a:pt x="213" y="30"/>
                </a:cubicBezTo>
                <a:cubicBezTo>
                  <a:pt x="213" y="28"/>
                  <a:pt x="213" y="26"/>
                  <a:pt x="213" y="24"/>
                </a:cubicBezTo>
                <a:cubicBezTo>
                  <a:pt x="213" y="24"/>
                  <a:pt x="213" y="24"/>
                  <a:pt x="213" y="24"/>
                </a:cubicBezTo>
                <a:cubicBezTo>
                  <a:pt x="214" y="23"/>
                  <a:pt x="215" y="26"/>
                  <a:pt x="215" y="27"/>
                </a:cubicBezTo>
                <a:cubicBezTo>
                  <a:pt x="215" y="28"/>
                  <a:pt x="215" y="29"/>
                  <a:pt x="215" y="30"/>
                </a:cubicBezTo>
                <a:cubicBezTo>
                  <a:pt x="216" y="31"/>
                  <a:pt x="217" y="31"/>
                  <a:pt x="218" y="30"/>
                </a:cubicBezTo>
                <a:cubicBezTo>
                  <a:pt x="218" y="29"/>
                  <a:pt x="217" y="28"/>
                  <a:pt x="218" y="27"/>
                </a:cubicBezTo>
                <a:cubicBezTo>
                  <a:pt x="219" y="27"/>
                  <a:pt x="219" y="29"/>
                  <a:pt x="221" y="29"/>
                </a:cubicBezTo>
                <a:cubicBezTo>
                  <a:pt x="221" y="28"/>
                  <a:pt x="222" y="28"/>
                  <a:pt x="223" y="27"/>
                </a:cubicBezTo>
                <a:cubicBezTo>
                  <a:pt x="224" y="28"/>
                  <a:pt x="225" y="30"/>
                  <a:pt x="224" y="31"/>
                </a:cubicBezTo>
                <a:cubicBezTo>
                  <a:pt x="224" y="31"/>
                  <a:pt x="223" y="31"/>
                  <a:pt x="223" y="32"/>
                </a:cubicBezTo>
                <a:cubicBezTo>
                  <a:pt x="224" y="32"/>
                  <a:pt x="228" y="33"/>
                  <a:pt x="229" y="33"/>
                </a:cubicBezTo>
                <a:cubicBezTo>
                  <a:pt x="230" y="33"/>
                  <a:pt x="232" y="37"/>
                  <a:pt x="230" y="39"/>
                </a:cubicBezTo>
                <a:cubicBezTo>
                  <a:pt x="229" y="39"/>
                  <a:pt x="226" y="39"/>
                  <a:pt x="225" y="39"/>
                </a:cubicBezTo>
                <a:cubicBezTo>
                  <a:pt x="223" y="39"/>
                  <a:pt x="223" y="39"/>
                  <a:pt x="222" y="39"/>
                </a:cubicBezTo>
                <a:cubicBezTo>
                  <a:pt x="221" y="40"/>
                  <a:pt x="221" y="40"/>
                  <a:pt x="222" y="42"/>
                </a:cubicBezTo>
                <a:cubicBezTo>
                  <a:pt x="221" y="44"/>
                  <a:pt x="218" y="42"/>
                  <a:pt x="217" y="44"/>
                </a:cubicBezTo>
                <a:cubicBezTo>
                  <a:pt x="218" y="45"/>
                  <a:pt x="220" y="46"/>
                  <a:pt x="219" y="48"/>
                </a:cubicBezTo>
                <a:cubicBezTo>
                  <a:pt x="218" y="49"/>
                  <a:pt x="215" y="49"/>
                  <a:pt x="214" y="48"/>
                </a:cubicBezTo>
                <a:cubicBezTo>
                  <a:pt x="215" y="46"/>
                  <a:pt x="215" y="46"/>
                  <a:pt x="215" y="46"/>
                </a:cubicBezTo>
                <a:cubicBezTo>
                  <a:pt x="215" y="46"/>
                  <a:pt x="215" y="46"/>
                  <a:pt x="214" y="46"/>
                </a:cubicBezTo>
                <a:cubicBezTo>
                  <a:pt x="212" y="46"/>
                  <a:pt x="210" y="51"/>
                  <a:pt x="209" y="53"/>
                </a:cubicBezTo>
                <a:cubicBezTo>
                  <a:pt x="208" y="54"/>
                  <a:pt x="207" y="58"/>
                  <a:pt x="204" y="57"/>
                </a:cubicBezTo>
                <a:close/>
                <a:moveTo>
                  <a:pt x="218" y="36"/>
                </a:moveTo>
                <a:cubicBezTo>
                  <a:pt x="218" y="35"/>
                  <a:pt x="218" y="35"/>
                  <a:pt x="218" y="35"/>
                </a:cubicBezTo>
                <a:cubicBezTo>
                  <a:pt x="218" y="35"/>
                  <a:pt x="219" y="34"/>
                  <a:pt x="219" y="34"/>
                </a:cubicBezTo>
                <a:cubicBezTo>
                  <a:pt x="219" y="35"/>
                  <a:pt x="219" y="35"/>
                  <a:pt x="218" y="36"/>
                </a:cubicBezTo>
                <a:cubicBezTo>
                  <a:pt x="218" y="36"/>
                  <a:pt x="218" y="36"/>
                  <a:pt x="218" y="36"/>
                </a:cubicBezTo>
                <a:close/>
              </a:path>
              <a:path w="232" h="59">
                <a:moveTo>
                  <a:pt x="177" y="37"/>
                </a:moveTo>
                <a:cubicBezTo>
                  <a:pt x="176" y="36"/>
                  <a:pt x="176" y="36"/>
                  <a:pt x="176" y="35"/>
                </a:cubicBezTo>
                <a:cubicBezTo>
                  <a:pt x="177" y="33"/>
                  <a:pt x="177" y="28"/>
                  <a:pt x="178" y="27"/>
                </a:cubicBezTo>
                <a:cubicBezTo>
                  <a:pt x="179" y="27"/>
                  <a:pt x="179" y="27"/>
                  <a:pt x="179" y="27"/>
                </a:cubicBezTo>
                <a:cubicBezTo>
                  <a:pt x="179" y="27"/>
                  <a:pt x="179" y="27"/>
                  <a:pt x="179" y="28"/>
                </a:cubicBezTo>
                <a:cubicBezTo>
                  <a:pt x="179" y="32"/>
                  <a:pt x="180" y="35"/>
                  <a:pt x="183" y="38"/>
                </a:cubicBezTo>
                <a:cubicBezTo>
                  <a:pt x="183" y="38"/>
                  <a:pt x="183" y="38"/>
                  <a:pt x="183" y="38"/>
                </a:cubicBezTo>
                <a:cubicBezTo>
                  <a:pt x="183" y="39"/>
                  <a:pt x="178" y="37"/>
                  <a:pt x="177" y="37"/>
                </a:cubicBezTo>
                <a:close/>
              </a:path>
              <a:path w="232" h="59">
                <a:moveTo>
                  <a:pt x="163" y="29"/>
                </a:moveTo>
                <a:cubicBezTo>
                  <a:pt x="163" y="28"/>
                  <a:pt x="163" y="28"/>
                  <a:pt x="162" y="28"/>
                </a:cubicBezTo>
                <a:cubicBezTo>
                  <a:pt x="162" y="27"/>
                  <a:pt x="162" y="27"/>
                  <a:pt x="162" y="27"/>
                </a:cubicBezTo>
                <a:cubicBezTo>
                  <a:pt x="164" y="28"/>
                  <a:pt x="165" y="28"/>
                  <a:pt x="166" y="28"/>
                </a:cubicBezTo>
                <a:cubicBezTo>
                  <a:pt x="169" y="28"/>
                  <a:pt x="171" y="27"/>
                  <a:pt x="173" y="26"/>
                </a:cubicBezTo>
                <a:cubicBezTo>
                  <a:pt x="172" y="25"/>
                  <a:pt x="170" y="25"/>
                  <a:pt x="169" y="26"/>
                </a:cubicBezTo>
                <a:cubicBezTo>
                  <a:pt x="167" y="25"/>
                  <a:pt x="166" y="21"/>
                  <a:pt x="166" y="21"/>
                </a:cubicBezTo>
                <a:cubicBezTo>
                  <a:pt x="168" y="21"/>
                  <a:pt x="172" y="23"/>
                  <a:pt x="173" y="22"/>
                </a:cubicBezTo>
                <a:cubicBezTo>
                  <a:pt x="178" y="23"/>
                  <a:pt x="178" y="21"/>
                  <a:pt x="181" y="17"/>
                </a:cubicBezTo>
                <a:cubicBezTo>
                  <a:pt x="182" y="16"/>
                  <a:pt x="184" y="12"/>
                  <a:pt x="185" y="12"/>
                </a:cubicBezTo>
                <a:cubicBezTo>
                  <a:pt x="186" y="13"/>
                  <a:pt x="186" y="15"/>
                  <a:pt x="186" y="17"/>
                </a:cubicBezTo>
                <a:cubicBezTo>
                  <a:pt x="185" y="19"/>
                  <a:pt x="183" y="20"/>
                  <a:pt x="182" y="23"/>
                </a:cubicBezTo>
                <a:cubicBezTo>
                  <a:pt x="184" y="24"/>
                  <a:pt x="185" y="22"/>
                  <a:pt x="187" y="24"/>
                </a:cubicBezTo>
                <a:cubicBezTo>
                  <a:pt x="187" y="25"/>
                  <a:pt x="187" y="25"/>
                  <a:pt x="187" y="25"/>
                </a:cubicBezTo>
                <a:cubicBezTo>
                  <a:pt x="186" y="26"/>
                  <a:pt x="184" y="25"/>
                  <a:pt x="183" y="25"/>
                </a:cubicBezTo>
                <a:cubicBezTo>
                  <a:pt x="180" y="25"/>
                  <a:pt x="180" y="25"/>
                  <a:pt x="179" y="25"/>
                </a:cubicBezTo>
                <a:cubicBezTo>
                  <a:pt x="175" y="28"/>
                  <a:pt x="169" y="33"/>
                  <a:pt x="163" y="29"/>
                </a:cubicBezTo>
                <a:close/>
              </a:path>
              <a:path w="232" h="59">
                <a:moveTo>
                  <a:pt x="134" y="18"/>
                </a:moveTo>
                <a:cubicBezTo>
                  <a:pt x="133" y="16"/>
                  <a:pt x="134" y="15"/>
                  <a:pt x="134" y="14"/>
                </a:cubicBezTo>
                <a:cubicBezTo>
                  <a:pt x="134" y="14"/>
                  <a:pt x="134" y="14"/>
                  <a:pt x="134" y="14"/>
                </a:cubicBezTo>
                <a:cubicBezTo>
                  <a:pt x="133" y="15"/>
                  <a:pt x="132" y="15"/>
                  <a:pt x="132" y="15"/>
                </a:cubicBezTo>
                <a:cubicBezTo>
                  <a:pt x="131" y="16"/>
                  <a:pt x="130" y="17"/>
                  <a:pt x="129" y="19"/>
                </a:cubicBezTo>
                <a:cubicBezTo>
                  <a:pt x="129" y="20"/>
                  <a:pt x="129" y="30"/>
                  <a:pt x="126" y="30"/>
                </a:cubicBezTo>
                <a:cubicBezTo>
                  <a:pt x="124" y="28"/>
                  <a:pt x="125" y="27"/>
                  <a:pt x="125" y="25"/>
                </a:cubicBezTo>
                <a:cubicBezTo>
                  <a:pt x="125" y="24"/>
                  <a:pt x="125" y="24"/>
                  <a:pt x="126" y="23"/>
                </a:cubicBezTo>
                <a:cubicBezTo>
                  <a:pt x="125" y="23"/>
                  <a:pt x="123" y="25"/>
                  <a:pt x="123" y="25"/>
                </a:cubicBezTo>
                <a:cubicBezTo>
                  <a:pt x="121" y="26"/>
                  <a:pt x="120" y="25"/>
                  <a:pt x="120" y="23"/>
                </a:cubicBezTo>
                <a:cubicBezTo>
                  <a:pt x="122" y="23"/>
                  <a:pt x="124" y="21"/>
                  <a:pt x="126" y="19"/>
                </a:cubicBezTo>
                <a:cubicBezTo>
                  <a:pt x="126" y="17"/>
                  <a:pt x="126" y="17"/>
                  <a:pt x="126" y="14"/>
                </a:cubicBezTo>
                <a:cubicBezTo>
                  <a:pt x="126" y="14"/>
                  <a:pt x="126" y="14"/>
                  <a:pt x="126" y="14"/>
                </a:cubicBezTo>
                <a:cubicBezTo>
                  <a:pt x="125" y="15"/>
                  <a:pt x="125" y="15"/>
                  <a:pt x="124" y="16"/>
                </a:cubicBezTo>
                <a:cubicBezTo>
                  <a:pt x="122" y="18"/>
                  <a:pt x="119" y="16"/>
                  <a:pt x="120" y="14"/>
                </a:cubicBezTo>
                <a:cubicBezTo>
                  <a:pt x="122" y="14"/>
                  <a:pt x="124" y="12"/>
                  <a:pt x="126" y="11"/>
                </a:cubicBezTo>
                <a:cubicBezTo>
                  <a:pt x="127" y="9"/>
                  <a:pt x="127" y="6"/>
                  <a:pt x="127" y="4"/>
                </a:cubicBezTo>
                <a:cubicBezTo>
                  <a:pt x="126" y="3"/>
                  <a:pt x="128" y="2"/>
                  <a:pt x="129" y="1"/>
                </a:cubicBezTo>
                <a:cubicBezTo>
                  <a:pt x="132" y="2"/>
                  <a:pt x="130" y="5"/>
                  <a:pt x="130" y="7"/>
                </a:cubicBezTo>
                <a:cubicBezTo>
                  <a:pt x="130" y="8"/>
                  <a:pt x="130" y="8"/>
                  <a:pt x="130" y="9"/>
                </a:cubicBezTo>
                <a:cubicBezTo>
                  <a:pt x="130" y="9"/>
                  <a:pt x="131" y="8"/>
                  <a:pt x="132" y="8"/>
                </a:cubicBezTo>
                <a:cubicBezTo>
                  <a:pt x="132" y="8"/>
                  <a:pt x="132" y="8"/>
                  <a:pt x="132" y="9"/>
                </a:cubicBezTo>
                <a:cubicBezTo>
                  <a:pt x="129" y="12"/>
                  <a:pt x="129" y="11"/>
                  <a:pt x="129" y="15"/>
                </a:cubicBezTo>
                <a:cubicBezTo>
                  <a:pt x="130" y="15"/>
                  <a:pt x="131" y="14"/>
                  <a:pt x="131" y="13"/>
                </a:cubicBezTo>
                <a:cubicBezTo>
                  <a:pt x="130" y="12"/>
                  <a:pt x="130" y="12"/>
                  <a:pt x="130" y="12"/>
                </a:cubicBezTo>
                <a:cubicBezTo>
                  <a:pt x="132" y="12"/>
                  <a:pt x="134" y="11"/>
                  <a:pt x="136" y="10"/>
                </a:cubicBezTo>
                <a:cubicBezTo>
                  <a:pt x="136" y="8"/>
                  <a:pt x="137" y="7"/>
                  <a:pt x="138" y="4"/>
                </a:cubicBezTo>
                <a:cubicBezTo>
                  <a:pt x="140" y="2"/>
                  <a:pt x="143" y="5"/>
                  <a:pt x="142" y="8"/>
                </a:cubicBezTo>
                <a:cubicBezTo>
                  <a:pt x="142" y="9"/>
                  <a:pt x="138" y="11"/>
                  <a:pt x="137" y="12"/>
                </a:cubicBezTo>
                <a:cubicBezTo>
                  <a:pt x="137" y="12"/>
                  <a:pt x="136" y="15"/>
                  <a:pt x="136" y="15"/>
                </a:cubicBezTo>
                <a:cubicBezTo>
                  <a:pt x="138" y="16"/>
                  <a:pt x="139" y="11"/>
                  <a:pt x="142" y="13"/>
                </a:cubicBezTo>
                <a:cubicBezTo>
                  <a:pt x="143" y="14"/>
                  <a:pt x="143" y="14"/>
                  <a:pt x="143" y="15"/>
                </a:cubicBezTo>
                <a:cubicBezTo>
                  <a:pt x="142" y="17"/>
                  <a:pt x="140" y="20"/>
                  <a:pt x="139" y="23"/>
                </a:cubicBezTo>
                <a:cubicBezTo>
                  <a:pt x="141" y="25"/>
                  <a:pt x="143" y="26"/>
                  <a:pt x="146" y="27"/>
                </a:cubicBezTo>
                <a:cubicBezTo>
                  <a:pt x="146" y="27"/>
                  <a:pt x="142" y="29"/>
                  <a:pt x="141" y="29"/>
                </a:cubicBezTo>
                <a:cubicBezTo>
                  <a:pt x="138" y="30"/>
                  <a:pt x="138" y="27"/>
                  <a:pt x="137" y="25"/>
                </a:cubicBezTo>
                <a:cubicBezTo>
                  <a:pt x="135" y="27"/>
                  <a:pt x="132" y="28"/>
                  <a:pt x="129" y="27"/>
                </a:cubicBezTo>
                <a:cubicBezTo>
                  <a:pt x="129" y="27"/>
                  <a:pt x="129" y="27"/>
                  <a:pt x="129" y="27"/>
                </a:cubicBezTo>
                <a:cubicBezTo>
                  <a:pt x="131" y="26"/>
                  <a:pt x="133" y="26"/>
                  <a:pt x="134" y="24"/>
                </a:cubicBezTo>
                <a:cubicBezTo>
                  <a:pt x="137" y="22"/>
                  <a:pt x="132" y="20"/>
                  <a:pt x="133" y="18"/>
                </a:cubicBezTo>
                <a:cubicBezTo>
                  <a:pt x="133" y="18"/>
                  <a:pt x="133" y="18"/>
                  <a:pt x="134" y="18"/>
                </a:cubicBezTo>
                <a:cubicBezTo>
                  <a:pt x="134" y="19"/>
                  <a:pt x="136" y="20"/>
                  <a:pt x="137" y="20"/>
                </a:cubicBezTo>
                <a:cubicBezTo>
                  <a:pt x="137" y="19"/>
                  <a:pt x="138" y="18"/>
                  <a:pt x="139" y="17"/>
                </a:cubicBezTo>
                <a:cubicBezTo>
                  <a:pt x="138" y="17"/>
                  <a:pt x="137" y="18"/>
                  <a:pt x="136" y="19"/>
                </a:cubicBezTo>
                <a:cubicBezTo>
                  <a:pt x="136" y="18"/>
                  <a:pt x="135" y="18"/>
                  <a:pt x="134" y="18"/>
                </a:cubicBezTo>
                <a:close/>
              </a:path>
              <a:path w="232" h="59">
                <a:moveTo>
                  <a:pt x="84" y="9"/>
                </a:moveTo>
                <a:cubicBezTo>
                  <a:pt x="86" y="9"/>
                  <a:pt x="87" y="10"/>
                  <a:pt x="87" y="12"/>
                </a:cubicBezTo>
                <a:cubicBezTo>
                  <a:pt x="88" y="11"/>
                  <a:pt x="87" y="10"/>
                  <a:pt x="90" y="11"/>
                </a:cubicBezTo>
                <a:cubicBezTo>
                  <a:pt x="90" y="12"/>
                  <a:pt x="90" y="12"/>
                  <a:pt x="90" y="14"/>
                </a:cubicBezTo>
                <a:cubicBezTo>
                  <a:pt x="89" y="15"/>
                  <a:pt x="88" y="16"/>
                  <a:pt x="87" y="17"/>
                </a:cubicBezTo>
                <a:cubicBezTo>
                  <a:pt x="88" y="19"/>
                  <a:pt x="87" y="19"/>
                  <a:pt x="88" y="20"/>
                </a:cubicBezTo>
                <a:cubicBezTo>
                  <a:pt x="88" y="20"/>
                  <a:pt x="89" y="19"/>
                  <a:pt x="90" y="18"/>
                </a:cubicBezTo>
                <a:cubicBezTo>
                  <a:pt x="90" y="20"/>
                  <a:pt x="89" y="20"/>
                  <a:pt x="88" y="21"/>
                </a:cubicBezTo>
                <a:cubicBezTo>
                  <a:pt x="88" y="24"/>
                  <a:pt x="90" y="28"/>
                  <a:pt x="88" y="30"/>
                </a:cubicBezTo>
                <a:cubicBezTo>
                  <a:pt x="85" y="31"/>
                  <a:pt x="86" y="26"/>
                  <a:pt x="85" y="25"/>
                </a:cubicBezTo>
                <a:cubicBezTo>
                  <a:pt x="85" y="25"/>
                  <a:pt x="85" y="25"/>
                  <a:pt x="85" y="25"/>
                </a:cubicBezTo>
                <a:cubicBezTo>
                  <a:pt x="84" y="26"/>
                  <a:pt x="82" y="28"/>
                  <a:pt x="81" y="27"/>
                </a:cubicBezTo>
                <a:cubicBezTo>
                  <a:pt x="80" y="26"/>
                  <a:pt x="81" y="24"/>
                  <a:pt x="82" y="22"/>
                </a:cubicBezTo>
                <a:cubicBezTo>
                  <a:pt x="83" y="21"/>
                  <a:pt x="85" y="18"/>
                  <a:pt x="85" y="18"/>
                </a:cubicBezTo>
                <a:cubicBezTo>
                  <a:pt x="85" y="17"/>
                  <a:pt x="85" y="17"/>
                  <a:pt x="85" y="17"/>
                </a:cubicBezTo>
                <a:cubicBezTo>
                  <a:pt x="85" y="17"/>
                  <a:pt x="84" y="16"/>
                  <a:pt x="84" y="16"/>
                </a:cubicBezTo>
                <a:cubicBezTo>
                  <a:pt x="83" y="18"/>
                  <a:pt x="81" y="20"/>
                  <a:pt x="79" y="20"/>
                </a:cubicBezTo>
                <a:cubicBezTo>
                  <a:pt x="78" y="19"/>
                  <a:pt x="78" y="19"/>
                  <a:pt x="78" y="18"/>
                </a:cubicBezTo>
                <a:cubicBezTo>
                  <a:pt x="80" y="17"/>
                  <a:pt x="82" y="15"/>
                  <a:pt x="84" y="14"/>
                </a:cubicBezTo>
                <a:cubicBezTo>
                  <a:pt x="84" y="12"/>
                  <a:pt x="83" y="11"/>
                  <a:pt x="84" y="9"/>
                </a:cubicBezTo>
                <a:cubicBezTo>
                  <a:pt x="82" y="9"/>
                  <a:pt x="81" y="10"/>
                  <a:pt x="80" y="10"/>
                </a:cubicBezTo>
                <a:cubicBezTo>
                  <a:pt x="80" y="10"/>
                  <a:pt x="80" y="10"/>
                  <a:pt x="81" y="9"/>
                </a:cubicBezTo>
                <a:cubicBezTo>
                  <a:pt x="85" y="6"/>
                  <a:pt x="86" y="5"/>
                  <a:pt x="86" y="4"/>
                </a:cubicBezTo>
                <a:cubicBezTo>
                  <a:pt x="87" y="3"/>
                  <a:pt x="87" y="2"/>
                  <a:pt x="89" y="3"/>
                </a:cubicBezTo>
                <a:cubicBezTo>
                  <a:pt x="90" y="3"/>
                  <a:pt x="90" y="5"/>
                  <a:pt x="90" y="5"/>
                </a:cubicBezTo>
                <a:cubicBezTo>
                  <a:pt x="88" y="7"/>
                  <a:pt x="86" y="8"/>
                  <a:pt x="84" y="9"/>
                </a:cubicBezTo>
                <a:cubicBezTo>
                  <a:pt x="84" y="9"/>
                  <a:pt x="84" y="9"/>
                  <a:pt x="84" y="9"/>
                </a:cubicBezTo>
                <a:close/>
                <a:moveTo>
                  <a:pt x="84" y="23"/>
                </a:moveTo>
                <a:cubicBezTo>
                  <a:pt x="84" y="22"/>
                  <a:pt x="84" y="22"/>
                  <a:pt x="85" y="21"/>
                </a:cubicBezTo>
                <a:cubicBezTo>
                  <a:pt x="85" y="21"/>
                  <a:pt x="85" y="21"/>
                  <a:pt x="85" y="22"/>
                </a:cubicBezTo>
                <a:cubicBezTo>
                  <a:pt x="85" y="22"/>
                  <a:pt x="85" y="23"/>
                  <a:pt x="84" y="23"/>
                </a:cubicBezTo>
                <a:close/>
              </a:path>
              <a:path w="232" h="59">
                <a:moveTo>
                  <a:pt x="99" y="32"/>
                </a:moveTo>
                <a:cubicBezTo>
                  <a:pt x="99" y="32"/>
                  <a:pt x="98" y="32"/>
                  <a:pt x="98" y="31"/>
                </a:cubicBezTo>
                <a:cubicBezTo>
                  <a:pt x="98" y="28"/>
                  <a:pt x="97" y="25"/>
                  <a:pt x="97" y="22"/>
                </a:cubicBezTo>
                <a:cubicBezTo>
                  <a:pt x="96" y="22"/>
                  <a:pt x="95" y="23"/>
                  <a:pt x="94" y="24"/>
                </a:cubicBezTo>
                <a:cubicBezTo>
                  <a:pt x="93" y="24"/>
                  <a:pt x="92" y="24"/>
                  <a:pt x="92" y="23"/>
                </a:cubicBezTo>
                <a:cubicBezTo>
                  <a:pt x="92" y="23"/>
                  <a:pt x="92" y="22"/>
                  <a:pt x="92" y="22"/>
                </a:cubicBezTo>
                <a:cubicBezTo>
                  <a:pt x="92" y="20"/>
                  <a:pt x="93" y="16"/>
                  <a:pt x="91" y="16"/>
                </a:cubicBezTo>
                <a:cubicBezTo>
                  <a:pt x="90" y="15"/>
                  <a:pt x="90" y="15"/>
                  <a:pt x="90" y="14"/>
                </a:cubicBezTo>
                <a:cubicBezTo>
                  <a:pt x="92" y="14"/>
                  <a:pt x="91" y="11"/>
                  <a:pt x="91" y="10"/>
                </a:cubicBezTo>
                <a:cubicBezTo>
                  <a:pt x="89" y="9"/>
                  <a:pt x="87" y="8"/>
                  <a:pt x="89" y="7"/>
                </a:cubicBezTo>
                <a:cubicBezTo>
                  <a:pt x="91" y="7"/>
                  <a:pt x="93" y="7"/>
                  <a:pt x="94" y="9"/>
                </a:cubicBezTo>
                <a:cubicBezTo>
                  <a:pt x="94" y="10"/>
                  <a:pt x="92" y="12"/>
                  <a:pt x="92" y="13"/>
                </a:cubicBezTo>
                <a:cubicBezTo>
                  <a:pt x="94" y="13"/>
                  <a:pt x="95" y="14"/>
                  <a:pt x="95" y="16"/>
                </a:cubicBezTo>
                <a:cubicBezTo>
                  <a:pt x="93" y="17"/>
                  <a:pt x="93" y="18"/>
                  <a:pt x="94" y="20"/>
                </a:cubicBezTo>
                <a:cubicBezTo>
                  <a:pt x="95" y="19"/>
                  <a:pt x="95" y="18"/>
                  <a:pt x="96" y="17"/>
                </a:cubicBezTo>
                <a:cubicBezTo>
                  <a:pt x="96" y="11"/>
                  <a:pt x="93" y="7"/>
                  <a:pt x="93" y="2"/>
                </a:cubicBezTo>
                <a:cubicBezTo>
                  <a:pt x="94" y="0"/>
                  <a:pt x="96" y="0"/>
                  <a:pt x="97" y="2"/>
                </a:cubicBezTo>
                <a:cubicBezTo>
                  <a:pt x="97" y="5"/>
                  <a:pt x="97" y="11"/>
                  <a:pt x="99" y="14"/>
                </a:cubicBezTo>
                <a:cubicBezTo>
                  <a:pt x="99" y="13"/>
                  <a:pt x="100" y="12"/>
                  <a:pt x="100" y="11"/>
                </a:cubicBezTo>
                <a:cubicBezTo>
                  <a:pt x="101" y="11"/>
                  <a:pt x="102" y="12"/>
                  <a:pt x="103" y="14"/>
                </a:cubicBezTo>
                <a:cubicBezTo>
                  <a:pt x="101" y="15"/>
                  <a:pt x="100" y="16"/>
                  <a:pt x="99" y="18"/>
                </a:cubicBezTo>
                <a:cubicBezTo>
                  <a:pt x="100" y="23"/>
                  <a:pt x="100" y="26"/>
                  <a:pt x="101" y="29"/>
                </a:cubicBezTo>
                <a:cubicBezTo>
                  <a:pt x="100" y="30"/>
                  <a:pt x="100" y="32"/>
                  <a:pt x="99" y="32"/>
                </a:cubicBezTo>
                <a:close/>
              </a:path>
              <a:path w="232" h="59">
                <a:moveTo>
                  <a:pt x="58" y="41"/>
                </a:moveTo>
                <a:cubicBezTo>
                  <a:pt x="58" y="42"/>
                  <a:pt x="57" y="41"/>
                  <a:pt x="57" y="41"/>
                </a:cubicBezTo>
                <a:cubicBezTo>
                  <a:pt x="52" y="36"/>
                  <a:pt x="53" y="29"/>
                  <a:pt x="50" y="25"/>
                </a:cubicBezTo>
                <a:cubicBezTo>
                  <a:pt x="48" y="26"/>
                  <a:pt x="48" y="30"/>
                  <a:pt x="47" y="31"/>
                </a:cubicBezTo>
                <a:cubicBezTo>
                  <a:pt x="44" y="33"/>
                  <a:pt x="43" y="28"/>
                  <a:pt x="43" y="26"/>
                </a:cubicBezTo>
                <a:cubicBezTo>
                  <a:pt x="43" y="25"/>
                  <a:pt x="43" y="24"/>
                  <a:pt x="43" y="23"/>
                </a:cubicBezTo>
                <a:cubicBezTo>
                  <a:pt x="44" y="23"/>
                  <a:pt x="45" y="25"/>
                  <a:pt x="46" y="26"/>
                </a:cubicBezTo>
                <a:cubicBezTo>
                  <a:pt x="47" y="26"/>
                  <a:pt x="47" y="26"/>
                  <a:pt x="47" y="26"/>
                </a:cubicBezTo>
                <a:cubicBezTo>
                  <a:pt x="50" y="21"/>
                  <a:pt x="47" y="18"/>
                  <a:pt x="44" y="15"/>
                </a:cubicBezTo>
                <a:cubicBezTo>
                  <a:pt x="44" y="14"/>
                  <a:pt x="44" y="13"/>
                  <a:pt x="45" y="12"/>
                </a:cubicBezTo>
                <a:cubicBezTo>
                  <a:pt x="45" y="12"/>
                  <a:pt x="47" y="12"/>
                  <a:pt x="48" y="12"/>
                </a:cubicBezTo>
                <a:cubicBezTo>
                  <a:pt x="48" y="12"/>
                  <a:pt x="48" y="12"/>
                  <a:pt x="48" y="12"/>
                </a:cubicBezTo>
                <a:cubicBezTo>
                  <a:pt x="49" y="14"/>
                  <a:pt x="50" y="16"/>
                  <a:pt x="50" y="17"/>
                </a:cubicBezTo>
                <a:cubicBezTo>
                  <a:pt x="50" y="17"/>
                  <a:pt x="51" y="17"/>
                  <a:pt x="51" y="17"/>
                </a:cubicBezTo>
                <a:cubicBezTo>
                  <a:pt x="52" y="16"/>
                  <a:pt x="53" y="14"/>
                  <a:pt x="54" y="12"/>
                </a:cubicBezTo>
                <a:cubicBezTo>
                  <a:pt x="55" y="12"/>
                  <a:pt x="57" y="10"/>
                  <a:pt x="58" y="13"/>
                </a:cubicBezTo>
                <a:cubicBezTo>
                  <a:pt x="58" y="15"/>
                  <a:pt x="53" y="19"/>
                  <a:pt x="57" y="20"/>
                </a:cubicBezTo>
                <a:cubicBezTo>
                  <a:pt x="57" y="20"/>
                  <a:pt x="57" y="21"/>
                  <a:pt x="57" y="21"/>
                </a:cubicBezTo>
                <a:cubicBezTo>
                  <a:pt x="57" y="23"/>
                  <a:pt x="55" y="25"/>
                  <a:pt x="53" y="26"/>
                </a:cubicBezTo>
                <a:cubicBezTo>
                  <a:pt x="54" y="30"/>
                  <a:pt x="57" y="34"/>
                  <a:pt x="58" y="37"/>
                </a:cubicBezTo>
                <a:cubicBezTo>
                  <a:pt x="59" y="39"/>
                  <a:pt x="59" y="40"/>
                  <a:pt x="58" y="41"/>
                </a:cubicBezTo>
                <a:close/>
                <a:moveTo>
                  <a:pt x="53" y="23"/>
                </a:moveTo>
                <a:cubicBezTo>
                  <a:pt x="52" y="23"/>
                  <a:pt x="51" y="21"/>
                  <a:pt x="51" y="21"/>
                </a:cubicBezTo>
                <a:cubicBezTo>
                  <a:pt x="51" y="20"/>
                  <a:pt x="52" y="18"/>
                  <a:pt x="53" y="18"/>
                </a:cubicBezTo>
                <a:cubicBezTo>
                  <a:pt x="54" y="20"/>
                  <a:pt x="54" y="21"/>
                  <a:pt x="53" y="23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14" name="Freeform 15"/>
          <p:cNvSpPr>
            <a:spLocks noGrp="1"/>
          </p:cNvSpPr>
          <p:nvPr/>
        </p:nvSpPr>
        <p:spPr>
          <a:xfrm>
            <a:off x="9802619" y="257975"/>
            <a:ext cx="519403" cy="294625"/>
          </a:xfrm>
          <a:custGeom>
            <a:avLst/>
            <a:gdLst/>
            <a:ahLst/>
            <a:cxnLst/>
            <a:rect l="l" t="t" r="r" b="b"/>
            <a:pathLst>
              <a:path w="336" h="189">
                <a:moveTo>
                  <a:pt x="293" y="24"/>
                </a:moveTo>
                <a:lnTo>
                  <a:pt x="299" y="19"/>
                </a:lnTo>
                <a:lnTo>
                  <a:pt x="300" y="19"/>
                </a:lnTo>
                <a:cubicBezTo>
                  <a:pt x="298" y="20"/>
                  <a:pt x="297" y="22"/>
                  <a:pt x="297" y="23"/>
                </a:cubicBezTo>
                <a:cubicBezTo>
                  <a:pt x="296" y="24"/>
                  <a:pt x="296" y="26"/>
                  <a:pt x="297" y="27"/>
                </a:cubicBezTo>
                <a:cubicBezTo>
                  <a:pt x="298" y="28"/>
                  <a:pt x="299" y="28"/>
                  <a:pt x="302" y="27"/>
                </a:cubicBezTo>
                <a:cubicBezTo>
                  <a:pt x="304" y="27"/>
                  <a:pt x="307" y="25"/>
                  <a:pt x="309" y="23"/>
                </a:cubicBezTo>
                <a:cubicBezTo>
                  <a:pt x="311" y="22"/>
                  <a:pt x="313" y="20"/>
                  <a:pt x="314" y="19"/>
                </a:cubicBezTo>
                <a:cubicBezTo>
                  <a:pt x="316" y="17"/>
                  <a:pt x="316" y="16"/>
                  <a:pt x="317" y="14"/>
                </a:cubicBezTo>
                <a:cubicBezTo>
                  <a:pt x="317" y="13"/>
                  <a:pt x="317" y="12"/>
                  <a:pt x="317" y="12"/>
                </a:cubicBezTo>
                <a:cubicBezTo>
                  <a:pt x="316" y="11"/>
                  <a:pt x="316" y="11"/>
                  <a:pt x="315" y="11"/>
                </a:cubicBezTo>
                <a:cubicBezTo>
                  <a:pt x="315" y="11"/>
                  <a:pt x="314" y="10"/>
                  <a:pt x="314" y="10"/>
                </a:cubicBezTo>
                <a:lnTo>
                  <a:pt x="308" y="15"/>
                </a:lnTo>
                <a:cubicBezTo>
                  <a:pt x="307" y="16"/>
                  <a:pt x="306" y="16"/>
                  <a:pt x="306" y="17"/>
                </a:cubicBezTo>
                <a:cubicBezTo>
                  <a:pt x="305" y="17"/>
                  <a:pt x="305" y="17"/>
                  <a:pt x="305" y="18"/>
                </a:cubicBezTo>
                <a:cubicBezTo>
                  <a:pt x="305" y="18"/>
                  <a:pt x="305" y="18"/>
                  <a:pt x="306" y="19"/>
                </a:cubicBezTo>
                <a:lnTo>
                  <a:pt x="305" y="19"/>
                </a:lnTo>
                <a:lnTo>
                  <a:pt x="302" y="15"/>
                </a:lnTo>
                <a:lnTo>
                  <a:pt x="303" y="15"/>
                </a:lnTo>
                <a:cubicBezTo>
                  <a:pt x="303" y="15"/>
                  <a:pt x="304" y="15"/>
                  <a:pt x="304" y="15"/>
                </a:cubicBezTo>
                <a:cubicBezTo>
                  <a:pt x="305" y="15"/>
                  <a:pt x="305" y="14"/>
                  <a:pt x="307" y="13"/>
                </a:cubicBezTo>
                <a:lnTo>
                  <a:pt x="313" y="9"/>
                </a:lnTo>
                <a:cubicBezTo>
                  <a:pt x="314" y="9"/>
                  <a:pt x="315" y="9"/>
                  <a:pt x="316" y="9"/>
                </a:cubicBezTo>
                <a:cubicBezTo>
                  <a:pt x="316" y="10"/>
                  <a:pt x="317" y="10"/>
                  <a:pt x="318" y="11"/>
                </a:cubicBezTo>
                <a:cubicBezTo>
                  <a:pt x="319" y="13"/>
                  <a:pt x="319" y="15"/>
                  <a:pt x="317" y="18"/>
                </a:cubicBezTo>
                <a:cubicBezTo>
                  <a:pt x="316" y="21"/>
                  <a:pt x="314" y="23"/>
                  <a:pt x="311" y="25"/>
                </a:cubicBezTo>
                <a:cubicBezTo>
                  <a:pt x="309" y="26"/>
                  <a:pt x="307" y="27"/>
                  <a:pt x="305" y="28"/>
                </a:cubicBezTo>
                <a:cubicBezTo>
                  <a:pt x="303" y="29"/>
                  <a:pt x="301" y="29"/>
                  <a:pt x="299" y="29"/>
                </a:cubicBezTo>
                <a:cubicBezTo>
                  <a:pt x="298" y="29"/>
                  <a:pt x="296" y="29"/>
                  <a:pt x="296" y="28"/>
                </a:cubicBezTo>
                <a:cubicBezTo>
                  <a:pt x="295" y="27"/>
                  <a:pt x="295" y="27"/>
                  <a:pt x="295" y="26"/>
                </a:cubicBezTo>
                <a:cubicBezTo>
                  <a:pt x="295" y="26"/>
                  <a:pt x="295" y="25"/>
                  <a:pt x="295" y="24"/>
                </a:cubicBezTo>
                <a:cubicBezTo>
                  <a:pt x="295" y="24"/>
                  <a:pt x="295" y="24"/>
                  <a:pt x="295" y="24"/>
                </a:cubicBezTo>
                <a:cubicBezTo>
                  <a:pt x="295" y="23"/>
                  <a:pt x="295" y="23"/>
                  <a:pt x="294" y="24"/>
                </a:cubicBezTo>
                <a:cubicBezTo>
                  <a:pt x="294" y="24"/>
                  <a:pt x="294" y="24"/>
                  <a:pt x="293" y="24"/>
                </a:cubicBezTo>
                <a:close/>
              </a:path>
              <a:path w="336" h="189">
                <a:moveTo>
                  <a:pt x="293" y="145"/>
                </a:moveTo>
                <a:lnTo>
                  <a:pt x="292" y="145"/>
                </a:lnTo>
                <a:lnTo>
                  <a:pt x="293" y="144"/>
                </a:lnTo>
                <a:cubicBezTo>
                  <a:pt x="293" y="144"/>
                  <a:pt x="293" y="144"/>
                  <a:pt x="293" y="143"/>
                </a:cubicBezTo>
                <a:cubicBezTo>
                  <a:pt x="293" y="143"/>
                  <a:pt x="292" y="142"/>
                  <a:pt x="292" y="141"/>
                </a:cubicBezTo>
                <a:lnTo>
                  <a:pt x="282" y="128"/>
                </a:lnTo>
                <a:cubicBezTo>
                  <a:pt x="281" y="126"/>
                  <a:pt x="280" y="126"/>
                  <a:pt x="280" y="126"/>
                </a:cubicBezTo>
                <a:cubicBezTo>
                  <a:pt x="279" y="125"/>
                  <a:pt x="279" y="125"/>
                  <a:pt x="278" y="126"/>
                </a:cubicBezTo>
                <a:lnTo>
                  <a:pt x="277" y="125"/>
                </a:lnTo>
                <a:lnTo>
                  <a:pt x="282" y="122"/>
                </a:lnTo>
                <a:cubicBezTo>
                  <a:pt x="283" y="121"/>
                  <a:pt x="284" y="120"/>
                  <a:pt x="286" y="121"/>
                </a:cubicBezTo>
                <a:cubicBezTo>
                  <a:pt x="287" y="121"/>
                  <a:pt x="288" y="121"/>
                  <a:pt x="290" y="123"/>
                </a:cubicBezTo>
                <a:cubicBezTo>
                  <a:pt x="292" y="124"/>
                  <a:pt x="293" y="125"/>
                  <a:pt x="295" y="128"/>
                </a:cubicBezTo>
                <a:cubicBezTo>
                  <a:pt x="297" y="130"/>
                  <a:pt x="299" y="133"/>
                  <a:pt x="299" y="135"/>
                </a:cubicBezTo>
                <a:cubicBezTo>
                  <a:pt x="300" y="138"/>
                  <a:pt x="299" y="140"/>
                  <a:pt x="297" y="142"/>
                </a:cubicBezTo>
                <a:lnTo>
                  <a:pt x="293" y="145"/>
                </a:lnTo>
                <a:close/>
                <a:moveTo>
                  <a:pt x="295" y="142"/>
                </a:moveTo>
                <a:cubicBezTo>
                  <a:pt x="295" y="141"/>
                  <a:pt x="296" y="141"/>
                  <a:pt x="296" y="141"/>
                </a:cubicBezTo>
                <a:cubicBezTo>
                  <a:pt x="298" y="140"/>
                  <a:pt x="298" y="139"/>
                  <a:pt x="297" y="136"/>
                </a:cubicBezTo>
                <a:cubicBezTo>
                  <a:pt x="297" y="134"/>
                  <a:pt x="296" y="132"/>
                  <a:pt x="293" y="129"/>
                </a:cubicBezTo>
                <a:cubicBezTo>
                  <a:pt x="291" y="126"/>
                  <a:pt x="289" y="124"/>
                  <a:pt x="287" y="123"/>
                </a:cubicBezTo>
                <a:cubicBezTo>
                  <a:pt x="285" y="122"/>
                  <a:pt x="284" y="122"/>
                  <a:pt x="283" y="123"/>
                </a:cubicBezTo>
                <a:cubicBezTo>
                  <a:pt x="282" y="123"/>
                  <a:pt x="282" y="124"/>
                  <a:pt x="281" y="125"/>
                </a:cubicBezTo>
                <a:lnTo>
                  <a:pt x="295" y="142"/>
                </a:lnTo>
                <a:close/>
              </a:path>
              <a:path w="336" h="189">
                <a:moveTo>
                  <a:pt x="266" y="134"/>
                </a:moveTo>
                <a:lnTo>
                  <a:pt x="268" y="132"/>
                </a:lnTo>
                <a:lnTo>
                  <a:pt x="286" y="143"/>
                </a:lnTo>
                <a:lnTo>
                  <a:pt x="277" y="131"/>
                </a:lnTo>
                <a:cubicBezTo>
                  <a:pt x="276" y="130"/>
                  <a:pt x="276" y="129"/>
                  <a:pt x="275" y="129"/>
                </a:cubicBezTo>
                <a:cubicBezTo>
                  <a:pt x="275" y="129"/>
                  <a:pt x="274" y="129"/>
                  <a:pt x="274" y="129"/>
                </a:cubicBezTo>
                <a:lnTo>
                  <a:pt x="273" y="129"/>
                </a:lnTo>
                <a:lnTo>
                  <a:pt x="277" y="126"/>
                </a:lnTo>
                <a:lnTo>
                  <a:pt x="277" y="127"/>
                </a:lnTo>
                <a:cubicBezTo>
                  <a:pt x="276" y="127"/>
                  <a:pt x="276" y="128"/>
                  <a:pt x="276" y="128"/>
                </a:cubicBezTo>
                <a:cubicBezTo>
                  <a:pt x="277" y="129"/>
                  <a:pt x="277" y="129"/>
                  <a:pt x="278" y="130"/>
                </a:cubicBezTo>
                <a:lnTo>
                  <a:pt x="291" y="147"/>
                </a:lnTo>
                <a:lnTo>
                  <a:pt x="290" y="148"/>
                </a:lnTo>
                <a:lnTo>
                  <a:pt x="272" y="136"/>
                </a:lnTo>
                <a:lnTo>
                  <a:pt x="281" y="149"/>
                </a:lnTo>
                <a:cubicBezTo>
                  <a:pt x="282" y="150"/>
                  <a:pt x="283" y="151"/>
                  <a:pt x="283" y="151"/>
                </a:cubicBezTo>
                <a:cubicBezTo>
                  <a:pt x="284" y="151"/>
                  <a:pt x="284" y="151"/>
                  <a:pt x="284" y="151"/>
                </a:cubicBezTo>
                <a:lnTo>
                  <a:pt x="285" y="151"/>
                </a:lnTo>
                <a:lnTo>
                  <a:pt x="282" y="154"/>
                </a:lnTo>
                <a:lnTo>
                  <a:pt x="281" y="153"/>
                </a:lnTo>
                <a:lnTo>
                  <a:pt x="282" y="153"/>
                </a:lnTo>
                <a:cubicBezTo>
                  <a:pt x="282" y="153"/>
                  <a:pt x="282" y="152"/>
                  <a:pt x="282" y="152"/>
                </a:cubicBezTo>
                <a:cubicBezTo>
                  <a:pt x="282" y="151"/>
                  <a:pt x="281" y="150"/>
                  <a:pt x="280" y="149"/>
                </a:cubicBezTo>
                <a:lnTo>
                  <a:pt x="270" y="135"/>
                </a:lnTo>
                <a:cubicBezTo>
                  <a:pt x="269" y="135"/>
                  <a:pt x="268" y="135"/>
                  <a:pt x="268" y="134"/>
                </a:cubicBezTo>
                <a:cubicBezTo>
                  <a:pt x="268" y="134"/>
                  <a:pt x="267" y="134"/>
                  <a:pt x="267" y="134"/>
                </a:cubicBezTo>
                <a:cubicBezTo>
                  <a:pt x="267" y="134"/>
                  <a:pt x="267" y="135"/>
                  <a:pt x="266" y="135"/>
                </a:cubicBezTo>
                <a:lnTo>
                  <a:pt x="266" y="134"/>
                </a:lnTo>
                <a:close/>
              </a:path>
              <a:path w="336" h="189">
                <a:moveTo>
                  <a:pt x="272" y="151"/>
                </a:moveTo>
                <a:lnTo>
                  <a:pt x="268" y="154"/>
                </a:lnTo>
                <a:lnTo>
                  <a:pt x="270" y="157"/>
                </a:lnTo>
                <a:cubicBezTo>
                  <a:pt x="270" y="158"/>
                  <a:pt x="270" y="159"/>
                  <a:pt x="271" y="159"/>
                </a:cubicBezTo>
                <a:cubicBezTo>
                  <a:pt x="271" y="160"/>
                  <a:pt x="271" y="160"/>
                  <a:pt x="272" y="160"/>
                </a:cubicBezTo>
                <a:cubicBezTo>
                  <a:pt x="272" y="160"/>
                  <a:pt x="272" y="160"/>
                  <a:pt x="273" y="160"/>
                </a:cubicBezTo>
                <a:lnTo>
                  <a:pt x="270" y="163"/>
                </a:lnTo>
                <a:lnTo>
                  <a:pt x="270" y="162"/>
                </a:lnTo>
                <a:cubicBezTo>
                  <a:pt x="270" y="162"/>
                  <a:pt x="270" y="161"/>
                  <a:pt x="270" y="161"/>
                </a:cubicBezTo>
                <a:cubicBezTo>
                  <a:pt x="270" y="160"/>
                  <a:pt x="270" y="159"/>
                  <a:pt x="269" y="157"/>
                </a:cubicBezTo>
                <a:lnTo>
                  <a:pt x="260" y="138"/>
                </a:lnTo>
                <a:lnTo>
                  <a:pt x="276" y="152"/>
                </a:lnTo>
                <a:cubicBezTo>
                  <a:pt x="277" y="153"/>
                  <a:pt x="278" y="154"/>
                  <a:pt x="279" y="154"/>
                </a:cubicBezTo>
                <a:cubicBezTo>
                  <a:pt x="279" y="154"/>
                  <a:pt x="280" y="154"/>
                  <a:pt x="280" y="154"/>
                </a:cubicBezTo>
                <a:lnTo>
                  <a:pt x="281" y="155"/>
                </a:lnTo>
                <a:lnTo>
                  <a:pt x="277" y="158"/>
                </a:lnTo>
                <a:lnTo>
                  <a:pt x="276" y="157"/>
                </a:lnTo>
                <a:cubicBezTo>
                  <a:pt x="277" y="157"/>
                  <a:pt x="277" y="156"/>
                  <a:pt x="277" y="156"/>
                </a:cubicBezTo>
                <a:cubicBezTo>
                  <a:pt x="277" y="156"/>
                  <a:pt x="277" y="155"/>
                  <a:pt x="276" y="155"/>
                </a:cubicBezTo>
                <a:cubicBezTo>
                  <a:pt x="276" y="155"/>
                  <a:pt x="276" y="154"/>
                  <a:pt x="275" y="153"/>
                </a:cubicBezTo>
                <a:lnTo>
                  <a:pt x="272" y="151"/>
                </a:lnTo>
                <a:close/>
                <a:moveTo>
                  <a:pt x="271" y="150"/>
                </a:moveTo>
                <a:lnTo>
                  <a:pt x="263" y="143"/>
                </a:lnTo>
                <a:lnTo>
                  <a:pt x="267" y="152"/>
                </a:lnTo>
                <a:lnTo>
                  <a:pt x="271" y="150"/>
                </a:lnTo>
                <a:close/>
              </a:path>
              <a:path w="336" h="189">
                <a:moveTo>
                  <a:pt x="319" y="86"/>
                </a:moveTo>
                <a:lnTo>
                  <a:pt x="320" y="81"/>
                </a:lnTo>
                <a:lnTo>
                  <a:pt x="313" y="79"/>
                </a:lnTo>
                <a:cubicBezTo>
                  <a:pt x="311" y="79"/>
                  <a:pt x="311" y="79"/>
                  <a:pt x="310" y="79"/>
                </a:cubicBezTo>
                <a:cubicBezTo>
                  <a:pt x="310" y="79"/>
                  <a:pt x="310" y="79"/>
                  <a:pt x="309" y="79"/>
                </a:cubicBezTo>
                <a:cubicBezTo>
                  <a:pt x="309" y="79"/>
                  <a:pt x="309" y="80"/>
                  <a:pt x="309" y="80"/>
                </a:cubicBezTo>
                <a:lnTo>
                  <a:pt x="308" y="80"/>
                </a:lnTo>
                <a:lnTo>
                  <a:pt x="309" y="75"/>
                </a:lnTo>
                <a:lnTo>
                  <a:pt x="310" y="75"/>
                </a:lnTo>
                <a:cubicBezTo>
                  <a:pt x="309" y="76"/>
                  <a:pt x="310" y="76"/>
                  <a:pt x="310" y="76"/>
                </a:cubicBezTo>
                <a:cubicBezTo>
                  <a:pt x="310" y="77"/>
                  <a:pt x="310" y="77"/>
                  <a:pt x="311" y="77"/>
                </a:cubicBezTo>
                <a:cubicBezTo>
                  <a:pt x="311" y="77"/>
                  <a:pt x="312" y="77"/>
                  <a:pt x="313" y="77"/>
                </a:cubicBezTo>
                <a:lnTo>
                  <a:pt x="330" y="80"/>
                </a:lnTo>
                <a:cubicBezTo>
                  <a:pt x="331" y="81"/>
                  <a:pt x="332" y="81"/>
                  <a:pt x="332" y="81"/>
                </a:cubicBezTo>
                <a:cubicBezTo>
                  <a:pt x="333" y="81"/>
                  <a:pt x="333" y="81"/>
                  <a:pt x="333" y="81"/>
                </a:cubicBezTo>
                <a:cubicBezTo>
                  <a:pt x="334" y="80"/>
                  <a:pt x="334" y="80"/>
                  <a:pt x="334" y="80"/>
                </a:cubicBezTo>
                <a:lnTo>
                  <a:pt x="334" y="79"/>
                </a:lnTo>
                <a:lnTo>
                  <a:pt x="335" y="80"/>
                </a:lnTo>
                <a:lnTo>
                  <a:pt x="334" y="85"/>
                </a:lnTo>
                <a:lnTo>
                  <a:pt x="333" y="85"/>
                </a:lnTo>
                <a:lnTo>
                  <a:pt x="333" y="84"/>
                </a:lnTo>
                <a:cubicBezTo>
                  <a:pt x="333" y="84"/>
                  <a:pt x="333" y="83"/>
                  <a:pt x="332" y="83"/>
                </a:cubicBezTo>
                <a:cubicBezTo>
                  <a:pt x="332" y="83"/>
                  <a:pt x="331" y="83"/>
                  <a:pt x="329" y="82"/>
                </a:cubicBezTo>
                <a:lnTo>
                  <a:pt x="322" y="81"/>
                </a:lnTo>
                <a:lnTo>
                  <a:pt x="320" y="87"/>
                </a:lnTo>
                <a:lnTo>
                  <a:pt x="328" y="88"/>
                </a:lnTo>
                <a:cubicBezTo>
                  <a:pt x="330" y="88"/>
                  <a:pt x="331" y="88"/>
                  <a:pt x="331" y="88"/>
                </a:cubicBezTo>
                <a:cubicBezTo>
                  <a:pt x="331" y="88"/>
                  <a:pt x="332" y="88"/>
                  <a:pt x="332" y="88"/>
                </a:cubicBezTo>
                <a:cubicBezTo>
                  <a:pt x="332" y="88"/>
                  <a:pt x="332" y="88"/>
                  <a:pt x="333" y="87"/>
                </a:cubicBezTo>
                <a:lnTo>
                  <a:pt x="332" y="92"/>
                </a:lnTo>
                <a:cubicBezTo>
                  <a:pt x="332" y="91"/>
                  <a:pt x="331" y="91"/>
                  <a:pt x="331" y="90"/>
                </a:cubicBezTo>
                <a:cubicBezTo>
                  <a:pt x="331" y="90"/>
                  <a:pt x="330" y="90"/>
                  <a:pt x="328" y="90"/>
                </a:cubicBezTo>
                <a:lnTo>
                  <a:pt x="311" y="87"/>
                </a:lnTo>
                <a:cubicBezTo>
                  <a:pt x="310" y="86"/>
                  <a:pt x="309" y="86"/>
                  <a:pt x="309" y="86"/>
                </a:cubicBezTo>
                <a:cubicBezTo>
                  <a:pt x="308" y="86"/>
                  <a:pt x="308" y="86"/>
                  <a:pt x="308" y="87"/>
                </a:cubicBezTo>
                <a:cubicBezTo>
                  <a:pt x="307" y="87"/>
                  <a:pt x="307" y="87"/>
                  <a:pt x="307" y="87"/>
                </a:cubicBezTo>
                <a:lnTo>
                  <a:pt x="307" y="88"/>
                </a:lnTo>
                <a:lnTo>
                  <a:pt x="306" y="88"/>
                </a:lnTo>
                <a:lnTo>
                  <a:pt x="307" y="82"/>
                </a:lnTo>
                <a:lnTo>
                  <a:pt x="308" y="82"/>
                </a:lnTo>
                <a:lnTo>
                  <a:pt x="308" y="83"/>
                </a:lnTo>
                <a:cubicBezTo>
                  <a:pt x="308" y="83"/>
                  <a:pt x="308" y="84"/>
                  <a:pt x="308" y="84"/>
                </a:cubicBezTo>
                <a:cubicBezTo>
                  <a:pt x="309" y="84"/>
                  <a:pt x="309" y="84"/>
                  <a:pt x="309" y="84"/>
                </a:cubicBezTo>
                <a:cubicBezTo>
                  <a:pt x="310" y="85"/>
                  <a:pt x="310" y="85"/>
                  <a:pt x="312" y="85"/>
                </a:cubicBezTo>
                <a:lnTo>
                  <a:pt x="319" y="86"/>
                </a:lnTo>
                <a:close/>
              </a:path>
              <a:path w="336" h="189">
                <a:moveTo>
                  <a:pt x="305" y="89"/>
                </a:moveTo>
                <a:lnTo>
                  <a:pt x="314" y="91"/>
                </a:lnTo>
                <a:cubicBezTo>
                  <a:pt x="311" y="91"/>
                  <a:pt x="309" y="91"/>
                  <a:pt x="308" y="92"/>
                </a:cubicBezTo>
                <a:cubicBezTo>
                  <a:pt x="307" y="92"/>
                  <a:pt x="306" y="93"/>
                  <a:pt x="306" y="94"/>
                </a:cubicBezTo>
                <a:cubicBezTo>
                  <a:pt x="305" y="95"/>
                  <a:pt x="306" y="95"/>
                  <a:pt x="306" y="96"/>
                </a:cubicBezTo>
                <a:cubicBezTo>
                  <a:pt x="307" y="97"/>
                  <a:pt x="308" y="98"/>
                  <a:pt x="310" y="99"/>
                </a:cubicBezTo>
                <a:cubicBezTo>
                  <a:pt x="312" y="99"/>
                  <a:pt x="314" y="100"/>
                  <a:pt x="317" y="101"/>
                </a:cubicBezTo>
                <a:cubicBezTo>
                  <a:pt x="320" y="101"/>
                  <a:pt x="322" y="101"/>
                  <a:pt x="323" y="101"/>
                </a:cubicBezTo>
                <a:cubicBezTo>
                  <a:pt x="325" y="101"/>
                  <a:pt x="327" y="101"/>
                  <a:pt x="328" y="100"/>
                </a:cubicBezTo>
                <a:cubicBezTo>
                  <a:pt x="329" y="100"/>
                  <a:pt x="329" y="99"/>
                  <a:pt x="330" y="98"/>
                </a:cubicBezTo>
                <a:cubicBezTo>
                  <a:pt x="330" y="97"/>
                  <a:pt x="330" y="97"/>
                  <a:pt x="329" y="96"/>
                </a:cubicBezTo>
                <a:cubicBezTo>
                  <a:pt x="328" y="95"/>
                  <a:pt x="327" y="94"/>
                  <a:pt x="325" y="93"/>
                </a:cubicBezTo>
                <a:lnTo>
                  <a:pt x="326" y="93"/>
                </a:lnTo>
                <a:cubicBezTo>
                  <a:pt x="328" y="94"/>
                  <a:pt x="329" y="95"/>
                  <a:pt x="330" y="96"/>
                </a:cubicBezTo>
                <a:cubicBezTo>
                  <a:pt x="331" y="97"/>
                  <a:pt x="331" y="98"/>
                  <a:pt x="331" y="99"/>
                </a:cubicBezTo>
                <a:cubicBezTo>
                  <a:pt x="331" y="101"/>
                  <a:pt x="329" y="102"/>
                  <a:pt x="325" y="103"/>
                </a:cubicBezTo>
                <a:cubicBezTo>
                  <a:pt x="323" y="103"/>
                  <a:pt x="320" y="103"/>
                  <a:pt x="317" y="103"/>
                </a:cubicBezTo>
                <a:cubicBezTo>
                  <a:pt x="314" y="102"/>
                  <a:pt x="312" y="101"/>
                  <a:pt x="310" y="100"/>
                </a:cubicBezTo>
                <a:cubicBezTo>
                  <a:pt x="308" y="99"/>
                  <a:pt x="306" y="98"/>
                  <a:pt x="305" y="97"/>
                </a:cubicBezTo>
                <a:cubicBezTo>
                  <a:pt x="304" y="96"/>
                  <a:pt x="304" y="95"/>
                  <a:pt x="304" y="94"/>
                </a:cubicBezTo>
                <a:cubicBezTo>
                  <a:pt x="304" y="93"/>
                  <a:pt x="305" y="92"/>
                  <a:pt x="306" y="91"/>
                </a:cubicBezTo>
                <a:cubicBezTo>
                  <a:pt x="306" y="91"/>
                  <a:pt x="307" y="91"/>
                  <a:pt x="307" y="91"/>
                </a:cubicBezTo>
                <a:cubicBezTo>
                  <a:pt x="307" y="91"/>
                  <a:pt x="307" y="90"/>
                  <a:pt x="306" y="90"/>
                </a:cubicBezTo>
                <a:cubicBezTo>
                  <a:pt x="306" y="90"/>
                  <a:pt x="306" y="90"/>
                  <a:pt x="305" y="90"/>
                </a:cubicBezTo>
                <a:lnTo>
                  <a:pt x="305" y="89"/>
                </a:lnTo>
                <a:close/>
              </a:path>
              <a:path w="336" h="189">
                <a:moveTo>
                  <a:pt x="300" y="104"/>
                </a:moveTo>
                <a:lnTo>
                  <a:pt x="309" y="109"/>
                </a:lnTo>
                <a:lnTo>
                  <a:pt x="311" y="106"/>
                </a:lnTo>
                <a:cubicBezTo>
                  <a:pt x="311" y="105"/>
                  <a:pt x="311" y="105"/>
                  <a:pt x="311" y="104"/>
                </a:cubicBezTo>
                <a:cubicBezTo>
                  <a:pt x="310" y="104"/>
                  <a:pt x="309" y="103"/>
                  <a:pt x="308" y="102"/>
                </a:cubicBezTo>
                <a:lnTo>
                  <a:pt x="317" y="106"/>
                </a:lnTo>
                <a:lnTo>
                  <a:pt x="316" y="106"/>
                </a:lnTo>
                <a:cubicBezTo>
                  <a:pt x="315" y="106"/>
                  <a:pt x="314" y="106"/>
                  <a:pt x="314" y="106"/>
                </a:cubicBezTo>
                <a:cubicBezTo>
                  <a:pt x="314" y="106"/>
                  <a:pt x="313" y="106"/>
                  <a:pt x="313" y="106"/>
                </a:cubicBezTo>
                <a:cubicBezTo>
                  <a:pt x="312" y="106"/>
                  <a:pt x="312" y="106"/>
                  <a:pt x="312" y="107"/>
                </a:cubicBezTo>
                <a:lnTo>
                  <a:pt x="311" y="109"/>
                </a:lnTo>
                <a:lnTo>
                  <a:pt x="319" y="113"/>
                </a:lnTo>
                <a:cubicBezTo>
                  <a:pt x="320" y="113"/>
                  <a:pt x="320" y="114"/>
                  <a:pt x="321" y="114"/>
                </a:cubicBezTo>
                <a:cubicBezTo>
                  <a:pt x="321" y="114"/>
                  <a:pt x="321" y="114"/>
                  <a:pt x="321" y="114"/>
                </a:cubicBezTo>
                <a:cubicBezTo>
                  <a:pt x="321" y="114"/>
                  <a:pt x="322" y="114"/>
                  <a:pt x="322" y="113"/>
                </a:cubicBezTo>
                <a:lnTo>
                  <a:pt x="323" y="111"/>
                </a:lnTo>
                <a:cubicBezTo>
                  <a:pt x="323" y="111"/>
                  <a:pt x="323" y="110"/>
                  <a:pt x="323" y="110"/>
                </a:cubicBezTo>
                <a:cubicBezTo>
                  <a:pt x="323" y="109"/>
                  <a:pt x="323" y="109"/>
                  <a:pt x="322" y="108"/>
                </a:cubicBezTo>
                <a:cubicBezTo>
                  <a:pt x="322" y="108"/>
                  <a:pt x="321" y="107"/>
                  <a:pt x="320" y="106"/>
                </a:cubicBezTo>
                <a:lnTo>
                  <a:pt x="320" y="105"/>
                </a:lnTo>
                <a:lnTo>
                  <a:pt x="325" y="109"/>
                </a:lnTo>
                <a:lnTo>
                  <a:pt x="321" y="118"/>
                </a:lnTo>
                <a:lnTo>
                  <a:pt x="320" y="118"/>
                </a:lnTo>
                <a:lnTo>
                  <a:pt x="321" y="118"/>
                </a:lnTo>
                <a:cubicBezTo>
                  <a:pt x="321" y="117"/>
                  <a:pt x="321" y="117"/>
                  <a:pt x="320" y="117"/>
                </a:cubicBezTo>
                <a:cubicBezTo>
                  <a:pt x="320" y="116"/>
                  <a:pt x="320" y="116"/>
                  <a:pt x="320" y="116"/>
                </a:cubicBezTo>
                <a:cubicBezTo>
                  <a:pt x="319" y="115"/>
                  <a:pt x="319" y="115"/>
                  <a:pt x="318" y="115"/>
                </a:cubicBezTo>
                <a:lnTo>
                  <a:pt x="302" y="107"/>
                </a:lnTo>
                <a:cubicBezTo>
                  <a:pt x="301" y="106"/>
                  <a:pt x="300" y="106"/>
                  <a:pt x="299" y="106"/>
                </a:cubicBezTo>
                <a:cubicBezTo>
                  <a:pt x="299" y="106"/>
                  <a:pt x="298" y="106"/>
                  <a:pt x="298" y="107"/>
                </a:cubicBezTo>
                <a:lnTo>
                  <a:pt x="297" y="107"/>
                </a:lnTo>
                <a:lnTo>
                  <a:pt x="301" y="98"/>
                </a:lnTo>
                <a:lnTo>
                  <a:pt x="307" y="100"/>
                </a:lnTo>
                <a:cubicBezTo>
                  <a:pt x="305" y="100"/>
                  <a:pt x="304" y="100"/>
                  <a:pt x="304" y="100"/>
                </a:cubicBezTo>
                <a:cubicBezTo>
                  <a:pt x="303" y="99"/>
                  <a:pt x="303" y="100"/>
                  <a:pt x="302" y="100"/>
                </a:cubicBezTo>
                <a:cubicBezTo>
                  <a:pt x="302" y="100"/>
                  <a:pt x="302" y="100"/>
                  <a:pt x="302" y="101"/>
                </a:cubicBezTo>
                <a:lnTo>
                  <a:pt x="300" y="104"/>
                </a:lnTo>
                <a:close/>
              </a:path>
              <a:path w="336" h="189">
                <a:moveTo>
                  <a:pt x="298" y="108"/>
                </a:moveTo>
                <a:lnTo>
                  <a:pt x="303" y="111"/>
                </a:lnTo>
                <a:cubicBezTo>
                  <a:pt x="302" y="111"/>
                  <a:pt x="301" y="110"/>
                  <a:pt x="301" y="110"/>
                </a:cubicBezTo>
                <a:cubicBezTo>
                  <a:pt x="300" y="110"/>
                  <a:pt x="299" y="110"/>
                  <a:pt x="299" y="110"/>
                </a:cubicBezTo>
                <a:cubicBezTo>
                  <a:pt x="299" y="110"/>
                  <a:pt x="298" y="111"/>
                  <a:pt x="298" y="111"/>
                </a:cubicBezTo>
                <a:lnTo>
                  <a:pt x="297" y="113"/>
                </a:lnTo>
                <a:lnTo>
                  <a:pt x="315" y="122"/>
                </a:lnTo>
                <a:cubicBezTo>
                  <a:pt x="316" y="123"/>
                  <a:pt x="317" y="123"/>
                  <a:pt x="318" y="123"/>
                </a:cubicBezTo>
                <a:cubicBezTo>
                  <a:pt x="318" y="123"/>
                  <a:pt x="319" y="123"/>
                  <a:pt x="319" y="123"/>
                </a:cubicBezTo>
                <a:lnTo>
                  <a:pt x="319" y="122"/>
                </a:lnTo>
                <a:lnTo>
                  <a:pt x="320" y="123"/>
                </a:lnTo>
                <a:lnTo>
                  <a:pt x="317" y="128"/>
                </a:lnTo>
                <a:lnTo>
                  <a:pt x="317" y="127"/>
                </a:lnTo>
                <a:cubicBezTo>
                  <a:pt x="317" y="126"/>
                  <a:pt x="317" y="126"/>
                  <a:pt x="317" y="125"/>
                </a:cubicBezTo>
                <a:cubicBezTo>
                  <a:pt x="316" y="125"/>
                  <a:pt x="315" y="124"/>
                  <a:pt x="314" y="124"/>
                </a:cubicBezTo>
                <a:lnTo>
                  <a:pt x="296" y="114"/>
                </a:lnTo>
                <a:lnTo>
                  <a:pt x="296" y="116"/>
                </a:lnTo>
                <a:cubicBezTo>
                  <a:pt x="295" y="116"/>
                  <a:pt x="295" y="117"/>
                  <a:pt x="295" y="117"/>
                </a:cubicBezTo>
                <a:cubicBezTo>
                  <a:pt x="295" y="117"/>
                  <a:pt x="296" y="118"/>
                  <a:pt x="296" y="118"/>
                </a:cubicBezTo>
                <a:cubicBezTo>
                  <a:pt x="297" y="119"/>
                  <a:pt x="297" y="120"/>
                  <a:pt x="298" y="120"/>
                </a:cubicBezTo>
                <a:lnTo>
                  <a:pt x="293" y="117"/>
                </a:lnTo>
                <a:lnTo>
                  <a:pt x="298" y="108"/>
                </a:lnTo>
                <a:close/>
              </a:path>
              <a:path w="336" h="189">
                <a:moveTo>
                  <a:pt x="307" y="54"/>
                </a:moveTo>
                <a:cubicBezTo>
                  <a:pt x="307" y="53"/>
                  <a:pt x="308" y="51"/>
                  <a:pt x="310" y="50"/>
                </a:cubicBezTo>
                <a:cubicBezTo>
                  <a:pt x="313" y="49"/>
                  <a:pt x="316" y="48"/>
                  <a:pt x="320" y="48"/>
                </a:cubicBezTo>
                <a:cubicBezTo>
                  <a:pt x="324" y="48"/>
                  <a:pt x="327" y="48"/>
                  <a:pt x="330" y="50"/>
                </a:cubicBezTo>
                <a:cubicBezTo>
                  <a:pt x="333" y="51"/>
                  <a:pt x="334" y="52"/>
                  <a:pt x="334" y="54"/>
                </a:cubicBezTo>
                <a:cubicBezTo>
                  <a:pt x="334" y="56"/>
                  <a:pt x="333" y="57"/>
                  <a:pt x="330" y="59"/>
                </a:cubicBezTo>
                <a:cubicBezTo>
                  <a:pt x="328" y="60"/>
                  <a:pt x="325" y="61"/>
                  <a:pt x="320" y="61"/>
                </a:cubicBezTo>
                <a:cubicBezTo>
                  <a:pt x="316" y="61"/>
                  <a:pt x="313" y="60"/>
                  <a:pt x="310" y="59"/>
                </a:cubicBezTo>
                <a:cubicBezTo>
                  <a:pt x="308" y="57"/>
                  <a:pt x="307" y="56"/>
                  <a:pt x="307" y="54"/>
                </a:cubicBezTo>
                <a:close/>
                <a:moveTo>
                  <a:pt x="308" y="55"/>
                </a:moveTo>
                <a:cubicBezTo>
                  <a:pt x="308" y="56"/>
                  <a:pt x="309" y="57"/>
                  <a:pt x="311" y="57"/>
                </a:cubicBezTo>
                <a:cubicBezTo>
                  <a:pt x="313" y="58"/>
                  <a:pt x="316" y="58"/>
                  <a:pt x="320" y="58"/>
                </a:cubicBezTo>
                <a:cubicBezTo>
                  <a:pt x="325" y="58"/>
                  <a:pt x="328" y="58"/>
                  <a:pt x="330" y="57"/>
                </a:cubicBezTo>
                <a:cubicBezTo>
                  <a:pt x="332" y="56"/>
                  <a:pt x="333" y="55"/>
                  <a:pt x="333" y="54"/>
                </a:cubicBezTo>
                <a:cubicBezTo>
                  <a:pt x="333" y="53"/>
                  <a:pt x="332" y="52"/>
                  <a:pt x="330" y="51"/>
                </a:cubicBezTo>
                <a:cubicBezTo>
                  <a:pt x="328" y="50"/>
                  <a:pt x="325" y="50"/>
                  <a:pt x="321" y="50"/>
                </a:cubicBezTo>
                <a:cubicBezTo>
                  <a:pt x="316" y="50"/>
                  <a:pt x="313" y="51"/>
                  <a:pt x="311" y="52"/>
                </a:cubicBezTo>
                <a:cubicBezTo>
                  <a:pt x="309" y="52"/>
                  <a:pt x="308" y="53"/>
                  <a:pt x="308" y="55"/>
                </a:cubicBezTo>
                <a:close/>
              </a:path>
              <a:path w="336" h="189">
                <a:moveTo>
                  <a:pt x="310" y="75"/>
                </a:moveTo>
                <a:lnTo>
                  <a:pt x="310" y="71"/>
                </a:lnTo>
                <a:lnTo>
                  <a:pt x="329" y="63"/>
                </a:lnTo>
                <a:lnTo>
                  <a:pt x="314" y="63"/>
                </a:lnTo>
                <a:cubicBezTo>
                  <a:pt x="313" y="63"/>
                  <a:pt x="312" y="63"/>
                  <a:pt x="311" y="63"/>
                </a:cubicBezTo>
                <a:cubicBezTo>
                  <a:pt x="311" y="63"/>
                  <a:pt x="310" y="64"/>
                  <a:pt x="310" y="64"/>
                </a:cubicBezTo>
                <a:lnTo>
                  <a:pt x="310" y="65"/>
                </a:lnTo>
                <a:lnTo>
                  <a:pt x="310" y="60"/>
                </a:lnTo>
                <a:lnTo>
                  <a:pt x="310" y="61"/>
                </a:lnTo>
                <a:cubicBezTo>
                  <a:pt x="310" y="61"/>
                  <a:pt x="311" y="62"/>
                  <a:pt x="311" y="62"/>
                </a:cubicBezTo>
                <a:cubicBezTo>
                  <a:pt x="312" y="62"/>
                  <a:pt x="313" y="62"/>
                  <a:pt x="314" y="62"/>
                </a:cubicBezTo>
                <a:lnTo>
                  <a:pt x="336" y="62"/>
                </a:lnTo>
                <a:lnTo>
                  <a:pt x="315" y="71"/>
                </a:lnTo>
                <a:lnTo>
                  <a:pt x="332" y="71"/>
                </a:lnTo>
                <a:cubicBezTo>
                  <a:pt x="333" y="71"/>
                  <a:pt x="334" y="71"/>
                  <a:pt x="335" y="70"/>
                </a:cubicBezTo>
                <a:cubicBezTo>
                  <a:pt x="335" y="70"/>
                  <a:pt x="335" y="70"/>
                  <a:pt x="335" y="69"/>
                </a:cubicBezTo>
                <a:lnTo>
                  <a:pt x="336" y="69"/>
                </a:lnTo>
                <a:lnTo>
                  <a:pt x="336" y="73"/>
                </a:lnTo>
                <a:lnTo>
                  <a:pt x="335" y="73"/>
                </a:lnTo>
                <a:cubicBezTo>
                  <a:pt x="335" y="72"/>
                  <a:pt x="335" y="72"/>
                  <a:pt x="334" y="72"/>
                </a:cubicBezTo>
                <a:cubicBezTo>
                  <a:pt x="334" y="72"/>
                  <a:pt x="333" y="72"/>
                  <a:pt x="332" y="72"/>
                </a:cubicBezTo>
                <a:lnTo>
                  <a:pt x="313" y="72"/>
                </a:lnTo>
                <a:cubicBezTo>
                  <a:pt x="312" y="72"/>
                  <a:pt x="312" y="73"/>
                  <a:pt x="311" y="73"/>
                </a:cubicBezTo>
                <a:cubicBezTo>
                  <a:pt x="311" y="73"/>
                  <a:pt x="311" y="73"/>
                  <a:pt x="311" y="74"/>
                </a:cubicBezTo>
                <a:cubicBezTo>
                  <a:pt x="311" y="74"/>
                  <a:pt x="311" y="74"/>
                  <a:pt x="311" y="75"/>
                </a:cubicBezTo>
                <a:lnTo>
                  <a:pt x="310" y="75"/>
                </a:lnTo>
                <a:close/>
              </a:path>
              <a:path w="336" h="189">
                <a:moveTo>
                  <a:pt x="301" y="38"/>
                </a:moveTo>
                <a:cubicBezTo>
                  <a:pt x="300" y="36"/>
                  <a:pt x="301" y="34"/>
                  <a:pt x="303" y="32"/>
                </a:cubicBezTo>
                <a:cubicBezTo>
                  <a:pt x="305" y="30"/>
                  <a:pt x="307" y="28"/>
                  <a:pt x="311" y="27"/>
                </a:cubicBezTo>
                <a:cubicBezTo>
                  <a:pt x="315" y="25"/>
                  <a:pt x="318" y="25"/>
                  <a:pt x="321" y="25"/>
                </a:cubicBezTo>
                <a:cubicBezTo>
                  <a:pt x="324" y="25"/>
                  <a:pt x="326" y="26"/>
                  <a:pt x="326" y="27"/>
                </a:cubicBezTo>
                <a:cubicBezTo>
                  <a:pt x="327" y="29"/>
                  <a:pt x="326" y="31"/>
                  <a:pt x="325" y="33"/>
                </a:cubicBezTo>
                <a:cubicBezTo>
                  <a:pt x="323" y="35"/>
                  <a:pt x="320" y="37"/>
                  <a:pt x="316" y="39"/>
                </a:cubicBezTo>
                <a:cubicBezTo>
                  <a:pt x="312" y="40"/>
                  <a:pt x="309" y="41"/>
                  <a:pt x="306" y="41"/>
                </a:cubicBezTo>
                <a:cubicBezTo>
                  <a:pt x="303" y="40"/>
                  <a:pt x="302" y="39"/>
                  <a:pt x="301" y="38"/>
                </a:cubicBezTo>
                <a:close/>
                <a:moveTo>
                  <a:pt x="302" y="38"/>
                </a:moveTo>
                <a:cubicBezTo>
                  <a:pt x="303" y="39"/>
                  <a:pt x="304" y="39"/>
                  <a:pt x="306" y="39"/>
                </a:cubicBezTo>
                <a:cubicBezTo>
                  <a:pt x="308" y="39"/>
                  <a:pt x="311" y="38"/>
                  <a:pt x="315" y="37"/>
                </a:cubicBezTo>
                <a:cubicBezTo>
                  <a:pt x="319" y="35"/>
                  <a:pt x="322" y="33"/>
                  <a:pt x="324" y="31"/>
                </a:cubicBezTo>
                <a:cubicBezTo>
                  <a:pt x="325" y="30"/>
                  <a:pt x="326" y="29"/>
                  <a:pt x="325" y="28"/>
                </a:cubicBezTo>
                <a:cubicBezTo>
                  <a:pt x="325" y="27"/>
                  <a:pt x="323" y="26"/>
                  <a:pt x="321" y="26"/>
                </a:cubicBezTo>
                <a:cubicBezTo>
                  <a:pt x="319" y="26"/>
                  <a:pt x="316" y="27"/>
                  <a:pt x="312" y="29"/>
                </a:cubicBezTo>
                <a:cubicBezTo>
                  <a:pt x="308" y="30"/>
                  <a:pt x="305" y="32"/>
                  <a:pt x="304" y="34"/>
                </a:cubicBezTo>
                <a:cubicBezTo>
                  <a:pt x="302" y="35"/>
                  <a:pt x="302" y="36"/>
                  <a:pt x="302" y="38"/>
                </a:cubicBezTo>
                <a:close/>
              </a:path>
              <a:path w="336" h="189">
                <a:moveTo>
                  <a:pt x="323" y="35"/>
                </a:moveTo>
                <a:lnTo>
                  <a:pt x="324" y="35"/>
                </a:lnTo>
                <a:lnTo>
                  <a:pt x="331" y="35"/>
                </a:lnTo>
                <a:lnTo>
                  <a:pt x="332" y="45"/>
                </a:lnTo>
                <a:cubicBezTo>
                  <a:pt x="331" y="44"/>
                  <a:pt x="331" y="44"/>
                  <a:pt x="330" y="44"/>
                </a:cubicBezTo>
                <a:cubicBezTo>
                  <a:pt x="330" y="44"/>
                  <a:pt x="329" y="44"/>
                  <a:pt x="327" y="44"/>
                </a:cubicBezTo>
                <a:lnTo>
                  <a:pt x="311" y="47"/>
                </a:lnTo>
                <a:cubicBezTo>
                  <a:pt x="309" y="47"/>
                  <a:pt x="308" y="47"/>
                  <a:pt x="308" y="47"/>
                </a:cubicBezTo>
                <a:cubicBezTo>
                  <a:pt x="307" y="48"/>
                  <a:pt x="307" y="48"/>
                  <a:pt x="307" y="49"/>
                </a:cubicBezTo>
                <a:lnTo>
                  <a:pt x="306" y="49"/>
                </a:lnTo>
                <a:lnTo>
                  <a:pt x="305" y="43"/>
                </a:lnTo>
                <a:lnTo>
                  <a:pt x="306" y="43"/>
                </a:lnTo>
                <a:cubicBezTo>
                  <a:pt x="306" y="44"/>
                  <a:pt x="306" y="44"/>
                  <a:pt x="307" y="45"/>
                </a:cubicBezTo>
                <a:cubicBezTo>
                  <a:pt x="307" y="45"/>
                  <a:pt x="307" y="45"/>
                  <a:pt x="308" y="45"/>
                </a:cubicBezTo>
                <a:cubicBezTo>
                  <a:pt x="308" y="45"/>
                  <a:pt x="309" y="45"/>
                  <a:pt x="311" y="45"/>
                </a:cubicBezTo>
                <a:lnTo>
                  <a:pt x="327" y="42"/>
                </a:lnTo>
                <a:cubicBezTo>
                  <a:pt x="328" y="42"/>
                  <a:pt x="329" y="42"/>
                  <a:pt x="329" y="42"/>
                </a:cubicBezTo>
                <a:cubicBezTo>
                  <a:pt x="330" y="41"/>
                  <a:pt x="330" y="41"/>
                  <a:pt x="330" y="41"/>
                </a:cubicBezTo>
                <a:cubicBezTo>
                  <a:pt x="330" y="41"/>
                  <a:pt x="330" y="40"/>
                  <a:pt x="330" y="40"/>
                </a:cubicBezTo>
                <a:lnTo>
                  <a:pt x="330" y="39"/>
                </a:lnTo>
                <a:cubicBezTo>
                  <a:pt x="330" y="38"/>
                  <a:pt x="329" y="37"/>
                  <a:pt x="329" y="37"/>
                </a:cubicBezTo>
                <a:cubicBezTo>
                  <a:pt x="329" y="36"/>
                  <a:pt x="328" y="36"/>
                  <a:pt x="327" y="36"/>
                </a:cubicBezTo>
                <a:cubicBezTo>
                  <a:pt x="326" y="36"/>
                  <a:pt x="325" y="35"/>
                  <a:pt x="323" y="35"/>
                </a:cubicBezTo>
                <a:close/>
              </a:path>
              <a:path w="336" h="189">
                <a:moveTo>
                  <a:pt x="286" y="18"/>
                </a:moveTo>
                <a:lnTo>
                  <a:pt x="283" y="14"/>
                </a:lnTo>
                <a:lnTo>
                  <a:pt x="284" y="14"/>
                </a:lnTo>
                <a:cubicBezTo>
                  <a:pt x="284" y="14"/>
                  <a:pt x="284" y="14"/>
                  <a:pt x="285" y="14"/>
                </a:cubicBezTo>
                <a:cubicBezTo>
                  <a:pt x="285" y="14"/>
                  <a:pt x="285" y="14"/>
                  <a:pt x="286" y="14"/>
                </a:cubicBezTo>
                <a:cubicBezTo>
                  <a:pt x="287" y="14"/>
                  <a:pt x="288" y="14"/>
                  <a:pt x="289" y="13"/>
                </a:cubicBezTo>
                <a:lnTo>
                  <a:pt x="298" y="9"/>
                </a:lnTo>
                <a:lnTo>
                  <a:pt x="303" y="4"/>
                </a:lnTo>
                <a:cubicBezTo>
                  <a:pt x="304" y="3"/>
                  <a:pt x="305" y="3"/>
                  <a:pt x="305" y="2"/>
                </a:cubicBezTo>
                <a:cubicBezTo>
                  <a:pt x="306" y="2"/>
                  <a:pt x="306" y="1"/>
                  <a:pt x="305" y="1"/>
                </a:cubicBezTo>
                <a:lnTo>
                  <a:pt x="305" y="0"/>
                </a:lnTo>
                <a:lnTo>
                  <a:pt x="309" y="4"/>
                </a:lnTo>
                <a:lnTo>
                  <a:pt x="309" y="5"/>
                </a:lnTo>
                <a:lnTo>
                  <a:pt x="308" y="4"/>
                </a:lnTo>
                <a:cubicBezTo>
                  <a:pt x="308" y="4"/>
                  <a:pt x="307" y="4"/>
                  <a:pt x="307" y="4"/>
                </a:cubicBezTo>
                <a:cubicBezTo>
                  <a:pt x="306" y="4"/>
                  <a:pt x="306" y="5"/>
                  <a:pt x="304" y="6"/>
                </a:cubicBezTo>
                <a:lnTo>
                  <a:pt x="300" y="10"/>
                </a:lnTo>
                <a:lnTo>
                  <a:pt x="294" y="20"/>
                </a:lnTo>
                <a:cubicBezTo>
                  <a:pt x="293" y="21"/>
                  <a:pt x="293" y="22"/>
                  <a:pt x="293" y="22"/>
                </a:cubicBezTo>
                <a:cubicBezTo>
                  <a:pt x="293" y="23"/>
                  <a:pt x="293" y="23"/>
                  <a:pt x="292" y="24"/>
                </a:cubicBezTo>
                <a:cubicBezTo>
                  <a:pt x="292" y="24"/>
                  <a:pt x="293" y="24"/>
                  <a:pt x="293" y="24"/>
                </a:cubicBezTo>
                <a:lnTo>
                  <a:pt x="292" y="25"/>
                </a:lnTo>
                <a:lnTo>
                  <a:pt x="288" y="21"/>
                </a:lnTo>
                <a:lnTo>
                  <a:pt x="289" y="20"/>
                </a:lnTo>
                <a:cubicBezTo>
                  <a:pt x="289" y="21"/>
                  <a:pt x="290" y="21"/>
                  <a:pt x="290" y="21"/>
                </a:cubicBezTo>
                <a:cubicBezTo>
                  <a:pt x="290" y="21"/>
                  <a:pt x="291" y="20"/>
                  <a:pt x="291" y="20"/>
                </a:cubicBezTo>
                <a:cubicBezTo>
                  <a:pt x="292" y="20"/>
                  <a:pt x="292" y="19"/>
                  <a:pt x="293" y="18"/>
                </a:cubicBezTo>
                <a:lnTo>
                  <a:pt x="297" y="10"/>
                </a:lnTo>
                <a:lnTo>
                  <a:pt x="290" y="14"/>
                </a:lnTo>
                <a:cubicBezTo>
                  <a:pt x="288" y="14"/>
                  <a:pt x="288" y="15"/>
                  <a:pt x="287" y="15"/>
                </a:cubicBezTo>
                <a:cubicBezTo>
                  <a:pt x="287" y="15"/>
                  <a:pt x="287" y="16"/>
                  <a:pt x="286" y="16"/>
                </a:cubicBezTo>
                <a:cubicBezTo>
                  <a:pt x="286" y="16"/>
                  <a:pt x="286" y="16"/>
                  <a:pt x="286" y="17"/>
                </a:cubicBezTo>
                <a:cubicBezTo>
                  <a:pt x="286" y="17"/>
                  <a:pt x="286" y="17"/>
                  <a:pt x="287" y="17"/>
                </a:cubicBezTo>
                <a:lnTo>
                  <a:pt x="286" y="18"/>
                </a:lnTo>
                <a:close/>
              </a:path>
              <a:path w="336" h="189">
                <a:moveTo>
                  <a:pt x="35" y="20"/>
                </a:moveTo>
                <a:lnTo>
                  <a:pt x="32" y="25"/>
                </a:lnTo>
                <a:lnTo>
                  <a:pt x="39" y="29"/>
                </a:lnTo>
                <a:cubicBezTo>
                  <a:pt x="40" y="29"/>
                  <a:pt x="41" y="30"/>
                  <a:pt x="41" y="30"/>
                </a:cubicBezTo>
                <a:cubicBezTo>
                  <a:pt x="42" y="30"/>
                  <a:pt x="42" y="30"/>
                  <a:pt x="42" y="30"/>
                </a:cubicBezTo>
                <a:cubicBezTo>
                  <a:pt x="43" y="30"/>
                  <a:pt x="43" y="30"/>
                  <a:pt x="43" y="29"/>
                </a:cubicBezTo>
                <a:lnTo>
                  <a:pt x="44" y="29"/>
                </a:lnTo>
                <a:lnTo>
                  <a:pt x="41" y="34"/>
                </a:lnTo>
                <a:lnTo>
                  <a:pt x="41" y="33"/>
                </a:lnTo>
                <a:cubicBezTo>
                  <a:pt x="41" y="33"/>
                  <a:pt x="41" y="33"/>
                  <a:pt x="41" y="33"/>
                </a:cubicBezTo>
                <a:cubicBezTo>
                  <a:pt x="41" y="32"/>
                  <a:pt x="41" y="32"/>
                  <a:pt x="40" y="32"/>
                </a:cubicBezTo>
                <a:cubicBezTo>
                  <a:pt x="40" y="31"/>
                  <a:pt x="39" y="31"/>
                  <a:pt x="38" y="30"/>
                </a:cubicBezTo>
                <a:lnTo>
                  <a:pt x="23" y="22"/>
                </a:lnTo>
                <a:cubicBezTo>
                  <a:pt x="22" y="21"/>
                  <a:pt x="21" y="21"/>
                  <a:pt x="21" y="21"/>
                </a:cubicBezTo>
                <a:cubicBezTo>
                  <a:pt x="21" y="21"/>
                  <a:pt x="20" y="21"/>
                  <a:pt x="20" y="21"/>
                </a:cubicBezTo>
                <a:cubicBezTo>
                  <a:pt x="19" y="21"/>
                  <a:pt x="19" y="21"/>
                  <a:pt x="19" y="21"/>
                </a:cubicBezTo>
                <a:lnTo>
                  <a:pt x="19" y="22"/>
                </a:lnTo>
                <a:lnTo>
                  <a:pt x="18" y="21"/>
                </a:lnTo>
                <a:lnTo>
                  <a:pt x="21" y="17"/>
                </a:lnTo>
                <a:lnTo>
                  <a:pt x="22" y="17"/>
                </a:lnTo>
                <a:lnTo>
                  <a:pt x="21" y="17"/>
                </a:lnTo>
                <a:cubicBezTo>
                  <a:pt x="21" y="18"/>
                  <a:pt x="21" y="18"/>
                  <a:pt x="22" y="19"/>
                </a:cubicBezTo>
                <a:cubicBezTo>
                  <a:pt x="22" y="19"/>
                  <a:pt x="23" y="20"/>
                  <a:pt x="24" y="20"/>
                </a:cubicBezTo>
                <a:lnTo>
                  <a:pt x="31" y="24"/>
                </a:lnTo>
                <a:lnTo>
                  <a:pt x="34" y="19"/>
                </a:lnTo>
                <a:lnTo>
                  <a:pt x="27" y="15"/>
                </a:lnTo>
                <a:cubicBezTo>
                  <a:pt x="26" y="15"/>
                  <a:pt x="25" y="14"/>
                  <a:pt x="25" y="14"/>
                </a:cubicBezTo>
                <a:cubicBezTo>
                  <a:pt x="24" y="14"/>
                  <a:pt x="24" y="14"/>
                  <a:pt x="24" y="14"/>
                </a:cubicBezTo>
                <a:cubicBezTo>
                  <a:pt x="23" y="14"/>
                  <a:pt x="23" y="14"/>
                  <a:pt x="23" y="14"/>
                </a:cubicBezTo>
                <a:lnTo>
                  <a:pt x="23" y="15"/>
                </a:lnTo>
                <a:lnTo>
                  <a:pt x="22" y="15"/>
                </a:lnTo>
                <a:lnTo>
                  <a:pt x="25" y="10"/>
                </a:lnTo>
                <a:cubicBezTo>
                  <a:pt x="25" y="11"/>
                  <a:pt x="25" y="11"/>
                  <a:pt x="25" y="12"/>
                </a:cubicBezTo>
                <a:cubicBezTo>
                  <a:pt x="26" y="12"/>
                  <a:pt x="27" y="13"/>
                  <a:pt x="28" y="14"/>
                </a:cubicBezTo>
                <a:lnTo>
                  <a:pt x="43" y="22"/>
                </a:lnTo>
                <a:cubicBezTo>
                  <a:pt x="44" y="22"/>
                  <a:pt x="45" y="23"/>
                  <a:pt x="45" y="23"/>
                </a:cubicBezTo>
                <a:cubicBezTo>
                  <a:pt x="45" y="23"/>
                  <a:pt x="46" y="23"/>
                  <a:pt x="46" y="23"/>
                </a:cubicBezTo>
                <a:cubicBezTo>
                  <a:pt x="46" y="23"/>
                  <a:pt x="47" y="23"/>
                  <a:pt x="47" y="23"/>
                </a:cubicBezTo>
                <a:lnTo>
                  <a:pt x="47" y="22"/>
                </a:lnTo>
                <a:lnTo>
                  <a:pt x="48" y="22"/>
                </a:lnTo>
                <a:lnTo>
                  <a:pt x="45" y="27"/>
                </a:lnTo>
                <a:lnTo>
                  <a:pt x="44" y="27"/>
                </a:lnTo>
                <a:lnTo>
                  <a:pt x="45" y="27"/>
                </a:lnTo>
                <a:cubicBezTo>
                  <a:pt x="45" y="26"/>
                  <a:pt x="45" y="26"/>
                  <a:pt x="45" y="26"/>
                </a:cubicBezTo>
                <a:cubicBezTo>
                  <a:pt x="45" y="25"/>
                  <a:pt x="44" y="25"/>
                  <a:pt x="44" y="25"/>
                </a:cubicBezTo>
                <a:cubicBezTo>
                  <a:pt x="44" y="25"/>
                  <a:pt x="43" y="24"/>
                  <a:pt x="42" y="23"/>
                </a:cubicBezTo>
                <a:lnTo>
                  <a:pt x="35" y="20"/>
                </a:lnTo>
                <a:close/>
              </a:path>
              <a:path w="336" h="189">
                <a:moveTo>
                  <a:pt x="36" y="43"/>
                </a:moveTo>
                <a:lnTo>
                  <a:pt x="36" y="43"/>
                </a:lnTo>
                <a:lnTo>
                  <a:pt x="34" y="47"/>
                </a:lnTo>
                <a:lnTo>
                  <a:pt x="33" y="47"/>
                </a:lnTo>
                <a:lnTo>
                  <a:pt x="34" y="47"/>
                </a:lnTo>
                <a:cubicBezTo>
                  <a:pt x="34" y="46"/>
                  <a:pt x="34" y="46"/>
                  <a:pt x="33" y="45"/>
                </a:cubicBezTo>
                <a:cubicBezTo>
                  <a:pt x="33" y="45"/>
                  <a:pt x="32" y="44"/>
                  <a:pt x="31" y="43"/>
                </a:cubicBezTo>
                <a:lnTo>
                  <a:pt x="21" y="38"/>
                </a:lnTo>
                <a:cubicBezTo>
                  <a:pt x="19" y="37"/>
                  <a:pt x="17" y="36"/>
                  <a:pt x="16" y="35"/>
                </a:cubicBezTo>
                <a:cubicBezTo>
                  <a:pt x="15" y="34"/>
                  <a:pt x="14" y="33"/>
                  <a:pt x="14" y="32"/>
                </a:cubicBezTo>
                <a:cubicBezTo>
                  <a:pt x="13" y="30"/>
                  <a:pt x="13" y="29"/>
                  <a:pt x="14" y="28"/>
                </a:cubicBezTo>
                <a:cubicBezTo>
                  <a:pt x="14" y="27"/>
                  <a:pt x="15" y="26"/>
                  <a:pt x="17" y="26"/>
                </a:cubicBezTo>
                <a:cubicBezTo>
                  <a:pt x="18" y="26"/>
                  <a:pt x="19" y="26"/>
                  <a:pt x="21" y="27"/>
                </a:cubicBezTo>
                <a:cubicBezTo>
                  <a:pt x="22" y="27"/>
                  <a:pt x="24" y="28"/>
                  <a:pt x="27" y="30"/>
                </a:cubicBezTo>
                <a:lnTo>
                  <a:pt x="36" y="35"/>
                </a:lnTo>
                <a:cubicBezTo>
                  <a:pt x="37" y="35"/>
                  <a:pt x="38" y="36"/>
                  <a:pt x="39" y="36"/>
                </a:cubicBezTo>
                <a:cubicBezTo>
                  <a:pt x="39" y="36"/>
                  <a:pt x="40" y="36"/>
                  <a:pt x="40" y="35"/>
                </a:cubicBezTo>
                <a:lnTo>
                  <a:pt x="41" y="35"/>
                </a:lnTo>
                <a:lnTo>
                  <a:pt x="38" y="40"/>
                </a:lnTo>
                <a:lnTo>
                  <a:pt x="37" y="40"/>
                </a:lnTo>
                <a:lnTo>
                  <a:pt x="38" y="39"/>
                </a:lnTo>
                <a:cubicBezTo>
                  <a:pt x="38" y="39"/>
                  <a:pt x="38" y="38"/>
                  <a:pt x="37" y="38"/>
                </a:cubicBezTo>
                <a:cubicBezTo>
                  <a:pt x="37" y="37"/>
                  <a:pt x="36" y="37"/>
                  <a:pt x="35" y="36"/>
                </a:cubicBezTo>
                <a:lnTo>
                  <a:pt x="25" y="31"/>
                </a:lnTo>
                <a:cubicBezTo>
                  <a:pt x="24" y="30"/>
                  <a:pt x="23" y="30"/>
                  <a:pt x="22" y="29"/>
                </a:cubicBezTo>
                <a:cubicBezTo>
                  <a:pt x="20" y="28"/>
                  <a:pt x="19" y="28"/>
                  <a:pt x="19" y="28"/>
                </a:cubicBezTo>
                <a:cubicBezTo>
                  <a:pt x="18" y="28"/>
                  <a:pt x="17" y="28"/>
                  <a:pt x="17" y="28"/>
                </a:cubicBezTo>
                <a:cubicBezTo>
                  <a:pt x="16" y="28"/>
                  <a:pt x="15" y="29"/>
                  <a:pt x="15" y="29"/>
                </a:cubicBezTo>
                <a:cubicBezTo>
                  <a:pt x="15" y="30"/>
                  <a:pt x="15" y="31"/>
                  <a:pt x="15" y="32"/>
                </a:cubicBezTo>
                <a:cubicBezTo>
                  <a:pt x="15" y="33"/>
                  <a:pt x="16" y="33"/>
                  <a:pt x="17" y="34"/>
                </a:cubicBezTo>
                <a:cubicBezTo>
                  <a:pt x="18" y="35"/>
                  <a:pt x="19" y="36"/>
                  <a:pt x="22" y="37"/>
                </a:cubicBezTo>
                <a:lnTo>
                  <a:pt x="31" y="43"/>
                </a:lnTo>
                <a:cubicBezTo>
                  <a:pt x="33" y="43"/>
                  <a:pt x="34" y="44"/>
                  <a:pt x="34" y="44"/>
                </a:cubicBezTo>
                <a:cubicBezTo>
                  <a:pt x="35" y="44"/>
                  <a:pt x="35" y="44"/>
                  <a:pt x="35" y="43"/>
                </a:cubicBezTo>
                <a:lnTo>
                  <a:pt x="36" y="43"/>
                </a:lnTo>
                <a:close/>
              </a:path>
              <a:path w="336" h="189">
                <a:moveTo>
                  <a:pt x="15" y="45"/>
                </a:moveTo>
                <a:lnTo>
                  <a:pt x="16" y="40"/>
                </a:lnTo>
                <a:lnTo>
                  <a:pt x="13" y="38"/>
                </a:lnTo>
                <a:cubicBezTo>
                  <a:pt x="12" y="37"/>
                  <a:pt x="11" y="37"/>
                  <a:pt x="11" y="37"/>
                </a:cubicBezTo>
                <a:cubicBezTo>
                  <a:pt x="11" y="37"/>
                  <a:pt x="10" y="37"/>
                  <a:pt x="10" y="37"/>
                </a:cubicBezTo>
                <a:cubicBezTo>
                  <a:pt x="9" y="37"/>
                  <a:pt x="9" y="37"/>
                  <a:pt x="9" y="38"/>
                </a:cubicBezTo>
                <a:lnTo>
                  <a:pt x="8" y="37"/>
                </a:lnTo>
                <a:lnTo>
                  <a:pt x="10" y="33"/>
                </a:lnTo>
                <a:lnTo>
                  <a:pt x="10" y="34"/>
                </a:lnTo>
                <a:cubicBezTo>
                  <a:pt x="10" y="34"/>
                  <a:pt x="10" y="35"/>
                  <a:pt x="11" y="35"/>
                </a:cubicBezTo>
                <a:cubicBezTo>
                  <a:pt x="11" y="36"/>
                  <a:pt x="12" y="36"/>
                  <a:pt x="14" y="37"/>
                </a:cubicBezTo>
                <a:lnTo>
                  <a:pt x="32" y="50"/>
                </a:lnTo>
                <a:lnTo>
                  <a:pt x="10" y="46"/>
                </a:lnTo>
                <a:cubicBezTo>
                  <a:pt x="8" y="46"/>
                  <a:pt x="7" y="46"/>
                  <a:pt x="7" y="46"/>
                </a:cubicBezTo>
                <a:cubicBezTo>
                  <a:pt x="6" y="46"/>
                  <a:pt x="6" y="46"/>
                  <a:pt x="5" y="47"/>
                </a:cubicBezTo>
                <a:lnTo>
                  <a:pt x="5" y="46"/>
                </a:lnTo>
                <a:lnTo>
                  <a:pt x="6" y="42"/>
                </a:lnTo>
                <a:lnTo>
                  <a:pt x="7" y="42"/>
                </a:lnTo>
                <a:cubicBezTo>
                  <a:pt x="7" y="42"/>
                  <a:pt x="7" y="43"/>
                  <a:pt x="7" y="43"/>
                </a:cubicBezTo>
                <a:cubicBezTo>
                  <a:pt x="7" y="43"/>
                  <a:pt x="8" y="44"/>
                  <a:pt x="8" y="44"/>
                </a:cubicBezTo>
                <a:cubicBezTo>
                  <a:pt x="9" y="44"/>
                  <a:pt x="10" y="44"/>
                  <a:pt x="11" y="44"/>
                </a:cubicBezTo>
                <a:lnTo>
                  <a:pt x="15" y="45"/>
                </a:lnTo>
                <a:close/>
                <a:moveTo>
                  <a:pt x="16" y="45"/>
                </a:moveTo>
                <a:lnTo>
                  <a:pt x="27" y="47"/>
                </a:lnTo>
                <a:lnTo>
                  <a:pt x="18" y="41"/>
                </a:lnTo>
                <a:lnTo>
                  <a:pt x="16" y="45"/>
                </a:lnTo>
                <a:close/>
              </a:path>
              <a:path w="336" h="189">
                <a:moveTo>
                  <a:pt x="29" y="62"/>
                </a:moveTo>
                <a:lnTo>
                  <a:pt x="5" y="52"/>
                </a:lnTo>
                <a:lnTo>
                  <a:pt x="5" y="57"/>
                </a:lnTo>
                <a:cubicBezTo>
                  <a:pt x="5" y="58"/>
                  <a:pt x="5" y="59"/>
                  <a:pt x="6" y="59"/>
                </a:cubicBezTo>
                <a:cubicBezTo>
                  <a:pt x="6" y="60"/>
                  <a:pt x="8" y="60"/>
                  <a:pt x="10" y="61"/>
                </a:cubicBezTo>
                <a:lnTo>
                  <a:pt x="3" y="60"/>
                </a:lnTo>
                <a:lnTo>
                  <a:pt x="4" y="49"/>
                </a:lnTo>
                <a:lnTo>
                  <a:pt x="28" y="59"/>
                </a:lnTo>
                <a:lnTo>
                  <a:pt x="28" y="55"/>
                </a:lnTo>
                <a:cubicBezTo>
                  <a:pt x="28" y="54"/>
                  <a:pt x="28" y="53"/>
                  <a:pt x="28" y="53"/>
                </a:cubicBezTo>
                <a:cubicBezTo>
                  <a:pt x="27" y="53"/>
                  <a:pt x="27" y="53"/>
                  <a:pt x="26" y="52"/>
                </a:cubicBezTo>
                <a:cubicBezTo>
                  <a:pt x="26" y="52"/>
                  <a:pt x="25" y="52"/>
                  <a:pt x="23" y="52"/>
                </a:cubicBezTo>
                <a:lnTo>
                  <a:pt x="23" y="51"/>
                </a:lnTo>
                <a:lnTo>
                  <a:pt x="30" y="52"/>
                </a:lnTo>
                <a:lnTo>
                  <a:pt x="29" y="62"/>
                </a:lnTo>
                <a:close/>
              </a:path>
              <a:path w="336" h="189">
                <a:moveTo>
                  <a:pt x="29" y="82"/>
                </a:moveTo>
                <a:cubicBezTo>
                  <a:pt x="29" y="84"/>
                  <a:pt x="28" y="85"/>
                  <a:pt x="25" y="87"/>
                </a:cubicBezTo>
                <a:cubicBezTo>
                  <a:pt x="22" y="88"/>
                  <a:pt x="19" y="89"/>
                  <a:pt x="15" y="89"/>
                </a:cubicBezTo>
                <a:cubicBezTo>
                  <a:pt x="11" y="89"/>
                  <a:pt x="8" y="89"/>
                  <a:pt x="5" y="87"/>
                </a:cubicBezTo>
                <a:cubicBezTo>
                  <a:pt x="3" y="86"/>
                  <a:pt x="1" y="85"/>
                  <a:pt x="1" y="83"/>
                </a:cubicBezTo>
                <a:cubicBezTo>
                  <a:pt x="1" y="81"/>
                  <a:pt x="2" y="80"/>
                  <a:pt x="5" y="78"/>
                </a:cubicBezTo>
                <a:cubicBezTo>
                  <a:pt x="7" y="77"/>
                  <a:pt x="11" y="76"/>
                  <a:pt x="15" y="76"/>
                </a:cubicBezTo>
                <a:cubicBezTo>
                  <a:pt x="19" y="76"/>
                  <a:pt x="22" y="77"/>
                  <a:pt x="25" y="78"/>
                </a:cubicBezTo>
                <a:cubicBezTo>
                  <a:pt x="27" y="79"/>
                  <a:pt x="29" y="80"/>
                  <a:pt x="29" y="82"/>
                </a:cubicBezTo>
                <a:close/>
                <a:moveTo>
                  <a:pt x="27" y="82"/>
                </a:moveTo>
                <a:cubicBezTo>
                  <a:pt x="27" y="81"/>
                  <a:pt x="26" y="80"/>
                  <a:pt x="25" y="79"/>
                </a:cubicBezTo>
                <a:cubicBezTo>
                  <a:pt x="22" y="78"/>
                  <a:pt x="19" y="78"/>
                  <a:pt x="15" y="78"/>
                </a:cubicBezTo>
                <a:cubicBezTo>
                  <a:pt x="11" y="79"/>
                  <a:pt x="7" y="79"/>
                  <a:pt x="5" y="80"/>
                </a:cubicBezTo>
                <a:cubicBezTo>
                  <a:pt x="3" y="81"/>
                  <a:pt x="2" y="82"/>
                  <a:pt x="3" y="83"/>
                </a:cubicBezTo>
                <a:cubicBezTo>
                  <a:pt x="3" y="84"/>
                  <a:pt x="4" y="85"/>
                  <a:pt x="6" y="86"/>
                </a:cubicBezTo>
                <a:cubicBezTo>
                  <a:pt x="8" y="87"/>
                  <a:pt x="11" y="87"/>
                  <a:pt x="15" y="87"/>
                </a:cubicBezTo>
                <a:cubicBezTo>
                  <a:pt x="19" y="87"/>
                  <a:pt x="23" y="86"/>
                  <a:pt x="25" y="85"/>
                </a:cubicBezTo>
                <a:cubicBezTo>
                  <a:pt x="26" y="84"/>
                  <a:pt x="27" y="83"/>
                  <a:pt x="27" y="82"/>
                </a:cubicBezTo>
                <a:close/>
              </a:path>
              <a:path w="336" h="189">
                <a:moveTo>
                  <a:pt x="16" y="66"/>
                </a:moveTo>
                <a:lnTo>
                  <a:pt x="15" y="72"/>
                </a:lnTo>
                <a:lnTo>
                  <a:pt x="22" y="73"/>
                </a:lnTo>
                <a:cubicBezTo>
                  <a:pt x="24" y="73"/>
                  <a:pt x="24" y="73"/>
                  <a:pt x="25" y="73"/>
                </a:cubicBezTo>
                <a:cubicBezTo>
                  <a:pt x="25" y="73"/>
                  <a:pt x="26" y="73"/>
                  <a:pt x="26" y="73"/>
                </a:cubicBezTo>
                <a:cubicBezTo>
                  <a:pt x="26" y="73"/>
                  <a:pt x="26" y="72"/>
                  <a:pt x="26" y="72"/>
                </a:cubicBezTo>
                <a:lnTo>
                  <a:pt x="27" y="72"/>
                </a:lnTo>
                <a:lnTo>
                  <a:pt x="26" y="77"/>
                </a:lnTo>
                <a:cubicBezTo>
                  <a:pt x="26" y="76"/>
                  <a:pt x="26" y="76"/>
                  <a:pt x="25" y="76"/>
                </a:cubicBezTo>
                <a:cubicBezTo>
                  <a:pt x="25" y="76"/>
                  <a:pt x="25" y="75"/>
                  <a:pt x="25" y="75"/>
                </a:cubicBezTo>
                <a:cubicBezTo>
                  <a:pt x="24" y="75"/>
                  <a:pt x="23" y="75"/>
                  <a:pt x="22" y="75"/>
                </a:cubicBezTo>
                <a:lnTo>
                  <a:pt x="5" y="73"/>
                </a:lnTo>
                <a:cubicBezTo>
                  <a:pt x="4" y="72"/>
                  <a:pt x="3" y="72"/>
                  <a:pt x="3" y="72"/>
                </a:cubicBezTo>
                <a:cubicBezTo>
                  <a:pt x="2" y="72"/>
                  <a:pt x="2" y="72"/>
                  <a:pt x="2" y="73"/>
                </a:cubicBezTo>
                <a:cubicBezTo>
                  <a:pt x="1" y="73"/>
                  <a:pt x="1" y="73"/>
                  <a:pt x="1" y="73"/>
                </a:cubicBezTo>
                <a:lnTo>
                  <a:pt x="1" y="74"/>
                </a:lnTo>
                <a:lnTo>
                  <a:pt x="0" y="74"/>
                </a:lnTo>
                <a:lnTo>
                  <a:pt x="1" y="68"/>
                </a:lnTo>
                <a:lnTo>
                  <a:pt x="2" y="68"/>
                </a:lnTo>
                <a:lnTo>
                  <a:pt x="2" y="69"/>
                </a:lnTo>
                <a:cubicBezTo>
                  <a:pt x="2" y="69"/>
                  <a:pt x="2" y="70"/>
                  <a:pt x="2" y="70"/>
                </a:cubicBezTo>
                <a:cubicBezTo>
                  <a:pt x="3" y="70"/>
                  <a:pt x="4" y="71"/>
                  <a:pt x="5" y="71"/>
                </a:cubicBezTo>
                <a:lnTo>
                  <a:pt x="13" y="72"/>
                </a:lnTo>
                <a:lnTo>
                  <a:pt x="14" y="66"/>
                </a:lnTo>
                <a:lnTo>
                  <a:pt x="6" y="65"/>
                </a:lnTo>
                <a:cubicBezTo>
                  <a:pt x="5" y="65"/>
                  <a:pt x="4" y="65"/>
                  <a:pt x="4" y="65"/>
                </a:cubicBezTo>
                <a:cubicBezTo>
                  <a:pt x="3" y="65"/>
                  <a:pt x="3" y="65"/>
                  <a:pt x="3" y="65"/>
                </a:cubicBezTo>
                <a:cubicBezTo>
                  <a:pt x="2" y="65"/>
                  <a:pt x="2" y="65"/>
                  <a:pt x="2" y="66"/>
                </a:cubicBezTo>
                <a:lnTo>
                  <a:pt x="1" y="66"/>
                </a:lnTo>
                <a:lnTo>
                  <a:pt x="2" y="60"/>
                </a:lnTo>
                <a:lnTo>
                  <a:pt x="3" y="61"/>
                </a:lnTo>
                <a:cubicBezTo>
                  <a:pt x="3" y="62"/>
                  <a:pt x="3" y="62"/>
                  <a:pt x="3" y="62"/>
                </a:cubicBezTo>
                <a:cubicBezTo>
                  <a:pt x="4" y="63"/>
                  <a:pt x="5" y="63"/>
                  <a:pt x="6" y="63"/>
                </a:cubicBezTo>
                <a:lnTo>
                  <a:pt x="23" y="65"/>
                </a:lnTo>
                <a:cubicBezTo>
                  <a:pt x="25" y="65"/>
                  <a:pt x="25" y="65"/>
                  <a:pt x="26" y="65"/>
                </a:cubicBezTo>
                <a:cubicBezTo>
                  <a:pt x="26" y="65"/>
                  <a:pt x="27" y="65"/>
                  <a:pt x="27" y="65"/>
                </a:cubicBezTo>
                <a:cubicBezTo>
                  <a:pt x="27" y="65"/>
                  <a:pt x="27" y="65"/>
                  <a:pt x="27" y="64"/>
                </a:cubicBezTo>
                <a:lnTo>
                  <a:pt x="28" y="64"/>
                </a:lnTo>
                <a:lnTo>
                  <a:pt x="27" y="69"/>
                </a:lnTo>
                <a:cubicBezTo>
                  <a:pt x="27" y="69"/>
                  <a:pt x="27" y="68"/>
                  <a:pt x="26" y="68"/>
                </a:cubicBezTo>
                <a:cubicBezTo>
                  <a:pt x="26" y="68"/>
                  <a:pt x="26" y="67"/>
                  <a:pt x="26" y="67"/>
                </a:cubicBezTo>
                <a:cubicBezTo>
                  <a:pt x="25" y="67"/>
                  <a:pt x="24" y="67"/>
                  <a:pt x="23" y="67"/>
                </a:cubicBezTo>
                <a:lnTo>
                  <a:pt x="16" y="66"/>
                </a:lnTo>
                <a:close/>
              </a:path>
              <a:path w="336" h="189">
                <a:moveTo>
                  <a:pt x="29" y="84"/>
                </a:moveTo>
                <a:lnTo>
                  <a:pt x="30" y="88"/>
                </a:lnTo>
                <a:lnTo>
                  <a:pt x="14" y="101"/>
                </a:lnTo>
                <a:lnTo>
                  <a:pt x="28" y="97"/>
                </a:lnTo>
                <a:cubicBezTo>
                  <a:pt x="30" y="96"/>
                  <a:pt x="31" y="96"/>
                  <a:pt x="31" y="95"/>
                </a:cubicBezTo>
                <a:cubicBezTo>
                  <a:pt x="32" y="95"/>
                  <a:pt x="32" y="95"/>
                  <a:pt x="32" y="94"/>
                </a:cubicBezTo>
                <a:lnTo>
                  <a:pt x="31" y="94"/>
                </a:lnTo>
                <a:lnTo>
                  <a:pt x="32" y="93"/>
                </a:lnTo>
                <a:lnTo>
                  <a:pt x="33" y="98"/>
                </a:lnTo>
                <a:cubicBezTo>
                  <a:pt x="32" y="97"/>
                  <a:pt x="32" y="97"/>
                  <a:pt x="31" y="97"/>
                </a:cubicBezTo>
                <a:cubicBezTo>
                  <a:pt x="31" y="97"/>
                  <a:pt x="30" y="97"/>
                  <a:pt x="29" y="97"/>
                </a:cubicBezTo>
                <a:lnTo>
                  <a:pt x="7" y="104"/>
                </a:lnTo>
                <a:lnTo>
                  <a:pt x="25" y="89"/>
                </a:lnTo>
                <a:lnTo>
                  <a:pt x="9" y="94"/>
                </a:lnTo>
                <a:cubicBezTo>
                  <a:pt x="8" y="95"/>
                  <a:pt x="7" y="95"/>
                  <a:pt x="7" y="95"/>
                </a:cubicBezTo>
                <a:cubicBezTo>
                  <a:pt x="6" y="96"/>
                  <a:pt x="6" y="96"/>
                  <a:pt x="6" y="97"/>
                </a:cubicBezTo>
                <a:lnTo>
                  <a:pt x="4" y="93"/>
                </a:lnTo>
                <a:lnTo>
                  <a:pt x="5" y="93"/>
                </a:lnTo>
                <a:cubicBezTo>
                  <a:pt x="5" y="94"/>
                  <a:pt x="6" y="94"/>
                  <a:pt x="6" y="94"/>
                </a:cubicBezTo>
                <a:cubicBezTo>
                  <a:pt x="7" y="94"/>
                  <a:pt x="8" y="94"/>
                  <a:pt x="9" y="93"/>
                </a:cubicBezTo>
                <a:lnTo>
                  <a:pt x="27" y="88"/>
                </a:lnTo>
                <a:cubicBezTo>
                  <a:pt x="27" y="87"/>
                  <a:pt x="28" y="87"/>
                  <a:pt x="28" y="86"/>
                </a:cubicBezTo>
                <a:cubicBezTo>
                  <a:pt x="28" y="86"/>
                  <a:pt x="28" y="86"/>
                  <a:pt x="29" y="85"/>
                </a:cubicBezTo>
                <a:cubicBezTo>
                  <a:pt x="29" y="85"/>
                  <a:pt x="29" y="85"/>
                  <a:pt x="28" y="84"/>
                </a:cubicBezTo>
                <a:lnTo>
                  <a:pt x="29" y="84"/>
                </a:lnTo>
                <a:close/>
              </a:path>
              <a:path w="336" h="189">
                <a:moveTo>
                  <a:pt x="38" y="107"/>
                </a:moveTo>
                <a:lnTo>
                  <a:pt x="30" y="110"/>
                </a:lnTo>
                <a:cubicBezTo>
                  <a:pt x="32" y="109"/>
                  <a:pt x="33" y="108"/>
                  <a:pt x="34" y="107"/>
                </a:cubicBezTo>
                <a:cubicBezTo>
                  <a:pt x="35" y="106"/>
                  <a:pt x="36" y="105"/>
                  <a:pt x="35" y="104"/>
                </a:cubicBezTo>
                <a:cubicBezTo>
                  <a:pt x="35" y="102"/>
                  <a:pt x="33" y="101"/>
                  <a:pt x="30" y="101"/>
                </a:cubicBezTo>
                <a:cubicBezTo>
                  <a:pt x="28" y="102"/>
                  <a:pt x="25" y="102"/>
                  <a:pt x="22" y="103"/>
                </a:cubicBezTo>
                <a:cubicBezTo>
                  <a:pt x="20" y="104"/>
                  <a:pt x="18" y="105"/>
                  <a:pt x="16" y="106"/>
                </a:cubicBezTo>
                <a:cubicBezTo>
                  <a:pt x="14" y="107"/>
                  <a:pt x="13" y="108"/>
                  <a:pt x="12" y="109"/>
                </a:cubicBezTo>
                <a:cubicBezTo>
                  <a:pt x="12" y="110"/>
                  <a:pt x="11" y="111"/>
                  <a:pt x="12" y="112"/>
                </a:cubicBezTo>
                <a:cubicBezTo>
                  <a:pt x="12" y="112"/>
                  <a:pt x="12" y="113"/>
                  <a:pt x="12" y="113"/>
                </a:cubicBezTo>
                <a:cubicBezTo>
                  <a:pt x="13" y="113"/>
                  <a:pt x="13" y="114"/>
                  <a:pt x="14" y="114"/>
                </a:cubicBezTo>
                <a:lnTo>
                  <a:pt x="21" y="112"/>
                </a:lnTo>
                <a:cubicBezTo>
                  <a:pt x="22" y="111"/>
                  <a:pt x="23" y="111"/>
                  <a:pt x="24" y="111"/>
                </a:cubicBezTo>
                <a:cubicBezTo>
                  <a:pt x="24" y="110"/>
                  <a:pt x="24" y="110"/>
                  <a:pt x="24" y="110"/>
                </a:cubicBezTo>
                <a:cubicBezTo>
                  <a:pt x="24" y="110"/>
                  <a:pt x="24" y="109"/>
                  <a:pt x="24" y="109"/>
                </a:cubicBezTo>
                <a:lnTo>
                  <a:pt x="25" y="108"/>
                </a:lnTo>
                <a:lnTo>
                  <a:pt x="27" y="113"/>
                </a:lnTo>
                <a:lnTo>
                  <a:pt x="26" y="113"/>
                </a:lnTo>
                <a:cubicBezTo>
                  <a:pt x="26" y="113"/>
                  <a:pt x="25" y="113"/>
                  <a:pt x="24" y="113"/>
                </a:cubicBezTo>
                <a:cubicBezTo>
                  <a:pt x="24" y="113"/>
                  <a:pt x="23" y="113"/>
                  <a:pt x="22" y="113"/>
                </a:cubicBezTo>
                <a:lnTo>
                  <a:pt x="14" y="116"/>
                </a:lnTo>
                <a:cubicBezTo>
                  <a:pt x="13" y="115"/>
                  <a:pt x="12" y="115"/>
                  <a:pt x="12" y="114"/>
                </a:cubicBezTo>
                <a:cubicBezTo>
                  <a:pt x="11" y="114"/>
                  <a:pt x="11" y="113"/>
                  <a:pt x="10" y="112"/>
                </a:cubicBezTo>
                <a:cubicBezTo>
                  <a:pt x="10" y="110"/>
                  <a:pt x="11" y="108"/>
                  <a:pt x="13" y="105"/>
                </a:cubicBezTo>
                <a:cubicBezTo>
                  <a:pt x="15" y="104"/>
                  <a:pt x="18" y="102"/>
                  <a:pt x="21" y="101"/>
                </a:cubicBezTo>
                <a:cubicBezTo>
                  <a:pt x="23" y="100"/>
                  <a:pt x="25" y="100"/>
                  <a:pt x="27" y="100"/>
                </a:cubicBezTo>
                <a:cubicBezTo>
                  <a:pt x="30" y="100"/>
                  <a:pt x="32" y="100"/>
                  <a:pt x="34" y="101"/>
                </a:cubicBezTo>
                <a:cubicBezTo>
                  <a:pt x="35" y="101"/>
                  <a:pt x="36" y="102"/>
                  <a:pt x="36" y="103"/>
                </a:cubicBezTo>
                <a:cubicBezTo>
                  <a:pt x="37" y="104"/>
                  <a:pt x="37" y="104"/>
                  <a:pt x="37" y="104"/>
                </a:cubicBezTo>
                <a:cubicBezTo>
                  <a:pt x="37" y="105"/>
                  <a:pt x="36" y="106"/>
                  <a:pt x="36" y="106"/>
                </a:cubicBezTo>
                <a:cubicBezTo>
                  <a:pt x="36" y="107"/>
                  <a:pt x="36" y="107"/>
                  <a:pt x="36" y="107"/>
                </a:cubicBezTo>
                <a:cubicBezTo>
                  <a:pt x="36" y="107"/>
                  <a:pt x="36" y="107"/>
                  <a:pt x="36" y="107"/>
                </a:cubicBezTo>
                <a:cubicBezTo>
                  <a:pt x="37" y="107"/>
                  <a:pt x="37" y="107"/>
                  <a:pt x="38" y="107"/>
                </a:cubicBezTo>
                <a:close/>
              </a:path>
              <a:path w="336" h="189">
                <a:moveTo>
                  <a:pt x="47" y="119"/>
                </a:moveTo>
                <a:lnTo>
                  <a:pt x="48" y="118"/>
                </a:lnTo>
                <a:lnTo>
                  <a:pt x="51" y="122"/>
                </a:lnTo>
                <a:lnTo>
                  <a:pt x="50" y="122"/>
                </a:lnTo>
                <a:cubicBezTo>
                  <a:pt x="49" y="121"/>
                  <a:pt x="49" y="121"/>
                  <a:pt x="48" y="122"/>
                </a:cubicBezTo>
                <a:cubicBezTo>
                  <a:pt x="48" y="122"/>
                  <a:pt x="47" y="122"/>
                  <a:pt x="46" y="123"/>
                </a:cubicBezTo>
                <a:lnTo>
                  <a:pt x="38" y="130"/>
                </a:lnTo>
                <a:cubicBezTo>
                  <a:pt x="36" y="132"/>
                  <a:pt x="34" y="133"/>
                  <a:pt x="33" y="134"/>
                </a:cubicBezTo>
                <a:cubicBezTo>
                  <a:pt x="31" y="135"/>
                  <a:pt x="30" y="135"/>
                  <a:pt x="29" y="135"/>
                </a:cubicBezTo>
                <a:cubicBezTo>
                  <a:pt x="27" y="135"/>
                  <a:pt x="26" y="135"/>
                  <a:pt x="26" y="134"/>
                </a:cubicBezTo>
                <a:cubicBezTo>
                  <a:pt x="25" y="133"/>
                  <a:pt x="24" y="131"/>
                  <a:pt x="25" y="130"/>
                </a:cubicBezTo>
                <a:cubicBezTo>
                  <a:pt x="25" y="129"/>
                  <a:pt x="26" y="128"/>
                  <a:pt x="27" y="126"/>
                </a:cubicBezTo>
                <a:cubicBezTo>
                  <a:pt x="27" y="126"/>
                  <a:pt x="29" y="124"/>
                  <a:pt x="32" y="122"/>
                </a:cubicBezTo>
                <a:lnTo>
                  <a:pt x="39" y="115"/>
                </a:lnTo>
                <a:cubicBezTo>
                  <a:pt x="41" y="114"/>
                  <a:pt x="41" y="114"/>
                  <a:pt x="42" y="113"/>
                </a:cubicBezTo>
                <a:cubicBezTo>
                  <a:pt x="42" y="113"/>
                  <a:pt x="42" y="112"/>
                  <a:pt x="42" y="112"/>
                </a:cubicBezTo>
                <a:lnTo>
                  <a:pt x="41" y="111"/>
                </a:lnTo>
                <a:lnTo>
                  <a:pt x="42" y="111"/>
                </a:lnTo>
                <a:lnTo>
                  <a:pt x="45" y="115"/>
                </a:lnTo>
                <a:lnTo>
                  <a:pt x="45" y="116"/>
                </a:lnTo>
                <a:lnTo>
                  <a:pt x="45" y="115"/>
                </a:lnTo>
                <a:cubicBezTo>
                  <a:pt x="44" y="115"/>
                  <a:pt x="44" y="115"/>
                  <a:pt x="43" y="115"/>
                </a:cubicBezTo>
                <a:cubicBezTo>
                  <a:pt x="43" y="115"/>
                  <a:pt x="42" y="116"/>
                  <a:pt x="41" y="117"/>
                </a:cubicBezTo>
                <a:lnTo>
                  <a:pt x="32" y="124"/>
                </a:lnTo>
                <a:cubicBezTo>
                  <a:pt x="31" y="125"/>
                  <a:pt x="30" y="126"/>
                  <a:pt x="29" y="127"/>
                </a:cubicBezTo>
                <a:cubicBezTo>
                  <a:pt x="28" y="127"/>
                  <a:pt x="28" y="128"/>
                  <a:pt x="27" y="129"/>
                </a:cubicBezTo>
                <a:cubicBezTo>
                  <a:pt x="27" y="130"/>
                  <a:pt x="26" y="130"/>
                  <a:pt x="26" y="131"/>
                </a:cubicBezTo>
                <a:cubicBezTo>
                  <a:pt x="26" y="132"/>
                  <a:pt x="26" y="132"/>
                  <a:pt x="27" y="133"/>
                </a:cubicBezTo>
                <a:cubicBezTo>
                  <a:pt x="27" y="133"/>
                  <a:pt x="28" y="134"/>
                  <a:pt x="29" y="134"/>
                </a:cubicBezTo>
                <a:cubicBezTo>
                  <a:pt x="30" y="134"/>
                  <a:pt x="31" y="133"/>
                  <a:pt x="32" y="133"/>
                </a:cubicBezTo>
                <a:cubicBezTo>
                  <a:pt x="33" y="132"/>
                  <a:pt x="35" y="131"/>
                  <a:pt x="37" y="129"/>
                </a:cubicBezTo>
                <a:lnTo>
                  <a:pt x="45" y="123"/>
                </a:lnTo>
                <a:cubicBezTo>
                  <a:pt x="47" y="122"/>
                  <a:pt x="47" y="121"/>
                  <a:pt x="48" y="120"/>
                </a:cubicBezTo>
                <a:cubicBezTo>
                  <a:pt x="48" y="120"/>
                  <a:pt x="48" y="119"/>
                  <a:pt x="47" y="119"/>
                </a:cubicBezTo>
                <a:close/>
              </a:path>
              <a:path w="336" h="189">
                <a:moveTo>
                  <a:pt x="51" y="121"/>
                </a:moveTo>
                <a:lnTo>
                  <a:pt x="53" y="123"/>
                </a:lnTo>
                <a:lnTo>
                  <a:pt x="46" y="143"/>
                </a:lnTo>
                <a:lnTo>
                  <a:pt x="56" y="132"/>
                </a:lnTo>
                <a:cubicBezTo>
                  <a:pt x="57" y="131"/>
                  <a:pt x="58" y="130"/>
                  <a:pt x="58" y="130"/>
                </a:cubicBezTo>
                <a:cubicBezTo>
                  <a:pt x="58" y="129"/>
                  <a:pt x="58" y="128"/>
                  <a:pt x="58" y="128"/>
                </a:cubicBezTo>
                <a:lnTo>
                  <a:pt x="57" y="128"/>
                </a:lnTo>
                <a:lnTo>
                  <a:pt x="58" y="127"/>
                </a:lnTo>
                <a:lnTo>
                  <a:pt x="61" y="130"/>
                </a:lnTo>
                <a:lnTo>
                  <a:pt x="61" y="131"/>
                </a:lnTo>
                <a:lnTo>
                  <a:pt x="60" y="131"/>
                </a:lnTo>
                <a:cubicBezTo>
                  <a:pt x="60" y="130"/>
                  <a:pt x="60" y="130"/>
                  <a:pt x="59" y="131"/>
                </a:cubicBezTo>
                <a:cubicBezTo>
                  <a:pt x="59" y="131"/>
                  <a:pt x="58" y="131"/>
                  <a:pt x="57" y="133"/>
                </a:cubicBezTo>
                <a:lnTo>
                  <a:pt x="42" y="149"/>
                </a:lnTo>
                <a:lnTo>
                  <a:pt x="50" y="127"/>
                </a:lnTo>
                <a:lnTo>
                  <a:pt x="39" y="140"/>
                </a:lnTo>
                <a:cubicBezTo>
                  <a:pt x="38" y="141"/>
                  <a:pt x="37" y="142"/>
                  <a:pt x="37" y="142"/>
                </a:cubicBezTo>
                <a:cubicBezTo>
                  <a:pt x="37" y="143"/>
                  <a:pt x="37" y="143"/>
                  <a:pt x="37" y="143"/>
                </a:cubicBezTo>
                <a:lnTo>
                  <a:pt x="38" y="144"/>
                </a:lnTo>
                <a:lnTo>
                  <a:pt x="37" y="144"/>
                </a:lnTo>
                <a:lnTo>
                  <a:pt x="34" y="141"/>
                </a:lnTo>
                <a:lnTo>
                  <a:pt x="35" y="141"/>
                </a:lnTo>
                <a:cubicBezTo>
                  <a:pt x="35" y="141"/>
                  <a:pt x="36" y="141"/>
                  <a:pt x="36" y="141"/>
                </a:cubicBezTo>
                <a:cubicBezTo>
                  <a:pt x="37" y="141"/>
                  <a:pt x="37" y="140"/>
                  <a:pt x="38" y="139"/>
                </a:cubicBezTo>
                <a:lnTo>
                  <a:pt x="50" y="125"/>
                </a:lnTo>
                <a:cubicBezTo>
                  <a:pt x="51" y="124"/>
                  <a:pt x="51" y="124"/>
                  <a:pt x="51" y="123"/>
                </a:cubicBezTo>
                <a:cubicBezTo>
                  <a:pt x="51" y="123"/>
                  <a:pt x="51" y="123"/>
                  <a:pt x="51" y="122"/>
                </a:cubicBezTo>
                <a:cubicBezTo>
                  <a:pt x="51" y="122"/>
                  <a:pt x="50" y="122"/>
                  <a:pt x="50" y="121"/>
                </a:cubicBezTo>
                <a:lnTo>
                  <a:pt x="51" y="121"/>
                </a:lnTo>
                <a:close/>
              </a:path>
              <a:path w="336" h="189">
                <a:moveTo>
                  <a:pt x="51" y="155"/>
                </a:moveTo>
                <a:lnTo>
                  <a:pt x="50" y="156"/>
                </a:lnTo>
                <a:lnTo>
                  <a:pt x="46" y="152"/>
                </a:lnTo>
                <a:lnTo>
                  <a:pt x="47" y="151"/>
                </a:lnTo>
                <a:lnTo>
                  <a:pt x="47" y="152"/>
                </a:lnTo>
                <a:cubicBezTo>
                  <a:pt x="47" y="152"/>
                  <a:pt x="48" y="152"/>
                  <a:pt x="49" y="152"/>
                </a:cubicBezTo>
                <a:cubicBezTo>
                  <a:pt x="49" y="152"/>
                  <a:pt x="50" y="151"/>
                  <a:pt x="51" y="150"/>
                </a:cubicBezTo>
                <a:lnTo>
                  <a:pt x="62" y="137"/>
                </a:lnTo>
                <a:cubicBezTo>
                  <a:pt x="63" y="136"/>
                  <a:pt x="63" y="135"/>
                  <a:pt x="63" y="135"/>
                </a:cubicBezTo>
                <a:cubicBezTo>
                  <a:pt x="64" y="134"/>
                  <a:pt x="64" y="134"/>
                  <a:pt x="64" y="134"/>
                </a:cubicBezTo>
                <a:cubicBezTo>
                  <a:pt x="64" y="133"/>
                  <a:pt x="64" y="133"/>
                  <a:pt x="63" y="133"/>
                </a:cubicBezTo>
                <a:lnTo>
                  <a:pt x="63" y="132"/>
                </a:lnTo>
                <a:lnTo>
                  <a:pt x="68" y="136"/>
                </a:lnTo>
                <a:lnTo>
                  <a:pt x="67" y="136"/>
                </a:lnTo>
                <a:cubicBezTo>
                  <a:pt x="66" y="136"/>
                  <a:pt x="66" y="136"/>
                  <a:pt x="65" y="136"/>
                </a:cubicBezTo>
                <a:cubicBezTo>
                  <a:pt x="65" y="136"/>
                  <a:pt x="64" y="137"/>
                  <a:pt x="63" y="138"/>
                </a:cubicBezTo>
                <a:lnTo>
                  <a:pt x="52" y="151"/>
                </a:lnTo>
                <a:cubicBezTo>
                  <a:pt x="51" y="152"/>
                  <a:pt x="51" y="153"/>
                  <a:pt x="50" y="153"/>
                </a:cubicBezTo>
                <a:cubicBezTo>
                  <a:pt x="50" y="153"/>
                  <a:pt x="50" y="153"/>
                  <a:pt x="50" y="154"/>
                </a:cubicBezTo>
                <a:cubicBezTo>
                  <a:pt x="50" y="154"/>
                  <a:pt x="50" y="155"/>
                  <a:pt x="51" y="155"/>
                </a:cubicBezTo>
                <a:close/>
              </a:path>
              <a:path w="336" h="189">
                <a:moveTo>
                  <a:pt x="81" y="143"/>
                </a:moveTo>
                <a:lnTo>
                  <a:pt x="80" y="143"/>
                </a:lnTo>
                <a:cubicBezTo>
                  <a:pt x="80" y="143"/>
                  <a:pt x="79" y="143"/>
                  <a:pt x="79" y="144"/>
                </a:cubicBezTo>
                <a:cubicBezTo>
                  <a:pt x="78" y="144"/>
                  <a:pt x="78" y="145"/>
                  <a:pt x="77" y="146"/>
                </a:cubicBezTo>
                <a:lnTo>
                  <a:pt x="61" y="163"/>
                </a:lnTo>
                <a:lnTo>
                  <a:pt x="61" y="162"/>
                </a:lnTo>
                <a:lnTo>
                  <a:pt x="68" y="140"/>
                </a:lnTo>
                <a:cubicBezTo>
                  <a:pt x="69" y="139"/>
                  <a:pt x="69" y="139"/>
                  <a:pt x="69" y="138"/>
                </a:cubicBezTo>
                <a:cubicBezTo>
                  <a:pt x="69" y="138"/>
                  <a:pt x="69" y="137"/>
                  <a:pt x="69" y="137"/>
                </a:cubicBezTo>
                <a:cubicBezTo>
                  <a:pt x="69" y="137"/>
                  <a:pt x="69" y="137"/>
                  <a:pt x="68" y="136"/>
                </a:cubicBezTo>
                <a:lnTo>
                  <a:pt x="69" y="136"/>
                </a:lnTo>
                <a:lnTo>
                  <a:pt x="73" y="138"/>
                </a:lnTo>
                <a:lnTo>
                  <a:pt x="73" y="139"/>
                </a:lnTo>
                <a:cubicBezTo>
                  <a:pt x="72" y="139"/>
                  <a:pt x="72" y="139"/>
                  <a:pt x="72" y="139"/>
                </a:cubicBezTo>
                <a:cubicBezTo>
                  <a:pt x="71" y="139"/>
                  <a:pt x="71" y="139"/>
                  <a:pt x="71" y="140"/>
                </a:cubicBezTo>
                <a:cubicBezTo>
                  <a:pt x="71" y="140"/>
                  <a:pt x="70" y="141"/>
                  <a:pt x="70" y="143"/>
                </a:cubicBezTo>
                <a:lnTo>
                  <a:pt x="65" y="158"/>
                </a:lnTo>
                <a:lnTo>
                  <a:pt x="75" y="146"/>
                </a:lnTo>
                <a:cubicBezTo>
                  <a:pt x="76" y="145"/>
                  <a:pt x="77" y="144"/>
                  <a:pt x="77" y="144"/>
                </a:cubicBezTo>
                <a:cubicBezTo>
                  <a:pt x="77" y="143"/>
                  <a:pt x="77" y="143"/>
                  <a:pt x="77" y="143"/>
                </a:cubicBezTo>
                <a:cubicBezTo>
                  <a:pt x="77" y="142"/>
                  <a:pt x="77" y="142"/>
                  <a:pt x="77" y="141"/>
                </a:cubicBezTo>
                <a:cubicBezTo>
                  <a:pt x="77" y="141"/>
                  <a:pt x="77" y="141"/>
                  <a:pt x="77" y="141"/>
                </a:cubicBezTo>
                <a:lnTo>
                  <a:pt x="81" y="143"/>
                </a:lnTo>
                <a:close/>
              </a:path>
              <a:path w="336" h="189">
                <a:moveTo>
                  <a:pt x="153" y="160"/>
                </a:moveTo>
                <a:cubicBezTo>
                  <a:pt x="155" y="160"/>
                  <a:pt x="156" y="161"/>
                  <a:pt x="157" y="164"/>
                </a:cubicBezTo>
                <a:cubicBezTo>
                  <a:pt x="159" y="166"/>
                  <a:pt x="159" y="170"/>
                  <a:pt x="159" y="174"/>
                </a:cubicBezTo>
                <a:cubicBezTo>
                  <a:pt x="159" y="178"/>
                  <a:pt x="159" y="181"/>
                  <a:pt x="157" y="184"/>
                </a:cubicBezTo>
                <a:cubicBezTo>
                  <a:pt x="156" y="186"/>
                  <a:pt x="155" y="187"/>
                  <a:pt x="153" y="187"/>
                </a:cubicBezTo>
                <a:cubicBezTo>
                  <a:pt x="151" y="187"/>
                  <a:pt x="150" y="186"/>
                  <a:pt x="148" y="184"/>
                </a:cubicBezTo>
                <a:cubicBezTo>
                  <a:pt x="147" y="181"/>
                  <a:pt x="147" y="178"/>
                  <a:pt x="147" y="174"/>
                </a:cubicBezTo>
                <a:cubicBezTo>
                  <a:pt x="147" y="169"/>
                  <a:pt x="147" y="166"/>
                  <a:pt x="149" y="163"/>
                </a:cubicBezTo>
                <a:cubicBezTo>
                  <a:pt x="150" y="161"/>
                  <a:pt x="151" y="160"/>
                  <a:pt x="153" y="160"/>
                </a:cubicBezTo>
                <a:close/>
                <a:moveTo>
                  <a:pt x="153" y="161"/>
                </a:moveTo>
                <a:cubicBezTo>
                  <a:pt x="152" y="161"/>
                  <a:pt x="151" y="162"/>
                  <a:pt x="150" y="164"/>
                </a:cubicBezTo>
                <a:cubicBezTo>
                  <a:pt x="149" y="166"/>
                  <a:pt x="149" y="169"/>
                  <a:pt x="149" y="174"/>
                </a:cubicBezTo>
                <a:cubicBezTo>
                  <a:pt x="149" y="178"/>
                  <a:pt x="149" y="181"/>
                  <a:pt x="150" y="183"/>
                </a:cubicBezTo>
                <a:cubicBezTo>
                  <a:pt x="151" y="185"/>
                  <a:pt x="152" y="186"/>
                  <a:pt x="153" y="186"/>
                </a:cubicBezTo>
                <a:cubicBezTo>
                  <a:pt x="154" y="186"/>
                  <a:pt x="155" y="185"/>
                  <a:pt x="156" y="183"/>
                </a:cubicBezTo>
                <a:cubicBezTo>
                  <a:pt x="157" y="181"/>
                  <a:pt x="157" y="178"/>
                  <a:pt x="157" y="174"/>
                </a:cubicBezTo>
                <a:cubicBezTo>
                  <a:pt x="157" y="170"/>
                  <a:pt x="157" y="166"/>
                  <a:pt x="156" y="164"/>
                </a:cubicBezTo>
                <a:cubicBezTo>
                  <a:pt x="155" y="162"/>
                  <a:pt x="154" y="161"/>
                  <a:pt x="153" y="161"/>
                </a:cubicBezTo>
                <a:close/>
              </a:path>
              <a:path w="336" h="189">
                <a:moveTo>
                  <a:pt x="165" y="162"/>
                </a:moveTo>
                <a:lnTo>
                  <a:pt x="165" y="172"/>
                </a:lnTo>
                <a:lnTo>
                  <a:pt x="167" y="172"/>
                </a:lnTo>
                <a:cubicBezTo>
                  <a:pt x="168" y="172"/>
                  <a:pt x="168" y="172"/>
                  <a:pt x="168" y="172"/>
                </a:cubicBezTo>
                <a:cubicBezTo>
                  <a:pt x="168" y="171"/>
                  <a:pt x="169" y="170"/>
                  <a:pt x="169" y="169"/>
                </a:cubicBezTo>
                <a:lnTo>
                  <a:pt x="169" y="178"/>
                </a:lnTo>
                <a:cubicBezTo>
                  <a:pt x="169" y="177"/>
                  <a:pt x="169" y="176"/>
                  <a:pt x="169" y="175"/>
                </a:cubicBezTo>
                <a:cubicBezTo>
                  <a:pt x="168" y="175"/>
                  <a:pt x="168" y="175"/>
                  <a:pt x="168" y="174"/>
                </a:cubicBezTo>
                <a:cubicBezTo>
                  <a:pt x="168" y="174"/>
                  <a:pt x="167" y="174"/>
                  <a:pt x="167" y="174"/>
                </a:cubicBezTo>
                <a:lnTo>
                  <a:pt x="165" y="174"/>
                </a:lnTo>
                <a:lnTo>
                  <a:pt x="165" y="182"/>
                </a:lnTo>
                <a:cubicBezTo>
                  <a:pt x="165" y="184"/>
                  <a:pt x="165" y="184"/>
                  <a:pt x="165" y="185"/>
                </a:cubicBezTo>
                <a:cubicBezTo>
                  <a:pt x="165" y="185"/>
                  <a:pt x="165" y="185"/>
                  <a:pt x="165" y="186"/>
                </a:cubicBezTo>
                <a:cubicBezTo>
                  <a:pt x="165" y="186"/>
                  <a:pt x="166" y="186"/>
                  <a:pt x="166" y="186"/>
                </a:cubicBezTo>
                <a:lnTo>
                  <a:pt x="167" y="186"/>
                </a:lnTo>
                <a:lnTo>
                  <a:pt x="167" y="187"/>
                </a:lnTo>
                <a:lnTo>
                  <a:pt x="161" y="187"/>
                </a:lnTo>
                <a:lnTo>
                  <a:pt x="161" y="186"/>
                </a:lnTo>
                <a:cubicBezTo>
                  <a:pt x="162" y="186"/>
                  <a:pt x="162" y="186"/>
                  <a:pt x="163" y="185"/>
                </a:cubicBezTo>
                <a:cubicBezTo>
                  <a:pt x="163" y="185"/>
                  <a:pt x="163" y="184"/>
                  <a:pt x="163" y="182"/>
                </a:cubicBezTo>
                <a:lnTo>
                  <a:pt x="163" y="165"/>
                </a:lnTo>
                <a:cubicBezTo>
                  <a:pt x="163" y="164"/>
                  <a:pt x="163" y="163"/>
                  <a:pt x="163" y="163"/>
                </a:cubicBezTo>
                <a:cubicBezTo>
                  <a:pt x="163" y="162"/>
                  <a:pt x="162" y="162"/>
                  <a:pt x="162" y="162"/>
                </a:cubicBezTo>
                <a:cubicBezTo>
                  <a:pt x="162" y="161"/>
                  <a:pt x="162" y="161"/>
                  <a:pt x="161" y="161"/>
                </a:cubicBezTo>
                <a:lnTo>
                  <a:pt x="171" y="161"/>
                </a:lnTo>
                <a:lnTo>
                  <a:pt x="171" y="166"/>
                </a:lnTo>
                <a:lnTo>
                  <a:pt x="170" y="166"/>
                </a:lnTo>
                <a:cubicBezTo>
                  <a:pt x="170" y="165"/>
                  <a:pt x="170" y="164"/>
                  <a:pt x="170" y="164"/>
                </a:cubicBezTo>
                <a:cubicBezTo>
                  <a:pt x="170" y="163"/>
                  <a:pt x="169" y="163"/>
                  <a:pt x="169" y="162"/>
                </a:cubicBezTo>
                <a:cubicBezTo>
                  <a:pt x="169" y="162"/>
                  <a:pt x="168" y="162"/>
                  <a:pt x="168" y="162"/>
                </a:cubicBezTo>
                <a:lnTo>
                  <a:pt x="165" y="162"/>
                </a:lnTo>
                <a:close/>
              </a:path>
              <a:path w="336" h="189">
                <a:moveTo>
                  <a:pt x="92" y="176"/>
                </a:moveTo>
                <a:lnTo>
                  <a:pt x="89" y="175"/>
                </a:lnTo>
                <a:lnTo>
                  <a:pt x="91" y="162"/>
                </a:lnTo>
                <a:cubicBezTo>
                  <a:pt x="90" y="162"/>
                  <a:pt x="90" y="161"/>
                  <a:pt x="90" y="161"/>
                </a:cubicBezTo>
                <a:cubicBezTo>
                  <a:pt x="90" y="161"/>
                  <a:pt x="90" y="161"/>
                  <a:pt x="90" y="161"/>
                </a:cubicBezTo>
                <a:cubicBezTo>
                  <a:pt x="90" y="161"/>
                  <a:pt x="90" y="161"/>
                  <a:pt x="89" y="161"/>
                </a:cubicBezTo>
                <a:lnTo>
                  <a:pt x="86" y="168"/>
                </a:lnTo>
                <a:cubicBezTo>
                  <a:pt x="85" y="169"/>
                  <a:pt x="85" y="170"/>
                  <a:pt x="84" y="171"/>
                </a:cubicBezTo>
                <a:cubicBezTo>
                  <a:pt x="84" y="171"/>
                  <a:pt x="85" y="172"/>
                  <a:pt x="85" y="172"/>
                </a:cubicBezTo>
                <a:lnTo>
                  <a:pt x="85" y="173"/>
                </a:lnTo>
                <a:lnTo>
                  <a:pt x="80" y="170"/>
                </a:lnTo>
                <a:lnTo>
                  <a:pt x="81" y="169"/>
                </a:lnTo>
                <a:lnTo>
                  <a:pt x="81" y="170"/>
                </a:lnTo>
                <a:cubicBezTo>
                  <a:pt x="81" y="170"/>
                  <a:pt x="82" y="170"/>
                  <a:pt x="83" y="169"/>
                </a:cubicBezTo>
                <a:cubicBezTo>
                  <a:pt x="83" y="169"/>
                  <a:pt x="83" y="168"/>
                  <a:pt x="84" y="167"/>
                </a:cubicBezTo>
                <a:lnTo>
                  <a:pt x="92" y="152"/>
                </a:lnTo>
                <a:cubicBezTo>
                  <a:pt x="93" y="151"/>
                  <a:pt x="94" y="150"/>
                  <a:pt x="94" y="149"/>
                </a:cubicBezTo>
                <a:cubicBezTo>
                  <a:pt x="94" y="149"/>
                  <a:pt x="94" y="148"/>
                  <a:pt x="93" y="148"/>
                </a:cubicBezTo>
                <a:lnTo>
                  <a:pt x="93" y="147"/>
                </a:lnTo>
                <a:lnTo>
                  <a:pt x="97" y="149"/>
                </a:lnTo>
                <a:cubicBezTo>
                  <a:pt x="98" y="150"/>
                  <a:pt x="99" y="151"/>
                  <a:pt x="100" y="151"/>
                </a:cubicBezTo>
                <a:cubicBezTo>
                  <a:pt x="100" y="152"/>
                  <a:pt x="100" y="153"/>
                  <a:pt x="100" y="154"/>
                </a:cubicBezTo>
                <a:cubicBezTo>
                  <a:pt x="100" y="155"/>
                  <a:pt x="99" y="157"/>
                  <a:pt x="99" y="158"/>
                </a:cubicBezTo>
                <a:cubicBezTo>
                  <a:pt x="98" y="159"/>
                  <a:pt x="97" y="160"/>
                  <a:pt x="96" y="161"/>
                </a:cubicBezTo>
                <a:cubicBezTo>
                  <a:pt x="95" y="162"/>
                  <a:pt x="94" y="162"/>
                  <a:pt x="93" y="162"/>
                </a:cubicBezTo>
                <a:lnTo>
                  <a:pt x="91" y="170"/>
                </a:lnTo>
                <a:cubicBezTo>
                  <a:pt x="91" y="172"/>
                  <a:pt x="91" y="173"/>
                  <a:pt x="91" y="174"/>
                </a:cubicBezTo>
                <a:cubicBezTo>
                  <a:pt x="91" y="175"/>
                  <a:pt x="91" y="175"/>
                  <a:pt x="92" y="176"/>
                </a:cubicBezTo>
                <a:close/>
                <a:moveTo>
                  <a:pt x="90" y="160"/>
                </a:moveTo>
                <a:cubicBezTo>
                  <a:pt x="90" y="160"/>
                  <a:pt x="90" y="160"/>
                  <a:pt x="90" y="160"/>
                </a:cubicBezTo>
                <a:cubicBezTo>
                  <a:pt x="90" y="160"/>
                  <a:pt x="90" y="160"/>
                  <a:pt x="91" y="160"/>
                </a:cubicBezTo>
                <a:cubicBezTo>
                  <a:pt x="92" y="161"/>
                  <a:pt x="93" y="161"/>
                  <a:pt x="94" y="160"/>
                </a:cubicBezTo>
                <a:cubicBezTo>
                  <a:pt x="95" y="160"/>
                  <a:pt x="96" y="158"/>
                  <a:pt x="97" y="157"/>
                </a:cubicBezTo>
                <a:cubicBezTo>
                  <a:pt x="97" y="156"/>
                  <a:pt x="98" y="154"/>
                  <a:pt x="98" y="153"/>
                </a:cubicBezTo>
                <a:cubicBezTo>
                  <a:pt x="98" y="152"/>
                  <a:pt x="98" y="151"/>
                  <a:pt x="97" y="151"/>
                </a:cubicBezTo>
                <a:cubicBezTo>
                  <a:pt x="97" y="151"/>
                  <a:pt x="96" y="150"/>
                  <a:pt x="95" y="150"/>
                </a:cubicBezTo>
                <a:lnTo>
                  <a:pt x="90" y="160"/>
                </a:lnTo>
                <a:close/>
              </a:path>
              <a:path w="336" h="189">
                <a:moveTo>
                  <a:pt x="110" y="153"/>
                </a:moveTo>
                <a:lnTo>
                  <a:pt x="107" y="161"/>
                </a:lnTo>
                <a:cubicBezTo>
                  <a:pt x="107" y="160"/>
                  <a:pt x="108" y="158"/>
                  <a:pt x="108" y="157"/>
                </a:cubicBezTo>
                <a:cubicBezTo>
                  <a:pt x="108" y="156"/>
                  <a:pt x="108" y="155"/>
                  <a:pt x="107" y="154"/>
                </a:cubicBezTo>
                <a:cubicBezTo>
                  <a:pt x="107" y="154"/>
                  <a:pt x="107" y="153"/>
                  <a:pt x="106" y="153"/>
                </a:cubicBezTo>
                <a:cubicBezTo>
                  <a:pt x="105" y="153"/>
                  <a:pt x="105" y="153"/>
                  <a:pt x="104" y="154"/>
                </a:cubicBezTo>
                <a:cubicBezTo>
                  <a:pt x="103" y="154"/>
                  <a:pt x="103" y="155"/>
                  <a:pt x="103" y="156"/>
                </a:cubicBezTo>
                <a:cubicBezTo>
                  <a:pt x="102" y="157"/>
                  <a:pt x="102" y="157"/>
                  <a:pt x="102" y="158"/>
                </a:cubicBezTo>
                <a:cubicBezTo>
                  <a:pt x="102" y="159"/>
                  <a:pt x="103" y="161"/>
                  <a:pt x="104" y="163"/>
                </a:cubicBezTo>
                <a:cubicBezTo>
                  <a:pt x="104" y="164"/>
                  <a:pt x="105" y="166"/>
                  <a:pt x="105" y="166"/>
                </a:cubicBezTo>
                <a:cubicBezTo>
                  <a:pt x="105" y="167"/>
                  <a:pt x="105" y="168"/>
                  <a:pt x="105" y="169"/>
                </a:cubicBezTo>
                <a:cubicBezTo>
                  <a:pt x="105" y="170"/>
                  <a:pt x="105" y="171"/>
                  <a:pt x="104" y="172"/>
                </a:cubicBezTo>
                <a:cubicBezTo>
                  <a:pt x="104" y="174"/>
                  <a:pt x="103" y="175"/>
                  <a:pt x="101" y="177"/>
                </a:cubicBezTo>
                <a:cubicBezTo>
                  <a:pt x="100" y="178"/>
                  <a:pt x="99" y="178"/>
                  <a:pt x="98" y="178"/>
                </a:cubicBezTo>
                <a:cubicBezTo>
                  <a:pt x="97" y="177"/>
                  <a:pt x="97" y="177"/>
                  <a:pt x="97" y="177"/>
                </a:cubicBezTo>
                <a:cubicBezTo>
                  <a:pt x="97" y="177"/>
                  <a:pt x="96" y="177"/>
                  <a:pt x="96" y="176"/>
                </a:cubicBezTo>
                <a:cubicBezTo>
                  <a:pt x="96" y="175"/>
                  <a:pt x="95" y="175"/>
                  <a:pt x="95" y="175"/>
                </a:cubicBezTo>
                <a:cubicBezTo>
                  <a:pt x="95" y="175"/>
                  <a:pt x="95" y="175"/>
                  <a:pt x="95" y="175"/>
                </a:cubicBezTo>
                <a:cubicBezTo>
                  <a:pt x="94" y="175"/>
                  <a:pt x="94" y="176"/>
                  <a:pt x="94" y="176"/>
                </a:cubicBezTo>
                <a:lnTo>
                  <a:pt x="97" y="168"/>
                </a:lnTo>
                <a:cubicBezTo>
                  <a:pt x="97" y="170"/>
                  <a:pt x="96" y="171"/>
                  <a:pt x="96" y="172"/>
                </a:cubicBezTo>
                <a:cubicBezTo>
                  <a:pt x="96" y="173"/>
                  <a:pt x="96" y="174"/>
                  <a:pt x="97" y="175"/>
                </a:cubicBezTo>
                <a:cubicBezTo>
                  <a:pt x="97" y="175"/>
                  <a:pt x="98" y="176"/>
                  <a:pt x="98" y="176"/>
                </a:cubicBezTo>
                <a:cubicBezTo>
                  <a:pt x="99" y="176"/>
                  <a:pt x="100" y="176"/>
                  <a:pt x="100" y="176"/>
                </a:cubicBezTo>
                <a:cubicBezTo>
                  <a:pt x="101" y="175"/>
                  <a:pt x="102" y="174"/>
                  <a:pt x="102" y="173"/>
                </a:cubicBezTo>
                <a:cubicBezTo>
                  <a:pt x="102" y="172"/>
                  <a:pt x="102" y="172"/>
                  <a:pt x="103" y="171"/>
                </a:cubicBezTo>
                <a:cubicBezTo>
                  <a:pt x="103" y="170"/>
                  <a:pt x="103" y="170"/>
                  <a:pt x="102" y="169"/>
                </a:cubicBezTo>
                <a:cubicBezTo>
                  <a:pt x="102" y="169"/>
                  <a:pt x="102" y="168"/>
                  <a:pt x="101" y="166"/>
                </a:cubicBezTo>
                <a:cubicBezTo>
                  <a:pt x="101" y="164"/>
                  <a:pt x="100" y="163"/>
                  <a:pt x="100" y="162"/>
                </a:cubicBezTo>
                <a:cubicBezTo>
                  <a:pt x="100" y="161"/>
                  <a:pt x="100" y="161"/>
                  <a:pt x="100" y="160"/>
                </a:cubicBezTo>
                <a:cubicBezTo>
                  <a:pt x="100" y="159"/>
                  <a:pt x="100" y="158"/>
                  <a:pt x="101" y="157"/>
                </a:cubicBezTo>
                <a:cubicBezTo>
                  <a:pt x="101" y="155"/>
                  <a:pt x="102" y="153"/>
                  <a:pt x="103" y="152"/>
                </a:cubicBezTo>
                <a:cubicBezTo>
                  <a:pt x="105" y="151"/>
                  <a:pt x="106" y="151"/>
                  <a:pt x="107" y="151"/>
                </a:cubicBezTo>
                <a:cubicBezTo>
                  <a:pt x="107" y="152"/>
                  <a:pt x="108" y="152"/>
                  <a:pt x="108" y="153"/>
                </a:cubicBezTo>
                <a:cubicBezTo>
                  <a:pt x="109" y="154"/>
                  <a:pt x="109" y="154"/>
                  <a:pt x="109" y="154"/>
                </a:cubicBezTo>
                <a:cubicBezTo>
                  <a:pt x="109" y="154"/>
                  <a:pt x="109" y="154"/>
                  <a:pt x="109" y="154"/>
                </a:cubicBezTo>
                <a:cubicBezTo>
                  <a:pt x="110" y="154"/>
                  <a:pt x="110" y="153"/>
                  <a:pt x="110" y="153"/>
                </a:cubicBezTo>
                <a:close/>
              </a:path>
              <a:path w="336" h="189">
                <a:moveTo>
                  <a:pt x="138" y="160"/>
                </a:moveTo>
                <a:lnTo>
                  <a:pt x="143" y="160"/>
                </a:lnTo>
                <a:lnTo>
                  <a:pt x="143" y="161"/>
                </a:lnTo>
                <a:lnTo>
                  <a:pt x="142" y="161"/>
                </a:lnTo>
                <a:cubicBezTo>
                  <a:pt x="142" y="161"/>
                  <a:pt x="142" y="161"/>
                  <a:pt x="142" y="161"/>
                </a:cubicBezTo>
                <a:cubicBezTo>
                  <a:pt x="141" y="162"/>
                  <a:pt x="141" y="162"/>
                  <a:pt x="141" y="163"/>
                </a:cubicBezTo>
                <a:cubicBezTo>
                  <a:pt x="140" y="163"/>
                  <a:pt x="140" y="164"/>
                  <a:pt x="139" y="165"/>
                </a:cubicBezTo>
                <a:lnTo>
                  <a:pt x="135" y="175"/>
                </a:lnTo>
                <a:lnTo>
                  <a:pt x="134" y="181"/>
                </a:lnTo>
                <a:cubicBezTo>
                  <a:pt x="134" y="183"/>
                  <a:pt x="134" y="184"/>
                  <a:pt x="134" y="184"/>
                </a:cubicBezTo>
                <a:cubicBezTo>
                  <a:pt x="135" y="185"/>
                  <a:pt x="135" y="185"/>
                  <a:pt x="135" y="185"/>
                </a:cubicBezTo>
                <a:lnTo>
                  <a:pt x="136" y="185"/>
                </a:lnTo>
                <a:lnTo>
                  <a:pt x="136" y="186"/>
                </a:lnTo>
                <a:lnTo>
                  <a:pt x="130" y="185"/>
                </a:lnTo>
                <a:lnTo>
                  <a:pt x="131" y="185"/>
                </a:lnTo>
                <a:cubicBezTo>
                  <a:pt x="131" y="185"/>
                  <a:pt x="132" y="184"/>
                  <a:pt x="132" y="184"/>
                </a:cubicBezTo>
                <a:cubicBezTo>
                  <a:pt x="132" y="183"/>
                  <a:pt x="132" y="183"/>
                  <a:pt x="133" y="181"/>
                </a:cubicBezTo>
                <a:lnTo>
                  <a:pt x="133" y="175"/>
                </a:lnTo>
                <a:lnTo>
                  <a:pt x="131" y="164"/>
                </a:lnTo>
                <a:cubicBezTo>
                  <a:pt x="131" y="162"/>
                  <a:pt x="130" y="161"/>
                  <a:pt x="130" y="161"/>
                </a:cubicBezTo>
                <a:cubicBezTo>
                  <a:pt x="130" y="161"/>
                  <a:pt x="130" y="160"/>
                  <a:pt x="130" y="160"/>
                </a:cubicBezTo>
                <a:cubicBezTo>
                  <a:pt x="129" y="160"/>
                  <a:pt x="129" y="160"/>
                  <a:pt x="129" y="159"/>
                </a:cubicBezTo>
                <a:lnTo>
                  <a:pt x="135" y="159"/>
                </a:lnTo>
                <a:lnTo>
                  <a:pt x="135" y="160"/>
                </a:lnTo>
                <a:lnTo>
                  <a:pt x="134" y="160"/>
                </a:lnTo>
                <a:cubicBezTo>
                  <a:pt x="134" y="160"/>
                  <a:pt x="134" y="160"/>
                  <a:pt x="133" y="160"/>
                </a:cubicBezTo>
                <a:cubicBezTo>
                  <a:pt x="133" y="161"/>
                  <a:pt x="133" y="161"/>
                  <a:pt x="133" y="162"/>
                </a:cubicBezTo>
                <a:cubicBezTo>
                  <a:pt x="133" y="162"/>
                  <a:pt x="133" y="163"/>
                  <a:pt x="133" y="164"/>
                </a:cubicBezTo>
                <a:lnTo>
                  <a:pt x="135" y="173"/>
                </a:lnTo>
                <a:lnTo>
                  <a:pt x="138" y="165"/>
                </a:lnTo>
                <a:cubicBezTo>
                  <a:pt x="139" y="164"/>
                  <a:pt x="139" y="163"/>
                  <a:pt x="139" y="163"/>
                </a:cubicBezTo>
                <a:cubicBezTo>
                  <a:pt x="139" y="162"/>
                  <a:pt x="139" y="162"/>
                  <a:pt x="139" y="162"/>
                </a:cubicBezTo>
                <a:cubicBezTo>
                  <a:pt x="139" y="161"/>
                  <a:pt x="139" y="161"/>
                  <a:pt x="139" y="161"/>
                </a:cubicBezTo>
                <a:cubicBezTo>
                  <a:pt x="139" y="161"/>
                  <a:pt x="139" y="161"/>
                  <a:pt x="138" y="161"/>
                </a:cubicBezTo>
                <a:lnTo>
                  <a:pt x="138" y="160"/>
                </a:lnTo>
                <a:close/>
              </a:path>
              <a:path w="336" h="189">
                <a:moveTo>
                  <a:pt x="84" y="146"/>
                </a:moveTo>
                <a:lnTo>
                  <a:pt x="79" y="155"/>
                </a:lnTo>
                <a:lnTo>
                  <a:pt x="82" y="156"/>
                </a:lnTo>
                <a:cubicBezTo>
                  <a:pt x="83" y="157"/>
                  <a:pt x="83" y="157"/>
                  <a:pt x="84" y="156"/>
                </a:cubicBezTo>
                <a:cubicBezTo>
                  <a:pt x="84" y="156"/>
                  <a:pt x="85" y="155"/>
                  <a:pt x="86" y="154"/>
                </a:cubicBezTo>
                <a:lnTo>
                  <a:pt x="82" y="162"/>
                </a:lnTo>
                <a:lnTo>
                  <a:pt x="81" y="162"/>
                </a:lnTo>
                <a:cubicBezTo>
                  <a:pt x="82" y="161"/>
                  <a:pt x="82" y="160"/>
                  <a:pt x="82" y="160"/>
                </a:cubicBezTo>
                <a:cubicBezTo>
                  <a:pt x="82" y="159"/>
                  <a:pt x="82" y="159"/>
                  <a:pt x="82" y="158"/>
                </a:cubicBezTo>
                <a:cubicBezTo>
                  <a:pt x="82" y="158"/>
                  <a:pt x="82" y="158"/>
                  <a:pt x="81" y="157"/>
                </a:cubicBezTo>
                <a:lnTo>
                  <a:pt x="79" y="156"/>
                </a:lnTo>
                <a:lnTo>
                  <a:pt x="75" y="164"/>
                </a:lnTo>
                <a:cubicBezTo>
                  <a:pt x="74" y="165"/>
                  <a:pt x="74" y="165"/>
                  <a:pt x="74" y="166"/>
                </a:cubicBezTo>
                <a:cubicBezTo>
                  <a:pt x="74" y="166"/>
                  <a:pt x="74" y="166"/>
                  <a:pt x="74" y="166"/>
                </a:cubicBezTo>
                <a:cubicBezTo>
                  <a:pt x="74" y="166"/>
                  <a:pt x="74" y="167"/>
                  <a:pt x="74" y="167"/>
                </a:cubicBezTo>
                <a:lnTo>
                  <a:pt x="76" y="168"/>
                </a:lnTo>
                <a:cubicBezTo>
                  <a:pt x="77" y="168"/>
                  <a:pt x="77" y="168"/>
                  <a:pt x="78" y="168"/>
                </a:cubicBezTo>
                <a:cubicBezTo>
                  <a:pt x="78" y="168"/>
                  <a:pt x="79" y="168"/>
                  <a:pt x="79" y="168"/>
                </a:cubicBezTo>
                <a:cubicBezTo>
                  <a:pt x="80" y="167"/>
                  <a:pt x="81" y="166"/>
                  <a:pt x="82" y="165"/>
                </a:cubicBezTo>
                <a:lnTo>
                  <a:pt x="78" y="171"/>
                </a:lnTo>
                <a:lnTo>
                  <a:pt x="69" y="166"/>
                </a:lnTo>
                <a:lnTo>
                  <a:pt x="70" y="165"/>
                </a:lnTo>
                <a:cubicBezTo>
                  <a:pt x="70" y="166"/>
                  <a:pt x="71" y="166"/>
                  <a:pt x="71" y="165"/>
                </a:cubicBezTo>
                <a:cubicBezTo>
                  <a:pt x="71" y="165"/>
                  <a:pt x="72" y="165"/>
                  <a:pt x="72" y="165"/>
                </a:cubicBezTo>
                <a:cubicBezTo>
                  <a:pt x="72" y="164"/>
                  <a:pt x="73" y="164"/>
                  <a:pt x="73" y="163"/>
                </a:cubicBezTo>
                <a:lnTo>
                  <a:pt x="81" y="148"/>
                </a:lnTo>
                <a:cubicBezTo>
                  <a:pt x="82" y="146"/>
                  <a:pt x="82" y="145"/>
                  <a:pt x="82" y="145"/>
                </a:cubicBezTo>
                <a:cubicBezTo>
                  <a:pt x="82" y="144"/>
                  <a:pt x="82" y="144"/>
                  <a:pt x="82" y="144"/>
                </a:cubicBezTo>
                <a:lnTo>
                  <a:pt x="81" y="143"/>
                </a:lnTo>
                <a:lnTo>
                  <a:pt x="82" y="143"/>
                </a:lnTo>
                <a:lnTo>
                  <a:pt x="91" y="147"/>
                </a:lnTo>
                <a:lnTo>
                  <a:pt x="88" y="153"/>
                </a:lnTo>
                <a:lnTo>
                  <a:pt x="88" y="152"/>
                </a:lnTo>
                <a:cubicBezTo>
                  <a:pt x="88" y="151"/>
                  <a:pt x="89" y="150"/>
                  <a:pt x="89" y="150"/>
                </a:cubicBezTo>
                <a:cubicBezTo>
                  <a:pt x="89" y="149"/>
                  <a:pt x="89" y="149"/>
                  <a:pt x="89" y="148"/>
                </a:cubicBezTo>
                <a:cubicBezTo>
                  <a:pt x="88" y="148"/>
                  <a:pt x="88" y="148"/>
                  <a:pt x="87" y="147"/>
                </a:cubicBezTo>
                <a:lnTo>
                  <a:pt x="84" y="146"/>
                </a:lnTo>
                <a:close/>
              </a:path>
              <a:path w="336" h="189">
                <a:moveTo>
                  <a:pt x="108" y="180"/>
                </a:moveTo>
                <a:lnTo>
                  <a:pt x="108" y="180"/>
                </a:lnTo>
                <a:lnTo>
                  <a:pt x="103" y="178"/>
                </a:lnTo>
                <a:lnTo>
                  <a:pt x="103" y="177"/>
                </a:lnTo>
                <a:lnTo>
                  <a:pt x="104" y="178"/>
                </a:lnTo>
                <a:cubicBezTo>
                  <a:pt x="104" y="178"/>
                  <a:pt x="105" y="178"/>
                  <a:pt x="105" y="177"/>
                </a:cubicBezTo>
                <a:cubicBezTo>
                  <a:pt x="105" y="177"/>
                  <a:pt x="106" y="176"/>
                  <a:pt x="106" y="174"/>
                </a:cubicBezTo>
                <a:lnTo>
                  <a:pt x="113" y="159"/>
                </a:lnTo>
                <a:cubicBezTo>
                  <a:pt x="113" y="157"/>
                  <a:pt x="113" y="157"/>
                  <a:pt x="113" y="156"/>
                </a:cubicBezTo>
                <a:cubicBezTo>
                  <a:pt x="113" y="156"/>
                  <a:pt x="113" y="156"/>
                  <a:pt x="113" y="155"/>
                </a:cubicBezTo>
                <a:cubicBezTo>
                  <a:pt x="113" y="155"/>
                  <a:pt x="113" y="155"/>
                  <a:pt x="113" y="154"/>
                </a:cubicBezTo>
                <a:lnTo>
                  <a:pt x="112" y="154"/>
                </a:lnTo>
                <a:lnTo>
                  <a:pt x="113" y="154"/>
                </a:lnTo>
                <a:lnTo>
                  <a:pt x="118" y="156"/>
                </a:lnTo>
                <a:lnTo>
                  <a:pt x="117" y="156"/>
                </a:lnTo>
                <a:cubicBezTo>
                  <a:pt x="117" y="156"/>
                  <a:pt x="116" y="156"/>
                  <a:pt x="116" y="157"/>
                </a:cubicBezTo>
                <a:cubicBezTo>
                  <a:pt x="115" y="157"/>
                  <a:pt x="115" y="158"/>
                  <a:pt x="114" y="159"/>
                </a:cubicBezTo>
                <a:lnTo>
                  <a:pt x="108" y="175"/>
                </a:lnTo>
                <a:cubicBezTo>
                  <a:pt x="108" y="176"/>
                  <a:pt x="107" y="177"/>
                  <a:pt x="107" y="178"/>
                </a:cubicBezTo>
                <a:cubicBezTo>
                  <a:pt x="107" y="178"/>
                  <a:pt x="107" y="178"/>
                  <a:pt x="107" y="179"/>
                </a:cubicBezTo>
                <a:cubicBezTo>
                  <a:pt x="107" y="179"/>
                  <a:pt x="108" y="179"/>
                  <a:pt x="108" y="179"/>
                </a:cubicBezTo>
                <a:lnTo>
                  <a:pt x="108" y="180"/>
                </a:lnTo>
                <a:close/>
              </a:path>
              <a:path w="336" h="189">
                <a:moveTo>
                  <a:pt x="129" y="158"/>
                </a:moveTo>
                <a:lnTo>
                  <a:pt x="128" y="164"/>
                </a:lnTo>
                <a:cubicBezTo>
                  <a:pt x="128" y="163"/>
                  <a:pt x="128" y="162"/>
                  <a:pt x="128" y="162"/>
                </a:cubicBezTo>
                <a:cubicBezTo>
                  <a:pt x="128" y="161"/>
                  <a:pt x="128" y="161"/>
                  <a:pt x="128" y="160"/>
                </a:cubicBezTo>
                <a:cubicBezTo>
                  <a:pt x="127" y="160"/>
                  <a:pt x="127" y="159"/>
                  <a:pt x="126" y="159"/>
                </a:cubicBezTo>
                <a:lnTo>
                  <a:pt x="125" y="159"/>
                </a:lnTo>
                <a:lnTo>
                  <a:pt x="120" y="178"/>
                </a:lnTo>
                <a:cubicBezTo>
                  <a:pt x="119" y="180"/>
                  <a:pt x="119" y="181"/>
                  <a:pt x="119" y="181"/>
                </a:cubicBezTo>
                <a:cubicBezTo>
                  <a:pt x="119" y="182"/>
                  <a:pt x="119" y="182"/>
                  <a:pt x="120" y="182"/>
                </a:cubicBezTo>
                <a:lnTo>
                  <a:pt x="120" y="183"/>
                </a:lnTo>
                <a:lnTo>
                  <a:pt x="115" y="182"/>
                </a:lnTo>
                <a:lnTo>
                  <a:pt x="115" y="181"/>
                </a:lnTo>
                <a:cubicBezTo>
                  <a:pt x="116" y="181"/>
                  <a:pt x="116" y="181"/>
                  <a:pt x="117" y="180"/>
                </a:cubicBezTo>
                <a:cubicBezTo>
                  <a:pt x="117" y="180"/>
                  <a:pt x="117" y="179"/>
                  <a:pt x="118" y="178"/>
                </a:cubicBezTo>
                <a:lnTo>
                  <a:pt x="123" y="158"/>
                </a:lnTo>
                <a:lnTo>
                  <a:pt x="121" y="158"/>
                </a:lnTo>
                <a:cubicBezTo>
                  <a:pt x="121" y="158"/>
                  <a:pt x="120" y="158"/>
                  <a:pt x="120" y="158"/>
                </a:cubicBezTo>
                <a:cubicBezTo>
                  <a:pt x="120" y="158"/>
                  <a:pt x="119" y="158"/>
                  <a:pt x="119" y="159"/>
                </a:cubicBezTo>
                <a:cubicBezTo>
                  <a:pt x="119" y="160"/>
                  <a:pt x="118" y="160"/>
                  <a:pt x="118" y="162"/>
                </a:cubicBezTo>
                <a:lnTo>
                  <a:pt x="117" y="161"/>
                </a:lnTo>
                <a:lnTo>
                  <a:pt x="119" y="156"/>
                </a:lnTo>
                <a:lnTo>
                  <a:pt x="129" y="158"/>
                </a:lnTo>
                <a:close/>
              </a:path>
              <a:path w="336" h="189">
                <a:moveTo>
                  <a:pt x="209" y="181"/>
                </a:moveTo>
                <a:lnTo>
                  <a:pt x="210" y="181"/>
                </a:lnTo>
                <a:lnTo>
                  <a:pt x="204" y="183"/>
                </a:lnTo>
                <a:lnTo>
                  <a:pt x="204" y="182"/>
                </a:lnTo>
                <a:lnTo>
                  <a:pt x="205" y="182"/>
                </a:lnTo>
                <a:cubicBezTo>
                  <a:pt x="205" y="182"/>
                  <a:pt x="205" y="181"/>
                  <a:pt x="206" y="181"/>
                </a:cubicBezTo>
                <a:cubicBezTo>
                  <a:pt x="206" y="180"/>
                  <a:pt x="205" y="179"/>
                  <a:pt x="205" y="178"/>
                </a:cubicBezTo>
                <a:lnTo>
                  <a:pt x="202" y="161"/>
                </a:lnTo>
                <a:cubicBezTo>
                  <a:pt x="201" y="160"/>
                  <a:pt x="201" y="159"/>
                  <a:pt x="201" y="159"/>
                </a:cubicBezTo>
                <a:cubicBezTo>
                  <a:pt x="201" y="158"/>
                  <a:pt x="201" y="158"/>
                  <a:pt x="200" y="158"/>
                </a:cubicBezTo>
                <a:cubicBezTo>
                  <a:pt x="200" y="158"/>
                  <a:pt x="200" y="158"/>
                  <a:pt x="199" y="158"/>
                </a:cubicBezTo>
                <a:lnTo>
                  <a:pt x="199" y="157"/>
                </a:lnTo>
                <a:lnTo>
                  <a:pt x="204" y="156"/>
                </a:lnTo>
                <a:lnTo>
                  <a:pt x="204" y="157"/>
                </a:lnTo>
                <a:cubicBezTo>
                  <a:pt x="203" y="157"/>
                  <a:pt x="203" y="157"/>
                  <a:pt x="203" y="158"/>
                </a:cubicBezTo>
                <a:cubicBezTo>
                  <a:pt x="203" y="158"/>
                  <a:pt x="203" y="159"/>
                  <a:pt x="203" y="161"/>
                </a:cubicBezTo>
                <a:lnTo>
                  <a:pt x="207" y="177"/>
                </a:lnTo>
                <a:cubicBezTo>
                  <a:pt x="207" y="179"/>
                  <a:pt x="207" y="179"/>
                  <a:pt x="208" y="180"/>
                </a:cubicBezTo>
                <a:cubicBezTo>
                  <a:pt x="208" y="180"/>
                  <a:pt x="208" y="180"/>
                  <a:pt x="208" y="181"/>
                </a:cubicBezTo>
                <a:cubicBezTo>
                  <a:pt x="208" y="181"/>
                  <a:pt x="209" y="181"/>
                  <a:pt x="209" y="181"/>
                </a:cubicBezTo>
                <a:close/>
              </a:path>
              <a:path w="336" h="189">
                <a:moveTo>
                  <a:pt x="197" y="157"/>
                </a:moveTo>
                <a:lnTo>
                  <a:pt x="199" y="166"/>
                </a:lnTo>
                <a:cubicBezTo>
                  <a:pt x="198" y="163"/>
                  <a:pt x="197" y="162"/>
                  <a:pt x="196" y="161"/>
                </a:cubicBezTo>
                <a:cubicBezTo>
                  <a:pt x="195" y="160"/>
                  <a:pt x="194" y="159"/>
                  <a:pt x="193" y="160"/>
                </a:cubicBezTo>
                <a:cubicBezTo>
                  <a:pt x="193" y="160"/>
                  <a:pt x="192" y="160"/>
                  <a:pt x="192" y="161"/>
                </a:cubicBezTo>
                <a:cubicBezTo>
                  <a:pt x="191" y="162"/>
                  <a:pt x="191" y="164"/>
                  <a:pt x="191" y="166"/>
                </a:cubicBezTo>
                <a:cubicBezTo>
                  <a:pt x="191" y="168"/>
                  <a:pt x="191" y="170"/>
                  <a:pt x="192" y="173"/>
                </a:cubicBezTo>
                <a:cubicBezTo>
                  <a:pt x="192" y="175"/>
                  <a:pt x="193" y="177"/>
                  <a:pt x="194" y="179"/>
                </a:cubicBezTo>
                <a:cubicBezTo>
                  <a:pt x="194" y="181"/>
                  <a:pt x="195" y="182"/>
                  <a:pt x="196" y="183"/>
                </a:cubicBezTo>
                <a:cubicBezTo>
                  <a:pt x="197" y="183"/>
                  <a:pt x="198" y="184"/>
                  <a:pt x="199" y="183"/>
                </a:cubicBezTo>
                <a:cubicBezTo>
                  <a:pt x="200" y="183"/>
                  <a:pt x="200" y="183"/>
                  <a:pt x="201" y="182"/>
                </a:cubicBezTo>
                <a:cubicBezTo>
                  <a:pt x="201" y="181"/>
                  <a:pt x="202" y="179"/>
                  <a:pt x="202" y="177"/>
                </a:cubicBezTo>
                <a:cubicBezTo>
                  <a:pt x="202" y="180"/>
                  <a:pt x="202" y="182"/>
                  <a:pt x="201" y="183"/>
                </a:cubicBezTo>
                <a:cubicBezTo>
                  <a:pt x="201" y="184"/>
                  <a:pt x="200" y="185"/>
                  <a:pt x="199" y="185"/>
                </a:cubicBezTo>
                <a:cubicBezTo>
                  <a:pt x="197" y="186"/>
                  <a:pt x="195" y="184"/>
                  <a:pt x="193" y="182"/>
                </a:cubicBezTo>
                <a:cubicBezTo>
                  <a:pt x="191" y="179"/>
                  <a:pt x="190" y="177"/>
                  <a:pt x="190" y="174"/>
                </a:cubicBezTo>
                <a:cubicBezTo>
                  <a:pt x="189" y="171"/>
                  <a:pt x="189" y="169"/>
                  <a:pt x="189" y="166"/>
                </a:cubicBezTo>
                <a:cubicBezTo>
                  <a:pt x="189" y="164"/>
                  <a:pt x="190" y="162"/>
                  <a:pt x="190" y="161"/>
                </a:cubicBezTo>
                <a:cubicBezTo>
                  <a:pt x="191" y="159"/>
                  <a:pt x="192" y="159"/>
                  <a:pt x="193" y="158"/>
                </a:cubicBezTo>
                <a:cubicBezTo>
                  <a:pt x="194" y="158"/>
                  <a:pt x="195" y="158"/>
                  <a:pt x="196" y="159"/>
                </a:cubicBezTo>
                <a:cubicBezTo>
                  <a:pt x="196" y="159"/>
                  <a:pt x="196" y="159"/>
                  <a:pt x="197" y="159"/>
                </a:cubicBezTo>
                <a:cubicBezTo>
                  <a:pt x="197" y="159"/>
                  <a:pt x="197" y="159"/>
                  <a:pt x="197" y="159"/>
                </a:cubicBezTo>
                <a:cubicBezTo>
                  <a:pt x="197" y="158"/>
                  <a:pt x="197" y="158"/>
                  <a:pt x="197" y="157"/>
                </a:cubicBezTo>
                <a:close/>
              </a:path>
              <a:path w="336" h="189">
                <a:moveTo>
                  <a:pt x="183" y="160"/>
                </a:moveTo>
                <a:lnTo>
                  <a:pt x="185" y="169"/>
                </a:lnTo>
                <a:cubicBezTo>
                  <a:pt x="184" y="167"/>
                  <a:pt x="184" y="166"/>
                  <a:pt x="183" y="165"/>
                </a:cubicBezTo>
                <a:cubicBezTo>
                  <a:pt x="183" y="164"/>
                  <a:pt x="182" y="163"/>
                  <a:pt x="182" y="163"/>
                </a:cubicBezTo>
                <a:cubicBezTo>
                  <a:pt x="181" y="162"/>
                  <a:pt x="180" y="162"/>
                  <a:pt x="180" y="162"/>
                </a:cubicBezTo>
                <a:cubicBezTo>
                  <a:pt x="179" y="163"/>
                  <a:pt x="179" y="163"/>
                  <a:pt x="178" y="164"/>
                </a:cubicBezTo>
                <a:cubicBezTo>
                  <a:pt x="178" y="165"/>
                  <a:pt x="178" y="166"/>
                  <a:pt x="178" y="167"/>
                </a:cubicBezTo>
                <a:cubicBezTo>
                  <a:pt x="179" y="168"/>
                  <a:pt x="179" y="168"/>
                  <a:pt x="179" y="169"/>
                </a:cubicBezTo>
                <a:cubicBezTo>
                  <a:pt x="180" y="170"/>
                  <a:pt x="181" y="171"/>
                  <a:pt x="183" y="172"/>
                </a:cubicBezTo>
                <a:cubicBezTo>
                  <a:pt x="184" y="173"/>
                  <a:pt x="185" y="174"/>
                  <a:pt x="186" y="175"/>
                </a:cubicBezTo>
                <a:cubicBezTo>
                  <a:pt x="186" y="175"/>
                  <a:pt x="187" y="176"/>
                  <a:pt x="187" y="177"/>
                </a:cubicBezTo>
                <a:cubicBezTo>
                  <a:pt x="188" y="178"/>
                  <a:pt x="188" y="179"/>
                  <a:pt x="188" y="180"/>
                </a:cubicBezTo>
                <a:cubicBezTo>
                  <a:pt x="189" y="182"/>
                  <a:pt x="189" y="183"/>
                  <a:pt x="188" y="185"/>
                </a:cubicBezTo>
                <a:cubicBezTo>
                  <a:pt x="188" y="186"/>
                  <a:pt x="187" y="187"/>
                  <a:pt x="186" y="188"/>
                </a:cubicBezTo>
                <a:cubicBezTo>
                  <a:pt x="185" y="188"/>
                  <a:pt x="185" y="188"/>
                  <a:pt x="185" y="188"/>
                </a:cubicBezTo>
                <a:cubicBezTo>
                  <a:pt x="185" y="188"/>
                  <a:pt x="184" y="188"/>
                  <a:pt x="184" y="187"/>
                </a:cubicBezTo>
                <a:cubicBezTo>
                  <a:pt x="183" y="187"/>
                  <a:pt x="182" y="187"/>
                  <a:pt x="182" y="187"/>
                </a:cubicBezTo>
                <a:cubicBezTo>
                  <a:pt x="182" y="187"/>
                  <a:pt x="182" y="187"/>
                  <a:pt x="182" y="187"/>
                </a:cubicBezTo>
                <a:cubicBezTo>
                  <a:pt x="182" y="188"/>
                  <a:pt x="182" y="188"/>
                  <a:pt x="182" y="189"/>
                </a:cubicBezTo>
                <a:lnTo>
                  <a:pt x="180" y="180"/>
                </a:lnTo>
                <a:cubicBezTo>
                  <a:pt x="181" y="182"/>
                  <a:pt x="181" y="183"/>
                  <a:pt x="182" y="184"/>
                </a:cubicBezTo>
                <a:cubicBezTo>
                  <a:pt x="182" y="185"/>
                  <a:pt x="183" y="185"/>
                  <a:pt x="183" y="186"/>
                </a:cubicBezTo>
                <a:cubicBezTo>
                  <a:pt x="184" y="186"/>
                  <a:pt x="185" y="186"/>
                  <a:pt x="185" y="186"/>
                </a:cubicBezTo>
                <a:cubicBezTo>
                  <a:pt x="186" y="186"/>
                  <a:pt x="187" y="185"/>
                  <a:pt x="187" y="185"/>
                </a:cubicBezTo>
                <a:cubicBezTo>
                  <a:pt x="187" y="184"/>
                  <a:pt x="187" y="183"/>
                  <a:pt x="187" y="181"/>
                </a:cubicBezTo>
                <a:cubicBezTo>
                  <a:pt x="187" y="181"/>
                  <a:pt x="187" y="180"/>
                  <a:pt x="186" y="180"/>
                </a:cubicBezTo>
                <a:cubicBezTo>
                  <a:pt x="186" y="179"/>
                  <a:pt x="186" y="178"/>
                  <a:pt x="185" y="178"/>
                </a:cubicBezTo>
                <a:cubicBezTo>
                  <a:pt x="185" y="178"/>
                  <a:pt x="184" y="177"/>
                  <a:pt x="183" y="176"/>
                </a:cubicBezTo>
                <a:cubicBezTo>
                  <a:pt x="181" y="175"/>
                  <a:pt x="180" y="174"/>
                  <a:pt x="180" y="174"/>
                </a:cubicBezTo>
                <a:cubicBezTo>
                  <a:pt x="179" y="173"/>
                  <a:pt x="179" y="172"/>
                  <a:pt x="178" y="171"/>
                </a:cubicBezTo>
                <a:cubicBezTo>
                  <a:pt x="178" y="171"/>
                  <a:pt x="177" y="170"/>
                  <a:pt x="177" y="169"/>
                </a:cubicBezTo>
                <a:cubicBezTo>
                  <a:pt x="177" y="167"/>
                  <a:pt x="177" y="165"/>
                  <a:pt x="177" y="164"/>
                </a:cubicBezTo>
                <a:cubicBezTo>
                  <a:pt x="178" y="162"/>
                  <a:pt x="178" y="161"/>
                  <a:pt x="179" y="161"/>
                </a:cubicBezTo>
                <a:cubicBezTo>
                  <a:pt x="180" y="161"/>
                  <a:pt x="181" y="161"/>
                  <a:pt x="182" y="161"/>
                </a:cubicBezTo>
                <a:cubicBezTo>
                  <a:pt x="182" y="162"/>
                  <a:pt x="182" y="162"/>
                  <a:pt x="182" y="162"/>
                </a:cubicBezTo>
                <a:cubicBezTo>
                  <a:pt x="183" y="162"/>
                  <a:pt x="183" y="162"/>
                  <a:pt x="183" y="161"/>
                </a:cubicBezTo>
                <a:cubicBezTo>
                  <a:pt x="183" y="161"/>
                  <a:pt x="183" y="161"/>
                  <a:pt x="183" y="160"/>
                </a:cubicBezTo>
                <a:close/>
              </a:path>
              <a:path w="336" h="189">
                <a:moveTo>
                  <a:pt x="209" y="157"/>
                </a:moveTo>
                <a:lnTo>
                  <a:pt x="212" y="167"/>
                </a:lnTo>
                <a:lnTo>
                  <a:pt x="214" y="166"/>
                </a:lnTo>
                <a:cubicBezTo>
                  <a:pt x="215" y="166"/>
                  <a:pt x="215" y="166"/>
                  <a:pt x="216" y="165"/>
                </a:cubicBezTo>
                <a:cubicBezTo>
                  <a:pt x="216" y="165"/>
                  <a:pt x="216" y="164"/>
                  <a:pt x="215" y="162"/>
                </a:cubicBezTo>
                <a:lnTo>
                  <a:pt x="216" y="162"/>
                </a:lnTo>
                <a:lnTo>
                  <a:pt x="218" y="171"/>
                </a:lnTo>
                <a:lnTo>
                  <a:pt x="217" y="171"/>
                </a:lnTo>
                <a:cubicBezTo>
                  <a:pt x="217" y="170"/>
                  <a:pt x="217" y="169"/>
                  <a:pt x="217" y="169"/>
                </a:cubicBezTo>
                <a:cubicBezTo>
                  <a:pt x="216" y="168"/>
                  <a:pt x="216" y="168"/>
                  <a:pt x="216" y="168"/>
                </a:cubicBezTo>
                <a:cubicBezTo>
                  <a:pt x="216" y="168"/>
                  <a:pt x="215" y="167"/>
                  <a:pt x="215" y="168"/>
                </a:cubicBezTo>
                <a:lnTo>
                  <a:pt x="212" y="168"/>
                </a:lnTo>
                <a:lnTo>
                  <a:pt x="214" y="177"/>
                </a:lnTo>
                <a:cubicBezTo>
                  <a:pt x="214" y="178"/>
                  <a:pt x="214" y="179"/>
                  <a:pt x="214" y="179"/>
                </a:cubicBezTo>
                <a:cubicBezTo>
                  <a:pt x="215" y="179"/>
                  <a:pt x="215" y="179"/>
                  <a:pt x="215" y="179"/>
                </a:cubicBezTo>
                <a:cubicBezTo>
                  <a:pt x="215" y="179"/>
                  <a:pt x="215" y="179"/>
                  <a:pt x="216" y="179"/>
                </a:cubicBezTo>
                <a:lnTo>
                  <a:pt x="218" y="179"/>
                </a:lnTo>
                <a:cubicBezTo>
                  <a:pt x="218" y="179"/>
                  <a:pt x="219" y="178"/>
                  <a:pt x="219" y="178"/>
                </a:cubicBezTo>
                <a:cubicBezTo>
                  <a:pt x="219" y="178"/>
                  <a:pt x="219" y="177"/>
                  <a:pt x="220" y="177"/>
                </a:cubicBezTo>
                <a:cubicBezTo>
                  <a:pt x="220" y="176"/>
                  <a:pt x="220" y="175"/>
                  <a:pt x="220" y="173"/>
                </a:cubicBezTo>
                <a:lnTo>
                  <a:pt x="221" y="180"/>
                </a:lnTo>
                <a:lnTo>
                  <a:pt x="212" y="182"/>
                </a:lnTo>
                <a:lnTo>
                  <a:pt x="211" y="181"/>
                </a:lnTo>
                <a:lnTo>
                  <a:pt x="212" y="181"/>
                </a:lnTo>
                <a:cubicBezTo>
                  <a:pt x="212" y="181"/>
                  <a:pt x="212" y="181"/>
                  <a:pt x="213" y="180"/>
                </a:cubicBezTo>
                <a:cubicBezTo>
                  <a:pt x="213" y="180"/>
                  <a:pt x="213" y="180"/>
                  <a:pt x="213" y="179"/>
                </a:cubicBezTo>
                <a:cubicBezTo>
                  <a:pt x="213" y="179"/>
                  <a:pt x="213" y="178"/>
                  <a:pt x="212" y="177"/>
                </a:cubicBezTo>
                <a:lnTo>
                  <a:pt x="208" y="160"/>
                </a:lnTo>
                <a:cubicBezTo>
                  <a:pt x="208" y="159"/>
                  <a:pt x="208" y="158"/>
                  <a:pt x="208" y="157"/>
                </a:cubicBezTo>
                <a:cubicBezTo>
                  <a:pt x="207" y="157"/>
                  <a:pt x="207" y="157"/>
                  <a:pt x="206" y="157"/>
                </a:cubicBezTo>
                <a:lnTo>
                  <a:pt x="206" y="156"/>
                </a:lnTo>
                <a:lnTo>
                  <a:pt x="215" y="154"/>
                </a:lnTo>
                <a:lnTo>
                  <a:pt x="216" y="159"/>
                </a:lnTo>
                <a:lnTo>
                  <a:pt x="216" y="160"/>
                </a:lnTo>
                <a:cubicBezTo>
                  <a:pt x="215" y="158"/>
                  <a:pt x="215" y="157"/>
                  <a:pt x="215" y="157"/>
                </a:cubicBezTo>
                <a:cubicBezTo>
                  <a:pt x="215" y="156"/>
                  <a:pt x="214" y="156"/>
                  <a:pt x="214" y="156"/>
                </a:cubicBezTo>
                <a:cubicBezTo>
                  <a:pt x="214" y="156"/>
                  <a:pt x="213" y="156"/>
                  <a:pt x="213" y="156"/>
                </a:cubicBezTo>
                <a:lnTo>
                  <a:pt x="209" y="157"/>
                </a:lnTo>
                <a:close/>
              </a:path>
              <a:path w="336" h="189">
                <a:moveTo>
                  <a:pt x="217" y="153"/>
                </a:moveTo>
                <a:lnTo>
                  <a:pt x="220" y="153"/>
                </a:lnTo>
                <a:lnTo>
                  <a:pt x="231" y="170"/>
                </a:lnTo>
                <a:lnTo>
                  <a:pt x="228" y="155"/>
                </a:lnTo>
                <a:cubicBezTo>
                  <a:pt x="228" y="154"/>
                  <a:pt x="227" y="153"/>
                  <a:pt x="227" y="152"/>
                </a:cubicBezTo>
                <a:cubicBezTo>
                  <a:pt x="227" y="152"/>
                  <a:pt x="226" y="152"/>
                  <a:pt x="226" y="152"/>
                </a:cubicBezTo>
                <a:lnTo>
                  <a:pt x="225" y="152"/>
                </a:lnTo>
                <a:lnTo>
                  <a:pt x="225" y="151"/>
                </a:lnTo>
                <a:lnTo>
                  <a:pt x="229" y="150"/>
                </a:lnTo>
                <a:lnTo>
                  <a:pt x="230" y="151"/>
                </a:lnTo>
                <a:lnTo>
                  <a:pt x="229" y="151"/>
                </a:lnTo>
                <a:cubicBezTo>
                  <a:pt x="229" y="151"/>
                  <a:pt x="228" y="151"/>
                  <a:pt x="228" y="152"/>
                </a:cubicBezTo>
                <a:cubicBezTo>
                  <a:pt x="228" y="153"/>
                  <a:pt x="228" y="154"/>
                  <a:pt x="229" y="155"/>
                </a:cubicBezTo>
                <a:lnTo>
                  <a:pt x="234" y="177"/>
                </a:lnTo>
                <a:lnTo>
                  <a:pt x="233" y="177"/>
                </a:lnTo>
                <a:lnTo>
                  <a:pt x="221" y="158"/>
                </a:lnTo>
                <a:lnTo>
                  <a:pt x="224" y="174"/>
                </a:lnTo>
                <a:cubicBezTo>
                  <a:pt x="225" y="175"/>
                  <a:pt x="225" y="176"/>
                  <a:pt x="225" y="177"/>
                </a:cubicBezTo>
                <a:cubicBezTo>
                  <a:pt x="226" y="177"/>
                  <a:pt x="226" y="177"/>
                  <a:pt x="226" y="177"/>
                </a:cubicBezTo>
                <a:lnTo>
                  <a:pt x="227" y="177"/>
                </a:lnTo>
                <a:lnTo>
                  <a:pt x="227" y="178"/>
                </a:lnTo>
                <a:lnTo>
                  <a:pt x="223" y="179"/>
                </a:lnTo>
                <a:lnTo>
                  <a:pt x="223" y="178"/>
                </a:lnTo>
                <a:cubicBezTo>
                  <a:pt x="224" y="178"/>
                  <a:pt x="224" y="178"/>
                  <a:pt x="224" y="177"/>
                </a:cubicBezTo>
                <a:cubicBezTo>
                  <a:pt x="224" y="176"/>
                  <a:pt x="224" y="175"/>
                  <a:pt x="224" y="174"/>
                </a:cubicBezTo>
                <a:lnTo>
                  <a:pt x="220" y="156"/>
                </a:lnTo>
                <a:cubicBezTo>
                  <a:pt x="219" y="155"/>
                  <a:pt x="219" y="155"/>
                  <a:pt x="218" y="155"/>
                </a:cubicBezTo>
                <a:cubicBezTo>
                  <a:pt x="218" y="154"/>
                  <a:pt x="218" y="154"/>
                  <a:pt x="217" y="154"/>
                </a:cubicBezTo>
                <a:cubicBezTo>
                  <a:pt x="217" y="154"/>
                  <a:pt x="217" y="154"/>
                  <a:pt x="217" y="154"/>
                </a:cubicBezTo>
                <a:lnTo>
                  <a:pt x="217" y="153"/>
                </a:lnTo>
                <a:close/>
              </a:path>
              <a:path w="336" h="189">
                <a:moveTo>
                  <a:pt x="238" y="146"/>
                </a:moveTo>
                <a:lnTo>
                  <a:pt x="242" y="155"/>
                </a:lnTo>
                <a:cubicBezTo>
                  <a:pt x="240" y="152"/>
                  <a:pt x="239" y="151"/>
                  <a:pt x="238" y="150"/>
                </a:cubicBezTo>
                <a:cubicBezTo>
                  <a:pt x="237" y="149"/>
                  <a:pt x="236" y="149"/>
                  <a:pt x="235" y="149"/>
                </a:cubicBezTo>
                <a:cubicBezTo>
                  <a:pt x="234" y="149"/>
                  <a:pt x="233" y="150"/>
                  <a:pt x="233" y="151"/>
                </a:cubicBezTo>
                <a:cubicBezTo>
                  <a:pt x="233" y="152"/>
                  <a:pt x="233" y="154"/>
                  <a:pt x="233" y="156"/>
                </a:cubicBezTo>
                <a:cubicBezTo>
                  <a:pt x="233" y="158"/>
                  <a:pt x="234" y="160"/>
                  <a:pt x="235" y="163"/>
                </a:cubicBezTo>
                <a:cubicBezTo>
                  <a:pt x="236" y="165"/>
                  <a:pt x="237" y="167"/>
                  <a:pt x="237" y="168"/>
                </a:cubicBezTo>
                <a:cubicBezTo>
                  <a:pt x="238" y="170"/>
                  <a:pt x="239" y="171"/>
                  <a:pt x="240" y="172"/>
                </a:cubicBezTo>
                <a:cubicBezTo>
                  <a:pt x="241" y="172"/>
                  <a:pt x="242" y="172"/>
                  <a:pt x="243" y="172"/>
                </a:cubicBezTo>
                <a:cubicBezTo>
                  <a:pt x="244" y="172"/>
                  <a:pt x="245" y="171"/>
                  <a:pt x="245" y="170"/>
                </a:cubicBezTo>
                <a:cubicBezTo>
                  <a:pt x="245" y="169"/>
                  <a:pt x="246" y="168"/>
                  <a:pt x="246" y="165"/>
                </a:cubicBezTo>
                <a:lnTo>
                  <a:pt x="246" y="166"/>
                </a:lnTo>
                <a:cubicBezTo>
                  <a:pt x="246" y="168"/>
                  <a:pt x="246" y="170"/>
                  <a:pt x="246" y="171"/>
                </a:cubicBezTo>
                <a:cubicBezTo>
                  <a:pt x="245" y="173"/>
                  <a:pt x="244" y="174"/>
                  <a:pt x="243" y="174"/>
                </a:cubicBezTo>
                <a:cubicBezTo>
                  <a:pt x="241" y="175"/>
                  <a:pt x="239" y="174"/>
                  <a:pt x="237" y="171"/>
                </a:cubicBezTo>
                <a:cubicBezTo>
                  <a:pt x="235" y="169"/>
                  <a:pt x="234" y="167"/>
                  <a:pt x="233" y="164"/>
                </a:cubicBezTo>
                <a:cubicBezTo>
                  <a:pt x="232" y="161"/>
                  <a:pt x="231" y="159"/>
                  <a:pt x="231" y="156"/>
                </a:cubicBezTo>
                <a:cubicBezTo>
                  <a:pt x="231" y="154"/>
                  <a:pt x="231" y="152"/>
                  <a:pt x="232" y="151"/>
                </a:cubicBezTo>
                <a:cubicBezTo>
                  <a:pt x="232" y="149"/>
                  <a:pt x="233" y="148"/>
                  <a:pt x="234" y="148"/>
                </a:cubicBezTo>
                <a:cubicBezTo>
                  <a:pt x="235" y="148"/>
                  <a:pt x="236" y="148"/>
                  <a:pt x="237" y="148"/>
                </a:cubicBezTo>
                <a:cubicBezTo>
                  <a:pt x="238" y="148"/>
                  <a:pt x="238" y="149"/>
                  <a:pt x="238" y="149"/>
                </a:cubicBezTo>
                <a:cubicBezTo>
                  <a:pt x="238" y="148"/>
                  <a:pt x="238" y="148"/>
                  <a:pt x="238" y="148"/>
                </a:cubicBezTo>
                <a:cubicBezTo>
                  <a:pt x="238" y="148"/>
                  <a:pt x="238" y="147"/>
                  <a:pt x="238" y="147"/>
                </a:cubicBezTo>
                <a:lnTo>
                  <a:pt x="238" y="146"/>
                </a:lnTo>
                <a:close/>
              </a:path>
              <a:path w="336" h="189">
                <a:moveTo>
                  <a:pt x="245" y="146"/>
                </a:moveTo>
                <a:lnTo>
                  <a:pt x="248" y="156"/>
                </a:lnTo>
                <a:lnTo>
                  <a:pt x="251" y="155"/>
                </a:lnTo>
                <a:cubicBezTo>
                  <a:pt x="252" y="155"/>
                  <a:pt x="252" y="155"/>
                  <a:pt x="252" y="154"/>
                </a:cubicBezTo>
                <a:cubicBezTo>
                  <a:pt x="252" y="153"/>
                  <a:pt x="252" y="152"/>
                  <a:pt x="252" y="151"/>
                </a:cubicBezTo>
                <a:lnTo>
                  <a:pt x="255" y="159"/>
                </a:lnTo>
                <a:cubicBezTo>
                  <a:pt x="254" y="158"/>
                  <a:pt x="254" y="158"/>
                  <a:pt x="254" y="157"/>
                </a:cubicBezTo>
                <a:cubicBezTo>
                  <a:pt x="253" y="157"/>
                  <a:pt x="253" y="157"/>
                  <a:pt x="253" y="156"/>
                </a:cubicBezTo>
                <a:cubicBezTo>
                  <a:pt x="252" y="156"/>
                  <a:pt x="252" y="156"/>
                  <a:pt x="251" y="156"/>
                </a:cubicBezTo>
                <a:lnTo>
                  <a:pt x="249" y="157"/>
                </a:lnTo>
                <a:lnTo>
                  <a:pt x="252" y="166"/>
                </a:lnTo>
                <a:cubicBezTo>
                  <a:pt x="252" y="167"/>
                  <a:pt x="252" y="167"/>
                  <a:pt x="252" y="168"/>
                </a:cubicBezTo>
                <a:cubicBezTo>
                  <a:pt x="253" y="168"/>
                  <a:pt x="253" y="168"/>
                  <a:pt x="253" y="168"/>
                </a:cubicBezTo>
                <a:cubicBezTo>
                  <a:pt x="253" y="168"/>
                  <a:pt x="253" y="168"/>
                  <a:pt x="254" y="168"/>
                </a:cubicBezTo>
                <a:lnTo>
                  <a:pt x="256" y="167"/>
                </a:lnTo>
                <a:cubicBezTo>
                  <a:pt x="256" y="167"/>
                  <a:pt x="257" y="167"/>
                  <a:pt x="257" y="166"/>
                </a:cubicBezTo>
                <a:cubicBezTo>
                  <a:pt x="257" y="166"/>
                  <a:pt x="258" y="166"/>
                  <a:pt x="258" y="165"/>
                </a:cubicBezTo>
                <a:cubicBezTo>
                  <a:pt x="258" y="164"/>
                  <a:pt x="258" y="163"/>
                  <a:pt x="258" y="161"/>
                </a:cubicBezTo>
                <a:lnTo>
                  <a:pt x="259" y="168"/>
                </a:lnTo>
                <a:lnTo>
                  <a:pt x="250" y="171"/>
                </a:lnTo>
                <a:lnTo>
                  <a:pt x="249" y="170"/>
                </a:lnTo>
                <a:lnTo>
                  <a:pt x="250" y="170"/>
                </a:lnTo>
                <a:cubicBezTo>
                  <a:pt x="250" y="170"/>
                  <a:pt x="250" y="170"/>
                  <a:pt x="251" y="169"/>
                </a:cubicBezTo>
                <a:cubicBezTo>
                  <a:pt x="251" y="169"/>
                  <a:pt x="251" y="169"/>
                  <a:pt x="251" y="168"/>
                </a:cubicBezTo>
                <a:cubicBezTo>
                  <a:pt x="251" y="168"/>
                  <a:pt x="250" y="167"/>
                  <a:pt x="250" y="166"/>
                </a:cubicBezTo>
                <a:lnTo>
                  <a:pt x="244" y="150"/>
                </a:lnTo>
                <a:cubicBezTo>
                  <a:pt x="244" y="148"/>
                  <a:pt x="243" y="147"/>
                  <a:pt x="243" y="147"/>
                </a:cubicBezTo>
                <a:cubicBezTo>
                  <a:pt x="242" y="147"/>
                  <a:pt x="242" y="147"/>
                  <a:pt x="241" y="147"/>
                </a:cubicBezTo>
                <a:lnTo>
                  <a:pt x="241" y="146"/>
                </a:lnTo>
                <a:lnTo>
                  <a:pt x="250" y="143"/>
                </a:lnTo>
                <a:lnTo>
                  <a:pt x="252" y="148"/>
                </a:lnTo>
                <a:cubicBezTo>
                  <a:pt x="251" y="147"/>
                  <a:pt x="251" y="146"/>
                  <a:pt x="251" y="146"/>
                </a:cubicBezTo>
                <a:cubicBezTo>
                  <a:pt x="250" y="145"/>
                  <a:pt x="250" y="145"/>
                  <a:pt x="249" y="145"/>
                </a:cubicBezTo>
                <a:cubicBezTo>
                  <a:pt x="249" y="145"/>
                  <a:pt x="249" y="145"/>
                  <a:pt x="248" y="145"/>
                </a:cubicBezTo>
                <a:lnTo>
                  <a:pt x="245" y="146"/>
                </a:lnTo>
                <a:close/>
              </a:path>
            </a:pathLst>
          </a:custGeom>
          <a:solidFill>
            <a:srgbClr val="24211D"/>
          </a:solidFill>
          <a:ln>
            <a:noFill/>
          </a:ln>
        </p:spPr>
      </p:sp>
      <p:sp>
        <p:nvSpPr>
          <p:cNvPr id="15" name="Freeform 16"/>
          <p:cNvSpPr>
            <a:spLocks noGrp="1"/>
          </p:cNvSpPr>
          <p:nvPr/>
        </p:nvSpPr>
        <p:spPr>
          <a:xfrm>
            <a:off x="9943582" y="268135"/>
            <a:ext cx="220968" cy="125723"/>
          </a:xfrm>
          <a:custGeom>
            <a:avLst/>
            <a:gdLst/>
            <a:ahLst/>
            <a:cxnLst/>
            <a:rect l="l" t="t" r="r" b="b"/>
            <a:pathLst>
              <a:path w="143" h="81">
                <a:moveTo>
                  <a:pt x="102" y="38"/>
                </a:moveTo>
                <a:lnTo>
                  <a:pt x="129" y="38"/>
                </a:lnTo>
                <a:cubicBezTo>
                  <a:pt x="135" y="33"/>
                  <a:pt x="68" y="12"/>
                  <a:pt x="53" y="18"/>
                </a:cubicBezTo>
                <a:cubicBezTo>
                  <a:pt x="44" y="22"/>
                  <a:pt x="65" y="31"/>
                  <a:pt x="77" y="41"/>
                </a:cubicBezTo>
                <a:cubicBezTo>
                  <a:pt x="84" y="46"/>
                  <a:pt x="94" y="54"/>
                  <a:pt x="96" y="58"/>
                </a:cubicBezTo>
                <a:cubicBezTo>
                  <a:pt x="101" y="65"/>
                  <a:pt x="97" y="72"/>
                  <a:pt x="88" y="81"/>
                </a:cubicBezTo>
                <a:lnTo>
                  <a:pt x="0" y="81"/>
                </a:lnTo>
                <a:cubicBezTo>
                  <a:pt x="3" y="78"/>
                  <a:pt x="7" y="76"/>
                  <a:pt x="10" y="76"/>
                </a:cubicBezTo>
                <a:lnTo>
                  <a:pt x="57" y="76"/>
                </a:lnTo>
                <a:cubicBezTo>
                  <a:pt x="65" y="75"/>
                  <a:pt x="82" y="73"/>
                  <a:pt x="82" y="53"/>
                </a:cubicBezTo>
                <a:cubicBezTo>
                  <a:pt x="79" y="40"/>
                  <a:pt x="48" y="37"/>
                  <a:pt x="39" y="27"/>
                </a:cubicBezTo>
                <a:cubicBezTo>
                  <a:pt x="35" y="23"/>
                  <a:pt x="41" y="17"/>
                  <a:pt x="53" y="17"/>
                </a:cubicBezTo>
                <a:cubicBezTo>
                  <a:pt x="75" y="0"/>
                  <a:pt x="143" y="8"/>
                  <a:pt x="141" y="24"/>
                </a:cubicBezTo>
                <a:cubicBezTo>
                  <a:pt x="140" y="33"/>
                  <a:pt x="134" y="39"/>
                  <a:pt x="127" y="45"/>
                </a:cubicBezTo>
                <a:lnTo>
                  <a:pt x="118" y="45"/>
                </a:lnTo>
                <a:lnTo>
                  <a:pt x="108" y="81"/>
                </a:lnTo>
                <a:lnTo>
                  <a:pt x="96" y="81"/>
                </a:lnTo>
                <a:lnTo>
                  <a:pt x="106" y="45"/>
                </a:lnTo>
                <a:lnTo>
                  <a:pt x="95" y="45"/>
                </a:lnTo>
                <a:lnTo>
                  <a:pt x="102" y="38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6" name="Freeform 17"/>
          <p:cNvSpPr>
            <a:spLocks noGrp="1"/>
          </p:cNvSpPr>
          <p:nvPr/>
        </p:nvSpPr>
        <p:spPr>
          <a:xfrm>
            <a:off x="9962631" y="339251"/>
            <a:ext cx="50797" cy="41908"/>
          </a:xfrm>
          <a:custGeom>
            <a:avLst/>
            <a:gdLst/>
            <a:ahLst/>
            <a:cxnLst/>
            <a:rect l="l" t="t" r="r" b="b"/>
            <a:pathLst>
              <a:path w="33" h="27">
                <a:moveTo>
                  <a:pt x="7" y="0"/>
                </a:moveTo>
                <a:lnTo>
                  <a:pt x="18" y="0"/>
                </a:lnTo>
                <a:lnTo>
                  <a:pt x="13" y="17"/>
                </a:lnTo>
                <a:lnTo>
                  <a:pt x="18" y="17"/>
                </a:lnTo>
                <a:lnTo>
                  <a:pt x="22" y="0"/>
                </a:lnTo>
                <a:lnTo>
                  <a:pt x="33" y="0"/>
                </a:lnTo>
                <a:lnTo>
                  <a:pt x="25" y="27"/>
                </a:lnTo>
                <a:lnTo>
                  <a:pt x="15" y="27"/>
                </a:lnTo>
                <a:lnTo>
                  <a:pt x="17" y="20"/>
                </a:lnTo>
                <a:lnTo>
                  <a:pt x="13" y="20"/>
                </a:lnTo>
                <a:lnTo>
                  <a:pt x="11" y="27"/>
                </a:lnTo>
                <a:lnTo>
                  <a:pt x="0" y="27"/>
                </a:lnTo>
                <a:lnTo>
                  <a:pt x="7" y="0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7" name="Freeform 18"/>
          <p:cNvSpPr>
            <a:spLocks noGrp="1"/>
          </p:cNvSpPr>
          <p:nvPr/>
        </p:nvSpPr>
        <p:spPr>
          <a:xfrm>
            <a:off x="10007079" y="339251"/>
            <a:ext cx="50797" cy="41908"/>
          </a:xfrm>
          <a:custGeom>
            <a:avLst/>
            <a:gdLst/>
            <a:ahLst/>
            <a:cxnLst/>
            <a:rect l="l" t="t" r="r" b="b"/>
            <a:pathLst>
              <a:path w="33" h="27">
                <a:moveTo>
                  <a:pt x="8" y="0"/>
                </a:moveTo>
                <a:lnTo>
                  <a:pt x="0" y="27"/>
                </a:lnTo>
                <a:lnTo>
                  <a:pt x="25" y="27"/>
                </a:lnTo>
                <a:lnTo>
                  <a:pt x="33" y="0"/>
                </a:lnTo>
                <a:lnTo>
                  <a:pt x="22" y="0"/>
                </a:lnTo>
                <a:lnTo>
                  <a:pt x="15" y="24"/>
                </a:lnTo>
                <a:lnTo>
                  <a:pt x="11" y="24"/>
                </a:lnTo>
                <a:lnTo>
                  <a:pt x="18" y="0"/>
                </a:lnTo>
                <a:lnTo>
                  <a:pt x="8" y="0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8" name="Freeform 5"/>
          <p:cNvSpPr>
            <a:spLocks noGrp="1"/>
          </p:cNvSpPr>
          <p:nvPr/>
        </p:nvSpPr>
        <p:spPr>
          <a:xfrm>
            <a:off x="10436316" y="152571"/>
            <a:ext cx="1607736" cy="325103"/>
          </a:xfrm>
          <a:custGeom>
            <a:avLst/>
            <a:gdLst/>
            <a:ahLst/>
            <a:cxnLst/>
            <a:rect l="l" t="t" r="r" b="b"/>
            <a:pathLst>
              <a:path w="489" h="98">
                <a:moveTo>
                  <a:pt x="98" y="37"/>
                </a:moveTo>
                <a:cubicBezTo>
                  <a:pt x="98" y="37"/>
                  <a:pt x="101" y="31"/>
                  <a:pt x="102" y="39"/>
                </a:cubicBezTo>
                <a:lnTo>
                  <a:pt x="104" y="45"/>
                </a:lnTo>
                <a:cubicBezTo>
                  <a:pt x="104" y="45"/>
                  <a:pt x="106" y="49"/>
                  <a:pt x="109" y="43"/>
                </a:cubicBezTo>
                <a:lnTo>
                  <a:pt x="112" y="40"/>
                </a:lnTo>
                <a:cubicBezTo>
                  <a:pt x="112" y="40"/>
                  <a:pt x="114" y="40"/>
                  <a:pt x="114" y="37"/>
                </a:cubicBezTo>
                <a:lnTo>
                  <a:pt x="113" y="28"/>
                </a:lnTo>
                <a:cubicBezTo>
                  <a:pt x="113" y="28"/>
                  <a:pt x="113" y="22"/>
                  <a:pt x="111" y="22"/>
                </a:cubicBezTo>
                <a:cubicBezTo>
                  <a:pt x="111" y="22"/>
                  <a:pt x="108" y="16"/>
                  <a:pt x="112" y="15"/>
                </a:cubicBezTo>
                <a:cubicBezTo>
                  <a:pt x="112" y="15"/>
                  <a:pt x="113" y="11"/>
                  <a:pt x="119" y="14"/>
                </a:cubicBezTo>
                <a:cubicBezTo>
                  <a:pt x="119" y="14"/>
                  <a:pt x="125" y="16"/>
                  <a:pt x="123" y="21"/>
                </a:cubicBezTo>
                <a:lnTo>
                  <a:pt x="122" y="29"/>
                </a:lnTo>
                <a:cubicBezTo>
                  <a:pt x="122" y="29"/>
                  <a:pt x="121" y="33"/>
                  <a:pt x="127" y="28"/>
                </a:cubicBezTo>
                <a:lnTo>
                  <a:pt x="135" y="23"/>
                </a:lnTo>
                <a:cubicBezTo>
                  <a:pt x="135" y="23"/>
                  <a:pt x="143" y="20"/>
                  <a:pt x="145" y="24"/>
                </a:cubicBezTo>
                <a:cubicBezTo>
                  <a:pt x="145" y="24"/>
                  <a:pt x="147" y="27"/>
                  <a:pt x="143" y="30"/>
                </a:cubicBezTo>
                <a:cubicBezTo>
                  <a:pt x="143" y="30"/>
                  <a:pt x="131" y="33"/>
                  <a:pt x="133" y="42"/>
                </a:cubicBezTo>
                <a:cubicBezTo>
                  <a:pt x="133" y="42"/>
                  <a:pt x="139" y="43"/>
                  <a:pt x="134" y="48"/>
                </a:cubicBezTo>
                <a:cubicBezTo>
                  <a:pt x="134" y="48"/>
                  <a:pt x="128" y="49"/>
                  <a:pt x="125" y="52"/>
                </a:cubicBezTo>
                <a:lnTo>
                  <a:pt x="121" y="53"/>
                </a:lnTo>
                <a:lnTo>
                  <a:pt x="121" y="86"/>
                </a:lnTo>
                <a:cubicBezTo>
                  <a:pt x="121" y="86"/>
                  <a:pt x="121" y="96"/>
                  <a:pt x="115" y="92"/>
                </a:cubicBezTo>
                <a:cubicBezTo>
                  <a:pt x="115" y="92"/>
                  <a:pt x="109" y="84"/>
                  <a:pt x="113" y="74"/>
                </a:cubicBezTo>
                <a:lnTo>
                  <a:pt x="114" y="49"/>
                </a:lnTo>
                <a:cubicBezTo>
                  <a:pt x="114" y="49"/>
                  <a:pt x="115" y="41"/>
                  <a:pt x="109" y="50"/>
                </a:cubicBezTo>
                <a:lnTo>
                  <a:pt x="104" y="57"/>
                </a:lnTo>
                <a:cubicBezTo>
                  <a:pt x="104" y="57"/>
                  <a:pt x="102" y="60"/>
                  <a:pt x="98" y="58"/>
                </a:cubicBezTo>
                <a:cubicBezTo>
                  <a:pt x="98" y="58"/>
                  <a:pt x="90" y="54"/>
                  <a:pt x="94" y="47"/>
                </a:cubicBezTo>
                <a:cubicBezTo>
                  <a:pt x="96" y="45"/>
                  <a:pt x="97" y="40"/>
                  <a:pt x="98" y="37"/>
                </a:cubicBezTo>
                <a:close/>
                <a:moveTo>
                  <a:pt x="121" y="39"/>
                </a:moveTo>
                <a:lnTo>
                  <a:pt x="121" y="45"/>
                </a:lnTo>
                <a:cubicBezTo>
                  <a:pt x="121" y="45"/>
                  <a:pt x="120" y="48"/>
                  <a:pt x="125" y="45"/>
                </a:cubicBezTo>
                <a:cubicBezTo>
                  <a:pt x="125" y="45"/>
                  <a:pt x="128" y="42"/>
                  <a:pt x="128" y="40"/>
                </a:cubicBezTo>
                <a:cubicBezTo>
                  <a:pt x="128" y="40"/>
                  <a:pt x="128" y="35"/>
                  <a:pt x="130" y="35"/>
                </a:cubicBezTo>
                <a:cubicBezTo>
                  <a:pt x="130" y="35"/>
                  <a:pt x="131" y="31"/>
                  <a:pt x="126" y="33"/>
                </a:cubicBezTo>
                <a:lnTo>
                  <a:pt x="123" y="37"/>
                </a:lnTo>
                <a:lnTo>
                  <a:pt x="122" y="37"/>
                </a:lnTo>
                <a:cubicBezTo>
                  <a:pt x="122" y="37"/>
                  <a:pt x="121" y="38"/>
                  <a:pt x="121" y="39"/>
                </a:cubicBezTo>
                <a:close/>
              </a:path>
              <a:path w="489" h="98">
                <a:moveTo>
                  <a:pt x="29" y="76"/>
                </a:moveTo>
                <a:cubicBezTo>
                  <a:pt x="34" y="73"/>
                  <a:pt x="37" y="72"/>
                  <a:pt x="38" y="73"/>
                </a:cubicBezTo>
                <a:cubicBezTo>
                  <a:pt x="39" y="73"/>
                  <a:pt x="39" y="80"/>
                  <a:pt x="39" y="92"/>
                </a:cubicBezTo>
                <a:cubicBezTo>
                  <a:pt x="39" y="98"/>
                  <a:pt x="43" y="98"/>
                  <a:pt x="45" y="95"/>
                </a:cubicBezTo>
                <a:cubicBezTo>
                  <a:pt x="47" y="92"/>
                  <a:pt x="48" y="86"/>
                  <a:pt x="48" y="78"/>
                </a:cubicBezTo>
                <a:lnTo>
                  <a:pt x="48" y="71"/>
                </a:lnTo>
                <a:lnTo>
                  <a:pt x="50" y="68"/>
                </a:lnTo>
                <a:lnTo>
                  <a:pt x="59" y="64"/>
                </a:lnTo>
                <a:cubicBezTo>
                  <a:pt x="62" y="63"/>
                  <a:pt x="62" y="61"/>
                  <a:pt x="59" y="60"/>
                </a:cubicBezTo>
                <a:lnTo>
                  <a:pt x="54" y="56"/>
                </a:lnTo>
                <a:cubicBezTo>
                  <a:pt x="53" y="54"/>
                  <a:pt x="53" y="53"/>
                  <a:pt x="56" y="52"/>
                </a:cubicBezTo>
                <a:lnTo>
                  <a:pt x="71" y="44"/>
                </a:lnTo>
                <a:cubicBezTo>
                  <a:pt x="73" y="44"/>
                  <a:pt x="74" y="42"/>
                  <a:pt x="71" y="39"/>
                </a:cubicBezTo>
                <a:cubicBezTo>
                  <a:pt x="69" y="37"/>
                  <a:pt x="67" y="37"/>
                  <a:pt x="64" y="39"/>
                </a:cubicBezTo>
                <a:lnTo>
                  <a:pt x="59" y="41"/>
                </a:lnTo>
                <a:cubicBezTo>
                  <a:pt x="56" y="44"/>
                  <a:pt x="55" y="42"/>
                  <a:pt x="59" y="37"/>
                </a:cubicBezTo>
                <a:lnTo>
                  <a:pt x="64" y="34"/>
                </a:lnTo>
                <a:cubicBezTo>
                  <a:pt x="68" y="32"/>
                  <a:pt x="66" y="30"/>
                  <a:pt x="63" y="29"/>
                </a:cubicBezTo>
                <a:lnTo>
                  <a:pt x="59" y="26"/>
                </a:lnTo>
                <a:cubicBezTo>
                  <a:pt x="57" y="25"/>
                  <a:pt x="56" y="25"/>
                  <a:pt x="55" y="28"/>
                </a:cubicBezTo>
                <a:cubicBezTo>
                  <a:pt x="55" y="32"/>
                  <a:pt x="54" y="34"/>
                  <a:pt x="52" y="35"/>
                </a:cubicBezTo>
                <a:cubicBezTo>
                  <a:pt x="50" y="36"/>
                  <a:pt x="48" y="36"/>
                  <a:pt x="47" y="35"/>
                </a:cubicBezTo>
                <a:cubicBezTo>
                  <a:pt x="45" y="33"/>
                  <a:pt x="45" y="32"/>
                  <a:pt x="47" y="30"/>
                </a:cubicBezTo>
                <a:cubicBezTo>
                  <a:pt x="49" y="27"/>
                  <a:pt x="52" y="25"/>
                  <a:pt x="56" y="25"/>
                </a:cubicBezTo>
                <a:cubicBezTo>
                  <a:pt x="60" y="23"/>
                  <a:pt x="64" y="21"/>
                  <a:pt x="65" y="18"/>
                </a:cubicBezTo>
                <a:cubicBezTo>
                  <a:pt x="66" y="17"/>
                  <a:pt x="65" y="14"/>
                  <a:pt x="62" y="11"/>
                </a:cubicBezTo>
                <a:cubicBezTo>
                  <a:pt x="59" y="6"/>
                  <a:pt x="55" y="5"/>
                  <a:pt x="52" y="10"/>
                </a:cubicBezTo>
                <a:lnTo>
                  <a:pt x="47" y="22"/>
                </a:lnTo>
                <a:lnTo>
                  <a:pt x="43" y="22"/>
                </a:lnTo>
                <a:lnTo>
                  <a:pt x="44" y="14"/>
                </a:lnTo>
                <a:cubicBezTo>
                  <a:pt x="45" y="12"/>
                  <a:pt x="43" y="10"/>
                  <a:pt x="40" y="7"/>
                </a:cubicBezTo>
                <a:cubicBezTo>
                  <a:pt x="36" y="5"/>
                  <a:pt x="34" y="4"/>
                  <a:pt x="33" y="7"/>
                </a:cubicBezTo>
                <a:cubicBezTo>
                  <a:pt x="32" y="7"/>
                  <a:pt x="33" y="9"/>
                  <a:pt x="36" y="13"/>
                </a:cubicBezTo>
                <a:cubicBezTo>
                  <a:pt x="38" y="15"/>
                  <a:pt x="39" y="18"/>
                  <a:pt x="41" y="23"/>
                </a:cubicBezTo>
                <a:cubicBezTo>
                  <a:pt x="36" y="23"/>
                  <a:pt x="31" y="24"/>
                  <a:pt x="26" y="23"/>
                </a:cubicBezTo>
                <a:cubicBezTo>
                  <a:pt x="20" y="23"/>
                  <a:pt x="17" y="24"/>
                  <a:pt x="20" y="27"/>
                </a:cubicBezTo>
                <a:cubicBezTo>
                  <a:pt x="21" y="29"/>
                  <a:pt x="23" y="30"/>
                  <a:pt x="24" y="32"/>
                </a:cubicBezTo>
                <a:lnTo>
                  <a:pt x="38" y="28"/>
                </a:lnTo>
                <a:cubicBezTo>
                  <a:pt x="45" y="27"/>
                  <a:pt x="45" y="27"/>
                  <a:pt x="43" y="30"/>
                </a:cubicBezTo>
                <a:cubicBezTo>
                  <a:pt x="43" y="31"/>
                  <a:pt x="41" y="31"/>
                  <a:pt x="39" y="30"/>
                </a:cubicBezTo>
                <a:cubicBezTo>
                  <a:pt x="36" y="31"/>
                  <a:pt x="36" y="33"/>
                  <a:pt x="37" y="35"/>
                </a:cubicBezTo>
                <a:cubicBezTo>
                  <a:pt x="38" y="39"/>
                  <a:pt x="38" y="40"/>
                  <a:pt x="35" y="38"/>
                </a:cubicBezTo>
                <a:cubicBezTo>
                  <a:pt x="34" y="38"/>
                  <a:pt x="33" y="38"/>
                  <a:pt x="33" y="39"/>
                </a:cubicBezTo>
                <a:cubicBezTo>
                  <a:pt x="32" y="40"/>
                  <a:pt x="30" y="40"/>
                  <a:pt x="28" y="37"/>
                </a:cubicBezTo>
                <a:cubicBezTo>
                  <a:pt x="24" y="33"/>
                  <a:pt x="21" y="32"/>
                  <a:pt x="20" y="35"/>
                </a:cubicBezTo>
                <a:lnTo>
                  <a:pt x="21" y="38"/>
                </a:lnTo>
                <a:cubicBezTo>
                  <a:pt x="23" y="42"/>
                  <a:pt x="23" y="44"/>
                  <a:pt x="20" y="44"/>
                </a:cubicBezTo>
                <a:cubicBezTo>
                  <a:pt x="19" y="45"/>
                  <a:pt x="20" y="46"/>
                  <a:pt x="21" y="47"/>
                </a:cubicBezTo>
                <a:lnTo>
                  <a:pt x="24" y="50"/>
                </a:lnTo>
                <a:cubicBezTo>
                  <a:pt x="26" y="53"/>
                  <a:pt x="28" y="53"/>
                  <a:pt x="32" y="49"/>
                </a:cubicBezTo>
                <a:cubicBezTo>
                  <a:pt x="36" y="44"/>
                  <a:pt x="38" y="43"/>
                  <a:pt x="38" y="47"/>
                </a:cubicBezTo>
                <a:cubicBezTo>
                  <a:pt x="38" y="50"/>
                  <a:pt x="37" y="51"/>
                  <a:pt x="34" y="51"/>
                </a:cubicBezTo>
                <a:lnTo>
                  <a:pt x="1" y="61"/>
                </a:lnTo>
                <a:cubicBezTo>
                  <a:pt x="0" y="61"/>
                  <a:pt x="0" y="61"/>
                  <a:pt x="0" y="61"/>
                </a:cubicBezTo>
                <a:lnTo>
                  <a:pt x="7" y="66"/>
                </a:lnTo>
                <a:cubicBezTo>
                  <a:pt x="8" y="66"/>
                  <a:pt x="10" y="66"/>
                  <a:pt x="11" y="66"/>
                </a:cubicBezTo>
                <a:lnTo>
                  <a:pt x="20" y="63"/>
                </a:lnTo>
                <a:lnTo>
                  <a:pt x="33" y="56"/>
                </a:lnTo>
                <a:cubicBezTo>
                  <a:pt x="37" y="55"/>
                  <a:pt x="39" y="55"/>
                  <a:pt x="38" y="58"/>
                </a:cubicBezTo>
                <a:cubicBezTo>
                  <a:pt x="38" y="59"/>
                  <a:pt x="37" y="60"/>
                  <a:pt x="35" y="61"/>
                </a:cubicBezTo>
                <a:cubicBezTo>
                  <a:pt x="29" y="64"/>
                  <a:pt x="23" y="69"/>
                  <a:pt x="17" y="74"/>
                </a:cubicBezTo>
                <a:cubicBezTo>
                  <a:pt x="14" y="77"/>
                  <a:pt x="13" y="78"/>
                  <a:pt x="17" y="78"/>
                </a:cubicBezTo>
                <a:cubicBezTo>
                  <a:pt x="19" y="79"/>
                  <a:pt x="21" y="79"/>
                  <a:pt x="25" y="77"/>
                </a:cubicBezTo>
                <a:lnTo>
                  <a:pt x="29" y="76"/>
                </a:lnTo>
                <a:close/>
                <a:moveTo>
                  <a:pt x="38" y="65"/>
                </a:moveTo>
                <a:cubicBezTo>
                  <a:pt x="38" y="67"/>
                  <a:pt x="37" y="68"/>
                  <a:pt x="34" y="69"/>
                </a:cubicBezTo>
                <a:lnTo>
                  <a:pt x="30" y="70"/>
                </a:lnTo>
                <a:cubicBezTo>
                  <a:pt x="26" y="71"/>
                  <a:pt x="25" y="71"/>
                  <a:pt x="28" y="69"/>
                </a:cubicBezTo>
                <a:lnTo>
                  <a:pt x="35" y="64"/>
                </a:lnTo>
                <a:cubicBezTo>
                  <a:pt x="37" y="63"/>
                  <a:pt x="38" y="63"/>
                  <a:pt x="38" y="65"/>
                </a:cubicBezTo>
                <a:close/>
                <a:moveTo>
                  <a:pt x="48" y="57"/>
                </a:moveTo>
                <a:lnTo>
                  <a:pt x="48" y="61"/>
                </a:lnTo>
                <a:cubicBezTo>
                  <a:pt x="48" y="63"/>
                  <a:pt x="50" y="63"/>
                  <a:pt x="51" y="62"/>
                </a:cubicBezTo>
                <a:cubicBezTo>
                  <a:pt x="51" y="62"/>
                  <a:pt x="51" y="61"/>
                  <a:pt x="51" y="59"/>
                </a:cubicBezTo>
                <a:cubicBezTo>
                  <a:pt x="50" y="58"/>
                  <a:pt x="49" y="57"/>
                  <a:pt x="48" y="57"/>
                </a:cubicBezTo>
                <a:close/>
                <a:moveTo>
                  <a:pt x="50" y="50"/>
                </a:moveTo>
                <a:cubicBezTo>
                  <a:pt x="48" y="50"/>
                  <a:pt x="48" y="51"/>
                  <a:pt x="48" y="52"/>
                </a:cubicBezTo>
                <a:cubicBezTo>
                  <a:pt x="49" y="53"/>
                  <a:pt x="51" y="53"/>
                  <a:pt x="53" y="51"/>
                </a:cubicBezTo>
                <a:lnTo>
                  <a:pt x="58" y="48"/>
                </a:lnTo>
                <a:cubicBezTo>
                  <a:pt x="59" y="47"/>
                  <a:pt x="59" y="47"/>
                  <a:pt x="56" y="47"/>
                </a:cubicBezTo>
                <a:lnTo>
                  <a:pt x="51" y="49"/>
                </a:lnTo>
                <a:lnTo>
                  <a:pt x="50" y="50"/>
                </a:lnTo>
                <a:close/>
                <a:moveTo>
                  <a:pt x="48" y="39"/>
                </a:moveTo>
                <a:lnTo>
                  <a:pt x="47" y="44"/>
                </a:lnTo>
                <a:cubicBezTo>
                  <a:pt x="48" y="47"/>
                  <a:pt x="49" y="47"/>
                  <a:pt x="51" y="45"/>
                </a:cubicBezTo>
                <a:cubicBezTo>
                  <a:pt x="51" y="44"/>
                  <a:pt x="52" y="43"/>
                  <a:pt x="53" y="41"/>
                </a:cubicBezTo>
                <a:cubicBezTo>
                  <a:pt x="53" y="39"/>
                  <a:pt x="52" y="39"/>
                  <a:pt x="51" y="38"/>
                </a:cubicBezTo>
                <a:cubicBezTo>
                  <a:pt x="50" y="38"/>
                  <a:pt x="49" y="38"/>
                  <a:pt x="48" y="39"/>
                </a:cubicBezTo>
                <a:close/>
                <a:moveTo>
                  <a:pt x="60" y="14"/>
                </a:moveTo>
                <a:cubicBezTo>
                  <a:pt x="60" y="15"/>
                  <a:pt x="59" y="16"/>
                  <a:pt x="58" y="17"/>
                </a:cubicBezTo>
                <a:lnTo>
                  <a:pt x="57" y="17"/>
                </a:lnTo>
                <a:cubicBezTo>
                  <a:pt x="56" y="17"/>
                  <a:pt x="55" y="18"/>
                  <a:pt x="54" y="17"/>
                </a:cubicBezTo>
                <a:lnTo>
                  <a:pt x="57" y="14"/>
                </a:lnTo>
                <a:cubicBezTo>
                  <a:pt x="58" y="14"/>
                  <a:pt x="60" y="13"/>
                  <a:pt x="60" y="14"/>
                </a:cubicBezTo>
                <a:close/>
              </a:path>
              <a:path w="489" h="98">
                <a:moveTo>
                  <a:pt x="186" y="22"/>
                </a:moveTo>
                <a:lnTo>
                  <a:pt x="193" y="17"/>
                </a:lnTo>
                <a:cubicBezTo>
                  <a:pt x="193" y="17"/>
                  <a:pt x="195" y="13"/>
                  <a:pt x="198" y="18"/>
                </a:cubicBezTo>
                <a:cubicBezTo>
                  <a:pt x="198" y="18"/>
                  <a:pt x="202" y="23"/>
                  <a:pt x="196" y="24"/>
                </a:cubicBezTo>
                <a:cubicBezTo>
                  <a:pt x="196" y="24"/>
                  <a:pt x="193" y="26"/>
                  <a:pt x="191" y="25"/>
                </a:cubicBezTo>
                <a:cubicBezTo>
                  <a:pt x="191" y="25"/>
                  <a:pt x="180" y="30"/>
                  <a:pt x="177" y="31"/>
                </a:cubicBezTo>
                <a:cubicBezTo>
                  <a:pt x="177" y="31"/>
                  <a:pt x="171" y="33"/>
                  <a:pt x="172" y="30"/>
                </a:cubicBezTo>
                <a:lnTo>
                  <a:pt x="183" y="24"/>
                </a:lnTo>
                <a:lnTo>
                  <a:pt x="186" y="22"/>
                </a:lnTo>
                <a:close/>
              </a:path>
              <a:path w="489" h="98">
                <a:moveTo>
                  <a:pt x="217" y="29"/>
                </a:moveTo>
                <a:lnTo>
                  <a:pt x="216" y="50"/>
                </a:lnTo>
                <a:lnTo>
                  <a:pt x="220" y="47"/>
                </a:lnTo>
                <a:lnTo>
                  <a:pt x="221" y="42"/>
                </a:lnTo>
                <a:cubicBezTo>
                  <a:pt x="221" y="42"/>
                  <a:pt x="221" y="39"/>
                  <a:pt x="225" y="43"/>
                </a:cubicBezTo>
                <a:cubicBezTo>
                  <a:pt x="225" y="43"/>
                  <a:pt x="229" y="46"/>
                  <a:pt x="228" y="50"/>
                </a:cubicBezTo>
                <a:cubicBezTo>
                  <a:pt x="228" y="50"/>
                  <a:pt x="220" y="52"/>
                  <a:pt x="216" y="59"/>
                </a:cubicBezTo>
                <a:lnTo>
                  <a:pt x="216" y="83"/>
                </a:lnTo>
                <a:cubicBezTo>
                  <a:pt x="216" y="83"/>
                  <a:pt x="216" y="87"/>
                  <a:pt x="215" y="89"/>
                </a:cubicBezTo>
                <a:cubicBezTo>
                  <a:pt x="215" y="89"/>
                  <a:pt x="212" y="95"/>
                  <a:pt x="211" y="94"/>
                </a:cubicBezTo>
                <a:cubicBezTo>
                  <a:pt x="211" y="94"/>
                  <a:pt x="207" y="92"/>
                  <a:pt x="209" y="86"/>
                </a:cubicBezTo>
                <a:lnTo>
                  <a:pt x="209" y="69"/>
                </a:lnTo>
                <a:cubicBezTo>
                  <a:pt x="209" y="69"/>
                  <a:pt x="210" y="63"/>
                  <a:pt x="206" y="68"/>
                </a:cubicBezTo>
                <a:cubicBezTo>
                  <a:pt x="206" y="68"/>
                  <a:pt x="202" y="74"/>
                  <a:pt x="197" y="69"/>
                </a:cubicBezTo>
                <a:cubicBezTo>
                  <a:pt x="197" y="69"/>
                  <a:pt x="192" y="67"/>
                  <a:pt x="197" y="64"/>
                </a:cubicBezTo>
                <a:cubicBezTo>
                  <a:pt x="197" y="64"/>
                  <a:pt x="198" y="64"/>
                  <a:pt x="199" y="59"/>
                </a:cubicBezTo>
                <a:lnTo>
                  <a:pt x="200" y="55"/>
                </a:lnTo>
                <a:cubicBezTo>
                  <a:pt x="200" y="55"/>
                  <a:pt x="201" y="50"/>
                  <a:pt x="198" y="50"/>
                </a:cubicBezTo>
                <a:cubicBezTo>
                  <a:pt x="198" y="50"/>
                  <a:pt x="195" y="47"/>
                  <a:pt x="197" y="45"/>
                </a:cubicBezTo>
                <a:cubicBezTo>
                  <a:pt x="197" y="45"/>
                  <a:pt x="203" y="38"/>
                  <a:pt x="196" y="32"/>
                </a:cubicBezTo>
                <a:cubicBezTo>
                  <a:pt x="196" y="32"/>
                  <a:pt x="190" y="29"/>
                  <a:pt x="195" y="28"/>
                </a:cubicBezTo>
                <a:cubicBezTo>
                  <a:pt x="195" y="28"/>
                  <a:pt x="199" y="28"/>
                  <a:pt x="199" y="29"/>
                </a:cubicBezTo>
                <a:cubicBezTo>
                  <a:pt x="199" y="29"/>
                  <a:pt x="207" y="28"/>
                  <a:pt x="207" y="34"/>
                </a:cubicBezTo>
                <a:cubicBezTo>
                  <a:pt x="207" y="34"/>
                  <a:pt x="207" y="37"/>
                  <a:pt x="205" y="37"/>
                </a:cubicBezTo>
                <a:cubicBezTo>
                  <a:pt x="205" y="37"/>
                  <a:pt x="197" y="44"/>
                  <a:pt x="203" y="44"/>
                </a:cubicBezTo>
                <a:cubicBezTo>
                  <a:pt x="203" y="44"/>
                  <a:pt x="211" y="46"/>
                  <a:pt x="205" y="52"/>
                </a:cubicBezTo>
                <a:cubicBezTo>
                  <a:pt x="205" y="52"/>
                  <a:pt x="203" y="51"/>
                  <a:pt x="202" y="57"/>
                </a:cubicBezTo>
                <a:cubicBezTo>
                  <a:pt x="202" y="57"/>
                  <a:pt x="199" y="64"/>
                  <a:pt x="204" y="61"/>
                </a:cubicBezTo>
                <a:cubicBezTo>
                  <a:pt x="204" y="61"/>
                  <a:pt x="206" y="60"/>
                  <a:pt x="209" y="57"/>
                </a:cubicBezTo>
                <a:cubicBezTo>
                  <a:pt x="209" y="57"/>
                  <a:pt x="210" y="54"/>
                  <a:pt x="210" y="51"/>
                </a:cubicBezTo>
                <a:cubicBezTo>
                  <a:pt x="210" y="51"/>
                  <a:pt x="210" y="26"/>
                  <a:pt x="209" y="20"/>
                </a:cubicBezTo>
                <a:cubicBezTo>
                  <a:pt x="209" y="20"/>
                  <a:pt x="207" y="16"/>
                  <a:pt x="211" y="14"/>
                </a:cubicBezTo>
                <a:cubicBezTo>
                  <a:pt x="211" y="14"/>
                  <a:pt x="214" y="12"/>
                  <a:pt x="218" y="16"/>
                </a:cubicBezTo>
                <a:cubicBezTo>
                  <a:pt x="218" y="16"/>
                  <a:pt x="221" y="17"/>
                  <a:pt x="218" y="21"/>
                </a:cubicBezTo>
                <a:lnTo>
                  <a:pt x="217" y="26"/>
                </a:lnTo>
                <a:lnTo>
                  <a:pt x="217" y="29"/>
                </a:lnTo>
                <a:close/>
              </a:path>
              <a:path w="489" h="98">
                <a:moveTo>
                  <a:pt x="170" y="48"/>
                </a:moveTo>
                <a:cubicBezTo>
                  <a:pt x="170" y="48"/>
                  <a:pt x="165" y="51"/>
                  <a:pt x="163" y="49"/>
                </a:cubicBezTo>
                <a:cubicBezTo>
                  <a:pt x="163" y="49"/>
                  <a:pt x="160" y="49"/>
                  <a:pt x="162" y="52"/>
                </a:cubicBezTo>
                <a:cubicBezTo>
                  <a:pt x="162" y="52"/>
                  <a:pt x="165" y="59"/>
                  <a:pt x="171" y="55"/>
                </a:cubicBezTo>
                <a:lnTo>
                  <a:pt x="179" y="49"/>
                </a:lnTo>
                <a:cubicBezTo>
                  <a:pt x="179" y="49"/>
                  <a:pt x="182" y="45"/>
                  <a:pt x="181" y="51"/>
                </a:cubicBezTo>
                <a:cubicBezTo>
                  <a:pt x="181" y="51"/>
                  <a:pt x="181" y="55"/>
                  <a:pt x="179" y="55"/>
                </a:cubicBezTo>
                <a:lnTo>
                  <a:pt x="167" y="68"/>
                </a:lnTo>
                <a:cubicBezTo>
                  <a:pt x="167" y="68"/>
                  <a:pt x="162" y="73"/>
                  <a:pt x="168" y="74"/>
                </a:cubicBezTo>
                <a:cubicBezTo>
                  <a:pt x="168" y="74"/>
                  <a:pt x="172" y="75"/>
                  <a:pt x="175" y="72"/>
                </a:cubicBezTo>
                <a:cubicBezTo>
                  <a:pt x="175" y="72"/>
                  <a:pt x="180" y="66"/>
                  <a:pt x="179" y="70"/>
                </a:cubicBezTo>
                <a:lnTo>
                  <a:pt x="179" y="79"/>
                </a:lnTo>
                <a:cubicBezTo>
                  <a:pt x="179" y="79"/>
                  <a:pt x="178" y="82"/>
                  <a:pt x="181" y="83"/>
                </a:cubicBezTo>
                <a:cubicBezTo>
                  <a:pt x="181" y="83"/>
                  <a:pt x="183" y="85"/>
                  <a:pt x="185" y="82"/>
                </a:cubicBezTo>
                <a:cubicBezTo>
                  <a:pt x="185" y="82"/>
                  <a:pt x="187" y="80"/>
                  <a:pt x="186" y="75"/>
                </a:cubicBezTo>
                <a:lnTo>
                  <a:pt x="186" y="63"/>
                </a:lnTo>
                <a:cubicBezTo>
                  <a:pt x="186" y="63"/>
                  <a:pt x="192" y="59"/>
                  <a:pt x="193" y="57"/>
                </a:cubicBezTo>
                <a:cubicBezTo>
                  <a:pt x="193" y="57"/>
                  <a:pt x="194" y="53"/>
                  <a:pt x="190" y="57"/>
                </a:cubicBezTo>
                <a:cubicBezTo>
                  <a:pt x="190" y="57"/>
                  <a:pt x="185" y="62"/>
                  <a:pt x="186" y="58"/>
                </a:cubicBezTo>
                <a:lnTo>
                  <a:pt x="186" y="52"/>
                </a:lnTo>
                <a:cubicBezTo>
                  <a:pt x="186" y="52"/>
                  <a:pt x="197" y="43"/>
                  <a:pt x="196" y="42"/>
                </a:cubicBezTo>
                <a:cubicBezTo>
                  <a:pt x="196" y="41"/>
                  <a:pt x="198" y="40"/>
                  <a:pt x="194" y="36"/>
                </a:cubicBezTo>
                <a:cubicBezTo>
                  <a:pt x="194" y="36"/>
                  <a:pt x="191" y="34"/>
                  <a:pt x="190" y="37"/>
                </a:cubicBezTo>
                <a:cubicBezTo>
                  <a:pt x="190" y="37"/>
                  <a:pt x="186" y="41"/>
                  <a:pt x="186" y="37"/>
                </a:cubicBezTo>
                <a:cubicBezTo>
                  <a:pt x="186" y="37"/>
                  <a:pt x="189" y="34"/>
                  <a:pt x="186" y="32"/>
                </a:cubicBezTo>
                <a:cubicBezTo>
                  <a:pt x="186" y="32"/>
                  <a:pt x="182" y="28"/>
                  <a:pt x="180" y="33"/>
                </a:cubicBezTo>
                <a:cubicBezTo>
                  <a:pt x="180" y="33"/>
                  <a:pt x="178" y="33"/>
                  <a:pt x="181" y="42"/>
                </a:cubicBezTo>
                <a:lnTo>
                  <a:pt x="176" y="44"/>
                </a:lnTo>
                <a:lnTo>
                  <a:pt x="173" y="46"/>
                </a:lnTo>
                <a:lnTo>
                  <a:pt x="170" y="48"/>
                </a:lnTo>
                <a:close/>
                <a:moveTo>
                  <a:pt x="186" y="43"/>
                </a:moveTo>
                <a:cubicBezTo>
                  <a:pt x="186" y="43"/>
                  <a:pt x="187" y="41"/>
                  <a:pt x="189" y="42"/>
                </a:cubicBezTo>
                <a:cubicBezTo>
                  <a:pt x="189" y="42"/>
                  <a:pt x="189" y="44"/>
                  <a:pt x="188" y="45"/>
                </a:cubicBezTo>
                <a:cubicBezTo>
                  <a:pt x="188" y="45"/>
                  <a:pt x="186" y="46"/>
                  <a:pt x="187" y="44"/>
                </a:cubicBezTo>
                <a:cubicBezTo>
                  <a:pt x="186" y="46"/>
                  <a:pt x="186" y="43"/>
                  <a:pt x="186" y="43"/>
                </a:cubicBezTo>
                <a:close/>
                <a:moveTo>
                  <a:pt x="175" y="64"/>
                </a:moveTo>
                <a:lnTo>
                  <a:pt x="178" y="61"/>
                </a:lnTo>
                <a:cubicBezTo>
                  <a:pt x="178" y="61"/>
                  <a:pt x="180" y="57"/>
                  <a:pt x="180" y="60"/>
                </a:cubicBezTo>
                <a:cubicBezTo>
                  <a:pt x="180" y="60"/>
                  <a:pt x="180" y="65"/>
                  <a:pt x="177" y="65"/>
                </a:cubicBezTo>
                <a:cubicBezTo>
                  <a:pt x="177" y="65"/>
                  <a:pt x="174" y="67"/>
                  <a:pt x="174" y="65"/>
                </a:cubicBezTo>
                <a:lnTo>
                  <a:pt x="175" y="65"/>
                </a:lnTo>
                <a:lnTo>
                  <a:pt x="175" y="64"/>
                </a:lnTo>
                <a:close/>
              </a:path>
              <a:path w="489" h="98">
                <a:moveTo>
                  <a:pt x="255" y="43"/>
                </a:moveTo>
                <a:cubicBezTo>
                  <a:pt x="255" y="43"/>
                  <a:pt x="252" y="46"/>
                  <a:pt x="249" y="46"/>
                </a:cubicBezTo>
                <a:cubicBezTo>
                  <a:pt x="249" y="46"/>
                  <a:pt x="247" y="45"/>
                  <a:pt x="248" y="48"/>
                </a:cubicBezTo>
                <a:cubicBezTo>
                  <a:pt x="248" y="48"/>
                  <a:pt x="248" y="51"/>
                  <a:pt x="253" y="52"/>
                </a:cubicBezTo>
                <a:cubicBezTo>
                  <a:pt x="253" y="52"/>
                  <a:pt x="257" y="52"/>
                  <a:pt x="257" y="51"/>
                </a:cubicBezTo>
                <a:cubicBezTo>
                  <a:pt x="257" y="51"/>
                  <a:pt x="257" y="49"/>
                  <a:pt x="260" y="48"/>
                </a:cubicBezTo>
                <a:cubicBezTo>
                  <a:pt x="260" y="48"/>
                  <a:pt x="263" y="46"/>
                  <a:pt x="264" y="45"/>
                </a:cubicBezTo>
                <a:cubicBezTo>
                  <a:pt x="264" y="45"/>
                  <a:pt x="267" y="42"/>
                  <a:pt x="266" y="46"/>
                </a:cubicBezTo>
                <a:lnTo>
                  <a:pt x="265" y="55"/>
                </a:lnTo>
                <a:cubicBezTo>
                  <a:pt x="265" y="59"/>
                  <a:pt x="258" y="64"/>
                  <a:pt x="256" y="66"/>
                </a:cubicBezTo>
                <a:cubicBezTo>
                  <a:pt x="256" y="66"/>
                  <a:pt x="253" y="69"/>
                  <a:pt x="251" y="69"/>
                </a:cubicBezTo>
                <a:cubicBezTo>
                  <a:pt x="251" y="69"/>
                  <a:pt x="249" y="68"/>
                  <a:pt x="251" y="72"/>
                </a:cubicBezTo>
                <a:cubicBezTo>
                  <a:pt x="251" y="72"/>
                  <a:pt x="255" y="76"/>
                  <a:pt x="257" y="75"/>
                </a:cubicBezTo>
                <a:lnTo>
                  <a:pt x="261" y="71"/>
                </a:lnTo>
                <a:lnTo>
                  <a:pt x="263" y="67"/>
                </a:lnTo>
                <a:cubicBezTo>
                  <a:pt x="263" y="67"/>
                  <a:pt x="266" y="63"/>
                  <a:pt x="265" y="69"/>
                </a:cubicBezTo>
                <a:cubicBezTo>
                  <a:pt x="265" y="69"/>
                  <a:pt x="265" y="77"/>
                  <a:pt x="263" y="79"/>
                </a:cubicBezTo>
                <a:cubicBezTo>
                  <a:pt x="263" y="79"/>
                  <a:pt x="262" y="79"/>
                  <a:pt x="264" y="82"/>
                </a:cubicBezTo>
                <a:cubicBezTo>
                  <a:pt x="264" y="82"/>
                  <a:pt x="266" y="87"/>
                  <a:pt x="268" y="85"/>
                </a:cubicBezTo>
                <a:lnTo>
                  <a:pt x="270" y="81"/>
                </a:lnTo>
                <a:cubicBezTo>
                  <a:pt x="270" y="81"/>
                  <a:pt x="272" y="78"/>
                  <a:pt x="271" y="76"/>
                </a:cubicBezTo>
                <a:cubicBezTo>
                  <a:pt x="270" y="75"/>
                  <a:pt x="271" y="57"/>
                  <a:pt x="271" y="57"/>
                </a:cubicBezTo>
                <a:lnTo>
                  <a:pt x="277" y="48"/>
                </a:lnTo>
                <a:cubicBezTo>
                  <a:pt x="277" y="48"/>
                  <a:pt x="281" y="44"/>
                  <a:pt x="277" y="44"/>
                </a:cubicBezTo>
                <a:cubicBezTo>
                  <a:pt x="277" y="44"/>
                  <a:pt x="275" y="46"/>
                  <a:pt x="273" y="49"/>
                </a:cubicBezTo>
                <a:cubicBezTo>
                  <a:pt x="273" y="49"/>
                  <a:pt x="271" y="51"/>
                  <a:pt x="272" y="46"/>
                </a:cubicBezTo>
                <a:lnTo>
                  <a:pt x="272" y="40"/>
                </a:lnTo>
                <a:cubicBezTo>
                  <a:pt x="272" y="40"/>
                  <a:pt x="271" y="37"/>
                  <a:pt x="275" y="36"/>
                </a:cubicBezTo>
                <a:lnTo>
                  <a:pt x="279" y="33"/>
                </a:lnTo>
                <a:cubicBezTo>
                  <a:pt x="279" y="33"/>
                  <a:pt x="282" y="31"/>
                  <a:pt x="280" y="30"/>
                </a:cubicBezTo>
                <a:cubicBezTo>
                  <a:pt x="280" y="30"/>
                  <a:pt x="276" y="26"/>
                  <a:pt x="276" y="30"/>
                </a:cubicBezTo>
                <a:lnTo>
                  <a:pt x="274" y="32"/>
                </a:lnTo>
                <a:cubicBezTo>
                  <a:pt x="274" y="32"/>
                  <a:pt x="272" y="34"/>
                  <a:pt x="273" y="30"/>
                </a:cubicBezTo>
                <a:lnTo>
                  <a:pt x="274" y="23"/>
                </a:lnTo>
                <a:cubicBezTo>
                  <a:pt x="274" y="23"/>
                  <a:pt x="274" y="18"/>
                  <a:pt x="276" y="17"/>
                </a:cubicBezTo>
                <a:cubicBezTo>
                  <a:pt x="276" y="17"/>
                  <a:pt x="273" y="11"/>
                  <a:pt x="269" y="14"/>
                </a:cubicBezTo>
                <a:cubicBezTo>
                  <a:pt x="269" y="14"/>
                  <a:pt x="263" y="17"/>
                  <a:pt x="267" y="21"/>
                </a:cubicBezTo>
                <a:lnTo>
                  <a:pt x="266" y="35"/>
                </a:lnTo>
                <a:cubicBezTo>
                  <a:pt x="266" y="35"/>
                  <a:pt x="266" y="38"/>
                  <a:pt x="264" y="38"/>
                </a:cubicBezTo>
                <a:lnTo>
                  <a:pt x="258" y="42"/>
                </a:lnTo>
                <a:lnTo>
                  <a:pt x="256" y="43"/>
                </a:lnTo>
                <a:lnTo>
                  <a:pt x="255" y="43"/>
                </a:lnTo>
                <a:close/>
              </a:path>
              <a:path w="489" h="98">
                <a:moveTo>
                  <a:pt x="303" y="56"/>
                </a:moveTo>
                <a:cubicBezTo>
                  <a:pt x="303" y="56"/>
                  <a:pt x="300" y="63"/>
                  <a:pt x="298" y="65"/>
                </a:cubicBezTo>
                <a:lnTo>
                  <a:pt x="304" y="70"/>
                </a:lnTo>
                <a:cubicBezTo>
                  <a:pt x="304" y="70"/>
                  <a:pt x="306" y="73"/>
                  <a:pt x="317" y="73"/>
                </a:cubicBezTo>
                <a:cubicBezTo>
                  <a:pt x="317" y="73"/>
                  <a:pt x="323" y="73"/>
                  <a:pt x="316" y="76"/>
                </a:cubicBezTo>
                <a:lnTo>
                  <a:pt x="307" y="81"/>
                </a:lnTo>
                <a:cubicBezTo>
                  <a:pt x="307" y="81"/>
                  <a:pt x="300" y="84"/>
                  <a:pt x="299" y="80"/>
                </a:cubicBezTo>
                <a:lnTo>
                  <a:pt x="295" y="73"/>
                </a:lnTo>
                <a:cubicBezTo>
                  <a:pt x="295" y="73"/>
                  <a:pt x="294" y="68"/>
                  <a:pt x="293" y="72"/>
                </a:cubicBezTo>
                <a:cubicBezTo>
                  <a:pt x="293" y="72"/>
                  <a:pt x="288" y="78"/>
                  <a:pt x="285" y="78"/>
                </a:cubicBezTo>
                <a:cubicBezTo>
                  <a:pt x="285" y="78"/>
                  <a:pt x="280" y="79"/>
                  <a:pt x="276" y="77"/>
                </a:cubicBezTo>
                <a:cubicBezTo>
                  <a:pt x="276" y="77"/>
                  <a:pt x="269" y="77"/>
                  <a:pt x="279" y="75"/>
                </a:cubicBezTo>
                <a:cubicBezTo>
                  <a:pt x="279" y="75"/>
                  <a:pt x="286" y="73"/>
                  <a:pt x="290" y="66"/>
                </a:cubicBezTo>
                <a:lnTo>
                  <a:pt x="283" y="58"/>
                </a:lnTo>
                <a:cubicBezTo>
                  <a:pt x="283" y="58"/>
                  <a:pt x="280" y="55"/>
                  <a:pt x="284" y="55"/>
                </a:cubicBezTo>
                <a:cubicBezTo>
                  <a:pt x="284" y="55"/>
                  <a:pt x="285" y="54"/>
                  <a:pt x="289" y="57"/>
                </a:cubicBezTo>
                <a:cubicBezTo>
                  <a:pt x="289" y="57"/>
                  <a:pt x="291" y="59"/>
                  <a:pt x="292" y="60"/>
                </a:cubicBezTo>
                <a:cubicBezTo>
                  <a:pt x="293" y="60"/>
                  <a:pt x="293" y="61"/>
                  <a:pt x="295" y="59"/>
                </a:cubicBezTo>
                <a:cubicBezTo>
                  <a:pt x="295" y="58"/>
                  <a:pt x="296" y="56"/>
                  <a:pt x="298" y="52"/>
                </a:cubicBezTo>
                <a:cubicBezTo>
                  <a:pt x="298" y="52"/>
                  <a:pt x="300" y="49"/>
                  <a:pt x="296" y="50"/>
                </a:cubicBezTo>
                <a:cubicBezTo>
                  <a:pt x="296" y="50"/>
                  <a:pt x="293" y="52"/>
                  <a:pt x="292" y="54"/>
                </a:cubicBezTo>
                <a:cubicBezTo>
                  <a:pt x="292" y="54"/>
                  <a:pt x="290" y="56"/>
                  <a:pt x="287" y="54"/>
                </a:cubicBezTo>
                <a:cubicBezTo>
                  <a:pt x="287" y="54"/>
                  <a:pt x="282" y="51"/>
                  <a:pt x="285" y="49"/>
                </a:cubicBezTo>
                <a:lnTo>
                  <a:pt x="286" y="45"/>
                </a:lnTo>
                <a:cubicBezTo>
                  <a:pt x="286" y="45"/>
                  <a:pt x="288" y="40"/>
                  <a:pt x="284" y="44"/>
                </a:cubicBezTo>
                <a:cubicBezTo>
                  <a:pt x="284" y="44"/>
                  <a:pt x="282" y="47"/>
                  <a:pt x="281" y="45"/>
                </a:cubicBezTo>
                <a:lnTo>
                  <a:pt x="276" y="41"/>
                </a:lnTo>
                <a:cubicBezTo>
                  <a:pt x="276" y="41"/>
                  <a:pt x="273" y="38"/>
                  <a:pt x="278" y="39"/>
                </a:cubicBezTo>
                <a:lnTo>
                  <a:pt x="290" y="34"/>
                </a:lnTo>
                <a:cubicBezTo>
                  <a:pt x="290" y="34"/>
                  <a:pt x="291" y="25"/>
                  <a:pt x="292" y="23"/>
                </a:cubicBezTo>
                <a:cubicBezTo>
                  <a:pt x="292" y="23"/>
                  <a:pt x="293" y="14"/>
                  <a:pt x="298" y="15"/>
                </a:cubicBezTo>
                <a:cubicBezTo>
                  <a:pt x="298" y="15"/>
                  <a:pt x="302" y="15"/>
                  <a:pt x="305" y="23"/>
                </a:cubicBezTo>
                <a:cubicBezTo>
                  <a:pt x="305" y="23"/>
                  <a:pt x="308" y="26"/>
                  <a:pt x="304" y="29"/>
                </a:cubicBezTo>
                <a:cubicBezTo>
                  <a:pt x="304" y="29"/>
                  <a:pt x="296" y="34"/>
                  <a:pt x="295" y="35"/>
                </a:cubicBezTo>
                <a:cubicBezTo>
                  <a:pt x="295" y="35"/>
                  <a:pt x="292" y="37"/>
                  <a:pt x="291" y="41"/>
                </a:cubicBezTo>
                <a:cubicBezTo>
                  <a:pt x="291" y="41"/>
                  <a:pt x="287" y="50"/>
                  <a:pt x="291" y="47"/>
                </a:cubicBezTo>
                <a:lnTo>
                  <a:pt x="301" y="40"/>
                </a:lnTo>
                <a:cubicBezTo>
                  <a:pt x="301" y="40"/>
                  <a:pt x="302" y="37"/>
                  <a:pt x="307" y="41"/>
                </a:cubicBezTo>
                <a:cubicBezTo>
                  <a:pt x="307" y="41"/>
                  <a:pt x="312" y="44"/>
                  <a:pt x="309" y="47"/>
                </a:cubicBezTo>
                <a:lnTo>
                  <a:pt x="305" y="52"/>
                </a:lnTo>
                <a:lnTo>
                  <a:pt x="303" y="54"/>
                </a:lnTo>
                <a:lnTo>
                  <a:pt x="303" y="56"/>
                </a:lnTo>
                <a:close/>
                <a:moveTo>
                  <a:pt x="295" y="27"/>
                </a:moveTo>
                <a:cubicBezTo>
                  <a:pt x="295" y="27"/>
                  <a:pt x="297" y="22"/>
                  <a:pt x="299" y="24"/>
                </a:cubicBezTo>
                <a:cubicBezTo>
                  <a:pt x="299" y="24"/>
                  <a:pt x="302" y="24"/>
                  <a:pt x="299" y="27"/>
                </a:cubicBezTo>
                <a:lnTo>
                  <a:pt x="297" y="30"/>
                </a:lnTo>
                <a:cubicBezTo>
                  <a:pt x="297" y="30"/>
                  <a:pt x="294" y="33"/>
                  <a:pt x="295" y="28"/>
                </a:cubicBezTo>
                <a:cubicBezTo>
                  <a:pt x="294" y="33"/>
                  <a:pt x="295" y="27"/>
                  <a:pt x="295" y="27"/>
                </a:cubicBezTo>
                <a:close/>
              </a:path>
              <a:path w="489" h="98">
                <a:moveTo>
                  <a:pt x="354" y="54"/>
                </a:moveTo>
                <a:cubicBezTo>
                  <a:pt x="354" y="54"/>
                  <a:pt x="348" y="58"/>
                  <a:pt x="341" y="59"/>
                </a:cubicBezTo>
                <a:cubicBezTo>
                  <a:pt x="341" y="59"/>
                  <a:pt x="336" y="59"/>
                  <a:pt x="342" y="62"/>
                </a:cubicBezTo>
                <a:lnTo>
                  <a:pt x="347" y="66"/>
                </a:lnTo>
                <a:cubicBezTo>
                  <a:pt x="347" y="66"/>
                  <a:pt x="352" y="67"/>
                  <a:pt x="354" y="64"/>
                </a:cubicBezTo>
                <a:lnTo>
                  <a:pt x="358" y="61"/>
                </a:lnTo>
                <a:cubicBezTo>
                  <a:pt x="358" y="61"/>
                  <a:pt x="364" y="56"/>
                  <a:pt x="361" y="63"/>
                </a:cubicBezTo>
                <a:cubicBezTo>
                  <a:pt x="361" y="63"/>
                  <a:pt x="357" y="73"/>
                  <a:pt x="342" y="79"/>
                </a:cubicBezTo>
                <a:cubicBezTo>
                  <a:pt x="342" y="79"/>
                  <a:pt x="335" y="81"/>
                  <a:pt x="346" y="80"/>
                </a:cubicBezTo>
                <a:cubicBezTo>
                  <a:pt x="346" y="80"/>
                  <a:pt x="365" y="83"/>
                  <a:pt x="372" y="50"/>
                </a:cubicBezTo>
                <a:cubicBezTo>
                  <a:pt x="372" y="50"/>
                  <a:pt x="385" y="41"/>
                  <a:pt x="388" y="40"/>
                </a:cubicBezTo>
                <a:cubicBezTo>
                  <a:pt x="388" y="40"/>
                  <a:pt x="393" y="37"/>
                  <a:pt x="387" y="36"/>
                </a:cubicBezTo>
                <a:cubicBezTo>
                  <a:pt x="387" y="36"/>
                  <a:pt x="383" y="33"/>
                  <a:pt x="380" y="38"/>
                </a:cubicBezTo>
                <a:lnTo>
                  <a:pt x="377" y="40"/>
                </a:lnTo>
                <a:cubicBezTo>
                  <a:pt x="377" y="40"/>
                  <a:pt x="373" y="43"/>
                  <a:pt x="374" y="37"/>
                </a:cubicBezTo>
                <a:lnTo>
                  <a:pt x="376" y="26"/>
                </a:lnTo>
                <a:cubicBezTo>
                  <a:pt x="376" y="26"/>
                  <a:pt x="377" y="22"/>
                  <a:pt x="374" y="21"/>
                </a:cubicBezTo>
                <a:cubicBezTo>
                  <a:pt x="371" y="19"/>
                  <a:pt x="368" y="15"/>
                  <a:pt x="368" y="15"/>
                </a:cubicBezTo>
                <a:cubicBezTo>
                  <a:pt x="368" y="15"/>
                  <a:pt x="365" y="12"/>
                  <a:pt x="365" y="18"/>
                </a:cubicBezTo>
                <a:cubicBezTo>
                  <a:pt x="365" y="18"/>
                  <a:pt x="368" y="35"/>
                  <a:pt x="365" y="47"/>
                </a:cubicBezTo>
                <a:lnTo>
                  <a:pt x="359" y="51"/>
                </a:lnTo>
                <a:lnTo>
                  <a:pt x="357" y="53"/>
                </a:lnTo>
                <a:lnTo>
                  <a:pt x="354" y="54"/>
                </a:lnTo>
                <a:close/>
              </a:path>
              <a:path w="489" h="98">
                <a:moveTo>
                  <a:pt x="378" y="66"/>
                </a:moveTo>
                <a:lnTo>
                  <a:pt x="383" y="76"/>
                </a:lnTo>
                <a:cubicBezTo>
                  <a:pt x="383" y="76"/>
                  <a:pt x="386" y="79"/>
                  <a:pt x="391" y="76"/>
                </a:cubicBezTo>
                <a:lnTo>
                  <a:pt x="401" y="72"/>
                </a:lnTo>
                <a:cubicBezTo>
                  <a:pt x="401" y="72"/>
                  <a:pt x="405" y="70"/>
                  <a:pt x="400" y="70"/>
                </a:cubicBezTo>
                <a:cubicBezTo>
                  <a:pt x="400" y="70"/>
                  <a:pt x="384" y="70"/>
                  <a:pt x="377" y="55"/>
                </a:cubicBezTo>
                <a:cubicBezTo>
                  <a:pt x="377" y="55"/>
                  <a:pt x="374" y="51"/>
                  <a:pt x="374" y="55"/>
                </a:cubicBezTo>
                <a:cubicBezTo>
                  <a:pt x="374" y="55"/>
                  <a:pt x="373" y="56"/>
                  <a:pt x="376" y="60"/>
                </a:cubicBezTo>
                <a:lnTo>
                  <a:pt x="377" y="63"/>
                </a:lnTo>
                <a:lnTo>
                  <a:pt x="378" y="66"/>
                </a:lnTo>
                <a:close/>
              </a:path>
              <a:path w="489" h="98">
                <a:moveTo>
                  <a:pt x="437" y="62"/>
                </a:moveTo>
                <a:cubicBezTo>
                  <a:pt x="437" y="62"/>
                  <a:pt x="428" y="68"/>
                  <a:pt x="424" y="68"/>
                </a:cubicBezTo>
                <a:cubicBezTo>
                  <a:pt x="424" y="68"/>
                  <a:pt x="420" y="68"/>
                  <a:pt x="424" y="71"/>
                </a:cubicBezTo>
                <a:lnTo>
                  <a:pt x="432" y="74"/>
                </a:lnTo>
                <a:cubicBezTo>
                  <a:pt x="432" y="74"/>
                  <a:pt x="436" y="78"/>
                  <a:pt x="438" y="73"/>
                </a:cubicBezTo>
                <a:cubicBezTo>
                  <a:pt x="438" y="73"/>
                  <a:pt x="449" y="59"/>
                  <a:pt x="452" y="59"/>
                </a:cubicBezTo>
                <a:cubicBezTo>
                  <a:pt x="452" y="59"/>
                  <a:pt x="456" y="55"/>
                  <a:pt x="456" y="60"/>
                </a:cubicBezTo>
                <a:cubicBezTo>
                  <a:pt x="456" y="60"/>
                  <a:pt x="456" y="68"/>
                  <a:pt x="456" y="77"/>
                </a:cubicBezTo>
                <a:cubicBezTo>
                  <a:pt x="456" y="77"/>
                  <a:pt x="458" y="86"/>
                  <a:pt x="450" y="85"/>
                </a:cubicBezTo>
                <a:lnTo>
                  <a:pt x="444" y="86"/>
                </a:lnTo>
                <a:lnTo>
                  <a:pt x="451" y="89"/>
                </a:lnTo>
                <a:lnTo>
                  <a:pt x="457" y="91"/>
                </a:lnTo>
                <a:cubicBezTo>
                  <a:pt x="457" y="91"/>
                  <a:pt x="462" y="94"/>
                  <a:pt x="464" y="88"/>
                </a:cubicBezTo>
                <a:cubicBezTo>
                  <a:pt x="464" y="88"/>
                  <a:pt x="465" y="86"/>
                  <a:pt x="463" y="75"/>
                </a:cubicBezTo>
                <a:lnTo>
                  <a:pt x="461" y="54"/>
                </a:lnTo>
                <a:cubicBezTo>
                  <a:pt x="461" y="54"/>
                  <a:pt x="463" y="49"/>
                  <a:pt x="467" y="53"/>
                </a:cubicBezTo>
                <a:lnTo>
                  <a:pt x="467" y="56"/>
                </a:lnTo>
                <a:cubicBezTo>
                  <a:pt x="467" y="56"/>
                  <a:pt x="466" y="60"/>
                  <a:pt x="471" y="56"/>
                </a:cubicBezTo>
                <a:cubicBezTo>
                  <a:pt x="471" y="56"/>
                  <a:pt x="474" y="53"/>
                  <a:pt x="477" y="53"/>
                </a:cubicBezTo>
                <a:cubicBezTo>
                  <a:pt x="477" y="53"/>
                  <a:pt x="480" y="50"/>
                  <a:pt x="476" y="49"/>
                </a:cubicBezTo>
                <a:cubicBezTo>
                  <a:pt x="476" y="49"/>
                  <a:pt x="473" y="45"/>
                  <a:pt x="468" y="46"/>
                </a:cubicBezTo>
                <a:cubicBezTo>
                  <a:pt x="468" y="46"/>
                  <a:pt x="463" y="46"/>
                  <a:pt x="469" y="41"/>
                </a:cubicBezTo>
                <a:lnTo>
                  <a:pt x="473" y="38"/>
                </a:lnTo>
                <a:cubicBezTo>
                  <a:pt x="473" y="38"/>
                  <a:pt x="477" y="35"/>
                  <a:pt x="472" y="33"/>
                </a:cubicBezTo>
                <a:lnTo>
                  <a:pt x="470" y="31"/>
                </a:lnTo>
                <a:cubicBezTo>
                  <a:pt x="470" y="31"/>
                  <a:pt x="467" y="30"/>
                  <a:pt x="473" y="25"/>
                </a:cubicBezTo>
                <a:cubicBezTo>
                  <a:pt x="473" y="25"/>
                  <a:pt x="478" y="20"/>
                  <a:pt x="483" y="19"/>
                </a:cubicBezTo>
                <a:cubicBezTo>
                  <a:pt x="483" y="19"/>
                  <a:pt x="489" y="15"/>
                  <a:pt x="483" y="9"/>
                </a:cubicBezTo>
                <a:cubicBezTo>
                  <a:pt x="483" y="9"/>
                  <a:pt x="478" y="2"/>
                  <a:pt x="472" y="6"/>
                </a:cubicBezTo>
                <a:lnTo>
                  <a:pt x="462" y="11"/>
                </a:lnTo>
                <a:cubicBezTo>
                  <a:pt x="462" y="11"/>
                  <a:pt x="458" y="14"/>
                  <a:pt x="461" y="10"/>
                </a:cubicBezTo>
                <a:cubicBezTo>
                  <a:pt x="461" y="10"/>
                  <a:pt x="463" y="6"/>
                  <a:pt x="460" y="5"/>
                </a:cubicBezTo>
                <a:lnTo>
                  <a:pt x="457" y="3"/>
                </a:lnTo>
                <a:cubicBezTo>
                  <a:pt x="457" y="3"/>
                  <a:pt x="453" y="0"/>
                  <a:pt x="453" y="4"/>
                </a:cubicBezTo>
                <a:cubicBezTo>
                  <a:pt x="453" y="4"/>
                  <a:pt x="451" y="12"/>
                  <a:pt x="447" y="10"/>
                </a:cubicBezTo>
                <a:cubicBezTo>
                  <a:pt x="447" y="10"/>
                  <a:pt x="442" y="8"/>
                  <a:pt x="442" y="11"/>
                </a:cubicBezTo>
                <a:cubicBezTo>
                  <a:pt x="442" y="11"/>
                  <a:pt x="449" y="15"/>
                  <a:pt x="446" y="18"/>
                </a:cubicBezTo>
                <a:cubicBezTo>
                  <a:pt x="446" y="18"/>
                  <a:pt x="441" y="24"/>
                  <a:pt x="439" y="18"/>
                </a:cubicBezTo>
                <a:cubicBezTo>
                  <a:pt x="439" y="18"/>
                  <a:pt x="436" y="11"/>
                  <a:pt x="430" y="9"/>
                </a:cubicBezTo>
                <a:cubicBezTo>
                  <a:pt x="430" y="9"/>
                  <a:pt x="425" y="7"/>
                  <a:pt x="428" y="11"/>
                </a:cubicBezTo>
                <a:cubicBezTo>
                  <a:pt x="428" y="11"/>
                  <a:pt x="434" y="16"/>
                  <a:pt x="435" y="21"/>
                </a:cubicBezTo>
                <a:cubicBezTo>
                  <a:pt x="435" y="21"/>
                  <a:pt x="438" y="27"/>
                  <a:pt x="433" y="23"/>
                </a:cubicBezTo>
                <a:cubicBezTo>
                  <a:pt x="433" y="23"/>
                  <a:pt x="426" y="17"/>
                  <a:pt x="427" y="21"/>
                </a:cubicBezTo>
                <a:cubicBezTo>
                  <a:pt x="427" y="21"/>
                  <a:pt x="433" y="32"/>
                  <a:pt x="436" y="37"/>
                </a:cubicBezTo>
                <a:cubicBezTo>
                  <a:pt x="436" y="37"/>
                  <a:pt x="439" y="42"/>
                  <a:pt x="439" y="36"/>
                </a:cubicBezTo>
                <a:cubicBezTo>
                  <a:pt x="439" y="36"/>
                  <a:pt x="438" y="30"/>
                  <a:pt x="442" y="34"/>
                </a:cubicBezTo>
                <a:cubicBezTo>
                  <a:pt x="442" y="34"/>
                  <a:pt x="445" y="37"/>
                  <a:pt x="447" y="35"/>
                </a:cubicBezTo>
                <a:cubicBezTo>
                  <a:pt x="447" y="35"/>
                  <a:pt x="449" y="31"/>
                  <a:pt x="447" y="31"/>
                </a:cubicBezTo>
                <a:cubicBezTo>
                  <a:pt x="444" y="30"/>
                  <a:pt x="445" y="26"/>
                  <a:pt x="445" y="26"/>
                </a:cubicBezTo>
                <a:cubicBezTo>
                  <a:pt x="445" y="26"/>
                  <a:pt x="443" y="22"/>
                  <a:pt x="445" y="22"/>
                </a:cubicBezTo>
                <a:cubicBezTo>
                  <a:pt x="445" y="22"/>
                  <a:pt x="453" y="17"/>
                  <a:pt x="450" y="22"/>
                </a:cubicBezTo>
                <a:cubicBezTo>
                  <a:pt x="450" y="22"/>
                  <a:pt x="444" y="27"/>
                  <a:pt x="452" y="32"/>
                </a:cubicBezTo>
                <a:cubicBezTo>
                  <a:pt x="452" y="32"/>
                  <a:pt x="460" y="35"/>
                  <a:pt x="463" y="28"/>
                </a:cubicBezTo>
                <a:cubicBezTo>
                  <a:pt x="463" y="28"/>
                  <a:pt x="464" y="23"/>
                  <a:pt x="462" y="21"/>
                </a:cubicBezTo>
                <a:cubicBezTo>
                  <a:pt x="462" y="21"/>
                  <a:pt x="458" y="16"/>
                  <a:pt x="463" y="16"/>
                </a:cubicBezTo>
                <a:lnTo>
                  <a:pt x="468" y="14"/>
                </a:lnTo>
                <a:cubicBezTo>
                  <a:pt x="468" y="14"/>
                  <a:pt x="473" y="12"/>
                  <a:pt x="472" y="16"/>
                </a:cubicBezTo>
                <a:lnTo>
                  <a:pt x="466" y="28"/>
                </a:lnTo>
                <a:cubicBezTo>
                  <a:pt x="466" y="28"/>
                  <a:pt x="463" y="34"/>
                  <a:pt x="460" y="34"/>
                </a:cubicBezTo>
                <a:lnTo>
                  <a:pt x="444" y="43"/>
                </a:lnTo>
                <a:cubicBezTo>
                  <a:pt x="444" y="43"/>
                  <a:pt x="437" y="45"/>
                  <a:pt x="442" y="46"/>
                </a:cubicBezTo>
                <a:cubicBezTo>
                  <a:pt x="442" y="46"/>
                  <a:pt x="447" y="48"/>
                  <a:pt x="450" y="44"/>
                </a:cubicBezTo>
                <a:lnTo>
                  <a:pt x="458" y="40"/>
                </a:lnTo>
                <a:cubicBezTo>
                  <a:pt x="458" y="40"/>
                  <a:pt x="463" y="36"/>
                  <a:pt x="460" y="42"/>
                </a:cubicBezTo>
                <a:cubicBezTo>
                  <a:pt x="460" y="42"/>
                  <a:pt x="460" y="47"/>
                  <a:pt x="453" y="52"/>
                </a:cubicBezTo>
                <a:lnTo>
                  <a:pt x="443" y="59"/>
                </a:lnTo>
                <a:lnTo>
                  <a:pt x="440" y="60"/>
                </a:lnTo>
                <a:lnTo>
                  <a:pt x="437" y="62"/>
                </a:lnTo>
                <a:close/>
                <a:moveTo>
                  <a:pt x="456" y="23"/>
                </a:moveTo>
                <a:cubicBezTo>
                  <a:pt x="457" y="23"/>
                  <a:pt x="458" y="24"/>
                  <a:pt x="458" y="25"/>
                </a:cubicBezTo>
                <a:cubicBezTo>
                  <a:pt x="458" y="27"/>
                  <a:pt x="457" y="28"/>
                  <a:pt x="456" y="28"/>
                </a:cubicBezTo>
                <a:cubicBezTo>
                  <a:pt x="455" y="28"/>
                  <a:pt x="454" y="27"/>
                  <a:pt x="454" y="25"/>
                </a:cubicBezTo>
                <a:cubicBezTo>
                  <a:pt x="454" y="24"/>
                  <a:pt x="455" y="23"/>
                  <a:pt x="456" y="23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19" name="Freeform 6"/>
          <p:cNvSpPr>
            <a:spLocks noGrp="1"/>
          </p:cNvSpPr>
          <p:nvPr/>
        </p:nvSpPr>
        <p:spPr>
          <a:xfrm>
            <a:off x="10465525" y="520851"/>
            <a:ext cx="1549319" cy="49527"/>
          </a:xfrm>
          <a:custGeom>
            <a:avLst/>
            <a:gdLst/>
            <a:ahLst/>
            <a:cxnLst/>
            <a:rect l="l" t="t" r="r" b="b"/>
            <a:pathLst>
              <a:path w="471" h="15">
                <a:moveTo>
                  <a:pt x="0" y="15"/>
                </a:moveTo>
                <a:lnTo>
                  <a:pt x="0" y="0"/>
                </a:lnTo>
                <a:lnTo>
                  <a:pt x="2" y="0"/>
                </a:lnTo>
                <a:lnTo>
                  <a:pt x="2" y="6"/>
                </a:lnTo>
                <a:lnTo>
                  <a:pt x="9" y="6"/>
                </a:lnTo>
                <a:lnTo>
                  <a:pt x="9" y="0"/>
                </a:lnTo>
                <a:lnTo>
                  <a:pt x="10" y="0"/>
                </a:lnTo>
                <a:lnTo>
                  <a:pt x="10" y="15"/>
                </a:lnTo>
                <a:lnTo>
                  <a:pt x="9" y="15"/>
                </a:lnTo>
                <a:lnTo>
                  <a:pt x="9" y="8"/>
                </a:lnTo>
                <a:lnTo>
                  <a:pt x="2" y="8"/>
                </a:lnTo>
                <a:lnTo>
                  <a:pt x="2" y="15"/>
                </a:lnTo>
                <a:lnTo>
                  <a:pt x="0" y="15"/>
                </a:lnTo>
                <a:close/>
              </a:path>
              <a:path w="471" h="15">
                <a:moveTo>
                  <a:pt x="21" y="0"/>
                </a:moveTo>
                <a:lnTo>
                  <a:pt x="22" y="0"/>
                </a:lnTo>
                <a:lnTo>
                  <a:pt x="22" y="9"/>
                </a:lnTo>
                <a:cubicBezTo>
                  <a:pt x="22" y="10"/>
                  <a:pt x="22" y="11"/>
                  <a:pt x="22" y="12"/>
                </a:cubicBezTo>
                <a:cubicBezTo>
                  <a:pt x="22" y="13"/>
                  <a:pt x="21" y="14"/>
                  <a:pt x="20" y="14"/>
                </a:cubicBezTo>
                <a:cubicBezTo>
                  <a:pt x="20" y="15"/>
                  <a:pt x="19" y="15"/>
                  <a:pt x="17" y="15"/>
                </a:cubicBezTo>
                <a:cubicBezTo>
                  <a:pt x="16" y="15"/>
                  <a:pt x="15" y="15"/>
                  <a:pt x="15" y="14"/>
                </a:cubicBezTo>
                <a:cubicBezTo>
                  <a:pt x="14" y="14"/>
                  <a:pt x="13" y="13"/>
                  <a:pt x="13" y="12"/>
                </a:cubicBezTo>
                <a:cubicBezTo>
                  <a:pt x="13" y="11"/>
                  <a:pt x="12" y="10"/>
                  <a:pt x="12" y="9"/>
                </a:cubicBezTo>
                <a:lnTo>
                  <a:pt x="12" y="0"/>
                </a:lnTo>
                <a:lnTo>
                  <a:pt x="14" y="0"/>
                </a:lnTo>
                <a:lnTo>
                  <a:pt x="14" y="9"/>
                </a:lnTo>
                <a:cubicBezTo>
                  <a:pt x="14" y="10"/>
                  <a:pt x="14" y="11"/>
                  <a:pt x="14" y="11"/>
                </a:cubicBezTo>
                <a:cubicBezTo>
                  <a:pt x="15" y="12"/>
                  <a:pt x="15" y="12"/>
                  <a:pt x="15" y="13"/>
                </a:cubicBezTo>
                <a:cubicBezTo>
                  <a:pt x="16" y="13"/>
                  <a:pt x="17" y="13"/>
                  <a:pt x="17" y="13"/>
                </a:cubicBezTo>
                <a:cubicBezTo>
                  <a:pt x="18" y="13"/>
                  <a:pt x="19" y="13"/>
                  <a:pt x="20" y="12"/>
                </a:cubicBezTo>
                <a:cubicBezTo>
                  <a:pt x="20" y="12"/>
                  <a:pt x="21" y="10"/>
                  <a:pt x="21" y="9"/>
                </a:cubicBezTo>
                <a:lnTo>
                  <a:pt x="21" y="0"/>
                </a:lnTo>
                <a:close/>
              </a:path>
              <a:path w="471" h="15">
                <a:moveTo>
                  <a:pt x="23" y="15"/>
                </a:moveTo>
                <a:lnTo>
                  <a:pt x="28" y="0"/>
                </a:lnTo>
                <a:lnTo>
                  <a:pt x="30" y="0"/>
                </a:lnTo>
                <a:lnTo>
                  <a:pt x="35" y="15"/>
                </a:lnTo>
                <a:lnTo>
                  <a:pt x="33" y="15"/>
                </a:lnTo>
                <a:lnTo>
                  <a:pt x="32" y="10"/>
                </a:lnTo>
                <a:lnTo>
                  <a:pt x="26" y="10"/>
                </a:lnTo>
                <a:lnTo>
                  <a:pt x="25" y="15"/>
                </a:lnTo>
                <a:lnTo>
                  <a:pt x="23" y="15"/>
                </a:lnTo>
                <a:close/>
                <a:moveTo>
                  <a:pt x="27" y="9"/>
                </a:moveTo>
                <a:lnTo>
                  <a:pt x="31" y="9"/>
                </a:lnTo>
                <a:lnTo>
                  <a:pt x="30" y="5"/>
                </a:lnTo>
                <a:cubicBezTo>
                  <a:pt x="29" y="4"/>
                  <a:pt x="29" y="3"/>
                  <a:pt x="29" y="2"/>
                </a:cubicBezTo>
                <a:cubicBezTo>
                  <a:pt x="29" y="3"/>
                  <a:pt x="28" y="4"/>
                  <a:pt x="28" y="5"/>
                </a:cubicBezTo>
                <a:lnTo>
                  <a:pt x="27" y="9"/>
                </a:lnTo>
                <a:close/>
              </a:path>
              <a:path w="471" h="15">
                <a:moveTo>
                  <a:pt x="35" y="15"/>
                </a:moveTo>
                <a:lnTo>
                  <a:pt x="35" y="13"/>
                </a:lnTo>
                <a:lnTo>
                  <a:pt x="41" y="4"/>
                </a:lnTo>
                <a:cubicBezTo>
                  <a:pt x="42" y="3"/>
                  <a:pt x="42" y="2"/>
                  <a:pt x="42" y="2"/>
                </a:cubicBezTo>
                <a:lnTo>
                  <a:pt x="35" y="2"/>
                </a:lnTo>
                <a:lnTo>
                  <a:pt x="35" y="0"/>
                </a:lnTo>
                <a:lnTo>
                  <a:pt x="44" y="0"/>
                </a:lnTo>
                <a:lnTo>
                  <a:pt x="44" y="2"/>
                </a:lnTo>
                <a:lnTo>
                  <a:pt x="37" y="12"/>
                </a:lnTo>
                <a:lnTo>
                  <a:pt x="37" y="13"/>
                </a:lnTo>
                <a:lnTo>
                  <a:pt x="45" y="13"/>
                </a:lnTo>
                <a:lnTo>
                  <a:pt x="45" y="15"/>
                </a:lnTo>
                <a:lnTo>
                  <a:pt x="35" y="15"/>
                </a:lnTo>
                <a:close/>
              </a:path>
              <a:path w="471" h="15">
                <a:moveTo>
                  <a:pt x="46" y="15"/>
                </a:moveTo>
                <a:lnTo>
                  <a:pt x="46" y="0"/>
                </a:lnTo>
                <a:lnTo>
                  <a:pt x="48" y="0"/>
                </a:lnTo>
                <a:lnTo>
                  <a:pt x="48" y="6"/>
                </a:lnTo>
                <a:lnTo>
                  <a:pt x="54" y="6"/>
                </a:lnTo>
                <a:lnTo>
                  <a:pt x="54" y="0"/>
                </a:lnTo>
                <a:lnTo>
                  <a:pt x="56" y="0"/>
                </a:lnTo>
                <a:lnTo>
                  <a:pt x="56" y="15"/>
                </a:lnTo>
                <a:lnTo>
                  <a:pt x="54" y="15"/>
                </a:lnTo>
                <a:lnTo>
                  <a:pt x="54" y="8"/>
                </a:lnTo>
                <a:lnTo>
                  <a:pt x="48" y="8"/>
                </a:lnTo>
                <a:lnTo>
                  <a:pt x="48" y="15"/>
                </a:lnTo>
                <a:lnTo>
                  <a:pt x="46" y="15"/>
                </a:lnTo>
                <a:close/>
              </a:path>
              <a:path w="471" h="15">
                <a:moveTo>
                  <a:pt x="58" y="8"/>
                </a:moveTo>
                <a:cubicBezTo>
                  <a:pt x="58" y="5"/>
                  <a:pt x="58" y="3"/>
                  <a:pt x="59" y="2"/>
                </a:cubicBezTo>
                <a:cubicBezTo>
                  <a:pt x="60" y="1"/>
                  <a:pt x="62" y="0"/>
                  <a:pt x="64" y="0"/>
                </a:cubicBezTo>
                <a:cubicBezTo>
                  <a:pt x="65" y="0"/>
                  <a:pt x="66" y="0"/>
                  <a:pt x="67" y="1"/>
                </a:cubicBezTo>
                <a:cubicBezTo>
                  <a:pt x="68" y="2"/>
                  <a:pt x="68" y="3"/>
                  <a:pt x="69" y="4"/>
                </a:cubicBezTo>
                <a:cubicBezTo>
                  <a:pt x="69" y="5"/>
                  <a:pt x="70" y="6"/>
                  <a:pt x="70" y="8"/>
                </a:cubicBezTo>
                <a:cubicBezTo>
                  <a:pt x="70" y="9"/>
                  <a:pt x="69" y="10"/>
                  <a:pt x="69" y="11"/>
                </a:cubicBezTo>
                <a:cubicBezTo>
                  <a:pt x="68" y="13"/>
                  <a:pt x="68" y="13"/>
                  <a:pt x="67" y="14"/>
                </a:cubicBezTo>
                <a:cubicBezTo>
                  <a:pt x="66" y="15"/>
                  <a:pt x="65" y="15"/>
                  <a:pt x="64" y="15"/>
                </a:cubicBezTo>
                <a:cubicBezTo>
                  <a:pt x="62" y="15"/>
                  <a:pt x="61" y="15"/>
                  <a:pt x="60" y="14"/>
                </a:cubicBezTo>
                <a:cubicBezTo>
                  <a:pt x="59" y="13"/>
                  <a:pt x="59" y="12"/>
                  <a:pt x="58" y="11"/>
                </a:cubicBezTo>
                <a:cubicBezTo>
                  <a:pt x="58" y="10"/>
                  <a:pt x="58" y="9"/>
                  <a:pt x="58" y="8"/>
                </a:cubicBezTo>
                <a:close/>
                <a:moveTo>
                  <a:pt x="59" y="8"/>
                </a:moveTo>
                <a:cubicBezTo>
                  <a:pt x="59" y="9"/>
                  <a:pt x="60" y="11"/>
                  <a:pt x="60" y="12"/>
                </a:cubicBezTo>
                <a:cubicBezTo>
                  <a:pt x="61" y="13"/>
                  <a:pt x="62" y="13"/>
                  <a:pt x="64" y="13"/>
                </a:cubicBezTo>
                <a:cubicBezTo>
                  <a:pt x="65" y="13"/>
                  <a:pt x="66" y="13"/>
                  <a:pt x="67" y="12"/>
                </a:cubicBezTo>
                <a:cubicBezTo>
                  <a:pt x="67" y="11"/>
                  <a:pt x="68" y="9"/>
                  <a:pt x="68" y="7"/>
                </a:cubicBezTo>
                <a:cubicBezTo>
                  <a:pt x="68" y="6"/>
                  <a:pt x="68" y="5"/>
                  <a:pt x="67" y="4"/>
                </a:cubicBezTo>
                <a:cubicBezTo>
                  <a:pt x="67" y="4"/>
                  <a:pt x="66" y="3"/>
                  <a:pt x="66" y="2"/>
                </a:cubicBezTo>
                <a:cubicBezTo>
                  <a:pt x="65" y="2"/>
                  <a:pt x="64" y="2"/>
                  <a:pt x="64" y="2"/>
                </a:cubicBezTo>
                <a:cubicBezTo>
                  <a:pt x="62" y="2"/>
                  <a:pt x="61" y="2"/>
                  <a:pt x="61" y="3"/>
                </a:cubicBezTo>
                <a:cubicBezTo>
                  <a:pt x="60" y="4"/>
                  <a:pt x="59" y="6"/>
                  <a:pt x="59" y="8"/>
                </a:cubicBezTo>
                <a:close/>
              </a:path>
              <a:path w="471" h="15">
                <a:moveTo>
                  <a:pt x="71" y="15"/>
                </a:moveTo>
                <a:lnTo>
                  <a:pt x="71" y="0"/>
                </a:lnTo>
                <a:lnTo>
                  <a:pt x="73" y="0"/>
                </a:lnTo>
                <a:lnTo>
                  <a:pt x="79" y="12"/>
                </a:lnTo>
                <a:lnTo>
                  <a:pt x="79" y="0"/>
                </a:lnTo>
                <a:lnTo>
                  <a:pt x="81" y="0"/>
                </a:lnTo>
                <a:lnTo>
                  <a:pt x="81" y="15"/>
                </a:lnTo>
                <a:lnTo>
                  <a:pt x="79" y="15"/>
                </a:lnTo>
                <a:lnTo>
                  <a:pt x="73" y="3"/>
                </a:lnTo>
                <a:lnTo>
                  <a:pt x="73" y="15"/>
                </a:lnTo>
                <a:lnTo>
                  <a:pt x="71" y="15"/>
                </a:lnTo>
                <a:close/>
              </a:path>
              <a:path w="471" h="15">
                <a:moveTo>
                  <a:pt x="89" y="9"/>
                </a:moveTo>
                <a:lnTo>
                  <a:pt x="89" y="7"/>
                </a:lnTo>
                <a:lnTo>
                  <a:pt x="94" y="7"/>
                </a:lnTo>
                <a:lnTo>
                  <a:pt x="94" y="13"/>
                </a:lnTo>
                <a:cubicBezTo>
                  <a:pt x="94" y="13"/>
                  <a:pt x="93" y="14"/>
                  <a:pt x="92" y="14"/>
                </a:cubicBezTo>
                <a:cubicBezTo>
                  <a:pt x="91" y="15"/>
                  <a:pt x="90" y="15"/>
                  <a:pt x="89" y="15"/>
                </a:cubicBezTo>
                <a:cubicBezTo>
                  <a:pt x="88" y="15"/>
                  <a:pt x="87" y="15"/>
                  <a:pt x="86" y="14"/>
                </a:cubicBezTo>
                <a:cubicBezTo>
                  <a:pt x="85" y="13"/>
                  <a:pt x="84" y="13"/>
                  <a:pt x="84" y="11"/>
                </a:cubicBezTo>
                <a:cubicBezTo>
                  <a:pt x="83" y="10"/>
                  <a:pt x="83" y="9"/>
                  <a:pt x="83" y="8"/>
                </a:cubicBezTo>
                <a:cubicBezTo>
                  <a:pt x="83" y="6"/>
                  <a:pt x="83" y="5"/>
                  <a:pt x="84" y="4"/>
                </a:cubicBezTo>
                <a:cubicBezTo>
                  <a:pt x="84" y="2"/>
                  <a:pt x="85" y="2"/>
                  <a:pt x="86" y="1"/>
                </a:cubicBezTo>
                <a:cubicBezTo>
                  <a:pt x="87" y="0"/>
                  <a:pt x="88" y="0"/>
                  <a:pt x="89" y="0"/>
                </a:cubicBezTo>
                <a:cubicBezTo>
                  <a:pt x="90" y="0"/>
                  <a:pt x="91" y="0"/>
                  <a:pt x="92" y="1"/>
                </a:cubicBezTo>
                <a:cubicBezTo>
                  <a:pt x="92" y="1"/>
                  <a:pt x="93" y="1"/>
                  <a:pt x="93" y="2"/>
                </a:cubicBezTo>
                <a:cubicBezTo>
                  <a:pt x="94" y="3"/>
                  <a:pt x="94" y="3"/>
                  <a:pt x="94" y="4"/>
                </a:cubicBezTo>
                <a:lnTo>
                  <a:pt x="93" y="5"/>
                </a:lnTo>
                <a:cubicBezTo>
                  <a:pt x="93" y="4"/>
                  <a:pt x="92" y="3"/>
                  <a:pt x="92" y="3"/>
                </a:cubicBezTo>
                <a:cubicBezTo>
                  <a:pt x="92" y="3"/>
                  <a:pt x="91" y="2"/>
                  <a:pt x="91" y="2"/>
                </a:cubicBezTo>
                <a:cubicBezTo>
                  <a:pt x="90" y="2"/>
                  <a:pt x="90" y="2"/>
                  <a:pt x="89" y="2"/>
                </a:cubicBezTo>
                <a:cubicBezTo>
                  <a:pt x="88" y="2"/>
                  <a:pt x="88" y="2"/>
                  <a:pt x="87" y="2"/>
                </a:cubicBezTo>
                <a:cubicBezTo>
                  <a:pt x="87" y="2"/>
                  <a:pt x="86" y="3"/>
                  <a:pt x="86" y="3"/>
                </a:cubicBezTo>
                <a:cubicBezTo>
                  <a:pt x="86" y="4"/>
                  <a:pt x="85" y="4"/>
                  <a:pt x="85" y="5"/>
                </a:cubicBezTo>
                <a:cubicBezTo>
                  <a:pt x="85" y="5"/>
                  <a:pt x="85" y="6"/>
                  <a:pt x="85" y="7"/>
                </a:cubicBezTo>
                <a:cubicBezTo>
                  <a:pt x="85" y="9"/>
                  <a:pt x="85" y="10"/>
                  <a:pt x="85" y="11"/>
                </a:cubicBezTo>
                <a:cubicBezTo>
                  <a:pt x="86" y="12"/>
                  <a:pt x="86" y="12"/>
                  <a:pt x="87" y="13"/>
                </a:cubicBezTo>
                <a:cubicBezTo>
                  <a:pt x="88" y="13"/>
                  <a:pt x="88" y="13"/>
                  <a:pt x="89" y="13"/>
                </a:cubicBezTo>
                <a:cubicBezTo>
                  <a:pt x="90" y="13"/>
                  <a:pt x="91" y="13"/>
                  <a:pt x="91" y="13"/>
                </a:cubicBezTo>
                <a:cubicBezTo>
                  <a:pt x="92" y="12"/>
                  <a:pt x="92" y="12"/>
                  <a:pt x="93" y="12"/>
                </a:cubicBezTo>
                <a:lnTo>
                  <a:pt x="93" y="9"/>
                </a:lnTo>
                <a:lnTo>
                  <a:pt x="89" y="9"/>
                </a:lnTo>
                <a:close/>
              </a:path>
              <a:path w="471" h="15">
                <a:moveTo>
                  <a:pt x="110" y="0"/>
                </a:moveTo>
                <a:lnTo>
                  <a:pt x="112" y="0"/>
                </a:lnTo>
                <a:lnTo>
                  <a:pt x="112" y="9"/>
                </a:lnTo>
                <a:cubicBezTo>
                  <a:pt x="112" y="10"/>
                  <a:pt x="111" y="11"/>
                  <a:pt x="111" y="12"/>
                </a:cubicBezTo>
                <a:cubicBezTo>
                  <a:pt x="111" y="13"/>
                  <a:pt x="110" y="14"/>
                  <a:pt x="110" y="14"/>
                </a:cubicBezTo>
                <a:cubicBezTo>
                  <a:pt x="109" y="15"/>
                  <a:pt x="108" y="15"/>
                  <a:pt x="107" y="15"/>
                </a:cubicBezTo>
                <a:cubicBezTo>
                  <a:pt x="106" y="15"/>
                  <a:pt x="105" y="15"/>
                  <a:pt x="104" y="14"/>
                </a:cubicBezTo>
                <a:cubicBezTo>
                  <a:pt x="103" y="14"/>
                  <a:pt x="103" y="13"/>
                  <a:pt x="102" y="12"/>
                </a:cubicBezTo>
                <a:cubicBezTo>
                  <a:pt x="102" y="11"/>
                  <a:pt x="102" y="10"/>
                  <a:pt x="102" y="9"/>
                </a:cubicBezTo>
                <a:lnTo>
                  <a:pt x="102" y="0"/>
                </a:lnTo>
                <a:lnTo>
                  <a:pt x="103" y="0"/>
                </a:lnTo>
                <a:lnTo>
                  <a:pt x="103" y="9"/>
                </a:lnTo>
                <a:cubicBezTo>
                  <a:pt x="103" y="10"/>
                  <a:pt x="104" y="11"/>
                  <a:pt x="104" y="11"/>
                </a:cubicBezTo>
                <a:cubicBezTo>
                  <a:pt x="104" y="12"/>
                  <a:pt x="104" y="12"/>
                  <a:pt x="105" y="13"/>
                </a:cubicBezTo>
                <a:cubicBezTo>
                  <a:pt x="105" y="13"/>
                  <a:pt x="106" y="13"/>
                  <a:pt x="107" y="13"/>
                </a:cubicBezTo>
                <a:cubicBezTo>
                  <a:pt x="108" y="13"/>
                  <a:pt x="109" y="13"/>
                  <a:pt x="109" y="12"/>
                </a:cubicBezTo>
                <a:cubicBezTo>
                  <a:pt x="110" y="12"/>
                  <a:pt x="110" y="10"/>
                  <a:pt x="110" y="9"/>
                </a:cubicBezTo>
                <a:lnTo>
                  <a:pt x="110" y="0"/>
                </a:lnTo>
                <a:close/>
              </a:path>
              <a:path w="471" h="15">
                <a:moveTo>
                  <a:pt x="114" y="15"/>
                </a:moveTo>
                <a:lnTo>
                  <a:pt x="114" y="0"/>
                </a:lnTo>
                <a:lnTo>
                  <a:pt x="116" y="0"/>
                </a:lnTo>
                <a:lnTo>
                  <a:pt x="122" y="12"/>
                </a:lnTo>
                <a:lnTo>
                  <a:pt x="122" y="0"/>
                </a:lnTo>
                <a:lnTo>
                  <a:pt x="124" y="0"/>
                </a:lnTo>
                <a:lnTo>
                  <a:pt x="124" y="15"/>
                </a:lnTo>
                <a:lnTo>
                  <a:pt x="122" y="15"/>
                </a:lnTo>
                <a:lnTo>
                  <a:pt x="115" y="3"/>
                </a:lnTo>
                <a:lnTo>
                  <a:pt x="115" y="15"/>
                </a:lnTo>
                <a:lnTo>
                  <a:pt x="114" y="15"/>
                </a:lnTo>
                <a:close/>
              </a:path>
              <a:path w="471" h="15">
                <a:moveTo>
                  <a:pt x="126" y="15"/>
                </a:moveTo>
                <a:lnTo>
                  <a:pt x="126" y="0"/>
                </a:lnTo>
                <a:lnTo>
                  <a:pt x="128" y="0"/>
                </a:lnTo>
                <a:lnTo>
                  <a:pt x="128" y="15"/>
                </a:lnTo>
                <a:lnTo>
                  <a:pt x="126" y="15"/>
                </a:lnTo>
                <a:close/>
              </a:path>
              <a:path w="471" h="15">
                <a:moveTo>
                  <a:pt x="134" y="15"/>
                </a:moveTo>
                <a:lnTo>
                  <a:pt x="129" y="0"/>
                </a:lnTo>
                <a:lnTo>
                  <a:pt x="131" y="0"/>
                </a:lnTo>
                <a:lnTo>
                  <a:pt x="134" y="11"/>
                </a:lnTo>
                <a:cubicBezTo>
                  <a:pt x="134" y="12"/>
                  <a:pt x="135" y="12"/>
                  <a:pt x="135" y="13"/>
                </a:cubicBezTo>
                <a:cubicBezTo>
                  <a:pt x="135" y="12"/>
                  <a:pt x="135" y="12"/>
                  <a:pt x="135" y="11"/>
                </a:cubicBezTo>
                <a:lnTo>
                  <a:pt x="139" y="0"/>
                </a:lnTo>
                <a:lnTo>
                  <a:pt x="141" y="0"/>
                </a:lnTo>
                <a:lnTo>
                  <a:pt x="136" y="15"/>
                </a:lnTo>
                <a:lnTo>
                  <a:pt x="134" y="15"/>
                </a:lnTo>
                <a:close/>
              </a:path>
              <a:path w="471" h="15">
                <a:moveTo>
                  <a:pt x="142" y="15"/>
                </a:moveTo>
                <a:lnTo>
                  <a:pt x="142" y="0"/>
                </a:lnTo>
                <a:lnTo>
                  <a:pt x="151" y="0"/>
                </a:lnTo>
                <a:lnTo>
                  <a:pt x="151" y="2"/>
                </a:lnTo>
                <a:lnTo>
                  <a:pt x="143" y="2"/>
                </a:lnTo>
                <a:lnTo>
                  <a:pt x="143" y="6"/>
                </a:lnTo>
                <a:lnTo>
                  <a:pt x="150" y="6"/>
                </a:lnTo>
                <a:lnTo>
                  <a:pt x="150" y="8"/>
                </a:lnTo>
                <a:lnTo>
                  <a:pt x="143" y="8"/>
                </a:lnTo>
                <a:lnTo>
                  <a:pt x="143" y="13"/>
                </a:lnTo>
                <a:lnTo>
                  <a:pt x="151" y="13"/>
                </a:lnTo>
                <a:lnTo>
                  <a:pt x="151" y="15"/>
                </a:lnTo>
                <a:lnTo>
                  <a:pt x="142" y="15"/>
                </a:lnTo>
                <a:close/>
              </a:path>
              <a:path w="471" h="15">
                <a:moveTo>
                  <a:pt x="153" y="15"/>
                </a:moveTo>
                <a:lnTo>
                  <a:pt x="153" y="0"/>
                </a:lnTo>
                <a:lnTo>
                  <a:pt x="158" y="0"/>
                </a:lnTo>
                <a:cubicBezTo>
                  <a:pt x="159" y="0"/>
                  <a:pt x="160" y="0"/>
                  <a:pt x="161" y="1"/>
                </a:cubicBezTo>
                <a:cubicBezTo>
                  <a:pt x="161" y="1"/>
                  <a:pt x="162" y="1"/>
                  <a:pt x="162" y="2"/>
                </a:cubicBezTo>
                <a:cubicBezTo>
                  <a:pt x="163" y="3"/>
                  <a:pt x="163" y="3"/>
                  <a:pt x="163" y="4"/>
                </a:cubicBezTo>
                <a:cubicBezTo>
                  <a:pt x="163" y="5"/>
                  <a:pt x="162" y="6"/>
                  <a:pt x="162" y="7"/>
                </a:cubicBezTo>
                <a:cubicBezTo>
                  <a:pt x="161" y="7"/>
                  <a:pt x="160" y="8"/>
                  <a:pt x="159" y="8"/>
                </a:cubicBezTo>
                <a:cubicBezTo>
                  <a:pt x="160" y="8"/>
                  <a:pt x="160" y="9"/>
                  <a:pt x="160" y="9"/>
                </a:cubicBezTo>
                <a:cubicBezTo>
                  <a:pt x="161" y="9"/>
                  <a:pt x="161" y="10"/>
                  <a:pt x="162" y="11"/>
                </a:cubicBezTo>
                <a:lnTo>
                  <a:pt x="164" y="15"/>
                </a:lnTo>
                <a:lnTo>
                  <a:pt x="162" y="15"/>
                </a:lnTo>
                <a:lnTo>
                  <a:pt x="160" y="12"/>
                </a:lnTo>
                <a:cubicBezTo>
                  <a:pt x="160" y="11"/>
                  <a:pt x="159" y="10"/>
                  <a:pt x="159" y="10"/>
                </a:cubicBezTo>
                <a:cubicBezTo>
                  <a:pt x="159" y="9"/>
                  <a:pt x="158" y="9"/>
                  <a:pt x="158" y="9"/>
                </a:cubicBezTo>
                <a:cubicBezTo>
                  <a:pt x="158" y="9"/>
                  <a:pt x="158" y="8"/>
                  <a:pt x="157" y="8"/>
                </a:cubicBezTo>
                <a:cubicBezTo>
                  <a:pt x="157" y="8"/>
                  <a:pt x="157" y="8"/>
                  <a:pt x="156" y="8"/>
                </a:cubicBezTo>
                <a:lnTo>
                  <a:pt x="154" y="8"/>
                </a:lnTo>
                <a:lnTo>
                  <a:pt x="154" y="15"/>
                </a:lnTo>
                <a:lnTo>
                  <a:pt x="153" y="15"/>
                </a:lnTo>
                <a:close/>
                <a:moveTo>
                  <a:pt x="154" y="7"/>
                </a:moveTo>
                <a:lnTo>
                  <a:pt x="158" y="7"/>
                </a:lnTo>
                <a:cubicBezTo>
                  <a:pt x="159" y="7"/>
                  <a:pt x="159" y="7"/>
                  <a:pt x="160" y="6"/>
                </a:cubicBezTo>
                <a:cubicBezTo>
                  <a:pt x="160" y="6"/>
                  <a:pt x="160" y="6"/>
                  <a:pt x="161" y="6"/>
                </a:cubicBezTo>
                <a:cubicBezTo>
                  <a:pt x="161" y="5"/>
                  <a:pt x="161" y="5"/>
                  <a:pt x="161" y="4"/>
                </a:cubicBezTo>
                <a:cubicBezTo>
                  <a:pt x="161" y="4"/>
                  <a:pt x="161" y="3"/>
                  <a:pt x="160" y="3"/>
                </a:cubicBezTo>
                <a:cubicBezTo>
                  <a:pt x="160" y="2"/>
                  <a:pt x="159" y="2"/>
                  <a:pt x="158" y="2"/>
                </a:cubicBezTo>
                <a:lnTo>
                  <a:pt x="154" y="2"/>
                </a:lnTo>
                <a:lnTo>
                  <a:pt x="154" y="7"/>
                </a:lnTo>
                <a:close/>
              </a:path>
              <a:path w="471" h="15">
                <a:moveTo>
                  <a:pt x="164" y="10"/>
                </a:moveTo>
                <a:lnTo>
                  <a:pt x="166" y="10"/>
                </a:lnTo>
                <a:cubicBezTo>
                  <a:pt x="166" y="11"/>
                  <a:pt x="166" y="11"/>
                  <a:pt x="166" y="12"/>
                </a:cubicBezTo>
                <a:cubicBezTo>
                  <a:pt x="167" y="12"/>
                  <a:pt x="167" y="13"/>
                  <a:pt x="168" y="13"/>
                </a:cubicBezTo>
                <a:cubicBezTo>
                  <a:pt x="168" y="13"/>
                  <a:pt x="169" y="13"/>
                  <a:pt x="170" y="13"/>
                </a:cubicBezTo>
                <a:cubicBezTo>
                  <a:pt x="170" y="13"/>
                  <a:pt x="171" y="13"/>
                  <a:pt x="171" y="13"/>
                </a:cubicBezTo>
                <a:cubicBezTo>
                  <a:pt x="172" y="13"/>
                  <a:pt x="172" y="12"/>
                  <a:pt x="172" y="12"/>
                </a:cubicBezTo>
                <a:cubicBezTo>
                  <a:pt x="173" y="12"/>
                  <a:pt x="173" y="11"/>
                  <a:pt x="173" y="11"/>
                </a:cubicBezTo>
                <a:cubicBezTo>
                  <a:pt x="173" y="10"/>
                  <a:pt x="173" y="10"/>
                  <a:pt x="172" y="10"/>
                </a:cubicBezTo>
                <a:cubicBezTo>
                  <a:pt x="172" y="9"/>
                  <a:pt x="172" y="9"/>
                  <a:pt x="171" y="9"/>
                </a:cubicBezTo>
                <a:cubicBezTo>
                  <a:pt x="171" y="9"/>
                  <a:pt x="170" y="8"/>
                  <a:pt x="169" y="8"/>
                </a:cubicBezTo>
                <a:cubicBezTo>
                  <a:pt x="168" y="8"/>
                  <a:pt x="167" y="7"/>
                  <a:pt x="167" y="7"/>
                </a:cubicBezTo>
                <a:cubicBezTo>
                  <a:pt x="166" y="7"/>
                  <a:pt x="166" y="6"/>
                  <a:pt x="165" y="6"/>
                </a:cubicBezTo>
                <a:cubicBezTo>
                  <a:pt x="165" y="5"/>
                  <a:pt x="165" y="5"/>
                  <a:pt x="165" y="4"/>
                </a:cubicBezTo>
                <a:cubicBezTo>
                  <a:pt x="165" y="3"/>
                  <a:pt x="165" y="3"/>
                  <a:pt x="165" y="2"/>
                </a:cubicBezTo>
                <a:cubicBezTo>
                  <a:pt x="166" y="1"/>
                  <a:pt x="166" y="1"/>
                  <a:pt x="167" y="1"/>
                </a:cubicBezTo>
                <a:cubicBezTo>
                  <a:pt x="168" y="0"/>
                  <a:pt x="168" y="0"/>
                  <a:pt x="169" y="0"/>
                </a:cubicBezTo>
                <a:cubicBezTo>
                  <a:pt x="170" y="0"/>
                  <a:pt x="171" y="0"/>
                  <a:pt x="172" y="1"/>
                </a:cubicBezTo>
                <a:cubicBezTo>
                  <a:pt x="172" y="1"/>
                  <a:pt x="173" y="1"/>
                  <a:pt x="173" y="2"/>
                </a:cubicBezTo>
                <a:cubicBezTo>
                  <a:pt x="174" y="3"/>
                  <a:pt x="174" y="3"/>
                  <a:pt x="174" y="4"/>
                </a:cubicBezTo>
                <a:lnTo>
                  <a:pt x="172" y="4"/>
                </a:lnTo>
                <a:cubicBezTo>
                  <a:pt x="172" y="4"/>
                  <a:pt x="172" y="3"/>
                  <a:pt x="171" y="2"/>
                </a:cubicBezTo>
                <a:cubicBezTo>
                  <a:pt x="171" y="2"/>
                  <a:pt x="170" y="2"/>
                  <a:pt x="169" y="2"/>
                </a:cubicBezTo>
                <a:cubicBezTo>
                  <a:pt x="168" y="2"/>
                  <a:pt x="168" y="2"/>
                  <a:pt x="167" y="2"/>
                </a:cubicBezTo>
                <a:cubicBezTo>
                  <a:pt x="167" y="3"/>
                  <a:pt x="166" y="3"/>
                  <a:pt x="166" y="4"/>
                </a:cubicBezTo>
                <a:cubicBezTo>
                  <a:pt x="166" y="4"/>
                  <a:pt x="167" y="5"/>
                  <a:pt x="167" y="5"/>
                </a:cubicBezTo>
                <a:cubicBezTo>
                  <a:pt x="167" y="5"/>
                  <a:pt x="168" y="6"/>
                  <a:pt x="169" y="6"/>
                </a:cubicBezTo>
                <a:cubicBezTo>
                  <a:pt x="171" y="7"/>
                  <a:pt x="172" y="7"/>
                  <a:pt x="172" y="7"/>
                </a:cubicBezTo>
                <a:cubicBezTo>
                  <a:pt x="173" y="7"/>
                  <a:pt x="173" y="8"/>
                  <a:pt x="174" y="9"/>
                </a:cubicBezTo>
                <a:cubicBezTo>
                  <a:pt x="174" y="9"/>
                  <a:pt x="174" y="10"/>
                  <a:pt x="174" y="11"/>
                </a:cubicBezTo>
                <a:cubicBezTo>
                  <a:pt x="174" y="11"/>
                  <a:pt x="174" y="12"/>
                  <a:pt x="174" y="13"/>
                </a:cubicBezTo>
                <a:cubicBezTo>
                  <a:pt x="173" y="13"/>
                  <a:pt x="173" y="14"/>
                  <a:pt x="172" y="14"/>
                </a:cubicBezTo>
                <a:cubicBezTo>
                  <a:pt x="171" y="15"/>
                  <a:pt x="171" y="15"/>
                  <a:pt x="170" y="15"/>
                </a:cubicBezTo>
                <a:cubicBezTo>
                  <a:pt x="169" y="15"/>
                  <a:pt x="168" y="15"/>
                  <a:pt x="167" y="14"/>
                </a:cubicBezTo>
                <a:cubicBezTo>
                  <a:pt x="166" y="14"/>
                  <a:pt x="165" y="13"/>
                  <a:pt x="165" y="13"/>
                </a:cubicBezTo>
                <a:cubicBezTo>
                  <a:pt x="165" y="12"/>
                  <a:pt x="164" y="11"/>
                  <a:pt x="164" y="10"/>
                </a:cubicBezTo>
                <a:close/>
              </a:path>
              <a:path w="471" h="15">
                <a:moveTo>
                  <a:pt x="176" y="15"/>
                </a:moveTo>
                <a:lnTo>
                  <a:pt x="176" y="0"/>
                </a:lnTo>
                <a:lnTo>
                  <a:pt x="178" y="0"/>
                </a:lnTo>
                <a:lnTo>
                  <a:pt x="178" y="15"/>
                </a:lnTo>
                <a:lnTo>
                  <a:pt x="176" y="15"/>
                </a:lnTo>
                <a:close/>
              </a:path>
              <a:path w="471" h="15">
                <a:moveTo>
                  <a:pt x="184" y="15"/>
                </a:moveTo>
                <a:lnTo>
                  <a:pt x="184" y="2"/>
                </a:lnTo>
                <a:lnTo>
                  <a:pt x="179" y="2"/>
                </a:lnTo>
                <a:lnTo>
                  <a:pt x="179" y="0"/>
                </a:lnTo>
                <a:lnTo>
                  <a:pt x="189" y="0"/>
                </a:lnTo>
                <a:lnTo>
                  <a:pt x="189" y="2"/>
                </a:lnTo>
                <a:lnTo>
                  <a:pt x="185" y="2"/>
                </a:lnTo>
                <a:lnTo>
                  <a:pt x="185" y="15"/>
                </a:lnTo>
                <a:lnTo>
                  <a:pt x="184" y="15"/>
                </a:lnTo>
                <a:close/>
              </a:path>
              <a:path w="471" h="15">
                <a:moveTo>
                  <a:pt x="194" y="15"/>
                </a:moveTo>
                <a:lnTo>
                  <a:pt x="194" y="9"/>
                </a:lnTo>
                <a:lnTo>
                  <a:pt x="189" y="0"/>
                </a:lnTo>
                <a:lnTo>
                  <a:pt x="191" y="0"/>
                </a:lnTo>
                <a:lnTo>
                  <a:pt x="194" y="5"/>
                </a:lnTo>
                <a:cubicBezTo>
                  <a:pt x="194" y="5"/>
                  <a:pt x="195" y="6"/>
                  <a:pt x="195" y="7"/>
                </a:cubicBezTo>
                <a:cubicBezTo>
                  <a:pt x="195" y="6"/>
                  <a:pt x="196" y="5"/>
                  <a:pt x="196" y="5"/>
                </a:cubicBezTo>
                <a:lnTo>
                  <a:pt x="199" y="0"/>
                </a:lnTo>
                <a:lnTo>
                  <a:pt x="201" y="0"/>
                </a:lnTo>
                <a:lnTo>
                  <a:pt x="196" y="9"/>
                </a:lnTo>
                <a:lnTo>
                  <a:pt x="196" y="15"/>
                </a:lnTo>
                <a:lnTo>
                  <a:pt x="194" y="15"/>
                </a:lnTo>
                <a:close/>
              </a:path>
              <a:path w="471" h="15">
                <a:moveTo>
                  <a:pt x="206" y="8"/>
                </a:moveTo>
                <a:cubicBezTo>
                  <a:pt x="206" y="5"/>
                  <a:pt x="207" y="3"/>
                  <a:pt x="208" y="2"/>
                </a:cubicBezTo>
                <a:cubicBezTo>
                  <a:pt x="209" y="1"/>
                  <a:pt x="211" y="0"/>
                  <a:pt x="212" y="0"/>
                </a:cubicBezTo>
                <a:cubicBezTo>
                  <a:pt x="213" y="0"/>
                  <a:pt x="214" y="0"/>
                  <a:pt x="215" y="1"/>
                </a:cubicBezTo>
                <a:cubicBezTo>
                  <a:pt x="216" y="2"/>
                  <a:pt x="217" y="3"/>
                  <a:pt x="218" y="4"/>
                </a:cubicBezTo>
                <a:cubicBezTo>
                  <a:pt x="218" y="5"/>
                  <a:pt x="218" y="6"/>
                  <a:pt x="218" y="8"/>
                </a:cubicBezTo>
                <a:cubicBezTo>
                  <a:pt x="218" y="9"/>
                  <a:pt x="218" y="10"/>
                  <a:pt x="217" y="11"/>
                </a:cubicBezTo>
                <a:cubicBezTo>
                  <a:pt x="217" y="13"/>
                  <a:pt x="216" y="13"/>
                  <a:pt x="215" y="14"/>
                </a:cubicBezTo>
                <a:cubicBezTo>
                  <a:pt x="214" y="15"/>
                  <a:pt x="213" y="15"/>
                  <a:pt x="212" y="15"/>
                </a:cubicBezTo>
                <a:cubicBezTo>
                  <a:pt x="211" y="15"/>
                  <a:pt x="210" y="15"/>
                  <a:pt x="209" y="14"/>
                </a:cubicBezTo>
                <a:cubicBezTo>
                  <a:pt x="208" y="13"/>
                  <a:pt x="207" y="12"/>
                  <a:pt x="207" y="11"/>
                </a:cubicBezTo>
                <a:cubicBezTo>
                  <a:pt x="207" y="10"/>
                  <a:pt x="206" y="9"/>
                  <a:pt x="206" y="8"/>
                </a:cubicBezTo>
                <a:close/>
                <a:moveTo>
                  <a:pt x="208" y="8"/>
                </a:moveTo>
                <a:cubicBezTo>
                  <a:pt x="208" y="9"/>
                  <a:pt x="208" y="11"/>
                  <a:pt x="209" y="12"/>
                </a:cubicBezTo>
                <a:cubicBezTo>
                  <a:pt x="210" y="13"/>
                  <a:pt x="211" y="13"/>
                  <a:pt x="212" y="13"/>
                </a:cubicBezTo>
                <a:cubicBezTo>
                  <a:pt x="214" y="13"/>
                  <a:pt x="215" y="13"/>
                  <a:pt x="215" y="12"/>
                </a:cubicBezTo>
                <a:cubicBezTo>
                  <a:pt x="216" y="11"/>
                  <a:pt x="217" y="9"/>
                  <a:pt x="217" y="7"/>
                </a:cubicBezTo>
                <a:cubicBezTo>
                  <a:pt x="217" y="6"/>
                  <a:pt x="216" y="5"/>
                  <a:pt x="216" y="4"/>
                </a:cubicBezTo>
                <a:cubicBezTo>
                  <a:pt x="216" y="4"/>
                  <a:pt x="215" y="3"/>
                  <a:pt x="215" y="2"/>
                </a:cubicBezTo>
                <a:cubicBezTo>
                  <a:pt x="214" y="2"/>
                  <a:pt x="213" y="2"/>
                  <a:pt x="212" y="2"/>
                </a:cubicBezTo>
                <a:cubicBezTo>
                  <a:pt x="211" y="2"/>
                  <a:pt x="210" y="2"/>
                  <a:pt x="209" y="3"/>
                </a:cubicBezTo>
                <a:cubicBezTo>
                  <a:pt x="208" y="4"/>
                  <a:pt x="208" y="6"/>
                  <a:pt x="208" y="8"/>
                </a:cubicBezTo>
                <a:close/>
              </a:path>
              <a:path w="471" h="15">
                <a:moveTo>
                  <a:pt x="220" y="15"/>
                </a:moveTo>
                <a:lnTo>
                  <a:pt x="220" y="0"/>
                </a:lnTo>
                <a:lnTo>
                  <a:pt x="228" y="0"/>
                </a:lnTo>
                <a:lnTo>
                  <a:pt x="228" y="2"/>
                </a:lnTo>
                <a:lnTo>
                  <a:pt x="222" y="2"/>
                </a:lnTo>
                <a:lnTo>
                  <a:pt x="222" y="6"/>
                </a:lnTo>
                <a:lnTo>
                  <a:pt x="228" y="6"/>
                </a:lnTo>
                <a:lnTo>
                  <a:pt x="228" y="8"/>
                </a:lnTo>
                <a:lnTo>
                  <a:pt x="222" y="8"/>
                </a:lnTo>
                <a:lnTo>
                  <a:pt x="222" y="15"/>
                </a:lnTo>
                <a:lnTo>
                  <a:pt x="220" y="15"/>
                </a:lnTo>
                <a:close/>
              </a:path>
              <a:path w="471" h="15">
                <a:moveTo>
                  <a:pt x="235" y="10"/>
                </a:moveTo>
                <a:lnTo>
                  <a:pt x="236" y="10"/>
                </a:lnTo>
                <a:cubicBezTo>
                  <a:pt x="237" y="11"/>
                  <a:pt x="237" y="11"/>
                  <a:pt x="237" y="12"/>
                </a:cubicBezTo>
                <a:cubicBezTo>
                  <a:pt x="237" y="12"/>
                  <a:pt x="238" y="13"/>
                  <a:pt x="238" y="13"/>
                </a:cubicBezTo>
                <a:cubicBezTo>
                  <a:pt x="239" y="13"/>
                  <a:pt x="239" y="13"/>
                  <a:pt x="240" y="13"/>
                </a:cubicBezTo>
                <a:cubicBezTo>
                  <a:pt x="241" y="13"/>
                  <a:pt x="241" y="13"/>
                  <a:pt x="242" y="13"/>
                </a:cubicBezTo>
                <a:cubicBezTo>
                  <a:pt x="242" y="13"/>
                  <a:pt x="243" y="12"/>
                  <a:pt x="243" y="12"/>
                </a:cubicBezTo>
                <a:cubicBezTo>
                  <a:pt x="243" y="12"/>
                  <a:pt x="243" y="11"/>
                  <a:pt x="243" y="11"/>
                </a:cubicBezTo>
                <a:cubicBezTo>
                  <a:pt x="243" y="10"/>
                  <a:pt x="243" y="10"/>
                  <a:pt x="243" y="10"/>
                </a:cubicBezTo>
                <a:cubicBezTo>
                  <a:pt x="243" y="9"/>
                  <a:pt x="242" y="9"/>
                  <a:pt x="242" y="9"/>
                </a:cubicBezTo>
                <a:cubicBezTo>
                  <a:pt x="241" y="9"/>
                  <a:pt x="241" y="8"/>
                  <a:pt x="240" y="8"/>
                </a:cubicBezTo>
                <a:cubicBezTo>
                  <a:pt x="238" y="8"/>
                  <a:pt x="238" y="7"/>
                  <a:pt x="237" y="7"/>
                </a:cubicBezTo>
                <a:cubicBezTo>
                  <a:pt x="237" y="7"/>
                  <a:pt x="236" y="6"/>
                  <a:pt x="236" y="6"/>
                </a:cubicBezTo>
                <a:cubicBezTo>
                  <a:pt x="235" y="5"/>
                  <a:pt x="235" y="5"/>
                  <a:pt x="235" y="4"/>
                </a:cubicBezTo>
                <a:cubicBezTo>
                  <a:pt x="235" y="3"/>
                  <a:pt x="236" y="3"/>
                  <a:pt x="236" y="2"/>
                </a:cubicBezTo>
                <a:cubicBezTo>
                  <a:pt x="236" y="1"/>
                  <a:pt x="237" y="1"/>
                  <a:pt x="237" y="1"/>
                </a:cubicBezTo>
                <a:cubicBezTo>
                  <a:pt x="238" y="0"/>
                  <a:pt x="239" y="0"/>
                  <a:pt x="240" y="0"/>
                </a:cubicBezTo>
                <a:cubicBezTo>
                  <a:pt x="241" y="0"/>
                  <a:pt x="241" y="0"/>
                  <a:pt x="242" y="1"/>
                </a:cubicBezTo>
                <a:cubicBezTo>
                  <a:pt x="243" y="1"/>
                  <a:pt x="243" y="1"/>
                  <a:pt x="244" y="2"/>
                </a:cubicBezTo>
                <a:cubicBezTo>
                  <a:pt x="244" y="3"/>
                  <a:pt x="244" y="3"/>
                  <a:pt x="244" y="4"/>
                </a:cubicBezTo>
                <a:lnTo>
                  <a:pt x="243" y="4"/>
                </a:lnTo>
                <a:cubicBezTo>
                  <a:pt x="243" y="4"/>
                  <a:pt x="242" y="3"/>
                  <a:pt x="242" y="2"/>
                </a:cubicBezTo>
                <a:cubicBezTo>
                  <a:pt x="242" y="2"/>
                  <a:pt x="241" y="2"/>
                  <a:pt x="240" y="2"/>
                </a:cubicBezTo>
                <a:cubicBezTo>
                  <a:pt x="239" y="2"/>
                  <a:pt x="238" y="2"/>
                  <a:pt x="238" y="2"/>
                </a:cubicBezTo>
                <a:cubicBezTo>
                  <a:pt x="237" y="3"/>
                  <a:pt x="237" y="3"/>
                  <a:pt x="237" y="4"/>
                </a:cubicBezTo>
                <a:cubicBezTo>
                  <a:pt x="237" y="4"/>
                  <a:pt x="237" y="5"/>
                  <a:pt x="237" y="5"/>
                </a:cubicBezTo>
                <a:cubicBezTo>
                  <a:pt x="238" y="5"/>
                  <a:pt x="239" y="6"/>
                  <a:pt x="240" y="6"/>
                </a:cubicBezTo>
                <a:cubicBezTo>
                  <a:pt x="241" y="7"/>
                  <a:pt x="242" y="7"/>
                  <a:pt x="243" y="7"/>
                </a:cubicBezTo>
                <a:cubicBezTo>
                  <a:pt x="243" y="7"/>
                  <a:pt x="244" y="8"/>
                  <a:pt x="244" y="9"/>
                </a:cubicBezTo>
                <a:cubicBezTo>
                  <a:pt x="245" y="9"/>
                  <a:pt x="245" y="10"/>
                  <a:pt x="245" y="11"/>
                </a:cubicBezTo>
                <a:cubicBezTo>
                  <a:pt x="245" y="11"/>
                  <a:pt x="245" y="12"/>
                  <a:pt x="244" y="13"/>
                </a:cubicBezTo>
                <a:cubicBezTo>
                  <a:pt x="244" y="13"/>
                  <a:pt x="243" y="14"/>
                  <a:pt x="243" y="14"/>
                </a:cubicBezTo>
                <a:cubicBezTo>
                  <a:pt x="242" y="15"/>
                  <a:pt x="241" y="15"/>
                  <a:pt x="240" y="15"/>
                </a:cubicBezTo>
                <a:cubicBezTo>
                  <a:pt x="239" y="15"/>
                  <a:pt x="238" y="15"/>
                  <a:pt x="237" y="14"/>
                </a:cubicBezTo>
                <a:cubicBezTo>
                  <a:pt x="237" y="14"/>
                  <a:pt x="236" y="13"/>
                  <a:pt x="236" y="13"/>
                </a:cubicBezTo>
                <a:cubicBezTo>
                  <a:pt x="235" y="12"/>
                  <a:pt x="235" y="11"/>
                  <a:pt x="235" y="10"/>
                </a:cubicBezTo>
                <a:close/>
              </a:path>
              <a:path w="471" h="15">
                <a:moveTo>
                  <a:pt x="256" y="10"/>
                </a:moveTo>
                <a:lnTo>
                  <a:pt x="257" y="10"/>
                </a:lnTo>
                <a:cubicBezTo>
                  <a:pt x="257" y="12"/>
                  <a:pt x="256" y="13"/>
                  <a:pt x="255" y="14"/>
                </a:cubicBezTo>
                <a:cubicBezTo>
                  <a:pt x="254" y="15"/>
                  <a:pt x="253" y="15"/>
                  <a:pt x="252" y="15"/>
                </a:cubicBezTo>
                <a:cubicBezTo>
                  <a:pt x="251" y="15"/>
                  <a:pt x="250" y="15"/>
                  <a:pt x="249" y="14"/>
                </a:cubicBezTo>
                <a:cubicBezTo>
                  <a:pt x="248" y="13"/>
                  <a:pt x="247" y="12"/>
                  <a:pt x="247" y="11"/>
                </a:cubicBezTo>
                <a:cubicBezTo>
                  <a:pt x="246" y="10"/>
                  <a:pt x="246" y="9"/>
                  <a:pt x="246" y="7"/>
                </a:cubicBezTo>
                <a:cubicBezTo>
                  <a:pt x="246" y="6"/>
                  <a:pt x="246" y="5"/>
                  <a:pt x="247" y="3"/>
                </a:cubicBezTo>
                <a:cubicBezTo>
                  <a:pt x="247" y="2"/>
                  <a:pt x="248" y="1"/>
                  <a:pt x="249" y="1"/>
                </a:cubicBezTo>
                <a:cubicBezTo>
                  <a:pt x="250" y="0"/>
                  <a:pt x="251" y="0"/>
                  <a:pt x="252" y="0"/>
                </a:cubicBezTo>
                <a:cubicBezTo>
                  <a:pt x="253" y="0"/>
                  <a:pt x="254" y="0"/>
                  <a:pt x="255" y="1"/>
                </a:cubicBezTo>
                <a:cubicBezTo>
                  <a:pt x="256" y="2"/>
                  <a:pt x="257" y="3"/>
                  <a:pt x="257" y="4"/>
                </a:cubicBezTo>
                <a:lnTo>
                  <a:pt x="255" y="5"/>
                </a:lnTo>
                <a:cubicBezTo>
                  <a:pt x="255" y="4"/>
                  <a:pt x="255" y="3"/>
                  <a:pt x="254" y="2"/>
                </a:cubicBezTo>
                <a:cubicBezTo>
                  <a:pt x="254" y="2"/>
                  <a:pt x="253" y="2"/>
                  <a:pt x="252" y="2"/>
                </a:cubicBezTo>
                <a:cubicBezTo>
                  <a:pt x="251" y="2"/>
                  <a:pt x="250" y="2"/>
                  <a:pt x="250" y="2"/>
                </a:cubicBezTo>
                <a:cubicBezTo>
                  <a:pt x="249" y="3"/>
                  <a:pt x="248" y="4"/>
                  <a:pt x="248" y="5"/>
                </a:cubicBezTo>
                <a:cubicBezTo>
                  <a:pt x="248" y="5"/>
                  <a:pt x="248" y="6"/>
                  <a:pt x="248" y="7"/>
                </a:cubicBezTo>
                <a:cubicBezTo>
                  <a:pt x="248" y="9"/>
                  <a:pt x="248" y="10"/>
                  <a:pt x="248" y="11"/>
                </a:cubicBezTo>
                <a:cubicBezTo>
                  <a:pt x="249" y="11"/>
                  <a:pt x="249" y="12"/>
                  <a:pt x="250" y="13"/>
                </a:cubicBezTo>
                <a:cubicBezTo>
                  <a:pt x="250" y="13"/>
                  <a:pt x="251" y="13"/>
                  <a:pt x="252" y="13"/>
                </a:cubicBezTo>
                <a:cubicBezTo>
                  <a:pt x="253" y="13"/>
                  <a:pt x="254" y="13"/>
                  <a:pt x="254" y="12"/>
                </a:cubicBezTo>
                <a:cubicBezTo>
                  <a:pt x="255" y="12"/>
                  <a:pt x="255" y="11"/>
                  <a:pt x="256" y="10"/>
                </a:cubicBezTo>
                <a:close/>
              </a:path>
              <a:path w="471" h="15">
                <a:moveTo>
                  <a:pt x="259" y="15"/>
                </a:moveTo>
                <a:lnTo>
                  <a:pt x="259" y="0"/>
                </a:lnTo>
                <a:lnTo>
                  <a:pt x="261" y="0"/>
                </a:lnTo>
                <a:lnTo>
                  <a:pt x="261" y="15"/>
                </a:lnTo>
                <a:lnTo>
                  <a:pt x="259" y="15"/>
                </a:lnTo>
                <a:close/>
              </a:path>
              <a:path w="471" h="15">
                <a:moveTo>
                  <a:pt x="263" y="15"/>
                </a:moveTo>
                <a:lnTo>
                  <a:pt x="263" y="0"/>
                </a:lnTo>
                <a:lnTo>
                  <a:pt x="272" y="0"/>
                </a:lnTo>
                <a:lnTo>
                  <a:pt x="272" y="2"/>
                </a:lnTo>
                <a:lnTo>
                  <a:pt x="265" y="2"/>
                </a:lnTo>
                <a:lnTo>
                  <a:pt x="265" y="6"/>
                </a:lnTo>
                <a:lnTo>
                  <a:pt x="272" y="6"/>
                </a:lnTo>
                <a:lnTo>
                  <a:pt x="272" y="8"/>
                </a:lnTo>
                <a:lnTo>
                  <a:pt x="265" y="8"/>
                </a:lnTo>
                <a:lnTo>
                  <a:pt x="265" y="13"/>
                </a:lnTo>
                <a:lnTo>
                  <a:pt x="272" y="13"/>
                </a:lnTo>
                <a:lnTo>
                  <a:pt x="272" y="15"/>
                </a:lnTo>
                <a:lnTo>
                  <a:pt x="263" y="15"/>
                </a:lnTo>
                <a:close/>
              </a:path>
              <a:path w="471" h="15">
                <a:moveTo>
                  <a:pt x="274" y="15"/>
                </a:moveTo>
                <a:lnTo>
                  <a:pt x="274" y="0"/>
                </a:lnTo>
                <a:lnTo>
                  <a:pt x="276" y="0"/>
                </a:lnTo>
                <a:lnTo>
                  <a:pt x="283" y="12"/>
                </a:lnTo>
                <a:lnTo>
                  <a:pt x="283" y="0"/>
                </a:lnTo>
                <a:lnTo>
                  <a:pt x="284" y="0"/>
                </a:lnTo>
                <a:lnTo>
                  <a:pt x="284" y="15"/>
                </a:lnTo>
                <a:lnTo>
                  <a:pt x="282" y="15"/>
                </a:lnTo>
                <a:lnTo>
                  <a:pt x="276" y="3"/>
                </a:lnTo>
                <a:lnTo>
                  <a:pt x="276" y="15"/>
                </a:lnTo>
                <a:lnTo>
                  <a:pt x="274" y="15"/>
                </a:lnTo>
                <a:close/>
              </a:path>
              <a:path w="471" h="15">
                <a:moveTo>
                  <a:pt x="295" y="10"/>
                </a:moveTo>
                <a:lnTo>
                  <a:pt x="297" y="10"/>
                </a:lnTo>
                <a:cubicBezTo>
                  <a:pt x="297" y="12"/>
                  <a:pt x="296" y="13"/>
                  <a:pt x="295" y="14"/>
                </a:cubicBezTo>
                <a:cubicBezTo>
                  <a:pt x="294" y="15"/>
                  <a:pt x="293" y="15"/>
                  <a:pt x="292" y="15"/>
                </a:cubicBezTo>
                <a:cubicBezTo>
                  <a:pt x="290" y="15"/>
                  <a:pt x="289" y="15"/>
                  <a:pt x="289" y="14"/>
                </a:cubicBezTo>
                <a:cubicBezTo>
                  <a:pt x="288" y="13"/>
                  <a:pt x="287" y="12"/>
                  <a:pt x="287" y="11"/>
                </a:cubicBezTo>
                <a:cubicBezTo>
                  <a:pt x="286" y="10"/>
                  <a:pt x="286" y="9"/>
                  <a:pt x="286" y="7"/>
                </a:cubicBezTo>
                <a:cubicBezTo>
                  <a:pt x="286" y="6"/>
                  <a:pt x="286" y="5"/>
                  <a:pt x="287" y="3"/>
                </a:cubicBezTo>
                <a:cubicBezTo>
                  <a:pt x="287" y="2"/>
                  <a:pt x="288" y="1"/>
                  <a:pt x="289" y="1"/>
                </a:cubicBezTo>
                <a:cubicBezTo>
                  <a:pt x="290" y="0"/>
                  <a:pt x="291" y="0"/>
                  <a:pt x="292" y="0"/>
                </a:cubicBezTo>
                <a:cubicBezTo>
                  <a:pt x="293" y="0"/>
                  <a:pt x="294" y="0"/>
                  <a:pt x="295" y="1"/>
                </a:cubicBezTo>
                <a:cubicBezTo>
                  <a:pt x="296" y="2"/>
                  <a:pt x="296" y="3"/>
                  <a:pt x="297" y="4"/>
                </a:cubicBezTo>
                <a:lnTo>
                  <a:pt x="295" y="5"/>
                </a:lnTo>
                <a:cubicBezTo>
                  <a:pt x="295" y="4"/>
                  <a:pt x="294" y="3"/>
                  <a:pt x="294" y="2"/>
                </a:cubicBezTo>
                <a:cubicBezTo>
                  <a:pt x="293" y="2"/>
                  <a:pt x="293" y="2"/>
                  <a:pt x="292" y="2"/>
                </a:cubicBezTo>
                <a:cubicBezTo>
                  <a:pt x="291" y="2"/>
                  <a:pt x="290" y="2"/>
                  <a:pt x="289" y="2"/>
                </a:cubicBezTo>
                <a:cubicBezTo>
                  <a:pt x="289" y="3"/>
                  <a:pt x="288" y="4"/>
                  <a:pt x="288" y="5"/>
                </a:cubicBezTo>
                <a:cubicBezTo>
                  <a:pt x="288" y="5"/>
                  <a:pt x="288" y="6"/>
                  <a:pt x="288" y="7"/>
                </a:cubicBezTo>
                <a:cubicBezTo>
                  <a:pt x="288" y="9"/>
                  <a:pt x="288" y="10"/>
                  <a:pt x="288" y="11"/>
                </a:cubicBezTo>
                <a:cubicBezTo>
                  <a:pt x="288" y="11"/>
                  <a:pt x="289" y="12"/>
                  <a:pt x="290" y="13"/>
                </a:cubicBezTo>
                <a:cubicBezTo>
                  <a:pt x="290" y="13"/>
                  <a:pt x="291" y="13"/>
                  <a:pt x="292" y="13"/>
                </a:cubicBezTo>
                <a:cubicBezTo>
                  <a:pt x="293" y="13"/>
                  <a:pt x="293" y="13"/>
                  <a:pt x="294" y="12"/>
                </a:cubicBezTo>
                <a:cubicBezTo>
                  <a:pt x="295" y="12"/>
                  <a:pt x="295" y="11"/>
                  <a:pt x="295" y="10"/>
                </a:cubicBezTo>
                <a:close/>
              </a:path>
              <a:path w="471" h="15">
                <a:moveTo>
                  <a:pt x="299" y="15"/>
                </a:moveTo>
                <a:lnTo>
                  <a:pt x="299" y="0"/>
                </a:lnTo>
                <a:lnTo>
                  <a:pt x="308" y="0"/>
                </a:lnTo>
                <a:lnTo>
                  <a:pt x="308" y="2"/>
                </a:lnTo>
                <a:lnTo>
                  <a:pt x="300" y="2"/>
                </a:lnTo>
                <a:lnTo>
                  <a:pt x="300" y="6"/>
                </a:lnTo>
                <a:lnTo>
                  <a:pt x="307" y="6"/>
                </a:lnTo>
                <a:lnTo>
                  <a:pt x="307" y="8"/>
                </a:lnTo>
                <a:lnTo>
                  <a:pt x="300" y="8"/>
                </a:lnTo>
                <a:lnTo>
                  <a:pt x="300" y="13"/>
                </a:lnTo>
                <a:lnTo>
                  <a:pt x="308" y="13"/>
                </a:lnTo>
                <a:lnTo>
                  <a:pt x="308" y="15"/>
                </a:lnTo>
                <a:lnTo>
                  <a:pt x="299" y="15"/>
                </a:lnTo>
                <a:close/>
              </a:path>
              <a:path w="471" h="15">
                <a:moveTo>
                  <a:pt x="313" y="15"/>
                </a:moveTo>
                <a:lnTo>
                  <a:pt x="318" y="0"/>
                </a:lnTo>
                <a:lnTo>
                  <a:pt x="319" y="0"/>
                </a:lnTo>
                <a:lnTo>
                  <a:pt x="324" y="15"/>
                </a:lnTo>
                <a:lnTo>
                  <a:pt x="323" y="15"/>
                </a:lnTo>
                <a:lnTo>
                  <a:pt x="321" y="10"/>
                </a:lnTo>
                <a:lnTo>
                  <a:pt x="316" y="10"/>
                </a:lnTo>
                <a:lnTo>
                  <a:pt x="314" y="15"/>
                </a:lnTo>
                <a:lnTo>
                  <a:pt x="313" y="15"/>
                </a:lnTo>
                <a:close/>
                <a:moveTo>
                  <a:pt x="316" y="9"/>
                </a:moveTo>
                <a:lnTo>
                  <a:pt x="321" y="9"/>
                </a:lnTo>
                <a:lnTo>
                  <a:pt x="319" y="5"/>
                </a:lnTo>
                <a:cubicBezTo>
                  <a:pt x="319" y="4"/>
                  <a:pt x="319" y="3"/>
                  <a:pt x="318" y="2"/>
                </a:cubicBezTo>
                <a:cubicBezTo>
                  <a:pt x="318" y="3"/>
                  <a:pt x="318" y="4"/>
                  <a:pt x="318" y="5"/>
                </a:cubicBezTo>
                <a:lnTo>
                  <a:pt x="316" y="9"/>
                </a:lnTo>
                <a:close/>
              </a:path>
              <a:path w="471" h="15">
                <a:moveTo>
                  <a:pt x="325" y="15"/>
                </a:moveTo>
                <a:lnTo>
                  <a:pt x="325" y="0"/>
                </a:lnTo>
                <a:lnTo>
                  <a:pt x="327" y="0"/>
                </a:lnTo>
                <a:lnTo>
                  <a:pt x="334" y="12"/>
                </a:lnTo>
                <a:lnTo>
                  <a:pt x="334" y="0"/>
                </a:lnTo>
                <a:lnTo>
                  <a:pt x="335" y="0"/>
                </a:lnTo>
                <a:lnTo>
                  <a:pt x="335" y="15"/>
                </a:lnTo>
                <a:lnTo>
                  <a:pt x="333" y="15"/>
                </a:lnTo>
                <a:lnTo>
                  <a:pt x="327" y="3"/>
                </a:lnTo>
                <a:lnTo>
                  <a:pt x="327" y="15"/>
                </a:lnTo>
                <a:lnTo>
                  <a:pt x="325" y="15"/>
                </a:lnTo>
                <a:close/>
              </a:path>
              <a:path w="471" h="15">
                <a:moveTo>
                  <a:pt x="337" y="15"/>
                </a:moveTo>
                <a:lnTo>
                  <a:pt x="337" y="0"/>
                </a:lnTo>
                <a:lnTo>
                  <a:pt x="342" y="0"/>
                </a:lnTo>
                <a:cubicBezTo>
                  <a:pt x="343" y="0"/>
                  <a:pt x="343" y="0"/>
                  <a:pt x="344" y="0"/>
                </a:cubicBezTo>
                <a:cubicBezTo>
                  <a:pt x="345" y="1"/>
                  <a:pt x="345" y="1"/>
                  <a:pt x="346" y="2"/>
                </a:cubicBezTo>
                <a:cubicBezTo>
                  <a:pt x="346" y="2"/>
                  <a:pt x="347" y="3"/>
                  <a:pt x="347" y="4"/>
                </a:cubicBezTo>
                <a:cubicBezTo>
                  <a:pt x="348" y="5"/>
                  <a:pt x="348" y="6"/>
                  <a:pt x="348" y="7"/>
                </a:cubicBezTo>
                <a:cubicBezTo>
                  <a:pt x="348" y="8"/>
                  <a:pt x="348" y="9"/>
                  <a:pt x="347" y="10"/>
                </a:cubicBezTo>
                <a:cubicBezTo>
                  <a:pt x="347" y="11"/>
                  <a:pt x="347" y="12"/>
                  <a:pt x="347" y="12"/>
                </a:cubicBezTo>
                <a:cubicBezTo>
                  <a:pt x="346" y="13"/>
                  <a:pt x="346" y="13"/>
                  <a:pt x="345" y="14"/>
                </a:cubicBezTo>
                <a:cubicBezTo>
                  <a:pt x="345" y="14"/>
                  <a:pt x="344" y="14"/>
                  <a:pt x="344" y="14"/>
                </a:cubicBezTo>
                <a:cubicBezTo>
                  <a:pt x="343" y="15"/>
                  <a:pt x="343" y="15"/>
                  <a:pt x="342" y="15"/>
                </a:cubicBezTo>
                <a:lnTo>
                  <a:pt x="337" y="15"/>
                </a:lnTo>
                <a:close/>
                <a:moveTo>
                  <a:pt x="339" y="13"/>
                </a:moveTo>
                <a:lnTo>
                  <a:pt x="342" y="13"/>
                </a:lnTo>
                <a:cubicBezTo>
                  <a:pt x="343" y="13"/>
                  <a:pt x="343" y="13"/>
                  <a:pt x="344" y="13"/>
                </a:cubicBezTo>
                <a:cubicBezTo>
                  <a:pt x="344" y="13"/>
                  <a:pt x="345" y="12"/>
                  <a:pt x="345" y="12"/>
                </a:cubicBezTo>
                <a:cubicBezTo>
                  <a:pt x="345" y="12"/>
                  <a:pt x="345" y="11"/>
                  <a:pt x="346" y="10"/>
                </a:cubicBezTo>
                <a:cubicBezTo>
                  <a:pt x="346" y="9"/>
                  <a:pt x="346" y="8"/>
                  <a:pt x="346" y="7"/>
                </a:cubicBezTo>
                <a:cubicBezTo>
                  <a:pt x="346" y="6"/>
                  <a:pt x="346" y="5"/>
                  <a:pt x="345" y="4"/>
                </a:cubicBezTo>
                <a:cubicBezTo>
                  <a:pt x="345" y="3"/>
                  <a:pt x="344" y="3"/>
                  <a:pt x="344" y="2"/>
                </a:cubicBezTo>
                <a:cubicBezTo>
                  <a:pt x="343" y="2"/>
                  <a:pt x="343" y="2"/>
                  <a:pt x="342" y="2"/>
                </a:cubicBezTo>
                <a:lnTo>
                  <a:pt x="339" y="2"/>
                </a:lnTo>
                <a:lnTo>
                  <a:pt x="339" y="13"/>
                </a:lnTo>
                <a:close/>
              </a:path>
              <a:path w="471" h="15">
                <a:moveTo>
                  <a:pt x="358" y="15"/>
                </a:moveTo>
                <a:lnTo>
                  <a:pt x="358" y="2"/>
                </a:lnTo>
                <a:lnTo>
                  <a:pt x="354" y="2"/>
                </a:lnTo>
                <a:lnTo>
                  <a:pt x="354" y="0"/>
                </a:lnTo>
                <a:lnTo>
                  <a:pt x="364" y="0"/>
                </a:lnTo>
                <a:lnTo>
                  <a:pt x="364" y="2"/>
                </a:lnTo>
                <a:lnTo>
                  <a:pt x="359" y="2"/>
                </a:lnTo>
                <a:lnTo>
                  <a:pt x="359" y="15"/>
                </a:lnTo>
                <a:lnTo>
                  <a:pt x="358" y="15"/>
                </a:lnTo>
                <a:close/>
              </a:path>
              <a:path w="471" h="15">
                <a:moveTo>
                  <a:pt x="365" y="15"/>
                </a:moveTo>
                <a:lnTo>
                  <a:pt x="365" y="0"/>
                </a:lnTo>
                <a:lnTo>
                  <a:pt x="374" y="0"/>
                </a:lnTo>
                <a:lnTo>
                  <a:pt x="374" y="2"/>
                </a:lnTo>
                <a:lnTo>
                  <a:pt x="366" y="2"/>
                </a:lnTo>
                <a:lnTo>
                  <a:pt x="366" y="6"/>
                </a:lnTo>
                <a:lnTo>
                  <a:pt x="373" y="6"/>
                </a:lnTo>
                <a:lnTo>
                  <a:pt x="373" y="8"/>
                </a:lnTo>
                <a:lnTo>
                  <a:pt x="366" y="8"/>
                </a:lnTo>
                <a:lnTo>
                  <a:pt x="366" y="13"/>
                </a:lnTo>
                <a:lnTo>
                  <a:pt x="374" y="13"/>
                </a:lnTo>
                <a:lnTo>
                  <a:pt x="374" y="15"/>
                </a:lnTo>
                <a:lnTo>
                  <a:pt x="365" y="15"/>
                </a:lnTo>
                <a:close/>
              </a:path>
              <a:path w="471" h="15">
                <a:moveTo>
                  <a:pt x="385" y="10"/>
                </a:moveTo>
                <a:lnTo>
                  <a:pt x="386" y="10"/>
                </a:lnTo>
                <a:cubicBezTo>
                  <a:pt x="386" y="12"/>
                  <a:pt x="386" y="13"/>
                  <a:pt x="385" y="14"/>
                </a:cubicBezTo>
                <a:cubicBezTo>
                  <a:pt x="384" y="15"/>
                  <a:pt x="383" y="15"/>
                  <a:pt x="381" y="15"/>
                </a:cubicBezTo>
                <a:cubicBezTo>
                  <a:pt x="380" y="15"/>
                  <a:pt x="379" y="15"/>
                  <a:pt x="378" y="14"/>
                </a:cubicBezTo>
                <a:cubicBezTo>
                  <a:pt x="377" y="13"/>
                  <a:pt x="377" y="12"/>
                  <a:pt x="376" y="11"/>
                </a:cubicBezTo>
                <a:cubicBezTo>
                  <a:pt x="376" y="10"/>
                  <a:pt x="375" y="9"/>
                  <a:pt x="375" y="7"/>
                </a:cubicBezTo>
                <a:cubicBezTo>
                  <a:pt x="375" y="6"/>
                  <a:pt x="376" y="5"/>
                  <a:pt x="376" y="3"/>
                </a:cubicBezTo>
                <a:cubicBezTo>
                  <a:pt x="377" y="2"/>
                  <a:pt x="377" y="1"/>
                  <a:pt x="378" y="1"/>
                </a:cubicBezTo>
                <a:cubicBezTo>
                  <a:pt x="379" y="0"/>
                  <a:pt x="380" y="0"/>
                  <a:pt x="381" y="0"/>
                </a:cubicBezTo>
                <a:cubicBezTo>
                  <a:pt x="383" y="0"/>
                  <a:pt x="384" y="0"/>
                  <a:pt x="384" y="1"/>
                </a:cubicBezTo>
                <a:cubicBezTo>
                  <a:pt x="385" y="2"/>
                  <a:pt x="386" y="3"/>
                  <a:pt x="386" y="4"/>
                </a:cubicBezTo>
                <a:lnTo>
                  <a:pt x="385" y="5"/>
                </a:lnTo>
                <a:cubicBezTo>
                  <a:pt x="384" y="4"/>
                  <a:pt x="384" y="3"/>
                  <a:pt x="383" y="2"/>
                </a:cubicBezTo>
                <a:cubicBezTo>
                  <a:pt x="383" y="2"/>
                  <a:pt x="382" y="2"/>
                  <a:pt x="381" y="2"/>
                </a:cubicBezTo>
                <a:cubicBezTo>
                  <a:pt x="380" y="2"/>
                  <a:pt x="380" y="2"/>
                  <a:pt x="379" y="2"/>
                </a:cubicBezTo>
                <a:cubicBezTo>
                  <a:pt x="378" y="3"/>
                  <a:pt x="378" y="4"/>
                  <a:pt x="378" y="5"/>
                </a:cubicBezTo>
                <a:cubicBezTo>
                  <a:pt x="377" y="5"/>
                  <a:pt x="377" y="6"/>
                  <a:pt x="377" y="7"/>
                </a:cubicBezTo>
                <a:cubicBezTo>
                  <a:pt x="377" y="9"/>
                  <a:pt x="377" y="10"/>
                  <a:pt x="378" y="11"/>
                </a:cubicBezTo>
                <a:cubicBezTo>
                  <a:pt x="378" y="11"/>
                  <a:pt x="378" y="12"/>
                  <a:pt x="379" y="13"/>
                </a:cubicBezTo>
                <a:cubicBezTo>
                  <a:pt x="380" y="13"/>
                  <a:pt x="380" y="13"/>
                  <a:pt x="381" y="13"/>
                </a:cubicBezTo>
                <a:cubicBezTo>
                  <a:pt x="382" y="13"/>
                  <a:pt x="383" y="13"/>
                  <a:pt x="384" y="12"/>
                </a:cubicBezTo>
                <a:cubicBezTo>
                  <a:pt x="384" y="12"/>
                  <a:pt x="385" y="11"/>
                  <a:pt x="385" y="10"/>
                </a:cubicBezTo>
                <a:close/>
              </a:path>
              <a:path w="471" h="15">
                <a:moveTo>
                  <a:pt x="388" y="15"/>
                </a:moveTo>
                <a:lnTo>
                  <a:pt x="388" y="0"/>
                </a:lnTo>
                <a:lnTo>
                  <a:pt x="390" y="0"/>
                </a:lnTo>
                <a:lnTo>
                  <a:pt x="390" y="6"/>
                </a:lnTo>
                <a:lnTo>
                  <a:pt x="396" y="6"/>
                </a:lnTo>
                <a:lnTo>
                  <a:pt x="396" y="0"/>
                </a:lnTo>
                <a:lnTo>
                  <a:pt x="398" y="0"/>
                </a:lnTo>
                <a:lnTo>
                  <a:pt x="398" y="15"/>
                </a:lnTo>
                <a:lnTo>
                  <a:pt x="396" y="15"/>
                </a:lnTo>
                <a:lnTo>
                  <a:pt x="396" y="8"/>
                </a:lnTo>
                <a:lnTo>
                  <a:pt x="390" y="8"/>
                </a:lnTo>
                <a:lnTo>
                  <a:pt x="390" y="15"/>
                </a:lnTo>
                <a:lnTo>
                  <a:pt x="388" y="15"/>
                </a:lnTo>
                <a:close/>
              </a:path>
              <a:path w="471" h="15">
                <a:moveTo>
                  <a:pt x="400" y="15"/>
                </a:moveTo>
                <a:lnTo>
                  <a:pt x="400" y="0"/>
                </a:lnTo>
                <a:lnTo>
                  <a:pt x="402" y="0"/>
                </a:lnTo>
                <a:lnTo>
                  <a:pt x="408" y="12"/>
                </a:lnTo>
                <a:lnTo>
                  <a:pt x="408" y="0"/>
                </a:lnTo>
                <a:lnTo>
                  <a:pt x="410" y="0"/>
                </a:lnTo>
                <a:lnTo>
                  <a:pt x="410" y="15"/>
                </a:lnTo>
                <a:lnTo>
                  <a:pt x="408" y="15"/>
                </a:lnTo>
                <a:lnTo>
                  <a:pt x="402" y="3"/>
                </a:lnTo>
                <a:lnTo>
                  <a:pt x="402" y="15"/>
                </a:lnTo>
                <a:lnTo>
                  <a:pt x="400" y="15"/>
                </a:lnTo>
                <a:close/>
              </a:path>
              <a:path w="471" h="15">
                <a:moveTo>
                  <a:pt x="412" y="8"/>
                </a:moveTo>
                <a:cubicBezTo>
                  <a:pt x="412" y="5"/>
                  <a:pt x="412" y="3"/>
                  <a:pt x="413" y="2"/>
                </a:cubicBezTo>
                <a:cubicBezTo>
                  <a:pt x="415" y="1"/>
                  <a:pt x="416" y="0"/>
                  <a:pt x="418" y="0"/>
                </a:cubicBezTo>
                <a:cubicBezTo>
                  <a:pt x="419" y="0"/>
                  <a:pt x="420" y="0"/>
                  <a:pt x="421" y="1"/>
                </a:cubicBezTo>
                <a:cubicBezTo>
                  <a:pt x="422" y="2"/>
                  <a:pt x="423" y="3"/>
                  <a:pt x="423" y="4"/>
                </a:cubicBezTo>
                <a:cubicBezTo>
                  <a:pt x="424" y="5"/>
                  <a:pt x="424" y="6"/>
                  <a:pt x="424" y="8"/>
                </a:cubicBezTo>
                <a:cubicBezTo>
                  <a:pt x="424" y="9"/>
                  <a:pt x="424" y="10"/>
                  <a:pt x="423" y="11"/>
                </a:cubicBezTo>
                <a:cubicBezTo>
                  <a:pt x="422" y="13"/>
                  <a:pt x="422" y="13"/>
                  <a:pt x="421" y="14"/>
                </a:cubicBezTo>
                <a:cubicBezTo>
                  <a:pt x="420" y="15"/>
                  <a:pt x="419" y="15"/>
                  <a:pt x="418" y="15"/>
                </a:cubicBezTo>
                <a:cubicBezTo>
                  <a:pt x="417" y="15"/>
                  <a:pt x="416" y="15"/>
                  <a:pt x="415" y="14"/>
                </a:cubicBezTo>
                <a:cubicBezTo>
                  <a:pt x="414" y="13"/>
                  <a:pt x="413" y="12"/>
                  <a:pt x="413" y="11"/>
                </a:cubicBezTo>
                <a:cubicBezTo>
                  <a:pt x="412" y="10"/>
                  <a:pt x="412" y="9"/>
                  <a:pt x="412" y="8"/>
                </a:cubicBezTo>
                <a:close/>
                <a:moveTo>
                  <a:pt x="414" y="8"/>
                </a:moveTo>
                <a:cubicBezTo>
                  <a:pt x="414" y="9"/>
                  <a:pt x="414" y="11"/>
                  <a:pt x="415" y="12"/>
                </a:cubicBezTo>
                <a:cubicBezTo>
                  <a:pt x="416" y="13"/>
                  <a:pt x="417" y="13"/>
                  <a:pt x="418" y="13"/>
                </a:cubicBezTo>
                <a:cubicBezTo>
                  <a:pt x="419" y="13"/>
                  <a:pt x="420" y="13"/>
                  <a:pt x="421" y="12"/>
                </a:cubicBezTo>
                <a:cubicBezTo>
                  <a:pt x="422" y="11"/>
                  <a:pt x="422" y="9"/>
                  <a:pt x="422" y="7"/>
                </a:cubicBezTo>
                <a:cubicBezTo>
                  <a:pt x="422" y="6"/>
                  <a:pt x="422" y="5"/>
                  <a:pt x="422" y="4"/>
                </a:cubicBezTo>
                <a:cubicBezTo>
                  <a:pt x="421" y="4"/>
                  <a:pt x="421" y="3"/>
                  <a:pt x="420" y="2"/>
                </a:cubicBezTo>
                <a:cubicBezTo>
                  <a:pt x="419" y="2"/>
                  <a:pt x="419" y="2"/>
                  <a:pt x="418" y="2"/>
                </a:cubicBezTo>
                <a:cubicBezTo>
                  <a:pt x="417" y="2"/>
                  <a:pt x="416" y="2"/>
                  <a:pt x="415" y="3"/>
                </a:cubicBezTo>
                <a:cubicBezTo>
                  <a:pt x="414" y="4"/>
                  <a:pt x="414" y="6"/>
                  <a:pt x="414" y="8"/>
                </a:cubicBezTo>
                <a:close/>
              </a:path>
              <a:path w="471" h="15">
                <a:moveTo>
                  <a:pt x="425" y="15"/>
                </a:moveTo>
                <a:lnTo>
                  <a:pt x="425" y="0"/>
                </a:lnTo>
                <a:lnTo>
                  <a:pt x="427" y="0"/>
                </a:lnTo>
                <a:lnTo>
                  <a:pt x="427" y="13"/>
                </a:lnTo>
                <a:lnTo>
                  <a:pt x="433" y="13"/>
                </a:lnTo>
                <a:lnTo>
                  <a:pt x="433" y="15"/>
                </a:lnTo>
                <a:lnTo>
                  <a:pt x="425" y="15"/>
                </a:lnTo>
                <a:close/>
              </a:path>
              <a:path w="471" h="15">
                <a:moveTo>
                  <a:pt x="434" y="8"/>
                </a:moveTo>
                <a:cubicBezTo>
                  <a:pt x="434" y="5"/>
                  <a:pt x="435" y="3"/>
                  <a:pt x="436" y="2"/>
                </a:cubicBezTo>
                <a:cubicBezTo>
                  <a:pt x="437" y="1"/>
                  <a:pt x="438" y="0"/>
                  <a:pt x="440" y="0"/>
                </a:cubicBezTo>
                <a:cubicBezTo>
                  <a:pt x="441" y="0"/>
                  <a:pt x="442" y="0"/>
                  <a:pt x="443" y="1"/>
                </a:cubicBezTo>
                <a:cubicBezTo>
                  <a:pt x="444" y="2"/>
                  <a:pt x="445" y="3"/>
                  <a:pt x="445" y="4"/>
                </a:cubicBezTo>
                <a:cubicBezTo>
                  <a:pt x="446" y="5"/>
                  <a:pt x="446" y="6"/>
                  <a:pt x="446" y="8"/>
                </a:cubicBezTo>
                <a:cubicBezTo>
                  <a:pt x="446" y="9"/>
                  <a:pt x="446" y="10"/>
                  <a:pt x="445" y="11"/>
                </a:cubicBezTo>
                <a:cubicBezTo>
                  <a:pt x="445" y="13"/>
                  <a:pt x="444" y="13"/>
                  <a:pt x="443" y="14"/>
                </a:cubicBezTo>
                <a:cubicBezTo>
                  <a:pt x="442" y="15"/>
                  <a:pt x="441" y="15"/>
                  <a:pt x="440" y="15"/>
                </a:cubicBezTo>
                <a:cubicBezTo>
                  <a:pt x="439" y="15"/>
                  <a:pt x="438" y="15"/>
                  <a:pt x="437" y="14"/>
                </a:cubicBezTo>
                <a:cubicBezTo>
                  <a:pt x="436" y="13"/>
                  <a:pt x="435" y="12"/>
                  <a:pt x="435" y="11"/>
                </a:cubicBezTo>
                <a:cubicBezTo>
                  <a:pt x="434" y="10"/>
                  <a:pt x="434" y="9"/>
                  <a:pt x="434" y="8"/>
                </a:cubicBezTo>
                <a:close/>
                <a:moveTo>
                  <a:pt x="436" y="8"/>
                </a:moveTo>
                <a:cubicBezTo>
                  <a:pt x="436" y="9"/>
                  <a:pt x="436" y="11"/>
                  <a:pt x="437" y="12"/>
                </a:cubicBezTo>
                <a:cubicBezTo>
                  <a:pt x="438" y="13"/>
                  <a:pt x="439" y="13"/>
                  <a:pt x="440" y="13"/>
                </a:cubicBezTo>
                <a:cubicBezTo>
                  <a:pt x="441" y="13"/>
                  <a:pt x="442" y="13"/>
                  <a:pt x="443" y="12"/>
                </a:cubicBezTo>
                <a:cubicBezTo>
                  <a:pt x="444" y="11"/>
                  <a:pt x="444" y="9"/>
                  <a:pt x="444" y="7"/>
                </a:cubicBezTo>
                <a:cubicBezTo>
                  <a:pt x="444" y="6"/>
                  <a:pt x="444" y="5"/>
                  <a:pt x="444" y="4"/>
                </a:cubicBezTo>
                <a:cubicBezTo>
                  <a:pt x="444" y="4"/>
                  <a:pt x="443" y="3"/>
                  <a:pt x="442" y="2"/>
                </a:cubicBezTo>
                <a:cubicBezTo>
                  <a:pt x="442" y="2"/>
                  <a:pt x="441" y="2"/>
                  <a:pt x="440" y="2"/>
                </a:cubicBezTo>
                <a:cubicBezTo>
                  <a:pt x="439" y="2"/>
                  <a:pt x="438" y="2"/>
                  <a:pt x="437" y="3"/>
                </a:cubicBezTo>
                <a:cubicBezTo>
                  <a:pt x="436" y="4"/>
                  <a:pt x="436" y="6"/>
                  <a:pt x="436" y="8"/>
                </a:cubicBezTo>
                <a:close/>
              </a:path>
              <a:path w="471" h="15">
                <a:moveTo>
                  <a:pt x="454" y="9"/>
                </a:moveTo>
                <a:lnTo>
                  <a:pt x="454" y="7"/>
                </a:lnTo>
                <a:lnTo>
                  <a:pt x="459" y="7"/>
                </a:lnTo>
                <a:lnTo>
                  <a:pt x="459" y="13"/>
                </a:lnTo>
                <a:cubicBezTo>
                  <a:pt x="458" y="13"/>
                  <a:pt x="457" y="14"/>
                  <a:pt x="456" y="14"/>
                </a:cubicBezTo>
                <a:cubicBezTo>
                  <a:pt x="456" y="15"/>
                  <a:pt x="455" y="15"/>
                  <a:pt x="454" y="15"/>
                </a:cubicBezTo>
                <a:cubicBezTo>
                  <a:pt x="453" y="15"/>
                  <a:pt x="451" y="15"/>
                  <a:pt x="450" y="14"/>
                </a:cubicBezTo>
                <a:cubicBezTo>
                  <a:pt x="449" y="13"/>
                  <a:pt x="449" y="13"/>
                  <a:pt x="448" y="11"/>
                </a:cubicBezTo>
                <a:cubicBezTo>
                  <a:pt x="448" y="10"/>
                  <a:pt x="447" y="9"/>
                  <a:pt x="447" y="8"/>
                </a:cubicBezTo>
                <a:cubicBezTo>
                  <a:pt x="447" y="6"/>
                  <a:pt x="448" y="5"/>
                  <a:pt x="448" y="4"/>
                </a:cubicBezTo>
                <a:cubicBezTo>
                  <a:pt x="449" y="2"/>
                  <a:pt x="449" y="2"/>
                  <a:pt x="450" y="1"/>
                </a:cubicBezTo>
                <a:cubicBezTo>
                  <a:pt x="451" y="0"/>
                  <a:pt x="452" y="0"/>
                  <a:pt x="454" y="0"/>
                </a:cubicBezTo>
                <a:cubicBezTo>
                  <a:pt x="455" y="0"/>
                  <a:pt x="455" y="0"/>
                  <a:pt x="456" y="1"/>
                </a:cubicBezTo>
                <a:cubicBezTo>
                  <a:pt x="457" y="1"/>
                  <a:pt x="457" y="1"/>
                  <a:pt x="458" y="2"/>
                </a:cubicBezTo>
                <a:cubicBezTo>
                  <a:pt x="458" y="3"/>
                  <a:pt x="459" y="3"/>
                  <a:pt x="459" y="4"/>
                </a:cubicBezTo>
                <a:lnTo>
                  <a:pt x="457" y="5"/>
                </a:lnTo>
                <a:cubicBezTo>
                  <a:pt x="457" y="4"/>
                  <a:pt x="457" y="3"/>
                  <a:pt x="457" y="3"/>
                </a:cubicBezTo>
                <a:cubicBezTo>
                  <a:pt x="456" y="3"/>
                  <a:pt x="456" y="2"/>
                  <a:pt x="455" y="2"/>
                </a:cubicBezTo>
                <a:cubicBezTo>
                  <a:pt x="455" y="2"/>
                  <a:pt x="454" y="2"/>
                  <a:pt x="454" y="2"/>
                </a:cubicBezTo>
                <a:cubicBezTo>
                  <a:pt x="453" y="2"/>
                  <a:pt x="452" y="2"/>
                  <a:pt x="452" y="2"/>
                </a:cubicBezTo>
                <a:cubicBezTo>
                  <a:pt x="451" y="2"/>
                  <a:pt x="451" y="3"/>
                  <a:pt x="450" y="3"/>
                </a:cubicBezTo>
                <a:cubicBezTo>
                  <a:pt x="450" y="4"/>
                  <a:pt x="450" y="4"/>
                  <a:pt x="450" y="5"/>
                </a:cubicBezTo>
                <a:cubicBezTo>
                  <a:pt x="449" y="5"/>
                  <a:pt x="449" y="6"/>
                  <a:pt x="449" y="7"/>
                </a:cubicBezTo>
                <a:cubicBezTo>
                  <a:pt x="449" y="9"/>
                  <a:pt x="449" y="10"/>
                  <a:pt x="450" y="11"/>
                </a:cubicBezTo>
                <a:cubicBezTo>
                  <a:pt x="450" y="12"/>
                  <a:pt x="451" y="12"/>
                  <a:pt x="451" y="13"/>
                </a:cubicBezTo>
                <a:cubicBezTo>
                  <a:pt x="452" y="13"/>
                  <a:pt x="453" y="13"/>
                  <a:pt x="454" y="13"/>
                </a:cubicBezTo>
                <a:cubicBezTo>
                  <a:pt x="454" y="13"/>
                  <a:pt x="455" y="13"/>
                  <a:pt x="456" y="13"/>
                </a:cubicBezTo>
                <a:cubicBezTo>
                  <a:pt x="456" y="12"/>
                  <a:pt x="457" y="12"/>
                  <a:pt x="457" y="12"/>
                </a:cubicBezTo>
                <a:lnTo>
                  <a:pt x="457" y="9"/>
                </a:lnTo>
                <a:lnTo>
                  <a:pt x="454" y="9"/>
                </a:lnTo>
                <a:close/>
              </a:path>
              <a:path w="471" h="15">
                <a:moveTo>
                  <a:pt x="464" y="15"/>
                </a:moveTo>
                <a:lnTo>
                  <a:pt x="464" y="9"/>
                </a:lnTo>
                <a:lnTo>
                  <a:pt x="460" y="0"/>
                </a:lnTo>
                <a:lnTo>
                  <a:pt x="462" y="0"/>
                </a:lnTo>
                <a:lnTo>
                  <a:pt x="464" y="5"/>
                </a:lnTo>
                <a:cubicBezTo>
                  <a:pt x="465" y="5"/>
                  <a:pt x="465" y="6"/>
                  <a:pt x="465" y="7"/>
                </a:cubicBezTo>
                <a:cubicBezTo>
                  <a:pt x="466" y="6"/>
                  <a:pt x="466" y="5"/>
                  <a:pt x="467" y="5"/>
                </a:cubicBezTo>
                <a:lnTo>
                  <a:pt x="469" y="0"/>
                </a:lnTo>
                <a:lnTo>
                  <a:pt x="471" y="0"/>
                </a:lnTo>
                <a:lnTo>
                  <a:pt x="466" y="9"/>
                </a:lnTo>
                <a:lnTo>
                  <a:pt x="466" y="15"/>
                </a:lnTo>
                <a:lnTo>
                  <a:pt x="464" y="1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pic>
        <p:nvPicPr>
          <p:cNvPr id="20" name="图片 2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3251" y="124632"/>
            <a:ext cx="627347" cy="471145"/>
          </a:xfrm>
          <a:prstGeom prst="rect">
            <a:avLst/>
          </a:prstGeom>
          <a:ln>
            <a:noFill/>
          </a:ln>
        </p:spPr>
      </p:pic>
      <p:sp>
        <p:nvSpPr>
          <p:cNvPr id="21" name="分隔线"/>
          <p:cNvSpPr/>
          <p:nvPr/>
        </p:nvSpPr>
        <p:spPr>
          <a:xfrm>
            <a:off x="457200" y="896112"/>
            <a:ext cx="11228832" cy="36576"/>
          </a:xfrm>
          <a:prstGeom prst="rect">
            <a:avLst/>
          </a:prstGeom>
          <a:solidFill>
            <a:srgbClr val="00A4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关键信息条"/>
          <p:cNvSpPr/>
          <p:nvPr/>
        </p:nvSpPr>
        <p:spPr>
          <a:xfrm>
            <a:off x="502920" y="1024128"/>
            <a:ext cx="11183112" cy="45720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关键信息"/>
          <p:cNvSpPr txBox="1"/>
          <p:nvPr/>
        </p:nvSpPr>
        <p:spPr>
          <a:xfrm>
            <a:off x="685800" y="1024128"/>
            <a:ext cx="10817352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600" b="1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格式与字段的预处理已经开展；临床定义、检验方法和数据来源需进一步与院方确认。</a:t>
            </a:r>
            <a:endParaRPr lang="zh-CN" altLang="en-US" sz="1600" b="1" i="0">
              <a:solidFill>
                <a:srgbClr val="1137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结论框"/>
          <p:cNvSpPr/>
          <p:nvPr/>
        </p:nvSpPr>
        <p:spPr>
          <a:xfrm>
            <a:off x="502920" y="5870448"/>
            <a:ext cx="11183112" cy="420624"/>
          </a:xfrm>
          <a:prstGeom prst="rect">
            <a:avLst/>
          </a:prstGeom>
          <a:solidFill>
            <a:srgbClr val="FCEF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结论"/>
          <p:cNvSpPr txBox="1"/>
          <p:nvPr/>
        </p:nvSpPr>
        <p:spPr>
          <a:xfrm>
            <a:off x="685800" y="5870448"/>
            <a:ext cx="10817352" cy="420624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500" b="1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依据：</a:t>
            </a:r>
            <a:r>
              <a:rPr lang="zh-CN" altLang="en-US" sz="1500" b="0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临床字段的最终解释以双方确认的数据字典及原始病历记录为依据。</a:t>
            </a:r>
            <a:endParaRPr lang="zh-CN" altLang="en-US" sz="1500" b="0" i="0">
              <a:solidFill>
                <a:srgbClr val="1137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页脚"/>
          <p:cNvSpPr txBox="1"/>
          <p:nvPr/>
        </p:nvSpPr>
        <p:spPr>
          <a:xfrm>
            <a:off x="502920" y="6455664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050" b="0" i="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老年流感多中心数据对齐与研究协作汇报</a:t>
            </a:r>
            <a:endParaRPr lang="zh-CN" altLang="en-US" sz="1050" b="0" i="0">
              <a:solidFill>
                <a:srgbClr val="646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页码"/>
          <p:cNvSpPr txBox="1"/>
          <p:nvPr/>
        </p:nvSpPr>
        <p:spPr>
          <a:xfrm>
            <a:off x="10680192" y="6455664"/>
            <a:ext cx="100584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fld id="{66287BBA-14FF-47CA-B2B5-AA6291A6C564}" type="slidenum">
              <a:rPr lang="zh-CN" sz="105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fld>
            <a:endParaRPr lang="zh-CN" sz="1050">
              <a:solidFill>
                <a:srgbClr val="646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502920" y="1664208"/>
          <a:ext cx="11183112" cy="39319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28800"/>
                <a:gridCol w="4526280"/>
                <a:gridCol w="4828032"/>
              </a:tblGrid>
              <a:tr h="420624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450" b="1" i="0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字段类别</a:t>
                      </a:r>
                      <a:endParaRPr lang="zh-CN" altLang="en-US" sz="1450" b="1" i="0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F4E9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450" b="1" i="0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已完成的技术处理</a:t>
                      </a:r>
                      <a:endParaRPr lang="zh-CN" altLang="en-US" sz="1450" b="1" i="0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F4E9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450" b="1" i="0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需院方确认</a:t>
                      </a:r>
                      <a:endParaRPr lang="zh-CN" altLang="en-US" sz="1450" b="1" i="0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F4E94"/>
                    </a:solidFill>
                  </a:tcPr>
                </a:tc>
              </a:tr>
              <a:tr h="877824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400" b="1" i="0">
                          <a:solidFill>
                            <a:srgbClr val="11376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标识与日期</a:t>
                      </a:r>
                      <a:endParaRPr lang="zh-CN" altLang="en-US" sz="1400" b="1" i="0">
                        <a:solidFill>
                          <a:srgbClr val="11376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400" b="0" i="0">
                          <a:solidFill>
                            <a:srgbClr val="2731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兼容表头、跨行与混合日期格式</a:t>
                      </a:r>
                      <a:br>
                        <a:rPr lang="zh-CN" sz="140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</a:br>
                      <a:r>
                        <a:rPr lang="zh-CN" altLang="en-US" sz="1400" b="0" i="0">
                          <a:solidFill>
                            <a:srgbClr val="2731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年份笔误在住院时间窗内修正并标记（105 条）</a:t>
                      </a:r>
                      <a:endParaRPr lang="zh-CN" altLang="en-US" sz="1400" b="0" i="0">
                        <a:solidFill>
                          <a:srgbClr val="2731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400" b="0" i="0">
                          <a:solidFill>
                            <a:srgbClr val="2731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重复病案号、个别年份</a:t>
                      </a:r>
                      <a:br>
                        <a:rPr lang="zh-CN" sz="140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</a:br>
                      <a:r>
                        <a:rPr lang="zh-CN" altLang="en-US" sz="1400" b="0" i="0">
                          <a:solidFill>
                            <a:srgbClr val="2731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CRF 表头 TRT009 重复（ECMO 与“其他治疗”）</a:t>
                      </a:r>
                      <a:endParaRPr lang="zh-CN" altLang="en-US" sz="1400" b="0" i="0">
                        <a:solidFill>
                          <a:srgbClr val="2731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EF6E0"/>
                    </a:solidFill>
                  </a:tcPr>
                </a:tc>
              </a:tr>
              <a:tr h="877824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400" b="1" i="0">
                          <a:solidFill>
                            <a:srgbClr val="11376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检验与单位</a:t>
                      </a:r>
                      <a:endParaRPr lang="zh-CN" altLang="en-US" sz="1400" b="1" i="0">
                        <a:solidFill>
                          <a:srgbClr val="11376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400" b="0" i="0">
                          <a:solidFill>
                            <a:srgbClr val="2731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按标本区分同名检验（如尿 / 血肌酐）</a:t>
                      </a:r>
                      <a:br>
                        <a:rPr lang="zh-CN" sz="140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</a:br>
                      <a:r>
                        <a:rPr lang="zh-CN" altLang="en-US" sz="1400" b="0" i="0">
                          <a:solidFill>
                            <a:srgbClr val="2731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统一单位，并保留原单位</a:t>
                      </a:r>
                      <a:endParaRPr lang="zh-CN" altLang="en-US" sz="1400" b="0" i="0">
                        <a:solidFill>
                          <a:srgbClr val="2731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400" b="0" i="0">
                          <a:solidFill>
                            <a:srgbClr val="2731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IL-6、铁蛋白的单位与检测方法</a:t>
                      </a:r>
                      <a:br>
                        <a:rPr lang="zh-CN" sz="140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</a:br>
                      <a:r>
                        <a:rPr lang="zh-CN" altLang="en-US" sz="1400" b="0" i="0">
                          <a:solidFill>
                            <a:srgbClr val="2731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D-二聚体为 FEU 还是 DDU（相差约 2 倍）</a:t>
                      </a:r>
                      <a:endParaRPr lang="zh-CN" altLang="en-US" sz="1400" b="0" i="0">
                        <a:solidFill>
                          <a:srgbClr val="2731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EF6E0"/>
                    </a:solidFill>
                  </a:tcPr>
                </a:tc>
              </a:tr>
              <a:tr h="877824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400" b="1" i="0">
                          <a:solidFill>
                            <a:srgbClr val="11376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治疗与并发症</a:t>
                      </a:r>
                      <a:endParaRPr lang="zh-CN" altLang="en-US" sz="1400" b="1" i="0">
                        <a:solidFill>
                          <a:srgbClr val="11376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400" b="0" i="0">
                          <a:solidFill>
                            <a:srgbClr val="2731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建立治疗 / 诊断候选提取规则</a:t>
                      </a:r>
                      <a:br>
                        <a:rPr lang="zh-CN" sz="140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</a:br>
                      <a:r>
                        <a:rPr lang="zh-CN" altLang="en-US" sz="1400" b="0" i="0">
                          <a:solidFill>
                            <a:srgbClr val="2731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区分入院时已存在与住院后新发</a:t>
                      </a:r>
                      <a:endParaRPr lang="zh-CN" altLang="en-US" sz="1400" b="0" i="0">
                        <a:solidFill>
                          <a:srgbClr val="2731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400" b="0" i="0">
                          <a:solidFill>
                            <a:srgbClr val="2731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医嘱执行时间；急性肾损伤的判定标准</a:t>
                      </a:r>
                      <a:br>
                        <a:rPr lang="zh-CN" sz="140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</a:br>
                      <a:r>
                        <a:rPr lang="zh-CN" altLang="en-US" sz="1400" b="0" i="0">
                          <a:solidFill>
                            <a:srgbClr val="2731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并发症“判定依据”编码 1–4 的含义</a:t>
                      </a:r>
                      <a:endParaRPr lang="zh-CN" altLang="en-US" sz="1400" b="0" i="0">
                        <a:solidFill>
                          <a:srgbClr val="2731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EF6E0"/>
                    </a:solidFill>
                  </a:tcPr>
                </a:tc>
              </a:tr>
              <a:tr h="877824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400" b="1" i="0">
                          <a:solidFill>
                            <a:srgbClr val="11376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缺失与隐私</a:t>
                      </a:r>
                      <a:endParaRPr lang="zh-CN" altLang="en-US" sz="1400" b="1" i="0">
                        <a:solidFill>
                          <a:srgbClr val="11376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400" b="0" i="0">
                          <a:solidFill>
                            <a:srgbClr val="2731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人口学关联与隐私清洗</a:t>
                      </a:r>
                      <a:br>
                        <a:rPr lang="zh-CN" sz="140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</a:br>
                      <a:r>
                        <a:rPr lang="zh-CN" altLang="en-US" sz="1400" b="0" i="0">
                          <a:solidFill>
                            <a:srgbClr val="2731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逐文件隐私审计 0 命中</a:t>
                      </a:r>
                      <a:endParaRPr lang="zh-CN" altLang="en-US" sz="1400" b="0" i="0">
                        <a:solidFill>
                          <a:srgbClr val="2731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400" b="0" i="0">
                          <a:solidFill>
                            <a:srgbClr val="2731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空白、未记录与重复记录的含义</a:t>
                      </a:r>
                      <a:br>
                        <a:rPr lang="zh-CN" sz="140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</a:br>
                      <a:r>
                        <a:rPr lang="zh-CN" altLang="en-US" sz="1400" b="0" i="0">
                          <a:solidFill>
                            <a:srgbClr val="2731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（如空白是否代表“未评估”）</a:t>
                      </a:r>
                      <a:endParaRPr lang="zh-CN" altLang="en-US" sz="1400" b="0" i="0">
                        <a:solidFill>
                          <a:srgbClr val="2731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EF6E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顶部色条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F4E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标题栏"/>
          <p:cNvSpPr/>
          <p:nvPr/>
        </p:nvSpPr>
        <p:spPr>
          <a:xfrm>
            <a:off x="0" y="219456"/>
            <a:ext cx="9418320" cy="530352"/>
          </a:xfrm>
          <a:prstGeom prst="rect">
            <a:avLst/>
          </a:prstGeom>
          <a:solidFill>
            <a:srgbClr val="4075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章节标签"/>
          <p:cNvSpPr/>
          <p:nvPr/>
        </p:nvSpPr>
        <p:spPr>
          <a:xfrm>
            <a:off x="320040" y="301752"/>
            <a:ext cx="844296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 i="0">
                <a:solidFill>
                  <a:srgbClr val="1F4E9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下一步</a:t>
            </a:r>
            <a:endParaRPr lang="zh-CN" altLang="en-US" sz="1400" b="1" i="0">
              <a:solidFill>
                <a:srgbClr val="1F4E9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标题"/>
          <p:cNvSpPr txBox="1"/>
          <p:nvPr/>
        </p:nvSpPr>
        <p:spPr>
          <a:xfrm>
            <a:off x="1310640" y="219456"/>
            <a:ext cx="7970520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2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建议共同推进的核实事项</a:t>
            </a:r>
            <a:endParaRPr lang="zh-CN" altLang="en-US" sz="22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Rectangle 7"/>
          <p:cNvSpPr>
            <a:spLocks noGrp="1"/>
          </p:cNvSpPr>
          <p:nvPr/>
        </p:nvSpPr>
        <p:spPr>
          <a:xfrm>
            <a:off x="9971521" y="467514"/>
            <a:ext cx="180331" cy="6350"/>
          </a:xfrm>
          <a:prstGeom prst="rect">
            <a:avLst/>
          </a:prstGeom>
          <a:solidFill>
            <a:srgbClr val="005A9F"/>
          </a:solidFill>
          <a:ln>
            <a:noFill/>
          </a:ln>
        </p:spPr>
      </p:sp>
      <p:sp>
        <p:nvSpPr>
          <p:cNvPr id="7" name="Freeform 8"/>
          <p:cNvSpPr>
            <a:spLocks noGrp="1"/>
          </p:cNvSpPr>
          <p:nvPr/>
        </p:nvSpPr>
        <p:spPr>
          <a:xfrm>
            <a:off x="9862306" y="238926"/>
            <a:ext cx="400029" cy="256527"/>
          </a:xfrm>
          <a:custGeom>
            <a:avLst/>
            <a:gdLst/>
            <a:ahLst/>
            <a:cxnLst/>
            <a:rect l="l" t="t" r="r" b="b"/>
            <a:pathLst>
              <a:path w="259" h="165">
                <a:moveTo>
                  <a:pt x="129" y="4"/>
                </a:moveTo>
                <a:cubicBezTo>
                  <a:pt x="198" y="4"/>
                  <a:pt x="255" y="39"/>
                  <a:pt x="255" y="83"/>
                </a:cubicBezTo>
                <a:cubicBezTo>
                  <a:pt x="255" y="126"/>
                  <a:pt x="198" y="161"/>
                  <a:pt x="129" y="161"/>
                </a:cubicBezTo>
                <a:cubicBezTo>
                  <a:pt x="61" y="161"/>
                  <a:pt x="4" y="126"/>
                  <a:pt x="4" y="83"/>
                </a:cubicBezTo>
                <a:cubicBezTo>
                  <a:pt x="4" y="39"/>
                  <a:pt x="61" y="4"/>
                  <a:pt x="129" y="4"/>
                </a:cubicBezTo>
                <a:close/>
                <a:moveTo>
                  <a:pt x="129" y="0"/>
                </a:moveTo>
                <a:cubicBezTo>
                  <a:pt x="201" y="0"/>
                  <a:pt x="259" y="37"/>
                  <a:pt x="259" y="83"/>
                </a:cubicBezTo>
                <a:cubicBezTo>
                  <a:pt x="259" y="128"/>
                  <a:pt x="201" y="165"/>
                  <a:pt x="129" y="165"/>
                </a:cubicBezTo>
                <a:cubicBezTo>
                  <a:pt x="58" y="165"/>
                  <a:pt x="0" y="128"/>
                  <a:pt x="0" y="83"/>
                </a:cubicBezTo>
                <a:cubicBezTo>
                  <a:pt x="0" y="37"/>
                  <a:pt x="58" y="0"/>
                  <a:pt x="129" y="0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8" name="Freeform 9"/>
          <p:cNvSpPr>
            <a:spLocks noGrp="1"/>
          </p:cNvSpPr>
          <p:nvPr/>
        </p:nvSpPr>
        <p:spPr>
          <a:xfrm>
            <a:off x="9899134" y="238926"/>
            <a:ext cx="326373" cy="256527"/>
          </a:xfrm>
          <a:custGeom>
            <a:avLst/>
            <a:gdLst/>
            <a:ahLst/>
            <a:cxnLst/>
            <a:rect l="l" t="t" r="r" b="b"/>
            <a:pathLst>
              <a:path w="211" h="165">
                <a:moveTo>
                  <a:pt x="105" y="4"/>
                </a:moveTo>
                <a:cubicBezTo>
                  <a:pt x="161" y="4"/>
                  <a:pt x="207" y="39"/>
                  <a:pt x="207" y="83"/>
                </a:cubicBezTo>
                <a:cubicBezTo>
                  <a:pt x="207" y="126"/>
                  <a:pt x="161" y="161"/>
                  <a:pt x="105" y="161"/>
                </a:cubicBezTo>
                <a:cubicBezTo>
                  <a:pt x="50" y="161"/>
                  <a:pt x="4" y="126"/>
                  <a:pt x="4" y="83"/>
                </a:cubicBezTo>
                <a:cubicBezTo>
                  <a:pt x="4" y="39"/>
                  <a:pt x="50" y="4"/>
                  <a:pt x="105" y="4"/>
                </a:cubicBezTo>
                <a:close/>
                <a:moveTo>
                  <a:pt x="105" y="0"/>
                </a:moveTo>
                <a:cubicBezTo>
                  <a:pt x="163" y="0"/>
                  <a:pt x="211" y="37"/>
                  <a:pt x="211" y="83"/>
                </a:cubicBezTo>
                <a:cubicBezTo>
                  <a:pt x="211" y="128"/>
                  <a:pt x="163" y="165"/>
                  <a:pt x="105" y="165"/>
                </a:cubicBezTo>
                <a:cubicBezTo>
                  <a:pt x="48" y="165"/>
                  <a:pt x="0" y="128"/>
                  <a:pt x="0" y="83"/>
                </a:cubicBezTo>
                <a:cubicBezTo>
                  <a:pt x="0" y="37"/>
                  <a:pt x="48" y="0"/>
                  <a:pt x="105" y="0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9" name="Freeform 10"/>
          <p:cNvSpPr>
            <a:spLocks noGrp="1"/>
          </p:cNvSpPr>
          <p:nvPr/>
        </p:nvSpPr>
        <p:spPr>
          <a:xfrm>
            <a:off x="9777221" y="157650"/>
            <a:ext cx="568930" cy="412729"/>
          </a:xfrm>
          <a:custGeom>
            <a:avLst/>
            <a:gdLst/>
            <a:ahLst/>
            <a:cxnLst/>
            <a:rect l="l" t="t" r="r" b="b"/>
            <a:pathLst>
              <a:path w="368" h="265">
                <a:moveTo>
                  <a:pt x="184" y="0"/>
                </a:moveTo>
                <a:cubicBezTo>
                  <a:pt x="286" y="0"/>
                  <a:pt x="368" y="60"/>
                  <a:pt x="368" y="133"/>
                </a:cubicBezTo>
                <a:cubicBezTo>
                  <a:pt x="368" y="206"/>
                  <a:pt x="286" y="265"/>
                  <a:pt x="184" y="265"/>
                </a:cubicBezTo>
                <a:cubicBezTo>
                  <a:pt x="83" y="265"/>
                  <a:pt x="0" y="206"/>
                  <a:pt x="0" y="133"/>
                </a:cubicBezTo>
                <a:cubicBezTo>
                  <a:pt x="0" y="60"/>
                  <a:pt x="83" y="0"/>
                  <a:pt x="184" y="0"/>
                </a:cubicBezTo>
                <a:close/>
                <a:moveTo>
                  <a:pt x="184" y="7"/>
                </a:moveTo>
                <a:cubicBezTo>
                  <a:pt x="280" y="7"/>
                  <a:pt x="359" y="64"/>
                  <a:pt x="359" y="133"/>
                </a:cubicBezTo>
                <a:cubicBezTo>
                  <a:pt x="359" y="202"/>
                  <a:pt x="280" y="258"/>
                  <a:pt x="184" y="258"/>
                </a:cubicBezTo>
                <a:cubicBezTo>
                  <a:pt x="88" y="258"/>
                  <a:pt x="9" y="202"/>
                  <a:pt x="9" y="133"/>
                </a:cubicBezTo>
                <a:cubicBezTo>
                  <a:pt x="9" y="64"/>
                  <a:pt x="88" y="7"/>
                  <a:pt x="184" y="7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0" name="Freeform 11"/>
          <p:cNvSpPr>
            <a:spLocks noGrp="1"/>
          </p:cNvSpPr>
          <p:nvPr/>
        </p:nvSpPr>
        <p:spPr>
          <a:xfrm>
            <a:off x="10007079" y="447195"/>
            <a:ext cx="107944" cy="17779"/>
          </a:xfrm>
          <a:custGeom>
            <a:avLst/>
            <a:gdLst/>
            <a:ahLst/>
            <a:cxnLst/>
            <a:rect l="l" t="t" r="r" b="b"/>
            <a:pathLst>
              <a:path w="70" h="11">
                <a:moveTo>
                  <a:pt x="0" y="0"/>
                </a:moveTo>
                <a:lnTo>
                  <a:pt x="1" y="0"/>
                </a:lnTo>
                <a:lnTo>
                  <a:pt x="2" y="6"/>
                </a:lnTo>
                <a:cubicBezTo>
                  <a:pt x="3" y="6"/>
                  <a:pt x="3" y="7"/>
                  <a:pt x="3" y="7"/>
                </a:cubicBezTo>
                <a:cubicBezTo>
                  <a:pt x="3" y="7"/>
                  <a:pt x="3" y="8"/>
                  <a:pt x="3" y="8"/>
                </a:cubicBezTo>
                <a:cubicBezTo>
                  <a:pt x="3" y="8"/>
                  <a:pt x="3" y="7"/>
                  <a:pt x="3" y="6"/>
                </a:cubicBezTo>
                <a:cubicBezTo>
                  <a:pt x="3" y="6"/>
                  <a:pt x="3" y="6"/>
                  <a:pt x="3" y="6"/>
                </a:cubicBezTo>
                <a:lnTo>
                  <a:pt x="4" y="0"/>
                </a:lnTo>
                <a:lnTo>
                  <a:pt x="5" y="0"/>
                </a:lnTo>
                <a:lnTo>
                  <a:pt x="7" y="6"/>
                </a:lnTo>
                <a:cubicBezTo>
                  <a:pt x="7" y="6"/>
                  <a:pt x="7" y="7"/>
                  <a:pt x="7" y="7"/>
                </a:cubicBezTo>
                <a:cubicBezTo>
                  <a:pt x="7" y="7"/>
                  <a:pt x="7" y="8"/>
                  <a:pt x="7" y="8"/>
                </a:cubicBezTo>
                <a:cubicBezTo>
                  <a:pt x="7" y="8"/>
                  <a:pt x="7" y="7"/>
                  <a:pt x="7" y="7"/>
                </a:cubicBezTo>
                <a:cubicBezTo>
                  <a:pt x="7" y="7"/>
                  <a:pt x="7" y="6"/>
                  <a:pt x="7" y="6"/>
                </a:cubicBezTo>
                <a:lnTo>
                  <a:pt x="8" y="0"/>
                </a:lnTo>
                <a:lnTo>
                  <a:pt x="10" y="0"/>
                </a:lnTo>
                <a:lnTo>
                  <a:pt x="7" y="10"/>
                </a:lnTo>
                <a:lnTo>
                  <a:pt x="6" y="10"/>
                </a:lnTo>
                <a:lnTo>
                  <a:pt x="5" y="5"/>
                </a:lnTo>
                <a:cubicBezTo>
                  <a:pt x="5" y="4"/>
                  <a:pt x="5" y="4"/>
                  <a:pt x="5" y="4"/>
                </a:cubicBezTo>
                <a:cubicBezTo>
                  <a:pt x="5" y="3"/>
                  <a:pt x="5" y="3"/>
                  <a:pt x="5" y="2"/>
                </a:cubicBezTo>
                <a:cubicBezTo>
                  <a:pt x="5" y="3"/>
                  <a:pt x="5" y="3"/>
                  <a:pt x="5" y="4"/>
                </a:cubicBezTo>
                <a:cubicBezTo>
                  <a:pt x="5" y="4"/>
                  <a:pt x="5" y="4"/>
                  <a:pt x="4" y="5"/>
                </a:cubicBezTo>
                <a:lnTo>
                  <a:pt x="3" y="10"/>
                </a:lnTo>
                <a:lnTo>
                  <a:pt x="2" y="10"/>
                </a:lnTo>
                <a:lnTo>
                  <a:pt x="0" y="0"/>
                </a:lnTo>
                <a:close/>
              </a:path>
              <a:path w="70" h="11">
                <a:moveTo>
                  <a:pt x="10" y="0"/>
                </a:moveTo>
                <a:lnTo>
                  <a:pt x="12" y="0"/>
                </a:lnTo>
                <a:lnTo>
                  <a:pt x="12" y="7"/>
                </a:lnTo>
                <a:cubicBezTo>
                  <a:pt x="12" y="8"/>
                  <a:pt x="12" y="8"/>
                  <a:pt x="12" y="9"/>
                </a:cubicBezTo>
                <a:cubicBezTo>
                  <a:pt x="12" y="9"/>
                  <a:pt x="13" y="9"/>
                  <a:pt x="13" y="9"/>
                </a:cubicBezTo>
                <a:cubicBezTo>
                  <a:pt x="14" y="9"/>
                  <a:pt x="14" y="9"/>
                  <a:pt x="15" y="9"/>
                </a:cubicBezTo>
                <a:cubicBezTo>
                  <a:pt x="15" y="8"/>
                  <a:pt x="15" y="8"/>
                  <a:pt x="15" y="7"/>
                </a:cubicBezTo>
                <a:lnTo>
                  <a:pt x="15" y="0"/>
                </a:lnTo>
                <a:lnTo>
                  <a:pt x="16" y="0"/>
                </a:lnTo>
                <a:lnTo>
                  <a:pt x="16" y="7"/>
                </a:lnTo>
                <a:cubicBezTo>
                  <a:pt x="16" y="8"/>
                  <a:pt x="16" y="9"/>
                  <a:pt x="15" y="10"/>
                </a:cubicBezTo>
                <a:cubicBezTo>
                  <a:pt x="15" y="10"/>
                  <a:pt x="14" y="11"/>
                  <a:pt x="13" y="11"/>
                </a:cubicBezTo>
                <a:cubicBezTo>
                  <a:pt x="12" y="11"/>
                  <a:pt x="12" y="10"/>
                  <a:pt x="11" y="10"/>
                </a:cubicBezTo>
                <a:cubicBezTo>
                  <a:pt x="11" y="9"/>
                  <a:pt x="10" y="8"/>
                  <a:pt x="10" y="7"/>
                </a:cubicBezTo>
                <a:lnTo>
                  <a:pt x="10" y="0"/>
                </a:lnTo>
                <a:close/>
              </a:path>
              <a:path w="70" h="11">
                <a:moveTo>
                  <a:pt x="18" y="0"/>
                </a:moveTo>
                <a:lnTo>
                  <a:pt x="19" y="0"/>
                </a:lnTo>
                <a:lnTo>
                  <a:pt x="19" y="4"/>
                </a:lnTo>
                <a:lnTo>
                  <a:pt x="22" y="4"/>
                </a:lnTo>
                <a:lnTo>
                  <a:pt x="22" y="0"/>
                </a:lnTo>
                <a:lnTo>
                  <a:pt x="23" y="0"/>
                </a:lnTo>
                <a:lnTo>
                  <a:pt x="23" y="10"/>
                </a:lnTo>
                <a:lnTo>
                  <a:pt x="22" y="10"/>
                </a:lnTo>
                <a:lnTo>
                  <a:pt x="22" y="6"/>
                </a:lnTo>
                <a:lnTo>
                  <a:pt x="19" y="6"/>
                </a:lnTo>
                <a:lnTo>
                  <a:pt x="19" y="10"/>
                </a:lnTo>
                <a:lnTo>
                  <a:pt x="18" y="10"/>
                </a:lnTo>
                <a:lnTo>
                  <a:pt x="18" y="0"/>
                </a:lnTo>
                <a:close/>
              </a:path>
              <a:path w="70" h="11">
                <a:moveTo>
                  <a:pt x="26" y="0"/>
                </a:moveTo>
                <a:lnTo>
                  <a:pt x="28" y="0"/>
                </a:lnTo>
                <a:lnTo>
                  <a:pt x="30" y="10"/>
                </a:lnTo>
                <a:lnTo>
                  <a:pt x="29" y="10"/>
                </a:lnTo>
                <a:lnTo>
                  <a:pt x="29" y="8"/>
                </a:lnTo>
                <a:lnTo>
                  <a:pt x="26" y="8"/>
                </a:lnTo>
                <a:lnTo>
                  <a:pt x="25" y="10"/>
                </a:lnTo>
                <a:lnTo>
                  <a:pt x="24" y="10"/>
                </a:lnTo>
                <a:lnTo>
                  <a:pt x="26" y="0"/>
                </a:lnTo>
                <a:close/>
                <a:moveTo>
                  <a:pt x="27" y="1"/>
                </a:moveTo>
                <a:lnTo>
                  <a:pt x="26" y="6"/>
                </a:lnTo>
                <a:lnTo>
                  <a:pt x="28" y="6"/>
                </a:lnTo>
                <a:lnTo>
                  <a:pt x="27" y="1"/>
                </a:lnTo>
                <a:close/>
              </a:path>
              <a:path w="70" h="11">
                <a:moveTo>
                  <a:pt x="31" y="0"/>
                </a:moveTo>
                <a:lnTo>
                  <a:pt x="32" y="0"/>
                </a:lnTo>
                <a:lnTo>
                  <a:pt x="35" y="6"/>
                </a:lnTo>
                <a:cubicBezTo>
                  <a:pt x="35" y="6"/>
                  <a:pt x="35" y="7"/>
                  <a:pt x="35" y="7"/>
                </a:cubicBezTo>
                <a:cubicBezTo>
                  <a:pt x="36" y="7"/>
                  <a:pt x="36" y="8"/>
                  <a:pt x="36" y="8"/>
                </a:cubicBezTo>
                <a:cubicBezTo>
                  <a:pt x="36" y="8"/>
                  <a:pt x="36" y="7"/>
                  <a:pt x="36" y="7"/>
                </a:cubicBezTo>
                <a:cubicBezTo>
                  <a:pt x="36" y="7"/>
                  <a:pt x="36" y="6"/>
                  <a:pt x="36" y="6"/>
                </a:cubicBezTo>
                <a:lnTo>
                  <a:pt x="36" y="0"/>
                </a:lnTo>
                <a:lnTo>
                  <a:pt x="37" y="0"/>
                </a:lnTo>
                <a:lnTo>
                  <a:pt x="37" y="10"/>
                </a:lnTo>
                <a:lnTo>
                  <a:pt x="36" y="10"/>
                </a:lnTo>
                <a:lnTo>
                  <a:pt x="33" y="4"/>
                </a:lnTo>
                <a:cubicBezTo>
                  <a:pt x="33" y="4"/>
                  <a:pt x="33" y="4"/>
                  <a:pt x="33" y="3"/>
                </a:cubicBezTo>
                <a:cubicBezTo>
                  <a:pt x="32" y="3"/>
                  <a:pt x="32" y="2"/>
                  <a:pt x="32" y="2"/>
                </a:cubicBezTo>
                <a:cubicBezTo>
                  <a:pt x="32" y="2"/>
                  <a:pt x="32" y="2"/>
                  <a:pt x="32" y="3"/>
                </a:cubicBezTo>
                <a:cubicBezTo>
                  <a:pt x="32" y="3"/>
                  <a:pt x="32" y="4"/>
                  <a:pt x="32" y="4"/>
                </a:cubicBezTo>
                <a:lnTo>
                  <a:pt x="32" y="10"/>
                </a:lnTo>
                <a:lnTo>
                  <a:pt x="31" y="10"/>
                </a:lnTo>
                <a:lnTo>
                  <a:pt x="31" y="0"/>
                </a:lnTo>
                <a:close/>
              </a:path>
              <a:path w="70" h="11">
                <a:moveTo>
                  <a:pt x="46" y="3"/>
                </a:moveTo>
                <a:lnTo>
                  <a:pt x="45" y="3"/>
                </a:lnTo>
                <a:cubicBezTo>
                  <a:pt x="45" y="3"/>
                  <a:pt x="45" y="2"/>
                  <a:pt x="44" y="2"/>
                </a:cubicBezTo>
                <a:cubicBezTo>
                  <a:pt x="44" y="1"/>
                  <a:pt x="44" y="1"/>
                  <a:pt x="43" y="1"/>
                </a:cubicBezTo>
                <a:cubicBezTo>
                  <a:pt x="43" y="1"/>
                  <a:pt x="42" y="2"/>
                  <a:pt x="42" y="2"/>
                </a:cubicBezTo>
                <a:cubicBezTo>
                  <a:pt x="42" y="3"/>
                  <a:pt x="42" y="4"/>
                  <a:pt x="42" y="5"/>
                </a:cubicBezTo>
                <a:cubicBezTo>
                  <a:pt x="42" y="7"/>
                  <a:pt x="42" y="8"/>
                  <a:pt x="42" y="8"/>
                </a:cubicBezTo>
                <a:cubicBezTo>
                  <a:pt x="42" y="9"/>
                  <a:pt x="43" y="9"/>
                  <a:pt x="43" y="9"/>
                </a:cubicBezTo>
                <a:cubicBezTo>
                  <a:pt x="44" y="9"/>
                  <a:pt x="44" y="9"/>
                  <a:pt x="45" y="9"/>
                </a:cubicBezTo>
                <a:cubicBezTo>
                  <a:pt x="45" y="8"/>
                  <a:pt x="45" y="8"/>
                  <a:pt x="45" y="7"/>
                </a:cubicBezTo>
                <a:lnTo>
                  <a:pt x="46" y="8"/>
                </a:lnTo>
                <a:cubicBezTo>
                  <a:pt x="46" y="9"/>
                  <a:pt x="46" y="9"/>
                  <a:pt x="45" y="10"/>
                </a:cubicBezTo>
                <a:cubicBezTo>
                  <a:pt x="45" y="10"/>
                  <a:pt x="44" y="11"/>
                  <a:pt x="43" y="11"/>
                </a:cubicBezTo>
                <a:cubicBezTo>
                  <a:pt x="42" y="11"/>
                  <a:pt x="42" y="10"/>
                  <a:pt x="41" y="9"/>
                </a:cubicBezTo>
                <a:cubicBezTo>
                  <a:pt x="41" y="8"/>
                  <a:pt x="40" y="7"/>
                  <a:pt x="40" y="5"/>
                </a:cubicBezTo>
                <a:cubicBezTo>
                  <a:pt x="40" y="4"/>
                  <a:pt x="41" y="2"/>
                  <a:pt x="41" y="1"/>
                </a:cubicBezTo>
                <a:cubicBezTo>
                  <a:pt x="42" y="0"/>
                  <a:pt x="43" y="0"/>
                  <a:pt x="43" y="0"/>
                </a:cubicBezTo>
                <a:cubicBezTo>
                  <a:pt x="44" y="0"/>
                  <a:pt x="45" y="0"/>
                  <a:pt x="45" y="1"/>
                </a:cubicBezTo>
                <a:cubicBezTo>
                  <a:pt x="46" y="1"/>
                  <a:pt x="46" y="2"/>
                  <a:pt x="46" y="3"/>
                </a:cubicBezTo>
                <a:close/>
              </a:path>
              <a:path w="70" h="11">
                <a:moveTo>
                  <a:pt x="47" y="0"/>
                </a:moveTo>
                <a:lnTo>
                  <a:pt x="48" y="0"/>
                </a:lnTo>
                <a:lnTo>
                  <a:pt x="48" y="4"/>
                </a:lnTo>
                <a:lnTo>
                  <a:pt x="52" y="4"/>
                </a:lnTo>
                <a:lnTo>
                  <a:pt x="52" y="0"/>
                </a:lnTo>
                <a:lnTo>
                  <a:pt x="53" y="0"/>
                </a:lnTo>
                <a:lnTo>
                  <a:pt x="53" y="10"/>
                </a:lnTo>
                <a:lnTo>
                  <a:pt x="52" y="10"/>
                </a:lnTo>
                <a:lnTo>
                  <a:pt x="52" y="6"/>
                </a:lnTo>
                <a:lnTo>
                  <a:pt x="48" y="6"/>
                </a:lnTo>
                <a:lnTo>
                  <a:pt x="48" y="10"/>
                </a:lnTo>
                <a:lnTo>
                  <a:pt x="47" y="10"/>
                </a:lnTo>
                <a:lnTo>
                  <a:pt x="47" y="0"/>
                </a:lnTo>
                <a:close/>
              </a:path>
              <a:path w="70" h="11">
                <a:moveTo>
                  <a:pt x="55" y="0"/>
                </a:moveTo>
                <a:lnTo>
                  <a:pt x="56" y="0"/>
                </a:lnTo>
                <a:lnTo>
                  <a:pt x="56" y="10"/>
                </a:lnTo>
                <a:lnTo>
                  <a:pt x="55" y="10"/>
                </a:lnTo>
                <a:lnTo>
                  <a:pt x="55" y="0"/>
                </a:lnTo>
                <a:close/>
              </a:path>
              <a:path w="70" h="11">
                <a:moveTo>
                  <a:pt x="57" y="0"/>
                </a:moveTo>
                <a:lnTo>
                  <a:pt x="59" y="0"/>
                </a:lnTo>
                <a:lnTo>
                  <a:pt x="61" y="6"/>
                </a:lnTo>
                <a:cubicBezTo>
                  <a:pt x="61" y="6"/>
                  <a:pt x="61" y="7"/>
                  <a:pt x="62" y="7"/>
                </a:cubicBezTo>
                <a:cubicBezTo>
                  <a:pt x="62" y="7"/>
                  <a:pt x="62" y="8"/>
                  <a:pt x="62" y="8"/>
                </a:cubicBezTo>
                <a:cubicBezTo>
                  <a:pt x="62" y="8"/>
                  <a:pt x="62" y="7"/>
                  <a:pt x="62" y="7"/>
                </a:cubicBezTo>
                <a:cubicBezTo>
                  <a:pt x="62" y="7"/>
                  <a:pt x="62" y="6"/>
                  <a:pt x="62" y="6"/>
                </a:cubicBezTo>
                <a:lnTo>
                  <a:pt x="62" y="0"/>
                </a:lnTo>
                <a:lnTo>
                  <a:pt x="63" y="0"/>
                </a:lnTo>
                <a:lnTo>
                  <a:pt x="63" y="10"/>
                </a:lnTo>
                <a:lnTo>
                  <a:pt x="62" y="10"/>
                </a:lnTo>
                <a:lnTo>
                  <a:pt x="59" y="4"/>
                </a:lnTo>
                <a:cubicBezTo>
                  <a:pt x="59" y="4"/>
                  <a:pt x="59" y="4"/>
                  <a:pt x="59" y="3"/>
                </a:cubicBezTo>
                <a:cubicBezTo>
                  <a:pt x="59" y="3"/>
                  <a:pt x="59" y="2"/>
                  <a:pt x="58" y="2"/>
                </a:cubicBezTo>
                <a:cubicBezTo>
                  <a:pt x="58" y="2"/>
                  <a:pt x="58" y="2"/>
                  <a:pt x="58" y="3"/>
                </a:cubicBezTo>
                <a:cubicBezTo>
                  <a:pt x="58" y="3"/>
                  <a:pt x="58" y="4"/>
                  <a:pt x="58" y="4"/>
                </a:cubicBezTo>
                <a:lnTo>
                  <a:pt x="58" y="10"/>
                </a:lnTo>
                <a:lnTo>
                  <a:pt x="57" y="10"/>
                </a:lnTo>
                <a:lnTo>
                  <a:pt x="57" y="0"/>
                </a:lnTo>
                <a:close/>
              </a:path>
              <a:path w="70" h="11">
                <a:moveTo>
                  <a:pt x="66" y="0"/>
                </a:moveTo>
                <a:lnTo>
                  <a:pt x="68" y="0"/>
                </a:lnTo>
                <a:lnTo>
                  <a:pt x="70" y="10"/>
                </a:lnTo>
                <a:lnTo>
                  <a:pt x="69" y="10"/>
                </a:lnTo>
                <a:lnTo>
                  <a:pt x="68" y="8"/>
                </a:lnTo>
                <a:lnTo>
                  <a:pt x="66" y="8"/>
                </a:lnTo>
                <a:lnTo>
                  <a:pt x="65" y="10"/>
                </a:lnTo>
                <a:lnTo>
                  <a:pt x="64" y="10"/>
                </a:lnTo>
                <a:lnTo>
                  <a:pt x="66" y="0"/>
                </a:lnTo>
                <a:close/>
                <a:moveTo>
                  <a:pt x="67" y="1"/>
                </a:moveTo>
                <a:lnTo>
                  <a:pt x="66" y="6"/>
                </a:lnTo>
                <a:lnTo>
                  <a:pt x="68" y="6"/>
                </a:lnTo>
                <a:lnTo>
                  <a:pt x="67" y="1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1" name="Freeform 12"/>
          <p:cNvSpPr>
            <a:spLocks noGrp="1"/>
          </p:cNvSpPr>
          <p:nvPr/>
        </p:nvSpPr>
        <p:spPr>
          <a:xfrm>
            <a:off x="9914374" y="411637"/>
            <a:ext cx="297165" cy="30478"/>
          </a:xfrm>
          <a:custGeom>
            <a:avLst/>
            <a:gdLst/>
            <a:ahLst/>
            <a:cxnLst/>
            <a:rect l="l" t="t" r="r" b="b"/>
            <a:pathLst>
              <a:path w="192" h="20">
                <a:moveTo>
                  <a:pt x="0" y="0"/>
                </a:moveTo>
                <a:lnTo>
                  <a:pt x="192" y="0"/>
                </a:lnTo>
                <a:cubicBezTo>
                  <a:pt x="189" y="7"/>
                  <a:pt x="184" y="13"/>
                  <a:pt x="177" y="20"/>
                </a:cubicBezTo>
                <a:lnTo>
                  <a:pt x="14" y="19"/>
                </a:lnTo>
                <a:cubicBezTo>
                  <a:pt x="7" y="15"/>
                  <a:pt x="3" y="8"/>
                  <a:pt x="0" y="0"/>
                </a:cubicBezTo>
                <a:close/>
                <a:moveTo>
                  <a:pt x="39" y="4"/>
                </a:moveTo>
                <a:cubicBezTo>
                  <a:pt x="39" y="4"/>
                  <a:pt x="39" y="5"/>
                  <a:pt x="38" y="5"/>
                </a:cubicBezTo>
                <a:cubicBezTo>
                  <a:pt x="38" y="5"/>
                  <a:pt x="38" y="5"/>
                  <a:pt x="38" y="6"/>
                </a:cubicBezTo>
                <a:cubicBezTo>
                  <a:pt x="38" y="7"/>
                  <a:pt x="38" y="7"/>
                  <a:pt x="38" y="8"/>
                </a:cubicBezTo>
                <a:cubicBezTo>
                  <a:pt x="38" y="8"/>
                  <a:pt x="38" y="9"/>
                  <a:pt x="38" y="9"/>
                </a:cubicBezTo>
                <a:cubicBezTo>
                  <a:pt x="38" y="10"/>
                  <a:pt x="38" y="11"/>
                  <a:pt x="38" y="12"/>
                </a:cubicBezTo>
                <a:lnTo>
                  <a:pt x="38" y="14"/>
                </a:lnTo>
                <a:cubicBezTo>
                  <a:pt x="38" y="15"/>
                  <a:pt x="38" y="16"/>
                  <a:pt x="38" y="17"/>
                </a:cubicBezTo>
                <a:cubicBezTo>
                  <a:pt x="38" y="17"/>
                  <a:pt x="38" y="17"/>
                  <a:pt x="38" y="17"/>
                </a:cubicBezTo>
                <a:cubicBezTo>
                  <a:pt x="38" y="17"/>
                  <a:pt x="38" y="17"/>
                  <a:pt x="38" y="17"/>
                </a:cubicBezTo>
                <a:cubicBezTo>
                  <a:pt x="38" y="17"/>
                  <a:pt x="38" y="17"/>
                  <a:pt x="37" y="17"/>
                </a:cubicBezTo>
                <a:cubicBezTo>
                  <a:pt x="37" y="17"/>
                  <a:pt x="36" y="17"/>
                  <a:pt x="36" y="17"/>
                </a:cubicBezTo>
                <a:cubicBezTo>
                  <a:pt x="35" y="16"/>
                  <a:pt x="35" y="16"/>
                  <a:pt x="35" y="16"/>
                </a:cubicBezTo>
                <a:cubicBezTo>
                  <a:pt x="34" y="16"/>
                  <a:pt x="34" y="16"/>
                  <a:pt x="34" y="16"/>
                </a:cubicBezTo>
                <a:cubicBezTo>
                  <a:pt x="34" y="16"/>
                  <a:pt x="34" y="15"/>
                  <a:pt x="34" y="15"/>
                </a:cubicBezTo>
                <a:cubicBezTo>
                  <a:pt x="34" y="15"/>
                  <a:pt x="34" y="15"/>
                  <a:pt x="34" y="15"/>
                </a:cubicBezTo>
                <a:cubicBezTo>
                  <a:pt x="35" y="15"/>
                  <a:pt x="35" y="15"/>
                  <a:pt x="36" y="15"/>
                </a:cubicBezTo>
                <a:cubicBezTo>
                  <a:pt x="36" y="15"/>
                  <a:pt x="36" y="15"/>
                  <a:pt x="36" y="15"/>
                </a:cubicBezTo>
                <a:cubicBezTo>
                  <a:pt x="37" y="15"/>
                  <a:pt x="37" y="15"/>
                  <a:pt x="37" y="15"/>
                </a:cubicBezTo>
                <a:cubicBezTo>
                  <a:pt x="37" y="15"/>
                  <a:pt x="37" y="15"/>
                  <a:pt x="37" y="14"/>
                </a:cubicBezTo>
                <a:cubicBezTo>
                  <a:pt x="37" y="14"/>
                  <a:pt x="37" y="13"/>
                  <a:pt x="37" y="12"/>
                </a:cubicBezTo>
                <a:cubicBezTo>
                  <a:pt x="36" y="11"/>
                  <a:pt x="36" y="10"/>
                  <a:pt x="36" y="8"/>
                </a:cubicBezTo>
                <a:lnTo>
                  <a:pt x="36" y="6"/>
                </a:lnTo>
                <a:cubicBezTo>
                  <a:pt x="36" y="5"/>
                  <a:pt x="36" y="5"/>
                  <a:pt x="36" y="5"/>
                </a:cubicBezTo>
                <a:cubicBezTo>
                  <a:pt x="35" y="5"/>
                  <a:pt x="35" y="5"/>
                  <a:pt x="35" y="5"/>
                </a:cubicBezTo>
                <a:cubicBezTo>
                  <a:pt x="34" y="5"/>
                  <a:pt x="34" y="5"/>
                  <a:pt x="34" y="6"/>
                </a:cubicBezTo>
                <a:cubicBezTo>
                  <a:pt x="34" y="6"/>
                  <a:pt x="34" y="6"/>
                  <a:pt x="34" y="6"/>
                </a:cubicBezTo>
                <a:cubicBezTo>
                  <a:pt x="34" y="7"/>
                  <a:pt x="34" y="7"/>
                  <a:pt x="34" y="7"/>
                </a:cubicBezTo>
                <a:cubicBezTo>
                  <a:pt x="35" y="7"/>
                  <a:pt x="35" y="7"/>
                  <a:pt x="35" y="7"/>
                </a:cubicBezTo>
                <a:cubicBezTo>
                  <a:pt x="35" y="7"/>
                  <a:pt x="35" y="7"/>
                  <a:pt x="35" y="7"/>
                </a:cubicBezTo>
                <a:cubicBezTo>
                  <a:pt x="36" y="7"/>
                  <a:pt x="36" y="7"/>
                  <a:pt x="36" y="7"/>
                </a:cubicBezTo>
                <a:cubicBezTo>
                  <a:pt x="36" y="7"/>
                  <a:pt x="36" y="7"/>
                  <a:pt x="35" y="7"/>
                </a:cubicBezTo>
                <a:cubicBezTo>
                  <a:pt x="35" y="7"/>
                  <a:pt x="35" y="8"/>
                  <a:pt x="35" y="8"/>
                </a:cubicBezTo>
                <a:cubicBezTo>
                  <a:pt x="34" y="8"/>
                  <a:pt x="34" y="8"/>
                  <a:pt x="34" y="8"/>
                </a:cubicBezTo>
                <a:cubicBezTo>
                  <a:pt x="34" y="8"/>
                  <a:pt x="34" y="9"/>
                  <a:pt x="34" y="9"/>
                </a:cubicBezTo>
                <a:cubicBezTo>
                  <a:pt x="34" y="9"/>
                  <a:pt x="34" y="9"/>
                  <a:pt x="34" y="9"/>
                </a:cubicBezTo>
                <a:cubicBezTo>
                  <a:pt x="34" y="9"/>
                  <a:pt x="34" y="9"/>
                  <a:pt x="34" y="9"/>
                </a:cubicBezTo>
                <a:cubicBezTo>
                  <a:pt x="34" y="9"/>
                  <a:pt x="35" y="9"/>
                  <a:pt x="35" y="9"/>
                </a:cubicBezTo>
                <a:cubicBezTo>
                  <a:pt x="35" y="9"/>
                  <a:pt x="35" y="9"/>
                  <a:pt x="35" y="9"/>
                </a:cubicBezTo>
                <a:cubicBezTo>
                  <a:pt x="36" y="9"/>
                  <a:pt x="36" y="9"/>
                  <a:pt x="36" y="9"/>
                </a:cubicBezTo>
                <a:cubicBezTo>
                  <a:pt x="36" y="9"/>
                  <a:pt x="36" y="10"/>
                  <a:pt x="36" y="10"/>
                </a:cubicBezTo>
                <a:cubicBezTo>
                  <a:pt x="36" y="10"/>
                  <a:pt x="36" y="10"/>
                  <a:pt x="36" y="10"/>
                </a:cubicBezTo>
                <a:cubicBezTo>
                  <a:pt x="36" y="10"/>
                  <a:pt x="35" y="10"/>
                  <a:pt x="35" y="11"/>
                </a:cubicBezTo>
                <a:cubicBezTo>
                  <a:pt x="35" y="11"/>
                  <a:pt x="35" y="11"/>
                  <a:pt x="34" y="11"/>
                </a:cubicBezTo>
                <a:cubicBezTo>
                  <a:pt x="34" y="11"/>
                  <a:pt x="33" y="12"/>
                  <a:pt x="33" y="12"/>
                </a:cubicBezTo>
                <a:cubicBezTo>
                  <a:pt x="33" y="12"/>
                  <a:pt x="33" y="12"/>
                  <a:pt x="33" y="12"/>
                </a:cubicBezTo>
                <a:cubicBezTo>
                  <a:pt x="32" y="13"/>
                  <a:pt x="32" y="14"/>
                  <a:pt x="32" y="14"/>
                </a:cubicBezTo>
                <a:cubicBezTo>
                  <a:pt x="32" y="14"/>
                  <a:pt x="32" y="15"/>
                  <a:pt x="32" y="15"/>
                </a:cubicBezTo>
                <a:cubicBezTo>
                  <a:pt x="32" y="15"/>
                  <a:pt x="32" y="15"/>
                  <a:pt x="32" y="15"/>
                </a:cubicBezTo>
                <a:cubicBezTo>
                  <a:pt x="32" y="15"/>
                  <a:pt x="32" y="16"/>
                  <a:pt x="31" y="16"/>
                </a:cubicBezTo>
                <a:cubicBezTo>
                  <a:pt x="31" y="16"/>
                  <a:pt x="31" y="16"/>
                  <a:pt x="30" y="16"/>
                </a:cubicBezTo>
                <a:cubicBezTo>
                  <a:pt x="30" y="16"/>
                  <a:pt x="30" y="16"/>
                  <a:pt x="29" y="16"/>
                </a:cubicBezTo>
                <a:cubicBezTo>
                  <a:pt x="29" y="16"/>
                  <a:pt x="29" y="16"/>
                  <a:pt x="29" y="16"/>
                </a:cubicBezTo>
                <a:cubicBezTo>
                  <a:pt x="29" y="16"/>
                  <a:pt x="29" y="16"/>
                  <a:pt x="29" y="16"/>
                </a:cubicBezTo>
                <a:cubicBezTo>
                  <a:pt x="30" y="15"/>
                  <a:pt x="30" y="15"/>
                  <a:pt x="31" y="15"/>
                </a:cubicBezTo>
                <a:cubicBezTo>
                  <a:pt x="31" y="15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0" y="14"/>
                  <a:pt x="29" y="13"/>
                  <a:pt x="29" y="13"/>
                </a:cubicBezTo>
                <a:cubicBezTo>
                  <a:pt x="28" y="13"/>
                  <a:pt x="28" y="12"/>
                  <a:pt x="28" y="12"/>
                </a:cubicBezTo>
                <a:cubicBezTo>
                  <a:pt x="28" y="12"/>
                  <a:pt x="28" y="12"/>
                  <a:pt x="28" y="12"/>
                </a:cubicBezTo>
                <a:cubicBezTo>
                  <a:pt x="28" y="12"/>
                  <a:pt x="28" y="12"/>
                  <a:pt x="28" y="12"/>
                </a:cubicBezTo>
                <a:cubicBezTo>
                  <a:pt x="29" y="13"/>
                  <a:pt x="29" y="13"/>
                  <a:pt x="30" y="13"/>
                </a:cubicBezTo>
                <a:cubicBezTo>
                  <a:pt x="30" y="13"/>
                  <a:pt x="30" y="13"/>
                  <a:pt x="30" y="12"/>
                </a:cubicBezTo>
                <a:lnTo>
                  <a:pt x="30" y="11"/>
                </a:lnTo>
                <a:cubicBezTo>
                  <a:pt x="30" y="11"/>
                  <a:pt x="30" y="11"/>
                  <a:pt x="30" y="11"/>
                </a:cubicBezTo>
                <a:cubicBezTo>
                  <a:pt x="30" y="11"/>
                  <a:pt x="30" y="11"/>
                  <a:pt x="29" y="11"/>
                </a:cubicBezTo>
                <a:cubicBezTo>
                  <a:pt x="29" y="11"/>
                  <a:pt x="29" y="12"/>
                  <a:pt x="28" y="12"/>
                </a:cubicBezTo>
                <a:cubicBezTo>
                  <a:pt x="28" y="12"/>
                  <a:pt x="28" y="13"/>
                  <a:pt x="27" y="13"/>
                </a:cubicBezTo>
                <a:cubicBezTo>
                  <a:pt x="27" y="14"/>
                  <a:pt x="26" y="14"/>
                  <a:pt x="26" y="14"/>
                </a:cubicBezTo>
                <a:cubicBezTo>
                  <a:pt x="26" y="14"/>
                  <a:pt x="26" y="14"/>
                  <a:pt x="26" y="14"/>
                </a:cubicBezTo>
                <a:cubicBezTo>
                  <a:pt x="26" y="14"/>
                  <a:pt x="25" y="14"/>
                  <a:pt x="25" y="14"/>
                </a:cubicBezTo>
                <a:cubicBezTo>
                  <a:pt x="25" y="14"/>
                  <a:pt x="25" y="13"/>
                  <a:pt x="25" y="13"/>
                </a:cubicBezTo>
                <a:cubicBezTo>
                  <a:pt x="25" y="13"/>
                  <a:pt x="25" y="13"/>
                  <a:pt x="25" y="13"/>
                </a:cubicBezTo>
                <a:cubicBezTo>
                  <a:pt x="25" y="13"/>
                  <a:pt x="26" y="13"/>
                  <a:pt x="26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12"/>
                  <a:pt x="27" y="12"/>
                  <a:pt x="27" y="11"/>
                </a:cubicBezTo>
                <a:cubicBezTo>
                  <a:pt x="26" y="10"/>
                  <a:pt x="26" y="9"/>
                  <a:pt x="26" y="9"/>
                </a:cubicBezTo>
                <a:lnTo>
                  <a:pt x="26" y="7"/>
                </a:lnTo>
                <a:lnTo>
                  <a:pt x="26" y="6"/>
                </a:lnTo>
                <a:cubicBezTo>
                  <a:pt x="26" y="6"/>
                  <a:pt x="27" y="6"/>
                  <a:pt x="27" y="6"/>
                </a:cubicBezTo>
                <a:cubicBezTo>
                  <a:pt x="27" y="6"/>
                  <a:pt x="27" y="5"/>
                  <a:pt x="28" y="5"/>
                </a:cubicBezTo>
                <a:cubicBezTo>
                  <a:pt x="28" y="5"/>
                  <a:pt x="28" y="5"/>
                  <a:pt x="29" y="5"/>
                </a:cubicBezTo>
                <a:cubicBezTo>
                  <a:pt x="30" y="5"/>
                  <a:pt x="30" y="5"/>
                  <a:pt x="30" y="5"/>
                </a:cubicBezTo>
                <a:cubicBezTo>
                  <a:pt x="31" y="5"/>
                  <a:pt x="31" y="5"/>
                  <a:pt x="31" y="5"/>
                </a:cubicBezTo>
                <a:cubicBezTo>
                  <a:pt x="32" y="5"/>
                  <a:pt x="32" y="5"/>
                  <a:pt x="32" y="5"/>
                </a:cubicBezTo>
                <a:cubicBezTo>
                  <a:pt x="32" y="5"/>
                  <a:pt x="32" y="5"/>
                  <a:pt x="32" y="5"/>
                </a:cubicBezTo>
                <a:cubicBezTo>
                  <a:pt x="32" y="6"/>
                  <a:pt x="32" y="6"/>
                  <a:pt x="31" y="6"/>
                </a:cubicBezTo>
                <a:cubicBezTo>
                  <a:pt x="31" y="6"/>
                  <a:pt x="31" y="7"/>
                  <a:pt x="31" y="7"/>
                </a:cubicBezTo>
                <a:cubicBezTo>
                  <a:pt x="31" y="7"/>
                  <a:pt x="31" y="8"/>
                  <a:pt x="31" y="8"/>
                </a:cubicBezTo>
                <a:cubicBezTo>
                  <a:pt x="31" y="8"/>
                  <a:pt x="31" y="9"/>
                  <a:pt x="31" y="10"/>
                </a:cubicBezTo>
                <a:cubicBezTo>
                  <a:pt x="31" y="11"/>
                  <a:pt x="31" y="11"/>
                  <a:pt x="31" y="11"/>
                </a:cubicBezTo>
                <a:cubicBezTo>
                  <a:pt x="31" y="12"/>
                  <a:pt x="31" y="12"/>
                  <a:pt x="31" y="12"/>
                </a:cubicBezTo>
                <a:cubicBezTo>
                  <a:pt x="31" y="13"/>
                  <a:pt x="31" y="13"/>
                  <a:pt x="31" y="13"/>
                </a:cubicBezTo>
                <a:cubicBezTo>
                  <a:pt x="31" y="13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1" y="14"/>
                  <a:pt x="32" y="13"/>
                  <a:pt x="32" y="12"/>
                </a:cubicBezTo>
                <a:cubicBezTo>
                  <a:pt x="32" y="12"/>
                  <a:pt x="32" y="11"/>
                  <a:pt x="33" y="10"/>
                </a:cubicBezTo>
                <a:cubicBezTo>
                  <a:pt x="33" y="8"/>
                  <a:pt x="33" y="6"/>
                  <a:pt x="33" y="6"/>
                </a:cubicBezTo>
                <a:cubicBezTo>
                  <a:pt x="33" y="5"/>
                  <a:pt x="33" y="5"/>
                  <a:pt x="33" y="5"/>
                </a:cubicBezTo>
                <a:cubicBezTo>
                  <a:pt x="33" y="5"/>
                  <a:pt x="33" y="4"/>
                  <a:pt x="34" y="4"/>
                </a:cubicBezTo>
                <a:cubicBezTo>
                  <a:pt x="34" y="4"/>
                  <a:pt x="34" y="4"/>
                  <a:pt x="34" y="4"/>
                </a:cubicBezTo>
                <a:cubicBezTo>
                  <a:pt x="35" y="4"/>
                  <a:pt x="35" y="4"/>
                  <a:pt x="35" y="4"/>
                </a:cubicBezTo>
                <a:cubicBezTo>
                  <a:pt x="35" y="4"/>
                  <a:pt x="36" y="4"/>
                  <a:pt x="36" y="4"/>
                </a:cubicBezTo>
                <a:cubicBezTo>
                  <a:pt x="36" y="4"/>
                  <a:pt x="37" y="4"/>
                  <a:pt x="37" y="4"/>
                </a:cubicBezTo>
                <a:cubicBezTo>
                  <a:pt x="37" y="4"/>
                  <a:pt x="37" y="4"/>
                  <a:pt x="38" y="4"/>
                </a:cubicBezTo>
                <a:cubicBezTo>
                  <a:pt x="38" y="4"/>
                  <a:pt x="38" y="4"/>
                  <a:pt x="38" y="4"/>
                </a:cubicBezTo>
                <a:cubicBezTo>
                  <a:pt x="39" y="4"/>
                  <a:pt x="39" y="4"/>
                  <a:pt x="39" y="4"/>
                </a:cubicBezTo>
                <a:close/>
                <a:moveTo>
                  <a:pt x="52" y="6"/>
                </a:moveTo>
                <a:cubicBezTo>
                  <a:pt x="52" y="6"/>
                  <a:pt x="53" y="6"/>
                  <a:pt x="53" y="6"/>
                </a:cubicBezTo>
                <a:cubicBezTo>
                  <a:pt x="53" y="6"/>
                  <a:pt x="54" y="6"/>
                  <a:pt x="54" y="6"/>
                </a:cubicBezTo>
                <a:cubicBezTo>
                  <a:pt x="54" y="7"/>
                  <a:pt x="55" y="7"/>
                  <a:pt x="55" y="7"/>
                </a:cubicBezTo>
                <a:cubicBezTo>
                  <a:pt x="55" y="7"/>
                  <a:pt x="55" y="7"/>
                  <a:pt x="55" y="7"/>
                </a:cubicBezTo>
                <a:cubicBezTo>
                  <a:pt x="55" y="7"/>
                  <a:pt x="55" y="7"/>
                  <a:pt x="54" y="7"/>
                </a:cubicBezTo>
                <a:cubicBezTo>
                  <a:pt x="54" y="8"/>
                  <a:pt x="54" y="8"/>
                  <a:pt x="54" y="8"/>
                </a:cubicBezTo>
                <a:cubicBezTo>
                  <a:pt x="54" y="9"/>
                  <a:pt x="54" y="9"/>
                  <a:pt x="53" y="10"/>
                </a:cubicBezTo>
                <a:cubicBezTo>
                  <a:pt x="53" y="10"/>
                  <a:pt x="53" y="10"/>
                  <a:pt x="53" y="10"/>
                </a:cubicBezTo>
                <a:cubicBezTo>
                  <a:pt x="53" y="10"/>
                  <a:pt x="53" y="10"/>
                  <a:pt x="53" y="10"/>
                </a:cubicBezTo>
                <a:cubicBezTo>
                  <a:pt x="52" y="10"/>
                  <a:pt x="52" y="10"/>
                  <a:pt x="52" y="10"/>
                </a:cubicBezTo>
                <a:cubicBezTo>
                  <a:pt x="52" y="10"/>
                  <a:pt x="51" y="10"/>
                  <a:pt x="51" y="10"/>
                </a:cubicBezTo>
                <a:cubicBezTo>
                  <a:pt x="51" y="10"/>
                  <a:pt x="51" y="10"/>
                  <a:pt x="50" y="10"/>
                </a:cubicBezTo>
                <a:cubicBezTo>
                  <a:pt x="50" y="10"/>
                  <a:pt x="49" y="10"/>
                  <a:pt x="49" y="10"/>
                </a:cubicBezTo>
                <a:cubicBezTo>
                  <a:pt x="49" y="11"/>
                  <a:pt x="48" y="11"/>
                  <a:pt x="48" y="11"/>
                </a:cubicBezTo>
                <a:cubicBezTo>
                  <a:pt x="48" y="11"/>
                  <a:pt x="48" y="10"/>
                  <a:pt x="48" y="10"/>
                </a:cubicBezTo>
                <a:cubicBezTo>
                  <a:pt x="47" y="10"/>
                  <a:pt x="47" y="9"/>
                  <a:pt x="47" y="9"/>
                </a:cubicBezTo>
                <a:cubicBezTo>
                  <a:pt x="46" y="8"/>
                  <a:pt x="46" y="8"/>
                  <a:pt x="46" y="8"/>
                </a:cubicBezTo>
                <a:cubicBezTo>
                  <a:pt x="46" y="8"/>
                  <a:pt x="46" y="7"/>
                  <a:pt x="47" y="7"/>
                </a:cubicBezTo>
                <a:cubicBezTo>
                  <a:pt x="47" y="7"/>
                  <a:pt x="47" y="7"/>
                  <a:pt x="48" y="7"/>
                </a:cubicBezTo>
                <a:cubicBezTo>
                  <a:pt x="49" y="7"/>
                  <a:pt x="49" y="7"/>
                  <a:pt x="49" y="6"/>
                </a:cubicBezTo>
                <a:cubicBezTo>
                  <a:pt x="49" y="6"/>
                  <a:pt x="49" y="6"/>
                  <a:pt x="49" y="6"/>
                </a:cubicBezTo>
                <a:cubicBezTo>
                  <a:pt x="48" y="6"/>
                  <a:pt x="48" y="6"/>
                  <a:pt x="47" y="6"/>
                </a:cubicBezTo>
                <a:cubicBezTo>
                  <a:pt x="47" y="6"/>
                  <a:pt x="47" y="6"/>
                  <a:pt x="47" y="6"/>
                </a:cubicBezTo>
                <a:cubicBezTo>
                  <a:pt x="47" y="6"/>
                  <a:pt x="47" y="6"/>
                  <a:pt x="47" y="6"/>
                </a:cubicBezTo>
                <a:cubicBezTo>
                  <a:pt x="46" y="6"/>
                  <a:pt x="46" y="5"/>
                  <a:pt x="46" y="5"/>
                </a:cubicBezTo>
                <a:cubicBezTo>
                  <a:pt x="46" y="5"/>
                  <a:pt x="46" y="5"/>
                  <a:pt x="47" y="5"/>
                </a:cubicBezTo>
                <a:cubicBezTo>
                  <a:pt x="47" y="5"/>
                  <a:pt x="47" y="5"/>
                  <a:pt x="47" y="5"/>
                </a:cubicBezTo>
                <a:cubicBezTo>
                  <a:pt x="48" y="5"/>
                  <a:pt x="49" y="5"/>
                  <a:pt x="49" y="4"/>
                </a:cubicBezTo>
                <a:cubicBezTo>
                  <a:pt x="49" y="4"/>
                  <a:pt x="49" y="4"/>
                  <a:pt x="49" y="3"/>
                </a:cubicBezTo>
                <a:cubicBezTo>
                  <a:pt x="50" y="2"/>
                  <a:pt x="50" y="2"/>
                  <a:pt x="50" y="2"/>
                </a:cubicBezTo>
                <a:cubicBezTo>
                  <a:pt x="50" y="2"/>
                  <a:pt x="50" y="2"/>
                  <a:pt x="50" y="2"/>
                </a:cubicBezTo>
                <a:cubicBezTo>
                  <a:pt x="50" y="2"/>
                  <a:pt x="50" y="2"/>
                  <a:pt x="50" y="2"/>
                </a:cubicBezTo>
                <a:cubicBezTo>
                  <a:pt x="51" y="2"/>
                  <a:pt x="51" y="2"/>
                  <a:pt x="51" y="2"/>
                </a:cubicBezTo>
                <a:cubicBezTo>
                  <a:pt x="51" y="2"/>
                  <a:pt x="51" y="2"/>
                  <a:pt x="51" y="3"/>
                </a:cubicBezTo>
                <a:cubicBezTo>
                  <a:pt x="50" y="3"/>
                  <a:pt x="50" y="3"/>
                  <a:pt x="50" y="4"/>
                </a:cubicBezTo>
                <a:cubicBezTo>
                  <a:pt x="50" y="4"/>
                  <a:pt x="51" y="4"/>
                  <a:pt x="51" y="4"/>
                </a:cubicBezTo>
                <a:cubicBezTo>
                  <a:pt x="51" y="4"/>
                  <a:pt x="51" y="4"/>
                  <a:pt x="52" y="4"/>
                </a:cubicBezTo>
                <a:cubicBezTo>
                  <a:pt x="52" y="4"/>
                  <a:pt x="53" y="4"/>
                  <a:pt x="53" y="4"/>
                </a:cubicBezTo>
                <a:cubicBezTo>
                  <a:pt x="53" y="4"/>
                  <a:pt x="53" y="4"/>
                  <a:pt x="53" y="4"/>
                </a:cubicBezTo>
                <a:cubicBezTo>
                  <a:pt x="53" y="4"/>
                  <a:pt x="53" y="4"/>
                  <a:pt x="53" y="4"/>
                </a:cubicBezTo>
                <a:cubicBezTo>
                  <a:pt x="54" y="4"/>
                  <a:pt x="54" y="5"/>
                  <a:pt x="54" y="5"/>
                </a:cubicBezTo>
                <a:cubicBezTo>
                  <a:pt x="54" y="5"/>
                  <a:pt x="54" y="5"/>
                  <a:pt x="54" y="5"/>
                </a:cubicBezTo>
                <a:cubicBezTo>
                  <a:pt x="53" y="5"/>
                  <a:pt x="53" y="5"/>
                  <a:pt x="53" y="5"/>
                </a:cubicBezTo>
                <a:cubicBezTo>
                  <a:pt x="53" y="5"/>
                  <a:pt x="53" y="5"/>
                  <a:pt x="52" y="5"/>
                </a:cubicBezTo>
                <a:cubicBezTo>
                  <a:pt x="52" y="5"/>
                  <a:pt x="51" y="5"/>
                  <a:pt x="51" y="5"/>
                </a:cubicBezTo>
                <a:lnTo>
                  <a:pt x="50" y="6"/>
                </a:lnTo>
                <a:cubicBezTo>
                  <a:pt x="50" y="6"/>
                  <a:pt x="50" y="6"/>
                  <a:pt x="50" y="6"/>
                </a:cubicBezTo>
                <a:cubicBezTo>
                  <a:pt x="50" y="6"/>
                  <a:pt x="50" y="6"/>
                  <a:pt x="51" y="6"/>
                </a:cubicBezTo>
                <a:cubicBezTo>
                  <a:pt x="51" y="6"/>
                  <a:pt x="51" y="6"/>
                  <a:pt x="52" y="6"/>
                </a:cubicBezTo>
                <a:close/>
                <a:moveTo>
                  <a:pt x="45" y="3"/>
                </a:moveTo>
                <a:cubicBezTo>
                  <a:pt x="45" y="3"/>
                  <a:pt x="45" y="3"/>
                  <a:pt x="46" y="4"/>
                </a:cubicBezTo>
                <a:cubicBezTo>
                  <a:pt x="46" y="4"/>
                  <a:pt x="46" y="4"/>
                  <a:pt x="46" y="4"/>
                </a:cubicBezTo>
                <a:cubicBezTo>
                  <a:pt x="46" y="4"/>
                  <a:pt x="46" y="5"/>
                  <a:pt x="45" y="5"/>
                </a:cubicBezTo>
                <a:cubicBezTo>
                  <a:pt x="45" y="6"/>
                  <a:pt x="44" y="6"/>
                  <a:pt x="44" y="6"/>
                </a:cubicBezTo>
                <a:cubicBezTo>
                  <a:pt x="44" y="7"/>
                  <a:pt x="44" y="7"/>
                  <a:pt x="43" y="7"/>
                </a:cubicBezTo>
                <a:cubicBezTo>
                  <a:pt x="43" y="7"/>
                  <a:pt x="43" y="7"/>
                  <a:pt x="43" y="7"/>
                </a:cubicBezTo>
                <a:cubicBezTo>
                  <a:pt x="43" y="7"/>
                  <a:pt x="43" y="7"/>
                  <a:pt x="43" y="7"/>
                </a:cubicBezTo>
                <a:cubicBezTo>
                  <a:pt x="43" y="7"/>
                  <a:pt x="43" y="6"/>
                  <a:pt x="43" y="6"/>
                </a:cubicBezTo>
                <a:cubicBezTo>
                  <a:pt x="43" y="6"/>
                  <a:pt x="44" y="5"/>
                  <a:pt x="44" y="4"/>
                </a:cubicBezTo>
                <a:cubicBezTo>
                  <a:pt x="44" y="4"/>
                  <a:pt x="45" y="3"/>
                  <a:pt x="45" y="3"/>
                </a:cubicBezTo>
                <a:cubicBezTo>
                  <a:pt x="45" y="3"/>
                  <a:pt x="45" y="3"/>
                  <a:pt x="45" y="3"/>
                </a:cubicBezTo>
                <a:close/>
                <a:moveTo>
                  <a:pt x="45" y="6"/>
                </a:moveTo>
                <a:cubicBezTo>
                  <a:pt x="45" y="6"/>
                  <a:pt x="45" y="6"/>
                  <a:pt x="46" y="7"/>
                </a:cubicBezTo>
                <a:cubicBezTo>
                  <a:pt x="46" y="7"/>
                  <a:pt x="46" y="7"/>
                  <a:pt x="46" y="7"/>
                </a:cubicBezTo>
                <a:cubicBezTo>
                  <a:pt x="46" y="7"/>
                  <a:pt x="46" y="8"/>
                  <a:pt x="45" y="8"/>
                </a:cubicBezTo>
                <a:cubicBezTo>
                  <a:pt x="45" y="9"/>
                  <a:pt x="44" y="9"/>
                  <a:pt x="44" y="9"/>
                </a:cubicBezTo>
                <a:cubicBezTo>
                  <a:pt x="44" y="9"/>
                  <a:pt x="44" y="10"/>
                  <a:pt x="44" y="10"/>
                </a:cubicBezTo>
                <a:cubicBezTo>
                  <a:pt x="44" y="10"/>
                  <a:pt x="44" y="10"/>
                  <a:pt x="44" y="10"/>
                </a:cubicBezTo>
                <a:cubicBezTo>
                  <a:pt x="44" y="10"/>
                  <a:pt x="44" y="10"/>
                  <a:pt x="44" y="10"/>
                </a:cubicBezTo>
                <a:cubicBezTo>
                  <a:pt x="45" y="10"/>
                  <a:pt x="45" y="11"/>
                  <a:pt x="45" y="11"/>
                </a:cubicBezTo>
                <a:cubicBezTo>
                  <a:pt x="45" y="11"/>
                  <a:pt x="45" y="11"/>
                  <a:pt x="45" y="11"/>
                </a:cubicBezTo>
                <a:cubicBezTo>
                  <a:pt x="45" y="11"/>
                  <a:pt x="45" y="11"/>
                  <a:pt x="45" y="12"/>
                </a:cubicBezTo>
                <a:cubicBezTo>
                  <a:pt x="45" y="12"/>
                  <a:pt x="45" y="12"/>
                  <a:pt x="45" y="13"/>
                </a:cubicBezTo>
                <a:cubicBezTo>
                  <a:pt x="45" y="14"/>
                  <a:pt x="45" y="14"/>
                  <a:pt x="45" y="14"/>
                </a:cubicBezTo>
                <a:cubicBezTo>
                  <a:pt x="45" y="15"/>
                  <a:pt x="45" y="15"/>
                  <a:pt x="45" y="15"/>
                </a:cubicBezTo>
                <a:cubicBezTo>
                  <a:pt x="45" y="15"/>
                  <a:pt x="45" y="16"/>
                  <a:pt x="45" y="16"/>
                </a:cubicBezTo>
                <a:cubicBezTo>
                  <a:pt x="45" y="16"/>
                  <a:pt x="45" y="16"/>
                  <a:pt x="44" y="16"/>
                </a:cubicBezTo>
                <a:cubicBezTo>
                  <a:pt x="44" y="16"/>
                  <a:pt x="44" y="16"/>
                  <a:pt x="44" y="16"/>
                </a:cubicBezTo>
                <a:cubicBezTo>
                  <a:pt x="44" y="16"/>
                  <a:pt x="44" y="15"/>
                  <a:pt x="44" y="14"/>
                </a:cubicBezTo>
                <a:cubicBezTo>
                  <a:pt x="44" y="14"/>
                  <a:pt x="44" y="13"/>
                  <a:pt x="44" y="13"/>
                </a:cubicBezTo>
                <a:cubicBezTo>
                  <a:pt x="44" y="13"/>
                  <a:pt x="44" y="13"/>
                  <a:pt x="44" y="12"/>
                </a:cubicBezTo>
                <a:cubicBezTo>
                  <a:pt x="44" y="12"/>
                  <a:pt x="44" y="12"/>
                  <a:pt x="44" y="12"/>
                </a:cubicBezTo>
                <a:cubicBezTo>
                  <a:pt x="44" y="12"/>
                  <a:pt x="44" y="12"/>
                  <a:pt x="43" y="12"/>
                </a:cubicBezTo>
                <a:cubicBezTo>
                  <a:pt x="43" y="12"/>
                  <a:pt x="43" y="12"/>
                  <a:pt x="43" y="12"/>
                </a:cubicBezTo>
                <a:cubicBezTo>
                  <a:pt x="43" y="12"/>
                  <a:pt x="42" y="12"/>
                  <a:pt x="42" y="13"/>
                </a:cubicBezTo>
                <a:cubicBezTo>
                  <a:pt x="41" y="13"/>
                  <a:pt x="41" y="13"/>
                  <a:pt x="41" y="13"/>
                </a:cubicBezTo>
                <a:cubicBezTo>
                  <a:pt x="41" y="13"/>
                  <a:pt x="41" y="13"/>
                  <a:pt x="41" y="13"/>
                </a:cubicBezTo>
                <a:cubicBezTo>
                  <a:pt x="41" y="13"/>
                  <a:pt x="41" y="12"/>
                  <a:pt x="41" y="12"/>
                </a:cubicBezTo>
                <a:cubicBezTo>
                  <a:pt x="41" y="12"/>
                  <a:pt x="41" y="11"/>
                  <a:pt x="42" y="11"/>
                </a:cubicBezTo>
                <a:cubicBezTo>
                  <a:pt x="43" y="10"/>
                  <a:pt x="43" y="10"/>
                  <a:pt x="43" y="9"/>
                </a:cubicBezTo>
                <a:cubicBezTo>
                  <a:pt x="43" y="9"/>
                  <a:pt x="44" y="8"/>
                  <a:pt x="44" y="8"/>
                </a:cubicBezTo>
                <a:cubicBezTo>
                  <a:pt x="44" y="7"/>
                  <a:pt x="45" y="7"/>
                  <a:pt x="45" y="7"/>
                </a:cubicBezTo>
                <a:cubicBezTo>
                  <a:pt x="45" y="6"/>
                  <a:pt x="45" y="6"/>
                  <a:pt x="45" y="6"/>
                </a:cubicBezTo>
                <a:close/>
                <a:moveTo>
                  <a:pt x="52" y="12"/>
                </a:moveTo>
                <a:cubicBezTo>
                  <a:pt x="52" y="12"/>
                  <a:pt x="52" y="12"/>
                  <a:pt x="52" y="12"/>
                </a:cubicBezTo>
                <a:cubicBezTo>
                  <a:pt x="53" y="13"/>
                  <a:pt x="54" y="14"/>
                  <a:pt x="54" y="14"/>
                </a:cubicBezTo>
                <a:cubicBezTo>
                  <a:pt x="55" y="15"/>
                  <a:pt x="55" y="16"/>
                  <a:pt x="55" y="16"/>
                </a:cubicBezTo>
                <a:cubicBezTo>
                  <a:pt x="55" y="16"/>
                  <a:pt x="55" y="16"/>
                  <a:pt x="55" y="16"/>
                </a:cubicBezTo>
                <a:cubicBezTo>
                  <a:pt x="55" y="16"/>
                  <a:pt x="55" y="16"/>
                  <a:pt x="54" y="16"/>
                </a:cubicBezTo>
                <a:cubicBezTo>
                  <a:pt x="54" y="16"/>
                  <a:pt x="54" y="16"/>
                  <a:pt x="53" y="16"/>
                </a:cubicBezTo>
                <a:cubicBezTo>
                  <a:pt x="53" y="16"/>
                  <a:pt x="52" y="16"/>
                  <a:pt x="52" y="16"/>
                </a:cubicBezTo>
                <a:cubicBezTo>
                  <a:pt x="52" y="16"/>
                  <a:pt x="51" y="16"/>
                  <a:pt x="51" y="16"/>
                </a:cubicBezTo>
                <a:lnTo>
                  <a:pt x="50" y="16"/>
                </a:lnTo>
                <a:cubicBezTo>
                  <a:pt x="50" y="16"/>
                  <a:pt x="50" y="16"/>
                  <a:pt x="50" y="16"/>
                </a:cubicBezTo>
                <a:cubicBezTo>
                  <a:pt x="49" y="16"/>
                  <a:pt x="49" y="16"/>
                  <a:pt x="49" y="16"/>
                </a:cubicBezTo>
                <a:cubicBezTo>
                  <a:pt x="49" y="16"/>
                  <a:pt x="49" y="16"/>
                  <a:pt x="49" y="16"/>
                </a:cubicBezTo>
                <a:cubicBezTo>
                  <a:pt x="49" y="15"/>
                  <a:pt x="48" y="15"/>
                  <a:pt x="48" y="15"/>
                </a:cubicBezTo>
                <a:cubicBezTo>
                  <a:pt x="48" y="15"/>
                  <a:pt x="48" y="14"/>
                  <a:pt x="48" y="14"/>
                </a:cubicBezTo>
                <a:cubicBezTo>
                  <a:pt x="48" y="14"/>
                  <a:pt x="48" y="13"/>
                  <a:pt x="48" y="13"/>
                </a:cubicBezTo>
                <a:cubicBezTo>
                  <a:pt x="48" y="13"/>
                  <a:pt x="48" y="13"/>
                  <a:pt x="48" y="13"/>
                </a:cubicBezTo>
                <a:cubicBezTo>
                  <a:pt x="48" y="13"/>
                  <a:pt x="47" y="13"/>
                  <a:pt x="47" y="14"/>
                </a:cubicBezTo>
                <a:cubicBezTo>
                  <a:pt x="47" y="14"/>
                  <a:pt x="47" y="15"/>
                  <a:pt x="47" y="15"/>
                </a:cubicBezTo>
                <a:cubicBezTo>
                  <a:pt x="47" y="15"/>
                  <a:pt x="47" y="15"/>
                  <a:pt x="47" y="15"/>
                </a:cubicBezTo>
                <a:cubicBezTo>
                  <a:pt x="46" y="15"/>
                  <a:pt x="46" y="15"/>
                  <a:pt x="46" y="15"/>
                </a:cubicBezTo>
                <a:cubicBezTo>
                  <a:pt x="45" y="15"/>
                  <a:pt x="45" y="15"/>
                  <a:pt x="45" y="15"/>
                </a:cubicBezTo>
                <a:cubicBezTo>
                  <a:pt x="45" y="15"/>
                  <a:pt x="45" y="14"/>
                  <a:pt x="46" y="14"/>
                </a:cubicBezTo>
                <a:cubicBezTo>
                  <a:pt x="46" y="13"/>
                  <a:pt x="46" y="13"/>
                  <a:pt x="47" y="13"/>
                </a:cubicBezTo>
                <a:cubicBezTo>
                  <a:pt x="47" y="13"/>
                  <a:pt x="47" y="12"/>
                  <a:pt x="47" y="12"/>
                </a:cubicBezTo>
                <a:cubicBezTo>
                  <a:pt x="47" y="12"/>
                  <a:pt x="47" y="12"/>
                  <a:pt x="47" y="12"/>
                </a:cubicBezTo>
                <a:cubicBezTo>
                  <a:pt x="47" y="12"/>
                  <a:pt x="47" y="12"/>
                  <a:pt x="47" y="12"/>
                </a:cubicBezTo>
                <a:cubicBezTo>
                  <a:pt x="47" y="11"/>
                  <a:pt x="47" y="11"/>
                  <a:pt x="47" y="11"/>
                </a:cubicBezTo>
                <a:cubicBezTo>
                  <a:pt x="48" y="11"/>
                  <a:pt x="48" y="11"/>
                  <a:pt x="48" y="11"/>
                </a:cubicBezTo>
                <a:cubicBezTo>
                  <a:pt x="48" y="11"/>
                  <a:pt x="49" y="11"/>
                  <a:pt x="49" y="11"/>
                </a:cubicBezTo>
                <a:cubicBezTo>
                  <a:pt x="49" y="11"/>
                  <a:pt x="50" y="11"/>
                  <a:pt x="50" y="11"/>
                </a:cubicBezTo>
                <a:cubicBezTo>
                  <a:pt x="50" y="11"/>
                  <a:pt x="50" y="11"/>
                  <a:pt x="50" y="11"/>
                </a:cubicBezTo>
                <a:cubicBezTo>
                  <a:pt x="51" y="11"/>
                  <a:pt x="51" y="11"/>
                  <a:pt x="51" y="11"/>
                </a:cubicBezTo>
                <a:cubicBezTo>
                  <a:pt x="51" y="11"/>
                  <a:pt x="52" y="11"/>
                  <a:pt x="52" y="11"/>
                </a:cubicBezTo>
                <a:cubicBezTo>
                  <a:pt x="52" y="11"/>
                  <a:pt x="52" y="11"/>
                  <a:pt x="52" y="11"/>
                </a:cubicBezTo>
                <a:cubicBezTo>
                  <a:pt x="52" y="11"/>
                  <a:pt x="52" y="11"/>
                  <a:pt x="52" y="11"/>
                </a:cubicBezTo>
                <a:cubicBezTo>
                  <a:pt x="52" y="11"/>
                  <a:pt x="52" y="12"/>
                  <a:pt x="52" y="12"/>
                </a:cubicBezTo>
                <a:cubicBezTo>
                  <a:pt x="52" y="12"/>
                  <a:pt x="52" y="12"/>
                  <a:pt x="52" y="12"/>
                </a:cubicBezTo>
                <a:close/>
                <a:moveTo>
                  <a:pt x="57" y="13"/>
                </a:moveTo>
                <a:cubicBezTo>
                  <a:pt x="57" y="13"/>
                  <a:pt x="57" y="13"/>
                  <a:pt x="57" y="14"/>
                </a:cubicBezTo>
                <a:cubicBezTo>
                  <a:pt x="57" y="14"/>
                  <a:pt x="57" y="14"/>
                  <a:pt x="57" y="14"/>
                </a:cubicBezTo>
                <a:cubicBezTo>
                  <a:pt x="56" y="14"/>
                  <a:pt x="56" y="14"/>
                  <a:pt x="55" y="13"/>
                </a:cubicBezTo>
                <a:cubicBezTo>
                  <a:pt x="54" y="12"/>
                  <a:pt x="54" y="12"/>
                  <a:pt x="54" y="12"/>
                </a:cubicBezTo>
                <a:cubicBezTo>
                  <a:pt x="54" y="12"/>
                  <a:pt x="54" y="12"/>
                  <a:pt x="54" y="12"/>
                </a:cubicBezTo>
                <a:cubicBezTo>
                  <a:pt x="54" y="12"/>
                  <a:pt x="54" y="12"/>
                  <a:pt x="54" y="12"/>
                </a:cubicBezTo>
                <a:cubicBezTo>
                  <a:pt x="55" y="12"/>
                  <a:pt x="55" y="12"/>
                  <a:pt x="56" y="12"/>
                </a:cubicBezTo>
                <a:cubicBezTo>
                  <a:pt x="56" y="12"/>
                  <a:pt x="56" y="12"/>
                  <a:pt x="56" y="12"/>
                </a:cubicBezTo>
                <a:cubicBezTo>
                  <a:pt x="56" y="12"/>
                  <a:pt x="57" y="12"/>
                  <a:pt x="57" y="12"/>
                </a:cubicBezTo>
                <a:cubicBezTo>
                  <a:pt x="57" y="12"/>
                  <a:pt x="57" y="12"/>
                  <a:pt x="57" y="13"/>
                </a:cubicBezTo>
                <a:cubicBezTo>
                  <a:pt x="57" y="13"/>
                  <a:pt x="57" y="13"/>
                  <a:pt x="57" y="13"/>
                </a:cubicBezTo>
                <a:close/>
                <a:moveTo>
                  <a:pt x="71" y="5"/>
                </a:moveTo>
                <a:cubicBezTo>
                  <a:pt x="71" y="5"/>
                  <a:pt x="71" y="5"/>
                  <a:pt x="71" y="5"/>
                </a:cubicBezTo>
                <a:cubicBezTo>
                  <a:pt x="71" y="5"/>
                  <a:pt x="71" y="6"/>
                  <a:pt x="71" y="6"/>
                </a:cubicBezTo>
                <a:cubicBezTo>
                  <a:pt x="70" y="6"/>
                  <a:pt x="70" y="6"/>
                  <a:pt x="70" y="7"/>
                </a:cubicBezTo>
                <a:cubicBezTo>
                  <a:pt x="70" y="7"/>
                  <a:pt x="70" y="7"/>
                  <a:pt x="70" y="8"/>
                </a:cubicBezTo>
                <a:cubicBezTo>
                  <a:pt x="70" y="8"/>
                  <a:pt x="70" y="9"/>
                  <a:pt x="69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69" y="9"/>
                  <a:pt x="69" y="8"/>
                  <a:pt x="68" y="8"/>
                </a:cubicBezTo>
                <a:cubicBezTo>
                  <a:pt x="68" y="8"/>
                  <a:pt x="68" y="8"/>
                  <a:pt x="68" y="8"/>
                </a:cubicBezTo>
                <a:cubicBezTo>
                  <a:pt x="68" y="8"/>
                  <a:pt x="67" y="8"/>
                  <a:pt x="66" y="9"/>
                </a:cubicBezTo>
                <a:cubicBezTo>
                  <a:pt x="66" y="9"/>
                  <a:pt x="65" y="9"/>
                  <a:pt x="65" y="9"/>
                </a:cubicBezTo>
                <a:cubicBezTo>
                  <a:pt x="65" y="9"/>
                  <a:pt x="65" y="9"/>
                  <a:pt x="65" y="9"/>
                </a:cubicBezTo>
                <a:cubicBezTo>
                  <a:pt x="65" y="9"/>
                  <a:pt x="65" y="9"/>
                  <a:pt x="64" y="9"/>
                </a:cubicBezTo>
                <a:cubicBezTo>
                  <a:pt x="64" y="8"/>
                  <a:pt x="64" y="8"/>
                  <a:pt x="63" y="7"/>
                </a:cubicBezTo>
                <a:cubicBezTo>
                  <a:pt x="63" y="7"/>
                  <a:pt x="63" y="6"/>
                  <a:pt x="63" y="6"/>
                </a:cubicBezTo>
                <a:cubicBezTo>
                  <a:pt x="63" y="6"/>
                  <a:pt x="63" y="7"/>
                  <a:pt x="63" y="7"/>
                </a:cubicBezTo>
                <a:cubicBezTo>
                  <a:pt x="63" y="8"/>
                  <a:pt x="62" y="10"/>
                  <a:pt x="61" y="11"/>
                </a:cubicBezTo>
                <a:cubicBezTo>
                  <a:pt x="61" y="12"/>
                  <a:pt x="61" y="12"/>
                  <a:pt x="61" y="13"/>
                </a:cubicBezTo>
                <a:cubicBezTo>
                  <a:pt x="61" y="13"/>
                  <a:pt x="61" y="14"/>
                  <a:pt x="61" y="14"/>
                </a:cubicBezTo>
                <a:cubicBezTo>
                  <a:pt x="60" y="14"/>
                  <a:pt x="60" y="14"/>
                  <a:pt x="60" y="14"/>
                </a:cubicBezTo>
                <a:cubicBezTo>
                  <a:pt x="59" y="15"/>
                  <a:pt x="59" y="15"/>
                  <a:pt x="58" y="15"/>
                </a:cubicBezTo>
                <a:cubicBezTo>
                  <a:pt x="58" y="15"/>
                  <a:pt x="58" y="16"/>
                  <a:pt x="58" y="16"/>
                </a:cubicBezTo>
                <a:cubicBezTo>
                  <a:pt x="57" y="16"/>
                  <a:pt x="57" y="16"/>
                  <a:pt x="57" y="15"/>
                </a:cubicBezTo>
                <a:cubicBezTo>
                  <a:pt x="57" y="15"/>
                  <a:pt x="58" y="15"/>
                  <a:pt x="58" y="15"/>
                </a:cubicBezTo>
                <a:cubicBezTo>
                  <a:pt x="58" y="14"/>
                  <a:pt x="59" y="14"/>
                  <a:pt x="59" y="13"/>
                </a:cubicBezTo>
                <a:cubicBezTo>
                  <a:pt x="59" y="13"/>
                  <a:pt x="60" y="13"/>
                  <a:pt x="60" y="12"/>
                </a:cubicBezTo>
                <a:cubicBezTo>
                  <a:pt x="60" y="11"/>
                  <a:pt x="61" y="10"/>
                  <a:pt x="61" y="9"/>
                </a:cubicBezTo>
                <a:cubicBezTo>
                  <a:pt x="62" y="8"/>
                  <a:pt x="62" y="7"/>
                  <a:pt x="62" y="6"/>
                </a:cubicBezTo>
                <a:cubicBezTo>
                  <a:pt x="63" y="5"/>
                  <a:pt x="63" y="4"/>
                  <a:pt x="63" y="3"/>
                </a:cubicBezTo>
                <a:cubicBezTo>
                  <a:pt x="63" y="3"/>
                  <a:pt x="63" y="3"/>
                  <a:pt x="63" y="3"/>
                </a:cubicBezTo>
                <a:cubicBezTo>
                  <a:pt x="63" y="2"/>
                  <a:pt x="63" y="2"/>
                  <a:pt x="63" y="2"/>
                </a:cubicBezTo>
                <a:cubicBezTo>
                  <a:pt x="63" y="2"/>
                  <a:pt x="64" y="2"/>
                  <a:pt x="64" y="3"/>
                </a:cubicBezTo>
                <a:cubicBezTo>
                  <a:pt x="64" y="3"/>
                  <a:pt x="64" y="3"/>
                  <a:pt x="64" y="3"/>
                </a:cubicBezTo>
                <a:cubicBezTo>
                  <a:pt x="64" y="3"/>
                  <a:pt x="65" y="3"/>
                  <a:pt x="65" y="3"/>
                </a:cubicBezTo>
                <a:cubicBezTo>
                  <a:pt x="66" y="2"/>
                  <a:pt x="66" y="2"/>
                  <a:pt x="66" y="2"/>
                </a:cubicBezTo>
                <a:cubicBezTo>
                  <a:pt x="67" y="2"/>
                  <a:pt x="67" y="2"/>
                  <a:pt x="68" y="2"/>
                </a:cubicBezTo>
                <a:cubicBezTo>
                  <a:pt x="68" y="2"/>
                  <a:pt x="68" y="2"/>
                  <a:pt x="68" y="2"/>
                </a:cubicBezTo>
                <a:cubicBezTo>
                  <a:pt x="69" y="2"/>
                  <a:pt x="69" y="2"/>
                  <a:pt x="69" y="2"/>
                </a:cubicBezTo>
                <a:cubicBezTo>
                  <a:pt x="69" y="2"/>
                  <a:pt x="69" y="2"/>
                  <a:pt x="69" y="2"/>
                </a:cubicBezTo>
                <a:cubicBezTo>
                  <a:pt x="69" y="2"/>
                  <a:pt x="69" y="2"/>
                  <a:pt x="69" y="3"/>
                </a:cubicBezTo>
                <a:cubicBezTo>
                  <a:pt x="70" y="3"/>
                  <a:pt x="70" y="3"/>
                  <a:pt x="70" y="3"/>
                </a:cubicBezTo>
                <a:cubicBezTo>
                  <a:pt x="70" y="3"/>
                  <a:pt x="70" y="3"/>
                  <a:pt x="69" y="3"/>
                </a:cubicBezTo>
                <a:cubicBezTo>
                  <a:pt x="68" y="3"/>
                  <a:pt x="68" y="3"/>
                  <a:pt x="67" y="4"/>
                </a:cubicBezTo>
                <a:cubicBezTo>
                  <a:pt x="67" y="4"/>
                  <a:pt x="67" y="4"/>
                  <a:pt x="67" y="4"/>
                </a:cubicBezTo>
                <a:cubicBezTo>
                  <a:pt x="66" y="4"/>
                  <a:pt x="66" y="4"/>
                  <a:pt x="66" y="4"/>
                </a:cubicBezTo>
                <a:cubicBezTo>
                  <a:pt x="66" y="4"/>
                  <a:pt x="66" y="4"/>
                  <a:pt x="66" y="4"/>
                </a:cubicBezTo>
                <a:cubicBezTo>
                  <a:pt x="66" y="4"/>
                  <a:pt x="65" y="4"/>
                  <a:pt x="65" y="4"/>
                </a:cubicBezTo>
                <a:cubicBezTo>
                  <a:pt x="65" y="4"/>
                  <a:pt x="65" y="4"/>
                  <a:pt x="64" y="4"/>
                </a:cubicBezTo>
                <a:cubicBezTo>
                  <a:pt x="64" y="4"/>
                  <a:pt x="64" y="4"/>
                  <a:pt x="64" y="4"/>
                </a:cubicBezTo>
                <a:cubicBezTo>
                  <a:pt x="64" y="5"/>
                  <a:pt x="64" y="5"/>
                  <a:pt x="64" y="5"/>
                </a:cubicBezTo>
                <a:cubicBezTo>
                  <a:pt x="64" y="5"/>
                  <a:pt x="64" y="5"/>
                  <a:pt x="64" y="5"/>
                </a:cubicBezTo>
                <a:cubicBezTo>
                  <a:pt x="64" y="5"/>
                  <a:pt x="64" y="5"/>
                  <a:pt x="64" y="5"/>
                </a:cubicBezTo>
                <a:cubicBezTo>
                  <a:pt x="65" y="5"/>
                  <a:pt x="66" y="5"/>
                  <a:pt x="67" y="4"/>
                </a:cubicBezTo>
                <a:cubicBezTo>
                  <a:pt x="68" y="4"/>
                  <a:pt x="68" y="4"/>
                  <a:pt x="69" y="4"/>
                </a:cubicBezTo>
                <a:cubicBezTo>
                  <a:pt x="70" y="4"/>
                  <a:pt x="70" y="4"/>
                  <a:pt x="70" y="5"/>
                </a:cubicBezTo>
                <a:cubicBezTo>
                  <a:pt x="71" y="5"/>
                  <a:pt x="71" y="5"/>
                  <a:pt x="71" y="5"/>
                </a:cubicBezTo>
                <a:cubicBezTo>
                  <a:pt x="71" y="5"/>
                  <a:pt x="71" y="5"/>
                  <a:pt x="71" y="5"/>
                </a:cubicBezTo>
                <a:close/>
                <a:moveTo>
                  <a:pt x="72" y="12"/>
                </a:moveTo>
                <a:cubicBezTo>
                  <a:pt x="72" y="12"/>
                  <a:pt x="72" y="12"/>
                  <a:pt x="72" y="12"/>
                </a:cubicBezTo>
                <a:cubicBezTo>
                  <a:pt x="72" y="12"/>
                  <a:pt x="73" y="12"/>
                  <a:pt x="73" y="13"/>
                </a:cubicBezTo>
                <a:cubicBezTo>
                  <a:pt x="73" y="13"/>
                  <a:pt x="73" y="13"/>
                  <a:pt x="73" y="13"/>
                </a:cubicBezTo>
                <a:cubicBezTo>
                  <a:pt x="73" y="13"/>
                  <a:pt x="73" y="13"/>
                  <a:pt x="73" y="13"/>
                </a:cubicBezTo>
                <a:cubicBezTo>
                  <a:pt x="73" y="13"/>
                  <a:pt x="72" y="13"/>
                  <a:pt x="72" y="13"/>
                </a:cubicBezTo>
                <a:cubicBezTo>
                  <a:pt x="72" y="13"/>
                  <a:pt x="71" y="13"/>
                  <a:pt x="70" y="13"/>
                </a:cubicBezTo>
                <a:cubicBezTo>
                  <a:pt x="69" y="13"/>
                  <a:pt x="69" y="13"/>
                  <a:pt x="69" y="13"/>
                </a:cubicBezTo>
                <a:cubicBezTo>
                  <a:pt x="68" y="13"/>
                  <a:pt x="68" y="13"/>
                  <a:pt x="68" y="13"/>
                </a:cubicBezTo>
                <a:lnTo>
                  <a:pt x="68" y="14"/>
                </a:lnTo>
                <a:cubicBezTo>
                  <a:pt x="68" y="15"/>
                  <a:pt x="68" y="16"/>
                  <a:pt x="68" y="16"/>
                </a:cubicBezTo>
                <a:cubicBezTo>
                  <a:pt x="68" y="17"/>
                  <a:pt x="68" y="17"/>
                  <a:pt x="68" y="17"/>
                </a:cubicBezTo>
                <a:cubicBezTo>
                  <a:pt x="68" y="18"/>
                  <a:pt x="68" y="18"/>
                  <a:pt x="68" y="18"/>
                </a:cubicBezTo>
                <a:cubicBezTo>
                  <a:pt x="67" y="18"/>
                  <a:pt x="67" y="18"/>
                  <a:pt x="66" y="17"/>
                </a:cubicBezTo>
                <a:cubicBezTo>
                  <a:pt x="65" y="17"/>
                  <a:pt x="65" y="17"/>
                  <a:pt x="64" y="17"/>
                </a:cubicBezTo>
                <a:cubicBezTo>
                  <a:pt x="64" y="16"/>
                  <a:pt x="63" y="16"/>
                  <a:pt x="63" y="16"/>
                </a:cubicBezTo>
                <a:cubicBezTo>
                  <a:pt x="63" y="16"/>
                  <a:pt x="63" y="16"/>
                  <a:pt x="64" y="16"/>
                </a:cubicBezTo>
                <a:cubicBezTo>
                  <a:pt x="64" y="16"/>
                  <a:pt x="64" y="16"/>
                  <a:pt x="64" y="16"/>
                </a:cubicBezTo>
                <a:cubicBezTo>
                  <a:pt x="64" y="16"/>
                  <a:pt x="65" y="16"/>
                  <a:pt x="65" y="16"/>
                </a:cubicBezTo>
                <a:cubicBezTo>
                  <a:pt x="66" y="16"/>
                  <a:pt x="66" y="16"/>
                  <a:pt x="66" y="16"/>
                </a:cubicBezTo>
                <a:cubicBezTo>
                  <a:pt x="66" y="16"/>
                  <a:pt x="67" y="16"/>
                  <a:pt x="67" y="16"/>
                </a:cubicBezTo>
                <a:cubicBezTo>
                  <a:pt x="67" y="16"/>
                  <a:pt x="67" y="16"/>
                  <a:pt x="67" y="16"/>
                </a:cubicBezTo>
                <a:cubicBezTo>
                  <a:pt x="67" y="16"/>
                  <a:pt x="67" y="15"/>
                  <a:pt x="67" y="15"/>
                </a:cubicBezTo>
                <a:cubicBezTo>
                  <a:pt x="67" y="15"/>
                  <a:pt x="67" y="14"/>
                  <a:pt x="67" y="14"/>
                </a:cubicBezTo>
                <a:cubicBezTo>
                  <a:pt x="67" y="14"/>
                  <a:pt x="67" y="13"/>
                  <a:pt x="67" y="13"/>
                </a:cubicBezTo>
                <a:cubicBezTo>
                  <a:pt x="67" y="13"/>
                  <a:pt x="67" y="13"/>
                  <a:pt x="67" y="13"/>
                </a:cubicBezTo>
                <a:cubicBezTo>
                  <a:pt x="67" y="13"/>
                  <a:pt x="67" y="13"/>
                  <a:pt x="67" y="13"/>
                </a:cubicBezTo>
                <a:cubicBezTo>
                  <a:pt x="66" y="13"/>
                  <a:pt x="65" y="13"/>
                  <a:pt x="64" y="13"/>
                </a:cubicBezTo>
                <a:cubicBezTo>
                  <a:pt x="64" y="14"/>
                  <a:pt x="64" y="14"/>
                  <a:pt x="63" y="14"/>
                </a:cubicBezTo>
                <a:cubicBezTo>
                  <a:pt x="63" y="14"/>
                  <a:pt x="63" y="14"/>
                  <a:pt x="62" y="14"/>
                </a:cubicBezTo>
                <a:cubicBezTo>
                  <a:pt x="62" y="14"/>
                  <a:pt x="62" y="14"/>
                  <a:pt x="62" y="14"/>
                </a:cubicBezTo>
                <a:cubicBezTo>
                  <a:pt x="62" y="14"/>
                  <a:pt x="62" y="14"/>
                  <a:pt x="62" y="14"/>
                </a:cubicBezTo>
                <a:cubicBezTo>
                  <a:pt x="62" y="14"/>
                  <a:pt x="62" y="13"/>
                  <a:pt x="62" y="13"/>
                </a:cubicBezTo>
                <a:cubicBezTo>
                  <a:pt x="62" y="13"/>
                  <a:pt x="62" y="13"/>
                  <a:pt x="62" y="13"/>
                </a:cubicBezTo>
                <a:cubicBezTo>
                  <a:pt x="62" y="13"/>
                  <a:pt x="62" y="13"/>
                  <a:pt x="63" y="13"/>
                </a:cubicBezTo>
                <a:cubicBezTo>
                  <a:pt x="63" y="13"/>
                  <a:pt x="63" y="13"/>
                  <a:pt x="63" y="13"/>
                </a:cubicBezTo>
                <a:cubicBezTo>
                  <a:pt x="64" y="13"/>
                  <a:pt x="65" y="12"/>
                  <a:pt x="66" y="12"/>
                </a:cubicBezTo>
                <a:cubicBezTo>
                  <a:pt x="67" y="12"/>
                  <a:pt x="67" y="12"/>
                  <a:pt x="67" y="12"/>
                </a:cubicBezTo>
                <a:cubicBezTo>
                  <a:pt x="67" y="12"/>
                  <a:pt x="67" y="11"/>
                  <a:pt x="66" y="11"/>
                </a:cubicBezTo>
                <a:cubicBezTo>
                  <a:pt x="66" y="11"/>
                  <a:pt x="66" y="11"/>
                  <a:pt x="66" y="11"/>
                </a:cubicBezTo>
                <a:cubicBezTo>
                  <a:pt x="66" y="11"/>
                  <a:pt x="66" y="11"/>
                  <a:pt x="66" y="11"/>
                </a:cubicBezTo>
                <a:cubicBezTo>
                  <a:pt x="67" y="11"/>
                  <a:pt x="67" y="11"/>
                  <a:pt x="67" y="11"/>
                </a:cubicBezTo>
                <a:cubicBezTo>
                  <a:pt x="67" y="11"/>
                  <a:pt x="68" y="11"/>
                  <a:pt x="68" y="10"/>
                </a:cubicBezTo>
                <a:cubicBezTo>
                  <a:pt x="68" y="10"/>
                  <a:pt x="68" y="10"/>
                  <a:pt x="68" y="10"/>
                </a:cubicBezTo>
                <a:cubicBezTo>
                  <a:pt x="68" y="10"/>
                  <a:pt x="68" y="9"/>
                  <a:pt x="68" y="9"/>
                </a:cubicBezTo>
                <a:cubicBezTo>
                  <a:pt x="68" y="9"/>
                  <a:pt x="67" y="10"/>
                  <a:pt x="66" y="10"/>
                </a:cubicBezTo>
                <a:cubicBezTo>
                  <a:pt x="65" y="11"/>
                  <a:pt x="65" y="11"/>
                  <a:pt x="64" y="11"/>
                </a:cubicBezTo>
                <a:cubicBezTo>
                  <a:pt x="64" y="11"/>
                  <a:pt x="64" y="11"/>
                  <a:pt x="64" y="11"/>
                </a:cubicBezTo>
                <a:cubicBezTo>
                  <a:pt x="64" y="11"/>
                  <a:pt x="63" y="11"/>
                  <a:pt x="63" y="11"/>
                </a:cubicBezTo>
                <a:cubicBezTo>
                  <a:pt x="63" y="11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4" y="10"/>
                  <a:pt x="64" y="10"/>
                </a:cubicBezTo>
                <a:cubicBezTo>
                  <a:pt x="64" y="10"/>
                  <a:pt x="65" y="10"/>
                  <a:pt x="66" y="9"/>
                </a:cubicBezTo>
                <a:cubicBezTo>
                  <a:pt x="67" y="9"/>
                  <a:pt x="67" y="9"/>
                  <a:pt x="68" y="9"/>
                </a:cubicBezTo>
                <a:cubicBezTo>
                  <a:pt x="68" y="9"/>
                  <a:pt x="68" y="9"/>
                  <a:pt x="68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70" y="9"/>
                  <a:pt x="70" y="10"/>
                  <a:pt x="70" y="10"/>
                </a:cubicBezTo>
                <a:cubicBezTo>
                  <a:pt x="70" y="10"/>
                  <a:pt x="70" y="10"/>
                  <a:pt x="69" y="10"/>
                </a:cubicBezTo>
                <a:cubicBezTo>
                  <a:pt x="69" y="11"/>
                  <a:pt x="69" y="11"/>
                  <a:pt x="68" y="11"/>
                </a:cubicBezTo>
                <a:cubicBezTo>
                  <a:pt x="68" y="11"/>
                  <a:pt x="68" y="11"/>
                  <a:pt x="68" y="11"/>
                </a:cubicBezTo>
                <a:cubicBezTo>
                  <a:pt x="68" y="11"/>
                  <a:pt x="68" y="12"/>
                  <a:pt x="68" y="12"/>
                </a:cubicBezTo>
                <a:cubicBezTo>
                  <a:pt x="68" y="12"/>
                  <a:pt x="68" y="12"/>
                  <a:pt x="69" y="12"/>
                </a:cubicBezTo>
                <a:lnTo>
                  <a:pt x="70" y="12"/>
                </a:lnTo>
                <a:cubicBezTo>
                  <a:pt x="70" y="12"/>
                  <a:pt x="71" y="12"/>
                  <a:pt x="71" y="12"/>
                </a:cubicBezTo>
                <a:cubicBezTo>
                  <a:pt x="71" y="12"/>
                  <a:pt x="71" y="12"/>
                  <a:pt x="72" y="12"/>
                </a:cubicBezTo>
                <a:close/>
                <a:moveTo>
                  <a:pt x="84" y="6"/>
                </a:moveTo>
                <a:cubicBezTo>
                  <a:pt x="84" y="6"/>
                  <a:pt x="84" y="6"/>
                  <a:pt x="85" y="6"/>
                </a:cubicBezTo>
                <a:cubicBezTo>
                  <a:pt x="85" y="6"/>
                  <a:pt x="85" y="6"/>
                  <a:pt x="86" y="6"/>
                </a:cubicBezTo>
                <a:cubicBezTo>
                  <a:pt x="86" y="6"/>
                  <a:pt x="86" y="6"/>
                  <a:pt x="87" y="6"/>
                </a:cubicBezTo>
                <a:cubicBezTo>
                  <a:pt x="87" y="6"/>
                  <a:pt x="87" y="6"/>
                  <a:pt x="88" y="7"/>
                </a:cubicBezTo>
                <a:cubicBezTo>
                  <a:pt x="88" y="7"/>
                  <a:pt x="89" y="8"/>
                  <a:pt x="89" y="8"/>
                </a:cubicBezTo>
                <a:cubicBezTo>
                  <a:pt x="89" y="8"/>
                  <a:pt x="89" y="8"/>
                  <a:pt x="89" y="8"/>
                </a:cubicBezTo>
                <a:cubicBezTo>
                  <a:pt x="89" y="8"/>
                  <a:pt x="89" y="9"/>
                  <a:pt x="89" y="9"/>
                </a:cubicBezTo>
                <a:cubicBezTo>
                  <a:pt x="89" y="9"/>
                  <a:pt x="89" y="9"/>
                  <a:pt x="89" y="9"/>
                </a:cubicBezTo>
                <a:cubicBezTo>
                  <a:pt x="89" y="9"/>
                  <a:pt x="89" y="9"/>
                  <a:pt x="88" y="9"/>
                </a:cubicBezTo>
                <a:cubicBezTo>
                  <a:pt x="88" y="9"/>
                  <a:pt x="88" y="9"/>
                  <a:pt x="87" y="9"/>
                </a:cubicBezTo>
                <a:lnTo>
                  <a:pt x="86" y="9"/>
                </a:lnTo>
                <a:cubicBezTo>
                  <a:pt x="86" y="9"/>
                  <a:pt x="86" y="9"/>
                  <a:pt x="86" y="9"/>
                </a:cubicBezTo>
                <a:cubicBezTo>
                  <a:pt x="85" y="9"/>
                  <a:pt x="85" y="10"/>
                  <a:pt x="84" y="10"/>
                </a:cubicBezTo>
                <a:cubicBezTo>
                  <a:pt x="84" y="10"/>
                  <a:pt x="84" y="10"/>
                  <a:pt x="84" y="10"/>
                </a:cubicBezTo>
                <a:cubicBezTo>
                  <a:pt x="84" y="10"/>
                  <a:pt x="84" y="10"/>
                  <a:pt x="84" y="10"/>
                </a:cubicBezTo>
                <a:cubicBezTo>
                  <a:pt x="84" y="11"/>
                  <a:pt x="84" y="11"/>
                  <a:pt x="84" y="11"/>
                </a:cubicBezTo>
                <a:cubicBezTo>
                  <a:pt x="84" y="11"/>
                  <a:pt x="84" y="11"/>
                  <a:pt x="84" y="11"/>
                </a:cubicBezTo>
                <a:cubicBezTo>
                  <a:pt x="84" y="11"/>
                  <a:pt x="84" y="11"/>
                  <a:pt x="84" y="11"/>
                </a:cubicBezTo>
                <a:cubicBezTo>
                  <a:pt x="85" y="11"/>
                  <a:pt x="86" y="11"/>
                  <a:pt x="87" y="11"/>
                </a:cubicBezTo>
                <a:cubicBezTo>
                  <a:pt x="87" y="11"/>
                  <a:pt x="88" y="11"/>
                  <a:pt x="88" y="11"/>
                </a:cubicBezTo>
                <a:cubicBezTo>
                  <a:pt x="88" y="11"/>
                  <a:pt x="88" y="11"/>
                  <a:pt x="88" y="11"/>
                </a:cubicBezTo>
                <a:cubicBezTo>
                  <a:pt x="88" y="12"/>
                  <a:pt x="88" y="12"/>
                  <a:pt x="88" y="12"/>
                </a:cubicBezTo>
                <a:cubicBezTo>
                  <a:pt x="88" y="12"/>
                  <a:pt x="88" y="12"/>
                  <a:pt x="88" y="13"/>
                </a:cubicBezTo>
                <a:cubicBezTo>
                  <a:pt x="88" y="13"/>
                  <a:pt x="88" y="13"/>
                  <a:pt x="88" y="13"/>
                </a:cubicBezTo>
                <a:cubicBezTo>
                  <a:pt x="88" y="13"/>
                  <a:pt x="88" y="13"/>
                  <a:pt x="88" y="13"/>
                </a:cubicBezTo>
                <a:cubicBezTo>
                  <a:pt x="87" y="13"/>
                  <a:pt x="87" y="12"/>
                  <a:pt x="86" y="12"/>
                </a:cubicBezTo>
                <a:cubicBezTo>
                  <a:pt x="85" y="12"/>
                  <a:pt x="84" y="12"/>
                  <a:pt x="84" y="13"/>
                </a:cubicBezTo>
                <a:cubicBezTo>
                  <a:pt x="84" y="13"/>
                  <a:pt x="84" y="13"/>
                  <a:pt x="84" y="13"/>
                </a:cubicBezTo>
                <a:cubicBezTo>
                  <a:pt x="84" y="13"/>
                  <a:pt x="84" y="14"/>
                  <a:pt x="84" y="15"/>
                </a:cubicBezTo>
                <a:cubicBezTo>
                  <a:pt x="84" y="15"/>
                  <a:pt x="84" y="16"/>
                  <a:pt x="84" y="16"/>
                </a:cubicBezTo>
                <a:cubicBezTo>
                  <a:pt x="83" y="17"/>
                  <a:pt x="83" y="17"/>
                  <a:pt x="83" y="18"/>
                </a:cubicBezTo>
                <a:cubicBezTo>
                  <a:pt x="83" y="18"/>
                  <a:pt x="83" y="18"/>
                  <a:pt x="83" y="18"/>
                </a:cubicBezTo>
                <a:cubicBezTo>
                  <a:pt x="83" y="18"/>
                  <a:pt x="83" y="18"/>
                  <a:pt x="83" y="18"/>
                </a:cubicBezTo>
                <a:cubicBezTo>
                  <a:pt x="82" y="18"/>
                  <a:pt x="82" y="18"/>
                  <a:pt x="82" y="18"/>
                </a:cubicBezTo>
                <a:cubicBezTo>
                  <a:pt x="81" y="17"/>
                  <a:pt x="80" y="17"/>
                  <a:pt x="80" y="17"/>
                </a:cubicBezTo>
                <a:cubicBezTo>
                  <a:pt x="80" y="17"/>
                  <a:pt x="79" y="16"/>
                  <a:pt x="79" y="16"/>
                </a:cubicBezTo>
                <a:cubicBezTo>
                  <a:pt x="79" y="16"/>
                  <a:pt x="79" y="16"/>
                  <a:pt x="80" y="16"/>
                </a:cubicBezTo>
                <a:cubicBezTo>
                  <a:pt x="80" y="16"/>
                  <a:pt x="80" y="16"/>
                  <a:pt x="81" y="16"/>
                </a:cubicBezTo>
                <a:cubicBezTo>
                  <a:pt x="81" y="16"/>
                  <a:pt x="81" y="16"/>
                  <a:pt x="81" y="16"/>
                </a:cubicBezTo>
                <a:cubicBezTo>
                  <a:pt x="82" y="16"/>
                  <a:pt x="82" y="16"/>
                  <a:pt x="82" y="16"/>
                </a:cubicBezTo>
                <a:cubicBezTo>
                  <a:pt x="82" y="16"/>
                  <a:pt x="82" y="15"/>
                  <a:pt x="82" y="15"/>
                </a:cubicBezTo>
                <a:cubicBezTo>
                  <a:pt x="82" y="15"/>
                  <a:pt x="82" y="14"/>
                  <a:pt x="82" y="14"/>
                </a:cubicBezTo>
                <a:cubicBezTo>
                  <a:pt x="82" y="13"/>
                  <a:pt x="82" y="13"/>
                  <a:pt x="82" y="13"/>
                </a:cubicBezTo>
                <a:cubicBezTo>
                  <a:pt x="82" y="13"/>
                  <a:pt x="82" y="13"/>
                  <a:pt x="82" y="13"/>
                </a:cubicBezTo>
                <a:cubicBezTo>
                  <a:pt x="82" y="13"/>
                  <a:pt x="82" y="13"/>
                  <a:pt x="81" y="13"/>
                </a:cubicBezTo>
                <a:cubicBezTo>
                  <a:pt x="80" y="13"/>
                  <a:pt x="79" y="13"/>
                  <a:pt x="78" y="13"/>
                </a:cubicBezTo>
                <a:cubicBezTo>
                  <a:pt x="78" y="14"/>
                  <a:pt x="78" y="14"/>
                  <a:pt x="77" y="14"/>
                </a:cubicBezTo>
                <a:cubicBezTo>
                  <a:pt x="77" y="14"/>
                  <a:pt x="77" y="14"/>
                  <a:pt x="77" y="14"/>
                </a:cubicBezTo>
                <a:cubicBezTo>
                  <a:pt x="77" y="14"/>
                  <a:pt x="77" y="14"/>
                  <a:pt x="77" y="14"/>
                </a:cubicBezTo>
                <a:cubicBezTo>
                  <a:pt x="77" y="13"/>
                  <a:pt x="77" y="13"/>
                  <a:pt x="77" y="13"/>
                </a:cubicBezTo>
                <a:cubicBezTo>
                  <a:pt x="77" y="13"/>
                  <a:pt x="77" y="13"/>
                  <a:pt x="77" y="13"/>
                </a:cubicBezTo>
                <a:cubicBezTo>
                  <a:pt x="77" y="13"/>
                  <a:pt x="77" y="13"/>
                  <a:pt x="77" y="13"/>
                </a:cubicBezTo>
                <a:cubicBezTo>
                  <a:pt x="78" y="13"/>
                  <a:pt x="78" y="13"/>
                  <a:pt x="79" y="12"/>
                </a:cubicBezTo>
                <a:cubicBezTo>
                  <a:pt x="80" y="12"/>
                  <a:pt x="81" y="12"/>
                  <a:pt x="82" y="12"/>
                </a:cubicBezTo>
                <a:cubicBezTo>
                  <a:pt x="82" y="11"/>
                  <a:pt x="82" y="11"/>
                  <a:pt x="82" y="11"/>
                </a:cubicBezTo>
                <a:cubicBezTo>
                  <a:pt x="82" y="11"/>
                  <a:pt x="82" y="11"/>
                  <a:pt x="82" y="11"/>
                </a:cubicBezTo>
                <a:cubicBezTo>
                  <a:pt x="82" y="11"/>
                  <a:pt x="82" y="10"/>
                  <a:pt x="82" y="10"/>
                </a:cubicBezTo>
                <a:cubicBezTo>
                  <a:pt x="82" y="10"/>
                  <a:pt x="82" y="10"/>
                  <a:pt x="83" y="10"/>
                </a:cubicBezTo>
                <a:cubicBezTo>
                  <a:pt x="83" y="10"/>
                  <a:pt x="83" y="10"/>
                  <a:pt x="83" y="10"/>
                </a:cubicBezTo>
                <a:cubicBezTo>
                  <a:pt x="83" y="10"/>
                  <a:pt x="83" y="10"/>
                  <a:pt x="83" y="10"/>
                </a:cubicBezTo>
                <a:cubicBezTo>
                  <a:pt x="84" y="10"/>
                  <a:pt x="84" y="9"/>
                  <a:pt x="84" y="9"/>
                </a:cubicBezTo>
                <a:cubicBezTo>
                  <a:pt x="84" y="9"/>
                  <a:pt x="84" y="9"/>
                  <a:pt x="84" y="9"/>
                </a:cubicBezTo>
                <a:cubicBezTo>
                  <a:pt x="84" y="9"/>
                  <a:pt x="84" y="9"/>
                  <a:pt x="83" y="9"/>
                </a:cubicBezTo>
                <a:cubicBezTo>
                  <a:pt x="83" y="9"/>
                  <a:pt x="83" y="9"/>
                  <a:pt x="82" y="9"/>
                </a:cubicBezTo>
                <a:cubicBezTo>
                  <a:pt x="82" y="9"/>
                  <a:pt x="82" y="9"/>
                  <a:pt x="82" y="9"/>
                </a:cubicBezTo>
                <a:cubicBezTo>
                  <a:pt x="82" y="9"/>
                  <a:pt x="82" y="10"/>
                  <a:pt x="81" y="10"/>
                </a:cubicBezTo>
                <a:cubicBezTo>
                  <a:pt x="81" y="10"/>
                  <a:pt x="81" y="10"/>
                  <a:pt x="81" y="10"/>
                </a:cubicBezTo>
                <a:cubicBezTo>
                  <a:pt x="80" y="10"/>
                  <a:pt x="80" y="10"/>
                  <a:pt x="80" y="10"/>
                </a:cubicBezTo>
                <a:cubicBezTo>
                  <a:pt x="80" y="10"/>
                  <a:pt x="80" y="11"/>
                  <a:pt x="80" y="11"/>
                </a:cubicBezTo>
                <a:cubicBezTo>
                  <a:pt x="80" y="11"/>
                  <a:pt x="79" y="10"/>
                  <a:pt x="79" y="10"/>
                </a:cubicBezTo>
                <a:cubicBezTo>
                  <a:pt x="79" y="10"/>
                  <a:pt x="79" y="10"/>
                  <a:pt x="79" y="9"/>
                </a:cubicBezTo>
                <a:cubicBezTo>
                  <a:pt x="79" y="9"/>
                  <a:pt x="79" y="9"/>
                  <a:pt x="79" y="9"/>
                </a:cubicBezTo>
                <a:cubicBezTo>
                  <a:pt x="80" y="9"/>
                  <a:pt x="81" y="9"/>
                  <a:pt x="81" y="9"/>
                </a:cubicBezTo>
                <a:cubicBezTo>
                  <a:pt x="82" y="8"/>
                  <a:pt x="83" y="8"/>
                  <a:pt x="84" y="8"/>
                </a:cubicBezTo>
                <a:cubicBezTo>
                  <a:pt x="84" y="8"/>
                  <a:pt x="84" y="8"/>
                  <a:pt x="85" y="8"/>
                </a:cubicBezTo>
                <a:cubicBezTo>
                  <a:pt x="85" y="8"/>
                  <a:pt x="85" y="8"/>
                  <a:pt x="85" y="9"/>
                </a:cubicBezTo>
                <a:cubicBezTo>
                  <a:pt x="86" y="9"/>
                  <a:pt x="86" y="9"/>
                  <a:pt x="86" y="9"/>
                </a:cubicBezTo>
                <a:cubicBezTo>
                  <a:pt x="86" y="9"/>
                  <a:pt x="86" y="9"/>
                  <a:pt x="87" y="8"/>
                </a:cubicBezTo>
                <a:cubicBezTo>
                  <a:pt x="87" y="8"/>
                  <a:pt x="87" y="8"/>
                  <a:pt x="87" y="7"/>
                </a:cubicBezTo>
                <a:cubicBezTo>
                  <a:pt x="87" y="7"/>
                  <a:pt x="87" y="7"/>
                  <a:pt x="87" y="7"/>
                </a:cubicBezTo>
                <a:cubicBezTo>
                  <a:pt x="86" y="6"/>
                  <a:pt x="86" y="6"/>
                  <a:pt x="86" y="6"/>
                </a:cubicBezTo>
                <a:cubicBezTo>
                  <a:pt x="86" y="6"/>
                  <a:pt x="85" y="6"/>
                  <a:pt x="84" y="7"/>
                </a:cubicBezTo>
                <a:cubicBezTo>
                  <a:pt x="84" y="7"/>
                  <a:pt x="83" y="7"/>
                  <a:pt x="83" y="7"/>
                </a:cubicBezTo>
                <a:cubicBezTo>
                  <a:pt x="83" y="7"/>
                  <a:pt x="82" y="7"/>
                  <a:pt x="82" y="7"/>
                </a:cubicBezTo>
                <a:cubicBezTo>
                  <a:pt x="81" y="7"/>
                  <a:pt x="81" y="7"/>
                  <a:pt x="80" y="8"/>
                </a:cubicBezTo>
                <a:cubicBezTo>
                  <a:pt x="80" y="8"/>
                  <a:pt x="80" y="8"/>
                  <a:pt x="79" y="8"/>
                </a:cubicBezTo>
                <a:cubicBezTo>
                  <a:pt x="79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9" y="7"/>
                </a:cubicBezTo>
                <a:cubicBezTo>
                  <a:pt x="80" y="7"/>
                  <a:pt x="81" y="6"/>
                  <a:pt x="82" y="6"/>
                </a:cubicBezTo>
                <a:cubicBezTo>
                  <a:pt x="82" y="6"/>
                  <a:pt x="83" y="6"/>
                  <a:pt x="83" y="5"/>
                </a:cubicBezTo>
                <a:cubicBezTo>
                  <a:pt x="84" y="4"/>
                  <a:pt x="84" y="3"/>
                  <a:pt x="85" y="2"/>
                </a:cubicBezTo>
                <a:cubicBezTo>
                  <a:pt x="85" y="2"/>
                  <a:pt x="85" y="2"/>
                  <a:pt x="85" y="2"/>
                </a:cubicBezTo>
                <a:cubicBezTo>
                  <a:pt x="86" y="2"/>
                  <a:pt x="86" y="2"/>
                  <a:pt x="86" y="2"/>
                </a:cubicBezTo>
                <a:cubicBezTo>
                  <a:pt x="86" y="3"/>
                  <a:pt x="87" y="3"/>
                  <a:pt x="87" y="3"/>
                </a:cubicBezTo>
                <a:cubicBezTo>
                  <a:pt x="87" y="3"/>
                  <a:pt x="87" y="3"/>
                  <a:pt x="86" y="3"/>
                </a:cubicBezTo>
                <a:cubicBezTo>
                  <a:pt x="86" y="3"/>
                  <a:pt x="86" y="4"/>
                  <a:pt x="86" y="4"/>
                </a:cubicBezTo>
                <a:cubicBezTo>
                  <a:pt x="86" y="4"/>
                  <a:pt x="85" y="4"/>
                  <a:pt x="85" y="5"/>
                </a:cubicBezTo>
                <a:cubicBezTo>
                  <a:pt x="85" y="5"/>
                  <a:pt x="84" y="5"/>
                  <a:pt x="84" y="5"/>
                </a:cubicBezTo>
                <a:cubicBezTo>
                  <a:pt x="84" y="5"/>
                  <a:pt x="84" y="5"/>
                  <a:pt x="84" y="6"/>
                </a:cubicBezTo>
                <a:close/>
                <a:moveTo>
                  <a:pt x="83" y="2"/>
                </a:moveTo>
                <a:cubicBezTo>
                  <a:pt x="83" y="2"/>
                  <a:pt x="83" y="2"/>
                  <a:pt x="83" y="3"/>
                </a:cubicBezTo>
                <a:cubicBezTo>
                  <a:pt x="83" y="3"/>
                  <a:pt x="83" y="3"/>
                  <a:pt x="83" y="3"/>
                </a:cubicBezTo>
                <a:cubicBezTo>
                  <a:pt x="82" y="3"/>
                  <a:pt x="82" y="4"/>
                  <a:pt x="82" y="4"/>
                </a:cubicBezTo>
                <a:cubicBezTo>
                  <a:pt x="82" y="4"/>
                  <a:pt x="82" y="4"/>
                  <a:pt x="82" y="4"/>
                </a:cubicBezTo>
                <a:cubicBezTo>
                  <a:pt x="82" y="4"/>
                  <a:pt x="81" y="4"/>
                  <a:pt x="81" y="4"/>
                </a:cubicBezTo>
                <a:cubicBezTo>
                  <a:pt x="81" y="4"/>
                  <a:pt x="81" y="3"/>
                  <a:pt x="81" y="3"/>
                </a:cubicBezTo>
                <a:cubicBezTo>
                  <a:pt x="81" y="3"/>
                  <a:pt x="81" y="3"/>
                  <a:pt x="81" y="3"/>
                </a:cubicBezTo>
                <a:cubicBezTo>
                  <a:pt x="81" y="3"/>
                  <a:pt x="81" y="3"/>
                  <a:pt x="82" y="3"/>
                </a:cubicBezTo>
                <a:cubicBezTo>
                  <a:pt x="82" y="3"/>
                  <a:pt x="82" y="3"/>
                  <a:pt x="82" y="3"/>
                </a:cubicBezTo>
                <a:cubicBezTo>
                  <a:pt x="82" y="3"/>
                  <a:pt x="82" y="3"/>
                  <a:pt x="82" y="3"/>
                </a:cubicBezTo>
                <a:cubicBezTo>
                  <a:pt x="82" y="3"/>
                  <a:pt x="82" y="3"/>
                  <a:pt x="83" y="3"/>
                </a:cubicBezTo>
                <a:cubicBezTo>
                  <a:pt x="83" y="2"/>
                  <a:pt x="83" y="2"/>
                  <a:pt x="83" y="2"/>
                </a:cubicBezTo>
                <a:close/>
                <a:moveTo>
                  <a:pt x="80" y="5"/>
                </a:moveTo>
                <a:cubicBezTo>
                  <a:pt x="80" y="6"/>
                  <a:pt x="80" y="6"/>
                  <a:pt x="80" y="6"/>
                </a:cubicBezTo>
                <a:cubicBezTo>
                  <a:pt x="80" y="6"/>
                  <a:pt x="80" y="6"/>
                  <a:pt x="80" y="6"/>
                </a:cubicBezTo>
                <a:cubicBezTo>
                  <a:pt x="79" y="6"/>
                  <a:pt x="79" y="6"/>
                  <a:pt x="79" y="6"/>
                </a:cubicBezTo>
                <a:cubicBezTo>
                  <a:pt x="79" y="6"/>
                  <a:pt x="78" y="6"/>
                  <a:pt x="78" y="6"/>
                </a:cubicBezTo>
                <a:cubicBezTo>
                  <a:pt x="78" y="6"/>
                  <a:pt x="78" y="5"/>
                  <a:pt x="78" y="5"/>
                </a:cubicBezTo>
                <a:cubicBezTo>
                  <a:pt x="78" y="5"/>
                  <a:pt x="78" y="5"/>
                  <a:pt x="78" y="4"/>
                </a:cubicBezTo>
                <a:cubicBezTo>
                  <a:pt x="78" y="4"/>
                  <a:pt x="78" y="4"/>
                  <a:pt x="78" y="4"/>
                </a:cubicBezTo>
                <a:cubicBezTo>
                  <a:pt x="78" y="4"/>
                  <a:pt x="78" y="4"/>
                  <a:pt x="79" y="4"/>
                </a:cubicBezTo>
                <a:cubicBezTo>
                  <a:pt x="79" y="4"/>
                  <a:pt x="79" y="4"/>
                  <a:pt x="79" y="4"/>
                </a:cubicBezTo>
                <a:cubicBezTo>
                  <a:pt x="79" y="4"/>
                  <a:pt x="79" y="4"/>
                  <a:pt x="80" y="4"/>
                </a:cubicBezTo>
                <a:cubicBezTo>
                  <a:pt x="80" y="5"/>
                  <a:pt x="80" y="5"/>
                  <a:pt x="80" y="5"/>
                </a:cubicBezTo>
                <a:close/>
                <a:moveTo>
                  <a:pt x="77" y="9"/>
                </a:moveTo>
                <a:cubicBezTo>
                  <a:pt x="77" y="10"/>
                  <a:pt x="77" y="10"/>
                  <a:pt x="77" y="10"/>
                </a:cubicBezTo>
                <a:cubicBezTo>
                  <a:pt x="77" y="10"/>
                  <a:pt x="77" y="10"/>
                  <a:pt x="77" y="10"/>
                </a:cubicBezTo>
                <a:cubicBezTo>
                  <a:pt x="77" y="10"/>
                  <a:pt x="77" y="11"/>
                  <a:pt x="77" y="11"/>
                </a:cubicBezTo>
                <a:cubicBezTo>
                  <a:pt x="76" y="11"/>
                  <a:pt x="76" y="10"/>
                  <a:pt x="76" y="10"/>
                </a:cubicBezTo>
                <a:cubicBezTo>
                  <a:pt x="75" y="10"/>
                  <a:pt x="75" y="10"/>
                  <a:pt x="75" y="10"/>
                </a:cubicBezTo>
                <a:cubicBezTo>
                  <a:pt x="75" y="10"/>
                  <a:pt x="75" y="9"/>
                  <a:pt x="75" y="9"/>
                </a:cubicBezTo>
                <a:cubicBezTo>
                  <a:pt x="75" y="9"/>
                  <a:pt x="76" y="9"/>
                  <a:pt x="76" y="9"/>
                </a:cubicBezTo>
                <a:cubicBezTo>
                  <a:pt x="76" y="8"/>
                  <a:pt x="77" y="8"/>
                  <a:pt x="77" y="8"/>
                </a:cubicBezTo>
                <a:cubicBezTo>
                  <a:pt x="77" y="8"/>
                  <a:pt x="77" y="8"/>
                  <a:pt x="77" y="8"/>
                </a:cubicBezTo>
                <a:cubicBezTo>
                  <a:pt x="77" y="9"/>
                  <a:pt x="77" y="9"/>
                  <a:pt x="77" y="9"/>
                </a:cubicBezTo>
                <a:cubicBezTo>
                  <a:pt x="77" y="9"/>
                  <a:pt x="77" y="9"/>
                  <a:pt x="77" y="9"/>
                </a:cubicBezTo>
                <a:close/>
                <a:moveTo>
                  <a:pt x="118" y="15"/>
                </a:moveTo>
                <a:cubicBezTo>
                  <a:pt x="118" y="15"/>
                  <a:pt x="118" y="15"/>
                  <a:pt x="117" y="15"/>
                </a:cubicBezTo>
                <a:cubicBezTo>
                  <a:pt x="117" y="15"/>
                  <a:pt x="117" y="15"/>
                  <a:pt x="116" y="15"/>
                </a:cubicBezTo>
                <a:cubicBezTo>
                  <a:pt x="115" y="15"/>
                  <a:pt x="114" y="15"/>
                  <a:pt x="114" y="15"/>
                </a:cubicBezTo>
                <a:cubicBezTo>
                  <a:pt x="113" y="15"/>
                  <a:pt x="113" y="15"/>
                  <a:pt x="113" y="14"/>
                </a:cubicBezTo>
                <a:cubicBezTo>
                  <a:pt x="113" y="14"/>
                  <a:pt x="113" y="14"/>
                  <a:pt x="113" y="14"/>
                </a:cubicBezTo>
                <a:cubicBezTo>
                  <a:pt x="113" y="13"/>
                  <a:pt x="112" y="13"/>
                  <a:pt x="112" y="13"/>
                </a:cubicBezTo>
                <a:cubicBezTo>
                  <a:pt x="111" y="12"/>
                  <a:pt x="111" y="12"/>
                  <a:pt x="110" y="12"/>
                </a:cubicBezTo>
                <a:cubicBezTo>
                  <a:pt x="110" y="12"/>
                  <a:pt x="110" y="11"/>
                  <a:pt x="110" y="11"/>
                </a:cubicBezTo>
                <a:cubicBezTo>
                  <a:pt x="110" y="11"/>
                  <a:pt x="110" y="12"/>
                  <a:pt x="110" y="12"/>
                </a:cubicBezTo>
                <a:cubicBezTo>
                  <a:pt x="110" y="12"/>
                  <a:pt x="110" y="12"/>
                  <a:pt x="110" y="13"/>
                </a:cubicBezTo>
                <a:cubicBezTo>
                  <a:pt x="110" y="14"/>
                  <a:pt x="110" y="14"/>
                  <a:pt x="110" y="15"/>
                </a:cubicBezTo>
                <a:cubicBezTo>
                  <a:pt x="110" y="16"/>
                  <a:pt x="110" y="16"/>
                  <a:pt x="110" y="17"/>
                </a:cubicBezTo>
                <a:cubicBezTo>
                  <a:pt x="110" y="17"/>
                  <a:pt x="110" y="17"/>
                  <a:pt x="110" y="17"/>
                </a:cubicBezTo>
                <a:cubicBezTo>
                  <a:pt x="110" y="17"/>
                  <a:pt x="110" y="17"/>
                  <a:pt x="110" y="17"/>
                </a:cubicBezTo>
                <a:cubicBezTo>
                  <a:pt x="109" y="17"/>
                  <a:pt x="109" y="17"/>
                  <a:pt x="109" y="17"/>
                </a:cubicBezTo>
                <a:cubicBezTo>
                  <a:pt x="109" y="17"/>
                  <a:pt x="108" y="17"/>
                  <a:pt x="108" y="17"/>
                </a:cubicBezTo>
                <a:cubicBezTo>
                  <a:pt x="107" y="16"/>
                  <a:pt x="107" y="16"/>
                  <a:pt x="106" y="16"/>
                </a:cubicBezTo>
                <a:cubicBezTo>
                  <a:pt x="106" y="15"/>
                  <a:pt x="105" y="15"/>
                  <a:pt x="105" y="15"/>
                </a:cubicBezTo>
                <a:cubicBezTo>
                  <a:pt x="105" y="15"/>
                  <a:pt x="105" y="15"/>
                  <a:pt x="105" y="15"/>
                </a:cubicBezTo>
                <a:cubicBezTo>
                  <a:pt x="105" y="15"/>
                  <a:pt x="105" y="15"/>
                  <a:pt x="106" y="15"/>
                </a:cubicBezTo>
                <a:cubicBezTo>
                  <a:pt x="106" y="15"/>
                  <a:pt x="107" y="15"/>
                  <a:pt x="107" y="15"/>
                </a:cubicBezTo>
                <a:cubicBezTo>
                  <a:pt x="108" y="15"/>
                  <a:pt x="108" y="15"/>
                  <a:pt x="108" y="15"/>
                </a:cubicBezTo>
                <a:cubicBezTo>
                  <a:pt x="108" y="15"/>
                  <a:pt x="108" y="15"/>
                  <a:pt x="108" y="15"/>
                </a:cubicBezTo>
                <a:cubicBezTo>
                  <a:pt x="108" y="14"/>
                  <a:pt x="108" y="14"/>
                  <a:pt x="108" y="13"/>
                </a:cubicBezTo>
                <a:cubicBezTo>
                  <a:pt x="108" y="12"/>
                  <a:pt x="108" y="12"/>
                  <a:pt x="108" y="11"/>
                </a:cubicBezTo>
                <a:cubicBezTo>
                  <a:pt x="108" y="10"/>
                  <a:pt x="108" y="9"/>
                  <a:pt x="108" y="8"/>
                </a:cubicBezTo>
                <a:cubicBezTo>
                  <a:pt x="108" y="8"/>
                  <a:pt x="108" y="8"/>
                  <a:pt x="108" y="8"/>
                </a:cubicBezTo>
                <a:cubicBezTo>
                  <a:pt x="108" y="8"/>
                  <a:pt x="108" y="8"/>
                  <a:pt x="108" y="8"/>
                </a:cubicBezTo>
                <a:cubicBezTo>
                  <a:pt x="108" y="8"/>
                  <a:pt x="107" y="8"/>
                  <a:pt x="106" y="8"/>
                </a:cubicBezTo>
                <a:cubicBezTo>
                  <a:pt x="106" y="8"/>
                  <a:pt x="105" y="8"/>
                  <a:pt x="105" y="8"/>
                </a:cubicBezTo>
                <a:cubicBezTo>
                  <a:pt x="105" y="8"/>
                  <a:pt x="105" y="8"/>
                  <a:pt x="105" y="8"/>
                </a:cubicBezTo>
                <a:cubicBezTo>
                  <a:pt x="104" y="8"/>
                  <a:pt x="104" y="8"/>
                  <a:pt x="104" y="8"/>
                </a:cubicBezTo>
                <a:cubicBezTo>
                  <a:pt x="104" y="8"/>
                  <a:pt x="104" y="8"/>
                  <a:pt x="104" y="7"/>
                </a:cubicBezTo>
                <a:cubicBezTo>
                  <a:pt x="104" y="7"/>
                  <a:pt x="104" y="7"/>
                  <a:pt x="104" y="7"/>
                </a:cubicBezTo>
                <a:cubicBezTo>
                  <a:pt x="104" y="7"/>
                  <a:pt x="104" y="7"/>
                  <a:pt x="104" y="7"/>
                </a:cubicBezTo>
                <a:cubicBezTo>
                  <a:pt x="104" y="7"/>
                  <a:pt x="105" y="6"/>
                  <a:pt x="105" y="6"/>
                </a:cubicBezTo>
                <a:cubicBezTo>
                  <a:pt x="106" y="6"/>
                  <a:pt x="107" y="6"/>
                  <a:pt x="107" y="6"/>
                </a:cubicBezTo>
                <a:cubicBezTo>
                  <a:pt x="107" y="6"/>
                  <a:pt x="108" y="6"/>
                  <a:pt x="108" y="6"/>
                </a:cubicBezTo>
                <a:cubicBezTo>
                  <a:pt x="108" y="6"/>
                  <a:pt x="108" y="6"/>
                  <a:pt x="108" y="6"/>
                </a:cubicBezTo>
                <a:lnTo>
                  <a:pt x="108" y="5"/>
                </a:lnTo>
                <a:cubicBezTo>
                  <a:pt x="108" y="4"/>
                  <a:pt x="108" y="4"/>
                  <a:pt x="108" y="3"/>
                </a:cubicBezTo>
                <a:cubicBezTo>
                  <a:pt x="108" y="3"/>
                  <a:pt x="108" y="3"/>
                  <a:pt x="109" y="2"/>
                </a:cubicBezTo>
                <a:cubicBezTo>
                  <a:pt x="109" y="2"/>
                  <a:pt x="109" y="1"/>
                  <a:pt x="109" y="1"/>
                </a:cubicBezTo>
                <a:cubicBezTo>
                  <a:pt x="109" y="1"/>
                  <a:pt x="109" y="1"/>
                  <a:pt x="109" y="1"/>
                </a:cubicBezTo>
                <a:cubicBezTo>
                  <a:pt x="109" y="1"/>
                  <a:pt x="109" y="1"/>
                  <a:pt x="110" y="1"/>
                </a:cubicBezTo>
                <a:cubicBezTo>
                  <a:pt x="110" y="1"/>
                  <a:pt x="110" y="1"/>
                  <a:pt x="110" y="1"/>
                </a:cubicBezTo>
                <a:cubicBezTo>
                  <a:pt x="110" y="2"/>
                  <a:pt x="110" y="2"/>
                  <a:pt x="110" y="2"/>
                </a:cubicBezTo>
                <a:cubicBezTo>
                  <a:pt x="110" y="2"/>
                  <a:pt x="110" y="3"/>
                  <a:pt x="110" y="3"/>
                </a:cubicBezTo>
                <a:lnTo>
                  <a:pt x="110" y="4"/>
                </a:lnTo>
                <a:lnTo>
                  <a:pt x="110" y="5"/>
                </a:lnTo>
                <a:cubicBezTo>
                  <a:pt x="110" y="5"/>
                  <a:pt x="110" y="5"/>
                  <a:pt x="110" y="5"/>
                </a:cubicBezTo>
                <a:cubicBezTo>
                  <a:pt x="110" y="5"/>
                  <a:pt x="110" y="5"/>
                  <a:pt x="110" y="5"/>
                </a:cubicBezTo>
                <a:cubicBezTo>
                  <a:pt x="111" y="5"/>
                  <a:pt x="111" y="5"/>
                  <a:pt x="111" y="5"/>
                </a:cubicBezTo>
                <a:cubicBezTo>
                  <a:pt x="111" y="5"/>
                  <a:pt x="112" y="5"/>
                  <a:pt x="112" y="5"/>
                </a:cubicBezTo>
                <a:cubicBezTo>
                  <a:pt x="112" y="6"/>
                  <a:pt x="112" y="6"/>
                  <a:pt x="112" y="6"/>
                </a:cubicBezTo>
                <a:cubicBezTo>
                  <a:pt x="112" y="6"/>
                  <a:pt x="112" y="6"/>
                  <a:pt x="112" y="6"/>
                </a:cubicBezTo>
                <a:cubicBezTo>
                  <a:pt x="112" y="7"/>
                  <a:pt x="112" y="7"/>
                  <a:pt x="112" y="7"/>
                </a:cubicBezTo>
                <a:cubicBezTo>
                  <a:pt x="112" y="7"/>
                  <a:pt x="111" y="7"/>
                  <a:pt x="111" y="7"/>
                </a:cubicBezTo>
                <a:cubicBezTo>
                  <a:pt x="111" y="7"/>
                  <a:pt x="110" y="7"/>
                  <a:pt x="110" y="7"/>
                </a:cubicBezTo>
                <a:cubicBezTo>
                  <a:pt x="110" y="7"/>
                  <a:pt x="110" y="7"/>
                  <a:pt x="110" y="7"/>
                </a:cubicBezTo>
                <a:cubicBezTo>
                  <a:pt x="109" y="7"/>
                  <a:pt x="109" y="8"/>
                  <a:pt x="109" y="8"/>
                </a:cubicBezTo>
                <a:cubicBezTo>
                  <a:pt x="109" y="8"/>
                  <a:pt x="109" y="8"/>
                  <a:pt x="109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1" y="9"/>
                  <a:pt x="111" y="9"/>
                </a:cubicBezTo>
                <a:cubicBezTo>
                  <a:pt x="112" y="8"/>
                  <a:pt x="112" y="8"/>
                  <a:pt x="113" y="7"/>
                </a:cubicBezTo>
                <a:cubicBezTo>
                  <a:pt x="113" y="7"/>
                  <a:pt x="113" y="7"/>
                  <a:pt x="113" y="7"/>
                </a:cubicBezTo>
                <a:cubicBezTo>
                  <a:pt x="113" y="7"/>
                  <a:pt x="113" y="7"/>
                  <a:pt x="114" y="8"/>
                </a:cubicBezTo>
                <a:cubicBezTo>
                  <a:pt x="114" y="8"/>
                  <a:pt x="114" y="8"/>
                  <a:pt x="114" y="8"/>
                </a:cubicBezTo>
                <a:cubicBezTo>
                  <a:pt x="114" y="8"/>
                  <a:pt x="114" y="8"/>
                  <a:pt x="113" y="8"/>
                </a:cubicBezTo>
                <a:cubicBezTo>
                  <a:pt x="113" y="8"/>
                  <a:pt x="113" y="9"/>
                  <a:pt x="113" y="9"/>
                </a:cubicBezTo>
                <a:cubicBezTo>
                  <a:pt x="112" y="9"/>
                  <a:pt x="112" y="9"/>
                  <a:pt x="111" y="10"/>
                </a:cubicBezTo>
                <a:cubicBezTo>
                  <a:pt x="111" y="10"/>
                  <a:pt x="111" y="10"/>
                  <a:pt x="111" y="10"/>
                </a:cubicBezTo>
                <a:cubicBezTo>
                  <a:pt x="111" y="10"/>
                  <a:pt x="111" y="10"/>
                  <a:pt x="111" y="10"/>
                </a:cubicBezTo>
                <a:cubicBezTo>
                  <a:pt x="111" y="11"/>
                  <a:pt x="111" y="11"/>
                  <a:pt x="112" y="11"/>
                </a:cubicBezTo>
                <a:cubicBezTo>
                  <a:pt x="112" y="12"/>
                  <a:pt x="113" y="12"/>
                  <a:pt x="113" y="12"/>
                </a:cubicBezTo>
                <a:cubicBezTo>
                  <a:pt x="114" y="13"/>
                  <a:pt x="114" y="13"/>
                  <a:pt x="115" y="13"/>
                </a:cubicBezTo>
                <a:cubicBezTo>
                  <a:pt x="117" y="14"/>
                  <a:pt x="118" y="14"/>
                  <a:pt x="118" y="15"/>
                </a:cubicBezTo>
                <a:close/>
                <a:moveTo>
                  <a:pt x="113" y="3"/>
                </a:moveTo>
                <a:cubicBezTo>
                  <a:pt x="113" y="3"/>
                  <a:pt x="113" y="3"/>
                  <a:pt x="113" y="3"/>
                </a:cubicBezTo>
                <a:cubicBezTo>
                  <a:pt x="113" y="3"/>
                  <a:pt x="113" y="3"/>
                  <a:pt x="114" y="3"/>
                </a:cubicBezTo>
                <a:cubicBezTo>
                  <a:pt x="114" y="4"/>
                  <a:pt x="114" y="4"/>
                  <a:pt x="114" y="4"/>
                </a:cubicBezTo>
                <a:cubicBezTo>
                  <a:pt x="115" y="4"/>
                  <a:pt x="115" y="5"/>
                  <a:pt x="115" y="5"/>
                </a:cubicBezTo>
                <a:cubicBezTo>
                  <a:pt x="115" y="5"/>
                  <a:pt x="115" y="5"/>
                  <a:pt x="114" y="5"/>
                </a:cubicBezTo>
                <a:cubicBezTo>
                  <a:pt x="114" y="5"/>
                  <a:pt x="114" y="5"/>
                  <a:pt x="113" y="5"/>
                </a:cubicBezTo>
                <a:cubicBezTo>
                  <a:pt x="113" y="5"/>
                  <a:pt x="113" y="5"/>
                  <a:pt x="113" y="5"/>
                </a:cubicBezTo>
                <a:cubicBezTo>
                  <a:pt x="112" y="5"/>
                  <a:pt x="112" y="5"/>
                  <a:pt x="112" y="4"/>
                </a:cubicBezTo>
                <a:cubicBezTo>
                  <a:pt x="112" y="4"/>
                  <a:pt x="112" y="4"/>
                  <a:pt x="112" y="4"/>
                </a:cubicBezTo>
                <a:cubicBezTo>
                  <a:pt x="112" y="4"/>
                  <a:pt x="112" y="3"/>
                  <a:pt x="112" y="3"/>
                </a:cubicBezTo>
                <a:cubicBezTo>
                  <a:pt x="112" y="3"/>
                  <a:pt x="113" y="3"/>
                  <a:pt x="113" y="3"/>
                </a:cubicBezTo>
                <a:close/>
                <a:moveTo>
                  <a:pt x="105" y="9"/>
                </a:moveTo>
                <a:cubicBezTo>
                  <a:pt x="105" y="9"/>
                  <a:pt x="105" y="9"/>
                  <a:pt x="105" y="9"/>
                </a:cubicBezTo>
                <a:cubicBezTo>
                  <a:pt x="105" y="9"/>
                  <a:pt x="105" y="9"/>
                  <a:pt x="106" y="9"/>
                </a:cubicBezTo>
                <a:cubicBezTo>
                  <a:pt x="106" y="10"/>
                  <a:pt x="107" y="10"/>
                  <a:pt x="107" y="10"/>
                </a:cubicBezTo>
                <a:cubicBezTo>
                  <a:pt x="107" y="11"/>
                  <a:pt x="106" y="11"/>
                  <a:pt x="106" y="11"/>
                </a:cubicBezTo>
                <a:cubicBezTo>
                  <a:pt x="105" y="11"/>
                  <a:pt x="105" y="11"/>
                  <a:pt x="105" y="11"/>
                </a:cubicBezTo>
                <a:cubicBezTo>
                  <a:pt x="105" y="11"/>
                  <a:pt x="104" y="11"/>
                  <a:pt x="104" y="10"/>
                </a:cubicBezTo>
                <a:cubicBezTo>
                  <a:pt x="104" y="10"/>
                  <a:pt x="104" y="10"/>
                  <a:pt x="104" y="10"/>
                </a:cubicBezTo>
                <a:cubicBezTo>
                  <a:pt x="104" y="9"/>
                  <a:pt x="104" y="9"/>
                  <a:pt x="104" y="9"/>
                </a:cubicBezTo>
                <a:cubicBezTo>
                  <a:pt x="104" y="9"/>
                  <a:pt x="105" y="9"/>
                  <a:pt x="105" y="9"/>
                </a:cubicBezTo>
                <a:close/>
                <a:moveTo>
                  <a:pt x="108" y="11"/>
                </a:moveTo>
                <a:cubicBezTo>
                  <a:pt x="108" y="11"/>
                  <a:pt x="107" y="11"/>
                  <a:pt x="107" y="11"/>
                </a:cubicBezTo>
                <a:cubicBezTo>
                  <a:pt x="107" y="12"/>
                  <a:pt x="107" y="12"/>
                  <a:pt x="107" y="12"/>
                </a:cubicBezTo>
                <a:cubicBezTo>
                  <a:pt x="106" y="12"/>
                  <a:pt x="106" y="12"/>
                  <a:pt x="106" y="13"/>
                </a:cubicBezTo>
                <a:cubicBezTo>
                  <a:pt x="106" y="13"/>
                  <a:pt x="105" y="14"/>
                  <a:pt x="104" y="14"/>
                </a:cubicBezTo>
                <a:cubicBezTo>
                  <a:pt x="104" y="14"/>
                  <a:pt x="104" y="14"/>
                  <a:pt x="104" y="15"/>
                </a:cubicBezTo>
                <a:cubicBezTo>
                  <a:pt x="104" y="15"/>
                  <a:pt x="104" y="15"/>
                  <a:pt x="104" y="15"/>
                </a:cubicBezTo>
                <a:cubicBezTo>
                  <a:pt x="103" y="15"/>
                  <a:pt x="103" y="15"/>
                  <a:pt x="103" y="15"/>
                </a:cubicBezTo>
                <a:cubicBezTo>
                  <a:pt x="103" y="15"/>
                  <a:pt x="103" y="15"/>
                  <a:pt x="103" y="15"/>
                </a:cubicBezTo>
                <a:cubicBezTo>
                  <a:pt x="102" y="14"/>
                  <a:pt x="102" y="14"/>
                  <a:pt x="102" y="14"/>
                </a:cubicBezTo>
                <a:cubicBezTo>
                  <a:pt x="102" y="14"/>
                  <a:pt x="102" y="14"/>
                  <a:pt x="103" y="14"/>
                </a:cubicBezTo>
                <a:cubicBezTo>
                  <a:pt x="103" y="13"/>
                  <a:pt x="104" y="13"/>
                  <a:pt x="104" y="13"/>
                </a:cubicBezTo>
                <a:cubicBezTo>
                  <a:pt x="105" y="12"/>
                  <a:pt x="106" y="11"/>
                  <a:pt x="107" y="11"/>
                </a:cubicBezTo>
                <a:cubicBezTo>
                  <a:pt x="107" y="11"/>
                  <a:pt x="107" y="11"/>
                  <a:pt x="107" y="11"/>
                </a:cubicBezTo>
                <a:cubicBezTo>
                  <a:pt x="107" y="11"/>
                  <a:pt x="108" y="11"/>
                  <a:pt x="108" y="11"/>
                </a:cubicBezTo>
                <a:close/>
                <a:moveTo>
                  <a:pt x="127" y="13"/>
                </a:moveTo>
                <a:cubicBezTo>
                  <a:pt x="127" y="13"/>
                  <a:pt x="127" y="13"/>
                  <a:pt x="127" y="14"/>
                </a:cubicBezTo>
                <a:cubicBezTo>
                  <a:pt x="127" y="14"/>
                  <a:pt x="127" y="14"/>
                  <a:pt x="128" y="14"/>
                </a:cubicBezTo>
                <a:cubicBezTo>
                  <a:pt x="128" y="14"/>
                  <a:pt x="129" y="15"/>
                  <a:pt x="129" y="15"/>
                </a:cubicBezTo>
                <a:cubicBezTo>
                  <a:pt x="130" y="15"/>
                  <a:pt x="130" y="15"/>
                  <a:pt x="131" y="15"/>
                </a:cubicBezTo>
                <a:cubicBezTo>
                  <a:pt x="131" y="16"/>
                  <a:pt x="132" y="16"/>
                  <a:pt x="134" y="16"/>
                </a:cubicBezTo>
                <a:cubicBezTo>
                  <a:pt x="135" y="17"/>
                  <a:pt x="135" y="17"/>
                  <a:pt x="135" y="17"/>
                </a:cubicBezTo>
                <a:cubicBezTo>
                  <a:pt x="135" y="17"/>
                  <a:pt x="135" y="17"/>
                  <a:pt x="135" y="17"/>
                </a:cubicBezTo>
                <a:cubicBezTo>
                  <a:pt x="134" y="18"/>
                  <a:pt x="134" y="18"/>
                  <a:pt x="133" y="18"/>
                </a:cubicBezTo>
                <a:cubicBezTo>
                  <a:pt x="133" y="18"/>
                  <a:pt x="132" y="18"/>
                  <a:pt x="131" y="18"/>
                </a:cubicBezTo>
                <a:cubicBezTo>
                  <a:pt x="131" y="18"/>
                  <a:pt x="130" y="17"/>
                  <a:pt x="130" y="17"/>
                </a:cubicBezTo>
                <a:cubicBezTo>
                  <a:pt x="130" y="17"/>
                  <a:pt x="129" y="17"/>
                  <a:pt x="129" y="17"/>
                </a:cubicBezTo>
                <a:cubicBezTo>
                  <a:pt x="129" y="17"/>
                  <a:pt x="129" y="17"/>
                  <a:pt x="129" y="17"/>
                </a:cubicBezTo>
                <a:cubicBezTo>
                  <a:pt x="129" y="16"/>
                  <a:pt x="129" y="16"/>
                  <a:pt x="129" y="16"/>
                </a:cubicBezTo>
                <a:cubicBezTo>
                  <a:pt x="128" y="15"/>
                  <a:pt x="128" y="15"/>
                  <a:pt x="127" y="15"/>
                </a:cubicBezTo>
                <a:cubicBezTo>
                  <a:pt x="126" y="15"/>
                  <a:pt x="126" y="14"/>
                  <a:pt x="126" y="14"/>
                </a:cubicBezTo>
                <a:cubicBezTo>
                  <a:pt x="125" y="14"/>
                  <a:pt x="125" y="14"/>
                  <a:pt x="124" y="14"/>
                </a:cubicBezTo>
                <a:cubicBezTo>
                  <a:pt x="124" y="13"/>
                  <a:pt x="123" y="13"/>
                  <a:pt x="123" y="13"/>
                </a:cubicBezTo>
                <a:cubicBezTo>
                  <a:pt x="123" y="13"/>
                  <a:pt x="123" y="13"/>
                  <a:pt x="123" y="14"/>
                </a:cubicBezTo>
                <a:cubicBezTo>
                  <a:pt x="123" y="14"/>
                  <a:pt x="122" y="14"/>
                  <a:pt x="122" y="14"/>
                </a:cubicBezTo>
                <a:cubicBezTo>
                  <a:pt x="122" y="14"/>
                  <a:pt x="122" y="15"/>
                  <a:pt x="122" y="15"/>
                </a:cubicBezTo>
                <a:cubicBezTo>
                  <a:pt x="122" y="15"/>
                  <a:pt x="122" y="15"/>
                  <a:pt x="122" y="15"/>
                </a:cubicBezTo>
                <a:cubicBezTo>
                  <a:pt x="121" y="15"/>
                  <a:pt x="121" y="15"/>
                  <a:pt x="120" y="15"/>
                </a:cubicBezTo>
                <a:cubicBezTo>
                  <a:pt x="120" y="16"/>
                  <a:pt x="119" y="16"/>
                  <a:pt x="119" y="16"/>
                </a:cubicBezTo>
                <a:cubicBezTo>
                  <a:pt x="119" y="16"/>
                  <a:pt x="119" y="16"/>
                  <a:pt x="118" y="16"/>
                </a:cubicBezTo>
                <a:cubicBezTo>
                  <a:pt x="118" y="15"/>
                  <a:pt x="118" y="15"/>
                  <a:pt x="118" y="15"/>
                </a:cubicBezTo>
                <a:cubicBezTo>
                  <a:pt x="118" y="15"/>
                  <a:pt x="119" y="15"/>
                  <a:pt x="119" y="15"/>
                </a:cubicBezTo>
                <a:cubicBezTo>
                  <a:pt x="120" y="15"/>
                  <a:pt x="120" y="15"/>
                  <a:pt x="121" y="14"/>
                </a:cubicBezTo>
                <a:cubicBezTo>
                  <a:pt x="121" y="14"/>
                  <a:pt x="122" y="13"/>
                  <a:pt x="122" y="12"/>
                </a:cubicBezTo>
                <a:cubicBezTo>
                  <a:pt x="123" y="11"/>
                  <a:pt x="123" y="11"/>
                  <a:pt x="123" y="11"/>
                </a:cubicBezTo>
                <a:cubicBezTo>
                  <a:pt x="123" y="11"/>
                  <a:pt x="123" y="11"/>
                  <a:pt x="123" y="11"/>
                </a:cubicBezTo>
                <a:cubicBezTo>
                  <a:pt x="123" y="10"/>
                  <a:pt x="123" y="10"/>
                  <a:pt x="123" y="10"/>
                </a:cubicBezTo>
                <a:cubicBezTo>
                  <a:pt x="122" y="10"/>
                  <a:pt x="122" y="11"/>
                  <a:pt x="122" y="11"/>
                </a:cubicBezTo>
                <a:cubicBezTo>
                  <a:pt x="122" y="11"/>
                  <a:pt x="121" y="11"/>
                  <a:pt x="121" y="11"/>
                </a:cubicBezTo>
                <a:cubicBezTo>
                  <a:pt x="120" y="11"/>
                  <a:pt x="120" y="11"/>
                  <a:pt x="120" y="11"/>
                </a:cubicBezTo>
                <a:cubicBezTo>
                  <a:pt x="120" y="11"/>
                  <a:pt x="119" y="11"/>
                  <a:pt x="119" y="11"/>
                </a:cubicBezTo>
                <a:cubicBezTo>
                  <a:pt x="119" y="11"/>
                  <a:pt x="119" y="11"/>
                  <a:pt x="119" y="11"/>
                </a:cubicBezTo>
                <a:cubicBezTo>
                  <a:pt x="119" y="11"/>
                  <a:pt x="119" y="11"/>
                  <a:pt x="119" y="10"/>
                </a:cubicBezTo>
                <a:cubicBezTo>
                  <a:pt x="119" y="10"/>
                  <a:pt x="119" y="10"/>
                  <a:pt x="119" y="10"/>
                </a:cubicBezTo>
                <a:cubicBezTo>
                  <a:pt x="120" y="10"/>
                  <a:pt x="121" y="10"/>
                  <a:pt x="123" y="9"/>
                </a:cubicBezTo>
                <a:cubicBezTo>
                  <a:pt x="124" y="9"/>
                  <a:pt x="126" y="8"/>
                  <a:pt x="127" y="8"/>
                </a:cubicBezTo>
                <a:cubicBezTo>
                  <a:pt x="127" y="8"/>
                  <a:pt x="127" y="8"/>
                  <a:pt x="127" y="8"/>
                </a:cubicBezTo>
                <a:cubicBezTo>
                  <a:pt x="127" y="8"/>
                  <a:pt x="127" y="8"/>
                  <a:pt x="127" y="8"/>
                </a:cubicBezTo>
                <a:cubicBezTo>
                  <a:pt x="126" y="7"/>
                  <a:pt x="126" y="7"/>
                  <a:pt x="126" y="7"/>
                </a:cubicBezTo>
                <a:cubicBezTo>
                  <a:pt x="126" y="7"/>
                  <a:pt x="126" y="7"/>
                  <a:pt x="125" y="7"/>
                </a:cubicBezTo>
                <a:cubicBezTo>
                  <a:pt x="125" y="8"/>
                  <a:pt x="125" y="8"/>
                  <a:pt x="125" y="8"/>
                </a:cubicBezTo>
                <a:cubicBezTo>
                  <a:pt x="125" y="8"/>
                  <a:pt x="124" y="8"/>
                  <a:pt x="124" y="8"/>
                </a:cubicBezTo>
                <a:cubicBezTo>
                  <a:pt x="124" y="8"/>
                  <a:pt x="124" y="8"/>
                  <a:pt x="123" y="7"/>
                </a:cubicBezTo>
                <a:cubicBezTo>
                  <a:pt x="123" y="7"/>
                  <a:pt x="123" y="7"/>
                  <a:pt x="123" y="6"/>
                </a:cubicBezTo>
                <a:cubicBezTo>
                  <a:pt x="123" y="5"/>
                  <a:pt x="123" y="4"/>
                  <a:pt x="123" y="3"/>
                </a:cubicBezTo>
                <a:cubicBezTo>
                  <a:pt x="123" y="3"/>
                  <a:pt x="123" y="2"/>
                  <a:pt x="124" y="2"/>
                </a:cubicBezTo>
                <a:cubicBezTo>
                  <a:pt x="124" y="2"/>
                  <a:pt x="124" y="2"/>
                  <a:pt x="125" y="2"/>
                </a:cubicBezTo>
                <a:cubicBezTo>
                  <a:pt x="126" y="2"/>
                  <a:pt x="127" y="2"/>
                  <a:pt x="128" y="2"/>
                </a:cubicBezTo>
                <a:cubicBezTo>
                  <a:pt x="128" y="2"/>
                  <a:pt x="129" y="2"/>
                  <a:pt x="129" y="2"/>
                </a:cubicBezTo>
                <a:cubicBezTo>
                  <a:pt x="129" y="2"/>
                  <a:pt x="130" y="2"/>
                  <a:pt x="130" y="2"/>
                </a:cubicBezTo>
                <a:cubicBezTo>
                  <a:pt x="130" y="2"/>
                  <a:pt x="130" y="2"/>
                  <a:pt x="129" y="3"/>
                </a:cubicBezTo>
                <a:cubicBezTo>
                  <a:pt x="129" y="3"/>
                  <a:pt x="129" y="3"/>
                  <a:pt x="129" y="3"/>
                </a:cubicBezTo>
                <a:cubicBezTo>
                  <a:pt x="129" y="4"/>
                  <a:pt x="129" y="4"/>
                  <a:pt x="129" y="4"/>
                </a:cubicBezTo>
                <a:lnTo>
                  <a:pt x="129" y="6"/>
                </a:lnTo>
                <a:cubicBezTo>
                  <a:pt x="129" y="7"/>
                  <a:pt x="129" y="7"/>
                  <a:pt x="129" y="7"/>
                </a:cubicBezTo>
                <a:cubicBezTo>
                  <a:pt x="129" y="8"/>
                  <a:pt x="129" y="8"/>
                  <a:pt x="129" y="8"/>
                </a:cubicBezTo>
                <a:cubicBezTo>
                  <a:pt x="129" y="8"/>
                  <a:pt x="129" y="8"/>
                  <a:pt x="129" y="8"/>
                </a:cubicBezTo>
                <a:cubicBezTo>
                  <a:pt x="129" y="8"/>
                  <a:pt x="130" y="8"/>
                  <a:pt x="130" y="8"/>
                </a:cubicBezTo>
                <a:cubicBezTo>
                  <a:pt x="130" y="8"/>
                  <a:pt x="130" y="8"/>
                  <a:pt x="131" y="8"/>
                </a:cubicBezTo>
                <a:cubicBezTo>
                  <a:pt x="131" y="8"/>
                  <a:pt x="131" y="8"/>
                  <a:pt x="131" y="8"/>
                </a:cubicBezTo>
                <a:cubicBezTo>
                  <a:pt x="131" y="8"/>
                  <a:pt x="131" y="8"/>
                  <a:pt x="131" y="9"/>
                </a:cubicBezTo>
                <a:cubicBezTo>
                  <a:pt x="131" y="9"/>
                  <a:pt x="131" y="9"/>
                  <a:pt x="131" y="9"/>
                </a:cubicBezTo>
                <a:cubicBezTo>
                  <a:pt x="131" y="9"/>
                  <a:pt x="131" y="10"/>
                  <a:pt x="131" y="10"/>
                </a:cubicBezTo>
                <a:cubicBezTo>
                  <a:pt x="130" y="10"/>
                  <a:pt x="130" y="10"/>
                  <a:pt x="129" y="10"/>
                </a:cubicBezTo>
                <a:cubicBezTo>
                  <a:pt x="128" y="10"/>
                  <a:pt x="128" y="10"/>
                  <a:pt x="127" y="10"/>
                </a:cubicBezTo>
                <a:cubicBezTo>
                  <a:pt x="127" y="10"/>
                  <a:pt x="127" y="10"/>
                  <a:pt x="127" y="10"/>
                </a:cubicBezTo>
                <a:cubicBezTo>
                  <a:pt x="127" y="10"/>
                  <a:pt x="127" y="10"/>
                  <a:pt x="127" y="10"/>
                </a:cubicBezTo>
                <a:cubicBezTo>
                  <a:pt x="127" y="10"/>
                  <a:pt x="127" y="11"/>
                  <a:pt x="127" y="11"/>
                </a:cubicBezTo>
                <a:cubicBezTo>
                  <a:pt x="127" y="11"/>
                  <a:pt x="127" y="11"/>
                  <a:pt x="128" y="11"/>
                </a:cubicBezTo>
                <a:cubicBezTo>
                  <a:pt x="128" y="11"/>
                  <a:pt x="128" y="11"/>
                  <a:pt x="128" y="11"/>
                </a:cubicBezTo>
                <a:cubicBezTo>
                  <a:pt x="128" y="10"/>
                  <a:pt x="129" y="10"/>
                  <a:pt x="129" y="10"/>
                </a:cubicBezTo>
                <a:cubicBezTo>
                  <a:pt x="129" y="10"/>
                  <a:pt x="129" y="11"/>
                  <a:pt x="129" y="11"/>
                </a:cubicBezTo>
                <a:cubicBezTo>
                  <a:pt x="129" y="11"/>
                  <a:pt x="129" y="11"/>
                  <a:pt x="129" y="11"/>
                </a:cubicBezTo>
                <a:cubicBezTo>
                  <a:pt x="129" y="11"/>
                  <a:pt x="129" y="12"/>
                  <a:pt x="129" y="12"/>
                </a:cubicBezTo>
                <a:cubicBezTo>
                  <a:pt x="129" y="12"/>
                  <a:pt x="129" y="12"/>
                  <a:pt x="128" y="12"/>
                </a:cubicBezTo>
                <a:cubicBezTo>
                  <a:pt x="128" y="12"/>
                  <a:pt x="128" y="12"/>
                  <a:pt x="127" y="12"/>
                </a:cubicBezTo>
                <a:cubicBezTo>
                  <a:pt x="127" y="12"/>
                  <a:pt x="127" y="12"/>
                  <a:pt x="127" y="12"/>
                </a:cubicBezTo>
                <a:cubicBezTo>
                  <a:pt x="127" y="12"/>
                  <a:pt x="127" y="13"/>
                  <a:pt x="127" y="13"/>
                </a:cubicBezTo>
                <a:cubicBezTo>
                  <a:pt x="127" y="13"/>
                  <a:pt x="127" y="13"/>
                  <a:pt x="127" y="13"/>
                </a:cubicBezTo>
                <a:close/>
                <a:moveTo>
                  <a:pt x="148" y="11"/>
                </a:moveTo>
                <a:cubicBezTo>
                  <a:pt x="148" y="12"/>
                  <a:pt x="148" y="13"/>
                  <a:pt x="148" y="14"/>
                </a:cubicBezTo>
                <a:cubicBezTo>
                  <a:pt x="148" y="15"/>
                  <a:pt x="148" y="15"/>
                  <a:pt x="148" y="16"/>
                </a:cubicBezTo>
                <a:cubicBezTo>
                  <a:pt x="148" y="16"/>
                  <a:pt x="148" y="16"/>
                  <a:pt x="148" y="17"/>
                </a:cubicBezTo>
                <a:cubicBezTo>
                  <a:pt x="148" y="17"/>
                  <a:pt x="148" y="17"/>
                  <a:pt x="148" y="17"/>
                </a:cubicBezTo>
                <a:cubicBezTo>
                  <a:pt x="148" y="18"/>
                  <a:pt x="148" y="18"/>
                  <a:pt x="148" y="18"/>
                </a:cubicBezTo>
                <a:cubicBezTo>
                  <a:pt x="148" y="18"/>
                  <a:pt x="147" y="18"/>
                  <a:pt x="146" y="17"/>
                </a:cubicBezTo>
                <a:cubicBezTo>
                  <a:pt x="145" y="17"/>
                  <a:pt x="144" y="16"/>
                  <a:pt x="144" y="16"/>
                </a:cubicBezTo>
                <a:cubicBezTo>
                  <a:pt x="143" y="16"/>
                  <a:pt x="143" y="15"/>
                  <a:pt x="143" y="15"/>
                </a:cubicBezTo>
                <a:cubicBezTo>
                  <a:pt x="143" y="15"/>
                  <a:pt x="143" y="15"/>
                  <a:pt x="143" y="15"/>
                </a:cubicBezTo>
                <a:cubicBezTo>
                  <a:pt x="143" y="15"/>
                  <a:pt x="143" y="15"/>
                  <a:pt x="143" y="15"/>
                </a:cubicBezTo>
                <a:cubicBezTo>
                  <a:pt x="144" y="16"/>
                  <a:pt x="145" y="16"/>
                  <a:pt x="146" y="16"/>
                </a:cubicBezTo>
                <a:cubicBezTo>
                  <a:pt x="146" y="16"/>
                  <a:pt x="147" y="16"/>
                  <a:pt x="147" y="16"/>
                </a:cubicBezTo>
                <a:cubicBezTo>
                  <a:pt x="147" y="16"/>
                  <a:pt x="147" y="15"/>
                  <a:pt x="147" y="15"/>
                </a:cubicBezTo>
                <a:cubicBezTo>
                  <a:pt x="147" y="14"/>
                  <a:pt x="147" y="14"/>
                  <a:pt x="147" y="12"/>
                </a:cubicBezTo>
                <a:cubicBezTo>
                  <a:pt x="147" y="11"/>
                  <a:pt x="146" y="9"/>
                  <a:pt x="146" y="8"/>
                </a:cubicBezTo>
                <a:lnTo>
                  <a:pt x="146" y="5"/>
                </a:lnTo>
                <a:lnTo>
                  <a:pt x="146" y="3"/>
                </a:lnTo>
                <a:cubicBezTo>
                  <a:pt x="146" y="3"/>
                  <a:pt x="147" y="3"/>
                  <a:pt x="147" y="3"/>
                </a:cubicBezTo>
                <a:cubicBezTo>
                  <a:pt x="147" y="3"/>
                  <a:pt x="147" y="3"/>
                  <a:pt x="148" y="3"/>
                </a:cubicBezTo>
                <a:cubicBezTo>
                  <a:pt x="148" y="3"/>
                  <a:pt x="148" y="3"/>
                  <a:pt x="148" y="3"/>
                </a:cubicBezTo>
                <a:cubicBezTo>
                  <a:pt x="148" y="4"/>
                  <a:pt x="148" y="4"/>
                  <a:pt x="148" y="4"/>
                </a:cubicBezTo>
                <a:cubicBezTo>
                  <a:pt x="148" y="4"/>
                  <a:pt x="148" y="5"/>
                  <a:pt x="148" y="6"/>
                </a:cubicBezTo>
                <a:cubicBezTo>
                  <a:pt x="148" y="6"/>
                  <a:pt x="148" y="6"/>
                  <a:pt x="148" y="7"/>
                </a:cubicBezTo>
                <a:cubicBezTo>
                  <a:pt x="148" y="9"/>
                  <a:pt x="148" y="9"/>
                  <a:pt x="148" y="10"/>
                </a:cubicBezTo>
                <a:lnTo>
                  <a:pt x="148" y="11"/>
                </a:lnTo>
                <a:close/>
                <a:moveTo>
                  <a:pt x="143" y="7"/>
                </a:moveTo>
                <a:cubicBezTo>
                  <a:pt x="143" y="7"/>
                  <a:pt x="143" y="7"/>
                  <a:pt x="142" y="7"/>
                </a:cubicBezTo>
                <a:cubicBezTo>
                  <a:pt x="142" y="7"/>
                  <a:pt x="142" y="7"/>
                  <a:pt x="141" y="7"/>
                </a:cubicBezTo>
                <a:cubicBezTo>
                  <a:pt x="141" y="7"/>
                  <a:pt x="141" y="7"/>
                  <a:pt x="141" y="7"/>
                </a:cubicBezTo>
                <a:cubicBezTo>
                  <a:pt x="141" y="7"/>
                  <a:pt x="141" y="7"/>
                  <a:pt x="140" y="7"/>
                </a:cubicBezTo>
                <a:cubicBezTo>
                  <a:pt x="140" y="7"/>
                  <a:pt x="140" y="6"/>
                  <a:pt x="140" y="6"/>
                </a:cubicBezTo>
                <a:cubicBezTo>
                  <a:pt x="140" y="6"/>
                  <a:pt x="140" y="7"/>
                  <a:pt x="140" y="7"/>
                </a:cubicBezTo>
                <a:cubicBezTo>
                  <a:pt x="139" y="7"/>
                  <a:pt x="139" y="7"/>
                  <a:pt x="139" y="7"/>
                </a:cubicBezTo>
                <a:cubicBezTo>
                  <a:pt x="138" y="8"/>
                  <a:pt x="138" y="8"/>
                  <a:pt x="138" y="9"/>
                </a:cubicBezTo>
                <a:cubicBezTo>
                  <a:pt x="138" y="9"/>
                  <a:pt x="137" y="9"/>
                  <a:pt x="137" y="10"/>
                </a:cubicBezTo>
                <a:cubicBezTo>
                  <a:pt x="137" y="10"/>
                  <a:pt x="138" y="10"/>
                  <a:pt x="138" y="10"/>
                </a:cubicBezTo>
                <a:cubicBezTo>
                  <a:pt x="138" y="10"/>
                  <a:pt x="138" y="10"/>
                  <a:pt x="138" y="10"/>
                </a:cubicBezTo>
                <a:cubicBezTo>
                  <a:pt x="139" y="9"/>
                  <a:pt x="140" y="9"/>
                  <a:pt x="141" y="9"/>
                </a:cubicBezTo>
                <a:cubicBezTo>
                  <a:pt x="141" y="9"/>
                  <a:pt x="141" y="9"/>
                  <a:pt x="141" y="9"/>
                </a:cubicBezTo>
                <a:cubicBezTo>
                  <a:pt x="142" y="9"/>
                  <a:pt x="142" y="9"/>
                  <a:pt x="142" y="9"/>
                </a:cubicBezTo>
                <a:cubicBezTo>
                  <a:pt x="142" y="9"/>
                  <a:pt x="142" y="9"/>
                  <a:pt x="142" y="9"/>
                </a:cubicBezTo>
                <a:cubicBezTo>
                  <a:pt x="142" y="10"/>
                  <a:pt x="142" y="10"/>
                  <a:pt x="142" y="10"/>
                </a:cubicBezTo>
                <a:cubicBezTo>
                  <a:pt x="142" y="11"/>
                  <a:pt x="141" y="11"/>
                  <a:pt x="141" y="12"/>
                </a:cubicBezTo>
                <a:cubicBezTo>
                  <a:pt x="141" y="12"/>
                  <a:pt x="141" y="13"/>
                  <a:pt x="141" y="13"/>
                </a:cubicBezTo>
                <a:cubicBezTo>
                  <a:pt x="141" y="13"/>
                  <a:pt x="140" y="13"/>
                  <a:pt x="140" y="13"/>
                </a:cubicBezTo>
                <a:cubicBezTo>
                  <a:pt x="140" y="13"/>
                  <a:pt x="139" y="13"/>
                  <a:pt x="139" y="13"/>
                </a:cubicBezTo>
                <a:cubicBezTo>
                  <a:pt x="139" y="13"/>
                  <a:pt x="139" y="13"/>
                  <a:pt x="139" y="13"/>
                </a:cubicBezTo>
                <a:cubicBezTo>
                  <a:pt x="139" y="13"/>
                  <a:pt x="139" y="13"/>
                  <a:pt x="139" y="13"/>
                </a:cubicBezTo>
                <a:cubicBezTo>
                  <a:pt x="139" y="13"/>
                  <a:pt x="139" y="13"/>
                  <a:pt x="139" y="14"/>
                </a:cubicBezTo>
                <a:cubicBezTo>
                  <a:pt x="138" y="14"/>
                  <a:pt x="138" y="14"/>
                  <a:pt x="138" y="15"/>
                </a:cubicBezTo>
                <a:cubicBezTo>
                  <a:pt x="138" y="15"/>
                  <a:pt x="138" y="15"/>
                  <a:pt x="139" y="15"/>
                </a:cubicBezTo>
                <a:cubicBezTo>
                  <a:pt x="139" y="15"/>
                  <a:pt x="139" y="15"/>
                  <a:pt x="139" y="15"/>
                </a:cubicBezTo>
                <a:cubicBezTo>
                  <a:pt x="139" y="15"/>
                  <a:pt x="140" y="15"/>
                  <a:pt x="140" y="15"/>
                </a:cubicBezTo>
                <a:cubicBezTo>
                  <a:pt x="140" y="15"/>
                  <a:pt x="140" y="15"/>
                  <a:pt x="141" y="15"/>
                </a:cubicBezTo>
                <a:cubicBezTo>
                  <a:pt x="141" y="15"/>
                  <a:pt x="141" y="14"/>
                  <a:pt x="141" y="14"/>
                </a:cubicBezTo>
                <a:cubicBezTo>
                  <a:pt x="141" y="14"/>
                  <a:pt x="141" y="13"/>
                  <a:pt x="141" y="13"/>
                </a:cubicBezTo>
                <a:cubicBezTo>
                  <a:pt x="141" y="13"/>
                  <a:pt x="141" y="14"/>
                  <a:pt x="142" y="14"/>
                </a:cubicBezTo>
                <a:cubicBezTo>
                  <a:pt x="142" y="15"/>
                  <a:pt x="142" y="15"/>
                  <a:pt x="142" y="16"/>
                </a:cubicBezTo>
                <a:cubicBezTo>
                  <a:pt x="142" y="16"/>
                  <a:pt x="142" y="16"/>
                  <a:pt x="141" y="16"/>
                </a:cubicBezTo>
                <a:cubicBezTo>
                  <a:pt x="141" y="16"/>
                  <a:pt x="141" y="16"/>
                  <a:pt x="141" y="16"/>
                </a:cubicBezTo>
                <a:cubicBezTo>
                  <a:pt x="140" y="16"/>
                  <a:pt x="140" y="16"/>
                  <a:pt x="139" y="16"/>
                </a:cubicBezTo>
                <a:cubicBezTo>
                  <a:pt x="139" y="16"/>
                  <a:pt x="138" y="16"/>
                  <a:pt x="138" y="16"/>
                </a:cubicBezTo>
                <a:cubicBezTo>
                  <a:pt x="138" y="16"/>
                  <a:pt x="137" y="15"/>
                  <a:pt x="137" y="14"/>
                </a:cubicBezTo>
                <a:cubicBezTo>
                  <a:pt x="137" y="14"/>
                  <a:pt x="138" y="13"/>
                  <a:pt x="138" y="13"/>
                </a:cubicBezTo>
                <a:cubicBezTo>
                  <a:pt x="138" y="12"/>
                  <a:pt x="138" y="12"/>
                  <a:pt x="138" y="11"/>
                </a:cubicBezTo>
                <a:cubicBezTo>
                  <a:pt x="138" y="11"/>
                  <a:pt x="138" y="11"/>
                  <a:pt x="138" y="11"/>
                </a:cubicBezTo>
                <a:cubicBezTo>
                  <a:pt x="138" y="11"/>
                  <a:pt x="139" y="11"/>
                  <a:pt x="139" y="11"/>
                </a:cubicBezTo>
                <a:cubicBezTo>
                  <a:pt x="139" y="11"/>
                  <a:pt x="139" y="11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40" y="12"/>
                  <a:pt x="140" y="12"/>
                  <a:pt x="140" y="11"/>
                </a:cubicBezTo>
                <a:cubicBezTo>
                  <a:pt x="140" y="11"/>
                  <a:pt x="140" y="11"/>
                  <a:pt x="140" y="10"/>
                </a:cubicBezTo>
                <a:cubicBezTo>
                  <a:pt x="140" y="10"/>
                  <a:pt x="140" y="10"/>
                  <a:pt x="140" y="10"/>
                </a:cubicBezTo>
                <a:cubicBezTo>
                  <a:pt x="139" y="10"/>
                  <a:pt x="139" y="10"/>
                  <a:pt x="138" y="11"/>
                </a:cubicBezTo>
                <a:cubicBezTo>
                  <a:pt x="138" y="11"/>
                  <a:pt x="138" y="11"/>
                  <a:pt x="138" y="11"/>
                </a:cubicBezTo>
                <a:cubicBezTo>
                  <a:pt x="138" y="11"/>
                  <a:pt x="138" y="11"/>
                  <a:pt x="137" y="11"/>
                </a:cubicBezTo>
                <a:cubicBezTo>
                  <a:pt x="137" y="11"/>
                  <a:pt x="137" y="11"/>
                  <a:pt x="137" y="11"/>
                </a:cubicBezTo>
                <a:cubicBezTo>
                  <a:pt x="137" y="11"/>
                  <a:pt x="137" y="11"/>
                  <a:pt x="137" y="11"/>
                </a:cubicBezTo>
                <a:cubicBezTo>
                  <a:pt x="137" y="11"/>
                  <a:pt x="137" y="11"/>
                  <a:pt x="136" y="12"/>
                </a:cubicBezTo>
                <a:cubicBezTo>
                  <a:pt x="135" y="12"/>
                  <a:pt x="135" y="12"/>
                  <a:pt x="135" y="12"/>
                </a:cubicBezTo>
                <a:cubicBezTo>
                  <a:pt x="134" y="12"/>
                  <a:pt x="134" y="12"/>
                  <a:pt x="134" y="12"/>
                </a:cubicBezTo>
                <a:cubicBezTo>
                  <a:pt x="134" y="12"/>
                  <a:pt x="133" y="12"/>
                  <a:pt x="133" y="12"/>
                </a:cubicBezTo>
                <a:cubicBezTo>
                  <a:pt x="133" y="12"/>
                  <a:pt x="134" y="12"/>
                  <a:pt x="134" y="12"/>
                </a:cubicBezTo>
                <a:cubicBezTo>
                  <a:pt x="134" y="11"/>
                  <a:pt x="135" y="11"/>
                  <a:pt x="135" y="10"/>
                </a:cubicBezTo>
                <a:cubicBezTo>
                  <a:pt x="136" y="10"/>
                  <a:pt x="136" y="9"/>
                  <a:pt x="137" y="8"/>
                </a:cubicBezTo>
                <a:cubicBezTo>
                  <a:pt x="137" y="8"/>
                  <a:pt x="138" y="7"/>
                  <a:pt x="138" y="7"/>
                </a:cubicBezTo>
                <a:cubicBezTo>
                  <a:pt x="138" y="7"/>
                  <a:pt x="138" y="6"/>
                  <a:pt x="139" y="6"/>
                </a:cubicBezTo>
                <a:cubicBezTo>
                  <a:pt x="139" y="5"/>
                  <a:pt x="140" y="4"/>
                  <a:pt x="140" y="4"/>
                </a:cubicBezTo>
                <a:cubicBezTo>
                  <a:pt x="140" y="4"/>
                  <a:pt x="140" y="4"/>
                  <a:pt x="140" y="4"/>
                </a:cubicBezTo>
                <a:cubicBezTo>
                  <a:pt x="140" y="4"/>
                  <a:pt x="141" y="3"/>
                  <a:pt x="141" y="3"/>
                </a:cubicBezTo>
                <a:cubicBezTo>
                  <a:pt x="141" y="3"/>
                  <a:pt x="141" y="4"/>
                  <a:pt x="141" y="4"/>
                </a:cubicBezTo>
                <a:cubicBezTo>
                  <a:pt x="141" y="4"/>
                  <a:pt x="141" y="4"/>
                  <a:pt x="141" y="4"/>
                </a:cubicBezTo>
                <a:cubicBezTo>
                  <a:pt x="141" y="5"/>
                  <a:pt x="141" y="5"/>
                  <a:pt x="141" y="5"/>
                </a:cubicBezTo>
                <a:cubicBezTo>
                  <a:pt x="141" y="5"/>
                  <a:pt x="141" y="5"/>
                  <a:pt x="141" y="6"/>
                </a:cubicBezTo>
                <a:cubicBezTo>
                  <a:pt x="141" y="6"/>
                  <a:pt x="141" y="6"/>
                  <a:pt x="141" y="6"/>
                </a:cubicBezTo>
                <a:cubicBezTo>
                  <a:pt x="141" y="6"/>
                  <a:pt x="141" y="6"/>
                  <a:pt x="142" y="6"/>
                </a:cubicBezTo>
                <a:cubicBezTo>
                  <a:pt x="142" y="6"/>
                  <a:pt x="143" y="6"/>
                  <a:pt x="143" y="7"/>
                </a:cubicBezTo>
                <a:close/>
                <a:moveTo>
                  <a:pt x="145" y="8"/>
                </a:moveTo>
                <a:cubicBezTo>
                  <a:pt x="145" y="8"/>
                  <a:pt x="145" y="8"/>
                  <a:pt x="145" y="8"/>
                </a:cubicBezTo>
                <a:cubicBezTo>
                  <a:pt x="145" y="8"/>
                  <a:pt x="145" y="9"/>
                  <a:pt x="145" y="9"/>
                </a:cubicBezTo>
                <a:cubicBezTo>
                  <a:pt x="145" y="9"/>
                  <a:pt x="145" y="10"/>
                  <a:pt x="145" y="10"/>
                </a:cubicBezTo>
                <a:cubicBezTo>
                  <a:pt x="145" y="11"/>
                  <a:pt x="145" y="11"/>
                  <a:pt x="144" y="11"/>
                </a:cubicBezTo>
                <a:cubicBezTo>
                  <a:pt x="144" y="11"/>
                  <a:pt x="144" y="11"/>
                  <a:pt x="144" y="11"/>
                </a:cubicBezTo>
                <a:cubicBezTo>
                  <a:pt x="144" y="11"/>
                  <a:pt x="143" y="11"/>
                  <a:pt x="143" y="10"/>
                </a:cubicBezTo>
                <a:cubicBezTo>
                  <a:pt x="143" y="9"/>
                  <a:pt x="143" y="9"/>
                  <a:pt x="143" y="9"/>
                </a:cubicBezTo>
                <a:lnTo>
                  <a:pt x="143" y="8"/>
                </a:lnTo>
                <a:cubicBezTo>
                  <a:pt x="143" y="8"/>
                  <a:pt x="143" y="8"/>
                  <a:pt x="144" y="8"/>
                </a:cubicBezTo>
                <a:cubicBezTo>
                  <a:pt x="144" y="8"/>
                  <a:pt x="144" y="8"/>
                  <a:pt x="144" y="8"/>
                </a:cubicBezTo>
                <a:cubicBezTo>
                  <a:pt x="145" y="8"/>
                  <a:pt x="145" y="8"/>
                  <a:pt x="145" y="8"/>
                </a:cubicBezTo>
                <a:cubicBezTo>
                  <a:pt x="145" y="8"/>
                  <a:pt x="145" y="8"/>
                  <a:pt x="145" y="8"/>
                </a:cubicBezTo>
                <a:close/>
                <a:moveTo>
                  <a:pt x="157" y="2"/>
                </a:moveTo>
                <a:cubicBezTo>
                  <a:pt x="157" y="2"/>
                  <a:pt x="158" y="2"/>
                  <a:pt x="158" y="2"/>
                </a:cubicBezTo>
                <a:cubicBezTo>
                  <a:pt x="158" y="2"/>
                  <a:pt x="158" y="2"/>
                  <a:pt x="158" y="3"/>
                </a:cubicBezTo>
                <a:cubicBezTo>
                  <a:pt x="158" y="3"/>
                  <a:pt x="158" y="3"/>
                  <a:pt x="158" y="3"/>
                </a:cubicBezTo>
                <a:cubicBezTo>
                  <a:pt x="158" y="3"/>
                  <a:pt x="158" y="4"/>
                  <a:pt x="158" y="4"/>
                </a:cubicBezTo>
                <a:cubicBezTo>
                  <a:pt x="158" y="4"/>
                  <a:pt x="158" y="4"/>
                  <a:pt x="158" y="4"/>
                </a:cubicBezTo>
                <a:cubicBezTo>
                  <a:pt x="158" y="4"/>
                  <a:pt x="158" y="4"/>
                  <a:pt x="158" y="4"/>
                </a:cubicBezTo>
                <a:cubicBezTo>
                  <a:pt x="158" y="4"/>
                  <a:pt x="157" y="4"/>
                  <a:pt x="157" y="4"/>
                </a:cubicBezTo>
                <a:cubicBezTo>
                  <a:pt x="157" y="4"/>
                  <a:pt x="156" y="4"/>
                  <a:pt x="156" y="3"/>
                </a:cubicBezTo>
                <a:cubicBezTo>
                  <a:pt x="156" y="3"/>
                  <a:pt x="157" y="3"/>
                  <a:pt x="157" y="2"/>
                </a:cubicBezTo>
                <a:cubicBezTo>
                  <a:pt x="157" y="2"/>
                  <a:pt x="157" y="2"/>
                  <a:pt x="157" y="2"/>
                </a:cubicBezTo>
                <a:close/>
                <a:moveTo>
                  <a:pt x="159" y="5"/>
                </a:moveTo>
                <a:cubicBezTo>
                  <a:pt x="159" y="5"/>
                  <a:pt x="159" y="6"/>
                  <a:pt x="159" y="6"/>
                </a:cubicBezTo>
                <a:cubicBezTo>
                  <a:pt x="159" y="6"/>
                  <a:pt x="159" y="6"/>
                  <a:pt x="159" y="6"/>
                </a:cubicBezTo>
                <a:cubicBezTo>
                  <a:pt x="159" y="6"/>
                  <a:pt x="158" y="6"/>
                  <a:pt x="158" y="6"/>
                </a:cubicBezTo>
                <a:cubicBezTo>
                  <a:pt x="158" y="6"/>
                  <a:pt x="158" y="6"/>
                  <a:pt x="159" y="6"/>
                </a:cubicBezTo>
                <a:cubicBezTo>
                  <a:pt x="159" y="6"/>
                  <a:pt x="159" y="7"/>
                  <a:pt x="159" y="7"/>
                </a:cubicBezTo>
                <a:cubicBezTo>
                  <a:pt x="159" y="7"/>
                  <a:pt x="159" y="7"/>
                  <a:pt x="159" y="7"/>
                </a:cubicBezTo>
                <a:cubicBezTo>
                  <a:pt x="159" y="7"/>
                  <a:pt x="159" y="7"/>
                  <a:pt x="159" y="7"/>
                </a:cubicBezTo>
                <a:cubicBezTo>
                  <a:pt x="159" y="8"/>
                  <a:pt x="159" y="8"/>
                  <a:pt x="158" y="8"/>
                </a:cubicBezTo>
                <a:cubicBezTo>
                  <a:pt x="158" y="8"/>
                  <a:pt x="158" y="8"/>
                  <a:pt x="158" y="8"/>
                </a:cubicBezTo>
                <a:cubicBezTo>
                  <a:pt x="158" y="8"/>
                  <a:pt x="158" y="8"/>
                  <a:pt x="159" y="8"/>
                </a:cubicBezTo>
                <a:cubicBezTo>
                  <a:pt x="159" y="8"/>
                  <a:pt x="159" y="8"/>
                  <a:pt x="159" y="8"/>
                </a:cubicBezTo>
                <a:cubicBezTo>
                  <a:pt x="159" y="8"/>
                  <a:pt x="159" y="8"/>
                  <a:pt x="159" y="9"/>
                </a:cubicBezTo>
                <a:cubicBezTo>
                  <a:pt x="159" y="9"/>
                  <a:pt x="159" y="9"/>
                  <a:pt x="159" y="9"/>
                </a:cubicBezTo>
                <a:cubicBezTo>
                  <a:pt x="159" y="9"/>
                  <a:pt x="158" y="9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9" y="10"/>
                  <a:pt x="159" y="10"/>
                </a:cubicBezTo>
                <a:cubicBezTo>
                  <a:pt x="159" y="10"/>
                  <a:pt x="159" y="10"/>
                  <a:pt x="159" y="10"/>
                </a:cubicBezTo>
                <a:cubicBezTo>
                  <a:pt x="159" y="11"/>
                  <a:pt x="159" y="11"/>
                  <a:pt x="159" y="11"/>
                </a:cubicBezTo>
                <a:cubicBezTo>
                  <a:pt x="159" y="11"/>
                  <a:pt x="159" y="11"/>
                  <a:pt x="159" y="11"/>
                </a:cubicBezTo>
                <a:cubicBezTo>
                  <a:pt x="159" y="11"/>
                  <a:pt x="159" y="11"/>
                  <a:pt x="158" y="11"/>
                </a:cubicBezTo>
                <a:cubicBezTo>
                  <a:pt x="158" y="11"/>
                  <a:pt x="157" y="12"/>
                  <a:pt x="157" y="12"/>
                </a:cubicBezTo>
                <a:cubicBezTo>
                  <a:pt x="157" y="12"/>
                  <a:pt x="157" y="12"/>
                  <a:pt x="157" y="12"/>
                </a:cubicBezTo>
                <a:cubicBezTo>
                  <a:pt x="157" y="12"/>
                  <a:pt x="157" y="12"/>
                  <a:pt x="158" y="12"/>
                </a:cubicBezTo>
                <a:cubicBezTo>
                  <a:pt x="158" y="12"/>
                  <a:pt x="159" y="13"/>
                  <a:pt x="159" y="13"/>
                </a:cubicBezTo>
                <a:cubicBezTo>
                  <a:pt x="159" y="13"/>
                  <a:pt x="159" y="13"/>
                  <a:pt x="158" y="13"/>
                </a:cubicBezTo>
                <a:cubicBezTo>
                  <a:pt x="158" y="13"/>
                  <a:pt x="158" y="13"/>
                  <a:pt x="158" y="13"/>
                </a:cubicBezTo>
                <a:cubicBezTo>
                  <a:pt x="158" y="13"/>
                  <a:pt x="158" y="13"/>
                  <a:pt x="158" y="13"/>
                </a:cubicBezTo>
                <a:cubicBezTo>
                  <a:pt x="158" y="13"/>
                  <a:pt x="157" y="13"/>
                  <a:pt x="157" y="13"/>
                </a:cubicBezTo>
                <a:cubicBezTo>
                  <a:pt x="157" y="13"/>
                  <a:pt x="157" y="13"/>
                  <a:pt x="157" y="13"/>
                </a:cubicBezTo>
                <a:cubicBezTo>
                  <a:pt x="157" y="14"/>
                  <a:pt x="157" y="14"/>
                  <a:pt x="157" y="14"/>
                </a:cubicBezTo>
                <a:cubicBezTo>
                  <a:pt x="157" y="14"/>
                  <a:pt x="157" y="15"/>
                  <a:pt x="157" y="15"/>
                </a:cubicBezTo>
                <a:cubicBezTo>
                  <a:pt x="157" y="16"/>
                  <a:pt x="157" y="16"/>
                  <a:pt x="157" y="16"/>
                </a:cubicBezTo>
                <a:cubicBezTo>
                  <a:pt x="157" y="16"/>
                  <a:pt x="156" y="16"/>
                  <a:pt x="156" y="16"/>
                </a:cubicBezTo>
                <a:cubicBezTo>
                  <a:pt x="156" y="15"/>
                  <a:pt x="155" y="15"/>
                  <a:pt x="155" y="15"/>
                </a:cubicBezTo>
                <a:cubicBezTo>
                  <a:pt x="155" y="15"/>
                  <a:pt x="154" y="15"/>
                  <a:pt x="154" y="15"/>
                </a:cubicBezTo>
                <a:cubicBezTo>
                  <a:pt x="154" y="15"/>
                  <a:pt x="154" y="15"/>
                  <a:pt x="154" y="15"/>
                </a:cubicBezTo>
                <a:cubicBezTo>
                  <a:pt x="154" y="15"/>
                  <a:pt x="154" y="15"/>
                  <a:pt x="154" y="15"/>
                </a:cubicBezTo>
                <a:cubicBezTo>
                  <a:pt x="154" y="15"/>
                  <a:pt x="154" y="16"/>
                  <a:pt x="154" y="16"/>
                </a:cubicBezTo>
                <a:cubicBezTo>
                  <a:pt x="154" y="16"/>
                  <a:pt x="153" y="15"/>
                  <a:pt x="153" y="15"/>
                </a:cubicBezTo>
                <a:cubicBezTo>
                  <a:pt x="153" y="15"/>
                  <a:pt x="153" y="15"/>
                  <a:pt x="153" y="15"/>
                </a:cubicBezTo>
                <a:cubicBezTo>
                  <a:pt x="153" y="15"/>
                  <a:pt x="153" y="15"/>
                  <a:pt x="153" y="15"/>
                </a:cubicBezTo>
                <a:cubicBezTo>
                  <a:pt x="153" y="14"/>
                  <a:pt x="153" y="14"/>
                  <a:pt x="153" y="14"/>
                </a:cubicBezTo>
                <a:cubicBezTo>
                  <a:pt x="154" y="13"/>
                  <a:pt x="154" y="13"/>
                  <a:pt x="154" y="13"/>
                </a:cubicBezTo>
                <a:cubicBezTo>
                  <a:pt x="154" y="13"/>
                  <a:pt x="154" y="13"/>
                  <a:pt x="154" y="13"/>
                </a:cubicBezTo>
                <a:cubicBezTo>
                  <a:pt x="154" y="12"/>
                  <a:pt x="154" y="12"/>
                  <a:pt x="154" y="12"/>
                </a:cubicBezTo>
                <a:cubicBezTo>
                  <a:pt x="154" y="12"/>
                  <a:pt x="154" y="12"/>
                  <a:pt x="153" y="13"/>
                </a:cubicBezTo>
                <a:cubicBezTo>
                  <a:pt x="153" y="13"/>
                  <a:pt x="153" y="13"/>
                  <a:pt x="153" y="13"/>
                </a:cubicBezTo>
                <a:cubicBezTo>
                  <a:pt x="152" y="13"/>
                  <a:pt x="152" y="13"/>
                  <a:pt x="152" y="13"/>
                </a:cubicBezTo>
                <a:cubicBezTo>
                  <a:pt x="152" y="13"/>
                  <a:pt x="152" y="13"/>
                  <a:pt x="152" y="13"/>
                </a:cubicBezTo>
                <a:cubicBezTo>
                  <a:pt x="152" y="12"/>
                  <a:pt x="152" y="12"/>
                  <a:pt x="152" y="12"/>
                </a:cubicBezTo>
                <a:cubicBezTo>
                  <a:pt x="152" y="12"/>
                  <a:pt x="152" y="12"/>
                  <a:pt x="152" y="12"/>
                </a:cubicBezTo>
                <a:cubicBezTo>
                  <a:pt x="153" y="12"/>
                  <a:pt x="154" y="11"/>
                  <a:pt x="155" y="11"/>
                </a:cubicBezTo>
                <a:cubicBezTo>
                  <a:pt x="155" y="11"/>
                  <a:pt x="155" y="11"/>
                  <a:pt x="156" y="11"/>
                </a:cubicBezTo>
                <a:cubicBezTo>
                  <a:pt x="156" y="11"/>
                  <a:pt x="156" y="11"/>
                  <a:pt x="156" y="11"/>
                </a:cubicBezTo>
                <a:cubicBezTo>
                  <a:pt x="156" y="10"/>
                  <a:pt x="156" y="10"/>
                  <a:pt x="156" y="10"/>
                </a:cubicBezTo>
                <a:cubicBezTo>
                  <a:pt x="156" y="10"/>
                  <a:pt x="155" y="10"/>
                  <a:pt x="155" y="10"/>
                </a:cubicBezTo>
                <a:cubicBezTo>
                  <a:pt x="155" y="10"/>
                  <a:pt x="154" y="10"/>
                  <a:pt x="154" y="10"/>
                </a:cubicBezTo>
                <a:cubicBezTo>
                  <a:pt x="154" y="11"/>
                  <a:pt x="154" y="11"/>
                  <a:pt x="154" y="11"/>
                </a:cubicBezTo>
                <a:cubicBezTo>
                  <a:pt x="154" y="11"/>
                  <a:pt x="154" y="10"/>
                  <a:pt x="154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154" y="10"/>
                  <a:pt x="154" y="10"/>
                  <a:pt x="154" y="9"/>
                </a:cubicBezTo>
                <a:cubicBezTo>
                  <a:pt x="154" y="9"/>
                  <a:pt x="154" y="9"/>
                  <a:pt x="154" y="9"/>
                </a:cubicBezTo>
                <a:cubicBezTo>
                  <a:pt x="155" y="9"/>
                  <a:pt x="155" y="9"/>
                  <a:pt x="156" y="9"/>
                </a:cubicBezTo>
                <a:cubicBezTo>
                  <a:pt x="156" y="9"/>
                  <a:pt x="157" y="8"/>
                  <a:pt x="157" y="8"/>
                </a:cubicBezTo>
                <a:cubicBezTo>
                  <a:pt x="157" y="8"/>
                  <a:pt x="157" y="8"/>
                  <a:pt x="157" y="8"/>
                </a:cubicBezTo>
                <a:cubicBezTo>
                  <a:pt x="157" y="8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6" y="7"/>
                  <a:pt x="156" y="7"/>
                  <a:pt x="156" y="7"/>
                </a:cubicBezTo>
                <a:cubicBezTo>
                  <a:pt x="156" y="7"/>
                  <a:pt x="156" y="8"/>
                  <a:pt x="156" y="8"/>
                </a:cubicBezTo>
                <a:cubicBezTo>
                  <a:pt x="156" y="8"/>
                  <a:pt x="156" y="8"/>
                  <a:pt x="155" y="9"/>
                </a:cubicBezTo>
                <a:cubicBezTo>
                  <a:pt x="155" y="9"/>
                  <a:pt x="155" y="9"/>
                  <a:pt x="155" y="9"/>
                </a:cubicBezTo>
                <a:cubicBezTo>
                  <a:pt x="155" y="9"/>
                  <a:pt x="155" y="9"/>
                  <a:pt x="155" y="9"/>
                </a:cubicBezTo>
                <a:cubicBezTo>
                  <a:pt x="155" y="8"/>
                  <a:pt x="155" y="8"/>
                  <a:pt x="155" y="8"/>
                </a:cubicBezTo>
                <a:cubicBezTo>
                  <a:pt x="155" y="8"/>
                  <a:pt x="155" y="8"/>
                  <a:pt x="155" y="8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4" y="7"/>
                </a:cubicBezTo>
                <a:cubicBezTo>
                  <a:pt x="154" y="7"/>
                  <a:pt x="154" y="7"/>
                  <a:pt x="154" y="7"/>
                </a:cubicBezTo>
                <a:cubicBezTo>
                  <a:pt x="154" y="7"/>
                  <a:pt x="154" y="7"/>
                  <a:pt x="154" y="7"/>
                </a:cubicBezTo>
                <a:cubicBezTo>
                  <a:pt x="154" y="6"/>
                  <a:pt x="154" y="6"/>
                  <a:pt x="154" y="6"/>
                </a:cubicBezTo>
                <a:cubicBezTo>
                  <a:pt x="154" y="6"/>
                  <a:pt x="154" y="6"/>
                  <a:pt x="154" y="6"/>
                </a:cubicBezTo>
                <a:cubicBezTo>
                  <a:pt x="154" y="6"/>
                  <a:pt x="155" y="6"/>
                  <a:pt x="156" y="6"/>
                </a:cubicBezTo>
                <a:cubicBezTo>
                  <a:pt x="157" y="5"/>
                  <a:pt x="158" y="5"/>
                  <a:pt x="159" y="5"/>
                </a:cubicBezTo>
                <a:cubicBezTo>
                  <a:pt x="159" y="5"/>
                  <a:pt x="159" y="5"/>
                  <a:pt x="159" y="5"/>
                </a:cubicBezTo>
                <a:cubicBezTo>
                  <a:pt x="159" y="5"/>
                  <a:pt x="159" y="5"/>
                  <a:pt x="159" y="5"/>
                </a:cubicBezTo>
                <a:close/>
                <a:moveTo>
                  <a:pt x="166" y="8"/>
                </a:moveTo>
                <a:cubicBezTo>
                  <a:pt x="166" y="8"/>
                  <a:pt x="166" y="8"/>
                  <a:pt x="166" y="8"/>
                </a:cubicBezTo>
                <a:cubicBezTo>
                  <a:pt x="166" y="8"/>
                  <a:pt x="166" y="8"/>
                  <a:pt x="166" y="9"/>
                </a:cubicBezTo>
                <a:cubicBezTo>
                  <a:pt x="167" y="9"/>
                  <a:pt x="167" y="9"/>
                  <a:pt x="167" y="9"/>
                </a:cubicBezTo>
                <a:cubicBezTo>
                  <a:pt x="167" y="9"/>
                  <a:pt x="167" y="9"/>
                  <a:pt x="167" y="10"/>
                </a:cubicBezTo>
                <a:cubicBezTo>
                  <a:pt x="167" y="10"/>
                  <a:pt x="167" y="10"/>
                  <a:pt x="167" y="10"/>
                </a:cubicBezTo>
                <a:cubicBezTo>
                  <a:pt x="167" y="10"/>
                  <a:pt x="166" y="10"/>
                  <a:pt x="166" y="10"/>
                </a:cubicBezTo>
                <a:cubicBezTo>
                  <a:pt x="166" y="10"/>
                  <a:pt x="166" y="10"/>
                  <a:pt x="165" y="10"/>
                </a:cubicBezTo>
                <a:cubicBezTo>
                  <a:pt x="165" y="10"/>
                  <a:pt x="164" y="10"/>
                  <a:pt x="164" y="10"/>
                </a:cubicBezTo>
                <a:cubicBezTo>
                  <a:pt x="164" y="10"/>
                  <a:pt x="164" y="10"/>
                  <a:pt x="164" y="11"/>
                </a:cubicBezTo>
                <a:cubicBezTo>
                  <a:pt x="164" y="12"/>
                  <a:pt x="164" y="12"/>
                  <a:pt x="164" y="13"/>
                </a:cubicBezTo>
                <a:cubicBezTo>
                  <a:pt x="164" y="13"/>
                  <a:pt x="164" y="13"/>
                  <a:pt x="164" y="14"/>
                </a:cubicBezTo>
                <a:cubicBezTo>
                  <a:pt x="164" y="14"/>
                  <a:pt x="164" y="14"/>
                  <a:pt x="164" y="15"/>
                </a:cubicBezTo>
                <a:cubicBezTo>
                  <a:pt x="164" y="15"/>
                  <a:pt x="164" y="15"/>
                  <a:pt x="164" y="16"/>
                </a:cubicBezTo>
                <a:cubicBezTo>
                  <a:pt x="164" y="16"/>
                  <a:pt x="164" y="16"/>
                  <a:pt x="164" y="16"/>
                </a:cubicBezTo>
                <a:cubicBezTo>
                  <a:pt x="164" y="17"/>
                  <a:pt x="164" y="17"/>
                  <a:pt x="164" y="17"/>
                </a:cubicBezTo>
                <a:cubicBezTo>
                  <a:pt x="164" y="17"/>
                  <a:pt x="164" y="18"/>
                  <a:pt x="164" y="18"/>
                </a:cubicBezTo>
                <a:cubicBezTo>
                  <a:pt x="164" y="18"/>
                  <a:pt x="164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lnTo>
                  <a:pt x="163" y="17"/>
                </a:lnTo>
                <a:cubicBezTo>
                  <a:pt x="163" y="17"/>
                  <a:pt x="163" y="15"/>
                  <a:pt x="163" y="14"/>
                </a:cubicBezTo>
                <a:cubicBezTo>
                  <a:pt x="163" y="12"/>
                  <a:pt x="163" y="11"/>
                  <a:pt x="163" y="11"/>
                </a:cubicBezTo>
                <a:cubicBezTo>
                  <a:pt x="163" y="11"/>
                  <a:pt x="162" y="10"/>
                  <a:pt x="162" y="10"/>
                </a:cubicBezTo>
                <a:cubicBezTo>
                  <a:pt x="162" y="10"/>
                  <a:pt x="162" y="10"/>
                  <a:pt x="162" y="10"/>
                </a:cubicBezTo>
                <a:cubicBezTo>
                  <a:pt x="162" y="10"/>
                  <a:pt x="162" y="10"/>
                  <a:pt x="162" y="10"/>
                </a:cubicBezTo>
                <a:cubicBezTo>
                  <a:pt x="161" y="10"/>
                  <a:pt x="161" y="10"/>
                  <a:pt x="161" y="11"/>
                </a:cubicBezTo>
                <a:cubicBezTo>
                  <a:pt x="161" y="11"/>
                  <a:pt x="161" y="11"/>
                  <a:pt x="161" y="11"/>
                </a:cubicBezTo>
                <a:cubicBezTo>
                  <a:pt x="161" y="11"/>
                  <a:pt x="161" y="11"/>
                  <a:pt x="161" y="11"/>
                </a:cubicBezTo>
                <a:cubicBezTo>
                  <a:pt x="160" y="12"/>
                  <a:pt x="160" y="12"/>
                  <a:pt x="160" y="12"/>
                </a:cubicBezTo>
                <a:lnTo>
                  <a:pt x="160" y="13"/>
                </a:lnTo>
                <a:cubicBezTo>
                  <a:pt x="160" y="13"/>
                  <a:pt x="160" y="13"/>
                  <a:pt x="160" y="14"/>
                </a:cubicBezTo>
                <a:cubicBezTo>
                  <a:pt x="160" y="14"/>
                  <a:pt x="159" y="14"/>
                  <a:pt x="159" y="15"/>
                </a:cubicBezTo>
                <a:cubicBezTo>
                  <a:pt x="159" y="15"/>
                  <a:pt x="158" y="15"/>
                  <a:pt x="158" y="15"/>
                </a:cubicBezTo>
                <a:cubicBezTo>
                  <a:pt x="158" y="15"/>
                  <a:pt x="158" y="15"/>
                  <a:pt x="158" y="15"/>
                </a:cubicBezTo>
                <a:cubicBezTo>
                  <a:pt x="158" y="15"/>
                  <a:pt x="158" y="14"/>
                  <a:pt x="159" y="14"/>
                </a:cubicBezTo>
                <a:cubicBezTo>
                  <a:pt x="159" y="13"/>
                  <a:pt x="159" y="12"/>
                  <a:pt x="160" y="12"/>
                </a:cubicBezTo>
                <a:cubicBezTo>
                  <a:pt x="160" y="11"/>
                  <a:pt x="160" y="11"/>
                  <a:pt x="160" y="10"/>
                </a:cubicBezTo>
                <a:cubicBezTo>
                  <a:pt x="160" y="9"/>
                  <a:pt x="160" y="8"/>
                  <a:pt x="160" y="8"/>
                </a:cubicBezTo>
                <a:lnTo>
                  <a:pt x="160" y="7"/>
                </a:lnTo>
                <a:cubicBezTo>
                  <a:pt x="160" y="7"/>
                  <a:pt x="160" y="6"/>
                  <a:pt x="160" y="6"/>
                </a:cubicBezTo>
                <a:cubicBezTo>
                  <a:pt x="160" y="6"/>
                  <a:pt x="160" y="6"/>
                  <a:pt x="161" y="6"/>
                </a:cubicBezTo>
                <a:cubicBezTo>
                  <a:pt x="161" y="6"/>
                  <a:pt x="162" y="6"/>
                  <a:pt x="162" y="6"/>
                </a:cubicBezTo>
                <a:cubicBezTo>
                  <a:pt x="163" y="5"/>
                  <a:pt x="164" y="5"/>
                  <a:pt x="164" y="5"/>
                </a:cubicBezTo>
                <a:cubicBezTo>
                  <a:pt x="164" y="5"/>
                  <a:pt x="165" y="5"/>
                  <a:pt x="165" y="5"/>
                </a:cubicBezTo>
                <a:cubicBezTo>
                  <a:pt x="165" y="6"/>
                  <a:pt x="165" y="6"/>
                  <a:pt x="165" y="6"/>
                </a:cubicBezTo>
                <a:cubicBezTo>
                  <a:pt x="165" y="6"/>
                  <a:pt x="165" y="6"/>
                  <a:pt x="165" y="6"/>
                </a:cubicBezTo>
                <a:cubicBezTo>
                  <a:pt x="165" y="7"/>
                  <a:pt x="164" y="7"/>
                  <a:pt x="164" y="7"/>
                </a:cubicBezTo>
                <a:cubicBezTo>
                  <a:pt x="164" y="7"/>
                  <a:pt x="164" y="7"/>
                  <a:pt x="164" y="7"/>
                </a:cubicBezTo>
                <a:cubicBezTo>
                  <a:pt x="163" y="7"/>
                  <a:pt x="163" y="7"/>
                  <a:pt x="163" y="7"/>
                </a:cubicBezTo>
                <a:cubicBezTo>
                  <a:pt x="162" y="7"/>
                  <a:pt x="162" y="7"/>
                  <a:pt x="161" y="8"/>
                </a:cubicBezTo>
                <a:cubicBezTo>
                  <a:pt x="161" y="8"/>
                  <a:pt x="161" y="9"/>
                  <a:pt x="161" y="9"/>
                </a:cubicBezTo>
                <a:cubicBezTo>
                  <a:pt x="161" y="9"/>
                  <a:pt x="161" y="9"/>
                  <a:pt x="161" y="9"/>
                </a:cubicBezTo>
                <a:cubicBezTo>
                  <a:pt x="161" y="9"/>
                  <a:pt x="162" y="9"/>
                  <a:pt x="163" y="9"/>
                </a:cubicBezTo>
                <a:cubicBezTo>
                  <a:pt x="163" y="8"/>
                  <a:pt x="164" y="8"/>
                  <a:pt x="165" y="8"/>
                </a:cubicBezTo>
                <a:cubicBezTo>
                  <a:pt x="165" y="8"/>
                  <a:pt x="165" y="8"/>
                  <a:pt x="166" y="8"/>
                </a:cubicBezTo>
                <a:close/>
              </a:path>
              <a:path w="192" h="20">
                <a:moveTo>
                  <a:pt x="28" y="11"/>
                </a:moveTo>
                <a:cubicBezTo>
                  <a:pt x="28" y="11"/>
                  <a:pt x="28" y="11"/>
                  <a:pt x="28" y="11"/>
                </a:cubicBezTo>
                <a:cubicBezTo>
                  <a:pt x="28" y="11"/>
                  <a:pt x="29" y="10"/>
                  <a:pt x="30" y="10"/>
                </a:cubicBezTo>
                <a:cubicBezTo>
                  <a:pt x="30" y="10"/>
                  <a:pt x="30" y="10"/>
                  <a:pt x="30" y="10"/>
                </a:cubicBezTo>
                <a:cubicBezTo>
                  <a:pt x="30" y="10"/>
                  <a:pt x="30" y="9"/>
                  <a:pt x="30" y="9"/>
                </a:cubicBezTo>
                <a:lnTo>
                  <a:pt x="30" y="7"/>
                </a:lnTo>
                <a:cubicBezTo>
                  <a:pt x="30" y="6"/>
                  <a:pt x="30" y="6"/>
                  <a:pt x="30" y="6"/>
                </a:cubicBezTo>
                <a:cubicBezTo>
                  <a:pt x="29" y="6"/>
                  <a:pt x="29" y="6"/>
                  <a:pt x="29" y="6"/>
                </a:cubicBezTo>
                <a:cubicBezTo>
                  <a:pt x="29" y="6"/>
                  <a:pt x="29" y="6"/>
                  <a:pt x="29" y="6"/>
                </a:cubicBezTo>
                <a:cubicBezTo>
                  <a:pt x="28" y="6"/>
                  <a:pt x="28" y="6"/>
                  <a:pt x="28" y="6"/>
                </a:cubicBezTo>
                <a:cubicBezTo>
                  <a:pt x="28" y="7"/>
                  <a:pt x="28" y="7"/>
                  <a:pt x="28" y="7"/>
                </a:cubicBezTo>
                <a:cubicBezTo>
                  <a:pt x="28" y="7"/>
                  <a:pt x="28" y="7"/>
                  <a:pt x="28" y="7"/>
                </a:cubicBezTo>
                <a:cubicBezTo>
                  <a:pt x="28" y="8"/>
                  <a:pt x="29" y="8"/>
                  <a:pt x="29" y="8"/>
                </a:cubicBezTo>
                <a:cubicBezTo>
                  <a:pt x="29" y="8"/>
                  <a:pt x="29" y="8"/>
                  <a:pt x="29" y="9"/>
                </a:cubicBezTo>
                <a:cubicBezTo>
                  <a:pt x="29" y="9"/>
                  <a:pt x="29" y="9"/>
                  <a:pt x="29" y="9"/>
                </a:cubicBezTo>
                <a:cubicBezTo>
                  <a:pt x="29" y="9"/>
                  <a:pt x="28" y="9"/>
                  <a:pt x="28" y="9"/>
                </a:cubicBezTo>
                <a:cubicBezTo>
                  <a:pt x="28" y="9"/>
                  <a:pt x="28" y="9"/>
                  <a:pt x="28" y="10"/>
                </a:cubicBezTo>
                <a:cubicBezTo>
                  <a:pt x="28" y="10"/>
                  <a:pt x="28" y="10"/>
                  <a:pt x="28" y="10"/>
                </a:cubicBezTo>
                <a:cubicBezTo>
                  <a:pt x="28" y="10"/>
                  <a:pt x="28" y="11"/>
                  <a:pt x="28" y="11"/>
                </a:cubicBezTo>
                <a:cubicBezTo>
                  <a:pt x="28" y="11"/>
                  <a:pt x="28" y="11"/>
                  <a:pt x="28" y="11"/>
                </a:cubicBezTo>
                <a:close/>
              </a:path>
              <a:path w="192" h="20">
                <a:moveTo>
                  <a:pt x="53" y="8"/>
                </a:moveTo>
                <a:cubicBezTo>
                  <a:pt x="53" y="7"/>
                  <a:pt x="53" y="7"/>
                  <a:pt x="52" y="7"/>
                </a:cubicBezTo>
                <a:cubicBezTo>
                  <a:pt x="52" y="7"/>
                  <a:pt x="52" y="7"/>
                  <a:pt x="52" y="7"/>
                </a:cubicBezTo>
                <a:cubicBezTo>
                  <a:pt x="52" y="7"/>
                  <a:pt x="52" y="7"/>
                  <a:pt x="52" y="7"/>
                </a:cubicBezTo>
                <a:cubicBezTo>
                  <a:pt x="52" y="7"/>
                  <a:pt x="52" y="7"/>
                  <a:pt x="52" y="8"/>
                </a:cubicBezTo>
                <a:cubicBezTo>
                  <a:pt x="51" y="8"/>
                  <a:pt x="51" y="9"/>
                  <a:pt x="51" y="9"/>
                </a:cubicBezTo>
                <a:cubicBezTo>
                  <a:pt x="51" y="9"/>
                  <a:pt x="52" y="9"/>
                  <a:pt x="52" y="9"/>
                </a:cubicBezTo>
                <a:cubicBezTo>
                  <a:pt x="52" y="9"/>
                  <a:pt x="52" y="9"/>
                  <a:pt x="52" y="9"/>
                </a:cubicBezTo>
                <a:cubicBezTo>
                  <a:pt x="53" y="8"/>
                  <a:pt x="53" y="8"/>
                  <a:pt x="53" y="8"/>
                </a:cubicBezTo>
                <a:close/>
              </a:path>
              <a:path w="192" h="20">
                <a:moveTo>
                  <a:pt x="50" y="8"/>
                </a:moveTo>
                <a:cubicBezTo>
                  <a:pt x="50" y="8"/>
                  <a:pt x="50" y="8"/>
                  <a:pt x="50" y="7"/>
                </a:cubicBezTo>
                <a:cubicBezTo>
                  <a:pt x="50" y="7"/>
                  <a:pt x="50" y="7"/>
                  <a:pt x="50" y="7"/>
                </a:cubicBezTo>
                <a:cubicBezTo>
                  <a:pt x="50" y="7"/>
                  <a:pt x="50" y="7"/>
                  <a:pt x="50" y="7"/>
                </a:cubicBezTo>
                <a:cubicBezTo>
                  <a:pt x="50" y="7"/>
                  <a:pt x="50" y="8"/>
                  <a:pt x="50" y="8"/>
                </a:cubicBezTo>
                <a:cubicBezTo>
                  <a:pt x="50" y="8"/>
                  <a:pt x="50" y="8"/>
                  <a:pt x="50" y="9"/>
                </a:cubicBezTo>
                <a:cubicBezTo>
                  <a:pt x="50" y="9"/>
                  <a:pt x="50" y="9"/>
                  <a:pt x="50" y="9"/>
                </a:cubicBezTo>
                <a:cubicBezTo>
                  <a:pt x="50" y="9"/>
                  <a:pt x="50" y="9"/>
                  <a:pt x="50" y="9"/>
                </a:cubicBezTo>
                <a:cubicBezTo>
                  <a:pt x="50" y="8"/>
                  <a:pt x="50" y="8"/>
                  <a:pt x="50" y="8"/>
                </a:cubicBezTo>
                <a:close/>
              </a:path>
              <a:path w="192" h="20">
                <a:moveTo>
                  <a:pt x="49" y="9"/>
                </a:moveTo>
                <a:cubicBezTo>
                  <a:pt x="49" y="9"/>
                  <a:pt x="49" y="9"/>
                  <a:pt x="49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9"/>
                  <a:pt x="48" y="9"/>
                  <a:pt x="48" y="9"/>
                </a:cubicBezTo>
                <a:cubicBezTo>
                  <a:pt x="48" y="9"/>
                  <a:pt x="48" y="9"/>
                  <a:pt x="48" y="9"/>
                </a:cubicBezTo>
                <a:cubicBezTo>
                  <a:pt x="49" y="9"/>
                  <a:pt x="49" y="9"/>
                  <a:pt x="49" y="9"/>
                </a:cubicBezTo>
                <a:close/>
              </a:path>
              <a:path w="192" h="20">
                <a:moveTo>
                  <a:pt x="51" y="13"/>
                </a:moveTo>
                <a:cubicBezTo>
                  <a:pt x="51" y="13"/>
                  <a:pt x="51" y="13"/>
                  <a:pt x="51" y="13"/>
                </a:cubicBezTo>
                <a:cubicBezTo>
                  <a:pt x="51" y="13"/>
                  <a:pt x="52" y="13"/>
                  <a:pt x="52" y="13"/>
                </a:cubicBezTo>
                <a:cubicBezTo>
                  <a:pt x="52" y="13"/>
                  <a:pt x="52" y="12"/>
                  <a:pt x="52" y="12"/>
                </a:cubicBezTo>
                <a:cubicBezTo>
                  <a:pt x="52" y="12"/>
                  <a:pt x="52" y="12"/>
                  <a:pt x="51" y="12"/>
                </a:cubicBezTo>
                <a:cubicBezTo>
                  <a:pt x="51" y="12"/>
                  <a:pt x="51" y="12"/>
                  <a:pt x="51" y="12"/>
                </a:cubicBezTo>
                <a:cubicBezTo>
                  <a:pt x="51" y="12"/>
                  <a:pt x="51" y="12"/>
                  <a:pt x="50" y="12"/>
                </a:cubicBezTo>
                <a:cubicBezTo>
                  <a:pt x="50" y="12"/>
                  <a:pt x="50" y="12"/>
                  <a:pt x="50" y="12"/>
                </a:cubicBezTo>
                <a:cubicBezTo>
                  <a:pt x="50" y="12"/>
                  <a:pt x="50" y="12"/>
                  <a:pt x="50" y="13"/>
                </a:cubicBezTo>
                <a:cubicBezTo>
                  <a:pt x="50" y="13"/>
                  <a:pt x="50" y="13"/>
                  <a:pt x="51" y="13"/>
                </a:cubicBezTo>
                <a:close/>
              </a:path>
              <a:path w="192" h="20">
                <a:moveTo>
                  <a:pt x="51" y="15"/>
                </a:moveTo>
                <a:cubicBezTo>
                  <a:pt x="52" y="15"/>
                  <a:pt x="52" y="15"/>
                  <a:pt x="52" y="15"/>
                </a:cubicBezTo>
                <a:cubicBezTo>
                  <a:pt x="53" y="15"/>
                  <a:pt x="53" y="15"/>
                  <a:pt x="53" y="14"/>
                </a:cubicBezTo>
                <a:cubicBezTo>
                  <a:pt x="53" y="14"/>
                  <a:pt x="53" y="14"/>
                  <a:pt x="53" y="13"/>
                </a:cubicBezTo>
                <a:cubicBezTo>
                  <a:pt x="52" y="13"/>
                  <a:pt x="52" y="13"/>
                  <a:pt x="52" y="13"/>
                </a:cubicBezTo>
                <a:cubicBezTo>
                  <a:pt x="52" y="13"/>
                  <a:pt x="52" y="13"/>
                  <a:pt x="52" y="13"/>
                </a:cubicBezTo>
                <a:cubicBezTo>
                  <a:pt x="52" y="13"/>
                  <a:pt x="51" y="14"/>
                  <a:pt x="51" y="14"/>
                </a:cubicBezTo>
                <a:cubicBezTo>
                  <a:pt x="51" y="14"/>
                  <a:pt x="51" y="14"/>
                  <a:pt x="51" y="14"/>
                </a:cubicBezTo>
                <a:lnTo>
                  <a:pt x="50" y="14"/>
                </a:lnTo>
                <a:cubicBezTo>
                  <a:pt x="50" y="14"/>
                  <a:pt x="50" y="14"/>
                  <a:pt x="49" y="12"/>
                </a:cubicBezTo>
                <a:cubicBezTo>
                  <a:pt x="49" y="12"/>
                  <a:pt x="49" y="12"/>
                  <a:pt x="49" y="12"/>
                </a:cubicBezTo>
                <a:cubicBezTo>
                  <a:pt x="49" y="12"/>
                  <a:pt x="49" y="12"/>
                  <a:pt x="49" y="12"/>
                </a:cubicBezTo>
                <a:cubicBezTo>
                  <a:pt x="49" y="12"/>
                  <a:pt x="49" y="12"/>
                  <a:pt x="49" y="13"/>
                </a:cubicBezTo>
                <a:cubicBezTo>
                  <a:pt x="49" y="13"/>
                  <a:pt x="49" y="13"/>
                  <a:pt x="49" y="13"/>
                </a:cubicBezTo>
                <a:cubicBezTo>
                  <a:pt x="49" y="14"/>
                  <a:pt x="49" y="14"/>
                  <a:pt x="49" y="15"/>
                </a:cubicBezTo>
                <a:cubicBezTo>
                  <a:pt x="50" y="15"/>
                  <a:pt x="50" y="15"/>
                  <a:pt x="51" y="15"/>
                </a:cubicBezTo>
                <a:close/>
              </a:path>
              <a:path w="192" h="20">
                <a:moveTo>
                  <a:pt x="68" y="8"/>
                </a:moveTo>
                <a:cubicBezTo>
                  <a:pt x="68" y="8"/>
                  <a:pt x="69" y="8"/>
                  <a:pt x="69" y="8"/>
                </a:cubicBezTo>
                <a:cubicBezTo>
                  <a:pt x="69" y="8"/>
                  <a:pt x="69" y="7"/>
                  <a:pt x="69" y="7"/>
                </a:cubicBezTo>
                <a:cubicBezTo>
                  <a:pt x="69" y="7"/>
                  <a:pt x="69" y="6"/>
                  <a:pt x="69" y="6"/>
                </a:cubicBezTo>
                <a:cubicBezTo>
                  <a:pt x="69" y="6"/>
                  <a:pt x="69" y="5"/>
                  <a:pt x="69" y="5"/>
                </a:cubicBezTo>
                <a:cubicBezTo>
                  <a:pt x="68" y="5"/>
                  <a:pt x="68" y="5"/>
                  <a:pt x="68" y="5"/>
                </a:cubicBezTo>
                <a:cubicBezTo>
                  <a:pt x="68" y="5"/>
                  <a:pt x="67" y="5"/>
                  <a:pt x="67" y="5"/>
                </a:cubicBezTo>
                <a:cubicBezTo>
                  <a:pt x="67" y="5"/>
                  <a:pt x="67" y="5"/>
                  <a:pt x="66" y="5"/>
                </a:cubicBezTo>
                <a:cubicBezTo>
                  <a:pt x="66" y="6"/>
                  <a:pt x="66" y="6"/>
                  <a:pt x="65" y="6"/>
                </a:cubicBezTo>
                <a:cubicBezTo>
                  <a:pt x="65" y="6"/>
                  <a:pt x="65" y="6"/>
                  <a:pt x="65" y="6"/>
                </a:cubicBezTo>
                <a:cubicBezTo>
                  <a:pt x="65" y="6"/>
                  <a:pt x="65" y="6"/>
                  <a:pt x="65" y="6"/>
                </a:cubicBezTo>
                <a:cubicBezTo>
                  <a:pt x="65" y="7"/>
                  <a:pt x="65" y="7"/>
                  <a:pt x="65" y="8"/>
                </a:cubicBezTo>
                <a:cubicBezTo>
                  <a:pt x="65" y="8"/>
                  <a:pt x="65" y="8"/>
                  <a:pt x="65" y="8"/>
                </a:cubicBezTo>
                <a:cubicBezTo>
                  <a:pt x="66" y="8"/>
                  <a:pt x="66" y="8"/>
                  <a:pt x="66" y="8"/>
                </a:cubicBezTo>
                <a:cubicBezTo>
                  <a:pt x="67" y="7"/>
                  <a:pt x="68" y="7"/>
                  <a:pt x="68" y="7"/>
                </a:cubicBezTo>
                <a:cubicBezTo>
                  <a:pt x="68" y="7"/>
                  <a:pt x="68" y="7"/>
                  <a:pt x="68" y="8"/>
                </a:cubicBezTo>
                <a:cubicBezTo>
                  <a:pt x="68" y="8"/>
                  <a:pt x="68" y="8"/>
                  <a:pt x="68" y="8"/>
                </a:cubicBezTo>
                <a:close/>
                <a:moveTo>
                  <a:pt x="68" y="6"/>
                </a:moveTo>
                <a:cubicBezTo>
                  <a:pt x="68" y="6"/>
                  <a:pt x="68" y="6"/>
                  <a:pt x="68" y="6"/>
                </a:cubicBezTo>
                <a:cubicBezTo>
                  <a:pt x="68" y="7"/>
                  <a:pt x="68" y="7"/>
                  <a:pt x="67" y="7"/>
                </a:cubicBezTo>
                <a:cubicBezTo>
                  <a:pt x="67" y="7"/>
                  <a:pt x="66" y="7"/>
                  <a:pt x="66" y="7"/>
                </a:cubicBezTo>
                <a:cubicBezTo>
                  <a:pt x="66" y="7"/>
                  <a:pt x="66" y="7"/>
                  <a:pt x="66" y="7"/>
                </a:cubicBezTo>
                <a:cubicBezTo>
                  <a:pt x="65" y="7"/>
                  <a:pt x="65" y="7"/>
                  <a:pt x="65" y="6"/>
                </a:cubicBezTo>
                <a:cubicBezTo>
                  <a:pt x="65" y="6"/>
                  <a:pt x="66" y="6"/>
                  <a:pt x="66" y="6"/>
                </a:cubicBezTo>
                <a:cubicBezTo>
                  <a:pt x="66" y="6"/>
                  <a:pt x="67" y="6"/>
                  <a:pt x="67" y="6"/>
                </a:cubicBezTo>
                <a:cubicBezTo>
                  <a:pt x="67" y="6"/>
                  <a:pt x="67" y="6"/>
                  <a:pt x="68" y="6"/>
                </a:cubicBezTo>
                <a:close/>
              </a:path>
              <a:path w="192" h="20">
                <a:moveTo>
                  <a:pt x="127" y="7"/>
                </a:moveTo>
                <a:cubicBezTo>
                  <a:pt x="127" y="7"/>
                  <a:pt x="127" y="7"/>
                  <a:pt x="127" y="7"/>
                </a:cubicBezTo>
                <a:cubicBezTo>
                  <a:pt x="127" y="7"/>
                  <a:pt x="127" y="7"/>
                  <a:pt x="127" y="6"/>
                </a:cubicBezTo>
                <a:cubicBezTo>
                  <a:pt x="127" y="6"/>
                  <a:pt x="127" y="5"/>
                  <a:pt x="127" y="5"/>
                </a:cubicBezTo>
                <a:cubicBezTo>
                  <a:pt x="127" y="4"/>
                  <a:pt x="127" y="4"/>
                  <a:pt x="127" y="3"/>
                </a:cubicBezTo>
                <a:cubicBezTo>
                  <a:pt x="127" y="3"/>
                  <a:pt x="127" y="3"/>
                  <a:pt x="127" y="3"/>
                </a:cubicBezTo>
                <a:cubicBezTo>
                  <a:pt x="127" y="3"/>
                  <a:pt x="127" y="3"/>
                  <a:pt x="127" y="3"/>
                </a:cubicBezTo>
                <a:cubicBezTo>
                  <a:pt x="127" y="3"/>
                  <a:pt x="126" y="3"/>
                  <a:pt x="126" y="3"/>
                </a:cubicBezTo>
                <a:cubicBezTo>
                  <a:pt x="125" y="3"/>
                  <a:pt x="125" y="3"/>
                  <a:pt x="125" y="4"/>
                </a:cubicBezTo>
                <a:cubicBezTo>
                  <a:pt x="125" y="4"/>
                  <a:pt x="125" y="4"/>
                  <a:pt x="125" y="4"/>
                </a:cubicBezTo>
                <a:cubicBezTo>
                  <a:pt x="125" y="4"/>
                  <a:pt x="125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5"/>
                  <a:pt x="126" y="5"/>
                  <a:pt x="126" y="5"/>
                </a:cubicBezTo>
                <a:cubicBezTo>
                  <a:pt x="125" y="5"/>
                  <a:pt x="125" y="5"/>
                  <a:pt x="125" y="5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6" y="6"/>
                </a:cubicBezTo>
                <a:cubicBezTo>
                  <a:pt x="126" y="6"/>
                  <a:pt x="126" y="6"/>
                  <a:pt x="126" y="6"/>
                </a:cubicBezTo>
                <a:cubicBezTo>
                  <a:pt x="126" y="6"/>
                  <a:pt x="126" y="6"/>
                  <a:pt x="126" y="6"/>
                </a:cubicBezTo>
                <a:cubicBezTo>
                  <a:pt x="126" y="6"/>
                  <a:pt x="126" y="6"/>
                  <a:pt x="127" y="7"/>
                </a:cubicBezTo>
                <a:cubicBezTo>
                  <a:pt x="127" y="7"/>
                  <a:pt x="127" y="7"/>
                  <a:pt x="127" y="7"/>
                </a:cubicBezTo>
                <a:close/>
              </a:path>
              <a:path w="192" h="20">
                <a:moveTo>
                  <a:pt x="125" y="13"/>
                </a:moveTo>
                <a:cubicBezTo>
                  <a:pt x="125" y="13"/>
                  <a:pt x="125" y="13"/>
                  <a:pt x="125" y="13"/>
                </a:cubicBezTo>
                <a:cubicBezTo>
                  <a:pt x="125" y="13"/>
                  <a:pt x="125" y="12"/>
                  <a:pt x="125" y="12"/>
                </a:cubicBezTo>
                <a:cubicBezTo>
                  <a:pt x="126" y="12"/>
                  <a:pt x="126" y="11"/>
                  <a:pt x="126" y="11"/>
                </a:cubicBezTo>
                <a:cubicBezTo>
                  <a:pt x="126" y="11"/>
                  <a:pt x="125" y="11"/>
                  <a:pt x="125" y="10"/>
                </a:cubicBezTo>
                <a:cubicBezTo>
                  <a:pt x="125" y="10"/>
                  <a:pt x="125" y="10"/>
                  <a:pt x="125" y="10"/>
                </a:cubicBezTo>
                <a:cubicBezTo>
                  <a:pt x="125" y="10"/>
                  <a:pt x="125" y="10"/>
                  <a:pt x="125" y="10"/>
                </a:cubicBezTo>
                <a:cubicBezTo>
                  <a:pt x="124" y="10"/>
                  <a:pt x="124" y="10"/>
                  <a:pt x="124" y="11"/>
                </a:cubicBezTo>
                <a:cubicBezTo>
                  <a:pt x="124" y="11"/>
                  <a:pt x="124" y="11"/>
                  <a:pt x="124" y="11"/>
                </a:cubicBezTo>
                <a:cubicBezTo>
                  <a:pt x="124" y="12"/>
                  <a:pt x="124" y="12"/>
                  <a:pt x="124" y="12"/>
                </a:cubicBezTo>
                <a:cubicBezTo>
                  <a:pt x="125" y="12"/>
                  <a:pt x="125" y="12"/>
                  <a:pt x="125" y="12"/>
                </a:cubicBezTo>
                <a:cubicBezTo>
                  <a:pt x="125" y="13"/>
                  <a:pt x="125" y="13"/>
                  <a:pt x="125" y="13"/>
                </a:cubicBezTo>
                <a:close/>
              </a:path>
              <a:path w="192" h="20">
                <a:moveTo>
                  <a:pt x="156" y="13"/>
                </a:moveTo>
                <a:cubicBezTo>
                  <a:pt x="156" y="13"/>
                  <a:pt x="156" y="12"/>
                  <a:pt x="156" y="12"/>
                </a:cubicBezTo>
                <a:cubicBezTo>
                  <a:pt x="156" y="12"/>
                  <a:pt x="156" y="12"/>
                  <a:pt x="156" y="12"/>
                </a:cubicBezTo>
                <a:cubicBezTo>
                  <a:pt x="156" y="12"/>
                  <a:pt x="156" y="12"/>
                  <a:pt x="156" y="12"/>
                </a:cubicBezTo>
                <a:cubicBezTo>
                  <a:pt x="156" y="12"/>
                  <a:pt x="156" y="12"/>
                  <a:pt x="155" y="12"/>
                </a:cubicBezTo>
                <a:cubicBezTo>
                  <a:pt x="155" y="12"/>
                  <a:pt x="155" y="12"/>
                  <a:pt x="155" y="12"/>
                </a:cubicBezTo>
                <a:cubicBezTo>
                  <a:pt x="155" y="12"/>
                  <a:pt x="155" y="12"/>
                  <a:pt x="155" y="13"/>
                </a:cubicBezTo>
                <a:cubicBezTo>
                  <a:pt x="155" y="13"/>
                  <a:pt x="155" y="13"/>
                  <a:pt x="155" y="13"/>
                </a:cubicBezTo>
                <a:cubicBezTo>
                  <a:pt x="155" y="14"/>
                  <a:pt x="155" y="14"/>
                  <a:pt x="155" y="14"/>
                </a:cubicBezTo>
                <a:cubicBezTo>
                  <a:pt x="155" y="14"/>
                  <a:pt x="155" y="14"/>
                  <a:pt x="155" y="14"/>
                </a:cubicBezTo>
                <a:cubicBezTo>
                  <a:pt x="155" y="14"/>
                  <a:pt x="155" y="14"/>
                  <a:pt x="156" y="14"/>
                </a:cubicBezTo>
                <a:cubicBezTo>
                  <a:pt x="156" y="14"/>
                  <a:pt x="156" y="14"/>
                  <a:pt x="156" y="14"/>
                </a:cubicBezTo>
                <a:cubicBezTo>
                  <a:pt x="156" y="14"/>
                  <a:pt x="156" y="14"/>
                  <a:pt x="156" y="14"/>
                </a:cubicBezTo>
                <a:cubicBezTo>
                  <a:pt x="156" y="13"/>
                  <a:pt x="156" y="13"/>
                  <a:pt x="156" y="13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2" name="Rectangle 13"/>
          <p:cNvSpPr>
            <a:spLocks noGrp="1"/>
          </p:cNvSpPr>
          <p:nvPr/>
        </p:nvSpPr>
        <p:spPr>
          <a:xfrm>
            <a:off x="9971521" y="260515"/>
            <a:ext cx="182870" cy="6350"/>
          </a:xfrm>
          <a:prstGeom prst="rect">
            <a:avLst/>
          </a:prstGeom>
          <a:solidFill>
            <a:srgbClr val="005A9F"/>
          </a:solidFill>
          <a:ln>
            <a:noFill/>
          </a:ln>
        </p:spPr>
      </p:sp>
      <p:sp>
        <p:nvSpPr>
          <p:cNvPr id="13" name="Freeform 14"/>
          <p:cNvSpPr>
            <a:spLocks noGrp="1"/>
          </p:cNvSpPr>
          <p:nvPr/>
        </p:nvSpPr>
        <p:spPr>
          <a:xfrm>
            <a:off x="9881355" y="177969"/>
            <a:ext cx="358121" cy="91435"/>
          </a:xfrm>
          <a:custGeom>
            <a:avLst/>
            <a:gdLst/>
            <a:ahLst/>
            <a:cxnLst/>
            <a:rect l="l" t="t" r="r" b="b"/>
            <a:pathLst>
              <a:path w="232" h="59">
                <a:moveTo>
                  <a:pt x="7" y="34"/>
                </a:moveTo>
                <a:lnTo>
                  <a:pt x="2" y="31"/>
                </a:lnTo>
                <a:lnTo>
                  <a:pt x="1" y="31"/>
                </a:lnTo>
                <a:lnTo>
                  <a:pt x="1" y="30"/>
                </a:lnTo>
                <a:lnTo>
                  <a:pt x="2" y="30"/>
                </a:lnTo>
                <a:lnTo>
                  <a:pt x="3" y="30"/>
                </a:lnTo>
                <a:lnTo>
                  <a:pt x="3" y="29"/>
                </a:lnTo>
                <a:lnTo>
                  <a:pt x="4" y="29"/>
                </a:lnTo>
                <a:lnTo>
                  <a:pt x="5" y="30"/>
                </a:lnTo>
                <a:lnTo>
                  <a:pt x="6" y="30"/>
                </a:lnTo>
                <a:lnTo>
                  <a:pt x="7" y="31"/>
                </a:lnTo>
                <a:lnTo>
                  <a:pt x="7" y="32"/>
                </a:lnTo>
                <a:lnTo>
                  <a:pt x="8" y="34"/>
                </a:lnTo>
                <a:lnTo>
                  <a:pt x="9" y="33"/>
                </a:lnTo>
                <a:lnTo>
                  <a:pt x="9" y="28"/>
                </a:lnTo>
                <a:lnTo>
                  <a:pt x="9" y="27"/>
                </a:lnTo>
                <a:lnTo>
                  <a:pt x="9" y="26"/>
                </a:lnTo>
                <a:lnTo>
                  <a:pt x="10" y="26"/>
                </a:lnTo>
                <a:lnTo>
                  <a:pt x="11" y="26"/>
                </a:lnTo>
                <a:lnTo>
                  <a:pt x="12" y="26"/>
                </a:lnTo>
                <a:lnTo>
                  <a:pt x="13" y="26"/>
                </a:lnTo>
                <a:lnTo>
                  <a:pt x="14" y="27"/>
                </a:lnTo>
                <a:lnTo>
                  <a:pt x="14" y="28"/>
                </a:lnTo>
                <a:lnTo>
                  <a:pt x="15" y="28"/>
                </a:lnTo>
                <a:lnTo>
                  <a:pt x="15" y="29"/>
                </a:lnTo>
                <a:lnTo>
                  <a:pt x="14" y="29"/>
                </a:lnTo>
                <a:lnTo>
                  <a:pt x="12" y="32"/>
                </a:lnTo>
                <a:lnTo>
                  <a:pt x="12" y="33"/>
                </a:lnTo>
                <a:lnTo>
                  <a:pt x="11" y="33"/>
                </a:lnTo>
                <a:lnTo>
                  <a:pt x="11" y="34"/>
                </a:lnTo>
                <a:lnTo>
                  <a:pt x="11" y="35"/>
                </a:lnTo>
                <a:lnTo>
                  <a:pt x="11" y="37"/>
                </a:lnTo>
                <a:lnTo>
                  <a:pt x="13" y="37"/>
                </a:lnTo>
                <a:lnTo>
                  <a:pt x="14" y="36"/>
                </a:lnTo>
                <a:lnTo>
                  <a:pt x="14" y="35"/>
                </a:lnTo>
                <a:lnTo>
                  <a:pt x="14" y="34"/>
                </a:lnTo>
                <a:lnTo>
                  <a:pt x="14" y="33"/>
                </a:lnTo>
                <a:lnTo>
                  <a:pt x="13" y="33"/>
                </a:lnTo>
                <a:lnTo>
                  <a:pt x="13" y="32"/>
                </a:lnTo>
                <a:lnTo>
                  <a:pt x="14" y="32"/>
                </a:lnTo>
                <a:lnTo>
                  <a:pt x="16" y="32"/>
                </a:lnTo>
                <a:lnTo>
                  <a:pt x="17" y="32"/>
                </a:lnTo>
                <a:lnTo>
                  <a:pt x="18" y="32"/>
                </a:lnTo>
                <a:lnTo>
                  <a:pt x="18" y="33"/>
                </a:lnTo>
                <a:lnTo>
                  <a:pt x="18" y="34"/>
                </a:lnTo>
                <a:lnTo>
                  <a:pt x="17" y="34"/>
                </a:lnTo>
                <a:lnTo>
                  <a:pt x="17" y="35"/>
                </a:lnTo>
                <a:lnTo>
                  <a:pt x="17" y="36"/>
                </a:lnTo>
                <a:lnTo>
                  <a:pt x="16" y="36"/>
                </a:lnTo>
                <a:lnTo>
                  <a:pt x="16" y="38"/>
                </a:lnTo>
                <a:lnTo>
                  <a:pt x="17" y="38"/>
                </a:lnTo>
                <a:lnTo>
                  <a:pt x="19" y="35"/>
                </a:lnTo>
                <a:lnTo>
                  <a:pt x="19" y="34"/>
                </a:lnTo>
                <a:lnTo>
                  <a:pt x="20" y="34"/>
                </a:lnTo>
                <a:lnTo>
                  <a:pt x="21" y="34"/>
                </a:lnTo>
                <a:lnTo>
                  <a:pt x="22" y="34"/>
                </a:lnTo>
                <a:lnTo>
                  <a:pt x="22" y="35"/>
                </a:lnTo>
                <a:lnTo>
                  <a:pt x="23" y="35"/>
                </a:lnTo>
                <a:lnTo>
                  <a:pt x="23" y="36"/>
                </a:lnTo>
                <a:lnTo>
                  <a:pt x="22" y="36"/>
                </a:lnTo>
                <a:lnTo>
                  <a:pt x="19" y="42"/>
                </a:lnTo>
                <a:lnTo>
                  <a:pt x="18" y="42"/>
                </a:lnTo>
                <a:lnTo>
                  <a:pt x="18" y="43"/>
                </a:lnTo>
                <a:lnTo>
                  <a:pt x="19" y="43"/>
                </a:lnTo>
                <a:lnTo>
                  <a:pt x="20" y="43"/>
                </a:lnTo>
                <a:lnTo>
                  <a:pt x="22" y="43"/>
                </a:lnTo>
                <a:lnTo>
                  <a:pt x="23" y="43"/>
                </a:lnTo>
                <a:lnTo>
                  <a:pt x="23" y="44"/>
                </a:lnTo>
                <a:lnTo>
                  <a:pt x="20" y="48"/>
                </a:lnTo>
                <a:lnTo>
                  <a:pt x="24" y="54"/>
                </a:lnTo>
                <a:lnTo>
                  <a:pt x="24" y="56"/>
                </a:lnTo>
                <a:lnTo>
                  <a:pt x="25" y="57"/>
                </a:lnTo>
                <a:lnTo>
                  <a:pt x="25" y="58"/>
                </a:lnTo>
                <a:lnTo>
                  <a:pt x="25" y="59"/>
                </a:lnTo>
                <a:lnTo>
                  <a:pt x="24" y="59"/>
                </a:lnTo>
                <a:lnTo>
                  <a:pt x="23" y="59"/>
                </a:lnTo>
                <a:lnTo>
                  <a:pt x="22" y="59"/>
                </a:lnTo>
                <a:lnTo>
                  <a:pt x="22" y="58"/>
                </a:lnTo>
                <a:lnTo>
                  <a:pt x="17" y="51"/>
                </a:lnTo>
                <a:lnTo>
                  <a:pt x="13" y="57"/>
                </a:lnTo>
                <a:lnTo>
                  <a:pt x="12" y="58"/>
                </a:lnTo>
                <a:lnTo>
                  <a:pt x="11" y="58"/>
                </a:lnTo>
                <a:lnTo>
                  <a:pt x="10" y="58"/>
                </a:lnTo>
                <a:lnTo>
                  <a:pt x="10" y="57"/>
                </a:lnTo>
                <a:lnTo>
                  <a:pt x="12" y="52"/>
                </a:lnTo>
                <a:lnTo>
                  <a:pt x="14" y="47"/>
                </a:lnTo>
                <a:lnTo>
                  <a:pt x="14" y="46"/>
                </a:lnTo>
                <a:lnTo>
                  <a:pt x="13" y="46"/>
                </a:lnTo>
                <a:lnTo>
                  <a:pt x="8" y="53"/>
                </a:lnTo>
                <a:lnTo>
                  <a:pt x="7" y="54"/>
                </a:lnTo>
                <a:lnTo>
                  <a:pt x="7" y="55"/>
                </a:lnTo>
                <a:lnTo>
                  <a:pt x="6" y="55"/>
                </a:lnTo>
                <a:lnTo>
                  <a:pt x="5" y="56"/>
                </a:lnTo>
                <a:lnTo>
                  <a:pt x="3" y="56"/>
                </a:lnTo>
                <a:lnTo>
                  <a:pt x="2" y="55"/>
                </a:lnTo>
                <a:lnTo>
                  <a:pt x="12" y="44"/>
                </a:lnTo>
                <a:lnTo>
                  <a:pt x="11" y="42"/>
                </a:lnTo>
                <a:lnTo>
                  <a:pt x="11" y="43"/>
                </a:lnTo>
                <a:lnTo>
                  <a:pt x="10" y="43"/>
                </a:lnTo>
                <a:lnTo>
                  <a:pt x="10" y="44"/>
                </a:lnTo>
                <a:lnTo>
                  <a:pt x="10" y="45"/>
                </a:lnTo>
                <a:lnTo>
                  <a:pt x="10" y="46"/>
                </a:lnTo>
                <a:lnTo>
                  <a:pt x="9" y="47"/>
                </a:lnTo>
                <a:lnTo>
                  <a:pt x="5" y="46"/>
                </a:lnTo>
                <a:lnTo>
                  <a:pt x="5" y="45"/>
                </a:lnTo>
                <a:lnTo>
                  <a:pt x="5" y="44"/>
                </a:lnTo>
                <a:lnTo>
                  <a:pt x="3" y="43"/>
                </a:lnTo>
                <a:lnTo>
                  <a:pt x="3" y="42"/>
                </a:lnTo>
                <a:lnTo>
                  <a:pt x="4" y="42"/>
                </a:lnTo>
                <a:lnTo>
                  <a:pt x="7" y="42"/>
                </a:lnTo>
                <a:lnTo>
                  <a:pt x="8" y="42"/>
                </a:lnTo>
                <a:lnTo>
                  <a:pt x="8" y="41"/>
                </a:lnTo>
                <a:lnTo>
                  <a:pt x="9" y="41"/>
                </a:lnTo>
                <a:lnTo>
                  <a:pt x="10" y="41"/>
                </a:lnTo>
                <a:lnTo>
                  <a:pt x="10" y="40"/>
                </a:lnTo>
                <a:lnTo>
                  <a:pt x="8" y="39"/>
                </a:lnTo>
                <a:lnTo>
                  <a:pt x="8" y="38"/>
                </a:lnTo>
                <a:lnTo>
                  <a:pt x="8" y="37"/>
                </a:lnTo>
                <a:lnTo>
                  <a:pt x="9" y="37"/>
                </a:lnTo>
                <a:lnTo>
                  <a:pt x="10" y="37"/>
                </a:lnTo>
                <a:lnTo>
                  <a:pt x="10" y="36"/>
                </a:lnTo>
                <a:lnTo>
                  <a:pt x="10" y="35"/>
                </a:lnTo>
                <a:lnTo>
                  <a:pt x="9" y="35"/>
                </a:lnTo>
                <a:lnTo>
                  <a:pt x="5" y="39"/>
                </a:lnTo>
                <a:lnTo>
                  <a:pt x="4" y="40"/>
                </a:lnTo>
                <a:lnTo>
                  <a:pt x="3" y="40"/>
                </a:lnTo>
                <a:lnTo>
                  <a:pt x="2" y="40"/>
                </a:lnTo>
                <a:lnTo>
                  <a:pt x="1" y="40"/>
                </a:lnTo>
                <a:lnTo>
                  <a:pt x="0" y="40"/>
                </a:lnTo>
                <a:lnTo>
                  <a:pt x="0" y="39"/>
                </a:lnTo>
                <a:lnTo>
                  <a:pt x="1" y="38"/>
                </a:lnTo>
                <a:lnTo>
                  <a:pt x="7" y="34"/>
                </a:lnTo>
                <a:close/>
                <a:moveTo>
                  <a:pt x="17" y="45"/>
                </a:moveTo>
                <a:lnTo>
                  <a:pt x="17" y="45"/>
                </a:lnTo>
                <a:lnTo>
                  <a:pt x="18" y="45"/>
                </a:lnTo>
                <a:lnTo>
                  <a:pt x="18" y="46"/>
                </a:lnTo>
                <a:lnTo>
                  <a:pt x="19" y="46"/>
                </a:lnTo>
                <a:lnTo>
                  <a:pt x="19" y="45"/>
                </a:lnTo>
                <a:lnTo>
                  <a:pt x="18" y="44"/>
                </a:lnTo>
                <a:lnTo>
                  <a:pt x="17" y="44"/>
                </a:lnTo>
                <a:lnTo>
                  <a:pt x="17" y="45"/>
                </a:lnTo>
                <a:close/>
                <a:moveTo>
                  <a:pt x="16" y="42"/>
                </a:moveTo>
                <a:lnTo>
                  <a:pt x="18" y="39"/>
                </a:lnTo>
                <a:lnTo>
                  <a:pt x="19" y="39"/>
                </a:lnTo>
                <a:lnTo>
                  <a:pt x="17" y="42"/>
                </a:lnTo>
                <a:lnTo>
                  <a:pt x="17" y="43"/>
                </a:lnTo>
                <a:lnTo>
                  <a:pt x="16" y="43"/>
                </a:lnTo>
                <a:lnTo>
                  <a:pt x="16" y="42"/>
                </a:lnTo>
                <a:close/>
                <a:moveTo>
                  <a:pt x="13" y="38"/>
                </a:moveTo>
                <a:lnTo>
                  <a:pt x="15" y="41"/>
                </a:lnTo>
                <a:lnTo>
                  <a:pt x="15" y="40"/>
                </a:lnTo>
                <a:lnTo>
                  <a:pt x="16" y="40"/>
                </a:lnTo>
                <a:lnTo>
                  <a:pt x="16" y="39"/>
                </a:lnTo>
                <a:lnTo>
                  <a:pt x="15" y="39"/>
                </a:lnTo>
                <a:lnTo>
                  <a:pt x="15" y="38"/>
                </a:lnTo>
                <a:lnTo>
                  <a:pt x="15" y="37"/>
                </a:lnTo>
                <a:lnTo>
                  <a:pt x="14" y="37"/>
                </a:lnTo>
                <a:lnTo>
                  <a:pt x="13" y="38"/>
                </a:lnTo>
                <a:close/>
                <a:moveTo>
                  <a:pt x="11" y="29"/>
                </a:moveTo>
                <a:lnTo>
                  <a:pt x="11" y="29"/>
                </a:lnTo>
                <a:lnTo>
                  <a:pt x="11" y="28"/>
                </a:lnTo>
                <a:lnTo>
                  <a:pt x="12" y="28"/>
                </a:lnTo>
                <a:lnTo>
                  <a:pt x="12" y="29"/>
                </a:lnTo>
                <a:lnTo>
                  <a:pt x="12" y="30"/>
                </a:lnTo>
                <a:lnTo>
                  <a:pt x="12" y="31"/>
                </a:lnTo>
                <a:lnTo>
                  <a:pt x="11" y="31"/>
                </a:lnTo>
                <a:lnTo>
                  <a:pt x="11" y="30"/>
                </a:lnTo>
                <a:lnTo>
                  <a:pt x="11" y="29"/>
                </a:lnTo>
                <a:close/>
                <a:moveTo>
                  <a:pt x="15" y="48"/>
                </a:moveTo>
                <a:lnTo>
                  <a:pt x="16" y="49"/>
                </a:lnTo>
                <a:lnTo>
                  <a:pt x="13" y="53"/>
                </a:lnTo>
                <a:lnTo>
                  <a:pt x="12" y="53"/>
                </a:lnTo>
                <a:lnTo>
                  <a:pt x="15" y="48"/>
                </a:lnTo>
                <a:close/>
              </a:path>
              <a:path w="232" h="59">
                <a:moveTo>
                  <a:pt x="204" y="57"/>
                </a:moveTo>
                <a:cubicBezTo>
                  <a:pt x="202" y="54"/>
                  <a:pt x="202" y="53"/>
                  <a:pt x="201" y="52"/>
                </a:cubicBezTo>
                <a:cubicBezTo>
                  <a:pt x="201" y="52"/>
                  <a:pt x="201" y="52"/>
                  <a:pt x="201" y="52"/>
                </a:cubicBezTo>
                <a:cubicBezTo>
                  <a:pt x="203" y="53"/>
                  <a:pt x="204" y="54"/>
                  <a:pt x="206" y="52"/>
                </a:cubicBezTo>
                <a:cubicBezTo>
                  <a:pt x="208" y="50"/>
                  <a:pt x="209" y="48"/>
                  <a:pt x="210" y="46"/>
                </a:cubicBezTo>
                <a:cubicBezTo>
                  <a:pt x="210" y="45"/>
                  <a:pt x="210" y="45"/>
                  <a:pt x="210" y="45"/>
                </a:cubicBezTo>
                <a:cubicBezTo>
                  <a:pt x="207" y="45"/>
                  <a:pt x="204" y="46"/>
                  <a:pt x="200" y="46"/>
                </a:cubicBezTo>
                <a:cubicBezTo>
                  <a:pt x="199" y="45"/>
                  <a:pt x="198" y="43"/>
                  <a:pt x="198" y="42"/>
                </a:cubicBezTo>
                <a:cubicBezTo>
                  <a:pt x="198" y="42"/>
                  <a:pt x="198" y="42"/>
                  <a:pt x="198" y="42"/>
                </a:cubicBezTo>
                <a:cubicBezTo>
                  <a:pt x="203" y="42"/>
                  <a:pt x="208" y="44"/>
                  <a:pt x="213" y="43"/>
                </a:cubicBezTo>
                <a:cubicBezTo>
                  <a:pt x="214" y="43"/>
                  <a:pt x="217" y="41"/>
                  <a:pt x="216" y="41"/>
                </a:cubicBezTo>
                <a:cubicBezTo>
                  <a:pt x="215" y="39"/>
                  <a:pt x="210" y="41"/>
                  <a:pt x="209" y="38"/>
                </a:cubicBezTo>
                <a:cubicBezTo>
                  <a:pt x="209" y="38"/>
                  <a:pt x="209" y="38"/>
                  <a:pt x="209" y="38"/>
                </a:cubicBezTo>
                <a:cubicBezTo>
                  <a:pt x="213" y="38"/>
                  <a:pt x="216" y="39"/>
                  <a:pt x="219" y="39"/>
                </a:cubicBezTo>
                <a:cubicBezTo>
                  <a:pt x="221" y="38"/>
                  <a:pt x="223" y="37"/>
                  <a:pt x="224" y="37"/>
                </a:cubicBezTo>
                <a:cubicBezTo>
                  <a:pt x="225" y="36"/>
                  <a:pt x="225" y="36"/>
                  <a:pt x="226" y="35"/>
                </a:cubicBezTo>
                <a:cubicBezTo>
                  <a:pt x="225" y="34"/>
                  <a:pt x="222" y="33"/>
                  <a:pt x="222" y="34"/>
                </a:cubicBezTo>
                <a:cubicBezTo>
                  <a:pt x="221" y="36"/>
                  <a:pt x="221" y="38"/>
                  <a:pt x="218" y="38"/>
                </a:cubicBezTo>
                <a:cubicBezTo>
                  <a:pt x="216" y="38"/>
                  <a:pt x="216" y="37"/>
                  <a:pt x="215" y="36"/>
                </a:cubicBezTo>
                <a:cubicBezTo>
                  <a:pt x="215" y="33"/>
                  <a:pt x="217" y="33"/>
                  <a:pt x="218" y="32"/>
                </a:cubicBezTo>
                <a:cubicBezTo>
                  <a:pt x="217" y="31"/>
                  <a:pt x="216" y="32"/>
                  <a:pt x="215" y="32"/>
                </a:cubicBezTo>
                <a:cubicBezTo>
                  <a:pt x="215" y="33"/>
                  <a:pt x="215" y="33"/>
                  <a:pt x="214" y="34"/>
                </a:cubicBezTo>
                <a:cubicBezTo>
                  <a:pt x="214" y="35"/>
                  <a:pt x="214" y="36"/>
                  <a:pt x="213" y="36"/>
                </a:cubicBezTo>
                <a:cubicBezTo>
                  <a:pt x="212" y="36"/>
                  <a:pt x="212" y="34"/>
                  <a:pt x="212" y="34"/>
                </a:cubicBezTo>
                <a:cubicBezTo>
                  <a:pt x="211" y="34"/>
                  <a:pt x="211" y="35"/>
                  <a:pt x="210" y="36"/>
                </a:cubicBezTo>
                <a:cubicBezTo>
                  <a:pt x="209" y="36"/>
                  <a:pt x="209" y="36"/>
                  <a:pt x="209" y="35"/>
                </a:cubicBezTo>
                <a:cubicBezTo>
                  <a:pt x="210" y="33"/>
                  <a:pt x="210" y="29"/>
                  <a:pt x="211" y="27"/>
                </a:cubicBezTo>
                <a:cubicBezTo>
                  <a:pt x="212" y="27"/>
                  <a:pt x="211" y="29"/>
                  <a:pt x="212" y="30"/>
                </a:cubicBezTo>
                <a:cubicBezTo>
                  <a:pt x="212" y="30"/>
                  <a:pt x="213" y="30"/>
                  <a:pt x="213" y="30"/>
                </a:cubicBezTo>
                <a:cubicBezTo>
                  <a:pt x="213" y="28"/>
                  <a:pt x="213" y="26"/>
                  <a:pt x="213" y="24"/>
                </a:cubicBezTo>
                <a:cubicBezTo>
                  <a:pt x="213" y="24"/>
                  <a:pt x="213" y="24"/>
                  <a:pt x="213" y="24"/>
                </a:cubicBezTo>
                <a:cubicBezTo>
                  <a:pt x="214" y="23"/>
                  <a:pt x="215" y="26"/>
                  <a:pt x="215" y="27"/>
                </a:cubicBezTo>
                <a:cubicBezTo>
                  <a:pt x="215" y="28"/>
                  <a:pt x="215" y="29"/>
                  <a:pt x="215" y="30"/>
                </a:cubicBezTo>
                <a:cubicBezTo>
                  <a:pt x="216" y="31"/>
                  <a:pt x="217" y="31"/>
                  <a:pt x="218" y="30"/>
                </a:cubicBezTo>
                <a:cubicBezTo>
                  <a:pt x="218" y="29"/>
                  <a:pt x="217" y="28"/>
                  <a:pt x="218" y="27"/>
                </a:cubicBezTo>
                <a:cubicBezTo>
                  <a:pt x="219" y="27"/>
                  <a:pt x="219" y="29"/>
                  <a:pt x="221" y="29"/>
                </a:cubicBezTo>
                <a:cubicBezTo>
                  <a:pt x="221" y="28"/>
                  <a:pt x="222" y="28"/>
                  <a:pt x="223" y="27"/>
                </a:cubicBezTo>
                <a:cubicBezTo>
                  <a:pt x="224" y="28"/>
                  <a:pt x="225" y="30"/>
                  <a:pt x="224" y="31"/>
                </a:cubicBezTo>
                <a:cubicBezTo>
                  <a:pt x="224" y="31"/>
                  <a:pt x="223" y="31"/>
                  <a:pt x="223" y="32"/>
                </a:cubicBezTo>
                <a:cubicBezTo>
                  <a:pt x="224" y="32"/>
                  <a:pt x="228" y="33"/>
                  <a:pt x="229" y="33"/>
                </a:cubicBezTo>
                <a:cubicBezTo>
                  <a:pt x="230" y="33"/>
                  <a:pt x="232" y="37"/>
                  <a:pt x="230" y="39"/>
                </a:cubicBezTo>
                <a:cubicBezTo>
                  <a:pt x="229" y="39"/>
                  <a:pt x="226" y="39"/>
                  <a:pt x="225" y="39"/>
                </a:cubicBezTo>
                <a:cubicBezTo>
                  <a:pt x="223" y="39"/>
                  <a:pt x="223" y="39"/>
                  <a:pt x="222" y="39"/>
                </a:cubicBezTo>
                <a:cubicBezTo>
                  <a:pt x="221" y="40"/>
                  <a:pt x="221" y="40"/>
                  <a:pt x="222" y="42"/>
                </a:cubicBezTo>
                <a:cubicBezTo>
                  <a:pt x="221" y="44"/>
                  <a:pt x="218" y="42"/>
                  <a:pt x="217" y="44"/>
                </a:cubicBezTo>
                <a:cubicBezTo>
                  <a:pt x="218" y="45"/>
                  <a:pt x="220" y="46"/>
                  <a:pt x="219" y="48"/>
                </a:cubicBezTo>
                <a:cubicBezTo>
                  <a:pt x="218" y="49"/>
                  <a:pt x="215" y="49"/>
                  <a:pt x="214" y="48"/>
                </a:cubicBezTo>
                <a:cubicBezTo>
                  <a:pt x="215" y="46"/>
                  <a:pt x="215" y="46"/>
                  <a:pt x="215" y="46"/>
                </a:cubicBezTo>
                <a:cubicBezTo>
                  <a:pt x="215" y="46"/>
                  <a:pt x="215" y="46"/>
                  <a:pt x="214" y="46"/>
                </a:cubicBezTo>
                <a:cubicBezTo>
                  <a:pt x="212" y="46"/>
                  <a:pt x="210" y="51"/>
                  <a:pt x="209" y="53"/>
                </a:cubicBezTo>
                <a:cubicBezTo>
                  <a:pt x="208" y="54"/>
                  <a:pt x="207" y="58"/>
                  <a:pt x="204" y="57"/>
                </a:cubicBezTo>
                <a:close/>
                <a:moveTo>
                  <a:pt x="218" y="36"/>
                </a:moveTo>
                <a:cubicBezTo>
                  <a:pt x="218" y="35"/>
                  <a:pt x="218" y="35"/>
                  <a:pt x="218" y="35"/>
                </a:cubicBezTo>
                <a:cubicBezTo>
                  <a:pt x="218" y="35"/>
                  <a:pt x="219" y="34"/>
                  <a:pt x="219" y="34"/>
                </a:cubicBezTo>
                <a:cubicBezTo>
                  <a:pt x="219" y="35"/>
                  <a:pt x="219" y="35"/>
                  <a:pt x="218" y="36"/>
                </a:cubicBezTo>
                <a:cubicBezTo>
                  <a:pt x="218" y="36"/>
                  <a:pt x="218" y="36"/>
                  <a:pt x="218" y="36"/>
                </a:cubicBezTo>
                <a:close/>
              </a:path>
              <a:path w="232" h="59">
                <a:moveTo>
                  <a:pt x="177" y="37"/>
                </a:moveTo>
                <a:cubicBezTo>
                  <a:pt x="176" y="36"/>
                  <a:pt x="176" y="36"/>
                  <a:pt x="176" y="35"/>
                </a:cubicBezTo>
                <a:cubicBezTo>
                  <a:pt x="177" y="33"/>
                  <a:pt x="177" y="28"/>
                  <a:pt x="178" y="27"/>
                </a:cubicBezTo>
                <a:cubicBezTo>
                  <a:pt x="179" y="27"/>
                  <a:pt x="179" y="27"/>
                  <a:pt x="179" y="27"/>
                </a:cubicBezTo>
                <a:cubicBezTo>
                  <a:pt x="179" y="27"/>
                  <a:pt x="179" y="27"/>
                  <a:pt x="179" y="28"/>
                </a:cubicBezTo>
                <a:cubicBezTo>
                  <a:pt x="179" y="32"/>
                  <a:pt x="180" y="35"/>
                  <a:pt x="183" y="38"/>
                </a:cubicBezTo>
                <a:cubicBezTo>
                  <a:pt x="183" y="38"/>
                  <a:pt x="183" y="38"/>
                  <a:pt x="183" y="38"/>
                </a:cubicBezTo>
                <a:cubicBezTo>
                  <a:pt x="183" y="39"/>
                  <a:pt x="178" y="37"/>
                  <a:pt x="177" y="37"/>
                </a:cubicBezTo>
                <a:close/>
              </a:path>
              <a:path w="232" h="59">
                <a:moveTo>
                  <a:pt x="163" y="29"/>
                </a:moveTo>
                <a:cubicBezTo>
                  <a:pt x="163" y="28"/>
                  <a:pt x="163" y="28"/>
                  <a:pt x="162" y="28"/>
                </a:cubicBezTo>
                <a:cubicBezTo>
                  <a:pt x="162" y="27"/>
                  <a:pt x="162" y="27"/>
                  <a:pt x="162" y="27"/>
                </a:cubicBezTo>
                <a:cubicBezTo>
                  <a:pt x="164" y="28"/>
                  <a:pt x="165" y="28"/>
                  <a:pt x="166" y="28"/>
                </a:cubicBezTo>
                <a:cubicBezTo>
                  <a:pt x="169" y="28"/>
                  <a:pt x="171" y="27"/>
                  <a:pt x="173" y="26"/>
                </a:cubicBezTo>
                <a:cubicBezTo>
                  <a:pt x="172" y="25"/>
                  <a:pt x="170" y="25"/>
                  <a:pt x="169" y="26"/>
                </a:cubicBezTo>
                <a:cubicBezTo>
                  <a:pt x="167" y="25"/>
                  <a:pt x="166" y="21"/>
                  <a:pt x="166" y="21"/>
                </a:cubicBezTo>
                <a:cubicBezTo>
                  <a:pt x="168" y="21"/>
                  <a:pt x="172" y="23"/>
                  <a:pt x="173" y="22"/>
                </a:cubicBezTo>
                <a:cubicBezTo>
                  <a:pt x="178" y="23"/>
                  <a:pt x="178" y="21"/>
                  <a:pt x="181" y="17"/>
                </a:cubicBezTo>
                <a:cubicBezTo>
                  <a:pt x="182" y="16"/>
                  <a:pt x="184" y="12"/>
                  <a:pt x="185" y="12"/>
                </a:cubicBezTo>
                <a:cubicBezTo>
                  <a:pt x="186" y="13"/>
                  <a:pt x="186" y="15"/>
                  <a:pt x="186" y="17"/>
                </a:cubicBezTo>
                <a:cubicBezTo>
                  <a:pt x="185" y="19"/>
                  <a:pt x="183" y="20"/>
                  <a:pt x="182" y="23"/>
                </a:cubicBezTo>
                <a:cubicBezTo>
                  <a:pt x="184" y="24"/>
                  <a:pt x="185" y="22"/>
                  <a:pt x="187" y="24"/>
                </a:cubicBezTo>
                <a:cubicBezTo>
                  <a:pt x="187" y="25"/>
                  <a:pt x="187" y="25"/>
                  <a:pt x="187" y="25"/>
                </a:cubicBezTo>
                <a:cubicBezTo>
                  <a:pt x="186" y="26"/>
                  <a:pt x="184" y="25"/>
                  <a:pt x="183" y="25"/>
                </a:cubicBezTo>
                <a:cubicBezTo>
                  <a:pt x="180" y="25"/>
                  <a:pt x="180" y="25"/>
                  <a:pt x="179" y="25"/>
                </a:cubicBezTo>
                <a:cubicBezTo>
                  <a:pt x="175" y="28"/>
                  <a:pt x="169" y="33"/>
                  <a:pt x="163" y="29"/>
                </a:cubicBezTo>
                <a:close/>
              </a:path>
              <a:path w="232" h="59">
                <a:moveTo>
                  <a:pt x="134" y="18"/>
                </a:moveTo>
                <a:cubicBezTo>
                  <a:pt x="133" y="16"/>
                  <a:pt x="134" y="15"/>
                  <a:pt x="134" y="14"/>
                </a:cubicBezTo>
                <a:cubicBezTo>
                  <a:pt x="134" y="14"/>
                  <a:pt x="134" y="14"/>
                  <a:pt x="134" y="14"/>
                </a:cubicBezTo>
                <a:cubicBezTo>
                  <a:pt x="133" y="15"/>
                  <a:pt x="132" y="15"/>
                  <a:pt x="132" y="15"/>
                </a:cubicBezTo>
                <a:cubicBezTo>
                  <a:pt x="131" y="16"/>
                  <a:pt x="130" y="17"/>
                  <a:pt x="129" y="19"/>
                </a:cubicBezTo>
                <a:cubicBezTo>
                  <a:pt x="129" y="20"/>
                  <a:pt x="129" y="30"/>
                  <a:pt x="126" y="30"/>
                </a:cubicBezTo>
                <a:cubicBezTo>
                  <a:pt x="124" y="28"/>
                  <a:pt x="125" y="27"/>
                  <a:pt x="125" y="25"/>
                </a:cubicBezTo>
                <a:cubicBezTo>
                  <a:pt x="125" y="24"/>
                  <a:pt x="125" y="24"/>
                  <a:pt x="126" y="23"/>
                </a:cubicBezTo>
                <a:cubicBezTo>
                  <a:pt x="125" y="23"/>
                  <a:pt x="123" y="25"/>
                  <a:pt x="123" y="25"/>
                </a:cubicBezTo>
                <a:cubicBezTo>
                  <a:pt x="121" y="26"/>
                  <a:pt x="120" y="25"/>
                  <a:pt x="120" y="23"/>
                </a:cubicBezTo>
                <a:cubicBezTo>
                  <a:pt x="122" y="23"/>
                  <a:pt x="124" y="21"/>
                  <a:pt x="126" y="19"/>
                </a:cubicBezTo>
                <a:cubicBezTo>
                  <a:pt x="126" y="17"/>
                  <a:pt x="126" y="17"/>
                  <a:pt x="126" y="14"/>
                </a:cubicBezTo>
                <a:cubicBezTo>
                  <a:pt x="126" y="14"/>
                  <a:pt x="126" y="14"/>
                  <a:pt x="126" y="14"/>
                </a:cubicBezTo>
                <a:cubicBezTo>
                  <a:pt x="125" y="15"/>
                  <a:pt x="125" y="15"/>
                  <a:pt x="124" y="16"/>
                </a:cubicBezTo>
                <a:cubicBezTo>
                  <a:pt x="122" y="18"/>
                  <a:pt x="119" y="16"/>
                  <a:pt x="120" y="14"/>
                </a:cubicBezTo>
                <a:cubicBezTo>
                  <a:pt x="122" y="14"/>
                  <a:pt x="124" y="12"/>
                  <a:pt x="126" y="11"/>
                </a:cubicBezTo>
                <a:cubicBezTo>
                  <a:pt x="127" y="9"/>
                  <a:pt x="127" y="6"/>
                  <a:pt x="127" y="4"/>
                </a:cubicBezTo>
                <a:cubicBezTo>
                  <a:pt x="126" y="3"/>
                  <a:pt x="128" y="2"/>
                  <a:pt x="129" y="1"/>
                </a:cubicBezTo>
                <a:cubicBezTo>
                  <a:pt x="132" y="2"/>
                  <a:pt x="130" y="5"/>
                  <a:pt x="130" y="7"/>
                </a:cubicBezTo>
                <a:cubicBezTo>
                  <a:pt x="130" y="8"/>
                  <a:pt x="130" y="8"/>
                  <a:pt x="130" y="9"/>
                </a:cubicBezTo>
                <a:cubicBezTo>
                  <a:pt x="130" y="9"/>
                  <a:pt x="131" y="8"/>
                  <a:pt x="132" y="8"/>
                </a:cubicBezTo>
                <a:cubicBezTo>
                  <a:pt x="132" y="8"/>
                  <a:pt x="132" y="8"/>
                  <a:pt x="132" y="9"/>
                </a:cubicBezTo>
                <a:cubicBezTo>
                  <a:pt x="129" y="12"/>
                  <a:pt x="129" y="11"/>
                  <a:pt x="129" y="15"/>
                </a:cubicBezTo>
                <a:cubicBezTo>
                  <a:pt x="130" y="15"/>
                  <a:pt x="131" y="14"/>
                  <a:pt x="131" y="13"/>
                </a:cubicBezTo>
                <a:cubicBezTo>
                  <a:pt x="130" y="12"/>
                  <a:pt x="130" y="12"/>
                  <a:pt x="130" y="12"/>
                </a:cubicBezTo>
                <a:cubicBezTo>
                  <a:pt x="132" y="12"/>
                  <a:pt x="134" y="11"/>
                  <a:pt x="136" y="10"/>
                </a:cubicBezTo>
                <a:cubicBezTo>
                  <a:pt x="136" y="8"/>
                  <a:pt x="137" y="7"/>
                  <a:pt x="138" y="4"/>
                </a:cubicBezTo>
                <a:cubicBezTo>
                  <a:pt x="140" y="2"/>
                  <a:pt x="143" y="5"/>
                  <a:pt x="142" y="8"/>
                </a:cubicBezTo>
                <a:cubicBezTo>
                  <a:pt x="142" y="9"/>
                  <a:pt x="138" y="11"/>
                  <a:pt x="137" y="12"/>
                </a:cubicBezTo>
                <a:cubicBezTo>
                  <a:pt x="137" y="12"/>
                  <a:pt x="136" y="15"/>
                  <a:pt x="136" y="15"/>
                </a:cubicBezTo>
                <a:cubicBezTo>
                  <a:pt x="138" y="16"/>
                  <a:pt x="139" y="11"/>
                  <a:pt x="142" y="13"/>
                </a:cubicBezTo>
                <a:cubicBezTo>
                  <a:pt x="143" y="14"/>
                  <a:pt x="143" y="14"/>
                  <a:pt x="143" y="15"/>
                </a:cubicBezTo>
                <a:cubicBezTo>
                  <a:pt x="142" y="17"/>
                  <a:pt x="140" y="20"/>
                  <a:pt x="139" y="23"/>
                </a:cubicBezTo>
                <a:cubicBezTo>
                  <a:pt x="141" y="25"/>
                  <a:pt x="143" y="26"/>
                  <a:pt x="146" y="27"/>
                </a:cubicBezTo>
                <a:cubicBezTo>
                  <a:pt x="146" y="27"/>
                  <a:pt x="142" y="29"/>
                  <a:pt x="141" y="29"/>
                </a:cubicBezTo>
                <a:cubicBezTo>
                  <a:pt x="138" y="30"/>
                  <a:pt x="138" y="27"/>
                  <a:pt x="137" y="25"/>
                </a:cubicBezTo>
                <a:cubicBezTo>
                  <a:pt x="135" y="27"/>
                  <a:pt x="132" y="28"/>
                  <a:pt x="129" y="27"/>
                </a:cubicBezTo>
                <a:cubicBezTo>
                  <a:pt x="129" y="27"/>
                  <a:pt x="129" y="27"/>
                  <a:pt x="129" y="27"/>
                </a:cubicBezTo>
                <a:cubicBezTo>
                  <a:pt x="131" y="26"/>
                  <a:pt x="133" y="26"/>
                  <a:pt x="134" y="24"/>
                </a:cubicBezTo>
                <a:cubicBezTo>
                  <a:pt x="137" y="22"/>
                  <a:pt x="132" y="20"/>
                  <a:pt x="133" y="18"/>
                </a:cubicBezTo>
                <a:cubicBezTo>
                  <a:pt x="133" y="18"/>
                  <a:pt x="133" y="18"/>
                  <a:pt x="134" y="18"/>
                </a:cubicBezTo>
                <a:cubicBezTo>
                  <a:pt x="134" y="19"/>
                  <a:pt x="136" y="20"/>
                  <a:pt x="137" y="20"/>
                </a:cubicBezTo>
                <a:cubicBezTo>
                  <a:pt x="137" y="19"/>
                  <a:pt x="138" y="18"/>
                  <a:pt x="139" y="17"/>
                </a:cubicBezTo>
                <a:cubicBezTo>
                  <a:pt x="138" y="17"/>
                  <a:pt x="137" y="18"/>
                  <a:pt x="136" y="19"/>
                </a:cubicBezTo>
                <a:cubicBezTo>
                  <a:pt x="136" y="18"/>
                  <a:pt x="135" y="18"/>
                  <a:pt x="134" y="18"/>
                </a:cubicBezTo>
                <a:close/>
              </a:path>
              <a:path w="232" h="59">
                <a:moveTo>
                  <a:pt x="84" y="9"/>
                </a:moveTo>
                <a:cubicBezTo>
                  <a:pt x="86" y="9"/>
                  <a:pt x="87" y="10"/>
                  <a:pt x="87" y="12"/>
                </a:cubicBezTo>
                <a:cubicBezTo>
                  <a:pt x="88" y="11"/>
                  <a:pt x="87" y="10"/>
                  <a:pt x="90" y="11"/>
                </a:cubicBezTo>
                <a:cubicBezTo>
                  <a:pt x="90" y="12"/>
                  <a:pt x="90" y="12"/>
                  <a:pt x="90" y="14"/>
                </a:cubicBezTo>
                <a:cubicBezTo>
                  <a:pt x="89" y="15"/>
                  <a:pt x="88" y="16"/>
                  <a:pt x="87" y="17"/>
                </a:cubicBezTo>
                <a:cubicBezTo>
                  <a:pt x="88" y="19"/>
                  <a:pt x="87" y="19"/>
                  <a:pt x="88" y="20"/>
                </a:cubicBezTo>
                <a:cubicBezTo>
                  <a:pt x="88" y="20"/>
                  <a:pt x="89" y="19"/>
                  <a:pt x="90" y="18"/>
                </a:cubicBezTo>
                <a:cubicBezTo>
                  <a:pt x="90" y="20"/>
                  <a:pt x="89" y="20"/>
                  <a:pt x="88" y="21"/>
                </a:cubicBezTo>
                <a:cubicBezTo>
                  <a:pt x="88" y="24"/>
                  <a:pt x="90" y="28"/>
                  <a:pt x="88" y="30"/>
                </a:cubicBezTo>
                <a:cubicBezTo>
                  <a:pt x="85" y="31"/>
                  <a:pt x="86" y="26"/>
                  <a:pt x="85" y="25"/>
                </a:cubicBezTo>
                <a:cubicBezTo>
                  <a:pt x="85" y="25"/>
                  <a:pt x="85" y="25"/>
                  <a:pt x="85" y="25"/>
                </a:cubicBezTo>
                <a:cubicBezTo>
                  <a:pt x="84" y="26"/>
                  <a:pt x="82" y="28"/>
                  <a:pt x="81" y="27"/>
                </a:cubicBezTo>
                <a:cubicBezTo>
                  <a:pt x="80" y="26"/>
                  <a:pt x="81" y="24"/>
                  <a:pt x="82" y="22"/>
                </a:cubicBezTo>
                <a:cubicBezTo>
                  <a:pt x="83" y="21"/>
                  <a:pt x="85" y="18"/>
                  <a:pt x="85" y="18"/>
                </a:cubicBezTo>
                <a:cubicBezTo>
                  <a:pt x="85" y="17"/>
                  <a:pt x="85" y="17"/>
                  <a:pt x="85" y="17"/>
                </a:cubicBezTo>
                <a:cubicBezTo>
                  <a:pt x="85" y="17"/>
                  <a:pt x="84" y="16"/>
                  <a:pt x="84" y="16"/>
                </a:cubicBezTo>
                <a:cubicBezTo>
                  <a:pt x="83" y="18"/>
                  <a:pt x="81" y="20"/>
                  <a:pt x="79" y="20"/>
                </a:cubicBezTo>
                <a:cubicBezTo>
                  <a:pt x="78" y="19"/>
                  <a:pt x="78" y="19"/>
                  <a:pt x="78" y="18"/>
                </a:cubicBezTo>
                <a:cubicBezTo>
                  <a:pt x="80" y="17"/>
                  <a:pt x="82" y="15"/>
                  <a:pt x="84" y="14"/>
                </a:cubicBezTo>
                <a:cubicBezTo>
                  <a:pt x="84" y="12"/>
                  <a:pt x="83" y="11"/>
                  <a:pt x="84" y="9"/>
                </a:cubicBezTo>
                <a:cubicBezTo>
                  <a:pt x="82" y="9"/>
                  <a:pt x="81" y="10"/>
                  <a:pt x="80" y="10"/>
                </a:cubicBezTo>
                <a:cubicBezTo>
                  <a:pt x="80" y="10"/>
                  <a:pt x="80" y="10"/>
                  <a:pt x="81" y="9"/>
                </a:cubicBezTo>
                <a:cubicBezTo>
                  <a:pt x="85" y="6"/>
                  <a:pt x="86" y="5"/>
                  <a:pt x="86" y="4"/>
                </a:cubicBezTo>
                <a:cubicBezTo>
                  <a:pt x="87" y="3"/>
                  <a:pt x="87" y="2"/>
                  <a:pt x="89" y="3"/>
                </a:cubicBezTo>
                <a:cubicBezTo>
                  <a:pt x="90" y="3"/>
                  <a:pt x="90" y="5"/>
                  <a:pt x="90" y="5"/>
                </a:cubicBezTo>
                <a:cubicBezTo>
                  <a:pt x="88" y="7"/>
                  <a:pt x="86" y="8"/>
                  <a:pt x="84" y="9"/>
                </a:cubicBezTo>
                <a:cubicBezTo>
                  <a:pt x="84" y="9"/>
                  <a:pt x="84" y="9"/>
                  <a:pt x="84" y="9"/>
                </a:cubicBezTo>
                <a:close/>
                <a:moveTo>
                  <a:pt x="84" y="23"/>
                </a:moveTo>
                <a:cubicBezTo>
                  <a:pt x="84" y="22"/>
                  <a:pt x="84" y="22"/>
                  <a:pt x="85" y="21"/>
                </a:cubicBezTo>
                <a:cubicBezTo>
                  <a:pt x="85" y="21"/>
                  <a:pt x="85" y="21"/>
                  <a:pt x="85" y="22"/>
                </a:cubicBezTo>
                <a:cubicBezTo>
                  <a:pt x="85" y="22"/>
                  <a:pt x="85" y="23"/>
                  <a:pt x="84" y="23"/>
                </a:cubicBezTo>
                <a:close/>
              </a:path>
              <a:path w="232" h="59">
                <a:moveTo>
                  <a:pt x="99" y="32"/>
                </a:moveTo>
                <a:cubicBezTo>
                  <a:pt x="99" y="32"/>
                  <a:pt x="98" y="32"/>
                  <a:pt x="98" y="31"/>
                </a:cubicBezTo>
                <a:cubicBezTo>
                  <a:pt x="98" y="28"/>
                  <a:pt x="97" y="25"/>
                  <a:pt x="97" y="22"/>
                </a:cubicBezTo>
                <a:cubicBezTo>
                  <a:pt x="96" y="22"/>
                  <a:pt x="95" y="23"/>
                  <a:pt x="94" y="24"/>
                </a:cubicBezTo>
                <a:cubicBezTo>
                  <a:pt x="93" y="24"/>
                  <a:pt x="92" y="24"/>
                  <a:pt x="92" y="23"/>
                </a:cubicBezTo>
                <a:cubicBezTo>
                  <a:pt x="92" y="23"/>
                  <a:pt x="92" y="22"/>
                  <a:pt x="92" y="22"/>
                </a:cubicBezTo>
                <a:cubicBezTo>
                  <a:pt x="92" y="20"/>
                  <a:pt x="93" y="16"/>
                  <a:pt x="91" y="16"/>
                </a:cubicBezTo>
                <a:cubicBezTo>
                  <a:pt x="90" y="15"/>
                  <a:pt x="90" y="15"/>
                  <a:pt x="90" y="14"/>
                </a:cubicBezTo>
                <a:cubicBezTo>
                  <a:pt x="92" y="14"/>
                  <a:pt x="91" y="11"/>
                  <a:pt x="91" y="10"/>
                </a:cubicBezTo>
                <a:cubicBezTo>
                  <a:pt x="89" y="9"/>
                  <a:pt x="87" y="8"/>
                  <a:pt x="89" y="7"/>
                </a:cubicBezTo>
                <a:cubicBezTo>
                  <a:pt x="91" y="7"/>
                  <a:pt x="93" y="7"/>
                  <a:pt x="94" y="9"/>
                </a:cubicBezTo>
                <a:cubicBezTo>
                  <a:pt x="94" y="10"/>
                  <a:pt x="92" y="12"/>
                  <a:pt x="92" y="13"/>
                </a:cubicBezTo>
                <a:cubicBezTo>
                  <a:pt x="94" y="13"/>
                  <a:pt x="95" y="14"/>
                  <a:pt x="95" y="16"/>
                </a:cubicBezTo>
                <a:cubicBezTo>
                  <a:pt x="93" y="17"/>
                  <a:pt x="93" y="18"/>
                  <a:pt x="94" y="20"/>
                </a:cubicBezTo>
                <a:cubicBezTo>
                  <a:pt x="95" y="19"/>
                  <a:pt x="95" y="18"/>
                  <a:pt x="96" y="17"/>
                </a:cubicBezTo>
                <a:cubicBezTo>
                  <a:pt x="96" y="11"/>
                  <a:pt x="93" y="7"/>
                  <a:pt x="93" y="2"/>
                </a:cubicBezTo>
                <a:cubicBezTo>
                  <a:pt x="94" y="0"/>
                  <a:pt x="96" y="0"/>
                  <a:pt x="97" y="2"/>
                </a:cubicBezTo>
                <a:cubicBezTo>
                  <a:pt x="97" y="5"/>
                  <a:pt x="97" y="11"/>
                  <a:pt x="99" y="14"/>
                </a:cubicBezTo>
                <a:cubicBezTo>
                  <a:pt x="99" y="13"/>
                  <a:pt x="100" y="12"/>
                  <a:pt x="100" y="11"/>
                </a:cubicBezTo>
                <a:cubicBezTo>
                  <a:pt x="101" y="11"/>
                  <a:pt x="102" y="12"/>
                  <a:pt x="103" y="14"/>
                </a:cubicBezTo>
                <a:cubicBezTo>
                  <a:pt x="101" y="15"/>
                  <a:pt x="100" y="16"/>
                  <a:pt x="99" y="18"/>
                </a:cubicBezTo>
                <a:cubicBezTo>
                  <a:pt x="100" y="23"/>
                  <a:pt x="100" y="26"/>
                  <a:pt x="101" y="29"/>
                </a:cubicBezTo>
                <a:cubicBezTo>
                  <a:pt x="100" y="30"/>
                  <a:pt x="100" y="32"/>
                  <a:pt x="99" y="32"/>
                </a:cubicBezTo>
                <a:close/>
              </a:path>
              <a:path w="232" h="59">
                <a:moveTo>
                  <a:pt x="58" y="41"/>
                </a:moveTo>
                <a:cubicBezTo>
                  <a:pt x="58" y="42"/>
                  <a:pt x="57" y="41"/>
                  <a:pt x="57" y="41"/>
                </a:cubicBezTo>
                <a:cubicBezTo>
                  <a:pt x="52" y="36"/>
                  <a:pt x="53" y="29"/>
                  <a:pt x="50" y="25"/>
                </a:cubicBezTo>
                <a:cubicBezTo>
                  <a:pt x="48" y="26"/>
                  <a:pt x="48" y="30"/>
                  <a:pt x="47" y="31"/>
                </a:cubicBezTo>
                <a:cubicBezTo>
                  <a:pt x="44" y="33"/>
                  <a:pt x="43" y="28"/>
                  <a:pt x="43" y="26"/>
                </a:cubicBezTo>
                <a:cubicBezTo>
                  <a:pt x="43" y="25"/>
                  <a:pt x="43" y="24"/>
                  <a:pt x="43" y="23"/>
                </a:cubicBezTo>
                <a:cubicBezTo>
                  <a:pt x="44" y="23"/>
                  <a:pt x="45" y="25"/>
                  <a:pt x="46" y="26"/>
                </a:cubicBezTo>
                <a:cubicBezTo>
                  <a:pt x="47" y="26"/>
                  <a:pt x="47" y="26"/>
                  <a:pt x="47" y="26"/>
                </a:cubicBezTo>
                <a:cubicBezTo>
                  <a:pt x="50" y="21"/>
                  <a:pt x="47" y="18"/>
                  <a:pt x="44" y="15"/>
                </a:cubicBezTo>
                <a:cubicBezTo>
                  <a:pt x="44" y="14"/>
                  <a:pt x="44" y="13"/>
                  <a:pt x="45" y="12"/>
                </a:cubicBezTo>
                <a:cubicBezTo>
                  <a:pt x="45" y="12"/>
                  <a:pt x="47" y="12"/>
                  <a:pt x="48" y="12"/>
                </a:cubicBezTo>
                <a:cubicBezTo>
                  <a:pt x="48" y="12"/>
                  <a:pt x="48" y="12"/>
                  <a:pt x="48" y="12"/>
                </a:cubicBezTo>
                <a:cubicBezTo>
                  <a:pt x="49" y="14"/>
                  <a:pt x="50" y="16"/>
                  <a:pt x="50" y="17"/>
                </a:cubicBezTo>
                <a:cubicBezTo>
                  <a:pt x="50" y="17"/>
                  <a:pt x="51" y="17"/>
                  <a:pt x="51" y="17"/>
                </a:cubicBezTo>
                <a:cubicBezTo>
                  <a:pt x="52" y="16"/>
                  <a:pt x="53" y="14"/>
                  <a:pt x="54" y="12"/>
                </a:cubicBezTo>
                <a:cubicBezTo>
                  <a:pt x="55" y="12"/>
                  <a:pt x="57" y="10"/>
                  <a:pt x="58" y="13"/>
                </a:cubicBezTo>
                <a:cubicBezTo>
                  <a:pt x="58" y="15"/>
                  <a:pt x="53" y="19"/>
                  <a:pt x="57" y="20"/>
                </a:cubicBezTo>
                <a:cubicBezTo>
                  <a:pt x="57" y="20"/>
                  <a:pt x="57" y="21"/>
                  <a:pt x="57" y="21"/>
                </a:cubicBezTo>
                <a:cubicBezTo>
                  <a:pt x="57" y="23"/>
                  <a:pt x="55" y="25"/>
                  <a:pt x="53" y="26"/>
                </a:cubicBezTo>
                <a:cubicBezTo>
                  <a:pt x="54" y="30"/>
                  <a:pt x="57" y="34"/>
                  <a:pt x="58" y="37"/>
                </a:cubicBezTo>
                <a:cubicBezTo>
                  <a:pt x="59" y="39"/>
                  <a:pt x="59" y="40"/>
                  <a:pt x="58" y="41"/>
                </a:cubicBezTo>
                <a:close/>
                <a:moveTo>
                  <a:pt x="53" y="23"/>
                </a:moveTo>
                <a:cubicBezTo>
                  <a:pt x="52" y="23"/>
                  <a:pt x="51" y="21"/>
                  <a:pt x="51" y="21"/>
                </a:cubicBezTo>
                <a:cubicBezTo>
                  <a:pt x="51" y="20"/>
                  <a:pt x="52" y="18"/>
                  <a:pt x="53" y="18"/>
                </a:cubicBezTo>
                <a:cubicBezTo>
                  <a:pt x="54" y="20"/>
                  <a:pt x="54" y="21"/>
                  <a:pt x="53" y="23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14" name="Freeform 15"/>
          <p:cNvSpPr>
            <a:spLocks noGrp="1"/>
          </p:cNvSpPr>
          <p:nvPr/>
        </p:nvSpPr>
        <p:spPr>
          <a:xfrm>
            <a:off x="9802619" y="257975"/>
            <a:ext cx="519403" cy="294625"/>
          </a:xfrm>
          <a:custGeom>
            <a:avLst/>
            <a:gdLst/>
            <a:ahLst/>
            <a:cxnLst/>
            <a:rect l="l" t="t" r="r" b="b"/>
            <a:pathLst>
              <a:path w="336" h="189">
                <a:moveTo>
                  <a:pt x="293" y="24"/>
                </a:moveTo>
                <a:lnTo>
                  <a:pt x="299" y="19"/>
                </a:lnTo>
                <a:lnTo>
                  <a:pt x="300" y="19"/>
                </a:lnTo>
                <a:cubicBezTo>
                  <a:pt x="298" y="20"/>
                  <a:pt x="297" y="22"/>
                  <a:pt x="297" y="23"/>
                </a:cubicBezTo>
                <a:cubicBezTo>
                  <a:pt x="296" y="24"/>
                  <a:pt x="296" y="26"/>
                  <a:pt x="297" y="27"/>
                </a:cubicBezTo>
                <a:cubicBezTo>
                  <a:pt x="298" y="28"/>
                  <a:pt x="299" y="28"/>
                  <a:pt x="302" y="27"/>
                </a:cubicBezTo>
                <a:cubicBezTo>
                  <a:pt x="304" y="27"/>
                  <a:pt x="307" y="25"/>
                  <a:pt x="309" y="23"/>
                </a:cubicBezTo>
                <a:cubicBezTo>
                  <a:pt x="311" y="22"/>
                  <a:pt x="313" y="20"/>
                  <a:pt x="314" y="19"/>
                </a:cubicBezTo>
                <a:cubicBezTo>
                  <a:pt x="316" y="17"/>
                  <a:pt x="316" y="16"/>
                  <a:pt x="317" y="14"/>
                </a:cubicBezTo>
                <a:cubicBezTo>
                  <a:pt x="317" y="13"/>
                  <a:pt x="317" y="12"/>
                  <a:pt x="317" y="12"/>
                </a:cubicBezTo>
                <a:cubicBezTo>
                  <a:pt x="316" y="11"/>
                  <a:pt x="316" y="11"/>
                  <a:pt x="315" y="11"/>
                </a:cubicBezTo>
                <a:cubicBezTo>
                  <a:pt x="315" y="11"/>
                  <a:pt x="314" y="10"/>
                  <a:pt x="314" y="10"/>
                </a:cubicBezTo>
                <a:lnTo>
                  <a:pt x="308" y="15"/>
                </a:lnTo>
                <a:cubicBezTo>
                  <a:pt x="307" y="16"/>
                  <a:pt x="306" y="16"/>
                  <a:pt x="306" y="17"/>
                </a:cubicBezTo>
                <a:cubicBezTo>
                  <a:pt x="305" y="17"/>
                  <a:pt x="305" y="17"/>
                  <a:pt x="305" y="18"/>
                </a:cubicBezTo>
                <a:cubicBezTo>
                  <a:pt x="305" y="18"/>
                  <a:pt x="305" y="18"/>
                  <a:pt x="306" y="19"/>
                </a:cubicBezTo>
                <a:lnTo>
                  <a:pt x="305" y="19"/>
                </a:lnTo>
                <a:lnTo>
                  <a:pt x="302" y="15"/>
                </a:lnTo>
                <a:lnTo>
                  <a:pt x="303" y="15"/>
                </a:lnTo>
                <a:cubicBezTo>
                  <a:pt x="303" y="15"/>
                  <a:pt x="304" y="15"/>
                  <a:pt x="304" y="15"/>
                </a:cubicBezTo>
                <a:cubicBezTo>
                  <a:pt x="305" y="15"/>
                  <a:pt x="305" y="14"/>
                  <a:pt x="307" y="13"/>
                </a:cubicBezTo>
                <a:lnTo>
                  <a:pt x="313" y="9"/>
                </a:lnTo>
                <a:cubicBezTo>
                  <a:pt x="314" y="9"/>
                  <a:pt x="315" y="9"/>
                  <a:pt x="316" y="9"/>
                </a:cubicBezTo>
                <a:cubicBezTo>
                  <a:pt x="316" y="10"/>
                  <a:pt x="317" y="10"/>
                  <a:pt x="318" y="11"/>
                </a:cubicBezTo>
                <a:cubicBezTo>
                  <a:pt x="319" y="13"/>
                  <a:pt x="319" y="15"/>
                  <a:pt x="317" y="18"/>
                </a:cubicBezTo>
                <a:cubicBezTo>
                  <a:pt x="316" y="21"/>
                  <a:pt x="314" y="23"/>
                  <a:pt x="311" y="25"/>
                </a:cubicBezTo>
                <a:cubicBezTo>
                  <a:pt x="309" y="26"/>
                  <a:pt x="307" y="27"/>
                  <a:pt x="305" y="28"/>
                </a:cubicBezTo>
                <a:cubicBezTo>
                  <a:pt x="303" y="29"/>
                  <a:pt x="301" y="29"/>
                  <a:pt x="299" y="29"/>
                </a:cubicBezTo>
                <a:cubicBezTo>
                  <a:pt x="298" y="29"/>
                  <a:pt x="296" y="29"/>
                  <a:pt x="296" y="28"/>
                </a:cubicBezTo>
                <a:cubicBezTo>
                  <a:pt x="295" y="27"/>
                  <a:pt x="295" y="27"/>
                  <a:pt x="295" y="26"/>
                </a:cubicBezTo>
                <a:cubicBezTo>
                  <a:pt x="295" y="26"/>
                  <a:pt x="295" y="25"/>
                  <a:pt x="295" y="24"/>
                </a:cubicBezTo>
                <a:cubicBezTo>
                  <a:pt x="295" y="24"/>
                  <a:pt x="295" y="24"/>
                  <a:pt x="295" y="24"/>
                </a:cubicBezTo>
                <a:cubicBezTo>
                  <a:pt x="295" y="23"/>
                  <a:pt x="295" y="23"/>
                  <a:pt x="294" y="24"/>
                </a:cubicBezTo>
                <a:cubicBezTo>
                  <a:pt x="294" y="24"/>
                  <a:pt x="294" y="24"/>
                  <a:pt x="293" y="24"/>
                </a:cubicBezTo>
                <a:close/>
              </a:path>
              <a:path w="336" h="189">
                <a:moveTo>
                  <a:pt x="293" y="145"/>
                </a:moveTo>
                <a:lnTo>
                  <a:pt x="292" y="145"/>
                </a:lnTo>
                <a:lnTo>
                  <a:pt x="293" y="144"/>
                </a:lnTo>
                <a:cubicBezTo>
                  <a:pt x="293" y="144"/>
                  <a:pt x="293" y="144"/>
                  <a:pt x="293" y="143"/>
                </a:cubicBezTo>
                <a:cubicBezTo>
                  <a:pt x="293" y="143"/>
                  <a:pt x="292" y="142"/>
                  <a:pt x="292" y="141"/>
                </a:cubicBezTo>
                <a:lnTo>
                  <a:pt x="282" y="128"/>
                </a:lnTo>
                <a:cubicBezTo>
                  <a:pt x="281" y="126"/>
                  <a:pt x="280" y="126"/>
                  <a:pt x="280" y="126"/>
                </a:cubicBezTo>
                <a:cubicBezTo>
                  <a:pt x="279" y="125"/>
                  <a:pt x="279" y="125"/>
                  <a:pt x="278" y="126"/>
                </a:cubicBezTo>
                <a:lnTo>
                  <a:pt x="277" y="125"/>
                </a:lnTo>
                <a:lnTo>
                  <a:pt x="282" y="122"/>
                </a:lnTo>
                <a:cubicBezTo>
                  <a:pt x="283" y="121"/>
                  <a:pt x="284" y="120"/>
                  <a:pt x="286" y="121"/>
                </a:cubicBezTo>
                <a:cubicBezTo>
                  <a:pt x="287" y="121"/>
                  <a:pt x="288" y="121"/>
                  <a:pt x="290" y="123"/>
                </a:cubicBezTo>
                <a:cubicBezTo>
                  <a:pt x="292" y="124"/>
                  <a:pt x="293" y="125"/>
                  <a:pt x="295" y="128"/>
                </a:cubicBezTo>
                <a:cubicBezTo>
                  <a:pt x="297" y="130"/>
                  <a:pt x="299" y="133"/>
                  <a:pt x="299" y="135"/>
                </a:cubicBezTo>
                <a:cubicBezTo>
                  <a:pt x="300" y="138"/>
                  <a:pt x="299" y="140"/>
                  <a:pt x="297" y="142"/>
                </a:cubicBezTo>
                <a:lnTo>
                  <a:pt x="293" y="145"/>
                </a:lnTo>
                <a:close/>
                <a:moveTo>
                  <a:pt x="295" y="142"/>
                </a:moveTo>
                <a:cubicBezTo>
                  <a:pt x="295" y="141"/>
                  <a:pt x="296" y="141"/>
                  <a:pt x="296" y="141"/>
                </a:cubicBezTo>
                <a:cubicBezTo>
                  <a:pt x="298" y="140"/>
                  <a:pt x="298" y="139"/>
                  <a:pt x="297" y="136"/>
                </a:cubicBezTo>
                <a:cubicBezTo>
                  <a:pt x="297" y="134"/>
                  <a:pt x="296" y="132"/>
                  <a:pt x="293" y="129"/>
                </a:cubicBezTo>
                <a:cubicBezTo>
                  <a:pt x="291" y="126"/>
                  <a:pt x="289" y="124"/>
                  <a:pt x="287" y="123"/>
                </a:cubicBezTo>
                <a:cubicBezTo>
                  <a:pt x="285" y="122"/>
                  <a:pt x="284" y="122"/>
                  <a:pt x="283" y="123"/>
                </a:cubicBezTo>
                <a:cubicBezTo>
                  <a:pt x="282" y="123"/>
                  <a:pt x="282" y="124"/>
                  <a:pt x="281" y="125"/>
                </a:cubicBezTo>
                <a:lnTo>
                  <a:pt x="295" y="142"/>
                </a:lnTo>
                <a:close/>
              </a:path>
              <a:path w="336" h="189">
                <a:moveTo>
                  <a:pt x="266" y="134"/>
                </a:moveTo>
                <a:lnTo>
                  <a:pt x="268" y="132"/>
                </a:lnTo>
                <a:lnTo>
                  <a:pt x="286" y="143"/>
                </a:lnTo>
                <a:lnTo>
                  <a:pt x="277" y="131"/>
                </a:lnTo>
                <a:cubicBezTo>
                  <a:pt x="276" y="130"/>
                  <a:pt x="276" y="129"/>
                  <a:pt x="275" y="129"/>
                </a:cubicBezTo>
                <a:cubicBezTo>
                  <a:pt x="275" y="129"/>
                  <a:pt x="274" y="129"/>
                  <a:pt x="274" y="129"/>
                </a:cubicBezTo>
                <a:lnTo>
                  <a:pt x="273" y="129"/>
                </a:lnTo>
                <a:lnTo>
                  <a:pt x="277" y="126"/>
                </a:lnTo>
                <a:lnTo>
                  <a:pt x="277" y="127"/>
                </a:lnTo>
                <a:cubicBezTo>
                  <a:pt x="276" y="127"/>
                  <a:pt x="276" y="128"/>
                  <a:pt x="276" y="128"/>
                </a:cubicBezTo>
                <a:cubicBezTo>
                  <a:pt x="277" y="129"/>
                  <a:pt x="277" y="129"/>
                  <a:pt x="278" y="130"/>
                </a:cubicBezTo>
                <a:lnTo>
                  <a:pt x="291" y="147"/>
                </a:lnTo>
                <a:lnTo>
                  <a:pt x="290" y="148"/>
                </a:lnTo>
                <a:lnTo>
                  <a:pt x="272" y="136"/>
                </a:lnTo>
                <a:lnTo>
                  <a:pt x="281" y="149"/>
                </a:lnTo>
                <a:cubicBezTo>
                  <a:pt x="282" y="150"/>
                  <a:pt x="283" y="151"/>
                  <a:pt x="283" y="151"/>
                </a:cubicBezTo>
                <a:cubicBezTo>
                  <a:pt x="284" y="151"/>
                  <a:pt x="284" y="151"/>
                  <a:pt x="284" y="151"/>
                </a:cubicBezTo>
                <a:lnTo>
                  <a:pt x="285" y="151"/>
                </a:lnTo>
                <a:lnTo>
                  <a:pt x="282" y="154"/>
                </a:lnTo>
                <a:lnTo>
                  <a:pt x="281" y="153"/>
                </a:lnTo>
                <a:lnTo>
                  <a:pt x="282" y="153"/>
                </a:lnTo>
                <a:cubicBezTo>
                  <a:pt x="282" y="153"/>
                  <a:pt x="282" y="152"/>
                  <a:pt x="282" y="152"/>
                </a:cubicBezTo>
                <a:cubicBezTo>
                  <a:pt x="282" y="151"/>
                  <a:pt x="281" y="150"/>
                  <a:pt x="280" y="149"/>
                </a:cubicBezTo>
                <a:lnTo>
                  <a:pt x="270" y="135"/>
                </a:lnTo>
                <a:cubicBezTo>
                  <a:pt x="269" y="135"/>
                  <a:pt x="268" y="135"/>
                  <a:pt x="268" y="134"/>
                </a:cubicBezTo>
                <a:cubicBezTo>
                  <a:pt x="268" y="134"/>
                  <a:pt x="267" y="134"/>
                  <a:pt x="267" y="134"/>
                </a:cubicBezTo>
                <a:cubicBezTo>
                  <a:pt x="267" y="134"/>
                  <a:pt x="267" y="135"/>
                  <a:pt x="266" y="135"/>
                </a:cubicBezTo>
                <a:lnTo>
                  <a:pt x="266" y="134"/>
                </a:lnTo>
                <a:close/>
              </a:path>
              <a:path w="336" h="189">
                <a:moveTo>
                  <a:pt x="272" y="151"/>
                </a:moveTo>
                <a:lnTo>
                  <a:pt x="268" y="154"/>
                </a:lnTo>
                <a:lnTo>
                  <a:pt x="270" y="157"/>
                </a:lnTo>
                <a:cubicBezTo>
                  <a:pt x="270" y="158"/>
                  <a:pt x="270" y="159"/>
                  <a:pt x="271" y="159"/>
                </a:cubicBezTo>
                <a:cubicBezTo>
                  <a:pt x="271" y="160"/>
                  <a:pt x="271" y="160"/>
                  <a:pt x="272" y="160"/>
                </a:cubicBezTo>
                <a:cubicBezTo>
                  <a:pt x="272" y="160"/>
                  <a:pt x="272" y="160"/>
                  <a:pt x="273" y="160"/>
                </a:cubicBezTo>
                <a:lnTo>
                  <a:pt x="270" y="163"/>
                </a:lnTo>
                <a:lnTo>
                  <a:pt x="270" y="162"/>
                </a:lnTo>
                <a:cubicBezTo>
                  <a:pt x="270" y="162"/>
                  <a:pt x="270" y="161"/>
                  <a:pt x="270" y="161"/>
                </a:cubicBezTo>
                <a:cubicBezTo>
                  <a:pt x="270" y="160"/>
                  <a:pt x="270" y="159"/>
                  <a:pt x="269" y="157"/>
                </a:cubicBezTo>
                <a:lnTo>
                  <a:pt x="260" y="138"/>
                </a:lnTo>
                <a:lnTo>
                  <a:pt x="276" y="152"/>
                </a:lnTo>
                <a:cubicBezTo>
                  <a:pt x="277" y="153"/>
                  <a:pt x="278" y="154"/>
                  <a:pt x="279" y="154"/>
                </a:cubicBezTo>
                <a:cubicBezTo>
                  <a:pt x="279" y="154"/>
                  <a:pt x="280" y="154"/>
                  <a:pt x="280" y="154"/>
                </a:cubicBezTo>
                <a:lnTo>
                  <a:pt x="281" y="155"/>
                </a:lnTo>
                <a:lnTo>
                  <a:pt x="277" y="158"/>
                </a:lnTo>
                <a:lnTo>
                  <a:pt x="276" y="157"/>
                </a:lnTo>
                <a:cubicBezTo>
                  <a:pt x="277" y="157"/>
                  <a:pt x="277" y="156"/>
                  <a:pt x="277" y="156"/>
                </a:cubicBezTo>
                <a:cubicBezTo>
                  <a:pt x="277" y="156"/>
                  <a:pt x="277" y="155"/>
                  <a:pt x="276" y="155"/>
                </a:cubicBezTo>
                <a:cubicBezTo>
                  <a:pt x="276" y="155"/>
                  <a:pt x="276" y="154"/>
                  <a:pt x="275" y="153"/>
                </a:cubicBezTo>
                <a:lnTo>
                  <a:pt x="272" y="151"/>
                </a:lnTo>
                <a:close/>
                <a:moveTo>
                  <a:pt x="271" y="150"/>
                </a:moveTo>
                <a:lnTo>
                  <a:pt x="263" y="143"/>
                </a:lnTo>
                <a:lnTo>
                  <a:pt x="267" y="152"/>
                </a:lnTo>
                <a:lnTo>
                  <a:pt x="271" y="150"/>
                </a:lnTo>
                <a:close/>
              </a:path>
              <a:path w="336" h="189">
                <a:moveTo>
                  <a:pt x="319" y="86"/>
                </a:moveTo>
                <a:lnTo>
                  <a:pt x="320" y="81"/>
                </a:lnTo>
                <a:lnTo>
                  <a:pt x="313" y="79"/>
                </a:lnTo>
                <a:cubicBezTo>
                  <a:pt x="311" y="79"/>
                  <a:pt x="311" y="79"/>
                  <a:pt x="310" y="79"/>
                </a:cubicBezTo>
                <a:cubicBezTo>
                  <a:pt x="310" y="79"/>
                  <a:pt x="310" y="79"/>
                  <a:pt x="309" y="79"/>
                </a:cubicBezTo>
                <a:cubicBezTo>
                  <a:pt x="309" y="79"/>
                  <a:pt x="309" y="80"/>
                  <a:pt x="309" y="80"/>
                </a:cubicBezTo>
                <a:lnTo>
                  <a:pt x="308" y="80"/>
                </a:lnTo>
                <a:lnTo>
                  <a:pt x="309" y="75"/>
                </a:lnTo>
                <a:lnTo>
                  <a:pt x="310" y="75"/>
                </a:lnTo>
                <a:cubicBezTo>
                  <a:pt x="309" y="76"/>
                  <a:pt x="310" y="76"/>
                  <a:pt x="310" y="76"/>
                </a:cubicBezTo>
                <a:cubicBezTo>
                  <a:pt x="310" y="77"/>
                  <a:pt x="310" y="77"/>
                  <a:pt x="311" y="77"/>
                </a:cubicBezTo>
                <a:cubicBezTo>
                  <a:pt x="311" y="77"/>
                  <a:pt x="312" y="77"/>
                  <a:pt x="313" y="77"/>
                </a:cubicBezTo>
                <a:lnTo>
                  <a:pt x="330" y="80"/>
                </a:lnTo>
                <a:cubicBezTo>
                  <a:pt x="331" y="81"/>
                  <a:pt x="332" y="81"/>
                  <a:pt x="332" y="81"/>
                </a:cubicBezTo>
                <a:cubicBezTo>
                  <a:pt x="333" y="81"/>
                  <a:pt x="333" y="81"/>
                  <a:pt x="333" y="81"/>
                </a:cubicBezTo>
                <a:cubicBezTo>
                  <a:pt x="334" y="80"/>
                  <a:pt x="334" y="80"/>
                  <a:pt x="334" y="80"/>
                </a:cubicBezTo>
                <a:lnTo>
                  <a:pt x="334" y="79"/>
                </a:lnTo>
                <a:lnTo>
                  <a:pt x="335" y="80"/>
                </a:lnTo>
                <a:lnTo>
                  <a:pt x="334" y="85"/>
                </a:lnTo>
                <a:lnTo>
                  <a:pt x="333" y="85"/>
                </a:lnTo>
                <a:lnTo>
                  <a:pt x="333" y="84"/>
                </a:lnTo>
                <a:cubicBezTo>
                  <a:pt x="333" y="84"/>
                  <a:pt x="333" y="83"/>
                  <a:pt x="332" y="83"/>
                </a:cubicBezTo>
                <a:cubicBezTo>
                  <a:pt x="332" y="83"/>
                  <a:pt x="331" y="83"/>
                  <a:pt x="329" y="82"/>
                </a:cubicBezTo>
                <a:lnTo>
                  <a:pt x="322" y="81"/>
                </a:lnTo>
                <a:lnTo>
                  <a:pt x="320" y="87"/>
                </a:lnTo>
                <a:lnTo>
                  <a:pt x="328" y="88"/>
                </a:lnTo>
                <a:cubicBezTo>
                  <a:pt x="330" y="88"/>
                  <a:pt x="331" y="88"/>
                  <a:pt x="331" y="88"/>
                </a:cubicBezTo>
                <a:cubicBezTo>
                  <a:pt x="331" y="88"/>
                  <a:pt x="332" y="88"/>
                  <a:pt x="332" y="88"/>
                </a:cubicBezTo>
                <a:cubicBezTo>
                  <a:pt x="332" y="88"/>
                  <a:pt x="332" y="88"/>
                  <a:pt x="333" y="87"/>
                </a:cubicBezTo>
                <a:lnTo>
                  <a:pt x="332" y="92"/>
                </a:lnTo>
                <a:cubicBezTo>
                  <a:pt x="332" y="91"/>
                  <a:pt x="331" y="91"/>
                  <a:pt x="331" y="90"/>
                </a:cubicBezTo>
                <a:cubicBezTo>
                  <a:pt x="331" y="90"/>
                  <a:pt x="330" y="90"/>
                  <a:pt x="328" y="90"/>
                </a:cubicBezTo>
                <a:lnTo>
                  <a:pt x="311" y="87"/>
                </a:lnTo>
                <a:cubicBezTo>
                  <a:pt x="310" y="86"/>
                  <a:pt x="309" y="86"/>
                  <a:pt x="309" y="86"/>
                </a:cubicBezTo>
                <a:cubicBezTo>
                  <a:pt x="308" y="86"/>
                  <a:pt x="308" y="86"/>
                  <a:pt x="308" y="87"/>
                </a:cubicBezTo>
                <a:cubicBezTo>
                  <a:pt x="307" y="87"/>
                  <a:pt x="307" y="87"/>
                  <a:pt x="307" y="87"/>
                </a:cubicBezTo>
                <a:lnTo>
                  <a:pt x="307" y="88"/>
                </a:lnTo>
                <a:lnTo>
                  <a:pt x="306" y="88"/>
                </a:lnTo>
                <a:lnTo>
                  <a:pt x="307" y="82"/>
                </a:lnTo>
                <a:lnTo>
                  <a:pt x="308" y="82"/>
                </a:lnTo>
                <a:lnTo>
                  <a:pt x="308" y="83"/>
                </a:lnTo>
                <a:cubicBezTo>
                  <a:pt x="308" y="83"/>
                  <a:pt x="308" y="84"/>
                  <a:pt x="308" y="84"/>
                </a:cubicBezTo>
                <a:cubicBezTo>
                  <a:pt x="309" y="84"/>
                  <a:pt x="309" y="84"/>
                  <a:pt x="309" y="84"/>
                </a:cubicBezTo>
                <a:cubicBezTo>
                  <a:pt x="310" y="85"/>
                  <a:pt x="310" y="85"/>
                  <a:pt x="312" y="85"/>
                </a:cubicBezTo>
                <a:lnTo>
                  <a:pt x="319" y="86"/>
                </a:lnTo>
                <a:close/>
              </a:path>
              <a:path w="336" h="189">
                <a:moveTo>
                  <a:pt x="305" y="89"/>
                </a:moveTo>
                <a:lnTo>
                  <a:pt x="314" y="91"/>
                </a:lnTo>
                <a:cubicBezTo>
                  <a:pt x="311" y="91"/>
                  <a:pt x="309" y="91"/>
                  <a:pt x="308" y="92"/>
                </a:cubicBezTo>
                <a:cubicBezTo>
                  <a:pt x="307" y="92"/>
                  <a:pt x="306" y="93"/>
                  <a:pt x="306" y="94"/>
                </a:cubicBezTo>
                <a:cubicBezTo>
                  <a:pt x="305" y="95"/>
                  <a:pt x="306" y="95"/>
                  <a:pt x="306" y="96"/>
                </a:cubicBezTo>
                <a:cubicBezTo>
                  <a:pt x="307" y="97"/>
                  <a:pt x="308" y="98"/>
                  <a:pt x="310" y="99"/>
                </a:cubicBezTo>
                <a:cubicBezTo>
                  <a:pt x="312" y="99"/>
                  <a:pt x="314" y="100"/>
                  <a:pt x="317" y="101"/>
                </a:cubicBezTo>
                <a:cubicBezTo>
                  <a:pt x="320" y="101"/>
                  <a:pt x="322" y="101"/>
                  <a:pt x="323" y="101"/>
                </a:cubicBezTo>
                <a:cubicBezTo>
                  <a:pt x="325" y="101"/>
                  <a:pt x="327" y="101"/>
                  <a:pt x="328" y="100"/>
                </a:cubicBezTo>
                <a:cubicBezTo>
                  <a:pt x="329" y="100"/>
                  <a:pt x="329" y="99"/>
                  <a:pt x="330" y="98"/>
                </a:cubicBezTo>
                <a:cubicBezTo>
                  <a:pt x="330" y="97"/>
                  <a:pt x="330" y="97"/>
                  <a:pt x="329" y="96"/>
                </a:cubicBezTo>
                <a:cubicBezTo>
                  <a:pt x="328" y="95"/>
                  <a:pt x="327" y="94"/>
                  <a:pt x="325" y="93"/>
                </a:cubicBezTo>
                <a:lnTo>
                  <a:pt x="326" y="93"/>
                </a:lnTo>
                <a:cubicBezTo>
                  <a:pt x="328" y="94"/>
                  <a:pt x="329" y="95"/>
                  <a:pt x="330" y="96"/>
                </a:cubicBezTo>
                <a:cubicBezTo>
                  <a:pt x="331" y="97"/>
                  <a:pt x="331" y="98"/>
                  <a:pt x="331" y="99"/>
                </a:cubicBezTo>
                <a:cubicBezTo>
                  <a:pt x="331" y="101"/>
                  <a:pt x="329" y="102"/>
                  <a:pt x="325" y="103"/>
                </a:cubicBezTo>
                <a:cubicBezTo>
                  <a:pt x="323" y="103"/>
                  <a:pt x="320" y="103"/>
                  <a:pt x="317" y="103"/>
                </a:cubicBezTo>
                <a:cubicBezTo>
                  <a:pt x="314" y="102"/>
                  <a:pt x="312" y="101"/>
                  <a:pt x="310" y="100"/>
                </a:cubicBezTo>
                <a:cubicBezTo>
                  <a:pt x="308" y="99"/>
                  <a:pt x="306" y="98"/>
                  <a:pt x="305" y="97"/>
                </a:cubicBezTo>
                <a:cubicBezTo>
                  <a:pt x="304" y="96"/>
                  <a:pt x="304" y="95"/>
                  <a:pt x="304" y="94"/>
                </a:cubicBezTo>
                <a:cubicBezTo>
                  <a:pt x="304" y="93"/>
                  <a:pt x="305" y="92"/>
                  <a:pt x="306" y="91"/>
                </a:cubicBezTo>
                <a:cubicBezTo>
                  <a:pt x="306" y="91"/>
                  <a:pt x="307" y="91"/>
                  <a:pt x="307" y="91"/>
                </a:cubicBezTo>
                <a:cubicBezTo>
                  <a:pt x="307" y="91"/>
                  <a:pt x="307" y="90"/>
                  <a:pt x="306" y="90"/>
                </a:cubicBezTo>
                <a:cubicBezTo>
                  <a:pt x="306" y="90"/>
                  <a:pt x="306" y="90"/>
                  <a:pt x="305" y="90"/>
                </a:cubicBezTo>
                <a:lnTo>
                  <a:pt x="305" y="89"/>
                </a:lnTo>
                <a:close/>
              </a:path>
              <a:path w="336" h="189">
                <a:moveTo>
                  <a:pt x="300" y="104"/>
                </a:moveTo>
                <a:lnTo>
                  <a:pt x="309" y="109"/>
                </a:lnTo>
                <a:lnTo>
                  <a:pt x="311" y="106"/>
                </a:lnTo>
                <a:cubicBezTo>
                  <a:pt x="311" y="105"/>
                  <a:pt x="311" y="105"/>
                  <a:pt x="311" y="104"/>
                </a:cubicBezTo>
                <a:cubicBezTo>
                  <a:pt x="310" y="104"/>
                  <a:pt x="309" y="103"/>
                  <a:pt x="308" y="102"/>
                </a:cubicBezTo>
                <a:lnTo>
                  <a:pt x="317" y="106"/>
                </a:lnTo>
                <a:lnTo>
                  <a:pt x="316" y="106"/>
                </a:lnTo>
                <a:cubicBezTo>
                  <a:pt x="315" y="106"/>
                  <a:pt x="314" y="106"/>
                  <a:pt x="314" y="106"/>
                </a:cubicBezTo>
                <a:cubicBezTo>
                  <a:pt x="314" y="106"/>
                  <a:pt x="313" y="106"/>
                  <a:pt x="313" y="106"/>
                </a:cubicBezTo>
                <a:cubicBezTo>
                  <a:pt x="312" y="106"/>
                  <a:pt x="312" y="106"/>
                  <a:pt x="312" y="107"/>
                </a:cubicBezTo>
                <a:lnTo>
                  <a:pt x="311" y="109"/>
                </a:lnTo>
                <a:lnTo>
                  <a:pt x="319" y="113"/>
                </a:lnTo>
                <a:cubicBezTo>
                  <a:pt x="320" y="113"/>
                  <a:pt x="320" y="114"/>
                  <a:pt x="321" y="114"/>
                </a:cubicBezTo>
                <a:cubicBezTo>
                  <a:pt x="321" y="114"/>
                  <a:pt x="321" y="114"/>
                  <a:pt x="321" y="114"/>
                </a:cubicBezTo>
                <a:cubicBezTo>
                  <a:pt x="321" y="114"/>
                  <a:pt x="322" y="114"/>
                  <a:pt x="322" y="113"/>
                </a:cubicBezTo>
                <a:lnTo>
                  <a:pt x="323" y="111"/>
                </a:lnTo>
                <a:cubicBezTo>
                  <a:pt x="323" y="111"/>
                  <a:pt x="323" y="110"/>
                  <a:pt x="323" y="110"/>
                </a:cubicBezTo>
                <a:cubicBezTo>
                  <a:pt x="323" y="109"/>
                  <a:pt x="323" y="109"/>
                  <a:pt x="322" y="108"/>
                </a:cubicBezTo>
                <a:cubicBezTo>
                  <a:pt x="322" y="108"/>
                  <a:pt x="321" y="107"/>
                  <a:pt x="320" y="106"/>
                </a:cubicBezTo>
                <a:lnTo>
                  <a:pt x="320" y="105"/>
                </a:lnTo>
                <a:lnTo>
                  <a:pt x="325" y="109"/>
                </a:lnTo>
                <a:lnTo>
                  <a:pt x="321" y="118"/>
                </a:lnTo>
                <a:lnTo>
                  <a:pt x="320" y="118"/>
                </a:lnTo>
                <a:lnTo>
                  <a:pt x="321" y="118"/>
                </a:lnTo>
                <a:cubicBezTo>
                  <a:pt x="321" y="117"/>
                  <a:pt x="321" y="117"/>
                  <a:pt x="320" y="117"/>
                </a:cubicBezTo>
                <a:cubicBezTo>
                  <a:pt x="320" y="116"/>
                  <a:pt x="320" y="116"/>
                  <a:pt x="320" y="116"/>
                </a:cubicBezTo>
                <a:cubicBezTo>
                  <a:pt x="319" y="115"/>
                  <a:pt x="319" y="115"/>
                  <a:pt x="318" y="115"/>
                </a:cubicBezTo>
                <a:lnTo>
                  <a:pt x="302" y="107"/>
                </a:lnTo>
                <a:cubicBezTo>
                  <a:pt x="301" y="106"/>
                  <a:pt x="300" y="106"/>
                  <a:pt x="299" y="106"/>
                </a:cubicBezTo>
                <a:cubicBezTo>
                  <a:pt x="299" y="106"/>
                  <a:pt x="298" y="106"/>
                  <a:pt x="298" y="107"/>
                </a:cubicBezTo>
                <a:lnTo>
                  <a:pt x="297" y="107"/>
                </a:lnTo>
                <a:lnTo>
                  <a:pt x="301" y="98"/>
                </a:lnTo>
                <a:lnTo>
                  <a:pt x="307" y="100"/>
                </a:lnTo>
                <a:cubicBezTo>
                  <a:pt x="305" y="100"/>
                  <a:pt x="304" y="100"/>
                  <a:pt x="304" y="100"/>
                </a:cubicBezTo>
                <a:cubicBezTo>
                  <a:pt x="303" y="99"/>
                  <a:pt x="303" y="100"/>
                  <a:pt x="302" y="100"/>
                </a:cubicBezTo>
                <a:cubicBezTo>
                  <a:pt x="302" y="100"/>
                  <a:pt x="302" y="100"/>
                  <a:pt x="302" y="101"/>
                </a:cubicBezTo>
                <a:lnTo>
                  <a:pt x="300" y="104"/>
                </a:lnTo>
                <a:close/>
              </a:path>
              <a:path w="336" h="189">
                <a:moveTo>
                  <a:pt x="298" y="108"/>
                </a:moveTo>
                <a:lnTo>
                  <a:pt x="303" y="111"/>
                </a:lnTo>
                <a:cubicBezTo>
                  <a:pt x="302" y="111"/>
                  <a:pt x="301" y="110"/>
                  <a:pt x="301" y="110"/>
                </a:cubicBezTo>
                <a:cubicBezTo>
                  <a:pt x="300" y="110"/>
                  <a:pt x="299" y="110"/>
                  <a:pt x="299" y="110"/>
                </a:cubicBezTo>
                <a:cubicBezTo>
                  <a:pt x="299" y="110"/>
                  <a:pt x="298" y="111"/>
                  <a:pt x="298" y="111"/>
                </a:cubicBezTo>
                <a:lnTo>
                  <a:pt x="297" y="113"/>
                </a:lnTo>
                <a:lnTo>
                  <a:pt x="315" y="122"/>
                </a:lnTo>
                <a:cubicBezTo>
                  <a:pt x="316" y="123"/>
                  <a:pt x="317" y="123"/>
                  <a:pt x="318" y="123"/>
                </a:cubicBezTo>
                <a:cubicBezTo>
                  <a:pt x="318" y="123"/>
                  <a:pt x="319" y="123"/>
                  <a:pt x="319" y="123"/>
                </a:cubicBezTo>
                <a:lnTo>
                  <a:pt x="319" y="122"/>
                </a:lnTo>
                <a:lnTo>
                  <a:pt x="320" y="123"/>
                </a:lnTo>
                <a:lnTo>
                  <a:pt x="317" y="128"/>
                </a:lnTo>
                <a:lnTo>
                  <a:pt x="317" y="127"/>
                </a:lnTo>
                <a:cubicBezTo>
                  <a:pt x="317" y="126"/>
                  <a:pt x="317" y="126"/>
                  <a:pt x="317" y="125"/>
                </a:cubicBezTo>
                <a:cubicBezTo>
                  <a:pt x="316" y="125"/>
                  <a:pt x="315" y="124"/>
                  <a:pt x="314" y="124"/>
                </a:cubicBezTo>
                <a:lnTo>
                  <a:pt x="296" y="114"/>
                </a:lnTo>
                <a:lnTo>
                  <a:pt x="296" y="116"/>
                </a:lnTo>
                <a:cubicBezTo>
                  <a:pt x="295" y="116"/>
                  <a:pt x="295" y="117"/>
                  <a:pt x="295" y="117"/>
                </a:cubicBezTo>
                <a:cubicBezTo>
                  <a:pt x="295" y="117"/>
                  <a:pt x="296" y="118"/>
                  <a:pt x="296" y="118"/>
                </a:cubicBezTo>
                <a:cubicBezTo>
                  <a:pt x="297" y="119"/>
                  <a:pt x="297" y="120"/>
                  <a:pt x="298" y="120"/>
                </a:cubicBezTo>
                <a:lnTo>
                  <a:pt x="293" y="117"/>
                </a:lnTo>
                <a:lnTo>
                  <a:pt x="298" y="108"/>
                </a:lnTo>
                <a:close/>
              </a:path>
              <a:path w="336" h="189">
                <a:moveTo>
                  <a:pt x="307" y="54"/>
                </a:moveTo>
                <a:cubicBezTo>
                  <a:pt x="307" y="53"/>
                  <a:pt x="308" y="51"/>
                  <a:pt x="310" y="50"/>
                </a:cubicBezTo>
                <a:cubicBezTo>
                  <a:pt x="313" y="49"/>
                  <a:pt x="316" y="48"/>
                  <a:pt x="320" y="48"/>
                </a:cubicBezTo>
                <a:cubicBezTo>
                  <a:pt x="324" y="48"/>
                  <a:pt x="327" y="48"/>
                  <a:pt x="330" y="50"/>
                </a:cubicBezTo>
                <a:cubicBezTo>
                  <a:pt x="333" y="51"/>
                  <a:pt x="334" y="52"/>
                  <a:pt x="334" y="54"/>
                </a:cubicBezTo>
                <a:cubicBezTo>
                  <a:pt x="334" y="56"/>
                  <a:pt x="333" y="57"/>
                  <a:pt x="330" y="59"/>
                </a:cubicBezTo>
                <a:cubicBezTo>
                  <a:pt x="328" y="60"/>
                  <a:pt x="325" y="61"/>
                  <a:pt x="320" y="61"/>
                </a:cubicBezTo>
                <a:cubicBezTo>
                  <a:pt x="316" y="61"/>
                  <a:pt x="313" y="60"/>
                  <a:pt x="310" y="59"/>
                </a:cubicBezTo>
                <a:cubicBezTo>
                  <a:pt x="308" y="57"/>
                  <a:pt x="307" y="56"/>
                  <a:pt x="307" y="54"/>
                </a:cubicBezTo>
                <a:close/>
                <a:moveTo>
                  <a:pt x="308" y="55"/>
                </a:moveTo>
                <a:cubicBezTo>
                  <a:pt x="308" y="56"/>
                  <a:pt x="309" y="57"/>
                  <a:pt x="311" y="57"/>
                </a:cubicBezTo>
                <a:cubicBezTo>
                  <a:pt x="313" y="58"/>
                  <a:pt x="316" y="58"/>
                  <a:pt x="320" y="58"/>
                </a:cubicBezTo>
                <a:cubicBezTo>
                  <a:pt x="325" y="58"/>
                  <a:pt x="328" y="58"/>
                  <a:pt x="330" y="57"/>
                </a:cubicBezTo>
                <a:cubicBezTo>
                  <a:pt x="332" y="56"/>
                  <a:pt x="333" y="55"/>
                  <a:pt x="333" y="54"/>
                </a:cubicBezTo>
                <a:cubicBezTo>
                  <a:pt x="333" y="53"/>
                  <a:pt x="332" y="52"/>
                  <a:pt x="330" y="51"/>
                </a:cubicBezTo>
                <a:cubicBezTo>
                  <a:pt x="328" y="50"/>
                  <a:pt x="325" y="50"/>
                  <a:pt x="321" y="50"/>
                </a:cubicBezTo>
                <a:cubicBezTo>
                  <a:pt x="316" y="50"/>
                  <a:pt x="313" y="51"/>
                  <a:pt x="311" y="52"/>
                </a:cubicBezTo>
                <a:cubicBezTo>
                  <a:pt x="309" y="52"/>
                  <a:pt x="308" y="53"/>
                  <a:pt x="308" y="55"/>
                </a:cubicBezTo>
                <a:close/>
              </a:path>
              <a:path w="336" h="189">
                <a:moveTo>
                  <a:pt x="310" y="75"/>
                </a:moveTo>
                <a:lnTo>
                  <a:pt x="310" y="71"/>
                </a:lnTo>
                <a:lnTo>
                  <a:pt x="329" y="63"/>
                </a:lnTo>
                <a:lnTo>
                  <a:pt x="314" y="63"/>
                </a:lnTo>
                <a:cubicBezTo>
                  <a:pt x="313" y="63"/>
                  <a:pt x="312" y="63"/>
                  <a:pt x="311" y="63"/>
                </a:cubicBezTo>
                <a:cubicBezTo>
                  <a:pt x="311" y="63"/>
                  <a:pt x="310" y="64"/>
                  <a:pt x="310" y="64"/>
                </a:cubicBezTo>
                <a:lnTo>
                  <a:pt x="310" y="65"/>
                </a:lnTo>
                <a:lnTo>
                  <a:pt x="310" y="60"/>
                </a:lnTo>
                <a:lnTo>
                  <a:pt x="310" y="61"/>
                </a:lnTo>
                <a:cubicBezTo>
                  <a:pt x="310" y="61"/>
                  <a:pt x="311" y="62"/>
                  <a:pt x="311" y="62"/>
                </a:cubicBezTo>
                <a:cubicBezTo>
                  <a:pt x="312" y="62"/>
                  <a:pt x="313" y="62"/>
                  <a:pt x="314" y="62"/>
                </a:cubicBezTo>
                <a:lnTo>
                  <a:pt x="336" y="62"/>
                </a:lnTo>
                <a:lnTo>
                  <a:pt x="315" y="71"/>
                </a:lnTo>
                <a:lnTo>
                  <a:pt x="332" y="71"/>
                </a:lnTo>
                <a:cubicBezTo>
                  <a:pt x="333" y="71"/>
                  <a:pt x="334" y="71"/>
                  <a:pt x="335" y="70"/>
                </a:cubicBezTo>
                <a:cubicBezTo>
                  <a:pt x="335" y="70"/>
                  <a:pt x="335" y="70"/>
                  <a:pt x="335" y="69"/>
                </a:cubicBezTo>
                <a:lnTo>
                  <a:pt x="336" y="69"/>
                </a:lnTo>
                <a:lnTo>
                  <a:pt x="336" y="73"/>
                </a:lnTo>
                <a:lnTo>
                  <a:pt x="335" y="73"/>
                </a:lnTo>
                <a:cubicBezTo>
                  <a:pt x="335" y="72"/>
                  <a:pt x="335" y="72"/>
                  <a:pt x="334" y="72"/>
                </a:cubicBezTo>
                <a:cubicBezTo>
                  <a:pt x="334" y="72"/>
                  <a:pt x="333" y="72"/>
                  <a:pt x="332" y="72"/>
                </a:cubicBezTo>
                <a:lnTo>
                  <a:pt x="313" y="72"/>
                </a:lnTo>
                <a:cubicBezTo>
                  <a:pt x="312" y="72"/>
                  <a:pt x="312" y="73"/>
                  <a:pt x="311" y="73"/>
                </a:cubicBezTo>
                <a:cubicBezTo>
                  <a:pt x="311" y="73"/>
                  <a:pt x="311" y="73"/>
                  <a:pt x="311" y="74"/>
                </a:cubicBezTo>
                <a:cubicBezTo>
                  <a:pt x="311" y="74"/>
                  <a:pt x="311" y="74"/>
                  <a:pt x="311" y="75"/>
                </a:cubicBezTo>
                <a:lnTo>
                  <a:pt x="310" y="75"/>
                </a:lnTo>
                <a:close/>
              </a:path>
              <a:path w="336" h="189">
                <a:moveTo>
                  <a:pt x="301" y="38"/>
                </a:moveTo>
                <a:cubicBezTo>
                  <a:pt x="300" y="36"/>
                  <a:pt x="301" y="34"/>
                  <a:pt x="303" y="32"/>
                </a:cubicBezTo>
                <a:cubicBezTo>
                  <a:pt x="305" y="30"/>
                  <a:pt x="307" y="28"/>
                  <a:pt x="311" y="27"/>
                </a:cubicBezTo>
                <a:cubicBezTo>
                  <a:pt x="315" y="25"/>
                  <a:pt x="318" y="25"/>
                  <a:pt x="321" y="25"/>
                </a:cubicBezTo>
                <a:cubicBezTo>
                  <a:pt x="324" y="25"/>
                  <a:pt x="326" y="26"/>
                  <a:pt x="326" y="27"/>
                </a:cubicBezTo>
                <a:cubicBezTo>
                  <a:pt x="327" y="29"/>
                  <a:pt x="326" y="31"/>
                  <a:pt x="325" y="33"/>
                </a:cubicBezTo>
                <a:cubicBezTo>
                  <a:pt x="323" y="35"/>
                  <a:pt x="320" y="37"/>
                  <a:pt x="316" y="39"/>
                </a:cubicBezTo>
                <a:cubicBezTo>
                  <a:pt x="312" y="40"/>
                  <a:pt x="309" y="41"/>
                  <a:pt x="306" y="41"/>
                </a:cubicBezTo>
                <a:cubicBezTo>
                  <a:pt x="303" y="40"/>
                  <a:pt x="302" y="39"/>
                  <a:pt x="301" y="38"/>
                </a:cubicBezTo>
                <a:close/>
                <a:moveTo>
                  <a:pt x="302" y="38"/>
                </a:moveTo>
                <a:cubicBezTo>
                  <a:pt x="303" y="39"/>
                  <a:pt x="304" y="39"/>
                  <a:pt x="306" y="39"/>
                </a:cubicBezTo>
                <a:cubicBezTo>
                  <a:pt x="308" y="39"/>
                  <a:pt x="311" y="38"/>
                  <a:pt x="315" y="37"/>
                </a:cubicBezTo>
                <a:cubicBezTo>
                  <a:pt x="319" y="35"/>
                  <a:pt x="322" y="33"/>
                  <a:pt x="324" y="31"/>
                </a:cubicBezTo>
                <a:cubicBezTo>
                  <a:pt x="325" y="30"/>
                  <a:pt x="326" y="29"/>
                  <a:pt x="325" y="28"/>
                </a:cubicBezTo>
                <a:cubicBezTo>
                  <a:pt x="325" y="27"/>
                  <a:pt x="323" y="26"/>
                  <a:pt x="321" y="26"/>
                </a:cubicBezTo>
                <a:cubicBezTo>
                  <a:pt x="319" y="26"/>
                  <a:pt x="316" y="27"/>
                  <a:pt x="312" y="29"/>
                </a:cubicBezTo>
                <a:cubicBezTo>
                  <a:pt x="308" y="30"/>
                  <a:pt x="305" y="32"/>
                  <a:pt x="304" y="34"/>
                </a:cubicBezTo>
                <a:cubicBezTo>
                  <a:pt x="302" y="35"/>
                  <a:pt x="302" y="36"/>
                  <a:pt x="302" y="38"/>
                </a:cubicBezTo>
                <a:close/>
              </a:path>
              <a:path w="336" h="189">
                <a:moveTo>
                  <a:pt x="323" y="35"/>
                </a:moveTo>
                <a:lnTo>
                  <a:pt x="324" y="35"/>
                </a:lnTo>
                <a:lnTo>
                  <a:pt x="331" y="35"/>
                </a:lnTo>
                <a:lnTo>
                  <a:pt x="332" y="45"/>
                </a:lnTo>
                <a:cubicBezTo>
                  <a:pt x="331" y="44"/>
                  <a:pt x="331" y="44"/>
                  <a:pt x="330" y="44"/>
                </a:cubicBezTo>
                <a:cubicBezTo>
                  <a:pt x="330" y="44"/>
                  <a:pt x="329" y="44"/>
                  <a:pt x="327" y="44"/>
                </a:cubicBezTo>
                <a:lnTo>
                  <a:pt x="311" y="47"/>
                </a:lnTo>
                <a:cubicBezTo>
                  <a:pt x="309" y="47"/>
                  <a:pt x="308" y="47"/>
                  <a:pt x="308" y="47"/>
                </a:cubicBezTo>
                <a:cubicBezTo>
                  <a:pt x="307" y="48"/>
                  <a:pt x="307" y="48"/>
                  <a:pt x="307" y="49"/>
                </a:cubicBezTo>
                <a:lnTo>
                  <a:pt x="306" y="49"/>
                </a:lnTo>
                <a:lnTo>
                  <a:pt x="305" y="43"/>
                </a:lnTo>
                <a:lnTo>
                  <a:pt x="306" y="43"/>
                </a:lnTo>
                <a:cubicBezTo>
                  <a:pt x="306" y="44"/>
                  <a:pt x="306" y="44"/>
                  <a:pt x="307" y="45"/>
                </a:cubicBezTo>
                <a:cubicBezTo>
                  <a:pt x="307" y="45"/>
                  <a:pt x="307" y="45"/>
                  <a:pt x="308" y="45"/>
                </a:cubicBezTo>
                <a:cubicBezTo>
                  <a:pt x="308" y="45"/>
                  <a:pt x="309" y="45"/>
                  <a:pt x="311" y="45"/>
                </a:cubicBezTo>
                <a:lnTo>
                  <a:pt x="327" y="42"/>
                </a:lnTo>
                <a:cubicBezTo>
                  <a:pt x="328" y="42"/>
                  <a:pt x="329" y="42"/>
                  <a:pt x="329" y="42"/>
                </a:cubicBezTo>
                <a:cubicBezTo>
                  <a:pt x="330" y="41"/>
                  <a:pt x="330" y="41"/>
                  <a:pt x="330" y="41"/>
                </a:cubicBezTo>
                <a:cubicBezTo>
                  <a:pt x="330" y="41"/>
                  <a:pt x="330" y="40"/>
                  <a:pt x="330" y="40"/>
                </a:cubicBezTo>
                <a:lnTo>
                  <a:pt x="330" y="39"/>
                </a:lnTo>
                <a:cubicBezTo>
                  <a:pt x="330" y="38"/>
                  <a:pt x="329" y="37"/>
                  <a:pt x="329" y="37"/>
                </a:cubicBezTo>
                <a:cubicBezTo>
                  <a:pt x="329" y="36"/>
                  <a:pt x="328" y="36"/>
                  <a:pt x="327" y="36"/>
                </a:cubicBezTo>
                <a:cubicBezTo>
                  <a:pt x="326" y="36"/>
                  <a:pt x="325" y="35"/>
                  <a:pt x="323" y="35"/>
                </a:cubicBezTo>
                <a:close/>
              </a:path>
              <a:path w="336" h="189">
                <a:moveTo>
                  <a:pt x="286" y="18"/>
                </a:moveTo>
                <a:lnTo>
                  <a:pt x="283" y="14"/>
                </a:lnTo>
                <a:lnTo>
                  <a:pt x="284" y="14"/>
                </a:lnTo>
                <a:cubicBezTo>
                  <a:pt x="284" y="14"/>
                  <a:pt x="284" y="14"/>
                  <a:pt x="285" y="14"/>
                </a:cubicBezTo>
                <a:cubicBezTo>
                  <a:pt x="285" y="14"/>
                  <a:pt x="285" y="14"/>
                  <a:pt x="286" y="14"/>
                </a:cubicBezTo>
                <a:cubicBezTo>
                  <a:pt x="287" y="14"/>
                  <a:pt x="288" y="14"/>
                  <a:pt x="289" y="13"/>
                </a:cubicBezTo>
                <a:lnTo>
                  <a:pt x="298" y="9"/>
                </a:lnTo>
                <a:lnTo>
                  <a:pt x="303" y="4"/>
                </a:lnTo>
                <a:cubicBezTo>
                  <a:pt x="304" y="3"/>
                  <a:pt x="305" y="3"/>
                  <a:pt x="305" y="2"/>
                </a:cubicBezTo>
                <a:cubicBezTo>
                  <a:pt x="306" y="2"/>
                  <a:pt x="306" y="1"/>
                  <a:pt x="305" y="1"/>
                </a:cubicBezTo>
                <a:lnTo>
                  <a:pt x="305" y="0"/>
                </a:lnTo>
                <a:lnTo>
                  <a:pt x="309" y="4"/>
                </a:lnTo>
                <a:lnTo>
                  <a:pt x="309" y="5"/>
                </a:lnTo>
                <a:lnTo>
                  <a:pt x="308" y="4"/>
                </a:lnTo>
                <a:cubicBezTo>
                  <a:pt x="308" y="4"/>
                  <a:pt x="307" y="4"/>
                  <a:pt x="307" y="4"/>
                </a:cubicBezTo>
                <a:cubicBezTo>
                  <a:pt x="306" y="4"/>
                  <a:pt x="306" y="5"/>
                  <a:pt x="304" y="6"/>
                </a:cubicBezTo>
                <a:lnTo>
                  <a:pt x="300" y="10"/>
                </a:lnTo>
                <a:lnTo>
                  <a:pt x="294" y="20"/>
                </a:lnTo>
                <a:cubicBezTo>
                  <a:pt x="293" y="21"/>
                  <a:pt x="293" y="22"/>
                  <a:pt x="293" y="22"/>
                </a:cubicBezTo>
                <a:cubicBezTo>
                  <a:pt x="293" y="23"/>
                  <a:pt x="293" y="23"/>
                  <a:pt x="292" y="24"/>
                </a:cubicBezTo>
                <a:cubicBezTo>
                  <a:pt x="292" y="24"/>
                  <a:pt x="293" y="24"/>
                  <a:pt x="293" y="24"/>
                </a:cubicBezTo>
                <a:lnTo>
                  <a:pt x="292" y="25"/>
                </a:lnTo>
                <a:lnTo>
                  <a:pt x="288" y="21"/>
                </a:lnTo>
                <a:lnTo>
                  <a:pt x="289" y="20"/>
                </a:lnTo>
                <a:cubicBezTo>
                  <a:pt x="289" y="21"/>
                  <a:pt x="290" y="21"/>
                  <a:pt x="290" y="21"/>
                </a:cubicBezTo>
                <a:cubicBezTo>
                  <a:pt x="290" y="21"/>
                  <a:pt x="291" y="20"/>
                  <a:pt x="291" y="20"/>
                </a:cubicBezTo>
                <a:cubicBezTo>
                  <a:pt x="292" y="20"/>
                  <a:pt x="292" y="19"/>
                  <a:pt x="293" y="18"/>
                </a:cubicBezTo>
                <a:lnTo>
                  <a:pt x="297" y="10"/>
                </a:lnTo>
                <a:lnTo>
                  <a:pt x="290" y="14"/>
                </a:lnTo>
                <a:cubicBezTo>
                  <a:pt x="288" y="14"/>
                  <a:pt x="288" y="15"/>
                  <a:pt x="287" y="15"/>
                </a:cubicBezTo>
                <a:cubicBezTo>
                  <a:pt x="287" y="15"/>
                  <a:pt x="287" y="16"/>
                  <a:pt x="286" y="16"/>
                </a:cubicBezTo>
                <a:cubicBezTo>
                  <a:pt x="286" y="16"/>
                  <a:pt x="286" y="16"/>
                  <a:pt x="286" y="17"/>
                </a:cubicBezTo>
                <a:cubicBezTo>
                  <a:pt x="286" y="17"/>
                  <a:pt x="286" y="17"/>
                  <a:pt x="287" y="17"/>
                </a:cubicBezTo>
                <a:lnTo>
                  <a:pt x="286" y="18"/>
                </a:lnTo>
                <a:close/>
              </a:path>
              <a:path w="336" h="189">
                <a:moveTo>
                  <a:pt x="35" y="20"/>
                </a:moveTo>
                <a:lnTo>
                  <a:pt x="32" y="25"/>
                </a:lnTo>
                <a:lnTo>
                  <a:pt x="39" y="29"/>
                </a:lnTo>
                <a:cubicBezTo>
                  <a:pt x="40" y="29"/>
                  <a:pt x="41" y="30"/>
                  <a:pt x="41" y="30"/>
                </a:cubicBezTo>
                <a:cubicBezTo>
                  <a:pt x="42" y="30"/>
                  <a:pt x="42" y="30"/>
                  <a:pt x="42" y="30"/>
                </a:cubicBezTo>
                <a:cubicBezTo>
                  <a:pt x="43" y="30"/>
                  <a:pt x="43" y="30"/>
                  <a:pt x="43" y="29"/>
                </a:cubicBezTo>
                <a:lnTo>
                  <a:pt x="44" y="29"/>
                </a:lnTo>
                <a:lnTo>
                  <a:pt x="41" y="34"/>
                </a:lnTo>
                <a:lnTo>
                  <a:pt x="41" y="33"/>
                </a:lnTo>
                <a:cubicBezTo>
                  <a:pt x="41" y="33"/>
                  <a:pt x="41" y="33"/>
                  <a:pt x="41" y="33"/>
                </a:cubicBezTo>
                <a:cubicBezTo>
                  <a:pt x="41" y="32"/>
                  <a:pt x="41" y="32"/>
                  <a:pt x="40" y="32"/>
                </a:cubicBezTo>
                <a:cubicBezTo>
                  <a:pt x="40" y="31"/>
                  <a:pt x="39" y="31"/>
                  <a:pt x="38" y="30"/>
                </a:cubicBezTo>
                <a:lnTo>
                  <a:pt x="23" y="22"/>
                </a:lnTo>
                <a:cubicBezTo>
                  <a:pt x="22" y="21"/>
                  <a:pt x="21" y="21"/>
                  <a:pt x="21" y="21"/>
                </a:cubicBezTo>
                <a:cubicBezTo>
                  <a:pt x="21" y="21"/>
                  <a:pt x="20" y="21"/>
                  <a:pt x="20" y="21"/>
                </a:cubicBezTo>
                <a:cubicBezTo>
                  <a:pt x="19" y="21"/>
                  <a:pt x="19" y="21"/>
                  <a:pt x="19" y="21"/>
                </a:cubicBezTo>
                <a:lnTo>
                  <a:pt x="19" y="22"/>
                </a:lnTo>
                <a:lnTo>
                  <a:pt x="18" y="21"/>
                </a:lnTo>
                <a:lnTo>
                  <a:pt x="21" y="17"/>
                </a:lnTo>
                <a:lnTo>
                  <a:pt x="22" y="17"/>
                </a:lnTo>
                <a:lnTo>
                  <a:pt x="21" y="17"/>
                </a:lnTo>
                <a:cubicBezTo>
                  <a:pt x="21" y="18"/>
                  <a:pt x="21" y="18"/>
                  <a:pt x="22" y="19"/>
                </a:cubicBezTo>
                <a:cubicBezTo>
                  <a:pt x="22" y="19"/>
                  <a:pt x="23" y="20"/>
                  <a:pt x="24" y="20"/>
                </a:cubicBezTo>
                <a:lnTo>
                  <a:pt x="31" y="24"/>
                </a:lnTo>
                <a:lnTo>
                  <a:pt x="34" y="19"/>
                </a:lnTo>
                <a:lnTo>
                  <a:pt x="27" y="15"/>
                </a:lnTo>
                <a:cubicBezTo>
                  <a:pt x="26" y="15"/>
                  <a:pt x="25" y="14"/>
                  <a:pt x="25" y="14"/>
                </a:cubicBezTo>
                <a:cubicBezTo>
                  <a:pt x="24" y="14"/>
                  <a:pt x="24" y="14"/>
                  <a:pt x="24" y="14"/>
                </a:cubicBezTo>
                <a:cubicBezTo>
                  <a:pt x="23" y="14"/>
                  <a:pt x="23" y="14"/>
                  <a:pt x="23" y="14"/>
                </a:cubicBezTo>
                <a:lnTo>
                  <a:pt x="23" y="15"/>
                </a:lnTo>
                <a:lnTo>
                  <a:pt x="22" y="15"/>
                </a:lnTo>
                <a:lnTo>
                  <a:pt x="25" y="10"/>
                </a:lnTo>
                <a:cubicBezTo>
                  <a:pt x="25" y="11"/>
                  <a:pt x="25" y="11"/>
                  <a:pt x="25" y="12"/>
                </a:cubicBezTo>
                <a:cubicBezTo>
                  <a:pt x="26" y="12"/>
                  <a:pt x="27" y="13"/>
                  <a:pt x="28" y="14"/>
                </a:cubicBezTo>
                <a:lnTo>
                  <a:pt x="43" y="22"/>
                </a:lnTo>
                <a:cubicBezTo>
                  <a:pt x="44" y="22"/>
                  <a:pt x="45" y="23"/>
                  <a:pt x="45" y="23"/>
                </a:cubicBezTo>
                <a:cubicBezTo>
                  <a:pt x="45" y="23"/>
                  <a:pt x="46" y="23"/>
                  <a:pt x="46" y="23"/>
                </a:cubicBezTo>
                <a:cubicBezTo>
                  <a:pt x="46" y="23"/>
                  <a:pt x="47" y="23"/>
                  <a:pt x="47" y="23"/>
                </a:cubicBezTo>
                <a:lnTo>
                  <a:pt x="47" y="22"/>
                </a:lnTo>
                <a:lnTo>
                  <a:pt x="48" y="22"/>
                </a:lnTo>
                <a:lnTo>
                  <a:pt x="45" y="27"/>
                </a:lnTo>
                <a:lnTo>
                  <a:pt x="44" y="27"/>
                </a:lnTo>
                <a:lnTo>
                  <a:pt x="45" y="27"/>
                </a:lnTo>
                <a:cubicBezTo>
                  <a:pt x="45" y="26"/>
                  <a:pt x="45" y="26"/>
                  <a:pt x="45" y="26"/>
                </a:cubicBezTo>
                <a:cubicBezTo>
                  <a:pt x="45" y="25"/>
                  <a:pt x="44" y="25"/>
                  <a:pt x="44" y="25"/>
                </a:cubicBezTo>
                <a:cubicBezTo>
                  <a:pt x="44" y="25"/>
                  <a:pt x="43" y="24"/>
                  <a:pt x="42" y="23"/>
                </a:cubicBezTo>
                <a:lnTo>
                  <a:pt x="35" y="20"/>
                </a:lnTo>
                <a:close/>
              </a:path>
              <a:path w="336" h="189">
                <a:moveTo>
                  <a:pt x="36" y="43"/>
                </a:moveTo>
                <a:lnTo>
                  <a:pt x="36" y="43"/>
                </a:lnTo>
                <a:lnTo>
                  <a:pt x="34" y="47"/>
                </a:lnTo>
                <a:lnTo>
                  <a:pt x="33" y="47"/>
                </a:lnTo>
                <a:lnTo>
                  <a:pt x="34" y="47"/>
                </a:lnTo>
                <a:cubicBezTo>
                  <a:pt x="34" y="46"/>
                  <a:pt x="34" y="46"/>
                  <a:pt x="33" y="45"/>
                </a:cubicBezTo>
                <a:cubicBezTo>
                  <a:pt x="33" y="45"/>
                  <a:pt x="32" y="44"/>
                  <a:pt x="31" y="43"/>
                </a:cubicBezTo>
                <a:lnTo>
                  <a:pt x="21" y="38"/>
                </a:lnTo>
                <a:cubicBezTo>
                  <a:pt x="19" y="37"/>
                  <a:pt x="17" y="36"/>
                  <a:pt x="16" y="35"/>
                </a:cubicBezTo>
                <a:cubicBezTo>
                  <a:pt x="15" y="34"/>
                  <a:pt x="14" y="33"/>
                  <a:pt x="14" y="32"/>
                </a:cubicBezTo>
                <a:cubicBezTo>
                  <a:pt x="13" y="30"/>
                  <a:pt x="13" y="29"/>
                  <a:pt x="14" y="28"/>
                </a:cubicBezTo>
                <a:cubicBezTo>
                  <a:pt x="14" y="27"/>
                  <a:pt x="15" y="26"/>
                  <a:pt x="17" y="26"/>
                </a:cubicBezTo>
                <a:cubicBezTo>
                  <a:pt x="18" y="26"/>
                  <a:pt x="19" y="26"/>
                  <a:pt x="21" y="27"/>
                </a:cubicBezTo>
                <a:cubicBezTo>
                  <a:pt x="22" y="27"/>
                  <a:pt x="24" y="28"/>
                  <a:pt x="27" y="30"/>
                </a:cubicBezTo>
                <a:lnTo>
                  <a:pt x="36" y="35"/>
                </a:lnTo>
                <a:cubicBezTo>
                  <a:pt x="37" y="35"/>
                  <a:pt x="38" y="36"/>
                  <a:pt x="39" y="36"/>
                </a:cubicBezTo>
                <a:cubicBezTo>
                  <a:pt x="39" y="36"/>
                  <a:pt x="40" y="36"/>
                  <a:pt x="40" y="35"/>
                </a:cubicBezTo>
                <a:lnTo>
                  <a:pt x="41" y="35"/>
                </a:lnTo>
                <a:lnTo>
                  <a:pt x="38" y="40"/>
                </a:lnTo>
                <a:lnTo>
                  <a:pt x="37" y="40"/>
                </a:lnTo>
                <a:lnTo>
                  <a:pt x="38" y="39"/>
                </a:lnTo>
                <a:cubicBezTo>
                  <a:pt x="38" y="39"/>
                  <a:pt x="38" y="38"/>
                  <a:pt x="37" y="38"/>
                </a:cubicBezTo>
                <a:cubicBezTo>
                  <a:pt x="37" y="37"/>
                  <a:pt x="36" y="37"/>
                  <a:pt x="35" y="36"/>
                </a:cubicBezTo>
                <a:lnTo>
                  <a:pt x="25" y="31"/>
                </a:lnTo>
                <a:cubicBezTo>
                  <a:pt x="24" y="30"/>
                  <a:pt x="23" y="30"/>
                  <a:pt x="22" y="29"/>
                </a:cubicBezTo>
                <a:cubicBezTo>
                  <a:pt x="20" y="28"/>
                  <a:pt x="19" y="28"/>
                  <a:pt x="19" y="28"/>
                </a:cubicBezTo>
                <a:cubicBezTo>
                  <a:pt x="18" y="28"/>
                  <a:pt x="17" y="28"/>
                  <a:pt x="17" y="28"/>
                </a:cubicBezTo>
                <a:cubicBezTo>
                  <a:pt x="16" y="28"/>
                  <a:pt x="15" y="29"/>
                  <a:pt x="15" y="29"/>
                </a:cubicBezTo>
                <a:cubicBezTo>
                  <a:pt x="15" y="30"/>
                  <a:pt x="15" y="31"/>
                  <a:pt x="15" y="32"/>
                </a:cubicBezTo>
                <a:cubicBezTo>
                  <a:pt x="15" y="33"/>
                  <a:pt x="16" y="33"/>
                  <a:pt x="17" y="34"/>
                </a:cubicBezTo>
                <a:cubicBezTo>
                  <a:pt x="18" y="35"/>
                  <a:pt x="19" y="36"/>
                  <a:pt x="22" y="37"/>
                </a:cubicBezTo>
                <a:lnTo>
                  <a:pt x="31" y="43"/>
                </a:lnTo>
                <a:cubicBezTo>
                  <a:pt x="33" y="43"/>
                  <a:pt x="34" y="44"/>
                  <a:pt x="34" y="44"/>
                </a:cubicBezTo>
                <a:cubicBezTo>
                  <a:pt x="35" y="44"/>
                  <a:pt x="35" y="44"/>
                  <a:pt x="35" y="43"/>
                </a:cubicBezTo>
                <a:lnTo>
                  <a:pt x="36" y="43"/>
                </a:lnTo>
                <a:close/>
              </a:path>
              <a:path w="336" h="189">
                <a:moveTo>
                  <a:pt x="15" y="45"/>
                </a:moveTo>
                <a:lnTo>
                  <a:pt x="16" y="40"/>
                </a:lnTo>
                <a:lnTo>
                  <a:pt x="13" y="38"/>
                </a:lnTo>
                <a:cubicBezTo>
                  <a:pt x="12" y="37"/>
                  <a:pt x="11" y="37"/>
                  <a:pt x="11" y="37"/>
                </a:cubicBezTo>
                <a:cubicBezTo>
                  <a:pt x="11" y="37"/>
                  <a:pt x="10" y="37"/>
                  <a:pt x="10" y="37"/>
                </a:cubicBezTo>
                <a:cubicBezTo>
                  <a:pt x="9" y="37"/>
                  <a:pt x="9" y="37"/>
                  <a:pt x="9" y="38"/>
                </a:cubicBezTo>
                <a:lnTo>
                  <a:pt x="8" y="37"/>
                </a:lnTo>
                <a:lnTo>
                  <a:pt x="10" y="33"/>
                </a:lnTo>
                <a:lnTo>
                  <a:pt x="10" y="34"/>
                </a:lnTo>
                <a:cubicBezTo>
                  <a:pt x="10" y="34"/>
                  <a:pt x="10" y="35"/>
                  <a:pt x="11" y="35"/>
                </a:cubicBezTo>
                <a:cubicBezTo>
                  <a:pt x="11" y="36"/>
                  <a:pt x="12" y="36"/>
                  <a:pt x="14" y="37"/>
                </a:cubicBezTo>
                <a:lnTo>
                  <a:pt x="32" y="50"/>
                </a:lnTo>
                <a:lnTo>
                  <a:pt x="10" y="46"/>
                </a:lnTo>
                <a:cubicBezTo>
                  <a:pt x="8" y="46"/>
                  <a:pt x="7" y="46"/>
                  <a:pt x="7" y="46"/>
                </a:cubicBezTo>
                <a:cubicBezTo>
                  <a:pt x="6" y="46"/>
                  <a:pt x="6" y="46"/>
                  <a:pt x="5" y="47"/>
                </a:cubicBezTo>
                <a:lnTo>
                  <a:pt x="5" y="46"/>
                </a:lnTo>
                <a:lnTo>
                  <a:pt x="6" y="42"/>
                </a:lnTo>
                <a:lnTo>
                  <a:pt x="7" y="42"/>
                </a:lnTo>
                <a:cubicBezTo>
                  <a:pt x="7" y="42"/>
                  <a:pt x="7" y="43"/>
                  <a:pt x="7" y="43"/>
                </a:cubicBezTo>
                <a:cubicBezTo>
                  <a:pt x="7" y="43"/>
                  <a:pt x="8" y="44"/>
                  <a:pt x="8" y="44"/>
                </a:cubicBezTo>
                <a:cubicBezTo>
                  <a:pt x="9" y="44"/>
                  <a:pt x="10" y="44"/>
                  <a:pt x="11" y="44"/>
                </a:cubicBezTo>
                <a:lnTo>
                  <a:pt x="15" y="45"/>
                </a:lnTo>
                <a:close/>
                <a:moveTo>
                  <a:pt x="16" y="45"/>
                </a:moveTo>
                <a:lnTo>
                  <a:pt x="27" y="47"/>
                </a:lnTo>
                <a:lnTo>
                  <a:pt x="18" y="41"/>
                </a:lnTo>
                <a:lnTo>
                  <a:pt x="16" y="45"/>
                </a:lnTo>
                <a:close/>
              </a:path>
              <a:path w="336" h="189">
                <a:moveTo>
                  <a:pt x="29" y="62"/>
                </a:moveTo>
                <a:lnTo>
                  <a:pt x="5" y="52"/>
                </a:lnTo>
                <a:lnTo>
                  <a:pt x="5" y="57"/>
                </a:lnTo>
                <a:cubicBezTo>
                  <a:pt x="5" y="58"/>
                  <a:pt x="5" y="59"/>
                  <a:pt x="6" y="59"/>
                </a:cubicBezTo>
                <a:cubicBezTo>
                  <a:pt x="6" y="60"/>
                  <a:pt x="8" y="60"/>
                  <a:pt x="10" y="61"/>
                </a:cubicBezTo>
                <a:lnTo>
                  <a:pt x="3" y="60"/>
                </a:lnTo>
                <a:lnTo>
                  <a:pt x="4" y="49"/>
                </a:lnTo>
                <a:lnTo>
                  <a:pt x="28" y="59"/>
                </a:lnTo>
                <a:lnTo>
                  <a:pt x="28" y="55"/>
                </a:lnTo>
                <a:cubicBezTo>
                  <a:pt x="28" y="54"/>
                  <a:pt x="28" y="53"/>
                  <a:pt x="28" y="53"/>
                </a:cubicBezTo>
                <a:cubicBezTo>
                  <a:pt x="27" y="53"/>
                  <a:pt x="27" y="53"/>
                  <a:pt x="26" y="52"/>
                </a:cubicBezTo>
                <a:cubicBezTo>
                  <a:pt x="26" y="52"/>
                  <a:pt x="25" y="52"/>
                  <a:pt x="23" y="52"/>
                </a:cubicBezTo>
                <a:lnTo>
                  <a:pt x="23" y="51"/>
                </a:lnTo>
                <a:lnTo>
                  <a:pt x="30" y="52"/>
                </a:lnTo>
                <a:lnTo>
                  <a:pt x="29" y="62"/>
                </a:lnTo>
                <a:close/>
              </a:path>
              <a:path w="336" h="189">
                <a:moveTo>
                  <a:pt x="29" y="82"/>
                </a:moveTo>
                <a:cubicBezTo>
                  <a:pt x="29" y="84"/>
                  <a:pt x="28" y="85"/>
                  <a:pt x="25" y="87"/>
                </a:cubicBezTo>
                <a:cubicBezTo>
                  <a:pt x="22" y="88"/>
                  <a:pt x="19" y="89"/>
                  <a:pt x="15" y="89"/>
                </a:cubicBezTo>
                <a:cubicBezTo>
                  <a:pt x="11" y="89"/>
                  <a:pt x="8" y="89"/>
                  <a:pt x="5" y="87"/>
                </a:cubicBezTo>
                <a:cubicBezTo>
                  <a:pt x="3" y="86"/>
                  <a:pt x="1" y="85"/>
                  <a:pt x="1" y="83"/>
                </a:cubicBezTo>
                <a:cubicBezTo>
                  <a:pt x="1" y="81"/>
                  <a:pt x="2" y="80"/>
                  <a:pt x="5" y="78"/>
                </a:cubicBezTo>
                <a:cubicBezTo>
                  <a:pt x="7" y="77"/>
                  <a:pt x="11" y="76"/>
                  <a:pt x="15" y="76"/>
                </a:cubicBezTo>
                <a:cubicBezTo>
                  <a:pt x="19" y="76"/>
                  <a:pt x="22" y="77"/>
                  <a:pt x="25" y="78"/>
                </a:cubicBezTo>
                <a:cubicBezTo>
                  <a:pt x="27" y="79"/>
                  <a:pt x="29" y="80"/>
                  <a:pt x="29" y="82"/>
                </a:cubicBezTo>
                <a:close/>
                <a:moveTo>
                  <a:pt x="27" y="82"/>
                </a:moveTo>
                <a:cubicBezTo>
                  <a:pt x="27" y="81"/>
                  <a:pt x="26" y="80"/>
                  <a:pt x="25" y="79"/>
                </a:cubicBezTo>
                <a:cubicBezTo>
                  <a:pt x="22" y="78"/>
                  <a:pt x="19" y="78"/>
                  <a:pt x="15" y="78"/>
                </a:cubicBezTo>
                <a:cubicBezTo>
                  <a:pt x="11" y="79"/>
                  <a:pt x="7" y="79"/>
                  <a:pt x="5" y="80"/>
                </a:cubicBezTo>
                <a:cubicBezTo>
                  <a:pt x="3" y="81"/>
                  <a:pt x="2" y="82"/>
                  <a:pt x="3" y="83"/>
                </a:cubicBezTo>
                <a:cubicBezTo>
                  <a:pt x="3" y="84"/>
                  <a:pt x="4" y="85"/>
                  <a:pt x="6" y="86"/>
                </a:cubicBezTo>
                <a:cubicBezTo>
                  <a:pt x="8" y="87"/>
                  <a:pt x="11" y="87"/>
                  <a:pt x="15" y="87"/>
                </a:cubicBezTo>
                <a:cubicBezTo>
                  <a:pt x="19" y="87"/>
                  <a:pt x="23" y="86"/>
                  <a:pt x="25" y="85"/>
                </a:cubicBezTo>
                <a:cubicBezTo>
                  <a:pt x="26" y="84"/>
                  <a:pt x="27" y="83"/>
                  <a:pt x="27" y="82"/>
                </a:cubicBezTo>
                <a:close/>
              </a:path>
              <a:path w="336" h="189">
                <a:moveTo>
                  <a:pt x="16" y="66"/>
                </a:moveTo>
                <a:lnTo>
                  <a:pt x="15" y="72"/>
                </a:lnTo>
                <a:lnTo>
                  <a:pt x="22" y="73"/>
                </a:lnTo>
                <a:cubicBezTo>
                  <a:pt x="24" y="73"/>
                  <a:pt x="24" y="73"/>
                  <a:pt x="25" y="73"/>
                </a:cubicBezTo>
                <a:cubicBezTo>
                  <a:pt x="25" y="73"/>
                  <a:pt x="26" y="73"/>
                  <a:pt x="26" y="73"/>
                </a:cubicBezTo>
                <a:cubicBezTo>
                  <a:pt x="26" y="73"/>
                  <a:pt x="26" y="72"/>
                  <a:pt x="26" y="72"/>
                </a:cubicBezTo>
                <a:lnTo>
                  <a:pt x="27" y="72"/>
                </a:lnTo>
                <a:lnTo>
                  <a:pt x="26" y="77"/>
                </a:lnTo>
                <a:cubicBezTo>
                  <a:pt x="26" y="76"/>
                  <a:pt x="26" y="76"/>
                  <a:pt x="25" y="76"/>
                </a:cubicBezTo>
                <a:cubicBezTo>
                  <a:pt x="25" y="76"/>
                  <a:pt x="25" y="75"/>
                  <a:pt x="25" y="75"/>
                </a:cubicBezTo>
                <a:cubicBezTo>
                  <a:pt x="24" y="75"/>
                  <a:pt x="23" y="75"/>
                  <a:pt x="22" y="75"/>
                </a:cubicBezTo>
                <a:lnTo>
                  <a:pt x="5" y="73"/>
                </a:lnTo>
                <a:cubicBezTo>
                  <a:pt x="4" y="72"/>
                  <a:pt x="3" y="72"/>
                  <a:pt x="3" y="72"/>
                </a:cubicBezTo>
                <a:cubicBezTo>
                  <a:pt x="2" y="72"/>
                  <a:pt x="2" y="72"/>
                  <a:pt x="2" y="73"/>
                </a:cubicBezTo>
                <a:cubicBezTo>
                  <a:pt x="1" y="73"/>
                  <a:pt x="1" y="73"/>
                  <a:pt x="1" y="73"/>
                </a:cubicBezTo>
                <a:lnTo>
                  <a:pt x="1" y="74"/>
                </a:lnTo>
                <a:lnTo>
                  <a:pt x="0" y="74"/>
                </a:lnTo>
                <a:lnTo>
                  <a:pt x="1" y="68"/>
                </a:lnTo>
                <a:lnTo>
                  <a:pt x="2" y="68"/>
                </a:lnTo>
                <a:lnTo>
                  <a:pt x="2" y="69"/>
                </a:lnTo>
                <a:cubicBezTo>
                  <a:pt x="2" y="69"/>
                  <a:pt x="2" y="70"/>
                  <a:pt x="2" y="70"/>
                </a:cubicBezTo>
                <a:cubicBezTo>
                  <a:pt x="3" y="70"/>
                  <a:pt x="4" y="71"/>
                  <a:pt x="5" y="71"/>
                </a:cubicBezTo>
                <a:lnTo>
                  <a:pt x="13" y="72"/>
                </a:lnTo>
                <a:lnTo>
                  <a:pt x="14" y="66"/>
                </a:lnTo>
                <a:lnTo>
                  <a:pt x="6" y="65"/>
                </a:lnTo>
                <a:cubicBezTo>
                  <a:pt x="5" y="65"/>
                  <a:pt x="4" y="65"/>
                  <a:pt x="4" y="65"/>
                </a:cubicBezTo>
                <a:cubicBezTo>
                  <a:pt x="3" y="65"/>
                  <a:pt x="3" y="65"/>
                  <a:pt x="3" y="65"/>
                </a:cubicBezTo>
                <a:cubicBezTo>
                  <a:pt x="2" y="65"/>
                  <a:pt x="2" y="65"/>
                  <a:pt x="2" y="66"/>
                </a:cubicBezTo>
                <a:lnTo>
                  <a:pt x="1" y="66"/>
                </a:lnTo>
                <a:lnTo>
                  <a:pt x="2" y="60"/>
                </a:lnTo>
                <a:lnTo>
                  <a:pt x="3" y="61"/>
                </a:lnTo>
                <a:cubicBezTo>
                  <a:pt x="3" y="62"/>
                  <a:pt x="3" y="62"/>
                  <a:pt x="3" y="62"/>
                </a:cubicBezTo>
                <a:cubicBezTo>
                  <a:pt x="4" y="63"/>
                  <a:pt x="5" y="63"/>
                  <a:pt x="6" y="63"/>
                </a:cubicBezTo>
                <a:lnTo>
                  <a:pt x="23" y="65"/>
                </a:lnTo>
                <a:cubicBezTo>
                  <a:pt x="25" y="65"/>
                  <a:pt x="25" y="65"/>
                  <a:pt x="26" y="65"/>
                </a:cubicBezTo>
                <a:cubicBezTo>
                  <a:pt x="26" y="65"/>
                  <a:pt x="27" y="65"/>
                  <a:pt x="27" y="65"/>
                </a:cubicBezTo>
                <a:cubicBezTo>
                  <a:pt x="27" y="65"/>
                  <a:pt x="27" y="65"/>
                  <a:pt x="27" y="64"/>
                </a:cubicBezTo>
                <a:lnTo>
                  <a:pt x="28" y="64"/>
                </a:lnTo>
                <a:lnTo>
                  <a:pt x="27" y="69"/>
                </a:lnTo>
                <a:cubicBezTo>
                  <a:pt x="27" y="69"/>
                  <a:pt x="27" y="68"/>
                  <a:pt x="26" y="68"/>
                </a:cubicBezTo>
                <a:cubicBezTo>
                  <a:pt x="26" y="68"/>
                  <a:pt x="26" y="67"/>
                  <a:pt x="26" y="67"/>
                </a:cubicBezTo>
                <a:cubicBezTo>
                  <a:pt x="25" y="67"/>
                  <a:pt x="24" y="67"/>
                  <a:pt x="23" y="67"/>
                </a:cubicBezTo>
                <a:lnTo>
                  <a:pt x="16" y="66"/>
                </a:lnTo>
                <a:close/>
              </a:path>
              <a:path w="336" h="189">
                <a:moveTo>
                  <a:pt x="29" y="84"/>
                </a:moveTo>
                <a:lnTo>
                  <a:pt x="30" y="88"/>
                </a:lnTo>
                <a:lnTo>
                  <a:pt x="14" y="101"/>
                </a:lnTo>
                <a:lnTo>
                  <a:pt x="28" y="97"/>
                </a:lnTo>
                <a:cubicBezTo>
                  <a:pt x="30" y="96"/>
                  <a:pt x="31" y="96"/>
                  <a:pt x="31" y="95"/>
                </a:cubicBezTo>
                <a:cubicBezTo>
                  <a:pt x="32" y="95"/>
                  <a:pt x="32" y="95"/>
                  <a:pt x="32" y="94"/>
                </a:cubicBezTo>
                <a:lnTo>
                  <a:pt x="31" y="94"/>
                </a:lnTo>
                <a:lnTo>
                  <a:pt x="32" y="93"/>
                </a:lnTo>
                <a:lnTo>
                  <a:pt x="33" y="98"/>
                </a:lnTo>
                <a:cubicBezTo>
                  <a:pt x="32" y="97"/>
                  <a:pt x="32" y="97"/>
                  <a:pt x="31" y="97"/>
                </a:cubicBezTo>
                <a:cubicBezTo>
                  <a:pt x="31" y="97"/>
                  <a:pt x="30" y="97"/>
                  <a:pt x="29" y="97"/>
                </a:cubicBezTo>
                <a:lnTo>
                  <a:pt x="7" y="104"/>
                </a:lnTo>
                <a:lnTo>
                  <a:pt x="25" y="89"/>
                </a:lnTo>
                <a:lnTo>
                  <a:pt x="9" y="94"/>
                </a:lnTo>
                <a:cubicBezTo>
                  <a:pt x="8" y="95"/>
                  <a:pt x="7" y="95"/>
                  <a:pt x="7" y="95"/>
                </a:cubicBezTo>
                <a:cubicBezTo>
                  <a:pt x="6" y="96"/>
                  <a:pt x="6" y="96"/>
                  <a:pt x="6" y="97"/>
                </a:cubicBezTo>
                <a:lnTo>
                  <a:pt x="4" y="93"/>
                </a:lnTo>
                <a:lnTo>
                  <a:pt x="5" y="93"/>
                </a:lnTo>
                <a:cubicBezTo>
                  <a:pt x="5" y="94"/>
                  <a:pt x="6" y="94"/>
                  <a:pt x="6" y="94"/>
                </a:cubicBezTo>
                <a:cubicBezTo>
                  <a:pt x="7" y="94"/>
                  <a:pt x="8" y="94"/>
                  <a:pt x="9" y="93"/>
                </a:cubicBezTo>
                <a:lnTo>
                  <a:pt x="27" y="88"/>
                </a:lnTo>
                <a:cubicBezTo>
                  <a:pt x="27" y="87"/>
                  <a:pt x="28" y="87"/>
                  <a:pt x="28" y="86"/>
                </a:cubicBezTo>
                <a:cubicBezTo>
                  <a:pt x="28" y="86"/>
                  <a:pt x="28" y="86"/>
                  <a:pt x="29" y="85"/>
                </a:cubicBezTo>
                <a:cubicBezTo>
                  <a:pt x="29" y="85"/>
                  <a:pt x="29" y="85"/>
                  <a:pt x="28" y="84"/>
                </a:cubicBezTo>
                <a:lnTo>
                  <a:pt x="29" y="84"/>
                </a:lnTo>
                <a:close/>
              </a:path>
              <a:path w="336" h="189">
                <a:moveTo>
                  <a:pt x="38" y="107"/>
                </a:moveTo>
                <a:lnTo>
                  <a:pt x="30" y="110"/>
                </a:lnTo>
                <a:cubicBezTo>
                  <a:pt x="32" y="109"/>
                  <a:pt x="33" y="108"/>
                  <a:pt x="34" y="107"/>
                </a:cubicBezTo>
                <a:cubicBezTo>
                  <a:pt x="35" y="106"/>
                  <a:pt x="36" y="105"/>
                  <a:pt x="35" y="104"/>
                </a:cubicBezTo>
                <a:cubicBezTo>
                  <a:pt x="35" y="102"/>
                  <a:pt x="33" y="101"/>
                  <a:pt x="30" y="101"/>
                </a:cubicBezTo>
                <a:cubicBezTo>
                  <a:pt x="28" y="102"/>
                  <a:pt x="25" y="102"/>
                  <a:pt x="22" y="103"/>
                </a:cubicBezTo>
                <a:cubicBezTo>
                  <a:pt x="20" y="104"/>
                  <a:pt x="18" y="105"/>
                  <a:pt x="16" y="106"/>
                </a:cubicBezTo>
                <a:cubicBezTo>
                  <a:pt x="14" y="107"/>
                  <a:pt x="13" y="108"/>
                  <a:pt x="12" y="109"/>
                </a:cubicBezTo>
                <a:cubicBezTo>
                  <a:pt x="12" y="110"/>
                  <a:pt x="11" y="111"/>
                  <a:pt x="12" y="112"/>
                </a:cubicBezTo>
                <a:cubicBezTo>
                  <a:pt x="12" y="112"/>
                  <a:pt x="12" y="113"/>
                  <a:pt x="12" y="113"/>
                </a:cubicBezTo>
                <a:cubicBezTo>
                  <a:pt x="13" y="113"/>
                  <a:pt x="13" y="114"/>
                  <a:pt x="14" y="114"/>
                </a:cubicBezTo>
                <a:lnTo>
                  <a:pt x="21" y="112"/>
                </a:lnTo>
                <a:cubicBezTo>
                  <a:pt x="22" y="111"/>
                  <a:pt x="23" y="111"/>
                  <a:pt x="24" y="111"/>
                </a:cubicBezTo>
                <a:cubicBezTo>
                  <a:pt x="24" y="110"/>
                  <a:pt x="24" y="110"/>
                  <a:pt x="24" y="110"/>
                </a:cubicBezTo>
                <a:cubicBezTo>
                  <a:pt x="24" y="110"/>
                  <a:pt x="24" y="109"/>
                  <a:pt x="24" y="109"/>
                </a:cubicBezTo>
                <a:lnTo>
                  <a:pt x="25" y="108"/>
                </a:lnTo>
                <a:lnTo>
                  <a:pt x="27" y="113"/>
                </a:lnTo>
                <a:lnTo>
                  <a:pt x="26" y="113"/>
                </a:lnTo>
                <a:cubicBezTo>
                  <a:pt x="26" y="113"/>
                  <a:pt x="25" y="113"/>
                  <a:pt x="24" y="113"/>
                </a:cubicBezTo>
                <a:cubicBezTo>
                  <a:pt x="24" y="113"/>
                  <a:pt x="23" y="113"/>
                  <a:pt x="22" y="113"/>
                </a:cubicBezTo>
                <a:lnTo>
                  <a:pt x="14" y="116"/>
                </a:lnTo>
                <a:cubicBezTo>
                  <a:pt x="13" y="115"/>
                  <a:pt x="12" y="115"/>
                  <a:pt x="12" y="114"/>
                </a:cubicBezTo>
                <a:cubicBezTo>
                  <a:pt x="11" y="114"/>
                  <a:pt x="11" y="113"/>
                  <a:pt x="10" y="112"/>
                </a:cubicBezTo>
                <a:cubicBezTo>
                  <a:pt x="10" y="110"/>
                  <a:pt x="11" y="108"/>
                  <a:pt x="13" y="105"/>
                </a:cubicBezTo>
                <a:cubicBezTo>
                  <a:pt x="15" y="104"/>
                  <a:pt x="18" y="102"/>
                  <a:pt x="21" y="101"/>
                </a:cubicBezTo>
                <a:cubicBezTo>
                  <a:pt x="23" y="100"/>
                  <a:pt x="25" y="100"/>
                  <a:pt x="27" y="100"/>
                </a:cubicBezTo>
                <a:cubicBezTo>
                  <a:pt x="30" y="100"/>
                  <a:pt x="32" y="100"/>
                  <a:pt x="34" y="101"/>
                </a:cubicBezTo>
                <a:cubicBezTo>
                  <a:pt x="35" y="101"/>
                  <a:pt x="36" y="102"/>
                  <a:pt x="36" y="103"/>
                </a:cubicBezTo>
                <a:cubicBezTo>
                  <a:pt x="37" y="104"/>
                  <a:pt x="37" y="104"/>
                  <a:pt x="37" y="104"/>
                </a:cubicBezTo>
                <a:cubicBezTo>
                  <a:pt x="37" y="105"/>
                  <a:pt x="36" y="106"/>
                  <a:pt x="36" y="106"/>
                </a:cubicBezTo>
                <a:cubicBezTo>
                  <a:pt x="36" y="107"/>
                  <a:pt x="36" y="107"/>
                  <a:pt x="36" y="107"/>
                </a:cubicBezTo>
                <a:cubicBezTo>
                  <a:pt x="36" y="107"/>
                  <a:pt x="36" y="107"/>
                  <a:pt x="36" y="107"/>
                </a:cubicBezTo>
                <a:cubicBezTo>
                  <a:pt x="37" y="107"/>
                  <a:pt x="37" y="107"/>
                  <a:pt x="38" y="107"/>
                </a:cubicBezTo>
                <a:close/>
              </a:path>
              <a:path w="336" h="189">
                <a:moveTo>
                  <a:pt x="47" y="119"/>
                </a:moveTo>
                <a:lnTo>
                  <a:pt x="48" y="118"/>
                </a:lnTo>
                <a:lnTo>
                  <a:pt x="51" y="122"/>
                </a:lnTo>
                <a:lnTo>
                  <a:pt x="50" y="122"/>
                </a:lnTo>
                <a:cubicBezTo>
                  <a:pt x="49" y="121"/>
                  <a:pt x="49" y="121"/>
                  <a:pt x="48" y="122"/>
                </a:cubicBezTo>
                <a:cubicBezTo>
                  <a:pt x="48" y="122"/>
                  <a:pt x="47" y="122"/>
                  <a:pt x="46" y="123"/>
                </a:cubicBezTo>
                <a:lnTo>
                  <a:pt x="38" y="130"/>
                </a:lnTo>
                <a:cubicBezTo>
                  <a:pt x="36" y="132"/>
                  <a:pt x="34" y="133"/>
                  <a:pt x="33" y="134"/>
                </a:cubicBezTo>
                <a:cubicBezTo>
                  <a:pt x="31" y="135"/>
                  <a:pt x="30" y="135"/>
                  <a:pt x="29" y="135"/>
                </a:cubicBezTo>
                <a:cubicBezTo>
                  <a:pt x="27" y="135"/>
                  <a:pt x="26" y="135"/>
                  <a:pt x="26" y="134"/>
                </a:cubicBezTo>
                <a:cubicBezTo>
                  <a:pt x="25" y="133"/>
                  <a:pt x="24" y="131"/>
                  <a:pt x="25" y="130"/>
                </a:cubicBezTo>
                <a:cubicBezTo>
                  <a:pt x="25" y="129"/>
                  <a:pt x="26" y="128"/>
                  <a:pt x="27" y="126"/>
                </a:cubicBezTo>
                <a:cubicBezTo>
                  <a:pt x="27" y="126"/>
                  <a:pt x="29" y="124"/>
                  <a:pt x="32" y="122"/>
                </a:cubicBezTo>
                <a:lnTo>
                  <a:pt x="39" y="115"/>
                </a:lnTo>
                <a:cubicBezTo>
                  <a:pt x="41" y="114"/>
                  <a:pt x="41" y="114"/>
                  <a:pt x="42" y="113"/>
                </a:cubicBezTo>
                <a:cubicBezTo>
                  <a:pt x="42" y="113"/>
                  <a:pt x="42" y="112"/>
                  <a:pt x="42" y="112"/>
                </a:cubicBezTo>
                <a:lnTo>
                  <a:pt x="41" y="111"/>
                </a:lnTo>
                <a:lnTo>
                  <a:pt x="42" y="111"/>
                </a:lnTo>
                <a:lnTo>
                  <a:pt x="45" y="115"/>
                </a:lnTo>
                <a:lnTo>
                  <a:pt x="45" y="116"/>
                </a:lnTo>
                <a:lnTo>
                  <a:pt x="45" y="115"/>
                </a:lnTo>
                <a:cubicBezTo>
                  <a:pt x="44" y="115"/>
                  <a:pt x="44" y="115"/>
                  <a:pt x="43" y="115"/>
                </a:cubicBezTo>
                <a:cubicBezTo>
                  <a:pt x="43" y="115"/>
                  <a:pt x="42" y="116"/>
                  <a:pt x="41" y="117"/>
                </a:cubicBezTo>
                <a:lnTo>
                  <a:pt x="32" y="124"/>
                </a:lnTo>
                <a:cubicBezTo>
                  <a:pt x="31" y="125"/>
                  <a:pt x="30" y="126"/>
                  <a:pt x="29" y="127"/>
                </a:cubicBezTo>
                <a:cubicBezTo>
                  <a:pt x="28" y="127"/>
                  <a:pt x="28" y="128"/>
                  <a:pt x="27" y="129"/>
                </a:cubicBezTo>
                <a:cubicBezTo>
                  <a:pt x="27" y="130"/>
                  <a:pt x="26" y="130"/>
                  <a:pt x="26" y="131"/>
                </a:cubicBezTo>
                <a:cubicBezTo>
                  <a:pt x="26" y="132"/>
                  <a:pt x="26" y="132"/>
                  <a:pt x="27" y="133"/>
                </a:cubicBezTo>
                <a:cubicBezTo>
                  <a:pt x="27" y="133"/>
                  <a:pt x="28" y="134"/>
                  <a:pt x="29" y="134"/>
                </a:cubicBezTo>
                <a:cubicBezTo>
                  <a:pt x="30" y="134"/>
                  <a:pt x="31" y="133"/>
                  <a:pt x="32" y="133"/>
                </a:cubicBezTo>
                <a:cubicBezTo>
                  <a:pt x="33" y="132"/>
                  <a:pt x="35" y="131"/>
                  <a:pt x="37" y="129"/>
                </a:cubicBezTo>
                <a:lnTo>
                  <a:pt x="45" y="123"/>
                </a:lnTo>
                <a:cubicBezTo>
                  <a:pt x="47" y="122"/>
                  <a:pt x="47" y="121"/>
                  <a:pt x="48" y="120"/>
                </a:cubicBezTo>
                <a:cubicBezTo>
                  <a:pt x="48" y="120"/>
                  <a:pt x="48" y="119"/>
                  <a:pt x="47" y="119"/>
                </a:cubicBezTo>
                <a:close/>
              </a:path>
              <a:path w="336" h="189">
                <a:moveTo>
                  <a:pt x="51" y="121"/>
                </a:moveTo>
                <a:lnTo>
                  <a:pt x="53" y="123"/>
                </a:lnTo>
                <a:lnTo>
                  <a:pt x="46" y="143"/>
                </a:lnTo>
                <a:lnTo>
                  <a:pt x="56" y="132"/>
                </a:lnTo>
                <a:cubicBezTo>
                  <a:pt x="57" y="131"/>
                  <a:pt x="58" y="130"/>
                  <a:pt x="58" y="130"/>
                </a:cubicBezTo>
                <a:cubicBezTo>
                  <a:pt x="58" y="129"/>
                  <a:pt x="58" y="128"/>
                  <a:pt x="58" y="128"/>
                </a:cubicBezTo>
                <a:lnTo>
                  <a:pt x="57" y="128"/>
                </a:lnTo>
                <a:lnTo>
                  <a:pt x="58" y="127"/>
                </a:lnTo>
                <a:lnTo>
                  <a:pt x="61" y="130"/>
                </a:lnTo>
                <a:lnTo>
                  <a:pt x="61" y="131"/>
                </a:lnTo>
                <a:lnTo>
                  <a:pt x="60" y="131"/>
                </a:lnTo>
                <a:cubicBezTo>
                  <a:pt x="60" y="130"/>
                  <a:pt x="60" y="130"/>
                  <a:pt x="59" y="131"/>
                </a:cubicBezTo>
                <a:cubicBezTo>
                  <a:pt x="59" y="131"/>
                  <a:pt x="58" y="131"/>
                  <a:pt x="57" y="133"/>
                </a:cubicBezTo>
                <a:lnTo>
                  <a:pt x="42" y="149"/>
                </a:lnTo>
                <a:lnTo>
                  <a:pt x="50" y="127"/>
                </a:lnTo>
                <a:lnTo>
                  <a:pt x="39" y="140"/>
                </a:lnTo>
                <a:cubicBezTo>
                  <a:pt x="38" y="141"/>
                  <a:pt x="37" y="142"/>
                  <a:pt x="37" y="142"/>
                </a:cubicBezTo>
                <a:cubicBezTo>
                  <a:pt x="37" y="143"/>
                  <a:pt x="37" y="143"/>
                  <a:pt x="37" y="143"/>
                </a:cubicBezTo>
                <a:lnTo>
                  <a:pt x="38" y="144"/>
                </a:lnTo>
                <a:lnTo>
                  <a:pt x="37" y="144"/>
                </a:lnTo>
                <a:lnTo>
                  <a:pt x="34" y="141"/>
                </a:lnTo>
                <a:lnTo>
                  <a:pt x="35" y="141"/>
                </a:lnTo>
                <a:cubicBezTo>
                  <a:pt x="35" y="141"/>
                  <a:pt x="36" y="141"/>
                  <a:pt x="36" y="141"/>
                </a:cubicBezTo>
                <a:cubicBezTo>
                  <a:pt x="37" y="141"/>
                  <a:pt x="37" y="140"/>
                  <a:pt x="38" y="139"/>
                </a:cubicBezTo>
                <a:lnTo>
                  <a:pt x="50" y="125"/>
                </a:lnTo>
                <a:cubicBezTo>
                  <a:pt x="51" y="124"/>
                  <a:pt x="51" y="124"/>
                  <a:pt x="51" y="123"/>
                </a:cubicBezTo>
                <a:cubicBezTo>
                  <a:pt x="51" y="123"/>
                  <a:pt x="51" y="123"/>
                  <a:pt x="51" y="122"/>
                </a:cubicBezTo>
                <a:cubicBezTo>
                  <a:pt x="51" y="122"/>
                  <a:pt x="50" y="122"/>
                  <a:pt x="50" y="121"/>
                </a:cubicBezTo>
                <a:lnTo>
                  <a:pt x="51" y="121"/>
                </a:lnTo>
                <a:close/>
              </a:path>
              <a:path w="336" h="189">
                <a:moveTo>
                  <a:pt x="51" y="155"/>
                </a:moveTo>
                <a:lnTo>
                  <a:pt x="50" y="156"/>
                </a:lnTo>
                <a:lnTo>
                  <a:pt x="46" y="152"/>
                </a:lnTo>
                <a:lnTo>
                  <a:pt x="47" y="151"/>
                </a:lnTo>
                <a:lnTo>
                  <a:pt x="47" y="152"/>
                </a:lnTo>
                <a:cubicBezTo>
                  <a:pt x="47" y="152"/>
                  <a:pt x="48" y="152"/>
                  <a:pt x="49" y="152"/>
                </a:cubicBezTo>
                <a:cubicBezTo>
                  <a:pt x="49" y="152"/>
                  <a:pt x="50" y="151"/>
                  <a:pt x="51" y="150"/>
                </a:cubicBezTo>
                <a:lnTo>
                  <a:pt x="62" y="137"/>
                </a:lnTo>
                <a:cubicBezTo>
                  <a:pt x="63" y="136"/>
                  <a:pt x="63" y="135"/>
                  <a:pt x="63" y="135"/>
                </a:cubicBezTo>
                <a:cubicBezTo>
                  <a:pt x="64" y="134"/>
                  <a:pt x="64" y="134"/>
                  <a:pt x="64" y="134"/>
                </a:cubicBezTo>
                <a:cubicBezTo>
                  <a:pt x="64" y="133"/>
                  <a:pt x="64" y="133"/>
                  <a:pt x="63" y="133"/>
                </a:cubicBezTo>
                <a:lnTo>
                  <a:pt x="63" y="132"/>
                </a:lnTo>
                <a:lnTo>
                  <a:pt x="68" y="136"/>
                </a:lnTo>
                <a:lnTo>
                  <a:pt x="67" y="136"/>
                </a:lnTo>
                <a:cubicBezTo>
                  <a:pt x="66" y="136"/>
                  <a:pt x="66" y="136"/>
                  <a:pt x="65" y="136"/>
                </a:cubicBezTo>
                <a:cubicBezTo>
                  <a:pt x="65" y="136"/>
                  <a:pt x="64" y="137"/>
                  <a:pt x="63" y="138"/>
                </a:cubicBezTo>
                <a:lnTo>
                  <a:pt x="52" y="151"/>
                </a:lnTo>
                <a:cubicBezTo>
                  <a:pt x="51" y="152"/>
                  <a:pt x="51" y="153"/>
                  <a:pt x="50" y="153"/>
                </a:cubicBezTo>
                <a:cubicBezTo>
                  <a:pt x="50" y="153"/>
                  <a:pt x="50" y="153"/>
                  <a:pt x="50" y="154"/>
                </a:cubicBezTo>
                <a:cubicBezTo>
                  <a:pt x="50" y="154"/>
                  <a:pt x="50" y="155"/>
                  <a:pt x="51" y="155"/>
                </a:cubicBezTo>
                <a:close/>
              </a:path>
              <a:path w="336" h="189">
                <a:moveTo>
                  <a:pt x="81" y="143"/>
                </a:moveTo>
                <a:lnTo>
                  <a:pt x="80" y="143"/>
                </a:lnTo>
                <a:cubicBezTo>
                  <a:pt x="80" y="143"/>
                  <a:pt x="79" y="143"/>
                  <a:pt x="79" y="144"/>
                </a:cubicBezTo>
                <a:cubicBezTo>
                  <a:pt x="78" y="144"/>
                  <a:pt x="78" y="145"/>
                  <a:pt x="77" y="146"/>
                </a:cubicBezTo>
                <a:lnTo>
                  <a:pt x="61" y="163"/>
                </a:lnTo>
                <a:lnTo>
                  <a:pt x="61" y="162"/>
                </a:lnTo>
                <a:lnTo>
                  <a:pt x="68" y="140"/>
                </a:lnTo>
                <a:cubicBezTo>
                  <a:pt x="69" y="139"/>
                  <a:pt x="69" y="139"/>
                  <a:pt x="69" y="138"/>
                </a:cubicBezTo>
                <a:cubicBezTo>
                  <a:pt x="69" y="138"/>
                  <a:pt x="69" y="137"/>
                  <a:pt x="69" y="137"/>
                </a:cubicBezTo>
                <a:cubicBezTo>
                  <a:pt x="69" y="137"/>
                  <a:pt x="69" y="137"/>
                  <a:pt x="68" y="136"/>
                </a:cubicBezTo>
                <a:lnTo>
                  <a:pt x="69" y="136"/>
                </a:lnTo>
                <a:lnTo>
                  <a:pt x="73" y="138"/>
                </a:lnTo>
                <a:lnTo>
                  <a:pt x="73" y="139"/>
                </a:lnTo>
                <a:cubicBezTo>
                  <a:pt x="72" y="139"/>
                  <a:pt x="72" y="139"/>
                  <a:pt x="72" y="139"/>
                </a:cubicBezTo>
                <a:cubicBezTo>
                  <a:pt x="71" y="139"/>
                  <a:pt x="71" y="139"/>
                  <a:pt x="71" y="140"/>
                </a:cubicBezTo>
                <a:cubicBezTo>
                  <a:pt x="71" y="140"/>
                  <a:pt x="70" y="141"/>
                  <a:pt x="70" y="143"/>
                </a:cubicBezTo>
                <a:lnTo>
                  <a:pt x="65" y="158"/>
                </a:lnTo>
                <a:lnTo>
                  <a:pt x="75" y="146"/>
                </a:lnTo>
                <a:cubicBezTo>
                  <a:pt x="76" y="145"/>
                  <a:pt x="77" y="144"/>
                  <a:pt x="77" y="144"/>
                </a:cubicBezTo>
                <a:cubicBezTo>
                  <a:pt x="77" y="143"/>
                  <a:pt x="77" y="143"/>
                  <a:pt x="77" y="143"/>
                </a:cubicBezTo>
                <a:cubicBezTo>
                  <a:pt x="77" y="142"/>
                  <a:pt x="77" y="142"/>
                  <a:pt x="77" y="141"/>
                </a:cubicBezTo>
                <a:cubicBezTo>
                  <a:pt x="77" y="141"/>
                  <a:pt x="77" y="141"/>
                  <a:pt x="77" y="141"/>
                </a:cubicBezTo>
                <a:lnTo>
                  <a:pt x="81" y="143"/>
                </a:lnTo>
                <a:close/>
              </a:path>
              <a:path w="336" h="189">
                <a:moveTo>
                  <a:pt x="153" y="160"/>
                </a:moveTo>
                <a:cubicBezTo>
                  <a:pt x="155" y="160"/>
                  <a:pt x="156" y="161"/>
                  <a:pt x="157" y="164"/>
                </a:cubicBezTo>
                <a:cubicBezTo>
                  <a:pt x="159" y="166"/>
                  <a:pt x="159" y="170"/>
                  <a:pt x="159" y="174"/>
                </a:cubicBezTo>
                <a:cubicBezTo>
                  <a:pt x="159" y="178"/>
                  <a:pt x="159" y="181"/>
                  <a:pt x="157" y="184"/>
                </a:cubicBezTo>
                <a:cubicBezTo>
                  <a:pt x="156" y="186"/>
                  <a:pt x="155" y="187"/>
                  <a:pt x="153" y="187"/>
                </a:cubicBezTo>
                <a:cubicBezTo>
                  <a:pt x="151" y="187"/>
                  <a:pt x="150" y="186"/>
                  <a:pt x="148" y="184"/>
                </a:cubicBezTo>
                <a:cubicBezTo>
                  <a:pt x="147" y="181"/>
                  <a:pt x="147" y="178"/>
                  <a:pt x="147" y="174"/>
                </a:cubicBezTo>
                <a:cubicBezTo>
                  <a:pt x="147" y="169"/>
                  <a:pt x="147" y="166"/>
                  <a:pt x="149" y="163"/>
                </a:cubicBezTo>
                <a:cubicBezTo>
                  <a:pt x="150" y="161"/>
                  <a:pt x="151" y="160"/>
                  <a:pt x="153" y="160"/>
                </a:cubicBezTo>
                <a:close/>
                <a:moveTo>
                  <a:pt x="153" y="161"/>
                </a:moveTo>
                <a:cubicBezTo>
                  <a:pt x="152" y="161"/>
                  <a:pt x="151" y="162"/>
                  <a:pt x="150" y="164"/>
                </a:cubicBezTo>
                <a:cubicBezTo>
                  <a:pt x="149" y="166"/>
                  <a:pt x="149" y="169"/>
                  <a:pt x="149" y="174"/>
                </a:cubicBezTo>
                <a:cubicBezTo>
                  <a:pt x="149" y="178"/>
                  <a:pt x="149" y="181"/>
                  <a:pt x="150" y="183"/>
                </a:cubicBezTo>
                <a:cubicBezTo>
                  <a:pt x="151" y="185"/>
                  <a:pt x="152" y="186"/>
                  <a:pt x="153" y="186"/>
                </a:cubicBezTo>
                <a:cubicBezTo>
                  <a:pt x="154" y="186"/>
                  <a:pt x="155" y="185"/>
                  <a:pt x="156" y="183"/>
                </a:cubicBezTo>
                <a:cubicBezTo>
                  <a:pt x="157" y="181"/>
                  <a:pt x="157" y="178"/>
                  <a:pt x="157" y="174"/>
                </a:cubicBezTo>
                <a:cubicBezTo>
                  <a:pt x="157" y="170"/>
                  <a:pt x="157" y="166"/>
                  <a:pt x="156" y="164"/>
                </a:cubicBezTo>
                <a:cubicBezTo>
                  <a:pt x="155" y="162"/>
                  <a:pt x="154" y="161"/>
                  <a:pt x="153" y="161"/>
                </a:cubicBezTo>
                <a:close/>
              </a:path>
              <a:path w="336" h="189">
                <a:moveTo>
                  <a:pt x="165" y="162"/>
                </a:moveTo>
                <a:lnTo>
                  <a:pt x="165" y="172"/>
                </a:lnTo>
                <a:lnTo>
                  <a:pt x="167" y="172"/>
                </a:lnTo>
                <a:cubicBezTo>
                  <a:pt x="168" y="172"/>
                  <a:pt x="168" y="172"/>
                  <a:pt x="168" y="172"/>
                </a:cubicBezTo>
                <a:cubicBezTo>
                  <a:pt x="168" y="171"/>
                  <a:pt x="169" y="170"/>
                  <a:pt x="169" y="169"/>
                </a:cubicBezTo>
                <a:lnTo>
                  <a:pt x="169" y="178"/>
                </a:lnTo>
                <a:cubicBezTo>
                  <a:pt x="169" y="177"/>
                  <a:pt x="169" y="176"/>
                  <a:pt x="169" y="175"/>
                </a:cubicBezTo>
                <a:cubicBezTo>
                  <a:pt x="168" y="175"/>
                  <a:pt x="168" y="175"/>
                  <a:pt x="168" y="174"/>
                </a:cubicBezTo>
                <a:cubicBezTo>
                  <a:pt x="168" y="174"/>
                  <a:pt x="167" y="174"/>
                  <a:pt x="167" y="174"/>
                </a:cubicBezTo>
                <a:lnTo>
                  <a:pt x="165" y="174"/>
                </a:lnTo>
                <a:lnTo>
                  <a:pt x="165" y="182"/>
                </a:lnTo>
                <a:cubicBezTo>
                  <a:pt x="165" y="184"/>
                  <a:pt x="165" y="184"/>
                  <a:pt x="165" y="185"/>
                </a:cubicBezTo>
                <a:cubicBezTo>
                  <a:pt x="165" y="185"/>
                  <a:pt x="165" y="185"/>
                  <a:pt x="165" y="186"/>
                </a:cubicBezTo>
                <a:cubicBezTo>
                  <a:pt x="165" y="186"/>
                  <a:pt x="166" y="186"/>
                  <a:pt x="166" y="186"/>
                </a:cubicBezTo>
                <a:lnTo>
                  <a:pt x="167" y="186"/>
                </a:lnTo>
                <a:lnTo>
                  <a:pt x="167" y="187"/>
                </a:lnTo>
                <a:lnTo>
                  <a:pt x="161" y="187"/>
                </a:lnTo>
                <a:lnTo>
                  <a:pt x="161" y="186"/>
                </a:lnTo>
                <a:cubicBezTo>
                  <a:pt x="162" y="186"/>
                  <a:pt x="162" y="186"/>
                  <a:pt x="163" y="185"/>
                </a:cubicBezTo>
                <a:cubicBezTo>
                  <a:pt x="163" y="185"/>
                  <a:pt x="163" y="184"/>
                  <a:pt x="163" y="182"/>
                </a:cubicBezTo>
                <a:lnTo>
                  <a:pt x="163" y="165"/>
                </a:lnTo>
                <a:cubicBezTo>
                  <a:pt x="163" y="164"/>
                  <a:pt x="163" y="163"/>
                  <a:pt x="163" y="163"/>
                </a:cubicBezTo>
                <a:cubicBezTo>
                  <a:pt x="163" y="162"/>
                  <a:pt x="162" y="162"/>
                  <a:pt x="162" y="162"/>
                </a:cubicBezTo>
                <a:cubicBezTo>
                  <a:pt x="162" y="161"/>
                  <a:pt x="162" y="161"/>
                  <a:pt x="161" y="161"/>
                </a:cubicBezTo>
                <a:lnTo>
                  <a:pt x="171" y="161"/>
                </a:lnTo>
                <a:lnTo>
                  <a:pt x="171" y="166"/>
                </a:lnTo>
                <a:lnTo>
                  <a:pt x="170" y="166"/>
                </a:lnTo>
                <a:cubicBezTo>
                  <a:pt x="170" y="165"/>
                  <a:pt x="170" y="164"/>
                  <a:pt x="170" y="164"/>
                </a:cubicBezTo>
                <a:cubicBezTo>
                  <a:pt x="170" y="163"/>
                  <a:pt x="169" y="163"/>
                  <a:pt x="169" y="162"/>
                </a:cubicBezTo>
                <a:cubicBezTo>
                  <a:pt x="169" y="162"/>
                  <a:pt x="168" y="162"/>
                  <a:pt x="168" y="162"/>
                </a:cubicBezTo>
                <a:lnTo>
                  <a:pt x="165" y="162"/>
                </a:lnTo>
                <a:close/>
              </a:path>
              <a:path w="336" h="189">
                <a:moveTo>
                  <a:pt x="92" y="176"/>
                </a:moveTo>
                <a:lnTo>
                  <a:pt x="89" y="175"/>
                </a:lnTo>
                <a:lnTo>
                  <a:pt x="91" y="162"/>
                </a:lnTo>
                <a:cubicBezTo>
                  <a:pt x="90" y="162"/>
                  <a:pt x="90" y="161"/>
                  <a:pt x="90" y="161"/>
                </a:cubicBezTo>
                <a:cubicBezTo>
                  <a:pt x="90" y="161"/>
                  <a:pt x="90" y="161"/>
                  <a:pt x="90" y="161"/>
                </a:cubicBezTo>
                <a:cubicBezTo>
                  <a:pt x="90" y="161"/>
                  <a:pt x="90" y="161"/>
                  <a:pt x="89" y="161"/>
                </a:cubicBezTo>
                <a:lnTo>
                  <a:pt x="86" y="168"/>
                </a:lnTo>
                <a:cubicBezTo>
                  <a:pt x="85" y="169"/>
                  <a:pt x="85" y="170"/>
                  <a:pt x="84" y="171"/>
                </a:cubicBezTo>
                <a:cubicBezTo>
                  <a:pt x="84" y="171"/>
                  <a:pt x="85" y="172"/>
                  <a:pt x="85" y="172"/>
                </a:cubicBezTo>
                <a:lnTo>
                  <a:pt x="85" y="173"/>
                </a:lnTo>
                <a:lnTo>
                  <a:pt x="80" y="170"/>
                </a:lnTo>
                <a:lnTo>
                  <a:pt x="81" y="169"/>
                </a:lnTo>
                <a:lnTo>
                  <a:pt x="81" y="170"/>
                </a:lnTo>
                <a:cubicBezTo>
                  <a:pt x="81" y="170"/>
                  <a:pt x="82" y="170"/>
                  <a:pt x="83" y="169"/>
                </a:cubicBezTo>
                <a:cubicBezTo>
                  <a:pt x="83" y="169"/>
                  <a:pt x="83" y="168"/>
                  <a:pt x="84" y="167"/>
                </a:cubicBezTo>
                <a:lnTo>
                  <a:pt x="92" y="152"/>
                </a:lnTo>
                <a:cubicBezTo>
                  <a:pt x="93" y="151"/>
                  <a:pt x="94" y="150"/>
                  <a:pt x="94" y="149"/>
                </a:cubicBezTo>
                <a:cubicBezTo>
                  <a:pt x="94" y="149"/>
                  <a:pt x="94" y="148"/>
                  <a:pt x="93" y="148"/>
                </a:cubicBezTo>
                <a:lnTo>
                  <a:pt x="93" y="147"/>
                </a:lnTo>
                <a:lnTo>
                  <a:pt x="97" y="149"/>
                </a:lnTo>
                <a:cubicBezTo>
                  <a:pt x="98" y="150"/>
                  <a:pt x="99" y="151"/>
                  <a:pt x="100" y="151"/>
                </a:cubicBezTo>
                <a:cubicBezTo>
                  <a:pt x="100" y="152"/>
                  <a:pt x="100" y="153"/>
                  <a:pt x="100" y="154"/>
                </a:cubicBezTo>
                <a:cubicBezTo>
                  <a:pt x="100" y="155"/>
                  <a:pt x="99" y="157"/>
                  <a:pt x="99" y="158"/>
                </a:cubicBezTo>
                <a:cubicBezTo>
                  <a:pt x="98" y="159"/>
                  <a:pt x="97" y="160"/>
                  <a:pt x="96" y="161"/>
                </a:cubicBezTo>
                <a:cubicBezTo>
                  <a:pt x="95" y="162"/>
                  <a:pt x="94" y="162"/>
                  <a:pt x="93" y="162"/>
                </a:cubicBezTo>
                <a:lnTo>
                  <a:pt x="91" y="170"/>
                </a:lnTo>
                <a:cubicBezTo>
                  <a:pt x="91" y="172"/>
                  <a:pt x="91" y="173"/>
                  <a:pt x="91" y="174"/>
                </a:cubicBezTo>
                <a:cubicBezTo>
                  <a:pt x="91" y="175"/>
                  <a:pt x="91" y="175"/>
                  <a:pt x="92" y="176"/>
                </a:cubicBezTo>
                <a:close/>
                <a:moveTo>
                  <a:pt x="90" y="160"/>
                </a:moveTo>
                <a:cubicBezTo>
                  <a:pt x="90" y="160"/>
                  <a:pt x="90" y="160"/>
                  <a:pt x="90" y="160"/>
                </a:cubicBezTo>
                <a:cubicBezTo>
                  <a:pt x="90" y="160"/>
                  <a:pt x="90" y="160"/>
                  <a:pt x="91" y="160"/>
                </a:cubicBezTo>
                <a:cubicBezTo>
                  <a:pt x="92" y="161"/>
                  <a:pt x="93" y="161"/>
                  <a:pt x="94" y="160"/>
                </a:cubicBezTo>
                <a:cubicBezTo>
                  <a:pt x="95" y="160"/>
                  <a:pt x="96" y="158"/>
                  <a:pt x="97" y="157"/>
                </a:cubicBezTo>
                <a:cubicBezTo>
                  <a:pt x="97" y="156"/>
                  <a:pt x="98" y="154"/>
                  <a:pt x="98" y="153"/>
                </a:cubicBezTo>
                <a:cubicBezTo>
                  <a:pt x="98" y="152"/>
                  <a:pt x="98" y="151"/>
                  <a:pt x="97" y="151"/>
                </a:cubicBezTo>
                <a:cubicBezTo>
                  <a:pt x="97" y="151"/>
                  <a:pt x="96" y="150"/>
                  <a:pt x="95" y="150"/>
                </a:cubicBezTo>
                <a:lnTo>
                  <a:pt x="90" y="160"/>
                </a:lnTo>
                <a:close/>
              </a:path>
              <a:path w="336" h="189">
                <a:moveTo>
                  <a:pt x="110" y="153"/>
                </a:moveTo>
                <a:lnTo>
                  <a:pt x="107" y="161"/>
                </a:lnTo>
                <a:cubicBezTo>
                  <a:pt x="107" y="160"/>
                  <a:pt x="108" y="158"/>
                  <a:pt x="108" y="157"/>
                </a:cubicBezTo>
                <a:cubicBezTo>
                  <a:pt x="108" y="156"/>
                  <a:pt x="108" y="155"/>
                  <a:pt x="107" y="154"/>
                </a:cubicBezTo>
                <a:cubicBezTo>
                  <a:pt x="107" y="154"/>
                  <a:pt x="107" y="153"/>
                  <a:pt x="106" y="153"/>
                </a:cubicBezTo>
                <a:cubicBezTo>
                  <a:pt x="105" y="153"/>
                  <a:pt x="105" y="153"/>
                  <a:pt x="104" y="154"/>
                </a:cubicBezTo>
                <a:cubicBezTo>
                  <a:pt x="103" y="154"/>
                  <a:pt x="103" y="155"/>
                  <a:pt x="103" y="156"/>
                </a:cubicBezTo>
                <a:cubicBezTo>
                  <a:pt x="102" y="157"/>
                  <a:pt x="102" y="157"/>
                  <a:pt x="102" y="158"/>
                </a:cubicBezTo>
                <a:cubicBezTo>
                  <a:pt x="102" y="159"/>
                  <a:pt x="103" y="161"/>
                  <a:pt x="104" y="163"/>
                </a:cubicBezTo>
                <a:cubicBezTo>
                  <a:pt x="104" y="164"/>
                  <a:pt x="105" y="166"/>
                  <a:pt x="105" y="166"/>
                </a:cubicBezTo>
                <a:cubicBezTo>
                  <a:pt x="105" y="167"/>
                  <a:pt x="105" y="168"/>
                  <a:pt x="105" y="169"/>
                </a:cubicBezTo>
                <a:cubicBezTo>
                  <a:pt x="105" y="170"/>
                  <a:pt x="105" y="171"/>
                  <a:pt x="104" y="172"/>
                </a:cubicBezTo>
                <a:cubicBezTo>
                  <a:pt x="104" y="174"/>
                  <a:pt x="103" y="175"/>
                  <a:pt x="101" y="177"/>
                </a:cubicBezTo>
                <a:cubicBezTo>
                  <a:pt x="100" y="178"/>
                  <a:pt x="99" y="178"/>
                  <a:pt x="98" y="178"/>
                </a:cubicBezTo>
                <a:cubicBezTo>
                  <a:pt x="97" y="177"/>
                  <a:pt x="97" y="177"/>
                  <a:pt x="97" y="177"/>
                </a:cubicBezTo>
                <a:cubicBezTo>
                  <a:pt x="97" y="177"/>
                  <a:pt x="96" y="177"/>
                  <a:pt x="96" y="176"/>
                </a:cubicBezTo>
                <a:cubicBezTo>
                  <a:pt x="96" y="175"/>
                  <a:pt x="95" y="175"/>
                  <a:pt x="95" y="175"/>
                </a:cubicBezTo>
                <a:cubicBezTo>
                  <a:pt x="95" y="175"/>
                  <a:pt x="95" y="175"/>
                  <a:pt x="95" y="175"/>
                </a:cubicBezTo>
                <a:cubicBezTo>
                  <a:pt x="94" y="175"/>
                  <a:pt x="94" y="176"/>
                  <a:pt x="94" y="176"/>
                </a:cubicBezTo>
                <a:lnTo>
                  <a:pt x="97" y="168"/>
                </a:lnTo>
                <a:cubicBezTo>
                  <a:pt x="97" y="170"/>
                  <a:pt x="96" y="171"/>
                  <a:pt x="96" y="172"/>
                </a:cubicBezTo>
                <a:cubicBezTo>
                  <a:pt x="96" y="173"/>
                  <a:pt x="96" y="174"/>
                  <a:pt x="97" y="175"/>
                </a:cubicBezTo>
                <a:cubicBezTo>
                  <a:pt x="97" y="175"/>
                  <a:pt x="98" y="176"/>
                  <a:pt x="98" y="176"/>
                </a:cubicBezTo>
                <a:cubicBezTo>
                  <a:pt x="99" y="176"/>
                  <a:pt x="100" y="176"/>
                  <a:pt x="100" y="176"/>
                </a:cubicBezTo>
                <a:cubicBezTo>
                  <a:pt x="101" y="175"/>
                  <a:pt x="102" y="174"/>
                  <a:pt x="102" y="173"/>
                </a:cubicBezTo>
                <a:cubicBezTo>
                  <a:pt x="102" y="172"/>
                  <a:pt x="102" y="172"/>
                  <a:pt x="103" y="171"/>
                </a:cubicBezTo>
                <a:cubicBezTo>
                  <a:pt x="103" y="170"/>
                  <a:pt x="103" y="170"/>
                  <a:pt x="102" y="169"/>
                </a:cubicBezTo>
                <a:cubicBezTo>
                  <a:pt x="102" y="169"/>
                  <a:pt x="102" y="168"/>
                  <a:pt x="101" y="166"/>
                </a:cubicBezTo>
                <a:cubicBezTo>
                  <a:pt x="101" y="164"/>
                  <a:pt x="100" y="163"/>
                  <a:pt x="100" y="162"/>
                </a:cubicBezTo>
                <a:cubicBezTo>
                  <a:pt x="100" y="161"/>
                  <a:pt x="100" y="161"/>
                  <a:pt x="100" y="160"/>
                </a:cubicBezTo>
                <a:cubicBezTo>
                  <a:pt x="100" y="159"/>
                  <a:pt x="100" y="158"/>
                  <a:pt x="101" y="157"/>
                </a:cubicBezTo>
                <a:cubicBezTo>
                  <a:pt x="101" y="155"/>
                  <a:pt x="102" y="153"/>
                  <a:pt x="103" y="152"/>
                </a:cubicBezTo>
                <a:cubicBezTo>
                  <a:pt x="105" y="151"/>
                  <a:pt x="106" y="151"/>
                  <a:pt x="107" y="151"/>
                </a:cubicBezTo>
                <a:cubicBezTo>
                  <a:pt x="107" y="152"/>
                  <a:pt x="108" y="152"/>
                  <a:pt x="108" y="153"/>
                </a:cubicBezTo>
                <a:cubicBezTo>
                  <a:pt x="109" y="154"/>
                  <a:pt x="109" y="154"/>
                  <a:pt x="109" y="154"/>
                </a:cubicBezTo>
                <a:cubicBezTo>
                  <a:pt x="109" y="154"/>
                  <a:pt x="109" y="154"/>
                  <a:pt x="109" y="154"/>
                </a:cubicBezTo>
                <a:cubicBezTo>
                  <a:pt x="110" y="154"/>
                  <a:pt x="110" y="153"/>
                  <a:pt x="110" y="153"/>
                </a:cubicBezTo>
                <a:close/>
              </a:path>
              <a:path w="336" h="189">
                <a:moveTo>
                  <a:pt x="138" y="160"/>
                </a:moveTo>
                <a:lnTo>
                  <a:pt x="143" y="160"/>
                </a:lnTo>
                <a:lnTo>
                  <a:pt x="143" y="161"/>
                </a:lnTo>
                <a:lnTo>
                  <a:pt x="142" y="161"/>
                </a:lnTo>
                <a:cubicBezTo>
                  <a:pt x="142" y="161"/>
                  <a:pt x="142" y="161"/>
                  <a:pt x="142" y="161"/>
                </a:cubicBezTo>
                <a:cubicBezTo>
                  <a:pt x="141" y="162"/>
                  <a:pt x="141" y="162"/>
                  <a:pt x="141" y="163"/>
                </a:cubicBezTo>
                <a:cubicBezTo>
                  <a:pt x="140" y="163"/>
                  <a:pt x="140" y="164"/>
                  <a:pt x="139" y="165"/>
                </a:cubicBezTo>
                <a:lnTo>
                  <a:pt x="135" y="175"/>
                </a:lnTo>
                <a:lnTo>
                  <a:pt x="134" y="181"/>
                </a:lnTo>
                <a:cubicBezTo>
                  <a:pt x="134" y="183"/>
                  <a:pt x="134" y="184"/>
                  <a:pt x="134" y="184"/>
                </a:cubicBezTo>
                <a:cubicBezTo>
                  <a:pt x="135" y="185"/>
                  <a:pt x="135" y="185"/>
                  <a:pt x="135" y="185"/>
                </a:cubicBezTo>
                <a:lnTo>
                  <a:pt x="136" y="185"/>
                </a:lnTo>
                <a:lnTo>
                  <a:pt x="136" y="186"/>
                </a:lnTo>
                <a:lnTo>
                  <a:pt x="130" y="185"/>
                </a:lnTo>
                <a:lnTo>
                  <a:pt x="131" y="185"/>
                </a:lnTo>
                <a:cubicBezTo>
                  <a:pt x="131" y="185"/>
                  <a:pt x="132" y="184"/>
                  <a:pt x="132" y="184"/>
                </a:cubicBezTo>
                <a:cubicBezTo>
                  <a:pt x="132" y="183"/>
                  <a:pt x="132" y="183"/>
                  <a:pt x="133" y="181"/>
                </a:cubicBezTo>
                <a:lnTo>
                  <a:pt x="133" y="175"/>
                </a:lnTo>
                <a:lnTo>
                  <a:pt x="131" y="164"/>
                </a:lnTo>
                <a:cubicBezTo>
                  <a:pt x="131" y="162"/>
                  <a:pt x="130" y="161"/>
                  <a:pt x="130" y="161"/>
                </a:cubicBezTo>
                <a:cubicBezTo>
                  <a:pt x="130" y="161"/>
                  <a:pt x="130" y="160"/>
                  <a:pt x="130" y="160"/>
                </a:cubicBezTo>
                <a:cubicBezTo>
                  <a:pt x="129" y="160"/>
                  <a:pt x="129" y="160"/>
                  <a:pt x="129" y="159"/>
                </a:cubicBezTo>
                <a:lnTo>
                  <a:pt x="135" y="159"/>
                </a:lnTo>
                <a:lnTo>
                  <a:pt x="135" y="160"/>
                </a:lnTo>
                <a:lnTo>
                  <a:pt x="134" y="160"/>
                </a:lnTo>
                <a:cubicBezTo>
                  <a:pt x="134" y="160"/>
                  <a:pt x="134" y="160"/>
                  <a:pt x="133" y="160"/>
                </a:cubicBezTo>
                <a:cubicBezTo>
                  <a:pt x="133" y="161"/>
                  <a:pt x="133" y="161"/>
                  <a:pt x="133" y="162"/>
                </a:cubicBezTo>
                <a:cubicBezTo>
                  <a:pt x="133" y="162"/>
                  <a:pt x="133" y="163"/>
                  <a:pt x="133" y="164"/>
                </a:cubicBezTo>
                <a:lnTo>
                  <a:pt x="135" y="173"/>
                </a:lnTo>
                <a:lnTo>
                  <a:pt x="138" y="165"/>
                </a:lnTo>
                <a:cubicBezTo>
                  <a:pt x="139" y="164"/>
                  <a:pt x="139" y="163"/>
                  <a:pt x="139" y="163"/>
                </a:cubicBezTo>
                <a:cubicBezTo>
                  <a:pt x="139" y="162"/>
                  <a:pt x="139" y="162"/>
                  <a:pt x="139" y="162"/>
                </a:cubicBezTo>
                <a:cubicBezTo>
                  <a:pt x="139" y="161"/>
                  <a:pt x="139" y="161"/>
                  <a:pt x="139" y="161"/>
                </a:cubicBezTo>
                <a:cubicBezTo>
                  <a:pt x="139" y="161"/>
                  <a:pt x="139" y="161"/>
                  <a:pt x="138" y="161"/>
                </a:cubicBezTo>
                <a:lnTo>
                  <a:pt x="138" y="160"/>
                </a:lnTo>
                <a:close/>
              </a:path>
              <a:path w="336" h="189">
                <a:moveTo>
                  <a:pt x="84" y="146"/>
                </a:moveTo>
                <a:lnTo>
                  <a:pt x="79" y="155"/>
                </a:lnTo>
                <a:lnTo>
                  <a:pt x="82" y="156"/>
                </a:lnTo>
                <a:cubicBezTo>
                  <a:pt x="83" y="157"/>
                  <a:pt x="83" y="157"/>
                  <a:pt x="84" y="156"/>
                </a:cubicBezTo>
                <a:cubicBezTo>
                  <a:pt x="84" y="156"/>
                  <a:pt x="85" y="155"/>
                  <a:pt x="86" y="154"/>
                </a:cubicBezTo>
                <a:lnTo>
                  <a:pt x="82" y="162"/>
                </a:lnTo>
                <a:lnTo>
                  <a:pt x="81" y="162"/>
                </a:lnTo>
                <a:cubicBezTo>
                  <a:pt x="82" y="161"/>
                  <a:pt x="82" y="160"/>
                  <a:pt x="82" y="160"/>
                </a:cubicBezTo>
                <a:cubicBezTo>
                  <a:pt x="82" y="159"/>
                  <a:pt x="82" y="159"/>
                  <a:pt x="82" y="158"/>
                </a:cubicBezTo>
                <a:cubicBezTo>
                  <a:pt x="82" y="158"/>
                  <a:pt x="82" y="158"/>
                  <a:pt x="81" y="157"/>
                </a:cubicBezTo>
                <a:lnTo>
                  <a:pt x="79" y="156"/>
                </a:lnTo>
                <a:lnTo>
                  <a:pt x="75" y="164"/>
                </a:lnTo>
                <a:cubicBezTo>
                  <a:pt x="74" y="165"/>
                  <a:pt x="74" y="165"/>
                  <a:pt x="74" y="166"/>
                </a:cubicBezTo>
                <a:cubicBezTo>
                  <a:pt x="74" y="166"/>
                  <a:pt x="74" y="166"/>
                  <a:pt x="74" y="166"/>
                </a:cubicBezTo>
                <a:cubicBezTo>
                  <a:pt x="74" y="166"/>
                  <a:pt x="74" y="167"/>
                  <a:pt x="74" y="167"/>
                </a:cubicBezTo>
                <a:lnTo>
                  <a:pt x="76" y="168"/>
                </a:lnTo>
                <a:cubicBezTo>
                  <a:pt x="77" y="168"/>
                  <a:pt x="77" y="168"/>
                  <a:pt x="78" y="168"/>
                </a:cubicBezTo>
                <a:cubicBezTo>
                  <a:pt x="78" y="168"/>
                  <a:pt x="79" y="168"/>
                  <a:pt x="79" y="168"/>
                </a:cubicBezTo>
                <a:cubicBezTo>
                  <a:pt x="80" y="167"/>
                  <a:pt x="81" y="166"/>
                  <a:pt x="82" y="165"/>
                </a:cubicBezTo>
                <a:lnTo>
                  <a:pt x="78" y="171"/>
                </a:lnTo>
                <a:lnTo>
                  <a:pt x="69" y="166"/>
                </a:lnTo>
                <a:lnTo>
                  <a:pt x="70" y="165"/>
                </a:lnTo>
                <a:cubicBezTo>
                  <a:pt x="70" y="166"/>
                  <a:pt x="71" y="166"/>
                  <a:pt x="71" y="165"/>
                </a:cubicBezTo>
                <a:cubicBezTo>
                  <a:pt x="71" y="165"/>
                  <a:pt x="72" y="165"/>
                  <a:pt x="72" y="165"/>
                </a:cubicBezTo>
                <a:cubicBezTo>
                  <a:pt x="72" y="164"/>
                  <a:pt x="73" y="164"/>
                  <a:pt x="73" y="163"/>
                </a:cubicBezTo>
                <a:lnTo>
                  <a:pt x="81" y="148"/>
                </a:lnTo>
                <a:cubicBezTo>
                  <a:pt x="82" y="146"/>
                  <a:pt x="82" y="145"/>
                  <a:pt x="82" y="145"/>
                </a:cubicBezTo>
                <a:cubicBezTo>
                  <a:pt x="82" y="144"/>
                  <a:pt x="82" y="144"/>
                  <a:pt x="82" y="144"/>
                </a:cubicBezTo>
                <a:lnTo>
                  <a:pt x="81" y="143"/>
                </a:lnTo>
                <a:lnTo>
                  <a:pt x="82" y="143"/>
                </a:lnTo>
                <a:lnTo>
                  <a:pt x="91" y="147"/>
                </a:lnTo>
                <a:lnTo>
                  <a:pt x="88" y="153"/>
                </a:lnTo>
                <a:lnTo>
                  <a:pt x="88" y="152"/>
                </a:lnTo>
                <a:cubicBezTo>
                  <a:pt x="88" y="151"/>
                  <a:pt x="89" y="150"/>
                  <a:pt x="89" y="150"/>
                </a:cubicBezTo>
                <a:cubicBezTo>
                  <a:pt x="89" y="149"/>
                  <a:pt x="89" y="149"/>
                  <a:pt x="89" y="148"/>
                </a:cubicBezTo>
                <a:cubicBezTo>
                  <a:pt x="88" y="148"/>
                  <a:pt x="88" y="148"/>
                  <a:pt x="87" y="147"/>
                </a:cubicBezTo>
                <a:lnTo>
                  <a:pt x="84" y="146"/>
                </a:lnTo>
                <a:close/>
              </a:path>
              <a:path w="336" h="189">
                <a:moveTo>
                  <a:pt x="108" y="180"/>
                </a:moveTo>
                <a:lnTo>
                  <a:pt x="108" y="180"/>
                </a:lnTo>
                <a:lnTo>
                  <a:pt x="103" y="178"/>
                </a:lnTo>
                <a:lnTo>
                  <a:pt x="103" y="177"/>
                </a:lnTo>
                <a:lnTo>
                  <a:pt x="104" y="178"/>
                </a:lnTo>
                <a:cubicBezTo>
                  <a:pt x="104" y="178"/>
                  <a:pt x="105" y="178"/>
                  <a:pt x="105" y="177"/>
                </a:cubicBezTo>
                <a:cubicBezTo>
                  <a:pt x="105" y="177"/>
                  <a:pt x="106" y="176"/>
                  <a:pt x="106" y="174"/>
                </a:cubicBezTo>
                <a:lnTo>
                  <a:pt x="113" y="159"/>
                </a:lnTo>
                <a:cubicBezTo>
                  <a:pt x="113" y="157"/>
                  <a:pt x="113" y="157"/>
                  <a:pt x="113" y="156"/>
                </a:cubicBezTo>
                <a:cubicBezTo>
                  <a:pt x="113" y="156"/>
                  <a:pt x="113" y="156"/>
                  <a:pt x="113" y="155"/>
                </a:cubicBezTo>
                <a:cubicBezTo>
                  <a:pt x="113" y="155"/>
                  <a:pt x="113" y="155"/>
                  <a:pt x="113" y="154"/>
                </a:cubicBezTo>
                <a:lnTo>
                  <a:pt x="112" y="154"/>
                </a:lnTo>
                <a:lnTo>
                  <a:pt x="113" y="154"/>
                </a:lnTo>
                <a:lnTo>
                  <a:pt x="118" y="156"/>
                </a:lnTo>
                <a:lnTo>
                  <a:pt x="117" y="156"/>
                </a:lnTo>
                <a:cubicBezTo>
                  <a:pt x="117" y="156"/>
                  <a:pt x="116" y="156"/>
                  <a:pt x="116" y="157"/>
                </a:cubicBezTo>
                <a:cubicBezTo>
                  <a:pt x="115" y="157"/>
                  <a:pt x="115" y="158"/>
                  <a:pt x="114" y="159"/>
                </a:cubicBezTo>
                <a:lnTo>
                  <a:pt x="108" y="175"/>
                </a:lnTo>
                <a:cubicBezTo>
                  <a:pt x="108" y="176"/>
                  <a:pt x="107" y="177"/>
                  <a:pt x="107" y="178"/>
                </a:cubicBezTo>
                <a:cubicBezTo>
                  <a:pt x="107" y="178"/>
                  <a:pt x="107" y="178"/>
                  <a:pt x="107" y="179"/>
                </a:cubicBezTo>
                <a:cubicBezTo>
                  <a:pt x="107" y="179"/>
                  <a:pt x="108" y="179"/>
                  <a:pt x="108" y="179"/>
                </a:cubicBezTo>
                <a:lnTo>
                  <a:pt x="108" y="180"/>
                </a:lnTo>
                <a:close/>
              </a:path>
              <a:path w="336" h="189">
                <a:moveTo>
                  <a:pt x="129" y="158"/>
                </a:moveTo>
                <a:lnTo>
                  <a:pt x="128" y="164"/>
                </a:lnTo>
                <a:cubicBezTo>
                  <a:pt x="128" y="163"/>
                  <a:pt x="128" y="162"/>
                  <a:pt x="128" y="162"/>
                </a:cubicBezTo>
                <a:cubicBezTo>
                  <a:pt x="128" y="161"/>
                  <a:pt x="128" y="161"/>
                  <a:pt x="128" y="160"/>
                </a:cubicBezTo>
                <a:cubicBezTo>
                  <a:pt x="127" y="160"/>
                  <a:pt x="127" y="159"/>
                  <a:pt x="126" y="159"/>
                </a:cubicBezTo>
                <a:lnTo>
                  <a:pt x="125" y="159"/>
                </a:lnTo>
                <a:lnTo>
                  <a:pt x="120" y="178"/>
                </a:lnTo>
                <a:cubicBezTo>
                  <a:pt x="119" y="180"/>
                  <a:pt x="119" y="181"/>
                  <a:pt x="119" y="181"/>
                </a:cubicBezTo>
                <a:cubicBezTo>
                  <a:pt x="119" y="182"/>
                  <a:pt x="119" y="182"/>
                  <a:pt x="120" y="182"/>
                </a:cubicBezTo>
                <a:lnTo>
                  <a:pt x="120" y="183"/>
                </a:lnTo>
                <a:lnTo>
                  <a:pt x="115" y="182"/>
                </a:lnTo>
                <a:lnTo>
                  <a:pt x="115" y="181"/>
                </a:lnTo>
                <a:cubicBezTo>
                  <a:pt x="116" y="181"/>
                  <a:pt x="116" y="181"/>
                  <a:pt x="117" y="180"/>
                </a:cubicBezTo>
                <a:cubicBezTo>
                  <a:pt x="117" y="180"/>
                  <a:pt x="117" y="179"/>
                  <a:pt x="118" y="178"/>
                </a:cubicBezTo>
                <a:lnTo>
                  <a:pt x="123" y="158"/>
                </a:lnTo>
                <a:lnTo>
                  <a:pt x="121" y="158"/>
                </a:lnTo>
                <a:cubicBezTo>
                  <a:pt x="121" y="158"/>
                  <a:pt x="120" y="158"/>
                  <a:pt x="120" y="158"/>
                </a:cubicBezTo>
                <a:cubicBezTo>
                  <a:pt x="120" y="158"/>
                  <a:pt x="119" y="158"/>
                  <a:pt x="119" y="159"/>
                </a:cubicBezTo>
                <a:cubicBezTo>
                  <a:pt x="119" y="160"/>
                  <a:pt x="118" y="160"/>
                  <a:pt x="118" y="162"/>
                </a:cubicBezTo>
                <a:lnTo>
                  <a:pt x="117" y="161"/>
                </a:lnTo>
                <a:lnTo>
                  <a:pt x="119" y="156"/>
                </a:lnTo>
                <a:lnTo>
                  <a:pt x="129" y="158"/>
                </a:lnTo>
                <a:close/>
              </a:path>
              <a:path w="336" h="189">
                <a:moveTo>
                  <a:pt x="209" y="181"/>
                </a:moveTo>
                <a:lnTo>
                  <a:pt x="210" y="181"/>
                </a:lnTo>
                <a:lnTo>
                  <a:pt x="204" y="183"/>
                </a:lnTo>
                <a:lnTo>
                  <a:pt x="204" y="182"/>
                </a:lnTo>
                <a:lnTo>
                  <a:pt x="205" y="182"/>
                </a:lnTo>
                <a:cubicBezTo>
                  <a:pt x="205" y="182"/>
                  <a:pt x="205" y="181"/>
                  <a:pt x="206" y="181"/>
                </a:cubicBezTo>
                <a:cubicBezTo>
                  <a:pt x="206" y="180"/>
                  <a:pt x="205" y="179"/>
                  <a:pt x="205" y="178"/>
                </a:cubicBezTo>
                <a:lnTo>
                  <a:pt x="202" y="161"/>
                </a:lnTo>
                <a:cubicBezTo>
                  <a:pt x="201" y="160"/>
                  <a:pt x="201" y="159"/>
                  <a:pt x="201" y="159"/>
                </a:cubicBezTo>
                <a:cubicBezTo>
                  <a:pt x="201" y="158"/>
                  <a:pt x="201" y="158"/>
                  <a:pt x="200" y="158"/>
                </a:cubicBezTo>
                <a:cubicBezTo>
                  <a:pt x="200" y="158"/>
                  <a:pt x="200" y="158"/>
                  <a:pt x="199" y="158"/>
                </a:cubicBezTo>
                <a:lnTo>
                  <a:pt x="199" y="157"/>
                </a:lnTo>
                <a:lnTo>
                  <a:pt x="204" y="156"/>
                </a:lnTo>
                <a:lnTo>
                  <a:pt x="204" y="157"/>
                </a:lnTo>
                <a:cubicBezTo>
                  <a:pt x="203" y="157"/>
                  <a:pt x="203" y="157"/>
                  <a:pt x="203" y="158"/>
                </a:cubicBezTo>
                <a:cubicBezTo>
                  <a:pt x="203" y="158"/>
                  <a:pt x="203" y="159"/>
                  <a:pt x="203" y="161"/>
                </a:cubicBezTo>
                <a:lnTo>
                  <a:pt x="207" y="177"/>
                </a:lnTo>
                <a:cubicBezTo>
                  <a:pt x="207" y="179"/>
                  <a:pt x="207" y="179"/>
                  <a:pt x="208" y="180"/>
                </a:cubicBezTo>
                <a:cubicBezTo>
                  <a:pt x="208" y="180"/>
                  <a:pt x="208" y="180"/>
                  <a:pt x="208" y="181"/>
                </a:cubicBezTo>
                <a:cubicBezTo>
                  <a:pt x="208" y="181"/>
                  <a:pt x="209" y="181"/>
                  <a:pt x="209" y="181"/>
                </a:cubicBezTo>
                <a:close/>
              </a:path>
              <a:path w="336" h="189">
                <a:moveTo>
                  <a:pt x="197" y="157"/>
                </a:moveTo>
                <a:lnTo>
                  <a:pt x="199" y="166"/>
                </a:lnTo>
                <a:cubicBezTo>
                  <a:pt x="198" y="163"/>
                  <a:pt x="197" y="162"/>
                  <a:pt x="196" y="161"/>
                </a:cubicBezTo>
                <a:cubicBezTo>
                  <a:pt x="195" y="160"/>
                  <a:pt x="194" y="159"/>
                  <a:pt x="193" y="160"/>
                </a:cubicBezTo>
                <a:cubicBezTo>
                  <a:pt x="193" y="160"/>
                  <a:pt x="192" y="160"/>
                  <a:pt x="192" y="161"/>
                </a:cubicBezTo>
                <a:cubicBezTo>
                  <a:pt x="191" y="162"/>
                  <a:pt x="191" y="164"/>
                  <a:pt x="191" y="166"/>
                </a:cubicBezTo>
                <a:cubicBezTo>
                  <a:pt x="191" y="168"/>
                  <a:pt x="191" y="170"/>
                  <a:pt x="192" y="173"/>
                </a:cubicBezTo>
                <a:cubicBezTo>
                  <a:pt x="192" y="175"/>
                  <a:pt x="193" y="177"/>
                  <a:pt x="194" y="179"/>
                </a:cubicBezTo>
                <a:cubicBezTo>
                  <a:pt x="194" y="181"/>
                  <a:pt x="195" y="182"/>
                  <a:pt x="196" y="183"/>
                </a:cubicBezTo>
                <a:cubicBezTo>
                  <a:pt x="197" y="183"/>
                  <a:pt x="198" y="184"/>
                  <a:pt x="199" y="183"/>
                </a:cubicBezTo>
                <a:cubicBezTo>
                  <a:pt x="200" y="183"/>
                  <a:pt x="200" y="183"/>
                  <a:pt x="201" y="182"/>
                </a:cubicBezTo>
                <a:cubicBezTo>
                  <a:pt x="201" y="181"/>
                  <a:pt x="202" y="179"/>
                  <a:pt x="202" y="177"/>
                </a:cubicBezTo>
                <a:cubicBezTo>
                  <a:pt x="202" y="180"/>
                  <a:pt x="202" y="182"/>
                  <a:pt x="201" y="183"/>
                </a:cubicBezTo>
                <a:cubicBezTo>
                  <a:pt x="201" y="184"/>
                  <a:pt x="200" y="185"/>
                  <a:pt x="199" y="185"/>
                </a:cubicBezTo>
                <a:cubicBezTo>
                  <a:pt x="197" y="186"/>
                  <a:pt x="195" y="184"/>
                  <a:pt x="193" y="182"/>
                </a:cubicBezTo>
                <a:cubicBezTo>
                  <a:pt x="191" y="179"/>
                  <a:pt x="190" y="177"/>
                  <a:pt x="190" y="174"/>
                </a:cubicBezTo>
                <a:cubicBezTo>
                  <a:pt x="189" y="171"/>
                  <a:pt x="189" y="169"/>
                  <a:pt x="189" y="166"/>
                </a:cubicBezTo>
                <a:cubicBezTo>
                  <a:pt x="189" y="164"/>
                  <a:pt x="190" y="162"/>
                  <a:pt x="190" y="161"/>
                </a:cubicBezTo>
                <a:cubicBezTo>
                  <a:pt x="191" y="159"/>
                  <a:pt x="192" y="159"/>
                  <a:pt x="193" y="158"/>
                </a:cubicBezTo>
                <a:cubicBezTo>
                  <a:pt x="194" y="158"/>
                  <a:pt x="195" y="158"/>
                  <a:pt x="196" y="159"/>
                </a:cubicBezTo>
                <a:cubicBezTo>
                  <a:pt x="196" y="159"/>
                  <a:pt x="196" y="159"/>
                  <a:pt x="197" y="159"/>
                </a:cubicBezTo>
                <a:cubicBezTo>
                  <a:pt x="197" y="159"/>
                  <a:pt x="197" y="159"/>
                  <a:pt x="197" y="159"/>
                </a:cubicBezTo>
                <a:cubicBezTo>
                  <a:pt x="197" y="158"/>
                  <a:pt x="197" y="158"/>
                  <a:pt x="197" y="157"/>
                </a:cubicBezTo>
                <a:close/>
              </a:path>
              <a:path w="336" h="189">
                <a:moveTo>
                  <a:pt x="183" y="160"/>
                </a:moveTo>
                <a:lnTo>
                  <a:pt x="185" y="169"/>
                </a:lnTo>
                <a:cubicBezTo>
                  <a:pt x="184" y="167"/>
                  <a:pt x="184" y="166"/>
                  <a:pt x="183" y="165"/>
                </a:cubicBezTo>
                <a:cubicBezTo>
                  <a:pt x="183" y="164"/>
                  <a:pt x="182" y="163"/>
                  <a:pt x="182" y="163"/>
                </a:cubicBezTo>
                <a:cubicBezTo>
                  <a:pt x="181" y="162"/>
                  <a:pt x="180" y="162"/>
                  <a:pt x="180" y="162"/>
                </a:cubicBezTo>
                <a:cubicBezTo>
                  <a:pt x="179" y="163"/>
                  <a:pt x="179" y="163"/>
                  <a:pt x="178" y="164"/>
                </a:cubicBezTo>
                <a:cubicBezTo>
                  <a:pt x="178" y="165"/>
                  <a:pt x="178" y="166"/>
                  <a:pt x="178" y="167"/>
                </a:cubicBezTo>
                <a:cubicBezTo>
                  <a:pt x="179" y="168"/>
                  <a:pt x="179" y="168"/>
                  <a:pt x="179" y="169"/>
                </a:cubicBezTo>
                <a:cubicBezTo>
                  <a:pt x="180" y="170"/>
                  <a:pt x="181" y="171"/>
                  <a:pt x="183" y="172"/>
                </a:cubicBezTo>
                <a:cubicBezTo>
                  <a:pt x="184" y="173"/>
                  <a:pt x="185" y="174"/>
                  <a:pt x="186" y="175"/>
                </a:cubicBezTo>
                <a:cubicBezTo>
                  <a:pt x="186" y="175"/>
                  <a:pt x="187" y="176"/>
                  <a:pt x="187" y="177"/>
                </a:cubicBezTo>
                <a:cubicBezTo>
                  <a:pt x="188" y="178"/>
                  <a:pt x="188" y="179"/>
                  <a:pt x="188" y="180"/>
                </a:cubicBezTo>
                <a:cubicBezTo>
                  <a:pt x="189" y="182"/>
                  <a:pt x="189" y="183"/>
                  <a:pt x="188" y="185"/>
                </a:cubicBezTo>
                <a:cubicBezTo>
                  <a:pt x="188" y="186"/>
                  <a:pt x="187" y="187"/>
                  <a:pt x="186" y="188"/>
                </a:cubicBezTo>
                <a:cubicBezTo>
                  <a:pt x="185" y="188"/>
                  <a:pt x="185" y="188"/>
                  <a:pt x="185" y="188"/>
                </a:cubicBezTo>
                <a:cubicBezTo>
                  <a:pt x="185" y="188"/>
                  <a:pt x="184" y="188"/>
                  <a:pt x="184" y="187"/>
                </a:cubicBezTo>
                <a:cubicBezTo>
                  <a:pt x="183" y="187"/>
                  <a:pt x="182" y="187"/>
                  <a:pt x="182" y="187"/>
                </a:cubicBezTo>
                <a:cubicBezTo>
                  <a:pt x="182" y="187"/>
                  <a:pt x="182" y="187"/>
                  <a:pt x="182" y="187"/>
                </a:cubicBezTo>
                <a:cubicBezTo>
                  <a:pt x="182" y="188"/>
                  <a:pt x="182" y="188"/>
                  <a:pt x="182" y="189"/>
                </a:cubicBezTo>
                <a:lnTo>
                  <a:pt x="180" y="180"/>
                </a:lnTo>
                <a:cubicBezTo>
                  <a:pt x="181" y="182"/>
                  <a:pt x="181" y="183"/>
                  <a:pt x="182" y="184"/>
                </a:cubicBezTo>
                <a:cubicBezTo>
                  <a:pt x="182" y="185"/>
                  <a:pt x="183" y="185"/>
                  <a:pt x="183" y="186"/>
                </a:cubicBezTo>
                <a:cubicBezTo>
                  <a:pt x="184" y="186"/>
                  <a:pt x="185" y="186"/>
                  <a:pt x="185" y="186"/>
                </a:cubicBezTo>
                <a:cubicBezTo>
                  <a:pt x="186" y="186"/>
                  <a:pt x="187" y="185"/>
                  <a:pt x="187" y="185"/>
                </a:cubicBezTo>
                <a:cubicBezTo>
                  <a:pt x="187" y="184"/>
                  <a:pt x="187" y="183"/>
                  <a:pt x="187" y="181"/>
                </a:cubicBezTo>
                <a:cubicBezTo>
                  <a:pt x="187" y="181"/>
                  <a:pt x="187" y="180"/>
                  <a:pt x="186" y="180"/>
                </a:cubicBezTo>
                <a:cubicBezTo>
                  <a:pt x="186" y="179"/>
                  <a:pt x="186" y="178"/>
                  <a:pt x="185" y="178"/>
                </a:cubicBezTo>
                <a:cubicBezTo>
                  <a:pt x="185" y="178"/>
                  <a:pt x="184" y="177"/>
                  <a:pt x="183" y="176"/>
                </a:cubicBezTo>
                <a:cubicBezTo>
                  <a:pt x="181" y="175"/>
                  <a:pt x="180" y="174"/>
                  <a:pt x="180" y="174"/>
                </a:cubicBezTo>
                <a:cubicBezTo>
                  <a:pt x="179" y="173"/>
                  <a:pt x="179" y="172"/>
                  <a:pt x="178" y="171"/>
                </a:cubicBezTo>
                <a:cubicBezTo>
                  <a:pt x="178" y="171"/>
                  <a:pt x="177" y="170"/>
                  <a:pt x="177" y="169"/>
                </a:cubicBezTo>
                <a:cubicBezTo>
                  <a:pt x="177" y="167"/>
                  <a:pt x="177" y="165"/>
                  <a:pt x="177" y="164"/>
                </a:cubicBezTo>
                <a:cubicBezTo>
                  <a:pt x="178" y="162"/>
                  <a:pt x="178" y="161"/>
                  <a:pt x="179" y="161"/>
                </a:cubicBezTo>
                <a:cubicBezTo>
                  <a:pt x="180" y="161"/>
                  <a:pt x="181" y="161"/>
                  <a:pt x="182" y="161"/>
                </a:cubicBezTo>
                <a:cubicBezTo>
                  <a:pt x="182" y="162"/>
                  <a:pt x="182" y="162"/>
                  <a:pt x="182" y="162"/>
                </a:cubicBezTo>
                <a:cubicBezTo>
                  <a:pt x="183" y="162"/>
                  <a:pt x="183" y="162"/>
                  <a:pt x="183" y="161"/>
                </a:cubicBezTo>
                <a:cubicBezTo>
                  <a:pt x="183" y="161"/>
                  <a:pt x="183" y="161"/>
                  <a:pt x="183" y="160"/>
                </a:cubicBezTo>
                <a:close/>
              </a:path>
              <a:path w="336" h="189">
                <a:moveTo>
                  <a:pt x="209" y="157"/>
                </a:moveTo>
                <a:lnTo>
                  <a:pt x="212" y="167"/>
                </a:lnTo>
                <a:lnTo>
                  <a:pt x="214" y="166"/>
                </a:lnTo>
                <a:cubicBezTo>
                  <a:pt x="215" y="166"/>
                  <a:pt x="215" y="166"/>
                  <a:pt x="216" y="165"/>
                </a:cubicBezTo>
                <a:cubicBezTo>
                  <a:pt x="216" y="165"/>
                  <a:pt x="216" y="164"/>
                  <a:pt x="215" y="162"/>
                </a:cubicBezTo>
                <a:lnTo>
                  <a:pt x="216" y="162"/>
                </a:lnTo>
                <a:lnTo>
                  <a:pt x="218" y="171"/>
                </a:lnTo>
                <a:lnTo>
                  <a:pt x="217" y="171"/>
                </a:lnTo>
                <a:cubicBezTo>
                  <a:pt x="217" y="170"/>
                  <a:pt x="217" y="169"/>
                  <a:pt x="217" y="169"/>
                </a:cubicBezTo>
                <a:cubicBezTo>
                  <a:pt x="216" y="168"/>
                  <a:pt x="216" y="168"/>
                  <a:pt x="216" y="168"/>
                </a:cubicBezTo>
                <a:cubicBezTo>
                  <a:pt x="216" y="168"/>
                  <a:pt x="215" y="167"/>
                  <a:pt x="215" y="168"/>
                </a:cubicBezTo>
                <a:lnTo>
                  <a:pt x="212" y="168"/>
                </a:lnTo>
                <a:lnTo>
                  <a:pt x="214" y="177"/>
                </a:lnTo>
                <a:cubicBezTo>
                  <a:pt x="214" y="178"/>
                  <a:pt x="214" y="179"/>
                  <a:pt x="214" y="179"/>
                </a:cubicBezTo>
                <a:cubicBezTo>
                  <a:pt x="215" y="179"/>
                  <a:pt x="215" y="179"/>
                  <a:pt x="215" y="179"/>
                </a:cubicBezTo>
                <a:cubicBezTo>
                  <a:pt x="215" y="179"/>
                  <a:pt x="215" y="179"/>
                  <a:pt x="216" y="179"/>
                </a:cubicBezTo>
                <a:lnTo>
                  <a:pt x="218" y="179"/>
                </a:lnTo>
                <a:cubicBezTo>
                  <a:pt x="218" y="179"/>
                  <a:pt x="219" y="178"/>
                  <a:pt x="219" y="178"/>
                </a:cubicBezTo>
                <a:cubicBezTo>
                  <a:pt x="219" y="178"/>
                  <a:pt x="219" y="177"/>
                  <a:pt x="220" y="177"/>
                </a:cubicBezTo>
                <a:cubicBezTo>
                  <a:pt x="220" y="176"/>
                  <a:pt x="220" y="175"/>
                  <a:pt x="220" y="173"/>
                </a:cubicBezTo>
                <a:lnTo>
                  <a:pt x="221" y="180"/>
                </a:lnTo>
                <a:lnTo>
                  <a:pt x="212" y="182"/>
                </a:lnTo>
                <a:lnTo>
                  <a:pt x="211" y="181"/>
                </a:lnTo>
                <a:lnTo>
                  <a:pt x="212" y="181"/>
                </a:lnTo>
                <a:cubicBezTo>
                  <a:pt x="212" y="181"/>
                  <a:pt x="212" y="181"/>
                  <a:pt x="213" y="180"/>
                </a:cubicBezTo>
                <a:cubicBezTo>
                  <a:pt x="213" y="180"/>
                  <a:pt x="213" y="180"/>
                  <a:pt x="213" y="179"/>
                </a:cubicBezTo>
                <a:cubicBezTo>
                  <a:pt x="213" y="179"/>
                  <a:pt x="213" y="178"/>
                  <a:pt x="212" y="177"/>
                </a:cubicBezTo>
                <a:lnTo>
                  <a:pt x="208" y="160"/>
                </a:lnTo>
                <a:cubicBezTo>
                  <a:pt x="208" y="159"/>
                  <a:pt x="208" y="158"/>
                  <a:pt x="208" y="157"/>
                </a:cubicBezTo>
                <a:cubicBezTo>
                  <a:pt x="207" y="157"/>
                  <a:pt x="207" y="157"/>
                  <a:pt x="206" y="157"/>
                </a:cubicBezTo>
                <a:lnTo>
                  <a:pt x="206" y="156"/>
                </a:lnTo>
                <a:lnTo>
                  <a:pt x="215" y="154"/>
                </a:lnTo>
                <a:lnTo>
                  <a:pt x="216" y="159"/>
                </a:lnTo>
                <a:lnTo>
                  <a:pt x="216" y="160"/>
                </a:lnTo>
                <a:cubicBezTo>
                  <a:pt x="215" y="158"/>
                  <a:pt x="215" y="157"/>
                  <a:pt x="215" y="157"/>
                </a:cubicBezTo>
                <a:cubicBezTo>
                  <a:pt x="215" y="156"/>
                  <a:pt x="214" y="156"/>
                  <a:pt x="214" y="156"/>
                </a:cubicBezTo>
                <a:cubicBezTo>
                  <a:pt x="214" y="156"/>
                  <a:pt x="213" y="156"/>
                  <a:pt x="213" y="156"/>
                </a:cubicBezTo>
                <a:lnTo>
                  <a:pt x="209" y="157"/>
                </a:lnTo>
                <a:close/>
              </a:path>
              <a:path w="336" h="189">
                <a:moveTo>
                  <a:pt x="217" y="153"/>
                </a:moveTo>
                <a:lnTo>
                  <a:pt x="220" y="153"/>
                </a:lnTo>
                <a:lnTo>
                  <a:pt x="231" y="170"/>
                </a:lnTo>
                <a:lnTo>
                  <a:pt x="228" y="155"/>
                </a:lnTo>
                <a:cubicBezTo>
                  <a:pt x="228" y="154"/>
                  <a:pt x="227" y="153"/>
                  <a:pt x="227" y="152"/>
                </a:cubicBezTo>
                <a:cubicBezTo>
                  <a:pt x="227" y="152"/>
                  <a:pt x="226" y="152"/>
                  <a:pt x="226" y="152"/>
                </a:cubicBezTo>
                <a:lnTo>
                  <a:pt x="225" y="152"/>
                </a:lnTo>
                <a:lnTo>
                  <a:pt x="225" y="151"/>
                </a:lnTo>
                <a:lnTo>
                  <a:pt x="229" y="150"/>
                </a:lnTo>
                <a:lnTo>
                  <a:pt x="230" y="151"/>
                </a:lnTo>
                <a:lnTo>
                  <a:pt x="229" y="151"/>
                </a:lnTo>
                <a:cubicBezTo>
                  <a:pt x="229" y="151"/>
                  <a:pt x="228" y="151"/>
                  <a:pt x="228" y="152"/>
                </a:cubicBezTo>
                <a:cubicBezTo>
                  <a:pt x="228" y="153"/>
                  <a:pt x="228" y="154"/>
                  <a:pt x="229" y="155"/>
                </a:cubicBezTo>
                <a:lnTo>
                  <a:pt x="234" y="177"/>
                </a:lnTo>
                <a:lnTo>
                  <a:pt x="233" y="177"/>
                </a:lnTo>
                <a:lnTo>
                  <a:pt x="221" y="158"/>
                </a:lnTo>
                <a:lnTo>
                  <a:pt x="224" y="174"/>
                </a:lnTo>
                <a:cubicBezTo>
                  <a:pt x="225" y="175"/>
                  <a:pt x="225" y="176"/>
                  <a:pt x="225" y="177"/>
                </a:cubicBezTo>
                <a:cubicBezTo>
                  <a:pt x="226" y="177"/>
                  <a:pt x="226" y="177"/>
                  <a:pt x="226" y="177"/>
                </a:cubicBezTo>
                <a:lnTo>
                  <a:pt x="227" y="177"/>
                </a:lnTo>
                <a:lnTo>
                  <a:pt x="227" y="178"/>
                </a:lnTo>
                <a:lnTo>
                  <a:pt x="223" y="179"/>
                </a:lnTo>
                <a:lnTo>
                  <a:pt x="223" y="178"/>
                </a:lnTo>
                <a:cubicBezTo>
                  <a:pt x="224" y="178"/>
                  <a:pt x="224" y="178"/>
                  <a:pt x="224" y="177"/>
                </a:cubicBezTo>
                <a:cubicBezTo>
                  <a:pt x="224" y="176"/>
                  <a:pt x="224" y="175"/>
                  <a:pt x="224" y="174"/>
                </a:cubicBezTo>
                <a:lnTo>
                  <a:pt x="220" y="156"/>
                </a:lnTo>
                <a:cubicBezTo>
                  <a:pt x="219" y="155"/>
                  <a:pt x="219" y="155"/>
                  <a:pt x="218" y="155"/>
                </a:cubicBezTo>
                <a:cubicBezTo>
                  <a:pt x="218" y="154"/>
                  <a:pt x="218" y="154"/>
                  <a:pt x="217" y="154"/>
                </a:cubicBezTo>
                <a:cubicBezTo>
                  <a:pt x="217" y="154"/>
                  <a:pt x="217" y="154"/>
                  <a:pt x="217" y="154"/>
                </a:cubicBezTo>
                <a:lnTo>
                  <a:pt x="217" y="153"/>
                </a:lnTo>
                <a:close/>
              </a:path>
              <a:path w="336" h="189">
                <a:moveTo>
                  <a:pt x="238" y="146"/>
                </a:moveTo>
                <a:lnTo>
                  <a:pt x="242" y="155"/>
                </a:lnTo>
                <a:cubicBezTo>
                  <a:pt x="240" y="152"/>
                  <a:pt x="239" y="151"/>
                  <a:pt x="238" y="150"/>
                </a:cubicBezTo>
                <a:cubicBezTo>
                  <a:pt x="237" y="149"/>
                  <a:pt x="236" y="149"/>
                  <a:pt x="235" y="149"/>
                </a:cubicBezTo>
                <a:cubicBezTo>
                  <a:pt x="234" y="149"/>
                  <a:pt x="233" y="150"/>
                  <a:pt x="233" y="151"/>
                </a:cubicBezTo>
                <a:cubicBezTo>
                  <a:pt x="233" y="152"/>
                  <a:pt x="233" y="154"/>
                  <a:pt x="233" y="156"/>
                </a:cubicBezTo>
                <a:cubicBezTo>
                  <a:pt x="233" y="158"/>
                  <a:pt x="234" y="160"/>
                  <a:pt x="235" y="163"/>
                </a:cubicBezTo>
                <a:cubicBezTo>
                  <a:pt x="236" y="165"/>
                  <a:pt x="237" y="167"/>
                  <a:pt x="237" y="168"/>
                </a:cubicBezTo>
                <a:cubicBezTo>
                  <a:pt x="238" y="170"/>
                  <a:pt x="239" y="171"/>
                  <a:pt x="240" y="172"/>
                </a:cubicBezTo>
                <a:cubicBezTo>
                  <a:pt x="241" y="172"/>
                  <a:pt x="242" y="172"/>
                  <a:pt x="243" y="172"/>
                </a:cubicBezTo>
                <a:cubicBezTo>
                  <a:pt x="244" y="172"/>
                  <a:pt x="245" y="171"/>
                  <a:pt x="245" y="170"/>
                </a:cubicBezTo>
                <a:cubicBezTo>
                  <a:pt x="245" y="169"/>
                  <a:pt x="246" y="168"/>
                  <a:pt x="246" y="165"/>
                </a:cubicBezTo>
                <a:lnTo>
                  <a:pt x="246" y="166"/>
                </a:lnTo>
                <a:cubicBezTo>
                  <a:pt x="246" y="168"/>
                  <a:pt x="246" y="170"/>
                  <a:pt x="246" y="171"/>
                </a:cubicBezTo>
                <a:cubicBezTo>
                  <a:pt x="245" y="173"/>
                  <a:pt x="244" y="174"/>
                  <a:pt x="243" y="174"/>
                </a:cubicBezTo>
                <a:cubicBezTo>
                  <a:pt x="241" y="175"/>
                  <a:pt x="239" y="174"/>
                  <a:pt x="237" y="171"/>
                </a:cubicBezTo>
                <a:cubicBezTo>
                  <a:pt x="235" y="169"/>
                  <a:pt x="234" y="167"/>
                  <a:pt x="233" y="164"/>
                </a:cubicBezTo>
                <a:cubicBezTo>
                  <a:pt x="232" y="161"/>
                  <a:pt x="231" y="159"/>
                  <a:pt x="231" y="156"/>
                </a:cubicBezTo>
                <a:cubicBezTo>
                  <a:pt x="231" y="154"/>
                  <a:pt x="231" y="152"/>
                  <a:pt x="232" y="151"/>
                </a:cubicBezTo>
                <a:cubicBezTo>
                  <a:pt x="232" y="149"/>
                  <a:pt x="233" y="148"/>
                  <a:pt x="234" y="148"/>
                </a:cubicBezTo>
                <a:cubicBezTo>
                  <a:pt x="235" y="148"/>
                  <a:pt x="236" y="148"/>
                  <a:pt x="237" y="148"/>
                </a:cubicBezTo>
                <a:cubicBezTo>
                  <a:pt x="238" y="148"/>
                  <a:pt x="238" y="149"/>
                  <a:pt x="238" y="149"/>
                </a:cubicBezTo>
                <a:cubicBezTo>
                  <a:pt x="238" y="148"/>
                  <a:pt x="238" y="148"/>
                  <a:pt x="238" y="148"/>
                </a:cubicBezTo>
                <a:cubicBezTo>
                  <a:pt x="238" y="148"/>
                  <a:pt x="238" y="147"/>
                  <a:pt x="238" y="147"/>
                </a:cubicBezTo>
                <a:lnTo>
                  <a:pt x="238" y="146"/>
                </a:lnTo>
                <a:close/>
              </a:path>
              <a:path w="336" h="189">
                <a:moveTo>
                  <a:pt x="245" y="146"/>
                </a:moveTo>
                <a:lnTo>
                  <a:pt x="248" y="156"/>
                </a:lnTo>
                <a:lnTo>
                  <a:pt x="251" y="155"/>
                </a:lnTo>
                <a:cubicBezTo>
                  <a:pt x="252" y="155"/>
                  <a:pt x="252" y="155"/>
                  <a:pt x="252" y="154"/>
                </a:cubicBezTo>
                <a:cubicBezTo>
                  <a:pt x="252" y="153"/>
                  <a:pt x="252" y="152"/>
                  <a:pt x="252" y="151"/>
                </a:cubicBezTo>
                <a:lnTo>
                  <a:pt x="255" y="159"/>
                </a:lnTo>
                <a:cubicBezTo>
                  <a:pt x="254" y="158"/>
                  <a:pt x="254" y="158"/>
                  <a:pt x="254" y="157"/>
                </a:cubicBezTo>
                <a:cubicBezTo>
                  <a:pt x="253" y="157"/>
                  <a:pt x="253" y="157"/>
                  <a:pt x="253" y="156"/>
                </a:cubicBezTo>
                <a:cubicBezTo>
                  <a:pt x="252" y="156"/>
                  <a:pt x="252" y="156"/>
                  <a:pt x="251" y="156"/>
                </a:cubicBezTo>
                <a:lnTo>
                  <a:pt x="249" y="157"/>
                </a:lnTo>
                <a:lnTo>
                  <a:pt x="252" y="166"/>
                </a:lnTo>
                <a:cubicBezTo>
                  <a:pt x="252" y="167"/>
                  <a:pt x="252" y="167"/>
                  <a:pt x="252" y="168"/>
                </a:cubicBezTo>
                <a:cubicBezTo>
                  <a:pt x="253" y="168"/>
                  <a:pt x="253" y="168"/>
                  <a:pt x="253" y="168"/>
                </a:cubicBezTo>
                <a:cubicBezTo>
                  <a:pt x="253" y="168"/>
                  <a:pt x="253" y="168"/>
                  <a:pt x="254" y="168"/>
                </a:cubicBezTo>
                <a:lnTo>
                  <a:pt x="256" y="167"/>
                </a:lnTo>
                <a:cubicBezTo>
                  <a:pt x="256" y="167"/>
                  <a:pt x="257" y="167"/>
                  <a:pt x="257" y="166"/>
                </a:cubicBezTo>
                <a:cubicBezTo>
                  <a:pt x="257" y="166"/>
                  <a:pt x="258" y="166"/>
                  <a:pt x="258" y="165"/>
                </a:cubicBezTo>
                <a:cubicBezTo>
                  <a:pt x="258" y="164"/>
                  <a:pt x="258" y="163"/>
                  <a:pt x="258" y="161"/>
                </a:cubicBezTo>
                <a:lnTo>
                  <a:pt x="259" y="168"/>
                </a:lnTo>
                <a:lnTo>
                  <a:pt x="250" y="171"/>
                </a:lnTo>
                <a:lnTo>
                  <a:pt x="249" y="170"/>
                </a:lnTo>
                <a:lnTo>
                  <a:pt x="250" y="170"/>
                </a:lnTo>
                <a:cubicBezTo>
                  <a:pt x="250" y="170"/>
                  <a:pt x="250" y="170"/>
                  <a:pt x="251" y="169"/>
                </a:cubicBezTo>
                <a:cubicBezTo>
                  <a:pt x="251" y="169"/>
                  <a:pt x="251" y="169"/>
                  <a:pt x="251" y="168"/>
                </a:cubicBezTo>
                <a:cubicBezTo>
                  <a:pt x="251" y="168"/>
                  <a:pt x="250" y="167"/>
                  <a:pt x="250" y="166"/>
                </a:cubicBezTo>
                <a:lnTo>
                  <a:pt x="244" y="150"/>
                </a:lnTo>
                <a:cubicBezTo>
                  <a:pt x="244" y="148"/>
                  <a:pt x="243" y="147"/>
                  <a:pt x="243" y="147"/>
                </a:cubicBezTo>
                <a:cubicBezTo>
                  <a:pt x="242" y="147"/>
                  <a:pt x="242" y="147"/>
                  <a:pt x="241" y="147"/>
                </a:cubicBezTo>
                <a:lnTo>
                  <a:pt x="241" y="146"/>
                </a:lnTo>
                <a:lnTo>
                  <a:pt x="250" y="143"/>
                </a:lnTo>
                <a:lnTo>
                  <a:pt x="252" y="148"/>
                </a:lnTo>
                <a:cubicBezTo>
                  <a:pt x="251" y="147"/>
                  <a:pt x="251" y="146"/>
                  <a:pt x="251" y="146"/>
                </a:cubicBezTo>
                <a:cubicBezTo>
                  <a:pt x="250" y="145"/>
                  <a:pt x="250" y="145"/>
                  <a:pt x="249" y="145"/>
                </a:cubicBezTo>
                <a:cubicBezTo>
                  <a:pt x="249" y="145"/>
                  <a:pt x="249" y="145"/>
                  <a:pt x="248" y="145"/>
                </a:cubicBezTo>
                <a:lnTo>
                  <a:pt x="245" y="146"/>
                </a:lnTo>
                <a:close/>
              </a:path>
            </a:pathLst>
          </a:custGeom>
          <a:solidFill>
            <a:srgbClr val="24211D"/>
          </a:solidFill>
          <a:ln>
            <a:noFill/>
          </a:ln>
        </p:spPr>
      </p:sp>
      <p:sp>
        <p:nvSpPr>
          <p:cNvPr id="15" name="Freeform 16"/>
          <p:cNvSpPr>
            <a:spLocks noGrp="1"/>
          </p:cNvSpPr>
          <p:nvPr/>
        </p:nvSpPr>
        <p:spPr>
          <a:xfrm>
            <a:off x="9943582" y="268135"/>
            <a:ext cx="220968" cy="125723"/>
          </a:xfrm>
          <a:custGeom>
            <a:avLst/>
            <a:gdLst/>
            <a:ahLst/>
            <a:cxnLst/>
            <a:rect l="l" t="t" r="r" b="b"/>
            <a:pathLst>
              <a:path w="143" h="81">
                <a:moveTo>
                  <a:pt x="102" y="38"/>
                </a:moveTo>
                <a:lnTo>
                  <a:pt x="129" y="38"/>
                </a:lnTo>
                <a:cubicBezTo>
                  <a:pt x="135" y="33"/>
                  <a:pt x="68" y="12"/>
                  <a:pt x="53" y="18"/>
                </a:cubicBezTo>
                <a:cubicBezTo>
                  <a:pt x="44" y="22"/>
                  <a:pt x="65" y="31"/>
                  <a:pt x="77" y="41"/>
                </a:cubicBezTo>
                <a:cubicBezTo>
                  <a:pt x="84" y="46"/>
                  <a:pt x="94" y="54"/>
                  <a:pt x="96" y="58"/>
                </a:cubicBezTo>
                <a:cubicBezTo>
                  <a:pt x="101" y="65"/>
                  <a:pt x="97" y="72"/>
                  <a:pt x="88" y="81"/>
                </a:cubicBezTo>
                <a:lnTo>
                  <a:pt x="0" y="81"/>
                </a:lnTo>
                <a:cubicBezTo>
                  <a:pt x="3" y="78"/>
                  <a:pt x="7" y="76"/>
                  <a:pt x="10" y="76"/>
                </a:cubicBezTo>
                <a:lnTo>
                  <a:pt x="57" y="76"/>
                </a:lnTo>
                <a:cubicBezTo>
                  <a:pt x="65" y="75"/>
                  <a:pt x="82" y="73"/>
                  <a:pt x="82" y="53"/>
                </a:cubicBezTo>
                <a:cubicBezTo>
                  <a:pt x="79" y="40"/>
                  <a:pt x="48" y="37"/>
                  <a:pt x="39" y="27"/>
                </a:cubicBezTo>
                <a:cubicBezTo>
                  <a:pt x="35" y="23"/>
                  <a:pt x="41" y="17"/>
                  <a:pt x="53" y="17"/>
                </a:cubicBezTo>
                <a:cubicBezTo>
                  <a:pt x="75" y="0"/>
                  <a:pt x="143" y="8"/>
                  <a:pt x="141" y="24"/>
                </a:cubicBezTo>
                <a:cubicBezTo>
                  <a:pt x="140" y="33"/>
                  <a:pt x="134" y="39"/>
                  <a:pt x="127" y="45"/>
                </a:cubicBezTo>
                <a:lnTo>
                  <a:pt x="118" y="45"/>
                </a:lnTo>
                <a:lnTo>
                  <a:pt x="108" y="81"/>
                </a:lnTo>
                <a:lnTo>
                  <a:pt x="96" y="81"/>
                </a:lnTo>
                <a:lnTo>
                  <a:pt x="106" y="45"/>
                </a:lnTo>
                <a:lnTo>
                  <a:pt x="95" y="45"/>
                </a:lnTo>
                <a:lnTo>
                  <a:pt x="102" y="38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6" name="Freeform 17"/>
          <p:cNvSpPr>
            <a:spLocks noGrp="1"/>
          </p:cNvSpPr>
          <p:nvPr/>
        </p:nvSpPr>
        <p:spPr>
          <a:xfrm>
            <a:off x="9962631" y="339251"/>
            <a:ext cx="50797" cy="41908"/>
          </a:xfrm>
          <a:custGeom>
            <a:avLst/>
            <a:gdLst/>
            <a:ahLst/>
            <a:cxnLst/>
            <a:rect l="l" t="t" r="r" b="b"/>
            <a:pathLst>
              <a:path w="33" h="27">
                <a:moveTo>
                  <a:pt x="7" y="0"/>
                </a:moveTo>
                <a:lnTo>
                  <a:pt x="18" y="0"/>
                </a:lnTo>
                <a:lnTo>
                  <a:pt x="13" y="17"/>
                </a:lnTo>
                <a:lnTo>
                  <a:pt x="18" y="17"/>
                </a:lnTo>
                <a:lnTo>
                  <a:pt x="22" y="0"/>
                </a:lnTo>
                <a:lnTo>
                  <a:pt x="33" y="0"/>
                </a:lnTo>
                <a:lnTo>
                  <a:pt x="25" y="27"/>
                </a:lnTo>
                <a:lnTo>
                  <a:pt x="15" y="27"/>
                </a:lnTo>
                <a:lnTo>
                  <a:pt x="17" y="20"/>
                </a:lnTo>
                <a:lnTo>
                  <a:pt x="13" y="20"/>
                </a:lnTo>
                <a:lnTo>
                  <a:pt x="11" y="27"/>
                </a:lnTo>
                <a:lnTo>
                  <a:pt x="0" y="27"/>
                </a:lnTo>
                <a:lnTo>
                  <a:pt x="7" y="0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7" name="Freeform 18"/>
          <p:cNvSpPr>
            <a:spLocks noGrp="1"/>
          </p:cNvSpPr>
          <p:nvPr/>
        </p:nvSpPr>
        <p:spPr>
          <a:xfrm>
            <a:off x="10007079" y="339251"/>
            <a:ext cx="50797" cy="41908"/>
          </a:xfrm>
          <a:custGeom>
            <a:avLst/>
            <a:gdLst/>
            <a:ahLst/>
            <a:cxnLst/>
            <a:rect l="l" t="t" r="r" b="b"/>
            <a:pathLst>
              <a:path w="33" h="27">
                <a:moveTo>
                  <a:pt x="8" y="0"/>
                </a:moveTo>
                <a:lnTo>
                  <a:pt x="0" y="27"/>
                </a:lnTo>
                <a:lnTo>
                  <a:pt x="25" y="27"/>
                </a:lnTo>
                <a:lnTo>
                  <a:pt x="33" y="0"/>
                </a:lnTo>
                <a:lnTo>
                  <a:pt x="22" y="0"/>
                </a:lnTo>
                <a:lnTo>
                  <a:pt x="15" y="24"/>
                </a:lnTo>
                <a:lnTo>
                  <a:pt x="11" y="24"/>
                </a:lnTo>
                <a:lnTo>
                  <a:pt x="18" y="0"/>
                </a:lnTo>
                <a:lnTo>
                  <a:pt x="8" y="0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8" name="Freeform 5"/>
          <p:cNvSpPr>
            <a:spLocks noGrp="1"/>
          </p:cNvSpPr>
          <p:nvPr/>
        </p:nvSpPr>
        <p:spPr>
          <a:xfrm>
            <a:off x="10436316" y="152571"/>
            <a:ext cx="1607736" cy="325103"/>
          </a:xfrm>
          <a:custGeom>
            <a:avLst/>
            <a:gdLst/>
            <a:ahLst/>
            <a:cxnLst/>
            <a:rect l="l" t="t" r="r" b="b"/>
            <a:pathLst>
              <a:path w="489" h="98">
                <a:moveTo>
                  <a:pt x="98" y="37"/>
                </a:moveTo>
                <a:cubicBezTo>
                  <a:pt x="98" y="37"/>
                  <a:pt x="101" y="31"/>
                  <a:pt x="102" y="39"/>
                </a:cubicBezTo>
                <a:lnTo>
                  <a:pt x="104" y="45"/>
                </a:lnTo>
                <a:cubicBezTo>
                  <a:pt x="104" y="45"/>
                  <a:pt x="106" y="49"/>
                  <a:pt x="109" y="43"/>
                </a:cubicBezTo>
                <a:lnTo>
                  <a:pt x="112" y="40"/>
                </a:lnTo>
                <a:cubicBezTo>
                  <a:pt x="112" y="40"/>
                  <a:pt x="114" y="40"/>
                  <a:pt x="114" y="37"/>
                </a:cubicBezTo>
                <a:lnTo>
                  <a:pt x="113" y="28"/>
                </a:lnTo>
                <a:cubicBezTo>
                  <a:pt x="113" y="28"/>
                  <a:pt x="113" y="22"/>
                  <a:pt x="111" y="22"/>
                </a:cubicBezTo>
                <a:cubicBezTo>
                  <a:pt x="111" y="22"/>
                  <a:pt x="108" y="16"/>
                  <a:pt x="112" y="15"/>
                </a:cubicBezTo>
                <a:cubicBezTo>
                  <a:pt x="112" y="15"/>
                  <a:pt x="113" y="11"/>
                  <a:pt x="119" y="14"/>
                </a:cubicBezTo>
                <a:cubicBezTo>
                  <a:pt x="119" y="14"/>
                  <a:pt x="125" y="16"/>
                  <a:pt x="123" y="21"/>
                </a:cubicBezTo>
                <a:lnTo>
                  <a:pt x="122" y="29"/>
                </a:lnTo>
                <a:cubicBezTo>
                  <a:pt x="122" y="29"/>
                  <a:pt x="121" y="33"/>
                  <a:pt x="127" y="28"/>
                </a:cubicBezTo>
                <a:lnTo>
                  <a:pt x="135" y="23"/>
                </a:lnTo>
                <a:cubicBezTo>
                  <a:pt x="135" y="23"/>
                  <a:pt x="143" y="20"/>
                  <a:pt x="145" y="24"/>
                </a:cubicBezTo>
                <a:cubicBezTo>
                  <a:pt x="145" y="24"/>
                  <a:pt x="147" y="27"/>
                  <a:pt x="143" y="30"/>
                </a:cubicBezTo>
                <a:cubicBezTo>
                  <a:pt x="143" y="30"/>
                  <a:pt x="131" y="33"/>
                  <a:pt x="133" y="42"/>
                </a:cubicBezTo>
                <a:cubicBezTo>
                  <a:pt x="133" y="42"/>
                  <a:pt x="139" y="43"/>
                  <a:pt x="134" y="48"/>
                </a:cubicBezTo>
                <a:cubicBezTo>
                  <a:pt x="134" y="48"/>
                  <a:pt x="128" y="49"/>
                  <a:pt x="125" y="52"/>
                </a:cubicBezTo>
                <a:lnTo>
                  <a:pt x="121" y="53"/>
                </a:lnTo>
                <a:lnTo>
                  <a:pt x="121" y="86"/>
                </a:lnTo>
                <a:cubicBezTo>
                  <a:pt x="121" y="86"/>
                  <a:pt x="121" y="96"/>
                  <a:pt x="115" y="92"/>
                </a:cubicBezTo>
                <a:cubicBezTo>
                  <a:pt x="115" y="92"/>
                  <a:pt x="109" y="84"/>
                  <a:pt x="113" y="74"/>
                </a:cubicBezTo>
                <a:lnTo>
                  <a:pt x="114" y="49"/>
                </a:lnTo>
                <a:cubicBezTo>
                  <a:pt x="114" y="49"/>
                  <a:pt x="115" y="41"/>
                  <a:pt x="109" y="50"/>
                </a:cubicBezTo>
                <a:lnTo>
                  <a:pt x="104" y="57"/>
                </a:lnTo>
                <a:cubicBezTo>
                  <a:pt x="104" y="57"/>
                  <a:pt x="102" y="60"/>
                  <a:pt x="98" y="58"/>
                </a:cubicBezTo>
                <a:cubicBezTo>
                  <a:pt x="98" y="58"/>
                  <a:pt x="90" y="54"/>
                  <a:pt x="94" y="47"/>
                </a:cubicBezTo>
                <a:cubicBezTo>
                  <a:pt x="96" y="45"/>
                  <a:pt x="97" y="40"/>
                  <a:pt x="98" y="37"/>
                </a:cubicBezTo>
                <a:close/>
                <a:moveTo>
                  <a:pt x="121" y="39"/>
                </a:moveTo>
                <a:lnTo>
                  <a:pt x="121" y="45"/>
                </a:lnTo>
                <a:cubicBezTo>
                  <a:pt x="121" y="45"/>
                  <a:pt x="120" y="48"/>
                  <a:pt x="125" y="45"/>
                </a:cubicBezTo>
                <a:cubicBezTo>
                  <a:pt x="125" y="45"/>
                  <a:pt x="128" y="42"/>
                  <a:pt x="128" y="40"/>
                </a:cubicBezTo>
                <a:cubicBezTo>
                  <a:pt x="128" y="40"/>
                  <a:pt x="128" y="35"/>
                  <a:pt x="130" y="35"/>
                </a:cubicBezTo>
                <a:cubicBezTo>
                  <a:pt x="130" y="35"/>
                  <a:pt x="131" y="31"/>
                  <a:pt x="126" y="33"/>
                </a:cubicBezTo>
                <a:lnTo>
                  <a:pt x="123" y="37"/>
                </a:lnTo>
                <a:lnTo>
                  <a:pt x="122" y="37"/>
                </a:lnTo>
                <a:cubicBezTo>
                  <a:pt x="122" y="37"/>
                  <a:pt x="121" y="38"/>
                  <a:pt x="121" y="39"/>
                </a:cubicBezTo>
                <a:close/>
              </a:path>
              <a:path w="489" h="98">
                <a:moveTo>
                  <a:pt x="29" y="76"/>
                </a:moveTo>
                <a:cubicBezTo>
                  <a:pt x="34" y="73"/>
                  <a:pt x="37" y="72"/>
                  <a:pt x="38" y="73"/>
                </a:cubicBezTo>
                <a:cubicBezTo>
                  <a:pt x="39" y="73"/>
                  <a:pt x="39" y="80"/>
                  <a:pt x="39" y="92"/>
                </a:cubicBezTo>
                <a:cubicBezTo>
                  <a:pt x="39" y="98"/>
                  <a:pt x="43" y="98"/>
                  <a:pt x="45" y="95"/>
                </a:cubicBezTo>
                <a:cubicBezTo>
                  <a:pt x="47" y="92"/>
                  <a:pt x="48" y="86"/>
                  <a:pt x="48" y="78"/>
                </a:cubicBezTo>
                <a:lnTo>
                  <a:pt x="48" y="71"/>
                </a:lnTo>
                <a:lnTo>
                  <a:pt x="50" y="68"/>
                </a:lnTo>
                <a:lnTo>
                  <a:pt x="59" y="64"/>
                </a:lnTo>
                <a:cubicBezTo>
                  <a:pt x="62" y="63"/>
                  <a:pt x="62" y="61"/>
                  <a:pt x="59" y="60"/>
                </a:cubicBezTo>
                <a:lnTo>
                  <a:pt x="54" y="56"/>
                </a:lnTo>
                <a:cubicBezTo>
                  <a:pt x="53" y="54"/>
                  <a:pt x="53" y="53"/>
                  <a:pt x="56" y="52"/>
                </a:cubicBezTo>
                <a:lnTo>
                  <a:pt x="71" y="44"/>
                </a:lnTo>
                <a:cubicBezTo>
                  <a:pt x="73" y="44"/>
                  <a:pt x="74" y="42"/>
                  <a:pt x="71" y="39"/>
                </a:cubicBezTo>
                <a:cubicBezTo>
                  <a:pt x="69" y="37"/>
                  <a:pt x="67" y="37"/>
                  <a:pt x="64" y="39"/>
                </a:cubicBezTo>
                <a:lnTo>
                  <a:pt x="59" y="41"/>
                </a:lnTo>
                <a:cubicBezTo>
                  <a:pt x="56" y="44"/>
                  <a:pt x="55" y="42"/>
                  <a:pt x="59" y="37"/>
                </a:cubicBezTo>
                <a:lnTo>
                  <a:pt x="64" y="34"/>
                </a:lnTo>
                <a:cubicBezTo>
                  <a:pt x="68" y="32"/>
                  <a:pt x="66" y="30"/>
                  <a:pt x="63" y="29"/>
                </a:cubicBezTo>
                <a:lnTo>
                  <a:pt x="59" y="26"/>
                </a:lnTo>
                <a:cubicBezTo>
                  <a:pt x="57" y="25"/>
                  <a:pt x="56" y="25"/>
                  <a:pt x="55" y="28"/>
                </a:cubicBezTo>
                <a:cubicBezTo>
                  <a:pt x="55" y="32"/>
                  <a:pt x="54" y="34"/>
                  <a:pt x="52" y="35"/>
                </a:cubicBezTo>
                <a:cubicBezTo>
                  <a:pt x="50" y="36"/>
                  <a:pt x="48" y="36"/>
                  <a:pt x="47" y="35"/>
                </a:cubicBezTo>
                <a:cubicBezTo>
                  <a:pt x="45" y="33"/>
                  <a:pt x="45" y="32"/>
                  <a:pt x="47" y="30"/>
                </a:cubicBezTo>
                <a:cubicBezTo>
                  <a:pt x="49" y="27"/>
                  <a:pt x="52" y="25"/>
                  <a:pt x="56" y="25"/>
                </a:cubicBezTo>
                <a:cubicBezTo>
                  <a:pt x="60" y="23"/>
                  <a:pt x="64" y="21"/>
                  <a:pt x="65" y="18"/>
                </a:cubicBezTo>
                <a:cubicBezTo>
                  <a:pt x="66" y="17"/>
                  <a:pt x="65" y="14"/>
                  <a:pt x="62" y="11"/>
                </a:cubicBezTo>
                <a:cubicBezTo>
                  <a:pt x="59" y="6"/>
                  <a:pt x="55" y="5"/>
                  <a:pt x="52" y="10"/>
                </a:cubicBezTo>
                <a:lnTo>
                  <a:pt x="47" y="22"/>
                </a:lnTo>
                <a:lnTo>
                  <a:pt x="43" y="22"/>
                </a:lnTo>
                <a:lnTo>
                  <a:pt x="44" y="14"/>
                </a:lnTo>
                <a:cubicBezTo>
                  <a:pt x="45" y="12"/>
                  <a:pt x="43" y="10"/>
                  <a:pt x="40" y="7"/>
                </a:cubicBezTo>
                <a:cubicBezTo>
                  <a:pt x="36" y="5"/>
                  <a:pt x="34" y="4"/>
                  <a:pt x="33" y="7"/>
                </a:cubicBezTo>
                <a:cubicBezTo>
                  <a:pt x="32" y="7"/>
                  <a:pt x="33" y="9"/>
                  <a:pt x="36" y="13"/>
                </a:cubicBezTo>
                <a:cubicBezTo>
                  <a:pt x="38" y="15"/>
                  <a:pt x="39" y="18"/>
                  <a:pt x="41" y="23"/>
                </a:cubicBezTo>
                <a:cubicBezTo>
                  <a:pt x="36" y="23"/>
                  <a:pt x="31" y="24"/>
                  <a:pt x="26" y="23"/>
                </a:cubicBezTo>
                <a:cubicBezTo>
                  <a:pt x="20" y="23"/>
                  <a:pt x="17" y="24"/>
                  <a:pt x="20" y="27"/>
                </a:cubicBezTo>
                <a:cubicBezTo>
                  <a:pt x="21" y="29"/>
                  <a:pt x="23" y="30"/>
                  <a:pt x="24" y="32"/>
                </a:cubicBezTo>
                <a:lnTo>
                  <a:pt x="38" y="28"/>
                </a:lnTo>
                <a:cubicBezTo>
                  <a:pt x="45" y="27"/>
                  <a:pt x="45" y="27"/>
                  <a:pt x="43" y="30"/>
                </a:cubicBezTo>
                <a:cubicBezTo>
                  <a:pt x="43" y="31"/>
                  <a:pt x="41" y="31"/>
                  <a:pt x="39" y="30"/>
                </a:cubicBezTo>
                <a:cubicBezTo>
                  <a:pt x="36" y="31"/>
                  <a:pt x="36" y="33"/>
                  <a:pt x="37" y="35"/>
                </a:cubicBezTo>
                <a:cubicBezTo>
                  <a:pt x="38" y="39"/>
                  <a:pt x="38" y="40"/>
                  <a:pt x="35" y="38"/>
                </a:cubicBezTo>
                <a:cubicBezTo>
                  <a:pt x="34" y="38"/>
                  <a:pt x="33" y="38"/>
                  <a:pt x="33" y="39"/>
                </a:cubicBezTo>
                <a:cubicBezTo>
                  <a:pt x="32" y="40"/>
                  <a:pt x="30" y="40"/>
                  <a:pt x="28" y="37"/>
                </a:cubicBezTo>
                <a:cubicBezTo>
                  <a:pt x="24" y="33"/>
                  <a:pt x="21" y="32"/>
                  <a:pt x="20" y="35"/>
                </a:cubicBezTo>
                <a:lnTo>
                  <a:pt x="21" y="38"/>
                </a:lnTo>
                <a:cubicBezTo>
                  <a:pt x="23" y="42"/>
                  <a:pt x="23" y="44"/>
                  <a:pt x="20" y="44"/>
                </a:cubicBezTo>
                <a:cubicBezTo>
                  <a:pt x="19" y="45"/>
                  <a:pt x="20" y="46"/>
                  <a:pt x="21" y="47"/>
                </a:cubicBezTo>
                <a:lnTo>
                  <a:pt x="24" y="50"/>
                </a:lnTo>
                <a:cubicBezTo>
                  <a:pt x="26" y="53"/>
                  <a:pt x="28" y="53"/>
                  <a:pt x="32" y="49"/>
                </a:cubicBezTo>
                <a:cubicBezTo>
                  <a:pt x="36" y="44"/>
                  <a:pt x="38" y="43"/>
                  <a:pt x="38" y="47"/>
                </a:cubicBezTo>
                <a:cubicBezTo>
                  <a:pt x="38" y="50"/>
                  <a:pt x="37" y="51"/>
                  <a:pt x="34" y="51"/>
                </a:cubicBezTo>
                <a:lnTo>
                  <a:pt x="1" y="61"/>
                </a:lnTo>
                <a:cubicBezTo>
                  <a:pt x="0" y="61"/>
                  <a:pt x="0" y="61"/>
                  <a:pt x="0" y="61"/>
                </a:cubicBezTo>
                <a:lnTo>
                  <a:pt x="7" y="66"/>
                </a:lnTo>
                <a:cubicBezTo>
                  <a:pt x="8" y="66"/>
                  <a:pt x="10" y="66"/>
                  <a:pt x="11" y="66"/>
                </a:cubicBezTo>
                <a:lnTo>
                  <a:pt x="20" y="63"/>
                </a:lnTo>
                <a:lnTo>
                  <a:pt x="33" y="56"/>
                </a:lnTo>
                <a:cubicBezTo>
                  <a:pt x="37" y="55"/>
                  <a:pt x="39" y="55"/>
                  <a:pt x="38" y="58"/>
                </a:cubicBezTo>
                <a:cubicBezTo>
                  <a:pt x="38" y="59"/>
                  <a:pt x="37" y="60"/>
                  <a:pt x="35" y="61"/>
                </a:cubicBezTo>
                <a:cubicBezTo>
                  <a:pt x="29" y="64"/>
                  <a:pt x="23" y="69"/>
                  <a:pt x="17" y="74"/>
                </a:cubicBezTo>
                <a:cubicBezTo>
                  <a:pt x="14" y="77"/>
                  <a:pt x="13" y="78"/>
                  <a:pt x="17" y="78"/>
                </a:cubicBezTo>
                <a:cubicBezTo>
                  <a:pt x="19" y="79"/>
                  <a:pt x="21" y="79"/>
                  <a:pt x="25" y="77"/>
                </a:cubicBezTo>
                <a:lnTo>
                  <a:pt x="29" y="76"/>
                </a:lnTo>
                <a:close/>
                <a:moveTo>
                  <a:pt x="38" y="65"/>
                </a:moveTo>
                <a:cubicBezTo>
                  <a:pt x="38" y="67"/>
                  <a:pt x="37" y="68"/>
                  <a:pt x="34" y="69"/>
                </a:cubicBezTo>
                <a:lnTo>
                  <a:pt x="30" y="70"/>
                </a:lnTo>
                <a:cubicBezTo>
                  <a:pt x="26" y="71"/>
                  <a:pt x="25" y="71"/>
                  <a:pt x="28" y="69"/>
                </a:cubicBezTo>
                <a:lnTo>
                  <a:pt x="35" y="64"/>
                </a:lnTo>
                <a:cubicBezTo>
                  <a:pt x="37" y="63"/>
                  <a:pt x="38" y="63"/>
                  <a:pt x="38" y="65"/>
                </a:cubicBezTo>
                <a:close/>
                <a:moveTo>
                  <a:pt x="48" y="57"/>
                </a:moveTo>
                <a:lnTo>
                  <a:pt x="48" y="61"/>
                </a:lnTo>
                <a:cubicBezTo>
                  <a:pt x="48" y="63"/>
                  <a:pt x="50" y="63"/>
                  <a:pt x="51" y="62"/>
                </a:cubicBezTo>
                <a:cubicBezTo>
                  <a:pt x="51" y="62"/>
                  <a:pt x="51" y="61"/>
                  <a:pt x="51" y="59"/>
                </a:cubicBezTo>
                <a:cubicBezTo>
                  <a:pt x="50" y="58"/>
                  <a:pt x="49" y="57"/>
                  <a:pt x="48" y="57"/>
                </a:cubicBezTo>
                <a:close/>
                <a:moveTo>
                  <a:pt x="50" y="50"/>
                </a:moveTo>
                <a:cubicBezTo>
                  <a:pt x="48" y="50"/>
                  <a:pt x="48" y="51"/>
                  <a:pt x="48" y="52"/>
                </a:cubicBezTo>
                <a:cubicBezTo>
                  <a:pt x="49" y="53"/>
                  <a:pt x="51" y="53"/>
                  <a:pt x="53" y="51"/>
                </a:cubicBezTo>
                <a:lnTo>
                  <a:pt x="58" y="48"/>
                </a:lnTo>
                <a:cubicBezTo>
                  <a:pt x="59" y="47"/>
                  <a:pt x="59" y="47"/>
                  <a:pt x="56" y="47"/>
                </a:cubicBezTo>
                <a:lnTo>
                  <a:pt x="51" y="49"/>
                </a:lnTo>
                <a:lnTo>
                  <a:pt x="50" y="50"/>
                </a:lnTo>
                <a:close/>
                <a:moveTo>
                  <a:pt x="48" y="39"/>
                </a:moveTo>
                <a:lnTo>
                  <a:pt x="47" y="44"/>
                </a:lnTo>
                <a:cubicBezTo>
                  <a:pt x="48" y="47"/>
                  <a:pt x="49" y="47"/>
                  <a:pt x="51" y="45"/>
                </a:cubicBezTo>
                <a:cubicBezTo>
                  <a:pt x="51" y="44"/>
                  <a:pt x="52" y="43"/>
                  <a:pt x="53" y="41"/>
                </a:cubicBezTo>
                <a:cubicBezTo>
                  <a:pt x="53" y="39"/>
                  <a:pt x="52" y="39"/>
                  <a:pt x="51" y="38"/>
                </a:cubicBezTo>
                <a:cubicBezTo>
                  <a:pt x="50" y="38"/>
                  <a:pt x="49" y="38"/>
                  <a:pt x="48" y="39"/>
                </a:cubicBezTo>
                <a:close/>
                <a:moveTo>
                  <a:pt x="60" y="14"/>
                </a:moveTo>
                <a:cubicBezTo>
                  <a:pt x="60" y="15"/>
                  <a:pt x="59" y="16"/>
                  <a:pt x="58" y="17"/>
                </a:cubicBezTo>
                <a:lnTo>
                  <a:pt x="57" y="17"/>
                </a:lnTo>
                <a:cubicBezTo>
                  <a:pt x="56" y="17"/>
                  <a:pt x="55" y="18"/>
                  <a:pt x="54" y="17"/>
                </a:cubicBezTo>
                <a:lnTo>
                  <a:pt x="57" y="14"/>
                </a:lnTo>
                <a:cubicBezTo>
                  <a:pt x="58" y="14"/>
                  <a:pt x="60" y="13"/>
                  <a:pt x="60" y="14"/>
                </a:cubicBezTo>
                <a:close/>
              </a:path>
              <a:path w="489" h="98">
                <a:moveTo>
                  <a:pt x="186" y="22"/>
                </a:moveTo>
                <a:lnTo>
                  <a:pt x="193" y="17"/>
                </a:lnTo>
                <a:cubicBezTo>
                  <a:pt x="193" y="17"/>
                  <a:pt x="195" y="13"/>
                  <a:pt x="198" y="18"/>
                </a:cubicBezTo>
                <a:cubicBezTo>
                  <a:pt x="198" y="18"/>
                  <a:pt x="202" y="23"/>
                  <a:pt x="196" y="24"/>
                </a:cubicBezTo>
                <a:cubicBezTo>
                  <a:pt x="196" y="24"/>
                  <a:pt x="193" y="26"/>
                  <a:pt x="191" y="25"/>
                </a:cubicBezTo>
                <a:cubicBezTo>
                  <a:pt x="191" y="25"/>
                  <a:pt x="180" y="30"/>
                  <a:pt x="177" y="31"/>
                </a:cubicBezTo>
                <a:cubicBezTo>
                  <a:pt x="177" y="31"/>
                  <a:pt x="171" y="33"/>
                  <a:pt x="172" y="30"/>
                </a:cubicBezTo>
                <a:lnTo>
                  <a:pt x="183" y="24"/>
                </a:lnTo>
                <a:lnTo>
                  <a:pt x="186" y="22"/>
                </a:lnTo>
                <a:close/>
              </a:path>
              <a:path w="489" h="98">
                <a:moveTo>
                  <a:pt x="217" y="29"/>
                </a:moveTo>
                <a:lnTo>
                  <a:pt x="216" y="50"/>
                </a:lnTo>
                <a:lnTo>
                  <a:pt x="220" y="47"/>
                </a:lnTo>
                <a:lnTo>
                  <a:pt x="221" y="42"/>
                </a:lnTo>
                <a:cubicBezTo>
                  <a:pt x="221" y="42"/>
                  <a:pt x="221" y="39"/>
                  <a:pt x="225" y="43"/>
                </a:cubicBezTo>
                <a:cubicBezTo>
                  <a:pt x="225" y="43"/>
                  <a:pt x="229" y="46"/>
                  <a:pt x="228" y="50"/>
                </a:cubicBezTo>
                <a:cubicBezTo>
                  <a:pt x="228" y="50"/>
                  <a:pt x="220" y="52"/>
                  <a:pt x="216" y="59"/>
                </a:cubicBezTo>
                <a:lnTo>
                  <a:pt x="216" y="83"/>
                </a:lnTo>
                <a:cubicBezTo>
                  <a:pt x="216" y="83"/>
                  <a:pt x="216" y="87"/>
                  <a:pt x="215" y="89"/>
                </a:cubicBezTo>
                <a:cubicBezTo>
                  <a:pt x="215" y="89"/>
                  <a:pt x="212" y="95"/>
                  <a:pt x="211" y="94"/>
                </a:cubicBezTo>
                <a:cubicBezTo>
                  <a:pt x="211" y="94"/>
                  <a:pt x="207" y="92"/>
                  <a:pt x="209" y="86"/>
                </a:cubicBezTo>
                <a:lnTo>
                  <a:pt x="209" y="69"/>
                </a:lnTo>
                <a:cubicBezTo>
                  <a:pt x="209" y="69"/>
                  <a:pt x="210" y="63"/>
                  <a:pt x="206" y="68"/>
                </a:cubicBezTo>
                <a:cubicBezTo>
                  <a:pt x="206" y="68"/>
                  <a:pt x="202" y="74"/>
                  <a:pt x="197" y="69"/>
                </a:cubicBezTo>
                <a:cubicBezTo>
                  <a:pt x="197" y="69"/>
                  <a:pt x="192" y="67"/>
                  <a:pt x="197" y="64"/>
                </a:cubicBezTo>
                <a:cubicBezTo>
                  <a:pt x="197" y="64"/>
                  <a:pt x="198" y="64"/>
                  <a:pt x="199" y="59"/>
                </a:cubicBezTo>
                <a:lnTo>
                  <a:pt x="200" y="55"/>
                </a:lnTo>
                <a:cubicBezTo>
                  <a:pt x="200" y="55"/>
                  <a:pt x="201" y="50"/>
                  <a:pt x="198" y="50"/>
                </a:cubicBezTo>
                <a:cubicBezTo>
                  <a:pt x="198" y="50"/>
                  <a:pt x="195" y="47"/>
                  <a:pt x="197" y="45"/>
                </a:cubicBezTo>
                <a:cubicBezTo>
                  <a:pt x="197" y="45"/>
                  <a:pt x="203" y="38"/>
                  <a:pt x="196" y="32"/>
                </a:cubicBezTo>
                <a:cubicBezTo>
                  <a:pt x="196" y="32"/>
                  <a:pt x="190" y="29"/>
                  <a:pt x="195" y="28"/>
                </a:cubicBezTo>
                <a:cubicBezTo>
                  <a:pt x="195" y="28"/>
                  <a:pt x="199" y="28"/>
                  <a:pt x="199" y="29"/>
                </a:cubicBezTo>
                <a:cubicBezTo>
                  <a:pt x="199" y="29"/>
                  <a:pt x="207" y="28"/>
                  <a:pt x="207" y="34"/>
                </a:cubicBezTo>
                <a:cubicBezTo>
                  <a:pt x="207" y="34"/>
                  <a:pt x="207" y="37"/>
                  <a:pt x="205" y="37"/>
                </a:cubicBezTo>
                <a:cubicBezTo>
                  <a:pt x="205" y="37"/>
                  <a:pt x="197" y="44"/>
                  <a:pt x="203" y="44"/>
                </a:cubicBezTo>
                <a:cubicBezTo>
                  <a:pt x="203" y="44"/>
                  <a:pt x="211" y="46"/>
                  <a:pt x="205" y="52"/>
                </a:cubicBezTo>
                <a:cubicBezTo>
                  <a:pt x="205" y="52"/>
                  <a:pt x="203" y="51"/>
                  <a:pt x="202" y="57"/>
                </a:cubicBezTo>
                <a:cubicBezTo>
                  <a:pt x="202" y="57"/>
                  <a:pt x="199" y="64"/>
                  <a:pt x="204" y="61"/>
                </a:cubicBezTo>
                <a:cubicBezTo>
                  <a:pt x="204" y="61"/>
                  <a:pt x="206" y="60"/>
                  <a:pt x="209" y="57"/>
                </a:cubicBezTo>
                <a:cubicBezTo>
                  <a:pt x="209" y="57"/>
                  <a:pt x="210" y="54"/>
                  <a:pt x="210" y="51"/>
                </a:cubicBezTo>
                <a:cubicBezTo>
                  <a:pt x="210" y="51"/>
                  <a:pt x="210" y="26"/>
                  <a:pt x="209" y="20"/>
                </a:cubicBezTo>
                <a:cubicBezTo>
                  <a:pt x="209" y="20"/>
                  <a:pt x="207" y="16"/>
                  <a:pt x="211" y="14"/>
                </a:cubicBezTo>
                <a:cubicBezTo>
                  <a:pt x="211" y="14"/>
                  <a:pt x="214" y="12"/>
                  <a:pt x="218" y="16"/>
                </a:cubicBezTo>
                <a:cubicBezTo>
                  <a:pt x="218" y="16"/>
                  <a:pt x="221" y="17"/>
                  <a:pt x="218" y="21"/>
                </a:cubicBezTo>
                <a:lnTo>
                  <a:pt x="217" y="26"/>
                </a:lnTo>
                <a:lnTo>
                  <a:pt x="217" y="29"/>
                </a:lnTo>
                <a:close/>
              </a:path>
              <a:path w="489" h="98">
                <a:moveTo>
                  <a:pt x="170" y="48"/>
                </a:moveTo>
                <a:cubicBezTo>
                  <a:pt x="170" y="48"/>
                  <a:pt x="165" y="51"/>
                  <a:pt x="163" y="49"/>
                </a:cubicBezTo>
                <a:cubicBezTo>
                  <a:pt x="163" y="49"/>
                  <a:pt x="160" y="49"/>
                  <a:pt x="162" y="52"/>
                </a:cubicBezTo>
                <a:cubicBezTo>
                  <a:pt x="162" y="52"/>
                  <a:pt x="165" y="59"/>
                  <a:pt x="171" y="55"/>
                </a:cubicBezTo>
                <a:lnTo>
                  <a:pt x="179" y="49"/>
                </a:lnTo>
                <a:cubicBezTo>
                  <a:pt x="179" y="49"/>
                  <a:pt x="182" y="45"/>
                  <a:pt x="181" y="51"/>
                </a:cubicBezTo>
                <a:cubicBezTo>
                  <a:pt x="181" y="51"/>
                  <a:pt x="181" y="55"/>
                  <a:pt x="179" y="55"/>
                </a:cubicBezTo>
                <a:lnTo>
                  <a:pt x="167" y="68"/>
                </a:lnTo>
                <a:cubicBezTo>
                  <a:pt x="167" y="68"/>
                  <a:pt x="162" y="73"/>
                  <a:pt x="168" y="74"/>
                </a:cubicBezTo>
                <a:cubicBezTo>
                  <a:pt x="168" y="74"/>
                  <a:pt x="172" y="75"/>
                  <a:pt x="175" y="72"/>
                </a:cubicBezTo>
                <a:cubicBezTo>
                  <a:pt x="175" y="72"/>
                  <a:pt x="180" y="66"/>
                  <a:pt x="179" y="70"/>
                </a:cubicBezTo>
                <a:lnTo>
                  <a:pt x="179" y="79"/>
                </a:lnTo>
                <a:cubicBezTo>
                  <a:pt x="179" y="79"/>
                  <a:pt x="178" y="82"/>
                  <a:pt x="181" y="83"/>
                </a:cubicBezTo>
                <a:cubicBezTo>
                  <a:pt x="181" y="83"/>
                  <a:pt x="183" y="85"/>
                  <a:pt x="185" y="82"/>
                </a:cubicBezTo>
                <a:cubicBezTo>
                  <a:pt x="185" y="82"/>
                  <a:pt x="187" y="80"/>
                  <a:pt x="186" y="75"/>
                </a:cubicBezTo>
                <a:lnTo>
                  <a:pt x="186" y="63"/>
                </a:lnTo>
                <a:cubicBezTo>
                  <a:pt x="186" y="63"/>
                  <a:pt x="192" y="59"/>
                  <a:pt x="193" y="57"/>
                </a:cubicBezTo>
                <a:cubicBezTo>
                  <a:pt x="193" y="57"/>
                  <a:pt x="194" y="53"/>
                  <a:pt x="190" y="57"/>
                </a:cubicBezTo>
                <a:cubicBezTo>
                  <a:pt x="190" y="57"/>
                  <a:pt x="185" y="62"/>
                  <a:pt x="186" y="58"/>
                </a:cubicBezTo>
                <a:lnTo>
                  <a:pt x="186" y="52"/>
                </a:lnTo>
                <a:cubicBezTo>
                  <a:pt x="186" y="52"/>
                  <a:pt x="197" y="43"/>
                  <a:pt x="196" y="42"/>
                </a:cubicBezTo>
                <a:cubicBezTo>
                  <a:pt x="196" y="41"/>
                  <a:pt x="198" y="40"/>
                  <a:pt x="194" y="36"/>
                </a:cubicBezTo>
                <a:cubicBezTo>
                  <a:pt x="194" y="36"/>
                  <a:pt x="191" y="34"/>
                  <a:pt x="190" y="37"/>
                </a:cubicBezTo>
                <a:cubicBezTo>
                  <a:pt x="190" y="37"/>
                  <a:pt x="186" y="41"/>
                  <a:pt x="186" y="37"/>
                </a:cubicBezTo>
                <a:cubicBezTo>
                  <a:pt x="186" y="37"/>
                  <a:pt x="189" y="34"/>
                  <a:pt x="186" y="32"/>
                </a:cubicBezTo>
                <a:cubicBezTo>
                  <a:pt x="186" y="32"/>
                  <a:pt x="182" y="28"/>
                  <a:pt x="180" y="33"/>
                </a:cubicBezTo>
                <a:cubicBezTo>
                  <a:pt x="180" y="33"/>
                  <a:pt x="178" y="33"/>
                  <a:pt x="181" y="42"/>
                </a:cubicBezTo>
                <a:lnTo>
                  <a:pt x="176" y="44"/>
                </a:lnTo>
                <a:lnTo>
                  <a:pt x="173" y="46"/>
                </a:lnTo>
                <a:lnTo>
                  <a:pt x="170" y="48"/>
                </a:lnTo>
                <a:close/>
                <a:moveTo>
                  <a:pt x="186" y="43"/>
                </a:moveTo>
                <a:cubicBezTo>
                  <a:pt x="186" y="43"/>
                  <a:pt x="187" y="41"/>
                  <a:pt x="189" y="42"/>
                </a:cubicBezTo>
                <a:cubicBezTo>
                  <a:pt x="189" y="42"/>
                  <a:pt x="189" y="44"/>
                  <a:pt x="188" y="45"/>
                </a:cubicBezTo>
                <a:cubicBezTo>
                  <a:pt x="188" y="45"/>
                  <a:pt x="186" y="46"/>
                  <a:pt x="187" y="44"/>
                </a:cubicBezTo>
                <a:cubicBezTo>
                  <a:pt x="186" y="46"/>
                  <a:pt x="186" y="43"/>
                  <a:pt x="186" y="43"/>
                </a:cubicBezTo>
                <a:close/>
                <a:moveTo>
                  <a:pt x="175" y="64"/>
                </a:moveTo>
                <a:lnTo>
                  <a:pt x="178" y="61"/>
                </a:lnTo>
                <a:cubicBezTo>
                  <a:pt x="178" y="61"/>
                  <a:pt x="180" y="57"/>
                  <a:pt x="180" y="60"/>
                </a:cubicBezTo>
                <a:cubicBezTo>
                  <a:pt x="180" y="60"/>
                  <a:pt x="180" y="65"/>
                  <a:pt x="177" y="65"/>
                </a:cubicBezTo>
                <a:cubicBezTo>
                  <a:pt x="177" y="65"/>
                  <a:pt x="174" y="67"/>
                  <a:pt x="174" y="65"/>
                </a:cubicBezTo>
                <a:lnTo>
                  <a:pt x="175" y="65"/>
                </a:lnTo>
                <a:lnTo>
                  <a:pt x="175" y="64"/>
                </a:lnTo>
                <a:close/>
              </a:path>
              <a:path w="489" h="98">
                <a:moveTo>
                  <a:pt x="255" y="43"/>
                </a:moveTo>
                <a:cubicBezTo>
                  <a:pt x="255" y="43"/>
                  <a:pt x="252" y="46"/>
                  <a:pt x="249" y="46"/>
                </a:cubicBezTo>
                <a:cubicBezTo>
                  <a:pt x="249" y="46"/>
                  <a:pt x="247" y="45"/>
                  <a:pt x="248" y="48"/>
                </a:cubicBezTo>
                <a:cubicBezTo>
                  <a:pt x="248" y="48"/>
                  <a:pt x="248" y="51"/>
                  <a:pt x="253" y="52"/>
                </a:cubicBezTo>
                <a:cubicBezTo>
                  <a:pt x="253" y="52"/>
                  <a:pt x="257" y="52"/>
                  <a:pt x="257" y="51"/>
                </a:cubicBezTo>
                <a:cubicBezTo>
                  <a:pt x="257" y="51"/>
                  <a:pt x="257" y="49"/>
                  <a:pt x="260" y="48"/>
                </a:cubicBezTo>
                <a:cubicBezTo>
                  <a:pt x="260" y="48"/>
                  <a:pt x="263" y="46"/>
                  <a:pt x="264" y="45"/>
                </a:cubicBezTo>
                <a:cubicBezTo>
                  <a:pt x="264" y="45"/>
                  <a:pt x="267" y="42"/>
                  <a:pt x="266" y="46"/>
                </a:cubicBezTo>
                <a:lnTo>
                  <a:pt x="265" y="55"/>
                </a:lnTo>
                <a:cubicBezTo>
                  <a:pt x="265" y="59"/>
                  <a:pt x="258" y="64"/>
                  <a:pt x="256" y="66"/>
                </a:cubicBezTo>
                <a:cubicBezTo>
                  <a:pt x="256" y="66"/>
                  <a:pt x="253" y="69"/>
                  <a:pt x="251" y="69"/>
                </a:cubicBezTo>
                <a:cubicBezTo>
                  <a:pt x="251" y="69"/>
                  <a:pt x="249" y="68"/>
                  <a:pt x="251" y="72"/>
                </a:cubicBezTo>
                <a:cubicBezTo>
                  <a:pt x="251" y="72"/>
                  <a:pt x="255" y="76"/>
                  <a:pt x="257" y="75"/>
                </a:cubicBezTo>
                <a:lnTo>
                  <a:pt x="261" y="71"/>
                </a:lnTo>
                <a:lnTo>
                  <a:pt x="263" y="67"/>
                </a:lnTo>
                <a:cubicBezTo>
                  <a:pt x="263" y="67"/>
                  <a:pt x="266" y="63"/>
                  <a:pt x="265" y="69"/>
                </a:cubicBezTo>
                <a:cubicBezTo>
                  <a:pt x="265" y="69"/>
                  <a:pt x="265" y="77"/>
                  <a:pt x="263" y="79"/>
                </a:cubicBezTo>
                <a:cubicBezTo>
                  <a:pt x="263" y="79"/>
                  <a:pt x="262" y="79"/>
                  <a:pt x="264" y="82"/>
                </a:cubicBezTo>
                <a:cubicBezTo>
                  <a:pt x="264" y="82"/>
                  <a:pt x="266" y="87"/>
                  <a:pt x="268" y="85"/>
                </a:cubicBezTo>
                <a:lnTo>
                  <a:pt x="270" y="81"/>
                </a:lnTo>
                <a:cubicBezTo>
                  <a:pt x="270" y="81"/>
                  <a:pt x="272" y="78"/>
                  <a:pt x="271" y="76"/>
                </a:cubicBezTo>
                <a:cubicBezTo>
                  <a:pt x="270" y="75"/>
                  <a:pt x="271" y="57"/>
                  <a:pt x="271" y="57"/>
                </a:cubicBezTo>
                <a:lnTo>
                  <a:pt x="277" y="48"/>
                </a:lnTo>
                <a:cubicBezTo>
                  <a:pt x="277" y="48"/>
                  <a:pt x="281" y="44"/>
                  <a:pt x="277" y="44"/>
                </a:cubicBezTo>
                <a:cubicBezTo>
                  <a:pt x="277" y="44"/>
                  <a:pt x="275" y="46"/>
                  <a:pt x="273" y="49"/>
                </a:cubicBezTo>
                <a:cubicBezTo>
                  <a:pt x="273" y="49"/>
                  <a:pt x="271" y="51"/>
                  <a:pt x="272" y="46"/>
                </a:cubicBezTo>
                <a:lnTo>
                  <a:pt x="272" y="40"/>
                </a:lnTo>
                <a:cubicBezTo>
                  <a:pt x="272" y="40"/>
                  <a:pt x="271" y="37"/>
                  <a:pt x="275" y="36"/>
                </a:cubicBezTo>
                <a:lnTo>
                  <a:pt x="279" y="33"/>
                </a:lnTo>
                <a:cubicBezTo>
                  <a:pt x="279" y="33"/>
                  <a:pt x="282" y="31"/>
                  <a:pt x="280" y="30"/>
                </a:cubicBezTo>
                <a:cubicBezTo>
                  <a:pt x="280" y="30"/>
                  <a:pt x="276" y="26"/>
                  <a:pt x="276" y="30"/>
                </a:cubicBezTo>
                <a:lnTo>
                  <a:pt x="274" y="32"/>
                </a:lnTo>
                <a:cubicBezTo>
                  <a:pt x="274" y="32"/>
                  <a:pt x="272" y="34"/>
                  <a:pt x="273" y="30"/>
                </a:cubicBezTo>
                <a:lnTo>
                  <a:pt x="274" y="23"/>
                </a:lnTo>
                <a:cubicBezTo>
                  <a:pt x="274" y="23"/>
                  <a:pt x="274" y="18"/>
                  <a:pt x="276" y="17"/>
                </a:cubicBezTo>
                <a:cubicBezTo>
                  <a:pt x="276" y="17"/>
                  <a:pt x="273" y="11"/>
                  <a:pt x="269" y="14"/>
                </a:cubicBezTo>
                <a:cubicBezTo>
                  <a:pt x="269" y="14"/>
                  <a:pt x="263" y="17"/>
                  <a:pt x="267" y="21"/>
                </a:cubicBezTo>
                <a:lnTo>
                  <a:pt x="266" y="35"/>
                </a:lnTo>
                <a:cubicBezTo>
                  <a:pt x="266" y="35"/>
                  <a:pt x="266" y="38"/>
                  <a:pt x="264" y="38"/>
                </a:cubicBezTo>
                <a:lnTo>
                  <a:pt x="258" y="42"/>
                </a:lnTo>
                <a:lnTo>
                  <a:pt x="256" y="43"/>
                </a:lnTo>
                <a:lnTo>
                  <a:pt x="255" y="43"/>
                </a:lnTo>
                <a:close/>
              </a:path>
              <a:path w="489" h="98">
                <a:moveTo>
                  <a:pt x="303" y="56"/>
                </a:moveTo>
                <a:cubicBezTo>
                  <a:pt x="303" y="56"/>
                  <a:pt x="300" y="63"/>
                  <a:pt x="298" y="65"/>
                </a:cubicBezTo>
                <a:lnTo>
                  <a:pt x="304" y="70"/>
                </a:lnTo>
                <a:cubicBezTo>
                  <a:pt x="304" y="70"/>
                  <a:pt x="306" y="73"/>
                  <a:pt x="317" y="73"/>
                </a:cubicBezTo>
                <a:cubicBezTo>
                  <a:pt x="317" y="73"/>
                  <a:pt x="323" y="73"/>
                  <a:pt x="316" y="76"/>
                </a:cubicBezTo>
                <a:lnTo>
                  <a:pt x="307" y="81"/>
                </a:lnTo>
                <a:cubicBezTo>
                  <a:pt x="307" y="81"/>
                  <a:pt x="300" y="84"/>
                  <a:pt x="299" y="80"/>
                </a:cubicBezTo>
                <a:lnTo>
                  <a:pt x="295" y="73"/>
                </a:lnTo>
                <a:cubicBezTo>
                  <a:pt x="295" y="73"/>
                  <a:pt x="294" y="68"/>
                  <a:pt x="293" y="72"/>
                </a:cubicBezTo>
                <a:cubicBezTo>
                  <a:pt x="293" y="72"/>
                  <a:pt x="288" y="78"/>
                  <a:pt x="285" y="78"/>
                </a:cubicBezTo>
                <a:cubicBezTo>
                  <a:pt x="285" y="78"/>
                  <a:pt x="280" y="79"/>
                  <a:pt x="276" y="77"/>
                </a:cubicBezTo>
                <a:cubicBezTo>
                  <a:pt x="276" y="77"/>
                  <a:pt x="269" y="77"/>
                  <a:pt x="279" y="75"/>
                </a:cubicBezTo>
                <a:cubicBezTo>
                  <a:pt x="279" y="75"/>
                  <a:pt x="286" y="73"/>
                  <a:pt x="290" y="66"/>
                </a:cubicBezTo>
                <a:lnTo>
                  <a:pt x="283" y="58"/>
                </a:lnTo>
                <a:cubicBezTo>
                  <a:pt x="283" y="58"/>
                  <a:pt x="280" y="55"/>
                  <a:pt x="284" y="55"/>
                </a:cubicBezTo>
                <a:cubicBezTo>
                  <a:pt x="284" y="55"/>
                  <a:pt x="285" y="54"/>
                  <a:pt x="289" y="57"/>
                </a:cubicBezTo>
                <a:cubicBezTo>
                  <a:pt x="289" y="57"/>
                  <a:pt x="291" y="59"/>
                  <a:pt x="292" y="60"/>
                </a:cubicBezTo>
                <a:cubicBezTo>
                  <a:pt x="293" y="60"/>
                  <a:pt x="293" y="61"/>
                  <a:pt x="295" y="59"/>
                </a:cubicBezTo>
                <a:cubicBezTo>
                  <a:pt x="295" y="58"/>
                  <a:pt x="296" y="56"/>
                  <a:pt x="298" y="52"/>
                </a:cubicBezTo>
                <a:cubicBezTo>
                  <a:pt x="298" y="52"/>
                  <a:pt x="300" y="49"/>
                  <a:pt x="296" y="50"/>
                </a:cubicBezTo>
                <a:cubicBezTo>
                  <a:pt x="296" y="50"/>
                  <a:pt x="293" y="52"/>
                  <a:pt x="292" y="54"/>
                </a:cubicBezTo>
                <a:cubicBezTo>
                  <a:pt x="292" y="54"/>
                  <a:pt x="290" y="56"/>
                  <a:pt x="287" y="54"/>
                </a:cubicBezTo>
                <a:cubicBezTo>
                  <a:pt x="287" y="54"/>
                  <a:pt x="282" y="51"/>
                  <a:pt x="285" y="49"/>
                </a:cubicBezTo>
                <a:lnTo>
                  <a:pt x="286" y="45"/>
                </a:lnTo>
                <a:cubicBezTo>
                  <a:pt x="286" y="45"/>
                  <a:pt x="288" y="40"/>
                  <a:pt x="284" y="44"/>
                </a:cubicBezTo>
                <a:cubicBezTo>
                  <a:pt x="284" y="44"/>
                  <a:pt x="282" y="47"/>
                  <a:pt x="281" y="45"/>
                </a:cubicBezTo>
                <a:lnTo>
                  <a:pt x="276" y="41"/>
                </a:lnTo>
                <a:cubicBezTo>
                  <a:pt x="276" y="41"/>
                  <a:pt x="273" y="38"/>
                  <a:pt x="278" y="39"/>
                </a:cubicBezTo>
                <a:lnTo>
                  <a:pt x="290" y="34"/>
                </a:lnTo>
                <a:cubicBezTo>
                  <a:pt x="290" y="34"/>
                  <a:pt x="291" y="25"/>
                  <a:pt x="292" y="23"/>
                </a:cubicBezTo>
                <a:cubicBezTo>
                  <a:pt x="292" y="23"/>
                  <a:pt x="293" y="14"/>
                  <a:pt x="298" y="15"/>
                </a:cubicBezTo>
                <a:cubicBezTo>
                  <a:pt x="298" y="15"/>
                  <a:pt x="302" y="15"/>
                  <a:pt x="305" y="23"/>
                </a:cubicBezTo>
                <a:cubicBezTo>
                  <a:pt x="305" y="23"/>
                  <a:pt x="308" y="26"/>
                  <a:pt x="304" y="29"/>
                </a:cubicBezTo>
                <a:cubicBezTo>
                  <a:pt x="304" y="29"/>
                  <a:pt x="296" y="34"/>
                  <a:pt x="295" y="35"/>
                </a:cubicBezTo>
                <a:cubicBezTo>
                  <a:pt x="295" y="35"/>
                  <a:pt x="292" y="37"/>
                  <a:pt x="291" y="41"/>
                </a:cubicBezTo>
                <a:cubicBezTo>
                  <a:pt x="291" y="41"/>
                  <a:pt x="287" y="50"/>
                  <a:pt x="291" y="47"/>
                </a:cubicBezTo>
                <a:lnTo>
                  <a:pt x="301" y="40"/>
                </a:lnTo>
                <a:cubicBezTo>
                  <a:pt x="301" y="40"/>
                  <a:pt x="302" y="37"/>
                  <a:pt x="307" y="41"/>
                </a:cubicBezTo>
                <a:cubicBezTo>
                  <a:pt x="307" y="41"/>
                  <a:pt x="312" y="44"/>
                  <a:pt x="309" y="47"/>
                </a:cubicBezTo>
                <a:lnTo>
                  <a:pt x="305" y="52"/>
                </a:lnTo>
                <a:lnTo>
                  <a:pt x="303" y="54"/>
                </a:lnTo>
                <a:lnTo>
                  <a:pt x="303" y="56"/>
                </a:lnTo>
                <a:close/>
                <a:moveTo>
                  <a:pt x="295" y="27"/>
                </a:moveTo>
                <a:cubicBezTo>
                  <a:pt x="295" y="27"/>
                  <a:pt x="297" y="22"/>
                  <a:pt x="299" y="24"/>
                </a:cubicBezTo>
                <a:cubicBezTo>
                  <a:pt x="299" y="24"/>
                  <a:pt x="302" y="24"/>
                  <a:pt x="299" y="27"/>
                </a:cubicBezTo>
                <a:lnTo>
                  <a:pt x="297" y="30"/>
                </a:lnTo>
                <a:cubicBezTo>
                  <a:pt x="297" y="30"/>
                  <a:pt x="294" y="33"/>
                  <a:pt x="295" y="28"/>
                </a:cubicBezTo>
                <a:cubicBezTo>
                  <a:pt x="294" y="33"/>
                  <a:pt x="295" y="27"/>
                  <a:pt x="295" y="27"/>
                </a:cubicBezTo>
                <a:close/>
              </a:path>
              <a:path w="489" h="98">
                <a:moveTo>
                  <a:pt x="354" y="54"/>
                </a:moveTo>
                <a:cubicBezTo>
                  <a:pt x="354" y="54"/>
                  <a:pt x="348" y="58"/>
                  <a:pt x="341" y="59"/>
                </a:cubicBezTo>
                <a:cubicBezTo>
                  <a:pt x="341" y="59"/>
                  <a:pt x="336" y="59"/>
                  <a:pt x="342" y="62"/>
                </a:cubicBezTo>
                <a:lnTo>
                  <a:pt x="347" y="66"/>
                </a:lnTo>
                <a:cubicBezTo>
                  <a:pt x="347" y="66"/>
                  <a:pt x="352" y="67"/>
                  <a:pt x="354" y="64"/>
                </a:cubicBezTo>
                <a:lnTo>
                  <a:pt x="358" y="61"/>
                </a:lnTo>
                <a:cubicBezTo>
                  <a:pt x="358" y="61"/>
                  <a:pt x="364" y="56"/>
                  <a:pt x="361" y="63"/>
                </a:cubicBezTo>
                <a:cubicBezTo>
                  <a:pt x="361" y="63"/>
                  <a:pt x="357" y="73"/>
                  <a:pt x="342" y="79"/>
                </a:cubicBezTo>
                <a:cubicBezTo>
                  <a:pt x="342" y="79"/>
                  <a:pt x="335" y="81"/>
                  <a:pt x="346" y="80"/>
                </a:cubicBezTo>
                <a:cubicBezTo>
                  <a:pt x="346" y="80"/>
                  <a:pt x="365" y="83"/>
                  <a:pt x="372" y="50"/>
                </a:cubicBezTo>
                <a:cubicBezTo>
                  <a:pt x="372" y="50"/>
                  <a:pt x="385" y="41"/>
                  <a:pt x="388" y="40"/>
                </a:cubicBezTo>
                <a:cubicBezTo>
                  <a:pt x="388" y="40"/>
                  <a:pt x="393" y="37"/>
                  <a:pt x="387" y="36"/>
                </a:cubicBezTo>
                <a:cubicBezTo>
                  <a:pt x="387" y="36"/>
                  <a:pt x="383" y="33"/>
                  <a:pt x="380" y="38"/>
                </a:cubicBezTo>
                <a:lnTo>
                  <a:pt x="377" y="40"/>
                </a:lnTo>
                <a:cubicBezTo>
                  <a:pt x="377" y="40"/>
                  <a:pt x="373" y="43"/>
                  <a:pt x="374" y="37"/>
                </a:cubicBezTo>
                <a:lnTo>
                  <a:pt x="376" y="26"/>
                </a:lnTo>
                <a:cubicBezTo>
                  <a:pt x="376" y="26"/>
                  <a:pt x="377" y="22"/>
                  <a:pt x="374" y="21"/>
                </a:cubicBezTo>
                <a:cubicBezTo>
                  <a:pt x="371" y="19"/>
                  <a:pt x="368" y="15"/>
                  <a:pt x="368" y="15"/>
                </a:cubicBezTo>
                <a:cubicBezTo>
                  <a:pt x="368" y="15"/>
                  <a:pt x="365" y="12"/>
                  <a:pt x="365" y="18"/>
                </a:cubicBezTo>
                <a:cubicBezTo>
                  <a:pt x="365" y="18"/>
                  <a:pt x="368" y="35"/>
                  <a:pt x="365" y="47"/>
                </a:cubicBezTo>
                <a:lnTo>
                  <a:pt x="359" y="51"/>
                </a:lnTo>
                <a:lnTo>
                  <a:pt x="357" y="53"/>
                </a:lnTo>
                <a:lnTo>
                  <a:pt x="354" y="54"/>
                </a:lnTo>
                <a:close/>
              </a:path>
              <a:path w="489" h="98">
                <a:moveTo>
                  <a:pt x="378" y="66"/>
                </a:moveTo>
                <a:lnTo>
                  <a:pt x="383" y="76"/>
                </a:lnTo>
                <a:cubicBezTo>
                  <a:pt x="383" y="76"/>
                  <a:pt x="386" y="79"/>
                  <a:pt x="391" y="76"/>
                </a:cubicBezTo>
                <a:lnTo>
                  <a:pt x="401" y="72"/>
                </a:lnTo>
                <a:cubicBezTo>
                  <a:pt x="401" y="72"/>
                  <a:pt x="405" y="70"/>
                  <a:pt x="400" y="70"/>
                </a:cubicBezTo>
                <a:cubicBezTo>
                  <a:pt x="400" y="70"/>
                  <a:pt x="384" y="70"/>
                  <a:pt x="377" y="55"/>
                </a:cubicBezTo>
                <a:cubicBezTo>
                  <a:pt x="377" y="55"/>
                  <a:pt x="374" y="51"/>
                  <a:pt x="374" y="55"/>
                </a:cubicBezTo>
                <a:cubicBezTo>
                  <a:pt x="374" y="55"/>
                  <a:pt x="373" y="56"/>
                  <a:pt x="376" y="60"/>
                </a:cubicBezTo>
                <a:lnTo>
                  <a:pt x="377" y="63"/>
                </a:lnTo>
                <a:lnTo>
                  <a:pt x="378" y="66"/>
                </a:lnTo>
                <a:close/>
              </a:path>
              <a:path w="489" h="98">
                <a:moveTo>
                  <a:pt x="437" y="62"/>
                </a:moveTo>
                <a:cubicBezTo>
                  <a:pt x="437" y="62"/>
                  <a:pt x="428" y="68"/>
                  <a:pt x="424" y="68"/>
                </a:cubicBezTo>
                <a:cubicBezTo>
                  <a:pt x="424" y="68"/>
                  <a:pt x="420" y="68"/>
                  <a:pt x="424" y="71"/>
                </a:cubicBezTo>
                <a:lnTo>
                  <a:pt x="432" y="74"/>
                </a:lnTo>
                <a:cubicBezTo>
                  <a:pt x="432" y="74"/>
                  <a:pt x="436" y="78"/>
                  <a:pt x="438" y="73"/>
                </a:cubicBezTo>
                <a:cubicBezTo>
                  <a:pt x="438" y="73"/>
                  <a:pt x="449" y="59"/>
                  <a:pt x="452" y="59"/>
                </a:cubicBezTo>
                <a:cubicBezTo>
                  <a:pt x="452" y="59"/>
                  <a:pt x="456" y="55"/>
                  <a:pt x="456" y="60"/>
                </a:cubicBezTo>
                <a:cubicBezTo>
                  <a:pt x="456" y="60"/>
                  <a:pt x="456" y="68"/>
                  <a:pt x="456" y="77"/>
                </a:cubicBezTo>
                <a:cubicBezTo>
                  <a:pt x="456" y="77"/>
                  <a:pt x="458" y="86"/>
                  <a:pt x="450" y="85"/>
                </a:cubicBezTo>
                <a:lnTo>
                  <a:pt x="444" y="86"/>
                </a:lnTo>
                <a:lnTo>
                  <a:pt x="451" y="89"/>
                </a:lnTo>
                <a:lnTo>
                  <a:pt x="457" y="91"/>
                </a:lnTo>
                <a:cubicBezTo>
                  <a:pt x="457" y="91"/>
                  <a:pt x="462" y="94"/>
                  <a:pt x="464" y="88"/>
                </a:cubicBezTo>
                <a:cubicBezTo>
                  <a:pt x="464" y="88"/>
                  <a:pt x="465" y="86"/>
                  <a:pt x="463" y="75"/>
                </a:cubicBezTo>
                <a:lnTo>
                  <a:pt x="461" y="54"/>
                </a:lnTo>
                <a:cubicBezTo>
                  <a:pt x="461" y="54"/>
                  <a:pt x="463" y="49"/>
                  <a:pt x="467" y="53"/>
                </a:cubicBezTo>
                <a:lnTo>
                  <a:pt x="467" y="56"/>
                </a:lnTo>
                <a:cubicBezTo>
                  <a:pt x="467" y="56"/>
                  <a:pt x="466" y="60"/>
                  <a:pt x="471" y="56"/>
                </a:cubicBezTo>
                <a:cubicBezTo>
                  <a:pt x="471" y="56"/>
                  <a:pt x="474" y="53"/>
                  <a:pt x="477" y="53"/>
                </a:cubicBezTo>
                <a:cubicBezTo>
                  <a:pt x="477" y="53"/>
                  <a:pt x="480" y="50"/>
                  <a:pt x="476" y="49"/>
                </a:cubicBezTo>
                <a:cubicBezTo>
                  <a:pt x="476" y="49"/>
                  <a:pt x="473" y="45"/>
                  <a:pt x="468" y="46"/>
                </a:cubicBezTo>
                <a:cubicBezTo>
                  <a:pt x="468" y="46"/>
                  <a:pt x="463" y="46"/>
                  <a:pt x="469" y="41"/>
                </a:cubicBezTo>
                <a:lnTo>
                  <a:pt x="473" y="38"/>
                </a:lnTo>
                <a:cubicBezTo>
                  <a:pt x="473" y="38"/>
                  <a:pt x="477" y="35"/>
                  <a:pt x="472" y="33"/>
                </a:cubicBezTo>
                <a:lnTo>
                  <a:pt x="470" y="31"/>
                </a:lnTo>
                <a:cubicBezTo>
                  <a:pt x="470" y="31"/>
                  <a:pt x="467" y="30"/>
                  <a:pt x="473" y="25"/>
                </a:cubicBezTo>
                <a:cubicBezTo>
                  <a:pt x="473" y="25"/>
                  <a:pt x="478" y="20"/>
                  <a:pt x="483" y="19"/>
                </a:cubicBezTo>
                <a:cubicBezTo>
                  <a:pt x="483" y="19"/>
                  <a:pt x="489" y="15"/>
                  <a:pt x="483" y="9"/>
                </a:cubicBezTo>
                <a:cubicBezTo>
                  <a:pt x="483" y="9"/>
                  <a:pt x="478" y="2"/>
                  <a:pt x="472" y="6"/>
                </a:cubicBezTo>
                <a:lnTo>
                  <a:pt x="462" y="11"/>
                </a:lnTo>
                <a:cubicBezTo>
                  <a:pt x="462" y="11"/>
                  <a:pt x="458" y="14"/>
                  <a:pt x="461" y="10"/>
                </a:cubicBezTo>
                <a:cubicBezTo>
                  <a:pt x="461" y="10"/>
                  <a:pt x="463" y="6"/>
                  <a:pt x="460" y="5"/>
                </a:cubicBezTo>
                <a:lnTo>
                  <a:pt x="457" y="3"/>
                </a:lnTo>
                <a:cubicBezTo>
                  <a:pt x="457" y="3"/>
                  <a:pt x="453" y="0"/>
                  <a:pt x="453" y="4"/>
                </a:cubicBezTo>
                <a:cubicBezTo>
                  <a:pt x="453" y="4"/>
                  <a:pt x="451" y="12"/>
                  <a:pt x="447" y="10"/>
                </a:cubicBezTo>
                <a:cubicBezTo>
                  <a:pt x="447" y="10"/>
                  <a:pt x="442" y="8"/>
                  <a:pt x="442" y="11"/>
                </a:cubicBezTo>
                <a:cubicBezTo>
                  <a:pt x="442" y="11"/>
                  <a:pt x="449" y="15"/>
                  <a:pt x="446" y="18"/>
                </a:cubicBezTo>
                <a:cubicBezTo>
                  <a:pt x="446" y="18"/>
                  <a:pt x="441" y="24"/>
                  <a:pt x="439" y="18"/>
                </a:cubicBezTo>
                <a:cubicBezTo>
                  <a:pt x="439" y="18"/>
                  <a:pt x="436" y="11"/>
                  <a:pt x="430" y="9"/>
                </a:cubicBezTo>
                <a:cubicBezTo>
                  <a:pt x="430" y="9"/>
                  <a:pt x="425" y="7"/>
                  <a:pt x="428" y="11"/>
                </a:cubicBezTo>
                <a:cubicBezTo>
                  <a:pt x="428" y="11"/>
                  <a:pt x="434" y="16"/>
                  <a:pt x="435" y="21"/>
                </a:cubicBezTo>
                <a:cubicBezTo>
                  <a:pt x="435" y="21"/>
                  <a:pt x="438" y="27"/>
                  <a:pt x="433" y="23"/>
                </a:cubicBezTo>
                <a:cubicBezTo>
                  <a:pt x="433" y="23"/>
                  <a:pt x="426" y="17"/>
                  <a:pt x="427" y="21"/>
                </a:cubicBezTo>
                <a:cubicBezTo>
                  <a:pt x="427" y="21"/>
                  <a:pt x="433" y="32"/>
                  <a:pt x="436" y="37"/>
                </a:cubicBezTo>
                <a:cubicBezTo>
                  <a:pt x="436" y="37"/>
                  <a:pt x="439" y="42"/>
                  <a:pt x="439" y="36"/>
                </a:cubicBezTo>
                <a:cubicBezTo>
                  <a:pt x="439" y="36"/>
                  <a:pt x="438" y="30"/>
                  <a:pt x="442" y="34"/>
                </a:cubicBezTo>
                <a:cubicBezTo>
                  <a:pt x="442" y="34"/>
                  <a:pt x="445" y="37"/>
                  <a:pt x="447" y="35"/>
                </a:cubicBezTo>
                <a:cubicBezTo>
                  <a:pt x="447" y="35"/>
                  <a:pt x="449" y="31"/>
                  <a:pt x="447" y="31"/>
                </a:cubicBezTo>
                <a:cubicBezTo>
                  <a:pt x="444" y="30"/>
                  <a:pt x="445" y="26"/>
                  <a:pt x="445" y="26"/>
                </a:cubicBezTo>
                <a:cubicBezTo>
                  <a:pt x="445" y="26"/>
                  <a:pt x="443" y="22"/>
                  <a:pt x="445" y="22"/>
                </a:cubicBezTo>
                <a:cubicBezTo>
                  <a:pt x="445" y="22"/>
                  <a:pt x="453" y="17"/>
                  <a:pt x="450" y="22"/>
                </a:cubicBezTo>
                <a:cubicBezTo>
                  <a:pt x="450" y="22"/>
                  <a:pt x="444" y="27"/>
                  <a:pt x="452" y="32"/>
                </a:cubicBezTo>
                <a:cubicBezTo>
                  <a:pt x="452" y="32"/>
                  <a:pt x="460" y="35"/>
                  <a:pt x="463" y="28"/>
                </a:cubicBezTo>
                <a:cubicBezTo>
                  <a:pt x="463" y="28"/>
                  <a:pt x="464" y="23"/>
                  <a:pt x="462" y="21"/>
                </a:cubicBezTo>
                <a:cubicBezTo>
                  <a:pt x="462" y="21"/>
                  <a:pt x="458" y="16"/>
                  <a:pt x="463" y="16"/>
                </a:cubicBezTo>
                <a:lnTo>
                  <a:pt x="468" y="14"/>
                </a:lnTo>
                <a:cubicBezTo>
                  <a:pt x="468" y="14"/>
                  <a:pt x="473" y="12"/>
                  <a:pt x="472" y="16"/>
                </a:cubicBezTo>
                <a:lnTo>
                  <a:pt x="466" y="28"/>
                </a:lnTo>
                <a:cubicBezTo>
                  <a:pt x="466" y="28"/>
                  <a:pt x="463" y="34"/>
                  <a:pt x="460" y="34"/>
                </a:cubicBezTo>
                <a:lnTo>
                  <a:pt x="444" y="43"/>
                </a:lnTo>
                <a:cubicBezTo>
                  <a:pt x="444" y="43"/>
                  <a:pt x="437" y="45"/>
                  <a:pt x="442" y="46"/>
                </a:cubicBezTo>
                <a:cubicBezTo>
                  <a:pt x="442" y="46"/>
                  <a:pt x="447" y="48"/>
                  <a:pt x="450" y="44"/>
                </a:cubicBezTo>
                <a:lnTo>
                  <a:pt x="458" y="40"/>
                </a:lnTo>
                <a:cubicBezTo>
                  <a:pt x="458" y="40"/>
                  <a:pt x="463" y="36"/>
                  <a:pt x="460" y="42"/>
                </a:cubicBezTo>
                <a:cubicBezTo>
                  <a:pt x="460" y="42"/>
                  <a:pt x="460" y="47"/>
                  <a:pt x="453" y="52"/>
                </a:cubicBezTo>
                <a:lnTo>
                  <a:pt x="443" y="59"/>
                </a:lnTo>
                <a:lnTo>
                  <a:pt x="440" y="60"/>
                </a:lnTo>
                <a:lnTo>
                  <a:pt x="437" y="62"/>
                </a:lnTo>
                <a:close/>
                <a:moveTo>
                  <a:pt x="456" y="23"/>
                </a:moveTo>
                <a:cubicBezTo>
                  <a:pt x="457" y="23"/>
                  <a:pt x="458" y="24"/>
                  <a:pt x="458" y="25"/>
                </a:cubicBezTo>
                <a:cubicBezTo>
                  <a:pt x="458" y="27"/>
                  <a:pt x="457" y="28"/>
                  <a:pt x="456" y="28"/>
                </a:cubicBezTo>
                <a:cubicBezTo>
                  <a:pt x="455" y="28"/>
                  <a:pt x="454" y="27"/>
                  <a:pt x="454" y="25"/>
                </a:cubicBezTo>
                <a:cubicBezTo>
                  <a:pt x="454" y="24"/>
                  <a:pt x="455" y="23"/>
                  <a:pt x="456" y="23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19" name="Freeform 6"/>
          <p:cNvSpPr>
            <a:spLocks noGrp="1"/>
          </p:cNvSpPr>
          <p:nvPr/>
        </p:nvSpPr>
        <p:spPr>
          <a:xfrm>
            <a:off x="10465525" y="520851"/>
            <a:ext cx="1549319" cy="49527"/>
          </a:xfrm>
          <a:custGeom>
            <a:avLst/>
            <a:gdLst/>
            <a:ahLst/>
            <a:cxnLst/>
            <a:rect l="l" t="t" r="r" b="b"/>
            <a:pathLst>
              <a:path w="471" h="15">
                <a:moveTo>
                  <a:pt x="0" y="15"/>
                </a:moveTo>
                <a:lnTo>
                  <a:pt x="0" y="0"/>
                </a:lnTo>
                <a:lnTo>
                  <a:pt x="2" y="0"/>
                </a:lnTo>
                <a:lnTo>
                  <a:pt x="2" y="6"/>
                </a:lnTo>
                <a:lnTo>
                  <a:pt x="9" y="6"/>
                </a:lnTo>
                <a:lnTo>
                  <a:pt x="9" y="0"/>
                </a:lnTo>
                <a:lnTo>
                  <a:pt x="10" y="0"/>
                </a:lnTo>
                <a:lnTo>
                  <a:pt x="10" y="15"/>
                </a:lnTo>
                <a:lnTo>
                  <a:pt x="9" y="15"/>
                </a:lnTo>
                <a:lnTo>
                  <a:pt x="9" y="8"/>
                </a:lnTo>
                <a:lnTo>
                  <a:pt x="2" y="8"/>
                </a:lnTo>
                <a:lnTo>
                  <a:pt x="2" y="15"/>
                </a:lnTo>
                <a:lnTo>
                  <a:pt x="0" y="15"/>
                </a:lnTo>
                <a:close/>
              </a:path>
              <a:path w="471" h="15">
                <a:moveTo>
                  <a:pt x="21" y="0"/>
                </a:moveTo>
                <a:lnTo>
                  <a:pt x="22" y="0"/>
                </a:lnTo>
                <a:lnTo>
                  <a:pt x="22" y="9"/>
                </a:lnTo>
                <a:cubicBezTo>
                  <a:pt x="22" y="10"/>
                  <a:pt x="22" y="11"/>
                  <a:pt x="22" y="12"/>
                </a:cubicBezTo>
                <a:cubicBezTo>
                  <a:pt x="22" y="13"/>
                  <a:pt x="21" y="14"/>
                  <a:pt x="20" y="14"/>
                </a:cubicBezTo>
                <a:cubicBezTo>
                  <a:pt x="20" y="15"/>
                  <a:pt x="19" y="15"/>
                  <a:pt x="17" y="15"/>
                </a:cubicBezTo>
                <a:cubicBezTo>
                  <a:pt x="16" y="15"/>
                  <a:pt x="15" y="15"/>
                  <a:pt x="15" y="14"/>
                </a:cubicBezTo>
                <a:cubicBezTo>
                  <a:pt x="14" y="14"/>
                  <a:pt x="13" y="13"/>
                  <a:pt x="13" y="12"/>
                </a:cubicBezTo>
                <a:cubicBezTo>
                  <a:pt x="13" y="11"/>
                  <a:pt x="12" y="10"/>
                  <a:pt x="12" y="9"/>
                </a:cubicBezTo>
                <a:lnTo>
                  <a:pt x="12" y="0"/>
                </a:lnTo>
                <a:lnTo>
                  <a:pt x="14" y="0"/>
                </a:lnTo>
                <a:lnTo>
                  <a:pt x="14" y="9"/>
                </a:lnTo>
                <a:cubicBezTo>
                  <a:pt x="14" y="10"/>
                  <a:pt x="14" y="11"/>
                  <a:pt x="14" y="11"/>
                </a:cubicBezTo>
                <a:cubicBezTo>
                  <a:pt x="15" y="12"/>
                  <a:pt x="15" y="12"/>
                  <a:pt x="15" y="13"/>
                </a:cubicBezTo>
                <a:cubicBezTo>
                  <a:pt x="16" y="13"/>
                  <a:pt x="17" y="13"/>
                  <a:pt x="17" y="13"/>
                </a:cubicBezTo>
                <a:cubicBezTo>
                  <a:pt x="18" y="13"/>
                  <a:pt x="19" y="13"/>
                  <a:pt x="20" y="12"/>
                </a:cubicBezTo>
                <a:cubicBezTo>
                  <a:pt x="20" y="12"/>
                  <a:pt x="21" y="10"/>
                  <a:pt x="21" y="9"/>
                </a:cubicBezTo>
                <a:lnTo>
                  <a:pt x="21" y="0"/>
                </a:lnTo>
                <a:close/>
              </a:path>
              <a:path w="471" h="15">
                <a:moveTo>
                  <a:pt x="23" y="15"/>
                </a:moveTo>
                <a:lnTo>
                  <a:pt x="28" y="0"/>
                </a:lnTo>
                <a:lnTo>
                  <a:pt x="30" y="0"/>
                </a:lnTo>
                <a:lnTo>
                  <a:pt x="35" y="15"/>
                </a:lnTo>
                <a:lnTo>
                  <a:pt x="33" y="15"/>
                </a:lnTo>
                <a:lnTo>
                  <a:pt x="32" y="10"/>
                </a:lnTo>
                <a:lnTo>
                  <a:pt x="26" y="10"/>
                </a:lnTo>
                <a:lnTo>
                  <a:pt x="25" y="15"/>
                </a:lnTo>
                <a:lnTo>
                  <a:pt x="23" y="15"/>
                </a:lnTo>
                <a:close/>
                <a:moveTo>
                  <a:pt x="27" y="9"/>
                </a:moveTo>
                <a:lnTo>
                  <a:pt x="31" y="9"/>
                </a:lnTo>
                <a:lnTo>
                  <a:pt x="30" y="5"/>
                </a:lnTo>
                <a:cubicBezTo>
                  <a:pt x="29" y="4"/>
                  <a:pt x="29" y="3"/>
                  <a:pt x="29" y="2"/>
                </a:cubicBezTo>
                <a:cubicBezTo>
                  <a:pt x="29" y="3"/>
                  <a:pt x="28" y="4"/>
                  <a:pt x="28" y="5"/>
                </a:cubicBezTo>
                <a:lnTo>
                  <a:pt x="27" y="9"/>
                </a:lnTo>
                <a:close/>
              </a:path>
              <a:path w="471" h="15">
                <a:moveTo>
                  <a:pt x="35" y="15"/>
                </a:moveTo>
                <a:lnTo>
                  <a:pt x="35" y="13"/>
                </a:lnTo>
                <a:lnTo>
                  <a:pt x="41" y="4"/>
                </a:lnTo>
                <a:cubicBezTo>
                  <a:pt x="42" y="3"/>
                  <a:pt x="42" y="2"/>
                  <a:pt x="42" y="2"/>
                </a:cubicBezTo>
                <a:lnTo>
                  <a:pt x="35" y="2"/>
                </a:lnTo>
                <a:lnTo>
                  <a:pt x="35" y="0"/>
                </a:lnTo>
                <a:lnTo>
                  <a:pt x="44" y="0"/>
                </a:lnTo>
                <a:lnTo>
                  <a:pt x="44" y="2"/>
                </a:lnTo>
                <a:lnTo>
                  <a:pt x="37" y="12"/>
                </a:lnTo>
                <a:lnTo>
                  <a:pt x="37" y="13"/>
                </a:lnTo>
                <a:lnTo>
                  <a:pt x="45" y="13"/>
                </a:lnTo>
                <a:lnTo>
                  <a:pt x="45" y="15"/>
                </a:lnTo>
                <a:lnTo>
                  <a:pt x="35" y="15"/>
                </a:lnTo>
                <a:close/>
              </a:path>
              <a:path w="471" h="15">
                <a:moveTo>
                  <a:pt x="46" y="15"/>
                </a:moveTo>
                <a:lnTo>
                  <a:pt x="46" y="0"/>
                </a:lnTo>
                <a:lnTo>
                  <a:pt x="48" y="0"/>
                </a:lnTo>
                <a:lnTo>
                  <a:pt x="48" y="6"/>
                </a:lnTo>
                <a:lnTo>
                  <a:pt x="54" y="6"/>
                </a:lnTo>
                <a:lnTo>
                  <a:pt x="54" y="0"/>
                </a:lnTo>
                <a:lnTo>
                  <a:pt x="56" y="0"/>
                </a:lnTo>
                <a:lnTo>
                  <a:pt x="56" y="15"/>
                </a:lnTo>
                <a:lnTo>
                  <a:pt x="54" y="15"/>
                </a:lnTo>
                <a:lnTo>
                  <a:pt x="54" y="8"/>
                </a:lnTo>
                <a:lnTo>
                  <a:pt x="48" y="8"/>
                </a:lnTo>
                <a:lnTo>
                  <a:pt x="48" y="15"/>
                </a:lnTo>
                <a:lnTo>
                  <a:pt x="46" y="15"/>
                </a:lnTo>
                <a:close/>
              </a:path>
              <a:path w="471" h="15">
                <a:moveTo>
                  <a:pt x="58" y="8"/>
                </a:moveTo>
                <a:cubicBezTo>
                  <a:pt x="58" y="5"/>
                  <a:pt x="58" y="3"/>
                  <a:pt x="59" y="2"/>
                </a:cubicBezTo>
                <a:cubicBezTo>
                  <a:pt x="60" y="1"/>
                  <a:pt x="62" y="0"/>
                  <a:pt x="64" y="0"/>
                </a:cubicBezTo>
                <a:cubicBezTo>
                  <a:pt x="65" y="0"/>
                  <a:pt x="66" y="0"/>
                  <a:pt x="67" y="1"/>
                </a:cubicBezTo>
                <a:cubicBezTo>
                  <a:pt x="68" y="2"/>
                  <a:pt x="68" y="3"/>
                  <a:pt x="69" y="4"/>
                </a:cubicBezTo>
                <a:cubicBezTo>
                  <a:pt x="69" y="5"/>
                  <a:pt x="70" y="6"/>
                  <a:pt x="70" y="8"/>
                </a:cubicBezTo>
                <a:cubicBezTo>
                  <a:pt x="70" y="9"/>
                  <a:pt x="69" y="10"/>
                  <a:pt x="69" y="11"/>
                </a:cubicBezTo>
                <a:cubicBezTo>
                  <a:pt x="68" y="13"/>
                  <a:pt x="68" y="13"/>
                  <a:pt x="67" y="14"/>
                </a:cubicBezTo>
                <a:cubicBezTo>
                  <a:pt x="66" y="15"/>
                  <a:pt x="65" y="15"/>
                  <a:pt x="64" y="15"/>
                </a:cubicBezTo>
                <a:cubicBezTo>
                  <a:pt x="62" y="15"/>
                  <a:pt x="61" y="15"/>
                  <a:pt x="60" y="14"/>
                </a:cubicBezTo>
                <a:cubicBezTo>
                  <a:pt x="59" y="13"/>
                  <a:pt x="59" y="12"/>
                  <a:pt x="58" y="11"/>
                </a:cubicBezTo>
                <a:cubicBezTo>
                  <a:pt x="58" y="10"/>
                  <a:pt x="58" y="9"/>
                  <a:pt x="58" y="8"/>
                </a:cubicBezTo>
                <a:close/>
                <a:moveTo>
                  <a:pt x="59" y="8"/>
                </a:moveTo>
                <a:cubicBezTo>
                  <a:pt x="59" y="9"/>
                  <a:pt x="60" y="11"/>
                  <a:pt x="60" y="12"/>
                </a:cubicBezTo>
                <a:cubicBezTo>
                  <a:pt x="61" y="13"/>
                  <a:pt x="62" y="13"/>
                  <a:pt x="64" y="13"/>
                </a:cubicBezTo>
                <a:cubicBezTo>
                  <a:pt x="65" y="13"/>
                  <a:pt x="66" y="13"/>
                  <a:pt x="67" y="12"/>
                </a:cubicBezTo>
                <a:cubicBezTo>
                  <a:pt x="67" y="11"/>
                  <a:pt x="68" y="9"/>
                  <a:pt x="68" y="7"/>
                </a:cubicBezTo>
                <a:cubicBezTo>
                  <a:pt x="68" y="6"/>
                  <a:pt x="68" y="5"/>
                  <a:pt x="67" y="4"/>
                </a:cubicBezTo>
                <a:cubicBezTo>
                  <a:pt x="67" y="4"/>
                  <a:pt x="66" y="3"/>
                  <a:pt x="66" y="2"/>
                </a:cubicBezTo>
                <a:cubicBezTo>
                  <a:pt x="65" y="2"/>
                  <a:pt x="64" y="2"/>
                  <a:pt x="64" y="2"/>
                </a:cubicBezTo>
                <a:cubicBezTo>
                  <a:pt x="62" y="2"/>
                  <a:pt x="61" y="2"/>
                  <a:pt x="61" y="3"/>
                </a:cubicBezTo>
                <a:cubicBezTo>
                  <a:pt x="60" y="4"/>
                  <a:pt x="59" y="6"/>
                  <a:pt x="59" y="8"/>
                </a:cubicBezTo>
                <a:close/>
              </a:path>
              <a:path w="471" h="15">
                <a:moveTo>
                  <a:pt x="71" y="15"/>
                </a:moveTo>
                <a:lnTo>
                  <a:pt x="71" y="0"/>
                </a:lnTo>
                <a:lnTo>
                  <a:pt x="73" y="0"/>
                </a:lnTo>
                <a:lnTo>
                  <a:pt x="79" y="12"/>
                </a:lnTo>
                <a:lnTo>
                  <a:pt x="79" y="0"/>
                </a:lnTo>
                <a:lnTo>
                  <a:pt x="81" y="0"/>
                </a:lnTo>
                <a:lnTo>
                  <a:pt x="81" y="15"/>
                </a:lnTo>
                <a:lnTo>
                  <a:pt x="79" y="15"/>
                </a:lnTo>
                <a:lnTo>
                  <a:pt x="73" y="3"/>
                </a:lnTo>
                <a:lnTo>
                  <a:pt x="73" y="15"/>
                </a:lnTo>
                <a:lnTo>
                  <a:pt x="71" y="15"/>
                </a:lnTo>
                <a:close/>
              </a:path>
              <a:path w="471" h="15">
                <a:moveTo>
                  <a:pt x="89" y="9"/>
                </a:moveTo>
                <a:lnTo>
                  <a:pt x="89" y="7"/>
                </a:lnTo>
                <a:lnTo>
                  <a:pt x="94" y="7"/>
                </a:lnTo>
                <a:lnTo>
                  <a:pt x="94" y="13"/>
                </a:lnTo>
                <a:cubicBezTo>
                  <a:pt x="94" y="13"/>
                  <a:pt x="93" y="14"/>
                  <a:pt x="92" y="14"/>
                </a:cubicBezTo>
                <a:cubicBezTo>
                  <a:pt x="91" y="15"/>
                  <a:pt x="90" y="15"/>
                  <a:pt x="89" y="15"/>
                </a:cubicBezTo>
                <a:cubicBezTo>
                  <a:pt x="88" y="15"/>
                  <a:pt x="87" y="15"/>
                  <a:pt x="86" y="14"/>
                </a:cubicBezTo>
                <a:cubicBezTo>
                  <a:pt x="85" y="13"/>
                  <a:pt x="84" y="13"/>
                  <a:pt x="84" y="11"/>
                </a:cubicBezTo>
                <a:cubicBezTo>
                  <a:pt x="83" y="10"/>
                  <a:pt x="83" y="9"/>
                  <a:pt x="83" y="8"/>
                </a:cubicBezTo>
                <a:cubicBezTo>
                  <a:pt x="83" y="6"/>
                  <a:pt x="83" y="5"/>
                  <a:pt x="84" y="4"/>
                </a:cubicBezTo>
                <a:cubicBezTo>
                  <a:pt x="84" y="2"/>
                  <a:pt x="85" y="2"/>
                  <a:pt x="86" y="1"/>
                </a:cubicBezTo>
                <a:cubicBezTo>
                  <a:pt x="87" y="0"/>
                  <a:pt x="88" y="0"/>
                  <a:pt x="89" y="0"/>
                </a:cubicBezTo>
                <a:cubicBezTo>
                  <a:pt x="90" y="0"/>
                  <a:pt x="91" y="0"/>
                  <a:pt x="92" y="1"/>
                </a:cubicBezTo>
                <a:cubicBezTo>
                  <a:pt x="92" y="1"/>
                  <a:pt x="93" y="1"/>
                  <a:pt x="93" y="2"/>
                </a:cubicBezTo>
                <a:cubicBezTo>
                  <a:pt x="94" y="3"/>
                  <a:pt x="94" y="3"/>
                  <a:pt x="94" y="4"/>
                </a:cubicBezTo>
                <a:lnTo>
                  <a:pt x="93" y="5"/>
                </a:lnTo>
                <a:cubicBezTo>
                  <a:pt x="93" y="4"/>
                  <a:pt x="92" y="3"/>
                  <a:pt x="92" y="3"/>
                </a:cubicBezTo>
                <a:cubicBezTo>
                  <a:pt x="92" y="3"/>
                  <a:pt x="91" y="2"/>
                  <a:pt x="91" y="2"/>
                </a:cubicBezTo>
                <a:cubicBezTo>
                  <a:pt x="90" y="2"/>
                  <a:pt x="90" y="2"/>
                  <a:pt x="89" y="2"/>
                </a:cubicBezTo>
                <a:cubicBezTo>
                  <a:pt x="88" y="2"/>
                  <a:pt x="88" y="2"/>
                  <a:pt x="87" y="2"/>
                </a:cubicBezTo>
                <a:cubicBezTo>
                  <a:pt x="87" y="2"/>
                  <a:pt x="86" y="3"/>
                  <a:pt x="86" y="3"/>
                </a:cubicBezTo>
                <a:cubicBezTo>
                  <a:pt x="86" y="4"/>
                  <a:pt x="85" y="4"/>
                  <a:pt x="85" y="5"/>
                </a:cubicBezTo>
                <a:cubicBezTo>
                  <a:pt x="85" y="5"/>
                  <a:pt x="85" y="6"/>
                  <a:pt x="85" y="7"/>
                </a:cubicBezTo>
                <a:cubicBezTo>
                  <a:pt x="85" y="9"/>
                  <a:pt x="85" y="10"/>
                  <a:pt x="85" y="11"/>
                </a:cubicBezTo>
                <a:cubicBezTo>
                  <a:pt x="86" y="12"/>
                  <a:pt x="86" y="12"/>
                  <a:pt x="87" y="13"/>
                </a:cubicBezTo>
                <a:cubicBezTo>
                  <a:pt x="88" y="13"/>
                  <a:pt x="88" y="13"/>
                  <a:pt x="89" y="13"/>
                </a:cubicBezTo>
                <a:cubicBezTo>
                  <a:pt x="90" y="13"/>
                  <a:pt x="91" y="13"/>
                  <a:pt x="91" y="13"/>
                </a:cubicBezTo>
                <a:cubicBezTo>
                  <a:pt x="92" y="12"/>
                  <a:pt x="92" y="12"/>
                  <a:pt x="93" y="12"/>
                </a:cubicBezTo>
                <a:lnTo>
                  <a:pt x="93" y="9"/>
                </a:lnTo>
                <a:lnTo>
                  <a:pt x="89" y="9"/>
                </a:lnTo>
                <a:close/>
              </a:path>
              <a:path w="471" h="15">
                <a:moveTo>
                  <a:pt x="110" y="0"/>
                </a:moveTo>
                <a:lnTo>
                  <a:pt x="112" y="0"/>
                </a:lnTo>
                <a:lnTo>
                  <a:pt x="112" y="9"/>
                </a:lnTo>
                <a:cubicBezTo>
                  <a:pt x="112" y="10"/>
                  <a:pt x="111" y="11"/>
                  <a:pt x="111" y="12"/>
                </a:cubicBezTo>
                <a:cubicBezTo>
                  <a:pt x="111" y="13"/>
                  <a:pt x="110" y="14"/>
                  <a:pt x="110" y="14"/>
                </a:cubicBezTo>
                <a:cubicBezTo>
                  <a:pt x="109" y="15"/>
                  <a:pt x="108" y="15"/>
                  <a:pt x="107" y="15"/>
                </a:cubicBezTo>
                <a:cubicBezTo>
                  <a:pt x="106" y="15"/>
                  <a:pt x="105" y="15"/>
                  <a:pt x="104" y="14"/>
                </a:cubicBezTo>
                <a:cubicBezTo>
                  <a:pt x="103" y="14"/>
                  <a:pt x="103" y="13"/>
                  <a:pt x="102" y="12"/>
                </a:cubicBezTo>
                <a:cubicBezTo>
                  <a:pt x="102" y="11"/>
                  <a:pt x="102" y="10"/>
                  <a:pt x="102" y="9"/>
                </a:cubicBezTo>
                <a:lnTo>
                  <a:pt x="102" y="0"/>
                </a:lnTo>
                <a:lnTo>
                  <a:pt x="103" y="0"/>
                </a:lnTo>
                <a:lnTo>
                  <a:pt x="103" y="9"/>
                </a:lnTo>
                <a:cubicBezTo>
                  <a:pt x="103" y="10"/>
                  <a:pt x="104" y="11"/>
                  <a:pt x="104" y="11"/>
                </a:cubicBezTo>
                <a:cubicBezTo>
                  <a:pt x="104" y="12"/>
                  <a:pt x="104" y="12"/>
                  <a:pt x="105" y="13"/>
                </a:cubicBezTo>
                <a:cubicBezTo>
                  <a:pt x="105" y="13"/>
                  <a:pt x="106" y="13"/>
                  <a:pt x="107" y="13"/>
                </a:cubicBezTo>
                <a:cubicBezTo>
                  <a:pt x="108" y="13"/>
                  <a:pt x="109" y="13"/>
                  <a:pt x="109" y="12"/>
                </a:cubicBezTo>
                <a:cubicBezTo>
                  <a:pt x="110" y="12"/>
                  <a:pt x="110" y="10"/>
                  <a:pt x="110" y="9"/>
                </a:cubicBezTo>
                <a:lnTo>
                  <a:pt x="110" y="0"/>
                </a:lnTo>
                <a:close/>
              </a:path>
              <a:path w="471" h="15">
                <a:moveTo>
                  <a:pt x="114" y="15"/>
                </a:moveTo>
                <a:lnTo>
                  <a:pt x="114" y="0"/>
                </a:lnTo>
                <a:lnTo>
                  <a:pt x="116" y="0"/>
                </a:lnTo>
                <a:lnTo>
                  <a:pt x="122" y="12"/>
                </a:lnTo>
                <a:lnTo>
                  <a:pt x="122" y="0"/>
                </a:lnTo>
                <a:lnTo>
                  <a:pt x="124" y="0"/>
                </a:lnTo>
                <a:lnTo>
                  <a:pt x="124" y="15"/>
                </a:lnTo>
                <a:lnTo>
                  <a:pt x="122" y="15"/>
                </a:lnTo>
                <a:lnTo>
                  <a:pt x="115" y="3"/>
                </a:lnTo>
                <a:lnTo>
                  <a:pt x="115" y="15"/>
                </a:lnTo>
                <a:lnTo>
                  <a:pt x="114" y="15"/>
                </a:lnTo>
                <a:close/>
              </a:path>
              <a:path w="471" h="15">
                <a:moveTo>
                  <a:pt x="126" y="15"/>
                </a:moveTo>
                <a:lnTo>
                  <a:pt x="126" y="0"/>
                </a:lnTo>
                <a:lnTo>
                  <a:pt x="128" y="0"/>
                </a:lnTo>
                <a:lnTo>
                  <a:pt x="128" y="15"/>
                </a:lnTo>
                <a:lnTo>
                  <a:pt x="126" y="15"/>
                </a:lnTo>
                <a:close/>
              </a:path>
              <a:path w="471" h="15">
                <a:moveTo>
                  <a:pt x="134" y="15"/>
                </a:moveTo>
                <a:lnTo>
                  <a:pt x="129" y="0"/>
                </a:lnTo>
                <a:lnTo>
                  <a:pt x="131" y="0"/>
                </a:lnTo>
                <a:lnTo>
                  <a:pt x="134" y="11"/>
                </a:lnTo>
                <a:cubicBezTo>
                  <a:pt x="134" y="12"/>
                  <a:pt x="135" y="12"/>
                  <a:pt x="135" y="13"/>
                </a:cubicBezTo>
                <a:cubicBezTo>
                  <a:pt x="135" y="12"/>
                  <a:pt x="135" y="12"/>
                  <a:pt x="135" y="11"/>
                </a:cubicBezTo>
                <a:lnTo>
                  <a:pt x="139" y="0"/>
                </a:lnTo>
                <a:lnTo>
                  <a:pt x="141" y="0"/>
                </a:lnTo>
                <a:lnTo>
                  <a:pt x="136" y="15"/>
                </a:lnTo>
                <a:lnTo>
                  <a:pt x="134" y="15"/>
                </a:lnTo>
                <a:close/>
              </a:path>
              <a:path w="471" h="15">
                <a:moveTo>
                  <a:pt x="142" y="15"/>
                </a:moveTo>
                <a:lnTo>
                  <a:pt x="142" y="0"/>
                </a:lnTo>
                <a:lnTo>
                  <a:pt x="151" y="0"/>
                </a:lnTo>
                <a:lnTo>
                  <a:pt x="151" y="2"/>
                </a:lnTo>
                <a:lnTo>
                  <a:pt x="143" y="2"/>
                </a:lnTo>
                <a:lnTo>
                  <a:pt x="143" y="6"/>
                </a:lnTo>
                <a:lnTo>
                  <a:pt x="150" y="6"/>
                </a:lnTo>
                <a:lnTo>
                  <a:pt x="150" y="8"/>
                </a:lnTo>
                <a:lnTo>
                  <a:pt x="143" y="8"/>
                </a:lnTo>
                <a:lnTo>
                  <a:pt x="143" y="13"/>
                </a:lnTo>
                <a:lnTo>
                  <a:pt x="151" y="13"/>
                </a:lnTo>
                <a:lnTo>
                  <a:pt x="151" y="15"/>
                </a:lnTo>
                <a:lnTo>
                  <a:pt x="142" y="15"/>
                </a:lnTo>
                <a:close/>
              </a:path>
              <a:path w="471" h="15">
                <a:moveTo>
                  <a:pt x="153" y="15"/>
                </a:moveTo>
                <a:lnTo>
                  <a:pt x="153" y="0"/>
                </a:lnTo>
                <a:lnTo>
                  <a:pt x="158" y="0"/>
                </a:lnTo>
                <a:cubicBezTo>
                  <a:pt x="159" y="0"/>
                  <a:pt x="160" y="0"/>
                  <a:pt x="161" y="1"/>
                </a:cubicBezTo>
                <a:cubicBezTo>
                  <a:pt x="161" y="1"/>
                  <a:pt x="162" y="1"/>
                  <a:pt x="162" y="2"/>
                </a:cubicBezTo>
                <a:cubicBezTo>
                  <a:pt x="163" y="3"/>
                  <a:pt x="163" y="3"/>
                  <a:pt x="163" y="4"/>
                </a:cubicBezTo>
                <a:cubicBezTo>
                  <a:pt x="163" y="5"/>
                  <a:pt x="162" y="6"/>
                  <a:pt x="162" y="7"/>
                </a:cubicBezTo>
                <a:cubicBezTo>
                  <a:pt x="161" y="7"/>
                  <a:pt x="160" y="8"/>
                  <a:pt x="159" y="8"/>
                </a:cubicBezTo>
                <a:cubicBezTo>
                  <a:pt x="160" y="8"/>
                  <a:pt x="160" y="9"/>
                  <a:pt x="160" y="9"/>
                </a:cubicBezTo>
                <a:cubicBezTo>
                  <a:pt x="161" y="9"/>
                  <a:pt x="161" y="10"/>
                  <a:pt x="162" y="11"/>
                </a:cubicBezTo>
                <a:lnTo>
                  <a:pt x="164" y="15"/>
                </a:lnTo>
                <a:lnTo>
                  <a:pt x="162" y="15"/>
                </a:lnTo>
                <a:lnTo>
                  <a:pt x="160" y="12"/>
                </a:lnTo>
                <a:cubicBezTo>
                  <a:pt x="160" y="11"/>
                  <a:pt x="159" y="10"/>
                  <a:pt x="159" y="10"/>
                </a:cubicBezTo>
                <a:cubicBezTo>
                  <a:pt x="159" y="9"/>
                  <a:pt x="158" y="9"/>
                  <a:pt x="158" y="9"/>
                </a:cubicBezTo>
                <a:cubicBezTo>
                  <a:pt x="158" y="9"/>
                  <a:pt x="158" y="8"/>
                  <a:pt x="157" y="8"/>
                </a:cubicBezTo>
                <a:cubicBezTo>
                  <a:pt x="157" y="8"/>
                  <a:pt x="157" y="8"/>
                  <a:pt x="156" y="8"/>
                </a:cubicBezTo>
                <a:lnTo>
                  <a:pt x="154" y="8"/>
                </a:lnTo>
                <a:lnTo>
                  <a:pt x="154" y="15"/>
                </a:lnTo>
                <a:lnTo>
                  <a:pt x="153" y="15"/>
                </a:lnTo>
                <a:close/>
                <a:moveTo>
                  <a:pt x="154" y="7"/>
                </a:moveTo>
                <a:lnTo>
                  <a:pt x="158" y="7"/>
                </a:lnTo>
                <a:cubicBezTo>
                  <a:pt x="159" y="7"/>
                  <a:pt x="159" y="7"/>
                  <a:pt x="160" y="6"/>
                </a:cubicBezTo>
                <a:cubicBezTo>
                  <a:pt x="160" y="6"/>
                  <a:pt x="160" y="6"/>
                  <a:pt x="161" y="6"/>
                </a:cubicBezTo>
                <a:cubicBezTo>
                  <a:pt x="161" y="5"/>
                  <a:pt x="161" y="5"/>
                  <a:pt x="161" y="4"/>
                </a:cubicBezTo>
                <a:cubicBezTo>
                  <a:pt x="161" y="4"/>
                  <a:pt x="161" y="3"/>
                  <a:pt x="160" y="3"/>
                </a:cubicBezTo>
                <a:cubicBezTo>
                  <a:pt x="160" y="2"/>
                  <a:pt x="159" y="2"/>
                  <a:pt x="158" y="2"/>
                </a:cubicBezTo>
                <a:lnTo>
                  <a:pt x="154" y="2"/>
                </a:lnTo>
                <a:lnTo>
                  <a:pt x="154" y="7"/>
                </a:lnTo>
                <a:close/>
              </a:path>
              <a:path w="471" h="15">
                <a:moveTo>
                  <a:pt x="164" y="10"/>
                </a:moveTo>
                <a:lnTo>
                  <a:pt x="166" y="10"/>
                </a:lnTo>
                <a:cubicBezTo>
                  <a:pt x="166" y="11"/>
                  <a:pt x="166" y="11"/>
                  <a:pt x="166" y="12"/>
                </a:cubicBezTo>
                <a:cubicBezTo>
                  <a:pt x="167" y="12"/>
                  <a:pt x="167" y="13"/>
                  <a:pt x="168" y="13"/>
                </a:cubicBezTo>
                <a:cubicBezTo>
                  <a:pt x="168" y="13"/>
                  <a:pt x="169" y="13"/>
                  <a:pt x="170" y="13"/>
                </a:cubicBezTo>
                <a:cubicBezTo>
                  <a:pt x="170" y="13"/>
                  <a:pt x="171" y="13"/>
                  <a:pt x="171" y="13"/>
                </a:cubicBezTo>
                <a:cubicBezTo>
                  <a:pt x="172" y="13"/>
                  <a:pt x="172" y="12"/>
                  <a:pt x="172" y="12"/>
                </a:cubicBezTo>
                <a:cubicBezTo>
                  <a:pt x="173" y="12"/>
                  <a:pt x="173" y="11"/>
                  <a:pt x="173" y="11"/>
                </a:cubicBezTo>
                <a:cubicBezTo>
                  <a:pt x="173" y="10"/>
                  <a:pt x="173" y="10"/>
                  <a:pt x="172" y="10"/>
                </a:cubicBezTo>
                <a:cubicBezTo>
                  <a:pt x="172" y="9"/>
                  <a:pt x="172" y="9"/>
                  <a:pt x="171" y="9"/>
                </a:cubicBezTo>
                <a:cubicBezTo>
                  <a:pt x="171" y="9"/>
                  <a:pt x="170" y="8"/>
                  <a:pt x="169" y="8"/>
                </a:cubicBezTo>
                <a:cubicBezTo>
                  <a:pt x="168" y="8"/>
                  <a:pt x="167" y="7"/>
                  <a:pt x="167" y="7"/>
                </a:cubicBezTo>
                <a:cubicBezTo>
                  <a:pt x="166" y="7"/>
                  <a:pt x="166" y="6"/>
                  <a:pt x="165" y="6"/>
                </a:cubicBezTo>
                <a:cubicBezTo>
                  <a:pt x="165" y="5"/>
                  <a:pt x="165" y="5"/>
                  <a:pt x="165" y="4"/>
                </a:cubicBezTo>
                <a:cubicBezTo>
                  <a:pt x="165" y="3"/>
                  <a:pt x="165" y="3"/>
                  <a:pt x="165" y="2"/>
                </a:cubicBezTo>
                <a:cubicBezTo>
                  <a:pt x="166" y="1"/>
                  <a:pt x="166" y="1"/>
                  <a:pt x="167" y="1"/>
                </a:cubicBezTo>
                <a:cubicBezTo>
                  <a:pt x="168" y="0"/>
                  <a:pt x="168" y="0"/>
                  <a:pt x="169" y="0"/>
                </a:cubicBezTo>
                <a:cubicBezTo>
                  <a:pt x="170" y="0"/>
                  <a:pt x="171" y="0"/>
                  <a:pt x="172" y="1"/>
                </a:cubicBezTo>
                <a:cubicBezTo>
                  <a:pt x="172" y="1"/>
                  <a:pt x="173" y="1"/>
                  <a:pt x="173" y="2"/>
                </a:cubicBezTo>
                <a:cubicBezTo>
                  <a:pt x="174" y="3"/>
                  <a:pt x="174" y="3"/>
                  <a:pt x="174" y="4"/>
                </a:cubicBezTo>
                <a:lnTo>
                  <a:pt x="172" y="4"/>
                </a:lnTo>
                <a:cubicBezTo>
                  <a:pt x="172" y="4"/>
                  <a:pt x="172" y="3"/>
                  <a:pt x="171" y="2"/>
                </a:cubicBezTo>
                <a:cubicBezTo>
                  <a:pt x="171" y="2"/>
                  <a:pt x="170" y="2"/>
                  <a:pt x="169" y="2"/>
                </a:cubicBezTo>
                <a:cubicBezTo>
                  <a:pt x="168" y="2"/>
                  <a:pt x="168" y="2"/>
                  <a:pt x="167" y="2"/>
                </a:cubicBezTo>
                <a:cubicBezTo>
                  <a:pt x="167" y="3"/>
                  <a:pt x="166" y="3"/>
                  <a:pt x="166" y="4"/>
                </a:cubicBezTo>
                <a:cubicBezTo>
                  <a:pt x="166" y="4"/>
                  <a:pt x="167" y="5"/>
                  <a:pt x="167" y="5"/>
                </a:cubicBezTo>
                <a:cubicBezTo>
                  <a:pt x="167" y="5"/>
                  <a:pt x="168" y="6"/>
                  <a:pt x="169" y="6"/>
                </a:cubicBezTo>
                <a:cubicBezTo>
                  <a:pt x="171" y="7"/>
                  <a:pt x="172" y="7"/>
                  <a:pt x="172" y="7"/>
                </a:cubicBezTo>
                <a:cubicBezTo>
                  <a:pt x="173" y="7"/>
                  <a:pt x="173" y="8"/>
                  <a:pt x="174" y="9"/>
                </a:cubicBezTo>
                <a:cubicBezTo>
                  <a:pt x="174" y="9"/>
                  <a:pt x="174" y="10"/>
                  <a:pt x="174" y="11"/>
                </a:cubicBezTo>
                <a:cubicBezTo>
                  <a:pt x="174" y="11"/>
                  <a:pt x="174" y="12"/>
                  <a:pt x="174" y="13"/>
                </a:cubicBezTo>
                <a:cubicBezTo>
                  <a:pt x="173" y="13"/>
                  <a:pt x="173" y="14"/>
                  <a:pt x="172" y="14"/>
                </a:cubicBezTo>
                <a:cubicBezTo>
                  <a:pt x="171" y="15"/>
                  <a:pt x="171" y="15"/>
                  <a:pt x="170" y="15"/>
                </a:cubicBezTo>
                <a:cubicBezTo>
                  <a:pt x="169" y="15"/>
                  <a:pt x="168" y="15"/>
                  <a:pt x="167" y="14"/>
                </a:cubicBezTo>
                <a:cubicBezTo>
                  <a:pt x="166" y="14"/>
                  <a:pt x="165" y="13"/>
                  <a:pt x="165" y="13"/>
                </a:cubicBezTo>
                <a:cubicBezTo>
                  <a:pt x="165" y="12"/>
                  <a:pt x="164" y="11"/>
                  <a:pt x="164" y="10"/>
                </a:cubicBezTo>
                <a:close/>
              </a:path>
              <a:path w="471" h="15">
                <a:moveTo>
                  <a:pt x="176" y="15"/>
                </a:moveTo>
                <a:lnTo>
                  <a:pt x="176" y="0"/>
                </a:lnTo>
                <a:lnTo>
                  <a:pt x="178" y="0"/>
                </a:lnTo>
                <a:lnTo>
                  <a:pt x="178" y="15"/>
                </a:lnTo>
                <a:lnTo>
                  <a:pt x="176" y="15"/>
                </a:lnTo>
                <a:close/>
              </a:path>
              <a:path w="471" h="15">
                <a:moveTo>
                  <a:pt x="184" y="15"/>
                </a:moveTo>
                <a:lnTo>
                  <a:pt x="184" y="2"/>
                </a:lnTo>
                <a:lnTo>
                  <a:pt x="179" y="2"/>
                </a:lnTo>
                <a:lnTo>
                  <a:pt x="179" y="0"/>
                </a:lnTo>
                <a:lnTo>
                  <a:pt x="189" y="0"/>
                </a:lnTo>
                <a:lnTo>
                  <a:pt x="189" y="2"/>
                </a:lnTo>
                <a:lnTo>
                  <a:pt x="185" y="2"/>
                </a:lnTo>
                <a:lnTo>
                  <a:pt x="185" y="15"/>
                </a:lnTo>
                <a:lnTo>
                  <a:pt x="184" y="15"/>
                </a:lnTo>
                <a:close/>
              </a:path>
              <a:path w="471" h="15">
                <a:moveTo>
                  <a:pt x="194" y="15"/>
                </a:moveTo>
                <a:lnTo>
                  <a:pt x="194" y="9"/>
                </a:lnTo>
                <a:lnTo>
                  <a:pt x="189" y="0"/>
                </a:lnTo>
                <a:lnTo>
                  <a:pt x="191" y="0"/>
                </a:lnTo>
                <a:lnTo>
                  <a:pt x="194" y="5"/>
                </a:lnTo>
                <a:cubicBezTo>
                  <a:pt x="194" y="5"/>
                  <a:pt x="195" y="6"/>
                  <a:pt x="195" y="7"/>
                </a:cubicBezTo>
                <a:cubicBezTo>
                  <a:pt x="195" y="6"/>
                  <a:pt x="196" y="5"/>
                  <a:pt x="196" y="5"/>
                </a:cubicBezTo>
                <a:lnTo>
                  <a:pt x="199" y="0"/>
                </a:lnTo>
                <a:lnTo>
                  <a:pt x="201" y="0"/>
                </a:lnTo>
                <a:lnTo>
                  <a:pt x="196" y="9"/>
                </a:lnTo>
                <a:lnTo>
                  <a:pt x="196" y="15"/>
                </a:lnTo>
                <a:lnTo>
                  <a:pt x="194" y="15"/>
                </a:lnTo>
                <a:close/>
              </a:path>
              <a:path w="471" h="15">
                <a:moveTo>
                  <a:pt x="206" y="8"/>
                </a:moveTo>
                <a:cubicBezTo>
                  <a:pt x="206" y="5"/>
                  <a:pt x="207" y="3"/>
                  <a:pt x="208" y="2"/>
                </a:cubicBezTo>
                <a:cubicBezTo>
                  <a:pt x="209" y="1"/>
                  <a:pt x="211" y="0"/>
                  <a:pt x="212" y="0"/>
                </a:cubicBezTo>
                <a:cubicBezTo>
                  <a:pt x="213" y="0"/>
                  <a:pt x="214" y="0"/>
                  <a:pt x="215" y="1"/>
                </a:cubicBezTo>
                <a:cubicBezTo>
                  <a:pt x="216" y="2"/>
                  <a:pt x="217" y="3"/>
                  <a:pt x="218" y="4"/>
                </a:cubicBezTo>
                <a:cubicBezTo>
                  <a:pt x="218" y="5"/>
                  <a:pt x="218" y="6"/>
                  <a:pt x="218" y="8"/>
                </a:cubicBezTo>
                <a:cubicBezTo>
                  <a:pt x="218" y="9"/>
                  <a:pt x="218" y="10"/>
                  <a:pt x="217" y="11"/>
                </a:cubicBezTo>
                <a:cubicBezTo>
                  <a:pt x="217" y="13"/>
                  <a:pt x="216" y="13"/>
                  <a:pt x="215" y="14"/>
                </a:cubicBezTo>
                <a:cubicBezTo>
                  <a:pt x="214" y="15"/>
                  <a:pt x="213" y="15"/>
                  <a:pt x="212" y="15"/>
                </a:cubicBezTo>
                <a:cubicBezTo>
                  <a:pt x="211" y="15"/>
                  <a:pt x="210" y="15"/>
                  <a:pt x="209" y="14"/>
                </a:cubicBezTo>
                <a:cubicBezTo>
                  <a:pt x="208" y="13"/>
                  <a:pt x="207" y="12"/>
                  <a:pt x="207" y="11"/>
                </a:cubicBezTo>
                <a:cubicBezTo>
                  <a:pt x="207" y="10"/>
                  <a:pt x="206" y="9"/>
                  <a:pt x="206" y="8"/>
                </a:cubicBezTo>
                <a:close/>
                <a:moveTo>
                  <a:pt x="208" y="8"/>
                </a:moveTo>
                <a:cubicBezTo>
                  <a:pt x="208" y="9"/>
                  <a:pt x="208" y="11"/>
                  <a:pt x="209" y="12"/>
                </a:cubicBezTo>
                <a:cubicBezTo>
                  <a:pt x="210" y="13"/>
                  <a:pt x="211" y="13"/>
                  <a:pt x="212" y="13"/>
                </a:cubicBezTo>
                <a:cubicBezTo>
                  <a:pt x="214" y="13"/>
                  <a:pt x="215" y="13"/>
                  <a:pt x="215" y="12"/>
                </a:cubicBezTo>
                <a:cubicBezTo>
                  <a:pt x="216" y="11"/>
                  <a:pt x="217" y="9"/>
                  <a:pt x="217" y="7"/>
                </a:cubicBezTo>
                <a:cubicBezTo>
                  <a:pt x="217" y="6"/>
                  <a:pt x="216" y="5"/>
                  <a:pt x="216" y="4"/>
                </a:cubicBezTo>
                <a:cubicBezTo>
                  <a:pt x="216" y="4"/>
                  <a:pt x="215" y="3"/>
                  <a:pt x="215" y="2"/>
                </a:cubicBezTo>
                <a:cubicBezTo>
                  <a:pt x="214" y="2"/>
                  <a:pt x="213" y="2"/>
                  <a:pt x="212" y="2"/>
                </a:cubicBezTo>
                <a:cubicBezTo>
                  <a:pt x="211" y="2"/>
                  <a:pt x="210" y="2"/>
                  <a:pt x="209" y="3"/>
                </a:cubicBezTo>
                <a:cubicBezTo>
                  <a:pt x="208" y="4"/>
                  <a:pt x="208" y="6"/>
                  <a:pt x="208" y="8"/>
                </a:cubicBezTo>
                <a:close/>
              </a:path>
              <a:path w="471" h="15">
                <a:moveTo>
                  <a:pt x="220" y="15"/>
                </a:moveTo>
                <a:lnTo>
                  <a:pt x="220" y="0"/>
                </a:lnTo>
                <a:lnTo>
                  <a:pt x="228" y="0"/>
                </a:lnTo>
                <a:lnTo>
                  <a:pt x="228" y="2"/>
                </a:lnTo>
                <a:lnTo>
                  <a:pt x="222" y="2"/>
                </a:lnTo>
                <a:lnTo>
                  <a:pt x="222" y="6"/>
                </a:lnTo>
                <a:lnTo>
                  <a:pt x="228" y="6"/>
                </a:lnTo>
                <a:lnTo>
                  <a:pt x="228" y="8"/>
                </a:lnTo>
                <a:lnTo>
                  <a:pt x="222" y="8"/>
                </a:lnTo>
                <a:lnTo>
                  <a:pt x="222" y="15"/>
                </a:lnTo>
                <a:lnTo>
                  <a:pt x="220" y="15"/>
                </a:lnTo>
                <a:close/>
              </a:path>
              <a:path w="471" h="15">
                <a:moveTo>
                  <a:pt x="235" y="10"/>
                </a:moveTo>
                <a:lnTo>
                  <a:pt x="236" y="10"/>
                </a:lnTo>
                <a:cubicBezTo>
                  <a:pt x="237" y="11"/>
                  <a:pt x="237" y="11"/>
                  <a:pt x="237" y="12"/>
                </a:cubicBezTo>
                <a:cubicBezTo>
                  <a:pt x="237" y="12"/>
                  <a:pt x="238" y="13"/>
                  <a:pt x="238" y="13"/>
                </a:cubicBezTo>
                <a:cubicBezTo>
                  <a:pt x="239" y="13"/>
                  <a:pt x="239" y="13"/>
                  <a:pt x="240" y="13"/>
                </a:cubicBezTo>
                <a:cubicBezTo>
                  <a:pt x="241" y="13"/>
                  <a:pt x="241" y="13"/>
                  <a:pt x="242" y="13"/>
                </a:cubicBezTo>
                <a:cubicBezTo>
                  <a:pt x="242" y="13"/>
                  <a:pt x="243" y="12"/>
                  <a:pt x="243" y="12"/>
                </a:cubicBezTo>
                <a:cubicBezTo>
                  <a:pt x="243" y="12"/>
                  <a:pt x="243" y="11"/>
                  <a:pt x="243" y="11"/>
                </a:cubicBezTo>
                <a:cubicBezTo>
                  <a:pt x="243" y="10"/>
                  <a:pt x="243" y="10"/>
                  <a:pt x="243" y="10"/>
                </a:cubicBezTo>
                <a:cubicBezTo>
                  <a:pt x="243" y="9"/>
                  <a:pt x="242" y="9"/>
                  <a:pt x="242" y="9"/>
                </a:cubicBezTo>
                <a:cubicBezTo>
                  <a:pt x="241" y="9"/>
                  <a:pt x="241" y="8"/>
                  <a:pt x="240" y="8"/>
                </a:cubicBezTo>
                <a:cubicBezTo>
                  <a:pt x="238" y="8"/>
                  <a:pt x="238" y="7"/>
                  <a:pt x="237" y="7"/>
                </a:cubicBezTo>
                <a:cubicBezTo>
                  <a:pt x="237" y="7"/>
                  <a:pt x="236" y="6"/>
                  <a:pt x="236" y="6"/>
                </a:cubicBezTo>
                <a:cubicBezTo>
                  <a:pt x="235" y="5"/>
                  <a:pt x="235" y="5"/>
                  <a:pt x="235" y="4"/>
                </a:cubicBezTo>
                <a:cubicBezTo>
                  <a:pt x="235" y="3"/>
                  <a:pt x="236" y="3"/>
                  <a:pt x="236" y="2"/>
                </a:cubicBezTo>
                <a:cubicBezTo>
                  <a:pt x="236" y="1"/>
                  <a:pt x="237" y="1"/>
                  <a:pt x="237" y="1"/>
                </a:cubicBezTo>
                <a:cubicBezTo>
                  <a:pt x="238" y="0"/>
                  <a:pt x="239" y="0"/>
                  <a:pt x="240" y="0"/>
                </a:cubicBezTo>
                <a:cubicBezTo>
                  <a:pt x="241" y="0"/>
                  <a:pt x="241" y="0"/>
                  <a:pt x="242" y="1"/>
                </a:cubicBezTo>
                <a:cubicBezTo>
                  <a:pt x="243" y="1"/>
                  <a:pt x="243" y="1"/>
                  <a:pt x="244" y="2"/>
                </a:cubicBezTo>
                <a:cubicBezTo>
                  <a:pt x="244" y="3"/>
                  <a:pt x="244" y="3"/>
                  <a:pt x="244" y="4"/>
                </a:cubicBezTo>
                <a:lnTo>
                  <a:pt x="243" y="4"/>
                </a:lnTo>
                <a:cubicBezTo>
                  <a:pt x="243" y="4"/>
                  <a:pt x="242" y="3"/>
                  <a:pt x="242" y="2"/>
                </a:cubicBezTo>
                <a:cubicBezTo>
                  <a:pt x="242" y="2"/>
                  <a:pt x="241" y="2"/>
                  <a:pt x="240" y="2"/>
                </a:cubicBezTo>
                <a:cubicBezTo>
                  <a:pt x="239" y="2"/>
                  <a:pt x="238" y="2"/>
                  <a:pt x="238" y="2"/>
                </a:cubicBezTo>
                <a:cubicBezTo>
                  <a:pt x="237" y="3"/>
                  <a:pt x="237" y="3"/>
                  <a:pt x="237" y="4"/>
                </a:cubicBezTo>
                <a:cubicBezTo>
                  <a:pt x="237" y="4"/>
                  <a:pt x="237" y="5"/>
                  <a:pt x="237" y="5"/>
                </a:cubicBezTo>
                <a:cubicBezTo>
                  <a:pt x="238" y="5"/>
                  <a:pt x="239" y="6"/>
                  <a:pt x="240" y="6"/>
                </a:cubicBezTo>
                <a:cubicBezTo>
                  <a:pt x="241" y="7"/>
                  <a:pt x="242" y="7"/>
                  <a:pt x="243" y="7"/>
                </a:cubicBezTo>
                <a:cubicBezTo>
                  <a:pt x="243" y="7"/>
                  <a:pt x="244" y="8"/>
                  <a:pt x="244" y="9"/>
                </a:cubicBezTo>
                <a:cubicBezTo>
                  <a:pt x="245" y="9"/>
                  <a:pt x="245" y="10"/>
                  <a:pt x="245" y="11"/>
                </a:cubicBezTo>
                <a:cubicBezTo>
                  <a:pt x="245" y="11"/>
                  <a:pt x="245" y="12"/>
                  <a:pt x="244" y="13"/>
                </a:cubicBezTo>
                <a:cubicBezTo>
                  <a:pt x="244" y="13"/>
                  <a:pt x="243" y="14"/>
                  <a:pt x="243" y="14"/>
                </a:cubicBezTo>
                <a:cubicBezTo>
                  <a:pt x="242" y="15"/>
                  <a:pt x="241" y="15"/>
                  <a:pt x="240" y="15"/>
                </a:cubicBezTo>
                <a:cubicBezTo>
                  <a:pt x="239" y="15"/>
                  <a:pt x="238" y="15"/>
                  <a:pt x="237" y="14"/>
                </a:cubicBezTo>
                <a:cubicBezTo>
                  <a:pt x="237" y="14"/>
                  <a:pt x="236" y="13"/>
                  <a:pt x="236" y="13"/>
                </a:cubicBezTo>
                <a:cubicBezTo>
                  <a:pt x="235" y="12"/>
                  <a:pt x="235" y="11"/>
                  <a:pt x="235" y="10"/>
                </a:cubicBezTo>
                <a:close/>
              </a:path>
              <a:path w="471" h="15">
                <a:moveTo>
                  <a:pt x="256" y="10"/>
                </a:moveTo>
                <a:lnTo>
                  <a:pt x="257" y="10"/>
                </a:lnTo>
                <a:cubicBezTo>
                  <a:pt x="257" y="12"/>
                  <a:pt x="256" y="13"/>
                  <a:pt x="255" y="14"/>
                </a:cubicBezTo>
                <a:cubicBezTo>
                  <a:pt x="254" y="15"/>
                  <a:pt x="253" y="15"/>
                  <a:pt x="252" y="15"/>
                </a:cubicBezTo>
                <a:cubicBezTo>
                  <a:pt x="251" y="15"/>
                  <a:pt x="250" y="15"/>
                  <a:pt x="249" y="14"/>
                </a:cubicBezTo>
                <a:cubicBezTo>
                  <a:pt x="248" y="13"/>
                  <a:pt x="247" y="12"/>
                  <a:pt x="247" y="11"/>
                </a:cubicBezTo>
                <a:cubicBezTo>
                  <a:pt x="246" y="10"/>
                  <a:pt x="246" y="9"/>
                  <a:pt x="246" y="7"/>
                </a:cubicBezTo>
                <a:cubicBezTo>
                  <a:pt x="246" y="6"/>
                  <a:pt x="246" y="5"/>
                  <a:pt x="247" y="3"/>
                </a:cubicBezTo>
                <a:cubicBezTo>
                  <a:pt x="247" y="2"/>
                  <a:pt x="248" y="1"/>
                  <a:pt x="249" y="1"/>
                </a:cubicBezTo>
                <a:cubicBezTo>
                  <a:pt x="250" y="0"/>
                  <a:pt x="251" y="0"/>
                  <a:pt x="252" y="0"/>
                </a:cubicBezTo>
                <a:cubicBezTo>
                  <a:pt x="253" y="0"/>
                  <a:pt x="254" y="0"/>
                  <a:pt x="255" y="1"/>
                </a:cubicBezTo>
                <a:cubicBezTo>
                  <a:pt x="256" y="2"/>
                  <a:pt x="257" y="3"/>
                  <a:pt x="257" y="4"/>
                </a:cubicBezTo>
                <a:lnTo>
                  <a:pt x="255" y="5"/>
                </a:lnTo>
                <a:cubicBezTo>
                  <a:pt x="255" y="4"/>
                  <a:pt x="255" y="3"/>
                  <a:pt x="254" y="2"/>
                </a:cubicBezTo>
                <a:cubicBezTo>
                  <a:pt x="254" y="2"/>
                  <a:pt x="253" y="2"/>
                  <a:pt x="252" y="2"/>
                </a:cubicBezTo>
                <a:cubicBezTo>
                  <a:pt x="251" y="2"/>
                  <a:pt x="250" y="2"/>
                  <a:pt x="250" y="2"/>
                </a:cubicBezTo>
                <a:cubicBezTo>
                  <a:pt x="249" y="3"/>
                  <a:pt x="248" y="4"/>
                  <a:pt x="248" y="5"/>
                </a:cubicBezTo>
                <a:cubicBezTo>
                  <a:pt x="248" y="5"/>
                  <a:pt x="248" y="6"/>
                  <a:pt x="248" y="7"/>
                </a:cubicBezTo>
                <a:cubicBezTo>
                  <a:pt x="248" y="9"/>
                  <a:pt x="248" y="10"/>
                  <a:pt x="248" y="11"/>
                </a:cubicBezTo>
                <a:cubicBezTo>
                  <a:pt x="249" y="11"/>
                  <a:pt x="249" y="12"/>
                  <a:pt x="250" y="13"/>
                </a:cubicBezTo>
                <a:cubicBezTo>
                  <a:pt x="250" y="13"/>
                  <a:pt x="251" y="13"/>
                  <a:pt x="252" y="13"/>
                </a:cubicBezTo>
                <a:cubicBezTo>
                  <a:pt x="253" y="13"/>
                  <a:pt x="254" y="13"/>
                  <a:pt x="254" y="12"/>
                </a:cubicBezTo>
                <a:cubicBezTo>
                  <a:pt x="255" y="12"/>
                  <a:pt x="255" y="11"/>
                  <a:pt x="256" y="10"/>
                </a:cubicBezTo>
                <a:close/>
              </a:path>
              <a:path w="471" h="15">
                <a:moveTo>
                  <a:pt x="259" y="15"/>
                </a:moveTo>
                <a:lnTo>
                  <a:pt x="259" y="0"/>
                </a:lnTo>
                <a:lnTo>
                  <a:pt x="261" y="0"/>
                </a:lnTo>
                <a:lnTo>
                  <a:pt x="261" y="15"/>
                </a:lnTo>
                <a:lnTo>
                  <a:pt x="259" y="15"/>
                </a:lnTo>
                <a:close/>
              </a:path>
              <a:path w="471" h="15">
                <a:moveTo>
                  <a:pt x="263" y="15"/>
                </a:moveTo>
                <a:lnTo>
                  <a:pt x="263" y="0"/>
                </a:lnTo>
                <a:lnTo>
                  <a:pt x="272" y="0"/>
                </a:lnTo>
                <a:lnTo>
                  <a:pt x="272" y="2"/>
                </a:lnTo>
                <a:lnTo>
                  <a:pt x="265" y="2"/>
                </a:lnTo>
                <a:lnTo>
                  <a:pt x="265" y="6"/>
                </a:lnTo>
                <a:lnTo>
                  <a:pt x="272" y="6"/>
                </a:lnTo>
                <a:lnTo>
                  <a:pt x="272" y="8"/>
                </a:lnTo>
                <a:lnTo>
                  <a:pt x="265" y="8"/>
                </a:lnTo>
                <a:lnTo>
                  <a:pt x="265" y="13"/>
                </a:lnTo>
                <a:lnTo>
                  <a:pt x="272" y="13"/>
                </a:lnTo>
                <a:lnTo>
                  <a:pt x="272" y="15"/>
                </a:lnTo>
                <a:lnTo>
                  <a:pt x="263" y="15"/>
                </a:lnTo>
                <a:close/>
              </a:path>
              <a:path w="471" h="15">
                <a:moveTo>
                  <a:pt x="274" y="15"/>
                </a:moveTo>
                <a:lnTo>
                  <a:pt x="274" y="0"/>
                </a:lnTo>
                <a:lnTo>
                  <a:pt x="276" y="0"/>
                </a:lnTo>
                <a:lnTo>
                  <a:pt x="283" y="12"/>
                </a:lnTo>
                <a:lnTo>
                  <a:pt x="283" y="0"/>
                </a:lnTo>
                <a:lnTo>
                  <a:pt x="284" y="0"/>
                </a:lnTo>
                <a:lnTo>
                  <a:pt x="284" y="15"/>
                </a:lnTo>
                <a:lnTo>
                  <a:pt x="282" y="15"/>
                </a:lnTo>
                <a:lnTo>
                  <a:pt x="276" y="3"/>
                </a:lnTo>
                <a:lnTo>
                  <a:pt x="276" y="15"/>
                </a:lnTo>
                <a:lnTo>
                  <a:pt x="274" y="15"/>
                </a:lnTo>
                <a:close/>
              </a:path>
              <a:path w="471" h="15">
                <a:moveTo>
                  <a:pt x="295" y="10"/>
                </a:moveTo>
                <a:lnTo>
                  <a:pt x="297" y="10"/>
                </a:lnTo>
                <a:cubicBezTo>
                  <a:pt x="297" y="12"/>
                  <a:pt x="296" y="13"/>
                  <a:pt x="295" y="14"/>
                </a:cubicBezTo>
                <a:cubicBezTo>
                  <a:pt x="294" y="15"/>
                  <a:pt x="293" y="15"/>
                  <a:pt x="292" y="15"/>
                </a:cubicBezTo>
                <a:cubicBezTo>
                  <a:pt x="290" y="15"/>
                  <a:pt x="289" y="15"/>
                  <a:pt x="289" y="14"/>
                </a:cubicBezTo>
                <a:cubicBezTo>
                  <a:pt x="288" y="13"/>
                  <a:pt x="287" y="12"/>
                  <a:pt x="287" y="11"/>
                </a:cubicBezTo>
                <a:cubicBezTo>
                  <a:pt x="286" y="10"/>
                  <a:pt x="286" y="9"/>
                  <a:pt x="286" y="7"/>
                </a:cubicBezTo>
                <a:cubicBezTo>
                  <a:pt x="286" y="6"/>
                  <a:pt x="286" y="5"/>
                  <a:pt x="287" y="3"/>
                </a:cubicBezTo>
                <a:cubicBezTo>
                  <a:pt x="287" y="2"/>
                  <a:pt x="288" y="1"/>
                  <a:pt x="289" y="1"/>
                </a:cubicBezTo>
                <a:cubicBezTo>
                  <a:pt x="290" y="0"/>
                  <a:pt x="291" y="0"/>
                  <a:pt x="292" y="0"/>
                </a:cubicBezTo>
                <a:cubicBezTo>
                  <a:pt x="293" y="0"/>
                  <a:pt x="294" y="0"/>
                  <a:pt x="295" y="1"/>
                </a:cubicBezTo>
                <a:cubicBezTo>
                  <a:pt x="296" y="2"/>
                  <a:pt x="296" y="3"/>
                  <a:pt x="297" y="4"/>
                </a:cubicBezTo>
                <a:lnTo>
                  <a:pt x="295" y="5"/>
                </a:lnTo>
                <a:cubicBezTo>
                  <a:pt x="295" y="4"/>
                  <a:pt x="294" y="3"/>
                  <a:pt x="294" y="2"/>
                </a:cubicBezTo>
                <a:cubicBezTo>
                  <a:pt x="293" y="2"/>
                  <a:pt x="293" y="2"/>
                  <a:pt x="292" y="2"/>
                </a:cubicBezTo>
                <a:cubicBezTo>
                  <a:pt x="291" y="2"/>
                  <a:pt x="290" y="2"/>
                  <a:pt x="289" y="2"/>
                </a:cubicBezTo>
                <a:cubicBezTo>
                  <a:pt x="289" y="3"/>
                  <a:pt x="288" y="4"/>
                  <a:pt x="288" y="5"/>
                </a:cubicBezTo>
                <a:cubicBezTo>
                  <a:pt x="288" y="5"/>
                  <a:pt x="288" y="6"/>
                  <a:pt x="288" y="7"/>
                </a:cubicBezTo>
                <a:cubicBezTo>
                  <a:pt x="288" y="9"/>
                  <a:pt x="288" y="10"/>
                  <a:pt x="288" y="11"/>
                </a:cubicBezTo>
                <a:cubicBezTo>
                  <a:pt x="288" y="11"/>
                  <a:pt x="289" y="12"/>
                  <a:pt x="290" y="13"/>
                </a:cubicBezTo>
                <a:cubicBezTo>
                  <a:pt x="290" y="13"/>
                  <a:pt x="291" y="13"/>
                  <a:pt x="292" y="13"/>
                </a:cubicBezTo>
                <a:cubicBezTo>
                  <a:pt x="293" y="13"/>
                  <a:pt x="293" y="13"/>
                  <a:pt x="294" y="12"/>
                </a:cubicBezTo>
                <a:cubicBezTo>
                  <a:pt x="295" y="12"/>
                  <a:pt x="295" y="11"/>
                  <a:pt x="295" y="10"/>
                </a:cubicBezTo>
                <a:close/>
              </a:path>
              <a:path w="471" h="15">
                <a:moveTo>
                  <a:pt x="299" y="15"/>
                </a:moveTo>
                <a:lnTo>
                  <a:pt x="299" y="0"/>
                </a:lnTo>
                <a:lnTo>
                  <a:pt x="308" y="0"/>
                </a:lnTo>
                <a:lnTo>
                  <a:pt x="308" y="2"/>
                </a:lnTo>
                <a:lnTo>
                  <a:pt x="300" y="2"/>
                </a:lnTo>
                <a:lnTo>
                  <a:pt x="300" y="6"/>
                </a:lnTo>
                <a:lnTo>
                  <a:pt x="307" y="6"/>
                </a:lnTo>
                <a:lnTo>
                  <a:pt x="307" y="8"/>
                </a:lnTo>
                <a:lnTo>
                  <a:pt x="300" y="8"/>
                </a:lnTo>
                <a:lnTo>
                  <a:pt x="300" y="13"/>
                </a:lnTo>
                <a:lnTo>
                  <a:pt x="308" y="13"/>
                </a:lnTo>
                <a:lnTo>
                  <a:pt x="308" y="15"/>
                </a:lnTo>
                <a:lnTo>
                  <a:pt x="299" y="15"/>
                </a:lnTo>
                <a:close/>
              </a:path>
              <a:path w="471" h="15">
                <a:moveTo>
                  <a:pt x="313" y="15"/>
                </a:moveTo>
                <a:lnTo>
                  <a:pt x="318" y="0"/>
                </a:lnTo>
                <a:lnTo>
                  <a:pt x="319" y="0"/>
                </a:lnTo>
                <a:lnTo>
                  <a:pt x="324" y="15"/>
                </a:lnTo>
                <a:lnTo>
                  <a:pt x="323" y="15"/>
                </a:lnTo>
                <a:lnTo>
                  <a:pt x="321" y="10"/>
                </a:lnTo>
                <a:lnTo>
                  <a:pt x="316" y="10"/>
                </a:lnTo>
                <a:lnTo>
                  <a:pt x="314" y="15"/>
                </a:lnTo>
                <a:lnTo>
                  <a:pt x="313" y="15"/>
                </a:lnTo>
                <a:close/>
                <a:moveTo>
                  <a:pt x="316" y="9"/>
                </a:moveTo>
                <a:lnTo>
                  <a:pt x="321" y="9"/>
                </a:lnTo>
                <a:lnTo>
                  <a:pt x="319" y="5"/>
                </a:lnTo>
                <a:cubicBezTo>
                  <a:pt x="319" y="4"/>
                  <a:pt x="319" y="3"/>
                  <a:pt x="318" y="2"/>
                </a:cubicBezTo>
                <a:cubicBezTo>
                  <a:pt x="318" y="3"/>
                  <a:pt x="318" y="4"/>
                  <a:pt x="318" y="5"/>
                </a:cubicBezTo>
                <a:lnTo>
                  <a:pt x="316" y="9"/>
                </a:lnTo>
                <a:close/>
              </a:path>
              <a:path w="471" h="15">
                <a:moveTo>
                  <a:pt x="325" y="15"/>
                </a:moveTo>
                <a:lnTo>
                  <a:pt x="325" y="0"/>
                </a:lnTo>
                <a:lnTo>
                  <a:pt x="327" y="0"/>
                </a:lnTo>
                <a:lnTo>
                  <a:pt x="334" y="12"/>
                </a:lnTo>
                <a:lnTo>
                  <a:pt x="334" y="0"/>
                </a:lnTo>
                <a:lnTo>
                  <a:pt x="335" y="0"/>
                </a:lnTo>
                <a:lnTo>
                  <a:pt x="335" y="15"/>
                </a:lnTo>
                <a:lnTo>
                  <a:pt x="333" y="15"/>
                </a:lnTo>
                <a:lnTo>
                  <a:pt x="327" y="3"/>
                </a:lnTo>
                <a:lnTo>
                  <a:pt x="327" y="15"/>
                </a:lnTo>
                <a:lnTo>
                  <a:pt x="325" y="15"/>
                </a:lnTo>
                <a:close/>
              </a:path>
              <a:path w="471" h="15">
                <a:moveTo>
                  <a:pt x="337" y="15"/>
                </a:moveTo>
                <a:lnTo>
                  <a:pt x="337" y="0"/>
                </a:lnTo>
                <a:lnTo>
                  <a:pt x="342" y="0"/>
                </a:lnTo>
                <a:cubicBezTo>
                  <a:pt x="343" y="0"/>
                  <a:pt x="343" y="0"/>
                  <a:pt x="344" y="0"/>
                </a:cubicBezTo>
                <a:cubicBezTo>
                  <a:pt x="345" y="1"/>
                  <a:pt x="345" y="1"/>
                  <a:pt x="346" y="2"/>
                </a:cubicBezTo>
                <a:cubicBezTo>
                  <a:pt x="346" y="2"/>
                  <a:pt x="347" y="3"/>
                  <a:pt x="347" y="4"/>
                </a:cubicBezTo>
                <a:cubicBezTo>
                  <a:pt x="348" y="5"/>
                  <a:pt x="348" y="6"/>
                  <a:pt x="348" y="7"/>
                </a:cubicBezTo>
                <a:cubicBezTo>
                  <a:pt x="348" y="8"/>
                  <a:pt x="348" y="9"/>
                  <a:pt x="347" y="10"/>
                </a:cubicBezTo>
                <a:cubicBezTo>
                  <a:pt x="347" y="11"/>
                  <a:pt x="347" y="12"/>
                  <a:pt x="347" y="12"/>
                </a:cubicBezTo>
                <a:cubicBezTo>
                  <a:pt x="346" y="13"/>
                  <a:pt x="346" y="13"/>
                  <a:pt x="345" y="14"/>
                </a:cubicBezTo>
                <a:cubicBezTo>
                  <a:pt x="345" y="14"/>
                  <a:pt x="344" y="14"/>
                  <a:pt x="344" y="14"/>
                </a:cubicBezTo>
                <a:cubicBezTo>
                  <a:pt x="343" y="15"/>
                  <a:pt x="343" y="15"/>
                  <a:pt x="342" y="15"/>
                </a:cubicBezTo>
                <a:lnTo>
                  <a:pt x="337" y="15"/>
                </a:lnTo>
                <a:close/>
                <a:moveTo>
                  <a:pt x="339" y="13"/>
                </a:moveTo>
                <a:lnTo>
                  <a:pt x="342" y="13"/>
                </a:lnTo>
                <a:cubicBezTo>
                  <a:pt x="343" y="13"/>
                  <a:pt x="343" y="13"/>
                  <a:pt x="344" y="13"/>
                </a:cubicBezTo>
                <a:cubicBezTo>
                  <a:pt x="344" y="13"/>
                  <a:pt x="345" y="12"/>
                  <a:pt x="345" y="12"/>
                </a:cubicBezTo>
                <a:cubicBezTo>
                  <a:pt x="345" y="12"/>
                  <a:pt x="345" y="11"/>
                  <a:pt x="346" y="10"/>
                </a:cubicBezTo>
                <a:cubicBezTo>
                  <a:pt x="346" y="9"/>
                  <a:pt x="346" y="8"/>
                  <a:pt x="346" y="7"/>
                </a:cubicBezTo>
                <a:cubicBezTo>
                  <a:pt x="346" y="6"/>
                  <a:pt x="346" y="5"/>
                  <a:pt x="345" y="4"/>
                </a:cubicBezTo>
                <a:cubicBezTo>
                  <a:pt x="345" y="3"/>
                  <a:pt x="344" y="3"/>
                  <a:pt x="344" y="2"/>
                </a:cubicBezTo>
                <a:cubicBezTo>
                  <a:pt x="343" y="2"/>
                  <a:pt x="343" y="2"/>
                  <a:pt x="342" y="2"/>
                </a:cubicBezTo>
                <a:lnTo>
                  <a:pt x="339" y="2"/>
                </a:lnTo>
                <a:lnTo>
                  <a:pt x="339" y="13"/>
                </a:lnTo>
                <a:close/>
              </a:path>
              <a:path w="471" h="15">
                <a:moveTo>
                  <a:pt x="358" y="15"/>
                </a:moveTo>
                <a:lnTo>
                  <a:pt x="358" y="2"/>
                </a:lnTo>
                <a:lnTo>
                  <a:pt x="354" y="2"/>
                </a:lnTo>
                <a:lnTo>
                  <a:pt x="354" y="0"/>
                </a:lnTo>
                <a:lnTo>
                  <a:pt x="364" y="0"/>
                </a:lnTo>
                <a:lnTo>
                  <a:pt x="364" y="2"/>
                </a:lnTo>
                <a:lnTo>
                  <a:pt x="359" y="2"/>
                </a:lnTo>
                <a:lnTo>
                  <a:pt x="359" y="15"/>
                </a:lnTo>
                <a:lnTo>
                  <a:pt x="358" y="15"/>
                </a:lnTo>
                <a:close/>
              </a:path>
              <a:path w="471" h="15">
                <a:moveTo>
                  <a:pt x="365" y="15"/>
                </a:moveTo>
                <a:lnTo>
                  <a:pt x="365" y="0"/>
                </a:lnTo>
                <a:lnTo>
                  <a:pt x="374" y="0"/>
                </a:lnTo>
                <a:lnTo>
                  <a:pt x="374" y="2"/>
                </a:lnTo>
                <a:lnTo>
                  <a:pt x="366" y="2"/>
                </a:lnTo>
                <a:lnTo>
                  <a:pt x="366" y="6"/>
                </a:lnTo>
                <a:lnTo>
                  <a:pt x="373" y="6"/>
                </a:lnTo>
                <a:lnTo>
                  <a:pt x="373" y="8"/>
                </a:lnTo>
                <a:lnTo>
                  <a:pt x="366" y="8"/>
                </a:lnTo>
                <a:lnTo>
                  <a:pt x="366" y="13"/>
                </a:lnTo>
                <a:lnTo>
                  <a:pt x="374" y="13"/>
                </a:lnTo>
                <a:lnTo>
                  <a:pt x="374" y="15"/>
                </a:lnTo>
                <a:lnTo>
                  <a:pt x="365" y="15"/>
                </a:lnTo>
                <a:close/>
              </a:path>
              <a:path w="471" h="15">
                <a:moveTo>
                  <a:pt x="385" y="10"/>
                </a:moveTo>
                <a:lnTo>
                  <a:pt x="386" y="10"/>
                </a:lnTo>
                <a:cubicBezTo>
                  <a:pt x="386" y="12"/>
                  <a:pt x="386" y="13"/>
                  <a:pt x="385" y="14"/>
                </a:cubicBezTo>
                <a:cubicBezTo>
                  <a:pt x="384" y="15"/>
                  <a:pt x="383" y="15"/>
                  <a:pt x="381" y="15"/>
                </a:cubicBezTo>
                <a:cubicBezTo>
                  <a:pt x="380" y="15"/>
                  <a:pt x="379" y="15"/>
                  <a:pt x="378" y="14"/>
                </a:cubicBezTo>
                <a:cubicBezTo>
                  <a:pt x="377" y="13"/>
                  <a:pt x="377" y="12"/>
                  <a:pt x="376" y="11"/>
                </a:cubicBezTo>
                <a:cubicBezTo>
                  <a:pt x="376" y="10"/>
                  <a:pt x="375" y="9"/>
                  <a:pt x="375" y="7"/>
                </a:cubicBezTo>
                <a:cubicBezTo>
                  <a:pt x="375" y="6"/>
                  <a:pt x="376" y="5"/>
                  <a:pt x="376" y="3"/>
                </a:cubicBezTo>
                <a:cubicBezTo>
                  <a:pt x="377" y="2"/>
                  <a:pt x="377" y="1"/>
                  <a:pt x="378" y="1"/>
                </a:cubicBezTo>
                <a:cubicBezTo>
                  <a:pt x="379" y="0"/>
                  <a:pt x="380" y="0"/>
                  <a:pt x="381" y="0"/>
                </a:cubicBezTo>
                <a:cubicBezTo>
                  <a:pt x="383" y="0"/>
                  <a:pt x="384" y="0"/>
                  <a:pt x="384" y="1"/>
                </a:cubicBezTo>
                <a:cubicBezTo>
                  <a:pt x="385" y="2"/>
                  <a:pt x="386" y="3"/>
                  <a:pt x="386" y="4"/>
                </a:cubicBezTo>
                <a:lnTo>
                  <a:pt x="385" y="5"/>
                </a:lnTo>
                <a:cubicBezTo>
                  <a:pt x="384" y="4"/>
                  <a:pt x="384" y="3"/>
                  <a:pt x="383" y="2"/>
                </a:cubicBezTo>
                <a:cubicBezTo>
                  <a:pt x="383" y="2"/>
                  <a:pt x="382" y="2"/>
                  <a:pt x="381" y="2"/>
                </a:cubicBezTo>
                <a:cubicBezTo>
                  <a:pt x="380" y="2"/>
                  <a:pt x="380" y="2"/>
                  <a:pt x="379" y="2"/>
                </a:cubicBezTo>
                <a:cubicBezTo>
                  <a:pt x="378" y="3"/>
                  <a:pt x="378" y="4"/>
                  <a:pt x="378" y="5"/>
                </a:cubicBezTo>
                <a:cubicBezTo>
                  <a:pt x="377" y="5"/>
                  <a:pt x="377" y="6"/>
                  <a:pt x="377" y="7"/>
                </a:cubicBezTo>
                <a:cubicBezTo>
                  <a:pt x="377" y="9"/>
                  <a:pt x="377" y="10"/>
                  <a:pt x="378" y="11"/>
                </a:cubicBezTo>
                <a:cubicBezTo>
                  <a:pt x="378" y="11"/>
                  <a:pt x="378" y="12"/>
                  <a:pt x="379" y="13"/>
                </a:cubicBezTo>
                <a:cubicBezTo>
                  <a:pt x="380" y="13"/>
                  <a:pt x="380" y="13"/>
                  <a:pt x="381" y="13"/>
                </a:cubicBezTo>
                <a:cubicBezTo>
                  <a:pt x="382" y="13"/>
                  <a:pt x="383" y="13"/>
                  <a:pt x="384" y="12"/>
                </a:cubicBezTo>
                <a:cubicBezTo>
                  <a:pt x="384" y="12"/>
                  <a:pt x="385" y="11"/>
                  <a:pt x="385" y="10"/>
                </a:cubicBezTo>
                <a:close/>
              </a:path>
              <a:path w="471" h="15">
                <a:moveTo>
                  <a:pt x="388" y="15"/>
                </a:moveTo>
                <a:lnTo>
                  <a:pt x="388" y="0"/>
                </a:lnTo>
                <a:lnTo>
                  <a:pt x="390" y="0"/>
                </a:lnTo>
                <a:lnTo>
                  <a:pt x="390" y="6"/>
                </a:lnTo>
                <a:lnTo>
                  <a:pt x="396" y="6"/>
                </a:lnTo>
                <a:lnTo>
                  <a:pt x="396" y="0"/>
                </a:lnTo>
                <a:lnTo>
                  <a:pt x="398" y="0"/>
                </a:lnTo>
                <a:lnTo>
                  <a:pt x="398" y="15"/>
                </a:lnTo>
                <a:lnTo>
                  <a:pt x="396" y="15"/>
                </a:lnTo>
                <a:lnTo>
                  <a:pt x="396" y="8"/>
                </a:lnTo>
                <a:lnTo>
                  <a:pt x="390" y="8"/>
                </a:lnTo>
                <a:lnTo>
                  <a:pt x="390" y="15"/>
                </a:lnTo>
                <a:lnTo>
                  <a:pt x="388" y="15"/>
                </a:lnTo>
                <a:close/>
              </a:path>
              <a:path w="471" h="15">
                <a:moveTo>
                  <a:pt x="400" y="15"/>
                </a:moveTo>
                <a:lnTo>
                  <a:pt x="400" y="0"/>
                </a:lnTo>
                <a:lnTo>
                  <a:pt x="402" y="0"/>
                </a:lnTo>
                <a:lnTo>
                  <a:pt x="408" y="12"/>
                </a:lnTo>
                <a:lnTo>
                  <a:pt x="408" y="0"/>
                </a:lnTo>
                <a:lnTo>
                  <a:pt x="410" y="0"/>
                </a:lnTo>
                <a:lnTo>
                  <a:pt x="410" y="15"/>
                </a:lnTo>
                <a:lnTo>
                  <a:pt x="408" y="15"/>
                </a:lnTo>
                <a:lnTo>
                  <a:pt x="402" y="3"/>
                </a:lnTo>
                <a:lnTo>
                  <a:pt x="402" y="15"/>
                </a:lnTo>
                <a:lnTo>
                  <a:pt x="400" y="15"/>
                </a:lnTo>
                <a:close/>
              </a:path>
              <a:path w="471" h="15">
                <a:moveTo>
                  <a:pt x="412" y="8"/>
                </a:moveTo>
                <a:cubicBezTo>
                  <a:pt x="412" y="5"/>
                  <a:pt x="412" y="3"/>
                  <a:pt x="413" y="2"/>
                </a:cubicBezTo>
                <a:cubicBezTo>
                  <a:pt x="415" y="1"/>
                  <a:pt x="416" y="0"/>
                  <a:pt x="418" y="0"/>
                </a:cubicBezTo>
                <a:cubicBezTo>
                  <a:pt x="419" y="0"/>
                  <a:pt x="420" y="0"/>
                  <a:pt x="421" y="1"/>
                </a:cubicBezTo>
                <a:cubicBezTo>
                  <a:pt x="422" y="2"/>
                  <a:pt x="423" y="3"/>
                  <a:pt x="423" y="4"/>
                </a:cubicBezTo>
                <a:cubicBezTo>
                  <a:pt x="424" y="5"/>
                  <a:pt x="424" y="6"/>
                  <a:pt x="424" y="8"/>
                </a:cubicBezTo>
                <a:cubicBezTo>
                  <a:pt x="424" y="9"/>
                  <a:pt x="424" y="10"/>
                  <a:pt x="423" y="11"/>
                </a:cubicBezTo>
                <a:cubicBezTo>
                  <a:pt x="422" y="13"/>
                  <a:pt x="422" y="13"/>
                  <a:pt x="421" y="14"/>
                </a:cubicBezTo>
                <a:cubicBezTo>
                  <a:pt x="420" y="15"/>
                  <a:pt x="419" y="15"/>
                  <a:pt x="418" y="15"/>
                </a:cubicBezTo>
                <a:cubicBezTo>
                  <a:pt x="417" y="15"/>
                  <a:pt x="416" y="15"/>
                  <a:pt x="415" y="14"/>
                </a:cubicBezTo>
                <a:cubicBezTo>
                  <a:pt x="414" y="13"/>
                  <a:pt x="413" y="12"/>
                  <a:pt x="413" y="11"/>
                </a:cubicBezTo>
                <a:cubicBezTo>
                  <a:pt x="412" y="10"/>
                  <a:pt x="412" y="9"/>
                  <a:pt x="412" y="8"/>
                </a:cubicBezTo>
                <a:close/>
                <a:moveTo>
                  <a:pt x="414" y="8"/>
                </a:moveTo>
                <a:cubicBezTo>
                  <a:pt x="414" y="9"/>
                  <a:pt x="414" y="11"/>
                  <a:pt x="415" y="12"/>
                </a:cubicBezTo>
                <a:cubicBezTo>
                  <a:pt x="416" y="13"/>
                  <a:pt x="417" y="13"/>
                  <a:pt x="418" y="13"/>
                </a:cubicBezTo>
                <a:cubicBezTo>
                  <a:pt x="419" y="13"/>
                  <a:pt x="420" y="13"/>
                  <a:pt x="421" y="12"/>
                </a:cubicBezTo>
                <a:cubicBezTo>
                  <a:pt x="422" y="11"/>
                  <a:pt x="422" y="9"/>
                  <a:pt x="422" y="7"/>
                </a:cubicBezTo>
                <a:cubicBezTo>
                  <a:pt x="422" y="6"/>
                  <a:pt x="422" y="5"/>
                  <a:pt x="422" y="4"/>
                </a:cubicBezTo>
                <a:cubicBezTo>
                  <a:pt x="421" y="4"/>
                  <a:pt x="421" y="3"/>
                  <a:pt x="420" y="2"/>
                </a:cubicBezTo>
                <a:cubicBezTo>
                  <a:pt x="419" y="2"/>
                  <a:pt x="419" y="2"/>
                  <a:pt x="418" y="2"/>
                </a:cubicBezTo>
                <a:cubicBezTo>
                  <a:pt x="417" y="2"/>
                  <a:pt x="416" y="2"/>
                  <a:pt x="415" y="3"/>
                </a:cubicBezTo>
                <a:cubicBezTo>
                  <a:pt x="414" y="4"/>
                  <a:pt x="414" y="6"/>
                  <a:pt x="414" y="8"/>
                </a:cubicBezTo>
                <a:close/>
              </a:path>
              <a:path w="471" h="15">
                <a:moveTo>
                  <a:pt x="425" y="15"/>
                </a:moveTo>
                <a:lnTo>
                  <a:pt x="425" y="0"/>
                </a:lnTo>
                <a:lnTo>
                  <a:pt x="427" y="0"/>
                </a:lnTo>
                <a:lnTo>
                  <a:pt x="427" y="13"/>
                </a:lnTo>
                <a:lnTo>
                  <a:pt x="433" y="13"/>
                </a:lnTo>
                <a:lnTo>
                  <a:pt x="433" y="15"/>
                </a:lnTo>
                <a:lnTo>
                  <a:pt x="425" y="15"/>
                </a:lnTo>
                <a:close/>
              </a:path>
              <a:path w="471" h="15">
                <a:moveTo>
                  <a:pt x="434" y="8"/>
                </a:moveTo>
                <a:cubicBezTo>
                  <a:pt x="434" y="5"/>
                  <a:pt x="435" y="3"/>
                  <a:pt x="436" y="2"/>
                </a:cubicBezTo>
                <a:cubicBezTo>
                  <a:pt x="437" y="1"/>
                  <a:pt x="438" y="0"/>
                  <a:pt x="440" y="0"/>
                </a:cubicBezTo>
                <a:cubicBezTo>
                  <a:pt x="441" y="0"/>
                  <a:pt x="442" y="0"/>
                  <a:pt x="443" y="1"/>
                </a:cubicBezTo>
                <a:cubicBezTo>
                  <a:pt x="444" y="2"/>
                  <a:pt x="445" y="3"/>
                  <a:pt x="445" y="4"/>
                </a:cubicBezTo>
                <a:cubicBezTo>
                  <a:pt x="446" y="5"/>
                  <a:pt x="446" y="6"/>
                  <a:pt x="446" y="8"/>
                </a:cubicBezTo>
                <a:cubicBezTo>
                  <a:pt x="446" y="9"/>
                  <a:pt x="446" y="10"/>
                  <a:pt x="445" y="11"/>
                </a:cubicBezTo>
                <a:cubicBezTo>
                  <a:pt x="445" y="13"/>
                  <a:pt x="444" y="13"/>
                  <a:pt x="443" y="14"/>
                </a:cubicBezTo>
                <a:cubicBezTo>
                  <a:pt x="442" y="15"/>
                  <a:pt x="441" y="15"/>
                  <a:pt x="440" y="15"/>
                </a:cubicBezTo>
                <a:cubicBezTo>
                  <a:pt x="439" y="15"/>
                  <a:pt x="438" y="15"/>
                  <a:pt x="437" y="14"/>
                </a:cubicBezTo>
                <a:cubicBezTo>
                  <a:pt x="436" y="13"/>
                  <a:pt x="435" y="12"/>
                  <a:pt x="435" y="11"/>
                </a:cubicBezTo>
                <a:cubicBezTo>
                  <a:pt x="434" y="10"/>
                  <a:pt x="434" y="9"/>
                  <a:pt x="434" y="8"/>
                </a:cubicBezTo>
                <a:close/>
                <a:moveTo>
                  <a:pt x="436" y="8"/>
                </a:moveTo>
                <a:cubicBezTo>
                  <a:pt x="436" y="9"/>
                  <a:pt x="436" y="11"/>
                  <a:pt x="437" y="12"/>
                </a:cubicBezTo>
                <a:cubicBezTo>
                  <a:pt x="438" y="13"/>
                  <a:pt x="439" y="13"/>
                  <a:pt x="440" y="13"/>
                </a:cubicBezTo>
                <a:cubicBezTo>
                  <a:pt x="441" y="13"/>
                  <a:pt x="442" y="13"/>
                  <a:pt x="443" y="12"/>
                </a:cubicBezTo>
                <a:cubicBezTo>
                  <a:pt x="444" y="11"/>
                  <a:pt x="444" y="9"/>
                  <a:pt x="444" y="7"/>
                </a:cubicBezTo>
                <a:cubicBezTo>
                  <a:pt x="444" y="6"/>
                  <a:pt x="444" y="5"/>
                  <a:pt x="444" y="4"/>
                </a:cubicBezTo>
                <a:cubicBezTo>
                  <a:pt x="444" y="4"/>
                  <a:pt x="443" y="3"/>
                  <a:pt x="442" y="2"/>
                </a:cubicBezTo>
                <a:cubicBezTo>
                  <a:pt x="442" y="2"/>
                  <a:pt x="441" y="2"/>
                  <a:pt x="440" y="2"/>
                </a:cubicBezTo>
                <a:cubicBezTo>
                  <a:pt x="439" y="2"/>
                  <a:pt x="438" y="2"/>
                  <a:pt x="437" y="3"/>
                </a:cubicBezTo>
                <a:cubicBezTo>
                  <a:pt x="436" y="4"/>
                  <a:pt x="436" y="6"/>
                  <a:pt x="436" y="8"/>
                </a:cubicBezTo>
                <a:close/>
              </a:path>
              <a:path w="471" h="15">
                <a:moveTo>
                  <a:pt x="454" y="9"/>
                </a:moveTo>
                <a:lnTo>
                  <a:pt x="454" y="7"/>
                </a:lnTo>
                <a:lnTo>
                  <a:pt x="459" y="7"/>
                </a:lnTo>
                <a:lnTo>
                  <a:pt x="459" y="13"/>
                </a:lnTo>
                <a:cubicBezTo>
                  <a:pt x="458" y="13"/>
                  <a:pt x="457" y="14"/>
                  <a:pt x="456" y="14"/>
                </a:cubicBezTo>
                <a:cubicBezTo>
                  <a:pt x="456" y="15"/>
                  <a:pt x="455" y="15"/>
                  <a:pt x="454" y="15"/>
                </a:cubicBezTo>
                <a:cubicBezTo>
                  <a:pt x="453" y="15"/>
                  <a:pt x="451" y="15"/>
                  <a:pt x="450" y="14"/>
                </a:cubicBezTo>
                <a:cubicBezTo>
                  <a:pt x="449" y="13"/>
                  <a:pt x="449" y="13"/>
                  <a:pt x="448" y="11"/>
                </a:cubicBezTo>
                <a:cubicBezTo>
                  <a:pt x="448" y="10"/>
                  <a:pt x="447" y="9"/>
                  <a:pt x="447" y="8"/>
                </a:cubicBezTo>
                <a:cubicBezTo>
                  <a:pt x="447" y="6"/>
                  <a:pt x="448" y="5"/>
                  <a:pt x="448" y="4"/>
                </a:cubicBezTo>
                <a:cubicBezTo>
                  <a:pt x="449" y="2"/>
                  <a:pt x="449" y="2"/>
                  <a:pt x="450" y="1"/>
                </a:cubicBezTo>
                <a:cubicBezTo>
                  <a:pt x="451" y="0"/>
                  <a:pt x="452" y="0"/>
                  <a:pt x="454" y="0"/>
                </a:cubicBezTo>
                <a:cubicBezTo>
                  <a:pt x="455" y="0"/>
                  <a:pt x="455" y="0"/>
                  <a:pt x="456" y="1"/>
                </a:cubicBezTo>
                <a:cubicBezTo>
                  <a:pt x="457" y="1"/>
                  <a:pt x="457" y="1"/>
                  <a:pt x="458" y="2"/>
                </a:cubicBezTo>
                <a:cubicBezTo>
                  <a:pt x="458" y="3"/>
                  <a:pt x="459" y="3"/>
                  <a:pt x="459" y="4"/>
                </a:cubicBezTo>
                <a:lnTo>
                  <a:pt x="457" y="5"/>
                </a:lnTo>
                <a:cubicBezTo>
                  <a:pt x="457" y="4"/>
                  <a:pt x="457" y="3"/>
                  <a:pt x="457" y="3"/>
                </a:cubicBezTo>
                <a:cubicBezTo>
                  <a:pt x="456" y="3"/>
                  <a:pt x="456" y="2"/>
                  <a:pt x="455" y="2"/>
                </a:cubicBezTo>
                <a:cubicBezTo>
                  <a:pt x="455" y="2"/>
                  <a:pt x="454" y="2"/>
                  <a:pt x="454" y="2"/>
                </a:cubicBezTo>
                <a:cubicBezTo>
                  <a:pt x="453" y="2"/>
                  <a:pt x="452" y="2"/>
                  <a:pt x="452" y="2"/>
                </a:cubicBezTo>
                <a:cubicBezTo>
                  <a:pt x="451" y="2"/>
                  <a:pt x="451" y="3"/>
                  <a:pt x="450" y="3"/>
                </a:cubicBezTo>
                <a:cubicBezTo>
                  <a:pt x="450" y="4"/>
                  <a:pt x="450" y="4"/>
                  <a:pt x="450" y="5"/>
                </a:cubicBezTo>
                <a:cubicBezTo>
                  <a:pt x="449" y="5"/>
                  <a:pt x="449" y="6"/>
                  <a:pt x="449" y="7"/>
                </a:cubicBezTo>
                <a:cubicBezTo>
                  <a:pt x="449" y="9"/>
                  <a:pt x="449" y="10"/>
                  <a:pt x="450" y="11"/>
                </a:cubicBezTo>
                <a:cubicBezTo>
                  <a:pt x="450" y="12"/>
                  <a:pt x="451" y="12"/>
                  <a:pt x="451" y="13"/>
                </a:cubicBezTo>
                <a:cubicBezTo>
                  <a:pt x="452" y="13"/>
                  <a:pt x="453" y="13"/>
                  <a:pt x="454" y="13"/>
                </a:cubicBezTo>
                <a:cubicBezTo>
                  <a:pt x="454" y="13"/>
                  <a:pt x="455" y="13"/>
                  <a:pt x="456" y="13"/>
                </a:cubicBezTo>
                <a:cubicBezTo>
                  <a:pt x="456" y="12"/>
                  <a:pt x="457" y="12"/>
                  <a:pt x="457" y="12"/>
                </a:cubicBezTo>
                <a:lnTo>
                  <a:pt x="457" y="9"/>
                </a:lnTo>
                <a:lnTo>
                  <a:pt x="454" y="9"/>
                </a:lnTo>
                <a:close/>
              </a:path>
              <a:path w="471" h="15">
                <a:moveTo>
                  <a:pt x="464" y="15"/>
                </a:moveTo>
                <a:lnTo>
                  <a:pt x="464" y="9"/>
                </a:lnTo>
                <a:lnTo>
                  <a:pt x="460" y="0"/>
                </a:lnTo>
                <a:lnTo>
                  <a:pt x="462" y="0"/>
                </a:lnTo>
                <a:lnTo>
                  <a:pt x="464" y="5"/>
                </a:lnTo>
                <a:cubicBezTo>
                  <a:pt x="465" y="5"/>
                  <a:pt x="465" y="6"/>
                  <a:pt x="465" y="7"/>
                </a:cubicBezTo>
                <a:cubicBezTo>
                  <a:pt x="466" y="6"/>
                  <a:pt x="466" y="5"/>
                  <a:pt x="467" y="5"/>
                </a:cubicBezTo>
                <a:lnTo>
                  <a:pt x="469" y="0"/>
                </a:lnTo>
                <a:lnTo>
                  <a:pt x="471" y="0"/>
                </a:lnTo>
                <a:lnTo>
                  <a:pt x="466" y="9"/>
                </a:lnTo>
                <a:lnTo>
                  <a:pt x="466" y="15"/>
                </a:lnTo>
                <a:lnTo>
                  <a:pt x="464" y="1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pic>
        <p:nvPicPr>
          <p:cNvPr id="20" name="图片 2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3251" y="124632"/>
            <a:ext cx="627347" cy="471145"/>
          </a:xfrm>
          <a:prstGeom prst="rect">
            <a:avLst/>
          </a:prstGeom>
          <a:ln>
            <a:noFill/>
          </a:ln>
        </p:spPr>
      </p:pic>
      <p:sp>
        <p:nvSpPr>
          <p:cNvPr id="21" name="分隔线"/>
          <p:cNvSpPr/>
          <p:nvPr/>
        </p:nvSpPr>
        <p:spPr>
          <a:xfrm>
            <a:off x="457200" y="896112"/>
            <a:ext cx="11228832" cy="36576"/>
          </a:xfrm>
          <a:prstGeom prst="rect">
            <a:avLst/>
          </a:prstGeom>
          <a:solidFill>
            <a:srgbClr val="00A4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关键信息条"/>
          <p:cNvSpPr/>
          <p:nvPr/>
        </p:nvSpPr>
        <p:spPr>
          <a:xfrm>
            <a:off x="502920" y="1024128"/>
            <a:ext cx="11183112" cy="45720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关键信息"/>
          <p:cNvSpPr txBox="1"/>
          <p:nvPr/>
        </p:nvSpPr>
        <p:spPr>
          <a:xfrm>
            <a:off x="685800" y="1024128"/>
            <a:ext cx="10817352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600" b="1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感谢两家医院前期在数据整理与提供方面的支持；建议按对研究的影响分批确认。</a:t>
            </a:r>
            <a:endParaRPr lang="zh-CN" altLang="en-US" sz="1600" b="1" i="0">
              <a:solidFill>
                <a:srgbClr val="1137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结论框"/>
          <p:cNvSpPr/>
          <p:nvPr/>
        </p:nvSpPr>
        <p:spPr>
          <a:xfrm>
            <a:off x="502920" y="5870448"/>
            <a:ext cx="11183112" cy="420624"/>
          </a:xfrm>
          <a:prstGeom prst="rect">
            <a:avLst/>
          </a:prstGeom>
          <a:solidFill>
            <a:srgbClr val="FCEF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结论"/>
          <p:cNvSpPr txBox="1"/>
          <p:nvPr/>
        </p:nvSpPr>
        <p:spPr>
          <a:xfrm>
            <a:off x="685800" y="5870448"/>
            <a:ext cx="10817352" cy="420624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500" b="1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核实完成后共同形成：</a:t>
            </a:r>
            <a:r>
              <a:rPr lang="zh-CN" altLang="en-US" sz="1500" b="0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最终字段字典 · 冻结版 CDM · 统一结局标签 · 可复现的实验数据。</a:t>
            </a:r>
            <a:endParaRPr lang="zh-CN" altLang="en-US" sz="1500" b="0" i="0">
              <a:solidFill>
                <a:srgbClr val="1137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页脚"/>
          <p:cNvSpPr txBox="1"/>
          <p:nvPr/>
        </p:nvSpPr>
        <p:spPr>
          <a:xfrm>
            <a:off x="502920" y="6455664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050" b="0" i="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老年流感多中心数据对齐与研究协作汇报</a:t>
            </a:r>
            <a:endParaRPr lang="zh-CN" altLang="en-US" sz="1050" b="0" i="0">
              <a:solidFill>
                <a:srgbClr val="646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页码"/>
          <p:cNvSpPr txBox="1"/>
          <p:nvPr/>
        </p:nvSpPr>
        <p:spPr>
          <a:xfrm>
            <a:off x="10680192" y="6455664"/>
            <a:ext cx="100584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fld id="{5F0E8528-9B55-49A8-877A-BF4B49A80868}" type="slidenum">
              <a:rPr lang="zh-CN" sz="105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fld>
            <a:endParaRPr lang="zh-CN" sz="1050">
              <a:solidFill>
                <a:srgbClr val="646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502920" y="1645920"/>
          <a:ext cx="11183112" cy="39136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91640"/>
                <a:gridCol w="1600200"/>
                <a:gridCol w="6382512"/>
                <a:gridCol w="1508760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400" b="1" i="0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批次</a:t>
                      </a:r>
                      <a:endParaRPr lang="zh-CN" altLang="en-US" sz="1400" b="1" i="0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F4E9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400" b="1" i="0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事项</a:t>
                      </a:r>
                      <a:endParaRPr lang="zh-CN" altLang="en-US" sz="1400" b="1" i="0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F4E9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400" b="1" i="0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具体内容</a:t>
                      </a:r>
                      <a:endParaRPr lang="zh-CN" altLang="en-US" sz="1400" b="1" i="0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F4E9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400" b="1" i="0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主要涉及</a:t>
                      </a:r>
                      <a:endParaRPr lang="zh-CN" altLang="en-US" sz="1400" b="1" i="0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F4E94"/>
                    </a:solidFill>
                  </a:tcPr>
                </a:tc>
              </a:tr>
              <a:tr h="502920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500" b="1" i="0">
                          <a:solidFill>
                            <a:srgbClr val="1F4E94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第一批</a:t>
                      </a:r>
                      <a:endParaRPr lang="zh-CN" altLang="en-US" sz="1500" b="1" i="0">
                        <a:solidFill>
                          <a:srgbClr val="1F4E94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  <a:p>
                      <a:pPr algn="ct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150" b="0" i="0">
                          <a:solidFill>
                            <a:srgbClr val="646E7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决定主要结局</a:t>
                      </a:r>
                      <a:endParaRPr lang="zh-CN" altLang="en-US" sz="1150" b="0" i="0">
                        <a:solidFill>
                          <a:srgbClr val="646E7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DCE7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300" b="1" i="0">
                          <a:solidFill>
                            <a:srgbClr val="11376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① 转重定义</a:t>
                      </a:r>
                      <a:endParaRPr lang="zh-CN" altLang="en-US" sz="1300" b="1" i="0">
                        <a:solidFill>
                          <a:srgbClr val="11376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300" b="0" i="0">
                          <a:solidFill>
                            <a:srgbClr val="2731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观察起点是否已重症、首次转重时间、转重后恢复的病例、未转重组</a:t>
                      </a:r>
                      <a:endParaRPr lang="zh-CN" altLang="en-US" sz="1300" b="0" i="0">
                        <a:solidFill>
                          <a:srgbClr val="2731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300" b="1" i="0">
                          <a:solidFill>
                            <a:srgbClr val="4075BE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两院</a:t>
                      </a:r>
                      <a:endParaRPr lang="zh-CN" altLang="en-US" sz="1300" b="1" i="0">
                        <a:solidFill>
                          <a:srgbClr val="4075BE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 vMerge="1"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300" b="1" i="0">
                          <a:solidFill>
                            <a:srgbClr val="11376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② 时间锚点</a:t>
                      </a:r>
                      <a:endParaRPr lang="zh-CN" altLang="en-US" sz="1300" b="1" i="0">
                        <a:solidFill>
                          <a:srgbClr val="11376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300" b="0" i="0">
                          <a:solidFill>
                            <a:srgbClr val="2731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真实入出院时间（最好到分钟）、流感检测时间、关键治疗开始时间</a:t>
                      </a:r>
                      <a:endParaRPr lang="zh-CN" altLang="en-US" sz="1300" b="0" i="0">
                        <a:solidFill>
                          <a:srgbClr val="2731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300" b="1" i="0">
                          <a:solidFill>
                            <a:srgbClr val="4075BE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两院（GD 为主）</a:t>
                      </a:r>
                      <a:endParaRPr lang="zh-CN" altLang="en-US" sz="1300" b="1" i="0">
                        <a:solidFill>
                          <a:srgbClr val="4075BE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500" b="1" i="0">
                          <a:solidFill>
                            <a:srgbClr val="1F4E94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第二批</a:t>
                      </a:r>
                      <a:endParaRPr lang="zh-CN" altLang="en-US" sz="1500" b="1" i="0">
                        <a:solidFill>
                          <a:srgbClr val="1F4E94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  <a:p>
                      <a:pPr algn="ct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150" b="0" i="0">
                          <a:solidFill>
                            <a:srgbClr val="646E7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决定两院可比性</a:t>
                      </a:r>
                      <a:endParaRPr lang="zh-CN" altLang="en-US" sz="1150" b="0" i="0">
                        <a:solidFill>
                          <a:srgbClr val="646E7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DCE7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300" b="1" i="0">
                          <a:solidFill>
                            <a:srgbClr val="11376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③ 单位与方法</a:t>
                      </a:r>
                      <a:endParaRPr lang="zh-CN" altLang="en-US" sz="1300" b="1" i="0">
                        <a:solidFill>
                          <a:srgbClr val="11376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300" b="0" i="0">
                          <a:solidFill>
                            <a:srgbClr val="2731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D-二聚体 FEU / DDU；IL-6、铁蛋白的单位与检测方法</a:t>
                      </a:r>
                      <a:endParaRPr lang="zh-CN" altLang="en-US" sz="1300" b="0" i="0">
                        <a:solidFill>
                          <a:srgbClr val="2731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300" b="1" i="0">
                          <a:solidFill>
                            <a:srgbClr val="4075BE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GD</a:t>
                      </a:r>
                      <a:endParaRPr lang="zh-CN" altLang="en-US" sz="1300" b="1" i="0">
                        <a:solidFill>
                          <a:srgbClr val="4075BE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4">
                <a:tc vMerge="1"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300" b="1" i="0">
                          <a:solidFill>
                            <a:srgbClr val="11376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④ 字段字典</a:t>
                      </a:r>
                      <a:endParaRPr lang="zh-CN" altLang="en-US" sz="1300" b="1" i="0">
                        <a:solidFill>
                          <a:srgbClr val="11376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300" b="0" i="0">
                          <a:solidFill>
                            <a:srgbClr val="2731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TRT009 表头；判定依据 1–4；急性肾损伤判定标准</a:t>
                      </a:r>
                      <a:br>
                        <a:rPr lang="zh-CN" sz="130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</a:br>
                      <a:r>
                        <a:rPr lang="zh-CN" altLang="en-US" sz="1300" b="0" i="0">
                          <a:solidFill>
                            <a:srgbClr val="2731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呼吸机（OUT003）与无创 / 有创通气（TRT006 / 007）的关系</a:t>
                      </a:r>
                      <a:endParaRPr lang="zh-CN" altLang="en-US" sz="1300" b="0" i="0">
                        <a:solidFill>
                          <a:srgbClr val="2731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300" b="1" i="0">
                          <a:solidFill>
                            <a:srgbClr val="4075BE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GD</a:t>
                      </a:r>
                      <a:endParaRPr lang="zh-CN" altLang="en-US" sz="1300" b="1" i="0">
                        <a:solidFill>
                          <a:srgbClr val="4075BE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 vMerge="1"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300" b="1" i="0">
                          <a:solidFill>
                            <a:srgbClr val="11376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⑤ 文本规则</a:t>
                      </a:r>
                      <a:endParaRPr lang="zh-CN" altLang="en-US" sz="1300" b="1" i="0">
                        <a:solidFill>
                          <a:srgbClr val="11376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300" b="0" i="0">
                          <a:solidFill>
                            <a:srgbClr val="2731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症状 / 治疗的“有、明确无、未提及”判定；术语词表与否定规则</a:t>
                      </a:r>
                      <a:endParaRPr lang="zh-CN" altLang="en-US" sz="1300" b="0" i="0">
                        <a:solidFill>
                          <a:srgbClr val="2731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300" b="1" i="0">
                          <a:solidFill>
                            <a:srgbClr val="4075BE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GAM</a:t>
                      </a:r>
                      <a:endParaRPr lang="zh-CN" altLang="en-US" sz="1300" b="1" i="0">
                        <a:solidFill>
                          <a:srgbClr val="4075BE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500" b="1" i="0">
                          <a:solidFill>
                            <a:srgbClr val="1F4E94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持续推进</a:t>
                      </a:r>
                      <a:endParaRPr lang="zh-CN" altLang="en-US" sz="1500" b="1" i="0">
                        <a:solidFill>
                          <a:srgbClr val="1F4E94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  <a:p>
                      <a:pPr algn="ct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150" b="0" i="0">
                          <a:solidFill>
                            <a:srgbClr val="646E7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样本与规范</a:t>
                      </a:r>
                      <a:endParaRPr lang="zh-CN" altLang="en-US" sz="1150" b="0" i="0">
                        <a:solidFill>
                          <a:srgbClr val="646E7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DCE7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300" b="1" i="0">
                          <a:solidFill>
                            <a:srgbClr val="11376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⑥ 补充病例</a:t>
                      </a:r>
                      <a:endParaRPr lang="zh-CN" altLang="en-US" sz="1300" b="1" i="0">
                        <a:solidFill>
                          <a:srgbClr val="11376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300" b="0" i="0">
                          <a:solidFill>
                            <a:srgbClr val="2731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有明确事件时间的转重病例、明确未转重病例</a:t>
                      </a:r>
                      <a:endParaRPr lang="zh-CN" altLang="en-US" sz="1300" b="0" i="0">
                        <a:solidFill>
                          <a:srgbClr val="2731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300" b="1" i="0">
                          <a:solidFill>
                            <a:srgbClr val="4075BE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两院</a:t>
                      </a:r>
                      <a:endParaRPr lang="zh-CN" altLang="en-US" sz="1300" b="1" i="0">
                        <a:solidFill>
                          <a:srgbClr val="4075BE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 vMerge="1"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300" b="1" i="0">
                          <a:solidFill>
                            <a:srgbClr val="11376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⑦ 导出规范</a:t>
                      </a:r>
                      <a:endParaRPr lang="zh-CN" altLang="en-US" sz="1300" b="1" i="0">
                        <a:solidFill>
                          <a:srgbClr val="11376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300" b="0" i="0">
                          <a:solidFill>
                            <a:srgbClr val="2731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每行填写病案号、按文字格式保留前导零；说明空白格是“阴性”还是“未评估”</a:t>
                      </a:r>
                      <a:endParaRPr lang="zh-CN" altLang="en-US" sz="1300" b="0" i="0">
                        <a:solidFill>
                          <a:srgbClr val="2731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300" b="1" i="0">
                          <a:solidFill>
                            <a:srgbClr val="4075BE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GD</a:t>
                      </a:r>
                      <a:endParaRPr lang="zh-CN" altLang="en-US" sz="1300" b="1" i="0">
                        <a:solidFill>
                          <a:srgbClr val="4075BE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E6F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7"/>
          <p:cNvSpPr>
            <a:spLocks noGrp="1"/>
          </p:cNvSpPr>
          <p:nvPr/>
        </p:nvSpPr>
        <p:spPr>
          <a:xfrm>
            <a:off x="9971521" y="467514"/>
            <a:ext cx="180331" cy="6350"/>
          </a:xfrm>
          <a:prstGeom prst="rect">
            <a:avLst/>
          </a:prstGeom>
          <a:solidFill>
            <a:srgbClr val="005A9F"/>
          </a:solidFill>
          <a:ln>
            <a:noFill/>
          </a:ln>
        </p:spPr>
      </p:sp>
      <p:sp>
        <p:nvSpPr>
          <p:cNvPr id="3" name="Freeform 8"/>
          <p:cNvSpPr>
            <a:spLocks noGrp="1"/>
          </p:cNvSpPr>
          <p:nvPr/>
        </p:nvSpPr>
        <p:spPr>
          <a:xfrm>
            <a:off x="9862306" y="238926"/>
            <a:ext cx="400029" cy="256527"/>
          </a:xfrm>
          <a:custGeom>
            <a:avLst/>
            <a:gdLst/>
            <a:ahLst/>
            <a:cxnLst/>
            <a:rect l="l" t="t" r="r" b="b"/>
            <a:pathLst>
              <a:path w="259" h="165">
                <a:moveTo>
                  <a:pt x="129" y="4"/>
                </a:moveTo>
                <a:cubicBezTo>
                  <a:pt x="198" y="4"/>
                  <a:pt x="255" y="39"/>
                  <a:pt x="255" y="83"/>
                </a:cubicBezTo>
                <a:cubicBezTo>
                  <a:pt x="255" y="126"/>
                  <a:pt x="198" y="161"/>
                  <a:pt x="129" y="161"/>
                </a:cubicBezTo>
                <a:cubicBezTo>
                  <a:pt x="61" y="161"/>
                  <a:pt x="4" y="126"/>
                  <a:pt x="4" y="83"/>
                </a:cubicBezTo>
                <a:cubicBezTo>
                  <a:pt x="4" y="39"/>
                  <a:pt x="61" y="4"/>
                  <a:pt x="129" y="4"/>
                </a:cubicBezTo>
                <a:close/>
                <a:moveTo>
                  <a:pt x="129" y="0"/>
                </a:moveTo>
                <a:cubicBezTo>
                  <a:pt x="201" y="0"/>
                  <a:pt x="259" y="37"/>
                  <a:pt x="259" y="83"/>
                </a:cubicBezTo>
                <a:cubicBezTo>
                  <a:pt x="259" y="128"/>
                  <a:pt x="201" y="165"/>
                  <a:pt x="129" y="165"/>
                </a:cubicBezTo>
                <a:cubicBezTo>
                  <a:pt x="58" y="165"/>
                  <a:pt x="0" y="128"/>
                  <a:pt x="0" y="83"/>
                </a:cubicBezTo>
                <a:cubicBezTo>
                  <a:pt x="0" y="37"/>
                  <a:pt x="58" y="0"/>
                  <a:pt x="129" y="0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4" name="Freeform 9"/>
          <p:cNvSpPr>
            <a:spLocks noGrp="1"/>
          </p:cNvSpPr>
          <p:nvPr/>
        </p:nvSpPr>
        <p:spPr>
          <a:xfrm>
            <a:off x="9899134" y="238926"/>
            <a:ext cx="326373" cy="256527"/>
          </a:xfrm>
          <a:custGeom>
            <a:avLst/>
            <a:gdLst/>
            <a:ahLst/>
            <a:cxnLst/>
            <a:rect l="l" t="t" r="r" b="b"/>
            <a:pathLst>
              <a:path w="211" h="165">
                <a:moveTo>
                  <a:pt x="105" y="4"/>
                </a:moveTo>
                <a:cubicBezTo>
                  <a:pt x="161" y="4"/>
                  <a:pt x="207" y="39"/>
                  <a:pt x="207" y="83"/>
                </a:cubicBezTo>
                <a:cubicBezTo>
                  <a:pt x="207" y="126"/>
                  <a:pt x="161" y="161"/>
                  <a:pt x="105" y="161"/>
                </a:cubicBezTo>
                <a:cubicBezTo>
                  <a:pt x="50" y="161"/>
                  <a:pt x="4" y="126"/>
                  <a:pt x="4" y="83"/>
                </a:cubicBezTo>
                <a:cubicBezTo>
                  <a:pt x="4" y="39"/>
                  <a:pt x="50" y="4"/>
                  <a:pt x="105" y="4"/>
                </a:cubicBezTo>
                <a:close/>
                <a:moveTo>
                  <a:pt x="105" y="0"/>
                </a:moveTo>
                <a:cubicBezTo>
                  <a:pt x="163" y="0"/>
                  <a:pt x="211" y="37"/>
                  <a:pt x="211" y="83"/>
                </a:cubicBezTo>
                <a:cubicBezTo>
                  <a:pt x="211" y="128"/>
                  <a:pt x="163" y="165"/>
                  <a:pt x="105" y="165"/>
                </a:cubicBezTo>
                <a:cubicBezTo>
                  <a:pt x="48" y="165"/>
                  <a:pt x="0" y="128"/>
                  <a:pt x="0" y="83"/>
                </a:cubicBezTo>
                <a:cubicBezTo>
                  <a:pt x="0" y="37"/>
                  <a:pt x="48" y="0"/>
                  <a:pt x="105" y="0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5" name="Freeform 10"/>
          <p:cNvSpPr>
            <a:spLocks noGrp="1"/>
          </p:cNvSpPr>
          <p:nvPr/>
        </p:nvSpPr>
        <p:spPr>
          <a:xfrm>
            <a:off x="9777221" y="157650"/>
            <a:ext cx="568930" cy="412729"/>
          </a:xfrm>
          <a:custGeom>
            <a:avLst/>
            <a:gdLst/>
            <a:ahLst/>
            <a:cxnLst/>
            <a:rect l="l" t="t" r="r" b="b"/>
            <a:pathLst>
              <a:path w="368" h="265">
                <a:moveTo>
                  <a:pt x="184" y="0"/>
                </a:moveTo>
                <a:cubicBezTo>
                  <a:pt x="286" y="0"/>
                  <a:pt x="368" y="60"/>
                  <a:pt x="368" y="133"/>
                </a:cubicBezTo>
                <a:cubicBezTo>
                  <a:pt x="368" y="206"/>
                  <a:pt x="286" y="265"/>
                  <a:pt x="184" y="265"/>
                </a:cubicBezTo>
                <a:cubicBezTo>
                  <a:pt x="83" y="265"/>
                  <a:pt x="0" y="206"/>
                  <a:pt x="0" y="133"/>
                </a:cubicBezTo>
                <a:cubicBezTo>
                  <a:pt x="0" y="60"/>
                  <a:pt x="83" y="0"/>
                  <a:pt x="184" y="0"/>
                </a:cubicBezTo>
                <a:close/>
                <a:moveTo>
                  <a:pt x="184" y="7"/>
                </a:moveTo>
                <a:cubicBezTo>
                  <a:pt x="280" y="7"/>
                  <a:pt x="359" y="64"/>
                  <a:pt x="359" y="133"/>
                </a:cubicBezTo>
                <a:cubicBezTo>
                  <a:pt x="359" y="202"/>
                  <a:pt x="280" y="258"/>
                  <a:pt x="184" y="258"/>
                </a:cubicBezTo>
                <a:cubicBezTo>
                  <a:pt x="88" y="258"/>
                  <a:pt x="9" y="202"/>
                  <a:pt x="9" y="133"/>
                </a:cubicBezTo>
                <a:cubicBezTo>
                  <a:pt x="9" y="64"/>
                  <a:pt x="88" y="7"/>
                  <a:pt x="184" y="7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6" name="Freeform 11"/>
          <p:cNvSpPr>
            <a:spLocks noGrp="1"/>
          </p:cNvSpPr>
          <p:nvPr/>
        </p:nvSpPr>
        <p:spPr>
          <a:xfrm>
            <a:off x="10007079" y="447195"/>
            <a:ext cx="107944" cy="17779"/>
          </a:xfrm>
          <a:custGeom>
            <a:avLst/>
            <a:gdLst/>
            <a:ahLst/>
            <a:cxnLst/>
            <a:rect l="l" t="t" r="r" b="b"/>
            <a:pathLst>
              <a:path w="70" h="11">
                <a:moveTo>
                  <a:pt x="0" y="0"/>
                </a:moveTo>
                <a:lnTo>
                  <a:pt x="1" y="0"/>
                </a:lnTo>
                <a:lnTo>
                  <a:pt x="2" y="6"/>
                </a:lnTo>
                <a:cubicBezTo>
                  <a:pt x="3" y="6"/>
                  <a:pt x="3" y="7"/>
                  <a:pt x="3" y="7"/>
                </a:cubicBezTo>
                <a:cubicBezTo>
                  <a:pt x="3" y="7"/>
                  <a:pt x="3" y="8"/>
                  <a:pt x="3" y="8"/>
                </a:cubicBezTo>
                <a:cubicBezTo>
                  <a:pt x="3" y="8"/>
                  <a:pt x="3" y="7"/>
                  <a:pt x="3" y="6"/>
                </a:cubicBezTo>
                <a:cubicBezTo>
                  <a:pt x="3" y="6"/>
                  <a:pt x="3" y="6"/>
                  <a:pt x="3" y="6"/>
                </a:cubicBezTo>
                <a:lnTo>
                  <a:pt x="4" y="0"/>
                </a:lnTo>
                <a:lnTo>
                  <a:pt x="5" y="0"/>
                </a:lnTo>
                <a:lnTo>
                  <a:pt x="7" y="6"/>
                </a:lnTo>
                <a:cubicBezTo>
                  <a:pt x="7" y="6"/>
                  <a:pt x="7" y="7"/>
                  <a:pt x="7" y="7"/>
                </a:cubicBezTo>
                <a:cubicBezTo>
                  <a:pt x="7" y="7"/>
                  <a:pt x="7" y="8"/>
                  <a:pt x="7" y="8"/>
                </a:cubicBezTo>
                <a:cubicBezTo>
                  <a:pt x="7" y="8"/>
                  <a:pt x="7" y="7"/>
                  <a:pt x="7" y="7"/>
                </a:cubicBezTo>
                <a:cubicBezTo>
                  <a:pt x="7" y="7"/>
                  <a:pt x="7" y="6"/>
                  <a:pt x="7" y="6"/>
                </a:cubicBezTo>
                <a:lnTo>
                  <a:pt x="8" y="0"/>
                </a:lnTo>
                <a:lnTo>
                  <a:pt x="10" y="0"/>
                </a:lnTo>
                <a:lnTo>
                  <a:pt x="7" y="10"/>
                </a:lnTo>
                <a:lnTo>
                  <a:pt x="6" y="10"/>
                </a:lnTo>
                <a:lnTo>
                  <a:pt x="5" y="5"/>
                </a:lnTo>
                <a:cubicBezTo>
                  <a:pt x="5" y="4"/>
                  <a:pt x="5" y="4"/>
                  <a:pt x="5" y="4"/>
                </a:cubicBezTo>
                <a:cubicBezTo>
                  <a:pt x="5" y="3"/>
                  <a:pt x="5" y="3"/>
                  <a:pt x="5" y="2"/>
                </a:cubicBezTo>
                <a:cubicBezTo>
                  <a:pt x="5" y="3"/>
                  <a:pt x="5" y="3"/>
                  <a:pt x="5" y="4"/>
                </a:cubicBezTo>
                <a:cubicBezTo>
                  <a:pt x="5" y="4"/>
                  <a:pt x="5" y="4"/>
                  <a:pt x="4" y="5"/>
                </a:cubicBezTo>
                <a:lnTo>
                  <a:pt x="3" y="10"/>
                </a:lnTo>
                <a:lnTo>
                  <a:pt x="2" y="10"/>
                </a:lnTo>
                <a:lnTo>
                  <a:pt x="0" y="0"/>
                </a:lnTo>
                <a:close/>
              </a:path>
              <a:path w="70" h="11">
                <a:moveTo>
                  <a:pt x="10" y="0"/>
                </a:moveTo>
                <a:lnTo>
                  <a:pt x="12" y="0"/>
                </a:lnTo>
                <a:lnTo>
                  <a:pt x="12" y="7"/>
                </a:lnTo>
                <a:cubicBezTo>
                  <a:pt x="12" y="8"/>
                  <a:pt x="12" y="8"/>
                  <a:pt x="12" y="9"/>
                </a:cubicBezTo>
                <a:cubicBezTo>
                  <a:pt x="12" y="9"/>
                  <a:pt x="13" y="9"/>
                  <a:pt x="13" y="9"/>
                </a:cubicBezTo>
                <a:cubicBezTo>
                  <a:pt x="14" y="9"/>
                  <a:pt x="14" y="9"/>
                  <a:pt x="15" y="9"/>
                </a:cubicBezTo>
                <a:cubicBezTo>
                  <a:pt x="15" y="8"/>
                  <a:pt x="15" y="8"/>
                  <a:pt x="15" y="7"/>
                </a:cubicBezTo>
                <a:lnTo>
                  <a:pt x="15" y="0"/>
                </a:lnTo>
                <a:lnTo>
                  <a:pt x="16" y="0"/>
                </a:lnTo>
                <a:lnTo>
                  <a:pt x="16" y="7"/>
                </a:lnTo>
                <a:cubicBezTo>
                  <a:pt x="16" y="8"/>
                  <a:pt x="16" y="9"/>
                  <a:pt x="15" y="10"/>
                </a:cubicBezTo>
                <a:cubicBezTo>
                  <a:pt x="15" y="10"/>
                  <a:pt x="14" y="11"/>
                  <a:pt x="13" y="11"/>
                </a:cubicBezTo>
                <a:cubicBezTo>
                  <a:pt x="12" y="11"/>
                  <a:pt x="12" y="10"/>
                  <a:pt x="11" y="10"/>
                </a:cubicBezTo>
                <a:cubicBezTo>
                  <a:pt x="11" y="9"/>
                  <a:pt x="10" y="8"/>
                  <a:pt x="10" y="7"/>
                </a:cubicBezTo>
                <a:lnTo>
                  <a:pt x="10" y="0"/>
                </a:lnTo>
                <a:close/>
              </a:path>
              <a:path w="70" h="11">
                <a:moveTo>
                  <a:pt x="18" y="0"/>
                </a:moveTo>
                <a:lnTo>
                  <a:pt x="19" y="0"/>
                </a:lnTo>
                <a:lnTo>
                  <a:pt x="19" y="4"/>
                </a:lnTo>
                <a:lnTo>
                  <a:pt x="22" y="4"/>
                </a:lnTo>
                <a:lnTo>
                  <a:pt x="22" y="0"/>
                </a:lnTo>
                <a:lnTo>
                  <a:pt x="23" y="0"/>
                </a:lnTo>
                <a:lnTo>
                  <a:pt x="23" y="10"/>
                </a:lnTo>
                <a:lnTo>
                  <a:pt x="22" y="10"/>
                </a:lnTo>
                <a:lnTo>
                  <a:pt x="22" y="6"/>
                </a:lnTo>
                <a:lnTo>
                  <a:pt x="19" y="6"/>
                </a:lnTo>
                <a:lnTo>
                  <a:pt x="19" y="10"/>
                </a:lnTo>
                <a:lnTo>
                  <a:pt x="18" y="10"/>
                </a:lnTo>
                <a:lnTo>
                  <a:pt x="18" y="0"/>
                </a:lnTo>
                <a:close/>
              </a:path>
              <a:path w="70" h="11">
                <a:moveTo>
                  <a:pt x="26" y="0"/>
                </a:moveTo>
                <a:lnTo>
                  <a:pt x="28" y="0"/>
                </a:lnTo>
                <a:lnTo>
                  <a:pt x="30" y="10"/>
                </a:lnTo>
                <a:lnTo>
                  <a:pt x="29" y="10"/>
                </a:lnTo>
                <a:lnTo>
                  <a:pt x="29" y="8"/>
                </a:lnTo>
                <a:lnTo>
                  <a:pt x="26" y="8"/>
                </a:lnTo>
                <a:lnTo>
                  <a:pt x="25" y="10"/>
                </a:lnTo>
                <a:lnTo>
                  <a:pt x="24" y="10"/>
                </a:lnTo>
                <a:lnTo>
                  <a:pt x="26" y="0"/>
                </a:lnTo>
                <a:close/>
                <a:moveTo>
                  <a:pt x="27" y="1"/>
                </a:moveTo>
                <a:lnTo>
                  <a:pt x="26" y="6"/>
                </a:lnTo>
                <a:lnTo>
                  <a:pt x="28" y="6"/>
                </a:lnTo>
                <a:lnTo>
                  <a:pt x="27" y="1"/>
                </a:lnTo>
                <a:close/>
              </a:path>
              <a:path w="70" h="11">
                <a:moveTo>
                  <a:pt x="31" y="0"/>
                </a:moveTo>
                <a:lnTo>
                  <a:pt x="32" y="0"/>
                </a:lnTo>
                <a:lnTo>
                  <a:pt x="35" y="6"/>
                </a:lnTo>
                <a:cubicBezTo>
                  <a:pt x="35" y="6"/>
                  <a:pt x="35" y="7"/>
                  <a:pt x="35" y="7"/>
                </a:cubicBezTo>
                <a:cubicBezTo>
                  <a:pt x="36" y="7"/>
                  <a:pt x="36" y="8"/>
                  <a:pt x="36" y="8"/>
                </a:cubicBezTo>
                <a:cubicBezTo>
                  <a:pt x="36" y="8"/>
                  <a:pt x="36" y="7"/>
                  <a:pt x="36" y="7"/>
                </a:cubicBezTo>
                <a:cubicBezTo>
                  <a:pt x="36" y="7"/>
                  <a:pt x="36" y="6"/>
                  <a:pt x="36" y="6"/>
                </a:cubicBezTo>
                <a:lnTo>
                  <a:pt x="36" y="0"/>
                </a:lnTo>
                <a:lnTo>
                  <a:pt x="37" y="0"/>
                </a:lnTo>
                <a:lnTo>
                  <a:pt x="37" y="10"/>
                </a:lnTo>
                <a:lnTo>
                  <a:pt x="36" y="10"/>
                </a:lnTo>
                <a:lnTo>
                  <a:pt x="33" y="4"/>
                </a:lnTo>
                <a:cubicBezTo>
                  <a:pt x="33" y="4"/>
                  <a:pt x="33" y="4"/>
                  <a:pt x="33" y="3"/>
                </a:cubicBezTo>
                <a:cubicBezTo>
                  <a:pt x="32" y="3"/>
                  <a:pt x="32" y="2"/>
                  <a:pt x="32" y="2"/>
                </a:cubicBezTo>
                <a:cubicBezTo>
                  <a:pt x="32" y="2"/>
                  <a:pt x="32" y="2"/>
                  <a:pt x="32" y="3"/>
                </a:cubicBezTo>
                <a:cubicBezTo>
                  <a:pt x="32" y="3"/>
                  <a:pt x="32" y="4"/>
                  <a:pt x="32" y="4"/>
                </a:cubicBezTo>
                <a:lnTo>
                  <a:pt x="32" y="10"/>
                </a:lnTo>
                <a:lnTo>
                  <a:pt x="31" y="10"/>
                </a:lnTo>
                <a:lnTo>
                  <a:pt x="31" y="0"/>
                </a:lnTo>
                <a:close/>
              </a:path>
              <a:path w="70" h="11">
                <a:moveTo>
                  <a:pt x="46" y="3"/>
                </a:moveTo>
                <a:lnTo>
                  <a:pt x="45" y="3"/>
                </a:lnTo>
                <a:cubicBezTo>
                  <a:pt x="45" y="3"/>
                  <a:pt x="45" y="2"/>
                  <a:pt x="44" y="2"/>
                </a:cubicBezTo>
                <a:cubicBezTo>
                  <a:pt x="44" y="1"/>
                  <a:pt x="44" y="1"/>
                  <a:pt x="43" y="1"/>
                </a:cubicBezTo>
                <a:cubicBezTo>
                  <a:pt x="43" y="1"/>
                  <a:pt x="42" y="2"/>
                  <a:pt x="42" y="2"/>
                </a:cubicBezTo>
                <a:cubicBezTo>
                  <a:pt x="42" y="3"/>
                  <a:pt x="42" y="4"/>
                  <a:pt x="42" y="5"/>
                </a:cubicBezTo>
                <a:cubicBezTo>
                  <a:pt x="42" y="7"/>
                  <a:pt x="42" y="8"/>
                  <a:pt x="42" y="8"/>
                </a:cubicBezTo>
                <a:cubicBezTo>
                  <a:pt x="42" y="9"/>
                  <a:pt x="43" y="9"/>
                  <a:pt x="43" y="9"/>
                </a:cubicBezTo>
                <a:cubicBezTo>
                  <a:pt x="44" y="9"/>
                  <a:pt x="44" y="9"/>
                  <a:pt x="45" y="9"/>
                </a:cubicBezTo>
                <a:cubicBezTo>
                  <a:pt x="45" y="8"/>
                  <a:pt x="45" y="8"/>
                  <a:pt x="45" y="7"/>
                </a:cubicBezTo>
                <a:lnTo>
                  <a:pt x="46" y="8"/>
                </a:lnTo>
                <a:cubicBezTo>
                  <a:pt x="46" y="9"/>
                  <a:pt x="46" y="9"/>
                  <a:pt x="45" y="10"/>
                </a:cubicBezTo>
                <a:cubicBezTo>
                  <a:pt x="45" y="10"/>
                  <a:pt x="44" y="11"/>
                  <a:pt x="43" y="11"/>
                </a:cubicBezTo>
                <a:cubicBezTo>
                  <a:pt x="42" y="11"/>
                  <a:pt x="42" y="10"/>
                  <a:pt x="41" y="9"/>
                </a:cubicBezTo>
                <a:cubicBezTo>
                  <a:pt x="41" y="8"/>
                  <a:pt x="40" y="7"/>
                  <a:pt x="40" y="5"/>
                </a:cubicBezTo>
                <a:cubicBezTo>
                  <a:pt x="40" y="4"/>
                  <a:pt x="41" y="2"/>
                  <a:pt x="41" y="1"/>
                </a:cubicBezTo>
                <a:cubicBezTo>
                  <a:pt x="42" y="0"/>
                  <a:pt x="43" y="0"/>
                  <a:pt x="43" y="0"/>
                </a:cubicBezTo>
                <a:cubicBezTo>
                  <a:pt x="44" y="0"/>
                  <a:pt x="45" y="0"/>
                  <a:pt x="45" y="1"/>
                </a:cubicBezTo>
                <a:cubicBezTo>
                  <a:pt x="46" y="1"/>
                  <a:pt x="46" y="2"/>
                  <a:pt x="46" y="3"/>
                </a:cubicBezTo>
                <a:close/>
              </a:path>
              <a:path w="70" h="11">
                <a:moveTo>
                  <a:pt x="47" y="0"/>
                </a:moveTo>
                <a:lnTo>
                  <a:pt x="48" y="0"/>
                </a:lnTo>
                <a:lnTo>
                  <a:pt x="48" y="4"/>
                </a:lnTo>
                <a:lnTo>
                  <a:pt x="52" y="4"/>
                </a:lnTo>
                <a:lnTo>
                  <a:pt x="52" y="0"/>
                </a:lnTo>
                <a:lnTo>
                  <a:pt x="53" y="0"/>
                </a:lnTo>
                <a:lnTo>
                  <a:pt x="53" y="10"/>
                </a:lnTo>
                <a:lnTo>
                  <a:pt x="52" y="10"/>
                </a:lnTo>
                <a:lnTo>
                  <a:pt x="52" y="6"/>
                </a:lnTo>
                <a:lnTo>
                  <a:pt x="48" y="6"/>
                </a:lnTo>
                <a:lnTo>
                  <a:pt x="48" y="10"/>
                </a:lnTo>
                <a:lnTo>
                  <a:pt x="47" y="10"/>
                </a:lnTo>
                <a:lnTo>
                  <a:pt x="47" y="0"/>
                </a:lnTo>
                <a:close/>
              </a:path>
              <a:path w="70" h="11">
                <a:moveTo>
                  <a:pt x="55" y="0"/>
                </a:moveTo>
                <a:lnTo>
                  <a:pt x="56" y="0"/>
                </a:lnTo>
                <a:lnTo>
                  <a:pt x="56" y="10"/>
                </a:lnTo>
                <a:lnTo>
                  <a:pt x="55" y="10"/>
                </a:lnTo>
                <a:lnTo>
                  <a:pt x="55" y="0"/>
                </a:lnTo>
                <a:close/>
              </a:path>
              <a:path w="70" h="11">
                <a:moveTo>
                  <a:pt x="57" y="0"/>
                </a:moveTo>
                <a:lnTo>
                  <a:pt x="59" y="0"/>
                </a:lnTo>
                <a:lnTo>
                  <a:pt x="61" y="6"/>
                </a:lnTo>
                <a:cubicBezTo>
                  <a:pt x="61" y="6"/>
                  <a:pt x="61" y="7"/>
                  <a:pt x="62" y="7"/>
                </a:cubicBezTo>
                <a:cubicBezTo>
                  <a:pt x="62" y="7"/>
                  <a:pt x="62" y="8"/>
                  <a:pt x="62" y="8"/>
                </a:cubicBezTo>
                <a:cubicBezTo>
                  <a:pt x="62" y="8"/>
                  <a:pt x="62" y="7"/>
                  <a:pt x="62" y="7"/>
                </a:cubicBezTo>
                <a:cubicBezTo>
                  <a:pt x="62" y="7"/>
                  <a:pt x="62" y="6"/>
                  <a:pt x="62" y="6"/>
                </a:cubicBezTo>
                <a:lnTo>
                  <a:pt x="62" y="0"/>
                </a:lnTo>
                <a:lnTo>
                  <a:pt x="63" y="0"/>
                </a:lnTo>
                <a:lnTo>
                  <a:pt x="63" y="10"/>
                </a:lnTo>
                <a:lnTo>
                  <a:pt x="62" y="10"/>
                </a:lnTo>
                <a:lnTo>
                  <a:pt x="59" y="4"/>
                </a:lnTo>
                <a:cubicBezTo>
                  <a:pt x="59" y="4"/>
                  <a:pt x="59" y="4"/>
                  <a:pt x="59" y="3"/>
                </a:cubicBezTo>
                <a:cubicBezTo>
                  <a:pt x="59" y="3"/>
                  <a:pt x="59" y="2"/>
                  <a:pt x="58" y="2"/>
                </a:cubicBezTo>
                <a:cubicBezTo>
                  <a:pt x="58" y="2"/>
                  <a:pt x="58" y="2"/>
                  <a:pt x="58" y="3"/>
                </a:cubicBezTo>
                <a:cubicBezTo>
                  <a:pt x="58" y="3"/>
                  <a:pt x="58" y="4"/>
                  <a:pt x="58" y="4"/>
                </a:cubicBezTo>
                <a:lnTo>
                  <a:pt x="58" y="10"/>
                </a:lnTo>
                <a:lnTo>
                  <a:pt x="57" y="10"/>
                </a:lnTo>
                <a:lnTo>
                  <a:pt x="57" y="0"/>
                </a:lnTo>
                <a:close/>
              </a:path>
              <a:path w="70" h="11">
                <a:moveTo>
                  <a:pt x="66" y="0"/>
                </a:moveTo>
                <a:lnTo>
                  <a:pt x="68" y="0"/>
                </a:lnTo>
                <a:lnTo>
                  <a:pt x="70" y="10"/>
                </a:lnTo>
                <a:lnTo>
                  <a:pt x="69" y="10"/>
                </a:lnTo>
                <a:lnTo>
                  <a:pt x="68" y="8"/>
                </a:lnTo>
                <a:lnTo>
                  <a:pt x="66" y="8"/>
                </a:lnTo>
                <a:lnTo>
                  <a:pt x="65" y="10"/>
                </a:lnTo>
                <a:lnTo>
                  <a:pt x="64" y="10"/>
                </a:lnTo>
                <a:lnTo>
                  <a:pt x="66" y="0"/>
                </a:lnTo>
                <a:close/>
                <a:moveTo>
                  <a:pt x="67" y="1"/>
                </a:moveTo>
                <a:lnTo>
                  <a:pt x="66" y="6"/>
                </a:lnTo>
                <a:lnTo>
                  <a:pt x="68" y="6"/>
                </a:lnTo>
                <a:lnTo>
                  <a:pt x="67" y="1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7" name="Freeform 12"/>
          <p:cNvSpPr>
            <a:spLocks noGrp="1"/>
          </p:cNvSpPr>
          <p:nvPr/>
        </p:nvSpPr>
        <p:spPr>
          <a:xfrm>
            <a:off x="9914374" y="411637"/>
            <a:ext cx="297165" cy="30478"/>
          </a:xfrm>
          <a:custGeom>
            <a:avLst/>
            <a:gdLst/>
            <a:ahLst/>
            <a:cxnLst/>
            <a:rect l="l" t="t" r="r" b="b"/>
            <a:pathLst>
              <a:path w="192" h="20">
                <a:moveTo>
                  <a:pt x="0" y="0"/>
                </a:moveTo>
                <a:lnTo>
                  <a:pt x="192" y="0"/>
                </a:lnTo>
                <a:cubicBezTo>
                  <a:pt x="189" y="7"/>
                  <a:pt x="184" y="13"/>
                  <a:pt x="177" y="20"/>
                </a:cubicBezTo>
                <a:lnTo>
                  <a:pt x="14" y="19"/>
                </a:lnTo>
                <a:cubicBezTo>
                  <a:pt x="7" y="15"/>
                  <a:pt x="3" y="8"/>
                  <a:pt x="0" y="0"/>
                </a:cubicBezTo>
                <a:close/>
                <a:moveTo>
                  <a:pt x="39" y="4"/>
                </a:moveTo>
                <a:cubicBezTo>
                  <a:pt x="39" y="4"/>
                  <a:pt x="39" y="5"/>
                  <a:pt x="38" y="5"/>
                </a:cubicBezTo>
                <a:cubicBezTo>
                  <a:pt x="38" y="5"/>
                  <a:pt x="38" y="5"/>
                  <a:pt x="38" y="6"/>
                </a:cubicBezTo>
                <a:cubicBezTo>
                  <a:pt x="38" y="7"/>
                  <a:pt x="38" y="7"/>
                  <a:pt x="38" y="8"/>
                </a:cubicBezTo>
                <a:cubicBezTo>
                  <a:pt x="38" y="8"/>
                  <a:pt x="38" y="9"/>
                  <a:pt x="38" y="9"/>
                </a:cubicBezTo>
                <a:cubicBezTo>
                  <a:pt x="38" y="10"/>
                  <a:pt x="38" y="11"/>
                  <a:pt x="38" y="12"/>
                </a:cubicBezTo>
                <a:lnTo>
                  <a:pt x="38" y="14"/>
                </a:lnTo>
                <a:cubicBezTo>
                  <a:pt x="38" y="15"/>
                  <a:pt x="38" y="16"/>
                  <a:pt x="38" y="17"/>
                </a:cubicBezTo>
                <a:cubicBezTo>
                  <a:pt x="38" y="17"/>
                  <a:pt x="38" y="17"/>
                  <a:pt x="38" y="17"/>
                </a:cubicBezTo>
                <a:cubicBezTo>
                  <a:pt x="38" y="17"/>
                  <a:pt x="38" y="17"/>
                  <a:pt x="38" y="17"/>
                </a:cubicBezTo>
                <a:cubicBezTo>
                  <a:pt x="38" y="17"/>
                  <a:pt x="38" y="17"/>
                  <a:pt x="37" y="17"/>
                </a:cubicBezTo>
                <a:cubicBezTo>
                  <a:pt x="37" y="17"/>
                  <a:pt x="36" y="17"/>
                  <a:pt x="36" y="17"/>
                </a:cubicBezTo>
                <a:cubicBezTo>
                  <a:pt x="35" y="16"/>
                  <a:pt x="35" y="16"/>
                  <a:pt x="35" y="16"/>
                </a:cubicBezTo>
                <a:cubicBezTo>
                  <a:pt x="34" y="16"/>
                  <a:pt x="34" y="16"/>
                  <a:pt x="34" y="16"/>
                </a:cubicBezTo>
                <a:cubicBezTo>
                  <a:pt x="34" y="16"/>
                  <a:pt x="34" y="15"/>
                  <a:pt x="34" y="15"/>
                </a:cubicBezTo>
                <a:cubicBezTo>
                  <a:pt x="34" y="15"/>
                  <a:pt x="34" y="15"/>
                  <a:pt x="34" y="15"/>
                </a:cubicBezTo>
                <a:cubicBezTo>
                  <a:pt x="35" y="15"/>
                  <a:pt x="35" y="15"/>
                  <a:pt x="36" y="15"/>
                </a:cubicBezTo>
                <a:cubicBezTo>
                  <a:pt x="36" y="15"/>
                  <a:pt x="36" y="15"/>
                  <a:pt x="36" y="15"/>
                </a:cubicBezTo>
                <a:cubicBezTo>
                  <a:pt x="37" y="15"/>
                  <a:pt x="37" y="15"/>
                  <a:pt x="37" y="15"/>
                </a:cubicBezTo>
                <a:cubicBezTo>
                  <a:pt x="37" y="15"/>
                  <a:pt x="37" y="15"/>
                  <a:pt x="37" y="14"/>
                </a:cubicBezTo>
                <a:cubicBezTo>
                  <a:pt x="37" y="14"/>
                  <a:pt x="37" y="13"/>
                  <a:pt x="37" y="12"/>
                </a:cubicBezTo>
                <a:cubicBezTo>
                  <a:pt x="36" y="11"/>
                  <a:pt x="36" y="10"/>
                  <a:pt x="36" y="8"/>
                </a:cubicBezTo>
                <a:lnTo>
                  <a:pt x="36" y="6"/>
                </a:lnTo>
                <a:cubicBezTo>
                  <a:pt x="36" y="5"/>
                  <a:pt x="36" y="5"/>
                  <a:pt x="36" y="5"/>
                </a:cubicBezTo>
                <a:cubicBezTo>
                  <a:pt x="35" y="5"/>
                  <a:pt x="35" y="5"/>
                  <a:pt x="35" y="5"/>
                </a:cubicBezTo>
                <a:cubicBezTo>
                  <a:pt x="34" y="5"/>
                  <a:pt x="34" y="5"/>
                  <a:pt x="34" y="6"/>
                </a:cubicBezTo>
                <a:cubicBezTo>
                  <a:pt x="34" y="6"/>
                  <a:pt x="34" y="6"/>
                  <a:pt x="34" y="6"/>
                </a:cubicBezTo>
                <a:cubicBezTo>
                  <a:pt x="34" y="7"/>
                  <a:pt x="34" y="7"/>
                  <a:pt x="34" y="7"/>
                </a:cubicBezTo>
                <a:cubicBezTo>
                  <a:pt x="35" y="7"/>
                  <a:pt x="35" y="7"/>
                  <a:pt x="35" y="7"/>
                </a:cubicBezTo>
                <a:cubicBezTo>
                  <a:pt x="35" y="7"/>
                  <a:pt x="35" y="7"/>
                  <a:pt x="35" y="7"/>
                </a:cubicBezTo>
                <a:cubicBezTo>
                  <a:pt x="36" y="7"/>
                  <a:pt x="36" y="7"/>
                  <a:pt x="36" y="7"/>
                </a:cubicBezTo>
                <a:cubicBezTo>
                  <a:pt x="36" y="7"/>
                  <a:pt x="36" y="7"/>
                  <a:pt x="35" y="7"/>
                </a:cubicBezTo>
                <a:cubicBezTo>
                  <a:pt x="35" y="7"/>
                  <a:pt x="35" y="8"/>
                  <a:pt x="35" y="8"/>
                </a:cubicBezTo>
                <a:cubicBezTo>
                  <a:pt x="34" y="8"/>
                  <a:pt x="34" y="8"/>
                  <a:pt x="34" y="8"/>
                </a:cubicBezTo>
                <a:cubicBezTo>
                  <a:pt x="34" y="8"/>
                  <a:pt x="34" y="9"/>
                  <a:pt x="34" y="9"/>
                </a:cubicBezTo>
                <a:cubicBezTo>
                  <a:pt x="34" y="9"/>
                  <a:pt x="34" y="9"/>
                  <a:pt x="34" y="9"/>
                </a:cubicBezTo>
                <a:cubicBezTo>
                  <a:pt x="34" y="9"/>
                  <a:pt x="34" y="9"/>
                  <a:pt x="34" y="9"/>
                </a:cubicBezTo>
                <a:cubicBezTo>
                  <a:pt x="34" y="9"/>
                  <a:pt x="35" y="9"/>
                  <a:pt x="35" y="9"/>
                </a:cubicBezTo>
                <a:cubicBezTo>
                  <a:pt x="35" y="9"/>
                  <a:pt x="35" y="9"/>
                  <a:pt x="35" y="9"/>
                </a:cubicBezTo>
                <a:cubicBezTo>
                  <a:pt x="36" y="9"/>
                  <a:pt x="36" y="9"/>
                  <a:pt x="36" y="9"/>
                </a:cubicBezTo>
                <a:cubicBezTo>
                  <a:pt x="36" y="9"/>
                  <a:pt x="36" y="10"/>
                  <a:pt x="36" y="10"/>
                </a:cubicBezTo>
                <a:cubicBezTo>
                  <a:pt x="36" y="10"/>
                  <a:pt x="36" y="10"/>
                  <a:pt x="36" y="10"/>
                </a:cubicBezTo>
                <a:cubicBezTo>
                  <a:pt x="36" y="10"/>
                  <a:pt x="35" y="10"/>
                  <a:pt x="35" y="11"/>
                </a:cubicBezTo>
                <a:cubicBezTo>
                  <a:pt x="35" y="11"/>
                  <a:pt x="35" y="11"/>
                  <a:pt x="34" y="11"/>
                </a:cubicBezTo>
                <a:cubicBezTo>
                  <a:pt x="34" y="11"/>
                  <a:pt x="33" y="12"/>
                  <a:pt x="33" y="12"/>
                </a:cubicBezTo>
                <a:cubicBezTo>
                  <a:pt x="33" y="12"/>
                  <a:pt x="33" y="12"/>
                  <a:pt x="33" y="12"/>
                </a:cubicBezTo>
                <a:cubicBezTo>
                  <a:pt x="32" y="13"/>
                  <a:pt x="32" y="14"/>
                  <a:pt x="32" y="14"/>
                </a:cubicBezTo>
                <a:cubicBezTo>
                  <a:pt x="32" y="14"/>
                  <a:pt x="32" y="15"/>
                  <a:pt x="32" y="15"/>
                </a:cubicBezTo>
                <a:cubicBezTo>
                  <a:pt x="32" y="15"/>
                  <a:pt x="32" y="15"/>
                  <a:pt x="32" y="15"/>
                </a:cubicBezTo>
                <a:cubicBezTo>
                  <a:pt x="32" y="15"/>
                  <a:pt x="32" y="16"/>
                  <a:pt x="31" y="16"/>
                </a:cubicBezTo>
                <a:cubicBezTo>
                  <a:pt x="31" y="16"/>
                  <a:pt x="31" y="16"/>
                  <a:pt x="30" y="16"/>
                </a:cubicBezTo>
                <a:cubicBezTo>
                  <a:pt x="30" y="16"/>
                  <a:pt x="30" y="16"/>
                  <a:pt x="29" y="16"/>
                </a:cubicBezTo>
                <a:cubicBezTo>
                  <a:pt x="29" y="16"/>
                  <a:pt x="29" y="16"/>
                  <a:pt x="29" y="16"/>
                </a:cubicBezTo>
                <a:cubicBezTo>
                  <a:pt x="29" y="16"/>
                  <a:pt x="29" y="16"/>
                  <a:pt x="29" y="16"/>
                </a:cubicBezTo>
                <a:cubicBezTo>
                  <a:pt x="30" y="15"/>
                  <a:pt x="30" y="15"/>
                  <a:pt x="31" y="15"/>
                </a:cubicBezTo>
                <a:cubicBezTo>
                  <a:pt x="31" y="15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0" y="14"/>
                  <a:pt x="29" y="13"/>
                  <a:pt x="29" y="13"/>
                </a:cubicBezTo>
                <a:cubicBezTo>
                  <a:pt x="28" y="13"/>
                  <a:pt x="28" y="12"/>
                  <a:pt x="28" y="12"/>
                </a:cubicBezTo>
                <a:cubicBezTo>
                  <a:pt x="28" y="12"/>
                  <a:pt x="28" y="12"/>
                  <a:pt x="28" y="12"/>
                </a:cubicBezTo>
                <a:cubicBezTo>
                  <a:pt x="28" y="12"/>
                  <a:pt x="28" y="12"/>
                  <a:pt x="28" y="12"/>
                </a:cubicBezTo>
                <a:cubicBezTo>
                  <a:pt x="29" y="13"/>
                  <a:pt x="29" y="13"/>
                  <a:pt x="30" y="13"/>
                </a:cubicBezTo>
                <a:cubicBezTo>
                  <a:pt x="30" y="13"/>
                  <a:pt x="30" y="13"/>
                  <a:pt x="30" y="12"/>
                </a:cubicBezTo>
                <a:lnTo>
                  <a:pt x="30" y="11"/>
                </a:lnTo>
                <a:cubicBezTo>
                  <a:pt x="30" y="11"/>
                  <a:pt x="30" y="11"/>
                  <a:pt x="30" y="11"/>
                </a:cubicBezTo>
                <a:cubicBezTo>
                  <a:pt x="30" y="11"/>
                  <a:pt x="30" y="11"/>
                  <a:pt x="29" y="11"/>
                </a:cubicBezTo>
                <a:cubicBezTo>
                  <a:pt x="29" y="11"/>
                  <a:pt x="29" y="12"/>
                  <a:pt x="28" y="12"/>
                </a:cubicBezTo>
                <a:cubicBezTo>
                  <a:pt x="28" y="12"/>
                  <a:pt x="28" y="13"/>
                  <a:pt x="27" y="13"/>
                </a:cubicBezTo>
                <a:cubicBezTo>
                  <a:pt x="27" y="14"/>
                  <a:pt x="26" y="14"/>
                  <a:pt x="26" y="14"/>
                </a:cubicBezTo>
                <a:cubicBezTo>
                  <a:pt x="26" y="14"/>
                  <a:pt x="26" y="14"/>
                  <a:pt x="26" y="14"/>
                </a:cubicBezTo>
                <a:cubicBezTo>
                  <a:pt x="26" y="14"/>
                  <a:pt x="25" y="14"/>
                  <a:pt x="25" y="14"/>
                </a:cubicBezTo>
                <a:cubicBezTo>
                  <a:pt x="25" y="14"/>
                  <a:pt x="25" y="13"/>
                  <a:pt x="25" y="13"/>
                </a:cubicBezTo>
                <a:cubicBezTo>
                  <a:pt x="25" y="13"/>
                  <a:pt x="25" y="13"/>
                  <a:pt x="25" y="13"/>
                </a:cubicBezTo>
                <a:cubicBezTo>
                  <a:pt x="25" y="13"/>
                  <a:pt x="26" y="13"/>
                  <a:pt x="26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12"/>
                  <a:pt x="27" y="12"/>
                  <a:pt x="27" y="11"/>
                </a:cubicBezTo>
                <a:cubicBezTo>
                  <a:pt x="26" y="10"/>
                  <a:pt x="26" y="9"/>
                  <a:pt x="26" y="9"/>
                </a:cubicBezTo>
                <a:lnTo>
                  <a:pt x="26" y="7"/>
                </a:lnTo>
                <a:lnTo>
                  <a:pt x="26" y="6"/>
                </a:lnTo>
                <a:cubicBezTo>
                  <a:pt x="26" y="6"/>
                  <a:pt x="27" y="6"/>
                  <a:pt x="27" y="6"/>
                </a:cubicBezTo>
                <a:cubicBezTo>
                  <a:pt x="27" y="6"/>
                  <a:pt x="27" y="5"/>
                  <a:pt x="28" y="5"/>
                </a:cubicBezTo>
                <a:cubicBezTo>
                  <a:pt x="28" y="5"/>
                  <a:pt x="28" y="5"/>
                  <a:pt x="29" y="5"/>
                </a:cubicBezTo>
                <a:cubicBezTo>
                  <a:pt x="30" y="5"/>
                  <a:pt x="30" y="5"/>
                  <a:pt x="30" y="5"/>
                </a:cubicBezTo>
                <a:cubicBezTo>
                  <a:pt x="31" y="5"/>
                  <a:pt x="31" y="5"/>
                  <a:pt x="31" y="5"/>
                </a:cubicBezTo>
                <a:cubicBezTo>
                  <a:pt x="32" y="5"/>
                  <a:pt x="32" y="5"/>
                  <a:pt x="32" y="5"/>
                </a:cubicBezTo>
                <a:cubicBezTo>
                  <a:pt x="32" y="5"/>
                  <a:pt x="32" y="5"/>
                  <a:pt x="32" y="5"/>
                </a:cubicBezTo>
                <a:cubicBezTo>
                  <a:pt x="32" y="6"/>
                  <a:pt x="32" y="6"/>
                  <a:pt x="31" y="6"/>
                </a:cubicBezTo>
                <a:cubicBezTo>
                  <a:pt x="31" y="6"/>
                  <a:pt x="31" y="7"/>
                  <a:pt x="31" y="7"/>
                </a:cubicBezTo>
                <a:cubicBezTo>
                  <a:pt x="31" y="7"/>
                  <a:pt x="31" y="8"/>
                  <a:pt x="31" y="8"/>
                </a:cubicBezTo>
                <a:cubicBezTo>
                  <a:pt x="31" y="8"/>
                  <a:pt x="31" y="9"/>
                  <a:pt x="31" y="10"/>
                </a:cubicBezTo>
                <a:cubicBezTo>
                  <a:pt x="31" y="11"/>
                  <a:pt x="31" y="11"/>
                  <a:pt x="31" y="11"/>
                </a:cubicBezTo>
                <a:cubicBezTo>
                  <a:pt x="31" y="12"/>
                  <a:pt x="31" y="12"/>
                  <a:pt x="31" y="12"/>
                </a:cubicBezTo>
                <a:cubicBezTo>
                  <a:pt x="31" y="13"/>
                  <a:pt x="31" y="13"/>
                  <a:pt x="31" y="13"/>
                </a:cubicBezTo>
                <a:cubicBezTo>
                  <a:pt x="31" y="13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1" y="14"/>
                  <a:pt x="32" y="13"/>
                  <a:pt x="32" y="12"/>
                </a:cubicBezTo>
                <a:cubicBezTo>
                  <a:pt x="32" y="12"/>
                  <a:pt x="32" y="11"/>
                  <a:pt x="33" y="10"/>
                </a:cubicBezTo>
                <a:cubicBezTo>
                  <a:pt x="33" y="8"/>
                  <a:pt x="33" y="6"/>
                  <a:pt x="33" y="6"/>
                </a:cubicBezTo>
                <a:cubicBezTo>
                  <a:pt x="33" y="5"/>
                  <a:pt x="33" y="5"/>
                  <a:pt x="33" y="5"/>
                </a:cubicBezTo>
                <a:cubicBezTo>
                  <a:pt x="33" y="5"/>
                  <a:pt x="33" y="4"/>
                  <a:pt x="34" y="4"/>
                </a:cubicBezTo>
                <a:cubicBezTo>
                  <a:pt x="34" y="4"/>
                  <a:pt x="34" y="4"/>
                  <a:pt x="34" y="4"/>
                </a:cubicBezTo>
                <a:cubicBezTo>
                  <a:pt x="35" y="4"/>
                  <a:pt x="35" y="4"/>
                  <a:pt x="35" y="4"/>
                </a:cubicBezTo>
                <a:cubicBezTo>
                  <a:pt x="35" y="4"/>
                  <a:pt x="36" y="4"/>
                  <a:pt x="36" y="4"/>
                </a:cubicBezTo>
                <a:cubicBezTo>
                  <a:pt x="36" y="4"/>
                  <a:pt x="37" y="4"/>
                  <a:pt x="37" y="4"/>
                </a:cubicBezTo>
                <a:cubicBezTo>
                  <a:pt x="37" y="4"/>
                  <a:pt x="37" y="4"/>
                  <a:pt x="38" y="4"/>
                </a:cubicBezTo>
                <a:cubicBezTo>
                  <a:pt x="38" y="4"/>
                  <a:pt x="38" y="4"/>
                  <a:pt x="38" y="4"/>
                </a:cubicBezTo>
                <a:cubicBezTo>
                  <a:pt x="39" y="4"/>
                  <a:pt x="39" y="4"/>
                  <a:pt x="39" y="4"/>
                </a:cubicBezTo>
                <a:close/>
                <a:moveTo>
                  <a:pt x="52" y="6"/>
                </a:moveTo>
                <a:cubicBezTo>
                  <a:pt x="52" y="6"/>
                  <a:pt x="53" y="6"/>
                  <a:pt x="53" y="6"/>
                </a:cubicBezTo>
                <a:cubicBezTo>
                  <a:pt x="53" y="6"/>
                  <a:pt x="54" y="6"/>
                  <a:pt x="54" y="6"/>
                </a:cubicBezTo>
                <a:cubicBezTo>
                  <a:pt x="54" y="7"/>
                  <a:pt x="55" y="7"/>
                  <a:pt x="55" y="7"/>
                </a:cubicBezTo>
                <a:cubicBezTo>
                  <a:pt x="55" y="7"/>
                  <a:pt x="55" y="7"/>
                  <a:pt x="55" y="7"/>
                </a:cubicBezTo>
                <a:cubicBezTo>
                  <a:pt x="55" y="7"/>
                  <a:pt x="55" y="7"/>
                  <a:pt x="54" y="7"/>
                </a:cubicBezTo>
                <a:cubicBezTo>
                  <a:pt x="54" y="8"/>
                  <a:pt x="54" y="8"/>
                  <a:pt x="54" y="8"/>
                </a:cubicBezTo>
                <a:cubicBezTo>
                  <a:pt x="54" y="9"/>
                  <a:pt x="54" y="9"/>
                  <a:pt x="53" y="10"/>
                </a:cubicBezTo>
                <a:cubicBezTo>
                  <a:pt x="53" y="10"/>
                  <a:pt x="53" y="10"/>
                  <a:pt x="53" y="10"/>
                </a:cubicBezTo>
                <a:cubicBezTo>
                  <a:pt x="53" y="10"/>
                  <a:pt x="53" y="10"/>
                  <a:pt x="53" y="10"/>
                </a:cubicBezTo>
                <a:cubicBezTo>
                  <a:pt x="52" y="10"/>
                  <a:pt x="52" y="10"/>
                  <a:pt x="52" y="10"/>
                </a:cubicBezTo>
                <a:cubicBezTo>
                  <a:pt x="52" y="10"/>
                  <a:pt x="51" y="10"/>
                  <a:pt x="51" y="10"/>
                </a:cubicBezTo>
                <a:cubicBezTo>
                  <a:pt x="51" y="10"/>
                  <a:pt x="51" y="10"/>
                  <a:pt x="50" y="10"/>
                </a:cubicBezTo>
                <a:cubicBezTo>
                  <a:pt x="50" y="10"/>
                  <a:pt x="49" y="10"/>
                  <a:pt x="49" y="10"/>
                </a:cubicBezTo>
                <a:cubicBezTo>
                  <a:pt x="49" y="11"/>
                  <a:pt x="48" y="11"/>
                  <a:pt x="48" y="11"/>
                </a:cubicBezTo>
                <a:cubicBezTo>
                  <a:pt x="48" y="11"/>
                  <a:pt x="48" y="10"/>
                  <a:pt x="48" y="10"/>
                </a:cubicBezTo>
                <a:cubicBezTo>
                  <a:pt x="47" y="10"/>
                  <a:pt x="47" y="9"/>
                  <a:pt x="47" y="9"/>
                </a:cubicBezTo>
                <a:cubicBezTo>
                  <a:pt x="46" y="8"/>
                  <a:pt x="46" y="8"/>
                  <a:pt x="46" y="8"/>
                </a:cubicBezTo>
                <a:cubicBezTo>
                  <a:pt x="46" y="8"/>
                  <a:pt x="46" y="7"/>
                  <a:pt x="47" y="7"/>
                </a:cubicBezTo>
                <a:cubicBezTo>
                  <a:pt x="47" y="7"/>
                  <a:pt x="47" y="7"/>
                  <a:pt x="48" y="7"/>
                </a:cubicBezTo>
                <a:cubicBezTo>
                  <a:pt x="49" y="7"/>
                  <a:pt x="49" y="7"/>
                  <a:pt x="49" y="6"/>
                </a:cubicBezTo>
                <a:cubicBezTo>
                  <a:pt x="49" y="6"/>
                  <a:pt x="49" y="6"/>
                  <a:pt x="49" y="6"/>
                </a:cubicBezTo>
                <a:cubicBezTo>
                  <a:pt x="48" y="6"/>
                  <a:pt x="48" y="6"/>
                  <a:pt x="47" y="6"/>
                </a:cubicBezTo>
                <a:cubicBezTo>
                  <a:pt x="47" y="6"/>
                  <a:pt x="47" y="6"/>
                  <a:pt x="47" y="6"/>
                </a:cubicBezTo>
                <a:cubicBezTo>
                  <a:pt x="47" y="6"/>
                  <a:pt x="47" y="6"/>
                  <a:pt x="47" y="6"/>
                </a:cubicBezTo>
                <a:cubicBezTo>
                  <a:pt x="46" y="6"/>
                  <a:pt x="46" y="5"/>
                  <a:pt x="46" y="5"/>
                </a:cubicBezTo>
                <a:cubicBezTo>
                  <a:pt x="46" y="5"/>
                  <a:pt x="46" y="5"/>
                  <a:pt x="47" y="5"/>
                </a:cubicBezTo>
                <a:cubicBezTo>
                  <a:pt x="47" y="5"/>
                  <a:pt x="47" y="5"/>
                  <a:pt x="47" y="5"/>
                </a:cubicBezTo>
                <a:cubicBezTo>
                  <a:pt x="48" y="5"/>
                  <a:pt x="49" y="5"/>
                  <a:pt x="49" y="4"/>
                </a:cubicBezTo>
                <a:cubicBezTo>
                  <a:pt x="49" y="4"/>
                  <a:pt x="49" y="4"/>
                  <a:pt x="49" y="3"/>
                </a:cubicBezTo>
                <a:cubicBezTo>
                  <a:pt x="50" y="2"/>
                  <a:pt x="50" y="2"/>
                  <a:pt x="50" y="2"/>
                </a:cubicBezTo>
                <a:cubicBezTo>
                  <a:pt x="50" y="2"/>
                  <a:pt x="50" y="2"/>
                  <a:pt x="50" y="2"/>
                </a:cubicBezTo>
                <a:cubicBezTo>
                  <a:pt x="50" y="2"/>
                  <a:pt x="50" y="2"/>
                  <a:pt x="50" y="2"/>
                </a:cubicBezTo>
                <a:cubicBezTo>
                  <a:pt x="51" y="2"/>
                  <a:pt x="51" y="2"/>
                  <a:pt x="51" y="2"/>
                </a:cubicBezTo>
                <a:cubicBezTo>
                  <a:pt x="51" y="2"/>
                  <a:pt x="51" y="2"/>
                  <a:pt x="51" y="3"/>
                </a:cubicBezTo>
                <a:cubicBezTo>
                  <a:pt x="50" y="3"/>
                  <a:pt x="50" y="3"/>
                  <a:pt x="50" y="4"/>
                </a:cubicBezTo>
                <a:cubicBezTo>
                  <a:pt x="50" y="4"/>
                  <a:pt x="51" y="4"/>
                  <a:pt x="51" y="4"/>
                </a:cubicBezTo>
                <a:cubicBezTo>
                  <a:pt x="51" y="4"/>
                  <a:pt x="51" y="4"/>
                  <a:pt x="52" y="4"/>
                </a:cubicBezTo>
                <a:cubicBezTo>
                  <a:pt x="52" y="4"/>
                  <a:pt x="53" y="4"/>
                  <a:pt x="53" y="4"/>
                </a:cubicBezTo>
                <a:cubicBezTo>
                  <a:pt x="53" y="4"/>
                  <a:pt x="53" y="4"/>
                  <a:pt x="53" y="4"/>
                </a:cubicBezTo>
                <a:cubicBezTo>
                  <a:pt x="53" y="4"/>
                  <a:pt x="53" y="4"/>
                  <a:pt x="53" y="4"/>
                </a:cubicBezTo>
                <a:cubicBezTo>
                  <a:pt x="54" y="4"/>
                  <a:pt x="54" y="5"/>
                  <a:pt x="54" y="5"/>
                </a:cubicBezTo>
                <a:cubicBezTo>
                  <a:pt x="54" y="5"/>
                  <a:pt x="54" y="5"/>
                  <a:pt x="54" y="5"/>
                </a:cubicBezTo>
                <a:cubicBezTo>
                  <a:pt x="53" y="5"/>
                  <a:pt x="53" y="5"/>
                  <a:pt x="53" y="5"/>
                </a:cubicBezTo>
                <a:cubicBezTo>
                  <a:pt x="53" y="5"/>
                  <a:pt x="53" y="5"/>
                  <a:pt x="52" y="5"/>
                </a:cubicBezTo>
                <a:cubicBezTo>
                  <a:pt x="52" y="5"/>
                  <a:pt x="51" y="5"/>
                  <a:pt x="51" y="5"/>
                </a:cubicBezTo>
                <a:lnTo>
                  <a:pt x="50" y="6"/>
                </a:lnTo>
                <a:cubicBezTo>
                  <a:pt x="50" y="6"/>
                  <a:pt x="50" y="6"/>
                  <a:pt x="50" y="6"/>
                </a:cubicBezTo>
                <a:cubicBezTo>
                  <a:pt x="50" y="6"/>
                  <a:pt x="50" y="6"/>
                  <a:pt x="51" y="6"/>
                </a:cubicBezTo>
                <a:cubicBezTo>
                  <a:pt x="51" y="6"/>
                  <a:pt x="51" y="6"/>
                  <a:pt x="52" y="6"/>
                </a:cubicBezTo>
                <a:close/>
                <a:moveTo>
                  <a:pt x="45" y="3"/>
                </a:moveTo>
                <a:cubicBezTo>
                  <a:pt x="45" y="3"/>
                  <a:pt x="45" y="3"/>
                  <a:pt x="46" y="4"/>
                </a:cubicBezTo>
                <a:cubicBezTo>
                  <a:pt x="46" y="4"/>
                  <a:pt x="46" y="4"/>
                  <a:pt x="46" y="4"/>
                </a:cubicBezTo>
                <a:cubicBezTo>
                  <a:pt x="46" y="4"/>
                  <a:pt x="46" y="5"/>
                  <a:pt x="45" y="5"/>
                </a:cubicBezTo>
                <a:cubicBezTo>
                  <a:pt x="45" y="6"/>
                  <a:pt x="44" y="6"/>
                  <a:pt x="44" y="6"/>
                </a:cubicBezTo>
                <a:cubicBezTo>
                  <a:pt x="44" y="7"/>
                  <a:pt x="44" y="7"/>
                  <a:pt x="43" y="7"/>
                </a:cubicBezTo>
                <a:cubicBezTo>
                  <a:pt x="43" y="7"/>
                  <a:pt x="43" y="7"/>
                  <a:pt x="43" y="7"/>
                </a:cubicBezTo>
                <a:cubicBezTo>
                  <a:pt x="43" y="7"/>
                  <a:pt x="43" y="7"/>
                  <a:pt x="43" y="7"/>
                </a:cubicBezTo>
                <a:cubicBezTo>
                  <a:pt x="43" y="7"/>
                  <a:pt x="43" y="6"/>
                  <a:pt x="43" y="6"/>
                </a:cubicBezTo>
                <a:cubicBezTo>
                  <a:pt x="43" y="6"/>
                  <a:pt x="44" y="5"/>
                  <a:pt x="44" y="4"/>
                </a:cubicBezTo>
                <a:cubicBezTo>
                  <a:pt x="44" y="4"/>
                  <a:pt x="45" y="3"/>
                  <a:pt x="45" y="3"/>
                </a:cubicBezTo>
                <a:cubicBezTo>
                  <a:pt x="45" y="3"/>
                  <a:pt x="45" y="3"/>
                  <a:pt x="45" y="3"/>
                </a:cubicBezTo>
                <a:close/>
                <a:moveTo>
                  <a:pt x="45" y="6"/>
                </a:moveTo>
                <a:cubicBezTo>
                  <a:pt x="45" y="6"/>
                  <a:pt x="45" y="6"/>
                  <a:pt x="46" y="7"/>
                </a:cubicBezTo>
                <a:cubicBezTo>
                  <a:pt x="46" y="7"/>
                  <a:pt x="46" y="7"/>
                  <a:pt x="46" y="7"/>
                </a:cubicBezTo>
                <a:cubicBezTo>
                  <a:pt x="46" y="7"/>
                  <a:pt x="46" y="8"/>
                  <a:pt x="45" y="8"/>
                </a:cubicBezTo>
                <a:cubicBezTo>
                  <a:pt x="45" y="9"/>
                  <a:pt x="44" y="9"/>
                  <a:pt x="44" y="9"/>
                </a:cubicBezTo>
                <a:cubicBezTo>
                  <a:pt x="44" y="9"/>
                  <a:pt x="44" y="10"/>
                  <a:pt x="44" y="10"/>
                </a:cubicBezTo>
                <a:cubicBezTo>
                  <a:pt x="44" y="10"/>
                  <a:pt x="44" y="10"/>
                  <a:pt x="44" y="10"/>
                </a:cubicBezTo>
                <a:cubicBezTo>
                  <a:pt x="44" y="10"/>
                  <a:pt x="44" y="10"/>
                  <a:pt x="44" y="10"/>
                </a:cubicBezTo>
                <a:cubicBezTo>
                  <a:pt x="45" y="10"/>
                  <a:pt x="45" y="11"/>
                  <a:pt x="45" y="11"/>
                </a:cubicBezTo>
                <a:cubicBezTo>
                  <a:pt x="45" y="11"/>
                  <a:pt x="45" y="11"/>
                  <a:pt x="45" y="11"/>
                </a:cubicBezTo>
                <a:cubicBezTo>
                  <a:pt x="45" y="11"/>
                  <a:pt x="45" y="11"/>
                  <a:pt x="45" y="12"/>
                </a:cubicBezTo>
                <a:cubicBezTo>
                  <a:pt x="45" y="12"/>
                  <a:pt x="45" y="12"/>
                  <a:pt x="45" y="13"/>
                </a:cubicBezTo>
                <a:cubicBezTo>
                  <a:pt x="45" y="14"/>
                  <a:pt x="45" y="14"/>
                  <a:pt x="45" y="14"/>
                </a:cubicBezTo>
                <a:cubicBezTo>
                  <a:pt x="45" y="15"/>
                  <a:pt x="45" y="15"/>
                  <a:pt x="45" y="15"/>
                </a:cubicBezTo>
                <a:cubicBezTo>
                  <a:pt x="45" y="15"/>
                  <a:pt x="45" y="16"/>
                  <a:pt x="45" y="16"/>
                </a:cubicBezTo>
                <a:cubicBezTo>
                  <a:pt x="45" y="16"/>
                  <a:pt x="45" y="16"/>
                  <a:pt x="44" y="16"/>
                </a:cubicBezTo>
                <a:cubicBezTo>
                  <a:pt x="44" y="16"/>
                  <a:pt x="44" y="16"/>
                  <a:pt x="44" y="16"/>
                </a:cubicBezTo>
                <a:cubicBezTo>
                  <a:pt x="44" y="16"/>
                  <a:pt x="44" y="15"/>
                  <a:pt x="44" y="14"/>
                </a:cubicBezTo>
                <a:cubicBezTo>
                  <a:pt x="44" y="14"/>
                  <a:pt x="44" y="13"/>
                  <a:pt x="44" y="13"/>
                </a:cubicBezTo>
                <a:cubicBezTo>
                  <a:pt x="44" y="13"/>
                  <a:pt x="44" y="13"/>
                  <a:pt x="44" y="12"/>
                </a:cubicBezTo>
                <a:cubicBezTo>
                  <a:pt x="44" y="12"/>
                  <a:pt x="44" y="12"/>
                  <a:pt x="44" y="12"/>
                </a:cubicBezTo>
                <a:cubicBezTo>
                  <a:pt x="44" y="12"/>
                  <a:pt x="44" y="12"/>
                  <a:pt x="43" y="12"/>
                </a:cubicBezTo>
                <a:cubicBezTo>
                  <a:pt x="43" y="12"/>
                  <a:pt x="43" y="12"/>
                  <a:pt x="43" y="12"/>
                </a:cubicBezTo>
                <a:cubicBezTo>
                  <a:pt x="43" y="12"/>
                  <a:pt x="42" y="12"/>
                  <a:pt x="42" y="13"/>
                </a:cubicBezTo>
                <a:cubicBezTo>
                  <a:pt x="41" y="13"/>
                  <a:pt x="41" y="13"/>
                  <a:pt x="41" y="13"/>
                </a:cubicBezTo>
                <a:cubicBezTo>
                  <a:pt x="41" y="13"/>
                  <a:pt x="41" y="13"/>
                  <a:pt x="41" y="13"/>
                </a:cubicBezTo>
                <a:cubicBezTo>
                  <a:pt x="41" y="13"/>
                  <a:pt x="41" y="12"/>
                  <a:pt x="41" y="12"/>
                </a:cubicBezTo>
                <a:cubicBezTo>
                  <a:pt x="41" y="12"/>
                  <a:pt x="41" y="11"/>
                  <a:pt x="42" y="11"/>
                </a:cubicBezTo>
                <a:cubicBezTo>
                  <a:pt x="43" y="10"/>
                  <a:pt x="43" y="10"/>
                  <a:pt x="43" y="9"/>
                </a:cubicBezTo>
                <a:cubicBezTo>
                  <a:pt x="43" y="9"/>
                  <a:pt x="44" y="8"/>
                  <a:pt x="44" y="8"/>
                </a:cubicBezTo>
                <a:cubicBezTo>
                  <a:pt x="44" y="7"/>
                  <a:pt x="45" y="7"/>
                  <a:pt x="45" y="7"/>
                </a:cubicBezTo>
                <a:cubicBezTo>
                  <a:pt x="45" y="6"/>
                  <a:pt x="45" y="6"/>
                  <a:pt x="45" y="6"/>
                </a:cubicBezTo>
                <a:close/>
                <a:moveTo>
                  <a:pt x="52" y="12"/>
                </a:moveTo>
                <a:cubicBezTo>
                  <a:pt x="52" y="12"/>
                  <a:pt x="52" y="12"/>
                  <a:pt x="52" y="12"/>
                </a:cubicBezTo>
                <a:cubicBezTo>
                  <a:pt x="53" y="13"/>
                  <a:pt x="54" y="14"/>
                  <a:pt x="54" y="14"/>
                </a:cubicBezTo>
                <a:cubicBezTo>
                  <a:pt x="55" y="15"/>
                  <a:pt x="55" y="16"/>
                  <a:pt x="55" y="16"/>
                </a:cubicBezTo>
                <a:cubicBezTo>
                  <a:pt x="55" y="16"/>
                  <a:pt x="55" y="16"/>
                  <a:pt x="55" y="16"/>
                </a:cubicBezTo>
                <a:cubicBezTo>
                  <a:pt x="55" y="16"/>
                  <a:pt x="55" y="16"/>
                  <a:pt x="54" y="16"/>
                </a:cubicBezTo>
                <a:cubicBezTo>
                  <a:pt x="54" y="16"/>
                  <a:pt x="54" y="16"/>
                  <a:pt x="53" y="16"/>
                </a:cubicBezTo>
                <a:cubicBezTo>
                  <a:pt x="53" y="16"/>
                  <a:pt x="52" y="16"/>
                  <a:pt x="52" y="16"/>
                </a:cubicBezTo>
                <a:cubicBezTo>
                  <a:pt x="52" y="16"/>
                  <a:pt x="51" y="16"/>
                  <a:pt x="51" y="16"/>
                </a:cubicBezTo>
                <a:lnTo>
                  <a:pt x="50" y="16"/>
                </a:lnTo>
                <a:cubicBezTo>
                  <a:pt x="50" y="16"/>
                  <a:pt x="50" y="16"/>
                  <a:pt x="50" y="16"/>
                </a:cubicBezTo>
                <a:cubicBezTo>
                  <a:pt x="49" y="16"/>
                  <a:pt x="49" y="16"/>
                  <a:pt x="49" y="16"/>
                </a:cubicBezTo>
                <a:cubicBezTo>
                  <a:pt x="49" y="16"/>
                  <a:pt x="49" y="16"/>
                  <a:pt x="49" y="16"/>
                </a:cubicBezTo>
                <a:cubicBezTo>
                  <a:pt x="49" y="15"/>
                  <a:pt x="48" y="15"/>
                  <a:pt x="48" y="15"/>
                </a:cubicBezTo>
                <a:cubicBezTo>
                  <a:pt x="48" y="15"/>
                  <a:pt x="48" y="14"/>
                  <a:pt x="48" y="14"/>
                </a:cubicBezTo>
                <a:cubicBezTo>
                  <a:pt x="48" y="14"/>
                  <a:pt x="48" y="13"/>
                  <a:pt x="48" y="13"/>
                </a:cubicBezTo>
                <a:cubicBezTo>
                  <a:pt x="48" y="13"/>
                  <a:pt x="48" y="13"/>
                  <a:pt x="48" y="13"/>
                </a:cubicBezTo>
                <a:cubicBezTo>
                  <a:pt x="48" y="13"/>
                  <a:pt x="47" y="13"/>
                  <a:pt x="47" y="14"/>
                </a:cubicBezTo>
                <a:cubicBezTo>
                  <a:pt x="47" y="14"/>
                  <a:pt x="47" y="15"/>
                  <a:pt x="47" y="15"/>
                </a:cubicBezTo>
                <a:cubicBezTo>
                  <a:pt x="47" y="15"/>
                  <a:pt x="47" y="15"/>
                  <a:pt x="47" y="15"/>
                </a:cubicBezTo>
                <a:cubicBezTo>
                  <a:pt x="46" y="15"/>
                  <a:pt x="46" y="15"/>
                  <a:pt x="46" y="15"/>
                </a:cubicBezTo>
                <a:cubicBezTo>
                  <a:pt x="45" y="15"/>
                  <a:pt x="45" y="15"/>
                  <a:pt x="45" y="15"/>
                </a:cubicBezTo>
                <a:cubicBezTo>
                  <a:pt x="45" y="15"/>
                  <a:pt x="45" y="14"/>
                  <a:pt x="46" y="14"/>
                </a:cubicBezTo>
                <a:cubicBezTo>
                  <a:pt x="46" y="13"/>
                  <a:pt x="46" y="13"/>
                  <a:pt x="47" y="13"/>
                </a:cubicBezTo>
                <a:cubicBezTo>
                  <a:pt x="47" y="13"/>
                  <a:pt x="47" y="12"/>
                  <a:pt x="47" y="12"/>
                </a:cubicBezTo>
                <a:cubicBezTo>
                  <a:pt x="47" y="12"/>
                  <a:pt x="47" y="12"/>
                  <a:pt x="47" y="12"/>
                </a:cubicBezTo>
                <a:cubicBezTo>
                  <a:pt x="47" y="12"/>
                  <a:pt x="47" y="12"/>
                  <a:pt x="47" y="12"/>
                </a:cubicBezTo>
                <a:cubicBezTo>
                  <a:pt x="47" y="11"/>
                  <a:pt x="47" y="11"/>
                  <a:pt x="47" y="11"/>
                </a:cubicBezTo>
                <a:cubicBezTo>
                  <a:pt x="48" y="11"/>
                  <a:pt x="48" y="11"/>
                  <a:pt x="48" y="11"/>
                </a:cubicBezTo>
                <a:cubicBezTo>
                  <a:pt x="48" y="11"/>
                  <a:pt x="49" y="11"/>
                  <a:pt x="49" y="11"/>
                </a:cubicBezTo>
                <a:cubicBezTo>
                  <a:pt x="49" y="11"/>
                  <a:pt x="50" y="11"/>
                  <a:pt x="50" y="11"/>
                </a:cubicBezTo>
                <a:cubicBezTo>
                  <a:pt x="50" y="11"/>
                  <a:pt x="50" y="11"/>
                  <a:pt x="50" y="11"/>
                </a:cubicBezTo>
                <a:cubicBezTo>
                  <a:pt x="51" y="11"/>
                  <a:pt x="51" y="11"/>
                  <a:pt x="51" y="11"/>
                </a:cubicBezTo>
                <a:cubicBezTo>
                  <a:pt x="51" y="11"/>
                  <a:pt x="52" y="11"/>
                  <a:pt x="52" y="11"/>
                </a:cubicBezTo>
                <a:cubicBezTo>
                  <a:pt x="52" y="11"/>
                  <a:pt x="52" y="11"/>
                  <a:pt x="52" y="11"/>
                </a:cubicBezTo>
                <a:cubicBezTo>
                  <a:pt x="52" y="11"/>
                  <a:pt x="52" y="11"/>
                  <a:pt x="52" y="11"/>
                </a:cubicBezTo>
                <a:cubicBezTo>
                  <a:pt x="52" y="11"/>
                  <a:pt x="52" y="12"/>
                  <a:pt x="52" y="12"/>
                </a:cubicBezTo>
                <a:cubicBezTo>
                  <a:pt x="52" y="12"/>
                  <a:pt x="52" y="12"/>
                  <a:pt x="52" y="12"/>
                </a:cubicBezTo>
                <a:close/>
                <a:moveTo>
                  <a:pt x="57" y="13"/>
                </a:moveTo>
                <a:cubicBezTo>
                  <a:pt x="57" y="13"/>
                  <a:pt x="57" y="13"/>
                  <a:pt x="57" y="14"/>
                </a:cubicBezTo>
                <a:cubicBezTo>
                  <a:pt x="57" y="14"/>
                  <a:pt x="57" y="14"/>
                  <a:pt x="57" y="14"/>
                </a:cubicBezTo>
                <a:cubicBezTo>
                  <a:pt x="56" y="14"/>
                  <a:pt x="56" y="14"/>
                  <a:pt x="55" y="13"/>
                </a:cubicBezTo>
                <a:cubicBezTo>
                  <a:pt x="54" y="12"/>
                  <a:pt x="54" y="12"/>
                  <a:pt x="54" y="12"/>
                </a:cubicBezTo>
                <a:cubicBezTo>
                  <a:pt x="54" y="12"/>
                  <a:pt x="54" y="12"/>
                  <a:pt x="54" y="12"/>
                </a:cubicBezTo>
                <a:cubicBezTo>
                  <a:pt x="54" y="12"/>
                  <a:pt x="54" y="12"/>
                  <a:pt x="54" y="12"/>
                </a:cubicBezTo>
                <a:cubicBezTo>
                  <a:pt x="55" y="12"/>
                  <a:pt x="55" y="12"/>
                  <a:pt x="56" y="12"/>
                </a:cubicBezTo>
                <a:cubicBezTo>
                  <a:pt x="56" y="12"/>
                  <a:pt x="56" y="12"/>
                  <a:pt x="56" y="12"/>
                </a:cubicBezTo>
                <a:cubicBezTo>
                  <a:pt x="56" y="12"/>
                  <a:pt x="57" y="12"/>
                  <a:pt x="57" y="12"/>
                </a:cubicBezTo>
                <a:cubicBezTo>
                  <a:pt x="57" y="12"/>
                  <a:pt x="57" y="12"/>
                  <a:pt x="57" y="13"/>
                </a:cubicBezTo>
                <a:cubicBezTo>
                  <a:pt x="57" y="13"/>
                  <a:pt x="57" y="13"/>
                  <a:pt x="57" y="13"/>
                </a:cubicBezTo>
                <a:close/>
                <a:moveTo>
                  <a:pt x="71" y="5"/>
                </a:moveTo>
                <a:cubicBezTo>
                  <a:pt x="71" y="5"/>
                  <a:pt x="71" y="5"/>
                  <a:pt x="71" y="5"/>
                </a:cubicBezTo>
                <a:cubicBezTo>
                  <a:pt x="71" y="5"/>
                  <a:pt x="71" y="6"/>
                  <a:pt x="71" y="6"/>
                </a:cubicBezTo>
                <a:cubicBezTo>
                  <a:pt x="70" y="6"/>
                  <a:pt x="70" y="6"/>
                  <a:pt x="70" y="7"/>
                </a:cubicBezTo>
                <a:cubicBezTo>
                  <a:pt x="70" y="7"/>
                  <a:pt x="70" y="7"/>
                  <a:pt x="70" y="8"/>
                </a:cubicBezTo>
                <a:cubicBezTo>
                  <a:pt x="70" y="8"/>
                  <a:pt x="70" y="9"/>
                  <a:pt x="69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69" y="9"/>
                  <a:pt x="69" y="8"/>
                  <a:pt x="68" y="8"/>
                </a:cubicBezTo>
                <a:cubicBezTo>
                  <a:pt x="68" y="8"/>
                  <a:pt x="68" y="8"/>
                  <a:pt x="68" y="8"/>
                </a:cubicBezTo>
                <a:cubicBezTo>
                  <a:pt x="68" y="8"/>
                  <a:pt x="67" y="8"/>
                  <a:pt x="66" y="9"/>
                </a:cubicBezTo>
                <a:cubicBezTo>
                  <a:pt x="66" y="9"/>
                  <a:pt x="65" y="9"/>
                  <a:pt x="65" y="9"/>
                </a:cubicBezTo>
                <a:cubicBezTo>
                  <a:pt x="65" y="9"/>
                  <a:pt x="65" y="9"/>
                  <a:pt x="65" y="9"/>
                </a:cubicBezTo>
                <a:cubicBezTo>
                  <a:pt x="65" y="9"/>
                  <a:pt x="65" y="9"/>
                  <a:pt x="64" y="9"/>
                </a:cubicBezTo>
                <a:cubicBezTo>
                  <a:pt x="64" y="8"/>
                  <a:pt x="64" y="8"/>
                  <a:pt x="63" y="7"/>
                </a:cubicBezTo>
                <a:cubicBezTo>
                  <a:pt x="63" y="7"/>
                  <a:pt x="63" y="6"/>
                  <a:pt x="63" y="6"/>
                </a:cubicBezTo>
                <a:cubicBezTo>
                  <a:pt x="63" y="6"/>
                  <a:pt x="63" y="7"/>
                  <a:pt x="63" y="7"/>
                </a:cubicBezTo>
                <a:cubicBezTo>
                  <a:pt x="63" y="8"/>
                  <a:pt x="62" y="10"/>
                  <a:pt x="61" y="11"/>
                </a:cubicBezTo>
                <a:cubicBezTo>
                  <a:pt x="61" y="12"/>
                  <a:pt x="61" y="12"/>
                  <a:pt x="61" y="13"/>
                </a:cubicBezTo>
                <a:cubicBezTo>
                  <a:pt x="61" y="13"/>
                  <a:pt x="61" y="14"/>
                  <a:pt x="61" y="14"/>
                </a:cubicBezTo>
                <a:cubicBezTo>
                  <a:pt x="60" y="14"/>
                  <a:pt x="60" y="14"/>
                  <a:pt x="60" y="14"/>
                </a:cubicBezTo>
                <a:cubicBezTo>
                  <a:pt x="59" y="15"/>
                  <a:pt x="59" y="15"/>
                  <a:pt x="58" y="15"/>
                </a:cubicBezTo>
                <a:cubicBezTo>
                  <a:pt x="58" y="15"/>
                  <a:pt x="58" y="16"/>
                  <a:pt x="58" y="16"/>
                </a:cubicBezTo>
                <a:cubicBezTo>
                  <a:pt x="57" y="16"/>
                  <a:pt x="57" y="16"/>
                  <a:pt x="57" y="15"/>
                </a:cubicBezTo>
                <a:cubicBezTo>
                  <a:pt x="57" y="15"/>
                  <a:pt x="58" y="15"/>
                  <a:pt x="58" y="15"/>
                </a:cubicBezTo>
                <a:cubicBezTo>
                  <a:pt x="58" y="14"/>
                  <a:pt x="59" y="14"/>
                  <a:pt x="59" y="13"/>
                </a:cubicBezTo>
                <a:cubicBezTo>
                  <a:pt x="59" y="13"/>
                  <a:pt x="60" y="13"/>
                  <a:pt x="60" y="12"/>
                </a:cubicBezTo>
                <a:cubicBezTo>
                  <a:pt x="60" y="11"/>
                  <a:pt x="61" y="10"/>
                  <a:pt x="61" y="9"/>
                </a:cubicBezTo>
                <a:cubicBezTo>
                  <a:pt x="62" y="8"/>
                  <a:pt x="62" y="7"/>
                  <a:pt x="62" y="6"/>
                </a:cubicBezTo>
                <a:cubicBezTo>
                  <a:pt x="63" y="5"/>
                  <a:pt x="63" y="4"/>
                  <a:pt x="63" y="3"/>
                </a:cubicBezTo>
                <a:cubicBezTo>
                  <a:pt x="63" y="3"/>
                  <a:pt x="63" y="3"/>
                  <a:pt x="63" y="3"/>
                </a:cubicBezTo>
                <a:cubicBezTo>
                  <a:pt x="63" y="2"/>
                  <a:pt x="63" y="2"/>
                  <a:pt x="63" y="2"/>
                </a:cubicBezTo>
                <a:cubicBezTo>
                  <a:pt x="63" y="2"/>
                  <a:pt x="64" y="2"/>
                  <a:pt x="64" y="3"/>
                </a:cubicBezTo>
                <a:cubicBezTo>
                  <a:pt x="64" y="3"/>
                  <a:pt x="64" y="3"/>
                  <a:pt x="64" y="3"/>
                </a:cubicBezTo>
                <a:cubicBezTo>
                  <a:pt x="64" y="3"/>
                  <a:pt x="65" y="3"/>
                  <a:pt x="65" y="3"/>
                </a:cubicBezTo>
                <a:cubicBezTo>
                  <a:pt x="66" y="2"/>
                  <a:pt x="66" y="2"/>
                  <a:pt x="66" y="2"/>
                </a:cubicBezTo>
                <a:cubicBezTo>
                  <a:pt x="67" y="2"/>
                  <a:pt x="67" y="2"/>
                  <a:pt x="68" y="2"/>
                </a:cubicBezTo>
                <a:cubicBezTo>
                  <a:pt x="68" y="2"/>
                  <a:pt x="68" y="2"/>
                  <a:pt x="68" y="2"/>
                </a:cubicBezTo>
                <a:cubicBezTo>
                  <a:pt x="69" y="2"/>
                  <a:pt x="69" y="2"/>
                  <a:pt x="69" y="2"/>
                </a:cubicBezTo>
                <a:cubicBezTo>
                  <a:pt x="69" y="2"/>
                  <a:pt x="69" y="2"/>
                  <a:pt x="69" y="2"/>
                </a:cubicBezTo>
                <a:cubicBezTo>
                  <a:pt x="69" y="2"/>
                  <a:pt x="69" y="2"/>
                  <a:pt x="69" y="3"/>
                </a:cubicBezTo>
                <a:cubicBezTo>
                  <a:pt x="70" y="3"/>
                  <a:pt x="70" y="3"/>
                  <a:pt x="70" y="3"/>
                </a:cubicBezTo>
                <a:cubicBezTo>
                  <a:pt x="70" y="3"/>
                  <a:pt x="70" y="3"/>
                  <a:pt x="69" y="3"/>
                </a:cubicBezTo>
                <a:cubicBezTo>
                  <a:pt x="68" y="3"/>
                  <a:pt x="68" y="3"/>
                  <a:pt x="67" y="4"/>
                </a:cubicBezTo>
                <a:cubicBezTo>
                  <a:pt x="67" y="4"/>
                  <a:pt x="67" y="4"/>
                  <a:pt x="67" y="4"/>
                </a:cubicBezTo>
                <a:cubicBezTo>
                  <a:pt x="66" y="4"/>
                  <a:pt x="66" y="4"/>
                  <a:pt x="66" y="4"/>
                </a:cubicBezTo>
                <a:cubicBezTo>
                  <a:pt x="66" y="4"/>
                  <a:pt x="66" y="4"/>
                  <a:pt x="66" y="4"/>
                </a:cubicBezTo>
                <a:cubicBezTo>
                  <a:pt x="66" y="4"/>
                  <a:pt x="65" y="4"/>
                  <a:pt x="65" y="4"/>
                </a:cubicBezTo>
                <a:cubicBezTo>
                  <a:pt x="65" y="4"/>
                  <a:pt x="65" y="4"/>
                  <a:pt x="64" y="4"/>
                </a:cubicBezTo>
                <a:cubicBezTo>
                  <a:pt x="64" y="4"/>
                  <a:pt x="64" y="4"/>
                  <a:pt x="64" y="4"/>
                </a:cubicBezTo>
                <a:cubicBezTo>
                  <a:pt x="64" y="5"/>
                  <a:pt x="64" y="5"/>
                  <a:pt x="64" y="5"/>
                </a:cubicBezTo>
                <a:cubicBezTo>
                  <a:pt x="64" y="5"/>
                  <a:pt x="64" y="5"/>
                  <a:pt x="64" y="5"/>
                </a:cubicBezTo>
                <a:cubicBezTo>
                  <a:pt x="64" y="5"/>
                  <a:pt x="64" y="5"/>
                  <a:pt x="64" y="5"/>
                </a:cubicBezTo>
                <a:cubicBezTo>
                  <a:pt x="65" y="5"/>
                  <a:pt x="66" y="5"/>
                  <a:pt x="67" y="4"/>
                </a:cubicBezTo>
                <a:cubicBezTo>
                  <a:pt x="68" y="4"/>
                  <a:pt x="68" y="4"/>
                  <a:pt x="69" y="4"/>
                </a:cubicBezTo>
                <a:cubicBezTo>
                  <a:pt x="70" y="4"/>
                  <a:pt x="70" y="4"/>
                  <a:pt x="70" y="5"/>
                </a:cubicBezTo>
                <a:cubicBezTo>
                  <a:pt x="71" y="5"/>
                  <a:pt x="71" y="5"/>
                  <a:pt x="71" y="5"/>
                </a:cubicBezTo>
                <a:cubicBezTo>
                  <a:pt x="71" y="5"/>
                  <a:pt x="71" y="5"/>
                  <a:pt x="71" y="5"/>
                </a:cubicBezTo>
                <a:close/>
                <a:moveTo>
                  <a:pt x="72" y="12"/>
                </a:moveTo>
                <a:cubicBezTo>
                  <a:pt x="72" y="12"/>
                  <a:pt x="72" y="12"/>
                  <a:pt x="72" y="12"/>
                </a:cubicBezTo>
                <a:cubicBezTo>
                  <a:pt x="72" y="12"/>
                  <a:pt x="73" y="12"/>
                  <a:pt x="73" y="13"/>
                </a:cubicBezTo>
                <a:cubicBezTo>
                  <a:pt x="73" y="13"/>
                  <a:pt x="73" y="13"/>
                  <a:pt x="73" y="13"/>
                </a:cubicBezTo>
                <a:cubicBezTo>
                  <a:pt x="73" y="13"/>
                  <a:pt x="73" y="13"/>
                  <a:pt x="73" y="13"/>
                </a:cubicBezTo>
                <a:cubicBezTo>
                  <a:pt x="73" y="13"/>
                  <a:pt x="72" y="13"/>
                  <a:pt x="72" y="13"/>
                </a:cubicBezTo>
                <a:cubicBezTo>
                  <a:pt x="72" y="13"/>
                  <a:pt x="71" y="13"/>
                  <a:pt x="70" y="13"/>
                </a:cubicBezTo>
                <a:cubicBezTo>
                  <a:pt x="69" y="13"/>
                  <a:pt x="69" y="13"/>
                  <a:pt x="69" y="13"/>
                </a:cubicBezTo>
                <a:cubicBezTo>
                  <a:pt x="68" y="13"/>
                  <a:pt x="68" y="13"/>
                  <a:pt x="68" y="13"/>
                </a:cubicBezTo>
                <a:lnTo>
                  <a:pt x="68" y="14"/>
                </a:lnTo>
                <a:cubicBezTo>
                  <a:pt x="68" y="15"/>
                  <a:pt x="68" y="16"/>
                  <a:pt x="68" y="16"/>
                </a:cubicBezTo>
                <a:cubicBezTo>
                  <a:pt x="68" y="17"/>
                  <a:pt x="68" y="17"/>
                  <a:pt x="68" y="17"/>
                </a:cubicBezTo>
                <a:cubicBezTo>
                  <a:pt x="68" y="18"/>
                  <a:pt x="68" y="18"/>
                  <a:pt x="68" y="18"/>
                </a:cubicBezTo>
                <a:cubicBezTo>
                  <a:pt x="67" y="18"/>
                  <a:pt x="67" y="18"/>
                  <a:pt x="66" y="17"/>
                </a:cubicBezTo>
                <a:cubicBezTo>
                  <a:pt x="65" y="17"/>
                  <a:pt x="65" y="17"/>
                  <a:pt x="64" y="17"/>
                </a:cubicBezTo>
                <a:cubicBezTo>
                  <a:pt x="64" y="16"/>
                  <a:pt x="63" y="16"/>
                  <a:pt x="63" y="16"/>
                </a:cubicBezTo>
                <a:cubicBezTo>
                  <a:pt x="63" y="16"/>
                  <a:pt x="63" y="16"/>
                  <a:pt x="64" y="16"/>
                </a:cubicBezTo>
                <a:cubicBezTo>
                  <a:pt x="64" y="16"/>
                  <a:pt x="64" y="16"/>
                  <a:pt x="64" y="16"/>
                </a:cubicBezTo>
                <a:cubicBezTo>
                  <a:pt x="64" y="16"/>
                  <a:pt x="65" y="16"/>
                  <a:pt x="65" y="16"/>
                </a:cubicBezTo>
                <a:cubicBezTo>
                  <a:pt x="66" y="16"/>
                  <a:pt x="66" y="16"/>
                  <a:pt x="66" y="16"/>
                </a:cubicBezTo>
                <a:cubicBezTo>
                  <a:pt x="66" y="16"/>
                  <a:pt x="67" y="16"/>
                  <a:pt x="67" y="16"/>
                </a:cubicBezTo>
                <a:cubicBezTo>
                  <a:pt x="67" y="16"/>
                  <a:pt x="67" y="16"/>
                  <a:pt x="67" y="16"/>
                </a:cubicBezTo>
                <a:cubicBezTo>
                  <a:pt x="67" y="16"/>
                  <a:pt x="67" y="15"/>
                  <a:pt x="67" y="15"/>
                </a:cubicBezTo>
                <a:cubicBezTo>
                  <a:pt x="67" y="15"/>
                  <a:pt x="67" y="14"/>
                  <a:pt x="67" y="14"/>
                </a:cubicBezTo>
                <a:cubicBezTo>
                  <a:pt x="67" y="14"/>
                  <a:pt x="67" y="13"/>
                  <a:pt x="67" y="13"/>
                </a:cubicBezTo>
                <a:cubicBezTo>
                  <a:pt x="67" y="13"/>
                  <a:pt x="67" y="13"/>
                  <a:pt x="67" y="13"/>
                </a:cubicBezTo>
                <a:cubicBezTo>
                  <a:pt x="67" y="13"/>
                  <a:pt x="67" y="13"/>
                  <a:pt x="67" y="13"/>
                </a:cubicBezTo>
                <a:cubicBezTo>
                  <a:pt x="66" y="13"/>
                  <a:pt x="65" y="13"/>
                  <a:pt x="64" y="13"/>
                </a:cubicBezTo>
                <a:cubicBezTo>
                  <a:pt x="64" y="14"/>
                  <a:pt x="64" y="14"/>
                  <a:pt x="63" y="14"/>
                </a:cubicBezTo>
                <a:cubicBezTo>
                  <a:pt x="63" y="14"/>
                  <a:pt x="63" y="14"/>
                  <a:pt x="62" y="14"/>
                </a:cubicBezTo>
                <a:cubicBezTo>
                  <a:pt x="62" y="14"/>
                  <a:pt x="62" y="14"/>
                  <a:pt x="62" y="14"/>
                </a:cubicBezTo>
                <a:cubicBezTo>
                  <a:pt x="62" y="14"/>
                  <a:pt x="62" y="14"/>
                  <a:pt x="62" y="14"/>
                </a:cubicBezTo>
                <a:cubicBezTo>
                  <a:pt x="62" y="14"/>
                  <a:pt x="62" y="13"/>
                  <a:pt x="62" y="13"/>
                </a:cubicBezTo>
                <a:cubicBezTo>
                  <a:pt x="62" y="13"/>
                  <a:pt x="62" y="13"/>
                  <a:pt x="62" y="13"/>
                </a:cubicBezTo>
                <a:cubicBezTo>
                  <a:pt x="62" y="13"/>
                  <a:pt x="62" y="13"/>
                  <a:pt x="63" y="13"/>
                </a:cubicBezTo>
                <a:cubicBezTo>
                  <a:pt x="63" y="13"/>
                  <a:pt x="63" y="13"/>
                  <a:pt x="63" y="13"/>
                </a:cubicBezTo>
                <a:cubicBezTo>
                  <a:pt x="64" y="13"/>
                  <a:pt x="65" y="12"/>
                  <a:pt x="66" y="12"/>
                </a:cubicBezTo>
                <a:cubicBezTo>
                  <a:pt x="67" y="12"/>
                  <a:pt x="67" y="12"/>
                  <a:pt x="67" y="12"/>
                </a:cubicBezTo>
                <a:cubicBezTo>
                  <a:pt x="67" y="12"/>
                  <a:pt x="67" y="11"/>
                  <a:pt x="66" y="11"/>
                </a:cubicBezTo>
                <a:cubicBezTo>
                  <a:pt x="66" y="11"/>
                  <a:pt x="66" y="11"/>
                  <a:pt x="66" y="11"/>
                </a:cubicBezTo>
                <a:cubicBezTo>
                  <a:pt x="66" y="11"/>
                  <a:pt x="66" y="11"/>
                  <a:pt x="66" y="11"/>
                </a:cubicBezTo>
                <a:cubicBezTo>
                  <a:pt x="67" y="11"/>
                  <a:pt x="67" y="11"/>
                  <a:pt x="67" y="11"/>
                </a:cubicBezTo>
                <a:cubicBezTo>
                  <a:pt x="67" y="11"/>
                  <a:pt x="68" y="11"/>
                  <a:pt x="68" y="10"/>
                </a:cubicBezTo>
                <a:cubicBezTo>
                  <a:pt x="68" y="10"/>
                  <a:pt x="68" y="10"/>
                  <a:pt x="68" y="10"/>
                </a:cubicBezTo>
                <a:cubicBezTo>
                  <a:pt x="68" y="10"/>
                  <a:pt x="68" y="9"/>
                  <a:pt x="68" y="9"/>
                </a:cubicBezTo>
                <a:cubicBezTo>
                  <a:pt x="68" y="9"/>
                  <a:pt x="67" y="10"/>
                  <a:pt x="66" y="10"/>
                </a:cubicBezTo>
                <a:cubicBezTo>
                  <a:pt x="65" y="11"/>
                  <a:pt x="65" y="11"/>
                  <a:pt x="64" y="11"/>
                </a:cubicBezTo>
                <a:cubicBezTo>
                  <a:pt x="64" y="11"/>
                  <a:pt x="64" y="11"/>
                  <a:pt x="64" y="11"/>
                </a:cubicBezTo>
                <a:cubicBezTo>
                  <a:pt x="64" y="11"/>
                  <a:pt x="63" y="11"/>
                  <a:pt x="63" y="11"/>
                </a:cubicBezTo>
                <a:cubicBezTo>
                  <a:pt x="63" y="11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4" y="10"/>
                  <a:pt x="64" y="10"/>
                </a:cubicBezTo>
                <a:cubicBezTo>
                  <a:pt x="64" y="10"/>
                  <a:pt x="65" y="10"/>
                  <a:pt x="66" y="9"/>
                </a:cubicBezTo>
                <a:cubicBezTo>
                  <a:pt x="67" y="9"/>
                  <a:pt x="67" y="9"/>
                  <a:pt x="68" y="9"/>
                </a:cubicBezTo>
                <a:cubicBezTo>
                  <a:pt x="68" y="9"/>
                  <a:pt x="68" y="9"/>
                  <a:pt x="68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70" y="9"/>
                  <a:pt x="70" y="10"/>
                  <a:pt x="70" y="10"/>
                </a:cubicBezTo>
                <a:cubicBezTo>
                  <a:pt x="70" y="10"/>
                  <a:pt x="70" y="10"/>
                  <a:pt x="69" y="10"/>
                </a:cubicBezTo>
                <a:cubicBezTo>
                  <a:pt x="69" y="11"/>
                  <a:pt x="69" y="11"/>
                  <a:pt x="68" y="11"/>
                </a:cubicBezTo>
                <a:cubicBezTo>
                  <a:pt x="68" y="11"/>
                  <a:pt x="68" y="11"/>
                  <a:pt x="68" y="11"/>
                </a:cubicBezTo>
                <a:cubicBezTo>
                  <a:pt x="68" y="11"/>
                  <a:pt x="68" y="12"/>
                  <a:pt x="68" y="12"/>
                </a:cubicBezTo>
                <a:cubicBezTo>
                  <a:pt x="68" y="12"/>
                  <a:pt x="68" y="12"/>
                  <a:pt x="69" y="12"/>
                </a:cubicBezTo>
                <a:lnTo>
                  <a:pt x="70" y="12"/>
                </a:lnTo>
                <a:cubicBezTo>
                  <a:pt x="70" y="12"/>
                  <a:pt x="71" y="12"/>
                  <a:pt x="71" y="12"/>
                </a:cubicBezTo>
                <a:cubicBezTo>
                  <a:pt x="71" y="12"/>
                  <a:pt x="71" y="12"/>
                  <a:pt x="72" y="12"/>
                </a:cubicBezTo>
                <a:close/>
                <a:moveTo>
                  <a:pt x="84" y="6"/>
                </a:moveTo>
                <a:cubicBezTo>
                  <a:pt x="84" y="6"/>
                  <a:pt x="84" y="6"/>
                  <a:pt x="85" y="6"/>
                </a:cubicBezTo>
                <a:cubicBezTo>
                  <a:pt x="85" y="6"/>
                  <a:pt x="85" y="6"/>
                  <a:pt x="86" y="6"/>
                </a:cubicBezTo>
                <a:cubicBezTo>
                  <a:pt x="86" y="6"/>
                  <a:pt x="86" y="6"/>
                  <a:pt x="87" y="6"/>
                </a:cubicBezTo>
                <a:cubicBezTo>
                  <a:pt x="87" y="6"/>
                  <a:pt x="87" y="6"/>
                  <a:pt x="88" y="7"/>
                </a:cubicBezTo>
                <a:cubicBezTo>
                  <a:pt x="88" y="7"/>
                  <a:pt x="89" y="8"/>
                  <a:pt x="89" y="8"/>
                </a:cubicBezTo>
                <a:cubicBezTo>
                  <a:pt x="89" y="8"/>
                  <a:pt x="89" y="8"/>
                  <a:pt x="89" y="8"/>
                </a:cubicBezTo>
                <a:cubicBezTo>
                  <a:pt x="89" y="8"/>
                  <a:pt x="89" y="9"/>
                  <a:pt x="89" y="9"/>
                </a:cubicBezTo>
                <a:cubicBezTo>
                  <a:pt x="89" y="9"/>
                  <a:pt x="89" y="9"/>
                  <a:pt x="89" y="9"/>
                </a:cubicBezTo>
                <a:cubicBezTo>
                  <a:pt x="89" y="9"/>
                  <a:pt x="89" y="9"/>
                  <a:pt x="88" y="9"/>
                </a:cubicBezTo>
                <a:cubicBezTo>
                  <a:pt x="88" y="9"/>
                  <a:pt x="88" y="9"/>
                  <a:pt x="87" y="9"/>
                </a:cubicBezTo>
                <a:lnTo>
                  <a:pt x="86" y="9"/>
                </a:lnTo>
                <a:cubicBezTo>
                  <a:pt x="86" y="9"/>
                  <a:pt x="86" y="9"/>
                  <a:pt x="86" y="9"/>
                </a:cubicBezTo>
                <a:cubicBezTo>
                  <a:pt x="85" y="9"/>
                  <a:pt x="85" y="10"/>
                  <a:pt x="84" y="10"/>
                </a:cubicBezTo>
                <a:cubicBezTo>
                  <a:pt x="84" y="10"/>
                  <a:pt x="84" y="10"/>
                  <a:pt x="84" y="10"/>
                </a:cubicBezTo>
                <a:cubicBezTo>
                  <a:pt x="84" y="10"/>
                  <a:pt x="84" y="10"/>
                  <a:pt x="84" y="10"/>
                </a:cubicBezTo>
                <a:cubicBezTo>
                  <a:pt x="84" y="11"/>
                  <a:pt x="84" y="11"/>
                  <a:pt x="84" y="11"/>
                </a:cubicBezTo>
                <a:cubicBezTo>
                  <a:pt x="84" y="11"/>
                  <a:pt x="84" y="11"/>
                  <a:pt x="84" y="11"/>
                </a:cubicBezTo>
                <a:cubicBezTo>
                  <a:pt x="84" y="11"/>
                  <a:pt x="84" y="11"/>
                  <a:pt x="84" y="11"/>
                </a:cubicBezTo>
                <a:cubicBezTo>
                  <a:pt x="85" y="11"/>
                  <a:pt x="86" y="11"/>
                  <a:pt x="87" y="11"/>
                </a:cubicBezTo>
                <a:cubicBezTo>
                  <a:pt x="87" y="11"/>
                  <a:pt x="88" y="11"/>
                  <a:pt x="88" y="11"/>
                </a:cubicBezTo>
                <a:cubicBezTo>
                  <a:pt x="88" y="11"/>
                  <a:pt x="88" y="11"/>
                  <a:pt x="88" y="11"/>
                </a:cubicBezTo>
                <a:cubicBezTo>
                  <a:pt x="88" y="12"/>
                  <a:pt x="88" y="12"/>
                  <a:pt x="88" y="12"/>
                </a:cubicBezTo>
                <a:cubicBezTo>
                  <a:pt x="88" y="12"/>
                  <a:pt x="88" y="12"/>
                  <a:pt x="88" y="13"/>
                </a:cubicBezTo>
                <a:cubicBezTo>
                  <a:pt x="88" y="13"/>
                  <a:pt x="88" y="13"/>
                  <a:pt x="88" y="13"/>
                </a:cubicBezTo>
                <a:cubicBezTo>
                  <a:pt x="88" y="13"/>
                  <a:pt x="88" y="13"/>
                  <a:pt x="88" y="13"/>
                </a:cubicBezTo>
                <a:cubicBezTo>
                  <a:pt x="87" y="13"/>
                  <a:pt x="87" y="12"/>
                  <a:pt x="86" y="12"/>
                </a:cubicBezTo>
                <a:cubicBezTo>
                  <a:pt x="85" y="12"/>
                  <a:pt x="84" y="12"/>
                  <a:pt x="84" y="13"/>
                </a:cubicBezTo>
                <a:cubicBezTo>
                  <a:pt x="84" y="13"/>
                  <a:pt x="84" y="13"/>
                  <a:pt x="84" y="13"/>
                </a:cubicBezTo>
                <a:cubicBezTo>
                  <a:pt x="84" y="13"/>
                  <a:pt x="84" y="14"/>
                  <a:pt x="84" y="15"/>
                </a:cubicBezTo>
                <a:cubicBezTo>
                  <a:pt x="84" y="15"/>
                  <a:pt x="84" y="16"/>
                  <a:pt x="84" y="16"/>
                </a:cubicBezTo>
                <a:cubicBezTo>
                  <a:pt x="83" y="17"/>
                  <a:pt x="83" y="17"/>
                  <a:pt x="83" y="18"/>
                </a:cubicBezTo>
                <a:cubicBezTo>
                  <a:pt x="83" y="18"/>
                  <a:pt x="83" y="18"/>
                  <a:pt x="83" y="18"/>
                </a:cubicBezTo>
                <a:cubicBezTo>
                  <a:pt x="83" y="18"/>
                  <a:pt x="83" y="18"/>
                  <a:pt x="83" y="18"/>
                </a:cubicBezTo>
                <a:cubicBezTo>
                  <a:pt x="82" y="18"/>
                  <a:pt x="82" y="18"/>
                  <a:pt x="82" y="18"/>
                </a:cubicBezTo>
                <a:cubicBezTo>
                  <a:pt x="81" y="17"/>
                  <a:pt x="80" y="17"/>
                  <a:pt x="80" y="17"/>
                </a:cubicBezTo>
                <a:cubicBezTo>
                  <a:pt x="80" y="17"/>
                  <a:pt x="79" y="16"/>
                  <a:pt x="79" y="16"/>
                </a:cubicBezTo>
                <a:cubicBezTo>
                  <a:pt x="79" y="16"/>
                  <a:pt x="79" y="16"/>
                  <a:pt x="80" y="16"/>
                </a:cubicBezTo>
                <a:cubicBezTo>
                  <a:pt x="80" y="16"/>
                  <a:pt x="80" y="16"/>
                  <a:pt x="81" y="16"/>
                </a:cubicBezTo>
                <a:cubicBezTo>
                  <a:pt x="81" y="16"/>
                  <a:pt x="81" y="16"/>
                  <a:pt x="81" y="16"/>
                </a:cubicBezTo>
                <a:cubicBezTo>
                  <a:pt x="82" y="16"/>
                  <a:pt x="82" y="16"/>
                  <a:pt x="82" y="16"/>
                </a:cubicBezTo>
                <a:cubicBezTo>
                  <a:pt x="82" y="16"/>
                  <a:pt x="82" y="15"/>
                  <a:pt x="82" y="15"/>
                </a:cubicBezTo>
                <a:cubicBezTo>
                  <a:pt x="82" y="15"/>
                  <a:pt x="82" y="14"/>
                  <a:pt x="82" y="14"/>
                </a:cubicBezTo>
                <a:cubicBezTo>
                  <a:pt x="82" y="13"/>
                  <a:pt x="82" y="13"/>
                  <a:pt x="82" y="13"/>
                </a:cubicBezTo>
                <a:cubicBezTo>
                  <a:pt x="82" y="13"/>
                  <a:pt x="82" y="13"/>
                  <a:pt x="82" y="13"/>
                </a:cubicBezTo>
                <a:cubicBezTo>
                  <a:pt x="82" y="13"/>
                  <a:pt x="82" y="13"/>
                  <a:pt x="81" y="13"/>
                </a:cubicBezTo>
                <a:cubicBezTo>
                  <a:pt x="80" y="13"/>
                  <a:pt x="79" y="13"/>
                  <a:pt x="78" y="13"/>
                </a:cubicBezTo>
                <a:cubicBezTo>
                  <a:pt x="78" y="14"/>
                  <a:pt x="78" y="14"/>
                  <a:pt x="77" y="14"/>
                </a:cubicBezTo>
                <a:cubicBezTo>
                  <a:pt x="77" y="14"/>
                  <a:pt x="77" y="14"/>
                  <a:pt x="77" y="14"/>
                </a:cubicBezTo>
                <a:cubicBezTo>
                  <a:pt x="77" y="14"/>
                  <a:pt x="77" y="14"/>
                  <a:pt x="77" y="14"/>
                </a:cubicBezTo>
                <a:cubicBezTo>
                  <a:pt x="77" y="13"/>
                  <a:pt x="77" y="13"/>
                  <a:pt x="77" y="13"/>
                </a:cubicBezTo>
                <a:cubicBezTo>
                  <a:pt x="77" y="13"/>
                  <a:pt x="77" y="13"/>
                  <a:pt x="77" y="13"/>
                </a:cubicBezTo>
                <a:cubicBezTo>
                  <a:pt x="77" y="13"/>
                  <a:pt x="77" y="13"/>
                  <a:pt x="77" y="13"/>
                </a:cubicBezTo>
                <a:cubicBezTo>
                  <a:pt x="78" y="13"/>
                  <a:pt x="78" y="13"/>
                  <a:pt x="79" y="12"/>
                </a:cubicBezTo>
                <a:cubicBezTo>
                  <a:pt x="80" y="12"/>
                  <a:pt x="81" y="12"/>
                  <a:pt x="82" y="12"/>
                </a:cubicBezTo>
                <a:cubicBezTo>
                  <a:pt x="82" y="11"/>
                  <a:pt x="82" y="11"/>
                  <a:pt x="82" y="11"/>
                </a:cubicBezTo>
                <a:cubicBezTo>
                  <a:pt x="82" y="11"/>
                  <a:pt x="82" y="11"/>
                  <a:pt x="82" y="11"/>
                </a:cubicBezTo>
                <a:cubicBezTo>
                  <a:pt x="82" y="11"/>
                  <a:pt x="82" y="10"/>
                  <a:pt x="82" y="10"/>
                </a:cubicBezTo>
                <a:cubicBezTo>
                  <a:pt x="82" y="10"/>
                  <a:pt x="82" y="10"/>
                  <a:pt x="83" y="10"/>
                </a:cubicBezTo>
                <a:cubicBezTo>
                  <a:pt x="83" y="10"/>
                  <a:pt x="83" y="10"/>
                  <a:pt x="83" y="10"/>
                </a:cubicBezTo>
                <a:cubicBezTo>
                  <a:pt x="83" y="10"/>
                  <a:pt x="83" y="10"/>
                  <a:pt x="83" y="10"/>
                </a:cubicBezTo>
                <a:cubicBezTo>
                  <a:pt x="84" y="10"/>
                  <a:pt x="84" y="9"/>
                  <a:pt x="84" y="9"/>
                </a:cubicBezTo>
                <a:cubicBezTo>
                  <a:pt x="84" y="9"/>
                  <a:pt x="84" y="9"/>
                  <a:pt x="84" y="9"/>
                </a:cubicBezTo>
                <a:cubicBezTo>
                  <a:pt x="84" y="9"/>
                  <a:pt x="84" y="9"/>
                  <a:pt x="83" y="9"/>
                </a:cubicBezTo>
                <a:cubicBezTo>
                  <a:pt x="83" y="9"/>
                  <a:pt x="83" y="9"/>
                  <a:pt x="82" y="9"/>
                </a:cubicBezTo>
                <a:cubicBezTo>
                  <a:pt x="82" y="9"/>
                  <a:pt x="82" y="9"/>
                  <a:pt x="82" y="9"/>
                </a:cubicBezTo>
                <a:cubicBezTo>
                  <a:pt x="82" y="9"/>
                  <a:pt x="82" y="10"/>
                  <a:pt x="81" y="10"/>
                </a:cubicBezTo>
                <a:cubicBezTo>
                  <a:pt x="81" y="10"/>
                  <a:pt x="81" y="10"/>
                  <a:pt x="81" y="10"/>
                </a:cubicBezTo>
                <a:cubicBezTo>
                  <a:pt x="80" y="10"/>
                  <a:pt x="80" y="10"/>
                  <a:pt x="80" y="10"/>
                </a:cubicBezTo>
                <a:cubicBezTo>
                  <a:pt x="80" y="10"/>
                  <a:pt x="80" y="11"/>
                  <a:pt x="80" y="11"/>
                </a:cubicBezTo>
                <a:cubicBezTo>
                  <a:pt x="80" y="11"/>
                  <a:pt x="79" y="10"/>
                  <a:pt x="79" y="10"/>
                </a:cubicBezTo>
                <a:cubicBezTo>
                  <a:pt x="79" y="10"/>
                  <a:pt x="79" y="10"/>
                  <a:pt x="79" y="9"/>
                </a:cubicBezTo>
                <a:cubicBezTo>
                  <a:pt x="79" y="9"/>
                  <a:pt x="79" y="9"/>
                  <a:pt x="79" y="9"/>
                </a:cubicBezTo>
                <a:cubicBezTo>
                  <a:pt x="80" y="9"/>
                  <a:pt x="81" y="9"/>
                  <a:pt x="81" y="9"/>
                </a:cubicBezTo>
                <a:cubicBezTo>
                  <a:pt x="82" y="8"/>
                  <a:pt x="83" y="8"/>
                  <a:pt x="84" y="8"/>
                </a:cubicBezTo>
                <a:cubicBezTo>
                  <a:pt x="84" y="8"/>
                  <a:pt x="84" y="8"/>
                  <a:pt x="85" y="8"/>
                </a:cubicBezTo>
                <a:cubicBezTo>
                  <a:pt x="85" y="8"/>
                  <a:pt x="85" y="8"/>
                  <a:pt x="85" y="9"/>
                </a:cubicBezTo>
                <a:cubicBezTo>
                  <a:pt x="86" y="9"/>
                  <a:pt x="86" y="9"/>
                  <a:pt x="86" y="9"/>
                </a:cubicBezTo>
                <a:cubicBezTo>
                  <a:pt x="86" y="9"/>
                  <a:pt x="86" y="9"/>
                  <a:pt x="87" y="8"/>
                </a:cubicBezTo>
                <a:cubicBezTo>
                  <a:pt x="87" y="8"/>
                  <a:pt x="87" y="8"/>
                  <a:pt x="87" y="7"/>
                </a:cubicBezTo>
                <a:cubicBezTo>
                  <a:pt x="87" y="7"/>
                  <a:pt x="87" y="7"/>
                  <a:pt x="87" y="7"/>
                </a:cubicBezTo>
                <a:cubicBezTo>
                  <a:pt x="86" y="6"/>
                  <a:pt x="86" y="6"/>
                  <a:pt x="86" y="6"/>
                </a:cubicBezTo>
                <a:cubicBezTo>
                  <a:pt x="86" y="6"/>
                  <a:pt x="85" y="6"/>
                  <a:pt x="84" y="7"/>
                </a:cubicBezTo>
                <a:cubicBezTo>
                  <a:pt x="84" y="7"/>
                  <a:pt x="83" y="7"/>
                  <a:pt x="83" y="7"/>
                </a:cubicBezTo>
                <a:cubicBezTo>
                  <a:pt x="83" y="7"/>
                  <a:pt x="82" y="7"/>
                  <a:pt x="82" y="7"/>
                </a:cubicBezTo>
                <a:cubicBezTo>
                  <a:pt x="81" y="7"/>
                  <a:pt x="81" y="7"/>
                  <a:pt x="80" y="8"/>
                </a:cubicBezTo>
                <a:cubicBezTo>
                  <a:pt x="80" y="8"/>
                  <a:pt x="80" y="8"/>
                  <a:pt x="79" y="8"/>
                </a:cubicBezTo>
                <a:cubicBezTo>
                  <a:pt x="79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9" y="7"/>
                </a:cubicBezTo>
                <a:cubicBezTo>
                  <a:pt x="80" y="7"/>
                  <a:pt x="81" y="6"/>
                  <a:pt x="82" y="6"/>
                </a:cubicBezTo>
                <a:cubicBezTo>
                  <a:pt x="82" y="6"/>
                  <a:pt x="83" y="6"/>
                  <a:pt x="83" y="5"/>
                </a:cubicBezTo>
                <a:cubicBezTo>
                  <a:pt x="84" y="4"/>
                  <a:pt x="84" y="3"/>
                  <a:pt x="85" y="2"/>
                </a:cubicBezTo>
                <a:cubicBezTo>
                  <a:pt x="85" y="2"/>
                  <a:pt x="85" y="2"/>
                  <a:pt x="85" y="2"/>
                </a:cubicBezTo>
                <a:cubicBezTo>
                  <a:pt x="86" y="2"/>
                  <a:pt x="86" y="2"/>
                  <a:pt x="86" y="2"/>
                </a:cubicBezTo>
                <a:cubicBezTo>
                  <a:pt x="86" y="3"/>
                  <a:pt x="87" y="3"/>
                  <a:pt x="87" y="3"/>
                </a:cubicBezTo>
                <a:cubicBezTo>
                  <a:pt x="87" y="3"/>
                  <a:pt x="87" y="3"/>
                  <a:pt x="86" y="3"/>
                </a:cubicBezTo>
                <a:cubicBezTo>
                  <a:pt x="86" y="3"/>
                  <a:pt x="86" y="4"/>
                  <a:pt x="86" y="4"/>
                </a:cubicBezTo>
                <a:cubicBezTo>
                  <a:pt x="86" y="4"/>
                  <a:pt x="85" y="4"/>
                  <a:pt x="85" y="5"/>
                </a:cubicBezTo>
                <a:cubicBezTo>
                  <a:pt x="85" y="5"/>
                  <a:pt x="84" y="5"/>
                  <a:pt x="84" y="5"/>
                </a:cubicBezTo>
                <a:cubicBezTo>
                  <a:pt x="84" y="5"/>
                  <a:pt x="84" y="5"/>
                  <a:pt x="84" y="6"/>
                </a:cubicBezTo>
                <a:close/>
                <a:moveTo>
                  <a:pt x="83" y="2"/>
                </a:moveTo>
                <a:cubicBezTo>
                  <a:pt x="83" y="2"/>
                  <a:pt x="83" y="2"/>
                  <a:pt x="83" y="3"/>
                </a:cubicBezTo>
                <a:cubicBezTo>
                  <a:pt x="83" y="3"/>
                  <a:pt x="83" y="3"/>
                  <a:pt x="83" y="3"/>
                </a:cubicBezTo>
                <a:cubicBezTo>
                  <a:pt x="82" y="3"/>
                  <a:pt x="82" y="4"/>
                  <a:pt x="82" y="4"/>
                </a:cubicBezTo>
                <a:cubicBezTo>
                  <a:pt x="82" y="4"/>
                  <a:pt x="82" y="4"/>
                  <a:pt x="82" y="4"/>
                </a:cubicBezTo>
                <a:cubicBezTo>
                  <a:pt x="82" y="4"/>
                  <a:pt x="81" y="4"/>
                  <a:pt x="81" y="4"/>
                </a:cubicBezTo>
                <a:cubicBezTo>
                  <a:pt x="81" y="4"/>
                  <a:pt x="81" y="3"/>
                  <a:pt x="81" y="3"/>
                </a:cubicBezTo>
                <a:cubicBezTo>
                  <a:pt x="81" y="3"/>
                  <a:pt x="81" y="3"/>
                  <a:pt x="81" y="3"/>
                </a:cubicBezTo>
                <a:cubicBezTo>
                  <a:pt x="81" y="3"/>
                  <a:pt x="81" y="3"/>
                  <a:pt x="82" y="3"/>
                </a:cubicBezTo>
                <a:cubicBezTo>
                  <a:pt x="82" y="3"/>
                  <a:pt x="82" y="3"/>
                  <a:pt x="82" y="3"/>
                </a:cubicBezTo>
                <a:cubicBezTo>
                  <a:pt x="82" y="3"/>
                  <a:pt x="82" y="3"/>
                  <a:pt x="82" y="3"/>
                </a:cubicBezTo>
                <a:cubicBezTo>
                  <a:pt x="82" y="3"/>
                  <a:pt x="82" y="3"/>
                  <a:pt x="83" y="3"/>
                </a:cubicBezTo>
                <a:cubicBezTo>
                  <a:pt x="83" y="2"/>
                  <a:pt x="83" y="2"/>
                  <a:pt x="83" y="2"/>
                </a:cubicBezTo>
                <a:close/>
                <a:moveTo>
                  <a:pt x="80" y="5"/>
                </a:moveTo>
                <a:cubicBezTo>
                  <a:pt x="80" y="6"/>
                  <a:pt x="80" y="6"/>
                  <a:pt x="80" y="6"/>
                </a:cubicBezTo>
                <a:cubicBezTo>
                  <a:pt x="80" y="6"/>
                  <a:pt x="80" y="6"/>
                  <a:pt x="80" y="6"/>
                </a:cubicBezTo>
                <a:cubicBezTo>
                  <a:pt x="79" y="6"/>
                  <a:pt x="79" y="6"/>
                  <a:pt x="79" y="6"/>
                </a:cubicBezTo>
                <a:cubicBezTo>
                  <a:pt x="79" y="6"/>
                  <a:pt x="78" y="6"/>
                  <a:pt x="78" y="6"/>
                </a:cubicBezTo>
                <a:cubicBezTo>
                  <a:pt x="78" y="6"/>
                  <a:pt x="78" y="5"/>
                  <a:pt x="78" y="5"/>
                </a:cubicBezTo>
                <a:cubicBezTo>
                  <a:pt x="78" y="5"/>
                  <a:pt x="78" y="5"/>
                  <a:pt x="78" y="4"/>
                </a:cubicBezTo>
                <a:cubicBezTo>
                  <a:pt x="78" y="4"/>
                  <a:pt x="78" y="4"/>
                  <a:pt x="78" y="4"/>
                </a:cubicBezTo>
                <a:cubicBezTo>
                  <a:pt x="78" y="4"/>
                  <a:pt x="78" y="4"/>
                  <a:pt x="79" y="4"/>
                </a:cubicBezTo>
                <a:cubicBezTo>
                  <a:pt x="79" y="4"/>
                  <a:pt x="79" y="4"/>
                  <a:pt x="79" y="4"/>
                </a:cubicBezTo>
                <a:cubicBezTo>
                  <a:pt x="79" y="4"/>
                  <a:pt x="79" y="4"/>
                  <a:pt x="80" y="4"/>
                </a:cubicBezTo>
                <a:cubicBezTo>
                  <a:pt x="80" y="5"/>
                  <a:pt x="80" y="5"/>
                  <a:pt x="80" y="5"/>
                </a:cubicBezTo>
                <a:close/>
                <a:moveTo>
                  <a:pt x="77" y="9"/>
                </a:moveTo>
                <a:cubicBezTo>
                  <a:pt x="77" y="10"/>
                  <a:pt x="77" y="10"/>
                  <a:pt x="77" y="10"/>
                </a:cubicBezTo>
                <a:cubicBezTo>
                  <a:pt x="77" y="10"/>
                  <a:pt x="77" y="10"/>
                  <a:pt x="77" y="10"/>
                </a:cubicBezTo>
                <a:cubicBezTo>
                  <a:pt x="77" y="10"/>
                  <a:pt x="77" y="11"/>
                  <a:pt x="77" y="11"/>
                </a:cubicBezTo>
                <a:cubicBezTo>
                  <a:pt x="76" y="11"/>
                  <a:pt x="76" y="10"/>
                  <a:pt x="76" y="10"/>
                </a:cubicBezTo>
                <a:cubicBezTo>
                  <a:pt x="75" y="10"/>
                  <a:pt x="75" y="10"/>
                  <a:pt x="75" y="10"/>
                </a:cubicBezTo>
                <a:cubicBezTo>
                  <a:pt x="75" y="10"/>
                  <a:pt x="75" y="9"/>
                  <a:pt x="75" y="9"/>
                </a:cubicBezTo>
                <a:cubicBezTo>
                  <a:pt x="75" y="9"/>
                  <a:pt x="76" y="9"/>
                  <a:pt x="76" y="9"/>
                </a:cubicBezTo>
                <a:cubicBezTo>
                  <a:pt x="76" y="8"/>
                  <a:pt x="77" y="8"/>
                  <a:pt x="77" y="8"/>
                </a:cubicBezTo>
                <a:cubicBezTo>
                  <a:pt x="77" y="8"/>
                  <a:pt x="77" y="8"/>
                  <a:pt x="77" y="8"/>
                </a:cubicBezTo>
                <a:cubicBezTo>
                  <a:pt x="77" y="9"/>
                  <a:pt x="77" y="9"/>
                  <a:pt x="77" y="9"/>
                </a:cubicBezTo>
                <a:cubicBezTo>
                  <a:pt x="77" y="9"/>
                  <a:pt x="77" y="9"/>
                  <a:pt x="77" y="9"/>
                </a:cubicBezTo>
                <a:close/>
                <a:moveTo>
                  <a:pt x="118" y="15"/>
                </a:moveTo>
                <a:cubicBezTo>
                  <a:pt x="118" y="15"/>
                  <a:pt x="118" y="15"/>
                  <a:pt x="117" y="15"/>
                </a:cubicBezTo>
                <a:cubicBezTo>
                  <a:pt x="117" y="15"/>
                  <a:pt x="117" y="15"/>
                  <a:pt x="116" y="15"/>
                </a:cubicBezTo>
                <a:cubicBezTo>
                  <a:pt x="115" y="15"/>
                  <a:pt x="114" y="15"/>
                  <a:pt x="114" y="15"/>
                </a:cubicBezTo>
                <a:cubicBezTo>
                  <a:pt x="113" y="15"/>
                  <a:pt x="113" y="15"/>
                  <a:pt x="113" y="14"/>
                </a:cubicBezTo>
                <a:cubicBezTo>
                  <a:pt x="113" y="14"/>
                  <a:pt x="113" y="14"/>
                  <a:pt x="113" y="14"/>
                </a:cubicBezTo>
                <a:cubicBezTo>
                  <a:pt x="113" y="13"/>
                  <a:pt x="112" y="13"/>
                  <a:pt x="112" y="13"/>
                </a:cubicBezTo>
                <a:cubicBezTo>
                  <a:pt x="111" y="12"/>
                  <a:pt x="111" y="12"/>
                  <a:pt x="110" y="12"/>
                </a:cubicBezTo>
                <a:cubicBezTo>
                  <a:pt x="110" y="12"/>
                  <a:pt x="110" y="11"/>
                  <a:pt x="110" y="11"/>
                </a:cubicBezTo>
                <a:cubicBezTo>
                  <a:pt x="110" y="11"/>
                  <a:pt x="110" y="12"/>
                  <a:pt x="110" y="12"/>
                </a:cubicBezTo>
                <a:cubicBezTo>
                  <a:pt x="110" y="12"/>
                  <a:pt x="110" y="12"/>
                  <a:pt x="110" y="13"/>
                </a:cubicBezTo>
                <a:cubicBezTo>
                  <a:pt x="110" y="14"/>
                  <a:pt x="110" y="14"/>
                  <a:pt x="110" y="15"/>
                </a:cubicBezTo>
                <a:cubicBezTo>
                  <a:pt x="110" y="16"/>
                  <a:pt x="110" y="16"/>
                  <a:pt x="110" y="17"/>
                </a:cubicBezTo>
                <a:cubicBezTo>
                  <a:pt x="110" y="17"/>
                  <a:pt x="110" y="17"/>
                  <a:pt x="110" y="17"/>
                </a:cubicBezTo>
                <a:cubicBezTo>
                  <a:pt x="110" y="17"/>
                  <a:pt x="110" y="17"/>
                  <a:pt x="110" y="17"/>
                </a:cubicBezTo>
                <a:cubicBezTo>
                  <a:pt x="109" y="17"/>
                  <a:pt x="109" y="17"/>
                  <a:pt x="109" y="17"/>
                </a:cubicBezTo>
                <a:cubicBezTo>
                  <a:pt x="109" y="17"/>
                  <a:pt x="108" y="17"/>
                  <a:pt x="108" y="17"/>
                </a:cubicBezTo>
                <a:cubicBezTo>
                  <a:pt x="107" y="16"/>
                  <a:pt x="107" y="16"/>
                  <a:pt x="106" y="16"/>
                </a:cubicBezTo>
                <a:cubicBezTo>
                  <a:pt x="106" y="15"/>
                  <a:pt x="105" y="15"/>
                  <a:pt x="105" y="15"/>
                </a:cubicBezTo>
                <a:cubicBezTo>
                  <a:pt x="105" y="15"/>
                  <a:pt x="105" y="15"/>
                  <a:pt x="105" y="15"/>
                </a:cubicBezTo>
                <a:cubicBezTo>
                  <a:pt x="105" y="15"/>
                  <a:pt x="105" y="15"/>
                  <a:pt x="106" y="15"/>
                </a:cubicBezTo>
                <a:cubicBezTo>
                  <a:pt x="106" y="15"/>
                  <a:pt x="107" y="15"/>
                  <a:pt x="107" y="15"/>
                </a:cubicBezTo>
                <a:cubicBezTo>
                  <a:pt x="108" y="15"/>
                  <a:pt x="108" y="15"/>
                  <a:pt x="108" y="15"/>
                </a:cubicBezTo>
                <a:cubicBezTo>
                  <a:pt x="108" y="15"/>
                  <a:pt x="108" y="15"/>
                  <a:pt x="108" y="15"/>
                </a:cubicBezTo>
                <a:cubicBezTo>
                  <a:pt x="108" y="14"/>
                  <a:pt x="108" y="14"/>
                  <a:pt x="108" y="13"/>
                </a:cubicBezTo>
                <a:cubicBezTo>
                  <a:pt x="108" y="12"/>
                  <a:pt x="108" y="12"/>
                  <a:pt x="108" y="11"/>
                </a:cubicBezTo>
                <a:cubicBezTo>
                  <a:pt x="108" y="10"/>
                  <a:pt x="108" y="9"/>
                  <a:pt x="108" y="8"/>
                </a:cubicBezTo>
                <a:cubicBezTo>
                  <a:pt x="108" y="8"/>
                  <a:pt x="108" y="8"/>
                  <a:pt x="108" y="8"/>
                </a:cubicBezTo>
                <a:cubicBezTo>
                  <a:pt x="108" y="8"/>
                  <a:pt x="108" y="8"/>
                  <a:pt x="108" y="8"/>
                </a:cubicBezTo>
                <a:cubicBezTo>
                  <a:pt x="108" y="8"/>
                  <a:pt x="107" y="8"/>
                  <a:pt x="106" y="8"/>
                </a:cubicBezTo>
                <a:cubicBezTo>
                  <a:pt x="106" y="8"/>
                  <a:pt x="105" y="8"/>
                  <a:pt x="105" y="8"/>
                </a:cubicBezTo>
                <a:cubicBezTo>
                  <a:pt x="105" y="8"/>
                  <a:pt x="105" y="8"/>
                  <a:pt x="105" y="8"/>
                </a:cubicBezTo>
                <a:cubicBezTo>
                  <a:pt x="104" y="8"/>
                  <a:pt x="104" y="8"/>
                  <a:pt x="104" y="8"/>
                </a:cubicBezTo>
                <a:cubicBezTo>
                  <a:pt x="104" y="8"/>
                  <a:pt x="104" y="8"/>
                  <a:pt x="104" y="7"/>
                </a:cubicBezTo>
                <a:cubicBezTo>
                  <a:pt x="104" y="7"/>
                  <a:pt x="104" y="7"/>
                  <a:pt x="104" y="7"/>
                </a:cubicBezTo>
                <a:cubicBezTo>
                  <a:pt x="104" y="7"/>
                  <a:pt x="104" y="7"/>
                  <a:pt x="104" y="7"/>
                </a:cubicBezTo>
                <a:cubicBezTo>
                  <a:pt x="104" y="7"/>
                  <a:pt x="105" y="6"/>
                  <a:pt x="105" y="6"/>
                </a:cubicBezTo>
                <a:cubicBezTo>
                  <a:pt x="106" y="6"/>
                  <a:pt x="107" y="6"/>
                  <a:pt x="107" y="6"/>
                </a:cubicBezTo>
                <a:cubicBezTo>
                  <a:pt x="107" y="6"/>
                  <a:pt x="108" y="6"/>
                  <a:pt x="108" y="6"/>
                </a:cubicBezTo>
                <a:cubicBezTo>
                  <a:pt x="108" y="6"/>
                  <a:pt x="108" y="6"/>
                  <a:pt x="108" y="6"/>
                </a:cubicBezTo>
                <a:lnTo>
                  <a:pt x="108" y="5"/>
                </a:lnTo>
                <a:cubicBezTo>
                  <a:pt x="108" y="4"/>
                  <a:pt x="108" y="4"/>
                  <a:pt x="108" y="3"/>
                </a:cubicBezTo>
                <a:cubicBezTo>
                  <a:pt x="108" y="3"/>
                  <a:pt x="108" y="3"/>
                  <a:pt x="109" y="2"/>
                </a:cubicBezTo>
                <a:cubicBezTo>
                  <a:pt x="109" y="2"/>
                  <a:pt x="109" y="1"/>
                  <a:pt x="109" y="1"/>
                </a:cubicBezTo>
                <a:cubicBezTo>
                  <a:pt x="109" y="1"/>
                  <a:pt x="109" y="1"/>
                  <a:pt x="109" y="1"/>
                </a:cubicBezTo>
                <a:cubicBezTo>
                  <a:pt x="109" y="1"/>
                  <a:pt x="109" y="1"/>
                  <a:pt x="110" y="1"/>
                </a:cubicBezTo>
                <a:cubicBezTo>
                  <a:pt x="110" y="1"/>
                  <a:pt x="110" y="1"/>
                  <a:pt x="110" y="1"/>
                </a:cubicBezTo>
                <a:cubicBezTo>
                  <a:pt x="110" y="2"/>
                  <a:pt x="110" y="2"/>
                  <a:pt x="110" y="2"/>
                </a:cubicBezTo>
                <a:cubicBezTo>
                  <a:pt x="110" y="2"/>
                  <a:pt x="110" y="3"/>
                  <a:pt x="110" y="3"/>
                </a:cubicBezTo>
                <a:lnTo>
                  <a:pt x="110" y="4"/>
                </a:lnTo>
                <a:lnTo>
                  <a:pt x="110" y="5"/>
                </a:lnTo>
                <a:cubicBezTo>
                  <a:pt x="110" y="5"/>
                  <a:pt x="110" y="5"/>
                  <a:pt x="110" y="5"/>
                </a:cubicBezTo>
                <a:cubicBezTo>
                  <a:pt x="110" y="5"/>
                  <a:pt x="110" y="5"/>
                  <a:pt x="110" y="5"/>
                </a:cubicBezTo>
                <a:cubicBezTo>
                  <a:pt x="111" y="5"/>
                  <a:pt x="111" y="5"/>
                  <a:pt x="111" y="5"/>
                </a:cubicBezTo>
                <a:cubicBezTo>
                  <a:pt x="111" y="5"/>
                  <a:pt x="112" y="5"/>
                  <a:pt x="112" y="5"/>
                </a:cubicBezTo>
                <a:cubicBezTo>
                  <a:pt x="112" y="6"/>
                  <a:pt x="112" y="6"/>
                  <a:pt x="112" y="6"/>
                </a:cubicBezTo>
                <a:cubicBezTo>
                  <a:pt x="112" y="6"/>
                  <a:pt x="112" y="6"/>
                  <a:pt x="112" y="6"/>
                </a:cubicBezTo>
                <a:cubicBezTo>
                  <a:pt x="112" y="7"/>
                  <a:pt x="112" y="7"/>
                  <a:pt x="112" y="7"/>
                </a:cubicBezTo>
                <a:cubicBezTo>
                  <a:pt x="112" y="7"/>
                  <a:pt x="111" y="7"/>
                  <a:pt x="111" y="7"/>
                </a:cubicBezTo>
                <a:cubicBezTo>
                  <a:pt x="111" y="7"/>
                  <a:pt x="110" y="7"/>
                  <a:pt x="110" y="7"/>
                </a:cubicBezTo>
                <a:cubicBezTo>
                  <a:pt x="110" y="7"/>
                  <a:pt x="110" y="7"/>
                  <a:pt x="110" y="7"/>
                </a:cubicBezTo>
                <a:cubicBezTo>
                  <a:pt x="109" y="7"/>
                  <a:pt x="109" y="8"/>
                  <a:pt x="109" y="8"/>
                </a:cubicBezTo>
                <a:cubicBezTo>
                  <a:pt x="109" y="8"/>
                  <a:pt x="109" y="8"/>
                  <a:pt x="109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1" y="9"/>
                  <a:pt x="111" y="9"/>
                </a:cubicBezTo>
                <a:cubicBezTo>
                  <a:pt x="112" y="8"/>
                  <a:pt x="112" y="8"/>
                  <a:pt x="113" y="7"/>
                </a:cubicBezTo>
                <a:cubicBezTo>
                  <a:pt x="113" y="7"/>
                  <a:pt x="113" y="7"/>
                  <a:pt x="113" y="7"/>
                </a:cubicBezTo>
                <a:cubicBezTo>
                  <a:pt x="113" y="7"/>
                  <a:pt x="113" y="7"/>
                  <a:pt x="114" y="8"/>
                </a:cubicBezTo>
                <a:cubicBezTo>
                  <a:pt x="114" y="8"/>
                  <a:pt x="114" y="8"/>
                  <a:pt x="114" y="8"/>
                </a:cubicBezTo>
                <a:cubicBezTo>
                  <a:pt x="114" y="8"/>
                  <a:pt x="114" y="8"/>
                  <a:pt x="113" y="8"/>
                </a:cubicBezTo>
                <a:cubicBezTo>
                  <a:pt x="113" y="8"/>
                  <a:pt x="113" y="9"/>
                  <a:pt x="113" y="9"/>
                </a:cubicBezTo>
                <a:cubicBezTo>
                  <a:pt x="112" y="9"/>
                  <a:pt x="112" y="9"/>
                  <a:pt x="111" y="10"/>
                </a:cubicBezTo>
                <a:cubicBezTo>
                  <a:pt x="111" y="10"/>
                  <a:pt x="111" y="10"/>
                  <a:pt x="111" y="10"/>
                </a:cubicBezTo>
                <a:cubicBezTo>
                  <a:pt x="111" y="10"/>
                  <a:pt x="111" y="10"/>
                  <a:pt x="111" y="10"/>
                </a:cubicBezTo>
                <a:cubicBezTo>
                  <a:pt x="111" y="11"/>
                  <a:pt x="111" y="11"/>
                  <a:pt x="112" y="11"/>
                </a:cubicBezTo>
                <a:cubicBezTo>
                  <a:pt x="112" y="12"/>
                  <a:pt x="113" y="12"/>
                  <a:pt x="113" y="12"/>
                </a:cubicBezTo>
                <a:cubicBezTo>
                  <a:pt x="114" y="13"/>
                  <a:pt x="114" y="13"/>
                  <a:pt x="115" y="13"/>
                </a:cubicBezTo>
                <a:cubicBezTo>
                  <a:pt x="117" y="14"/>
                  <a:pt x="118" y="14"/>
                  <a:pt x="118" y="15"/>
                </a:cubicBezTo>
                <a:close/>
                <a:moveTo>
                  <a:pt x="113" y="3"/>
                </a:moveTo>
                <a:cubicBezTo>
                  <a:pt x="113" y="3"/>
                  <a:pt x="113" y="3"/>
                  <a:pt x="113" y="3"/>
                </a:cubicBezTo>
                <a:cubicBezTo>
                  <a:pt x="113" y="3"/>
                  <a:pt x="113" y="3"/>
                  <a:pt x="114" y="3"/>
                </a:cubicBezTo>
                <a:cubicBezTo>
                  <a:pt x="114" y="4"/>
                  <a:pt x="114" y="4"/>
                  <a:pt x="114" y="4"/>
                </a:cubicBezTo>
                <a:cubicBezTo>
                  <a:pt x="115" y="4"/>
                  <a:pt x="115" y="5"/>
                  <a:pt x="115" y="5"/>
                </a:cubicBezTo>
                <a:cubicBezTo>
                  <a:pt x="115" y="5"/>
                  <a:pt x="115" y="5"/>
                  <a:pt x="114" y="5"/>
                </a:cubicBezTo>
                <a:cubicBezTo>
                  <a:pt x="114" y="5"/>
                  <a:pt x="114" y="5"/>
                  <a:pt x="113" y="5"/>
                </a:cubicBezTo>
                <a:cubicBezTo>
                  <a:pt x="113" y="5"/>
                  <a:pt x="113" y="5"/>
                  <a:pt x="113" y="5"/>
                </a:cubicBezTo>
                <a:cubicBezTo>
                  <a:pt x="112" y="5"/>
                  <a:pt x="112" y="5"/>
                  <a:pt x="112" y="4"/>
                </a:cubicBezTo>
                <a:cubicBezTo>
                  <a:pt x="112" y="4"/>
                  <a:pt x="112" y="4"/>
                  <a:pt x="112" y="4"/>
                </a:cubicBezTo>
                <a:cubicBezTo>
                  <a:pt x="112" y="4"/>
                  <a:pt x="112" y="3"/>
                  <a:pt x="112" y="3"/>
                </a:cubicBezTo>
                <a:cubicBezTo>
                  <a:pt x="112" y="3"/>
                  <a:pt x="113" y="3"/>
                  <a:pt x="113" y="3"/>
                </a:cubicBezTo>
                <a:close/>
                <a:moveTo>
                  <a:pt x="105" y="9"/>
                </a:moveTo>
                <a:cubicBezTo>
                  <a:pt x="105" y="9"/>
                  <a:pt x="105" y="9"/>
                  <a:pt x="105" y="9"/>
                </a:cubicBezTo>
                <a:cubicBezTo>
                  <a:pt x="105" y="9"/>
                  <a:pt x="105" y="9"/>
                  <a:pt x="106" y="9"/>
                </a:cubicBezTo>
                <a:cubicBezTo>
                  <a:pt x="106" y="10"/>
                  <a:pt x="107" y="10"/>
                  <a:pt x="107" y="10"/>
                </a:cubicBezTo>
                <a:cubicBezTo>
                  <a:pt x="107" y="11"/>
                  <a:pt x="106" y="11"/>
                  <a:pt x="106" y="11"/>
                </a:cubicBezTo>
                <a:cubicBezTo>
                  <a:pt x="105" y="11"/>
                  <a:pt x="105" y="11"/>
                  <a:pt x="105" y="11"/>
                </a:cubicBezTo>
                <a:cubicBezTo>
                  <a:pt x="105" y="11"/>
                  <a:pt x="104" y="11"/>
                  <a:pt x="104" y="10"/>
                </a:cubicBezTo>
                <a:cubicBezTo>
                  <a:pt x="104" y="10"/>
                  <a:pt x="104" y="10"/>
                  <a:pt x="104" y="10"/>
                </a:cubicBezTo>
                <a:cubicBezTo>
                  <a:pt x="104" y="9"/>
                  <a:pt x="104" y="9"/>
                  <a:pt x="104" y="9"/>
                </a:cubicBezTo>
                <a:cubicBezTo>
                  <a:pt x="104" y="9"/>
                  <a:pt x="105" y="9"/>
                  <a:pt x="105" y="9"/>
                </a:cubicBezTo>
                <a:close/>
                <a:moveTo>
                  <a:pt x="108" y="11"/>
                </a:moveTo>
                <a:cubicBezTo>
                  <a:pt x="108" y="11"/>
                  <a:pt x="107" y="11"/>
                  <a:pt x="107" y="11"/>
                </a:cubicBezTo>
                <a:cubicBezTo>
                  <a:pt x="107" y="12"/>
                  <a:pt x="107" y="12"/>
                  <a:pt x="107" y="12"/>
                </a:cubicBezTo>
                <a:cubicBezTo>
                  <a:pt x="106" y="12"/>
                  <a:pt x="106" y="12"/>
                  <a:pt x="106" y="13"/>
                </a:cubicBezTo>
                <a:cubicBezTo>
                  <a:pt x="106" y="13"/>
                  <a:pt x="105" y="14"/>
                  <a:pt x="104" y="14"/>
                </a:cubicBezTo>
                <a:cubicBezTo>
                  <a:pt x="104" y="14"/>
                  <a:pt x="104" y="14"/>
                  <a:pt x="104" y="15"/>
                </a:cubicBezTo>
                <a:cubicBezTo>
                  <a:pt x="104" y="15"/>
                  <a:pt x="104" y="15"/>
                  <a:pt x="104" y="15"/>
                </a:cubicBezTo>
                <a:cubicBezTo>
                  <a:pt x="103" y="15"/>
                  <a:pt x="103" y="15"/>
                  <a:pt x="103" y="15"/>
                </a:cubicBezTo>
                <a:cubicBezTo>
                  <a:pt x="103" y="15"/>
                  <a:pt x="103" y="15"/>
                  <a:pt x="103" y="15"/>
                </a:cubicBezTo>
                <a:cubicBezTo>
                  <a:pt x="102" y="14"/>
                  <a:pt x="102" y="14"/>
                  <a:pt x="102" y="14"/>
                </a:cubicBezTo>
                <a:cubicBezTo>
                  <a:pt x="102" y="14"/>
                  <a:pt x="102" y="14"/>
                  <a:pt x="103" y="14"/>
                </a:cubicBezTo>
                <a:cubicBezTo>
                  <a:pt x="103" y="13"/>
                  <a:pt x="104" y="13"/>
                  <a:pt x="104" y="13"/>
                </a:cubicBezTo>
                <a:cubicBezTo>
                  <a:pt x="105" y="12"/>
                  <a:pt x="106" y="11"/>
                  <a:pt x="107" y="11"/>
                </a:cubicBezTo>
                <a:cubicBezTo>
                  <a:pt x="107" y="11"/>
                  <a:pt x="107" y="11"/>
                  <a:pt x="107" y="11"/>
                </a:cubicBezTo>
                <a:cubicBezTo>
                  <a:pt x="107" y="11"/>
                  <a:pt x="108" y="11"/>
                  <a:pt x="108" y="11"/>
                </a:cubicBezTo>
                <a:close/>
                <a:moveTo>
                  <a:pt x="127" y="13"/>
                </a:moveTo>
                <a:cubicBezTo>
                  <a:pt x="127" y="13"/>
                  <a:pt x="127" y="13"/>
                  <a:pt x="127" y="14"/>
                </a:cubicBezTo>
                <a:cubicBezTo>
                  <a:pt x="127" y="14"/>
                  <a:pt x="127" y="14"/>
                  <a:pt x="128" y="14"/>
                </a:cubicBezTo>
                <a:cubicBezTo>
                  <a:pt x="128" y="14"/>
                  <a:pt x="129" y="15"/>
                  <a:pt x="129" y="15"/>
                </a:cubicBezTo>
                <a:cubicBezTo>
                  <a:pt x="130" y="15"/>
                  <a:pt x="130" y="15"/>
                  <a:pt x="131" y="15"/>
                </a:cubicBezTo>
                <a:cubicBezTo>
                  <a:pt x="131" y="16"/>
                  <a:pt x="132" y="16"/>
                  <a:pt x="134" y="16"/>
                </a:cubicBezTo>
                <a:cubicBezTo>
                  <a:pt x="135" y="17"/>
                  <a:pt x="135" y="17"/>
                  <a:pt x="135" y="17"/>
                </a:cubicBezTo>
                <a:cubicBezTo>
                  <a:pt x="135" y="17"/>
                  <a:pt x="135" y="17"/>
                  <a:pt x="135" y="17"/>
                </a:cubicBezTo>
                <a:cubicBezTo>
                  <a:pt x="134" y="18"/>
                  <a:pt x="134" y="18"/>
                  <a:pt x="133" y="18"/>
                </a:cubicBezTo>
                <a:cubicBezTo>
                  <a:pt x="133" y="18"/>
                  <a:pt x="132" y="18"/>
                  <a:pt x="131" y="18"/>
                </a:cubicBezTo>
                <a:cubicBezTo>
                  <a:pt x="131" y="18"/>
                  <a:pt x="130" y="17"/>
                  <a:pt x="130" y="17"/>
                </a:cubicBezTo>
                <a:cubicBezTo>
                  <a:pt x="130" y="17"/>
                  <a:pt x="129" y="17"/>
                  <a:pt x="129" y="17"/>
                </a:cubicBezTo>
                <a:cubicBezTo>
                  <a:pt x="129" y="17"/>
                  <a:pt x="129" y="17"/>
                  <a:pt x="129" y="17"/>
                </a:cubicBezTo>
                <a:cubicBezTo>
                  <a:pt x="129" y="16"/>
                  <a:pt x="129" y="16"/>
                  <a:pt x="129" y="16"/>
                </a:cubicBezTo>
                <a:cubicBezTo>
                  <a:pt x="128" y="15"/>
                  <a:pt x="128" y="15"/>
                  <a:pt x="127" y="15"/>
                </a:cubicBezTo>
                <a:cubicBezTo>
                  <a:pt x="126" y="15"/>
                  <a:pt x="126" y="14"/>
                  <a:pt x="126" y="14"/>
                </a:cubicBezTo>
                <a:cubicBezTo>
                  <a:pt x="125" y="14"/>
                  <a:pt x="125" y="14"/>
                  <a:pt x="124" y="14"/>
                </a:cubicBezTo>
                <a:cubicBezTo>
                  <a:pt x="124" y="13"/>
                  <a:pt x="123" y="13"/>
                  <a:pt x="123" y="13"/>
                </a:cubicBezTo>
                <a:cubicBezTo>
                  <a:pt x="123" y="13"/>
                  <a:pt x="123" y="13"/>
                  <a:pt x="123" y="14"/>
                </a:cubicBezTo>
                <a:cubicBezTo>
                  <a:pt x="123" y="14"/>
                  <a:pt x="122" y="14"/>
                  <a:pt x="122" y="14"/>
                </a:cubicBezTo>
                <a:cubicBezTo>
                  <a:pt x="122" y="14"/>
                  <a:pt x="122" y="15"/>
                  <a:pt x="122" y="15"/>
                </a:cubicBezTo>
                <a:cubicBezTo>
                  <a:pt x="122" y="15"/>
                  <a:pt x="122" y="15"/>
                  <a:pt x="122" y="15"/>
                </a:cubicBezTo>
                <a:cubicBezTo>
                  <a:pt x="121" y="15"/>
                  <a:pt x="121" y="15"/>
                  <a:pt x="120" y="15"/>
                </a:cubicBezTo>
                <a:cubicBezTo>
                  <a:pt x="120" y="16"/>
                  <a:pt x="119" y="16"/>
                  <a:pt x="119" y="16"/>
                </a:cubicBezTo>
                <a:cubicBezTo>
                  <a:pt x="119" y="16"/>
                  <a:pt x="119" y="16"/>
                  <a:pt x="118" y="16"/>
                </a:cubicBezTo>
                <a:cubicBezTo>
                  <a:pt x="118" y="15"/>
                  <a:pt x="118" y="15"/>
                  <a:pt x="118" y="15"/>
                </a:cubicBezTo>
                <a:cubicBezTo>
                  <a:pt x="118" y="15"/>
                  <a:pt x="119" y="15"/>
                  <a:pt x="119" y="15"/>
                </a:cubicBezTo>
                <a:cubicBezTo>
                  <a:pt x="120" y="15"/>
                  <a:pt x="120" y="15"/>
                  <a:pt x="121" y="14"/>
                </a:cubicBezTo>
                <a:cubicBezTo>
                  <a:pt x="121" y="14"/>
                  <a:pt x="122" y="13"/>
                  <a:pt x="122" y="12"/>
                </a:cubicBezTo>
                <a:cubicBezTo>
                  <a:pt x="123" y="11"/>
                  <a:pt x="123" y="11"/>
                  <a:pt x="123" y="11"/>
                </a:cubicBezTo>
                <a:cubicBezTo>
                  <a:pt x="123" y="11"/>
                  <a:pt x="123" y="11"/>
                  <a:pt x="123" y="11"/>
                </a:cubicBezTo>
                <a:cubicBezTo>
                  <a:pt x="123" y="10"/>
                  <a:pt x="123" y="10"/>
                  <a:pt x="123" y="10"/>
                </a:cubicBezTo>
                <a:cubicBezTo>
                  <a:pt x="122" y="10"/>
                  <a:pt x="122" y="11"/>
                  <a:pt x="122" y="11"/>
                </a:cubicBezTo>
                <a:cubicBezTo>
                  <a:pt x="122" y="11"/>
                  <a:pt x="121" y="11"/>
                  <a:pt x="121" y="11"/>
                </a:cubicBezTo>
                <a:cubicBezTo>
                  <a:pt x="120" y="11"/>
                  <a:pt x="120" y="11"/>
                  <a:pt x="120" y="11"/>
                </a:cubicBezTo>
                <a:cubicBezTo>
                  <a:pt x="120" y="11"/>
                  <a:pt x="119" y="11"/>
                  <a:pt x="119" y="11"/>
                </a:cubicBezTo>
                <a:cubicBezTo>
                  <a:pt x="119" y="11"/>
                  <a:pt x="119" y="11"/>
                  <a:pt x="119" y="11"/>
                </a:cubicBezTo>
                <a:cubicBezTo>
                  <a:pt x="119" y="11"/>
                  <a:pt x="119" y="11"/>
                  <a:pt x="119" y="10"/>
                </a:cubicBezTo>
                <a:cubicBezTo>
                  <a:pt x="119" y="10"/>
                  <a:pt x="119" y="10"/>
                  <a:pt x="119" y="10"/>
                </a:cubicBezTo>
                <a:cubicBezTo>
                  <a:pt x="120" y="10"/>
                  <a:pt x="121" y="10"/>
                  <a:pt x="123" y="9"/>
                </a:cubicBezTo>
                <a:cubicBezTo>
                  <a:pt x="124" y="9"/>
                  <a:pt x="126" y="8"/>
                  <a:pt x="127" y="8"/>
                </a:cubicBezTo>
                <a:cubicBezTo>
                  <a:pt x="127" y="8"/>
                  <a:pt x="127" y="8"/>
                  <a:pt x="127" y="8"/>
                </a:cubicBezTo>
                <a:cubicBezTo>
                  <a:pt x="127" y="8"/>
                  <a:pt x="127" y="8"/>
                  <a:pt x="127" y="8"/>
                </a:cubicBezTo>
                <a:cubicBezTo>
                  <a:pt x="126" y="7"/>
                  <a:pt x="126" y="7"/>
                  <a:pt x="126" y="7"/>
                </a:cubicBezTo>
                <a:cubicBezTo>
                  <a:pt x="126" y="7"/>
                  <a:pt x="126" y="7"/>
                  <a:pt x="125" y="7"/>
                </a:cubicBezTo>
                <a:cubicBezTo>
                  <a:pt x="125" y="8"/>
                  <a:pt x="125" y="8"/>
                  <a:pt x="125" y="8"/>
                </a:cubicBezTo>
                <a:cubicBezTo>
                  <a:pt x="125" y="8"/>
                  <a:pt x="124" y="8"/>
                  <a:pt x="124" y="8"/>
                </a:cubicBezTo>
                <a:cubicBezTo>
                  <a:pt x="124" y="8"/>
                  <a:pt x="124" y="8"/>
                  <a:pt x="123" y="7"/>
                </a:cubicBezTo>
                <a:cubicBezTo>
                  <a:pt x="123" y="7"/>
                  <a:pt x="123" y="7"/>
                  <a:pt x="123" y="6"/>
                </a:cubicBezTo>
                <a:cubicBezTo>
                  <a:pt x="123" y="5"/>
                  <a:pt x="123" y="4"/>
                  <a:pt x="123" y="3"/>
                </a:cubicBezTo>
                <a:cubicBezTo>
                  <a:pt x="123" y="3"/>
                  <a:pt x="123" y="2"/>
                  <a:pt x="124" y="2"/>
                </a:cubicBezTo>
                <a:cubicBezTo>
                  <a:pt x="124" y="2"/>
                  <a:pt x="124" y="2"/>
                  <a:pt x="125" y="2"/>
                </a:cubicBezTo>
                <a:cubicBezTo>
                  <a:pt x="126" y="2"/>
                  <a:pt x="127" y="2"/>
                  <a:pt x="128" y="2"/>
                </a:cubicBezTo>
                <a:cubicBezTo>
                  <a:pt x="128" y="2"/>
                  <a:pt x="129" y="2"/>
                  <a:pt x="129" y="2"/>
                </a:cubicBezTo>
                <a:cubicBezTo>
                  <a:pt x="129" y="2"/>
                  <a:pt x="130" y="2"/>
                  <a:pt x="130" y="2"/>
                </a:cubicBezTo>
                <a:cubicBezTo>
                  <a:pt x="130" y="2"/>
                  <a:pt x="130" y="2"/>
                  <a:pt x="129" y="3"/>
                </a:cubicBezTo>
                <a:cubicBezTo>
                  <a:pt x="129" y="3"/>
                  <a:pt x="129" y="3"/>
                  <a:pt x="129" y="3"/>
                </a:cubicBezTo>
                <a:cubicBezTo>
                  <a:pt x="129" y="4"/>
                  <a:pt x="129" y="4"/>
                  <a:pt x="129" y="4"/>
                </a:cubicBezTo>
                <a:lnTo>
                  <a:pt x="129" y="6"/>
                </a:lnTo>
                <a:cubicBezTo>
                  <a:pt x="129" y="7"/>
                  <a:pt x="129" y="7"/>
                  <a:pt x="129" y="7"/>
                </a:cubicBezTo>
                <a:cubicBezTo>
                  <a:pt x="129" y="8"/>
                  <a:pt x="129" y="8"/>
                  <a:pt x="129" y="8"/>
                </a:cubicBezTo>
                <a:cubicBezTo>
                  <a:pt x="129" y="8"/>
                  <a:pt x="129" y="8"/>
                  <a:pt x="129" y="8"/>
                </a:cubicBezTo>
                <a:cubicBezTo>
                  <a:pt x="129" y="8"/>
                  <a:pt x="130" y="8"/>
                  <a:pt x="130" y="8"/>
                </a:cubicBezTo>
                <a:cubicBezTo>
                  <a:pt x="130" y="8"/>
                  <a:pt x="130" y="8"/>
                  <a:pt x="131" y="8"/>
                </a:cubicBezTo>
                <a:cubicBezTo>
                  <a:pt x="131" y="8"/>
                  <a:pt x="131" y="8"/>
                  <a:pt x="131" y="8"/>
                </a:cubicBezTo>
                <a:cubicBezTo>
                  <a:pt x="131" y="8"/>
                  <a:pt x="131" y="8"/>
                  <a:pt x="131" y="9"/>
                </a:cubicBezTo>
                <a:cubicBezTo>
                  <a:pt x="131" y="9"/>
                  <a:pt x="131" y="9"/>
                  <a:pt x="131" y="9"/>
                </a:cubicBezTo>
                <a:cubicBezTo>
                  <a:pt x="131" y="9"/>
                  <a:pt x="131" y="10"/>
                  <a:pt x="131" y="10"/>
                </a:cubicBezTo>
                <a:cubicBezTo>
                  <a:pt x="130" y="10"/>
                  <a:pt x="130" y="10"/>
                  <a:pt x="129" y="10"/>
                </a:cubicBezTo>
                <a:cubicBezTo>
                  <a:pt x="128" y="10"/>
                  <a:pt x="128" y="10"/>
                  <a:pt x="127" y="10"/>
                </a:cubicBezTo>
                <a:cubicBezTo>
                  <a:pt x="127" y="10"/>
                  <a:pt x="127" y="10"/>
                  <a:pt x="127" y="10"/>
                </a:cubicBezTo>
                <a:cubicBezTo>
                  <a:pt x="127" y="10"/>
                  <a:pt x="127" y="10"/>
                  <a:pt x="127" y="10"/>
                </a:cubicBezTo>
                <a:cubicBezTo>
                  <a:pt x="127" y="10"/>
                  <a:pt x="127" y="11"/>
                  <a:pt x="127" y="11"/>
                </a:cubicBezTo>
                <a:cubicBezTo>
                  <a:pt x="127" y="11"/>
                  <a:pt x="127" y="11"/>
                  <a:pt x="128" y="11"/>
                </a:cubicBezTo>
                <a:cubicBezTo>
                  <a:pt x="128" y="11"/>
                  <a:pt x="128" y="11"/>
                  <a:pt x="128" y="11"/>
                </a:cubicBezTo>
                <a:cubicBezTo>
                  <a:pt x="128" y="10"/>
                  <a:pt x="129" y="10"/>
                  <a:pt x="129" y="10"/>
                </a:cubicBezTo>
                <a:cubicBezTo>
                  <a:pt x="129" y="10"/>
                  <a:pt x="129" y="11"/>
                  <a:pt x="129" y="11"/>
                </a:cubicBezTo>
                <a:cubicBezTo>
                  <a:pt x="129" y="11"/>
                  <a:pt x="129" y="11"/>
                  <a:pt x="129" y="11"/>
                </a:cubicBezTo>
                <a:cubicBezTo>
                  <a:pt x="129" y="11"/>
                  <a:pt x="129" y="12"/>
                  <a:pt x="129" y="12"/>
                </a:cubicBezTo>
                <a:cubicBezTo>
                  <a:pt x="129" y="12"/>
                  <a:pt x="129" y="12"/>
                  <a:pt x="128" y="12"/>
                </a:cubicBezTo>
                <a:cubicBezTo>
                  <a:pt x="128" y="12"/>
                  <a:pt x="128" y="12"/>
                  <a:pt x="127" y="12"/>
                </a:cubicBezTo>
                <a:cubicBezTo>
                  <a:pt x="127" y="12"/>
                  <a:pt x="127" y="12"/>
                  <a:pt x="127" y="12"/>
                </a:cubicBezTo>
                <a:cubicBezTo>
                  <a:pt x="127" y="12"/>
                  <a:pt x="127" y="13"/>
                  <a:pt x="127" y="13"/>
                </a:cubicBezTo>
                <a:cubicBezTo>
                  <a:pt x="127" y="13"/>
                  <a:pt x="127" y="13"/>
                  <a:pt x="127" y="13"/>
                </a:cubicBezTo>
                <a:close/>
                <a:moveTo>
                  <a:pt x="148" y="11"/>
                </a:moveTo>
                <a:cubicBezTo>
                  <a:pt x="148" y="12"/>
                  <a:pt x="148" y="13"/>
                  <a:pt x="148" y="14"/>
                </a:cubicBezTo>
                <a:cubicBezTo>
                  <a:pt x="148" y="15"/>
                  <a:pt x="148" y="15"/>
                  <a:pt x="148" y="16"/>
                </a:cubicBezTo>
                <a:cubicBezTo>
                  <a:pt x="148" y="16"/>
                  <a:pt x="148" y="16"/>
                  <a:pt x="148" y="17"/>
                </a:cubicBezTo>
                <a:cubicBezTo>
                  <a:pt x="148" y="17"/>
                  <a:pt x="148" y="17"/>
                  <a:pt x="148" y="17"/>
                </a:cubicBezTo>
                <a:cubicBezTo>
                  <a:pt x="148" y="18"/>
                  <a:pt x="148" y="18"/>
                  <a:pt x="148" y="18"/>
                </a:cubicBezTo>
                <a:cubicBezTo>
                  <a:pt x="148" y="18"/>
                  <a:pt x="147" y="18"/>
                  <a:pt x="146" y="17"/>
                </a:cubicBezTo>
                <a:cubicBezTo>
                  <a:pt x="145" y="17"/>
                  <a:pt x="144" y="16"/>
                  <a:pt x="144" y="16"/>
                </a:cubicBezTo>
                <a:cubicBezTo>
                  <a:pt x="143" y="16"/>
                  <a:pt x="143" y="15"/>
                  <a:pt x="143" y="15"/>
                </a:cubicBezTo>
                <a:cubicBezTo>
                  <a:pt x="143" y="15"/>
                  <a:pt x="143" y="15"/>
                  <a:pt x="143" y="15"/>
                </a:cubicBezTo>
                <a:cubicBezTo>
                  <a:pt x="143" y="15"/>
                  <a:pt x="143" y="15"/>
                  <a:pt x="143" y="15"/>
                </a:cubicBezTo>
                <a:cubicBezTo>
                  <a:pt x="144" y="16"/>
                  <a:pt x="145" y="16"/>
                  <a:pt x="146" y="16"/>
                </a:cubicBezTo>
                <a:cubicBezTo>
                  <a:pt x="146" y="16"/>
                  <a:pt x="147" y="16"/>
                  <a:pt x="147" y="16"/>
                </a:cubicBezTo>
                <a:cubicBezTo>
                  <a:pt x="147" y="16"/>
                  <a:pt x="147" y="15"/>
                  <a:pt x="147" y="15"/>
                </a:cubicBezTo>
                <a:cubicBezTo>
                  <a:pt x="147" y="14"/>
                  <a:pt x="147" y="14"/>
                  <a:pt x="147" y="12"/>
                </a:cubicBezTo>
                <a:cubicBezTo>
                  <a:pt x="147" y="11"/>
                  <a:pt x="146" y="9"/>
                  <a:pt x="146" y="8"/>
                </a:cubicBezTo>
                <a:lnTo>
                  <a:pt x="146" y="5"/>
                </a:lnTo>
                <a:lnTo>
                  <a:pt x="146" y="3"/>
                </a:lnTo>
                <a:cubicBezTo>
                  <a:pt x="146" y="3"/>
                  <a:pt x="147" y="3"/>
                  <a:pt x="147" y="3"/>
                </a:cubicBezTo>
                <a:cubicBezTo>
                  <a:pt x="147" y="3"/>
                  <a:pt x="147" y="3"/>
                  <a:pt x="148" y="3"/>
                </a:cubicBezTo>
                <a:cubicBezTo>
                  <a:pt x="148" y="3"/>
                  <a:pt x="148" y="3"/>
                  <a:pt x="148" y="3"/>
                </a:cubicBezTo>
                <a:cubicBezTo>
                  <a:pt x="148" y="4"/>
                  <a:pt x="148" y="4"/>
                  <a:pt x="148" y="4"/>
                </a:cubicBezTo>
                <a:cubicBezTo>
                  <a:pt x="148" y="4"/>
                  <a:pt x="148" y="5"/>
                  <a:pt x="148" y="6"/>
                </a:cubicBezTo>
                <a:cubicBezTo>
                  <a:pt x="148" y="6"/>
                  <a:pt x="148" y="6"/>
                  <a:pt x="148" y="7"/>
                </a:cubicBezTo>
                <a:cubicBezTo>
                  <a:pt x="148" y="9"/>
                  <a:pt x="148" y="9"/>
                  <a:pt x="148" y="10"/>
                </a:cubicBezTo>
                <a:lnTo>
                  <a:pt x="148" y="11"/>
                </a:lnTo>
                <a:close/>
                <a:moveTo>
                  <a:pt x="143" y="7"/>
                </a:moveTo>
                <a:cubicBezTo>
                  <a:pt x="143" y="7"/>
                  <a:pt x="143" y="7"/>
                  <a:pt x="142" y="7"/>
                </a:cubicBezTo>
                <a:cubicBezTo>
                  <a:pt x="142" y="7"/>
                  <a:pt x="142" y="7"/>
                  <a:pt x="141" y="7"/>
                </a:cubicBezTo>
                <a:cubicBezTo>
                  <a:pt x="141" y="7"/>
                  <a:pt x="141" y="7"/>
                  <a:pt x="141" y="7"/>
                </a:cubicBezTo>
                <a:cubicBezTo>
                  <a:pt x="141" y="7"/>
                  <a:pt x="141" y="7"/>
                  <a:pt x="140" y="7"/>
                </a:cubicBezTo>
                <a:cubicBezTo>
                  <a:pt x="140" y="7"/>
                  <a:pt x="140" y="6"/>
                  <a:pt x="140" y="6"/>
                </a:cubicBezTo>
                <a:cubicBezTo>
                  <a:pt x="140" y="6"/>
                  <a:pt x="140" y="7"/>
                  <a:pt x="140" y="7"/>
                </a:cubicBezTo>
                <a:cubicBezTo>
                  <a:pt x="139" y="7"/>
                  <a:pt x="139" y="7"/>
                  <a:pt x="139" y="7"/>
                </a:cubicBezTo>
                <a:cubicBezTo>
                  <a:pt x="138" y="8"/>
                  <a:pt x="138" y="8"/>
                  <a:pt x="138" y="9"/>
                </a:cubicBezTo>
                <a:cubicBezTo>
                  <a:pt x="138" y="9"/>
                  <a:pt x="137" y="9"/>
                  <a:pt x="137" y="10"/>
                </a:cubicBezTo>
                <a:cubicBezTo>
                  <a:pt x="137" y="10"/>
                  <a:pt x="138" y="10"/>
                  <a:pt x="138" y="10"/>
                </a:cubicBezTo>
                <a:cubicBezTo>
                  <a:pt x="138" y="10"/>
                  <a:pt x="138" y="10"/>
                  <a:pt x="138" y="10"/>
                </a:cubicBezTo>
                <a:cubicBezTo>
                  <a:pt x="139" y="9"/>
                  <a:pt x="140" y="9"/>
                  <a:pt x="141" y="9"/>
                </a:cubicBezTo>
                <a:cubicBezTo>
                  <a:pt x="141" y="9"/>
                  <a:pt x="141" y="9"/>
                  <a:pt x="141" y="9"/>
                </a:cubicBezTo>
                <a:cubicBezTo>
                  <a:pt x="142" y="9"/>
                  <a:pt x="142" y="9"/>
                  <a:pt x="142" y="9"/>
                </a:cubicBezTo>
                <a:cubicBezTo>
                  <a:pt x="142" y="9"/>
                  <a:pt x="142" y="9"/>
                  <a:pt x="142" y="9"/>
                </a:cubicBezTo>
                <a:cubicBezTo>
                  <a:pt x="142" y="10"/>
                  <a:pt x="142" y="10"/>
                  <a:pt x="142" y="10"/>
                </a:cubicBezTo>
                <a:cubicBezTo>
                  <a:pt x="142" y="11"/>
                  <a:pt x="141" y="11"/>
                  <a:pt x="141" y="12"/>
                </a:cubicBezTo>
                <a:cubicBezTo>
                  <a:pt x="141" y="12"/>
                  <a:pt x="141" y="13"/>
                  <a:pt x="141" y="13"/>
                </a:cubicBezTo>
                <a:cubicBezTo>
                  <a:pt x="141" y="13"/>
                  <a:pt x="140" y="13"/>
                  <a:pt x="140" y="13"/>
                </a:cubicBezTo>
                <a:cubicBezTo>
                  <a:pt x="140" y="13"/>
                  <a:pt x="139" y="13"/>
                  <a:pt x="139" y="13"/>
                </a:cubicBezTo>
                <a:cubicBezTo>
                  <a:pt x="139" y="13"/>
                  <a:pt x="139" y="13"/>
                  <a:pt x="139" y="13"/>
                </a:cubicBezTo>
                <a:cubicBezTo>
                  <a:pt x="139" y="13"/>
                  <a:pt x="139" y="13"/>
                  <a:pt x="139" y="13"/>
                </a:cubicBezTo>
                <a:cubicBezTo>
                  <a:pt x="139" y="13"/>
                  <a:pt x="139" y="13"/>
                  <a:pt x="139" y="14"/>
                </a:cubicBezTo>
                <a:cubicBezTo>
                  <a:pt x="138" y="14"/>
                  <a:pt x="138" y="14"/>
                  <a:pt x="138" y="15"/>
                </a:cubicBezTo>
                <a:cubicBezTo>
                  <a:pt x="138" y="15"/>
                  <a:pt x="138" y="15"/>
                  <a:pt x="139" y="15"/>
                </a:cubicBezTo>
                <a:cubicBezTo>
                  <a:pt x="139" y="15"/>
                  <a:pt x="139" y="15"/>
                  <a:pt x="139" y="15"/>
                </a:cubicBezTo>
                <a:cubicBezTo>
                  <a:pt x="139" y="15"/>
                  <a:pt x="140" y="15"/>
                  <a:pt x="140" y="15"/>
                </a:cubicBezTo>
                <a:cubicBezTo>
                  <a:pt x="140" y="15"/>
                  <a:pt x="140" y="15"/>
                  <a:pt x="141" y="15"/>
                </a:cubicBezTo>
                <a:cubicBezTo>
                  <a:pt x="141" y="15"/>
                  <a:pt x="141" y="14"/>
                  <a:pt x="141" y="14"/>
                </a:cubicBezTo>
                <a:cubicBezTo>
                  <a:pt x="141" y="14"/>
                  <a:pt x="141" y="13"/>
                  <a:pt x="141" y="13"/>
                </a:cubicBezTo>
                <a:cubicBezTo>
                  <a:pt x="141" y="13"/>
                  <a:pt x="141" y="14"/>
                  <a:pt x="142" y="14"/>
                </a:cubicBezTo>
                <a:cubicBezTo>
                  <a:pt x="142" y="15"/>
                  <a:pt x="142" y="15"/>
                  <a:pt x="142" y="16"/>
                </a:cubicBezTo>
                <a:cubicBezTo>
                  <a:pt x="142" y="16"/>
                  <a:pt x="142" y="16"/>
                  <a:pt x="141" y="16"/>
                </a:cubicBezTo>
                <a:cubicBezTo>
                  <a:pt x="141" y="16"/>
                  <a:pt x="141" y="16"/>
                  <a:pt x="141" y="16"/>
                </a:cubicBezTo>
                <a:cubicBezTo>
                  <a:pt x="140" y="16"/>
                  <a:pt x="140" y="16"/>
                  <a:pt x="139" y="16"/>
                </a:cubicBezTo>
                <a:cubicBezTo>
                  <a:pt x="139" y="16"/>
                  <a:pt x="138" y="16"/>
                  <a:pt x="138" y="16"/>
                </a:cubicBezTo>
                <a:cubicBezTo>
                  <a:pt x="138" y="16"/>
                  <a:pt x="137" y="15"/>
                  <a:pt x="137" y="14"/>
                </a:cubicBezTo>
                <a:cubicBezTo>
                  <a:pt x="137" y="14"/>
                  <a:pt x="138" y="13"/>
                  <a:pt x="138" y="13"/>
                </a:cubicBezTo>
                <a:cubicBezTo>
                  <a:pt x="138" y="12"/>
                  <a:pt x="138" y="12"/>
                  <a:pt x="138" y="11"/>
                </a:cubicBezTo>
                <a:cubicBezTo>
                  <a:pt x="138" y="11"/>
                  <a:pt x="138" y="11"/>
                  <a:pt x="138" y="11"/>
                </a:cubicBezTo>
                <a:cubicBezTo>
                  <a:pt x="138" y="11"/>
                  <a:pt x="139" y="11"/>
                  <a:pt x="139" y="11"/>
                </a:cubicBezTo>
                <a:cubicBezTo>
                  <a:pt x="139" y="11"/>
                  <a:pt x="139" y="11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40" y="12"/>
                  <a:pt x="140" y="12"/>
                  <a:pt x="140" y="11"/>
                </a:cubicBezTo>
                <a:cubicBezTo>
                  <a:pt x="140" y="11"/>
                  <a:pt x="140" y="11"/>
                  <a:pt x="140" y="10"/>
                </a:cubicBezTo>
                <a:cubicBezTo>
                  <a:pt x="140" y="10"/>
                  <a:pt x="140" y="10"/>
                  <a:pt x="140" y="10"/>
                </a:cubicBezTo>
                <a:cubicBezTo>
                  <a:pt x="139" y="10"/>
                  <a:pt x="139" y="10"/>
                  <a:pt x="138" y="11"/>
                </a:cubicBezTo>
                <a:cubicBezTo>
                  <a:pt x="138" y="11"/>
                  <a:pt x="138" y="11"/>
                  <a:pt x="138" y="11"/>
                </a:cubicBezTo>
                <a:cubicBezTo>
                  <a:pt x="138" y="11"/>
                  <a:pt x="138" y="11"/>
                  <a:pt x="137" y="11"/>
                </a:cubicBezTo>
                <a:cubicBezTo>
                  <a:pt x="137" y="11"/>
                  <a:pt x="137" y="11"/>
                  <a:pt x="137" y="11"/>
                </a:cubicBezTo>
                <a:cubicBezTo>
                  <a:pt x="137" y="11"/>
                  <a:pt x="137" y="11"/>
                  <a:pt x="137" y="11"/>
                </a:cubicBezTo>
                <a:cubicBezTo>
                  <a:pt x="137" y="11"/>
                  <a:pt x="137" y="11"/>
                  <a:pt x="136" y="12"/>
                </a:cubicBezTo>
                <a:cubicBezTo>
                  <a:pt x="135" y="12"/>
                  <a:pt x="135" y="12"/>
                  <a:pt x="135" y="12"/>
                </a:cubicBezTo>
                <a:cubicBezTo>
                  <a:pt x="134" y="12"/>
                  <a:pt x="134" y="12"/>
                  <a:pt x="134" y="12"/>
                </a:cubicBezTo>
                <a:cubicBezTo>
                  <a:pt x="134" y="12"/>
                  <a:pt x="133" y="12"/>
                  <a:pt x="133" y="12"/>
                </a:cubicBezTo>
                <a:cubicBezTo>
                  <a:pt x="133" y="12"/>
                  <a:pt x="134" y="12"/>
                  <a:pt x="134" y="12"/>
                </a:cubicBezTo>
                <a:cubicBezTo>
                  <a:pt x="134" y="11"/>
                  <a:pt x="135" y="11"/>
                  <a:pt x="135" y="10"/>
                </a:cubicBezTo>
                <a:cubicBezTo>
                  <a:pt x="136" y="10"/>
                  <a:pt x="136" y="9"/>
                  <a:pt x="137" y="8"/>
                </a:cubicBezTo>
                <a:cubicBezTo>
                  <a:pt x="137" y="8"/>
                  <a:pt x="138" y="7"/>
                  <a:pt x="138" y="7"/>
                </a:cubicBezTo>
                <a:cubicBezTo>
                  <a:pt x="138" y="7"/>
                  <a:pt x="138" y="6"/>
                  <a:pt x="139" y="6"/>
                </a:cubicBezTo>
                <a:cubicBezTo>
                  <a:pt x="139" y="5"/>
                  <a:pt x="140" y="4"/>
                  <a:pt x="140" y="4"/>
                </a:cubicBezTo>
                <a:cubicBezTo>
                  <a:pt x="140" y="4"/>
                  <a:pt x="140" y="4"/>
                  <a:pt x="140" y="4"/>
                </a:cubicBezTo>
                <a:cubicBezTo>
                  <a:pt x="140" y="4"/>
                  <a:pt x="141" y="3"/>
                  <a:pt x="141" y="3"/>
                </a:cubicBezTo>
                <a:cubicBezTo>
                  <a:pt x="141" y="3"/>
                  <a:pt x="141" y="4"/>
                  <a:pt x="141" y="4"/>
                </a:cubicBezTo>
                <a:cubicBezTo>
                  <a:pt x="141" y="4"/>
                  <a:pt x="141" y="4"/>
                  <a:pt x="141" y="4"/>
                </a:cubicBezTo>
                <a:cubicBezTo>
                  <a:pt x="141" y="5"/>
                  <a:pt x="141" y="5"/>
                  <a:pt x="141" y="5"/>
                </a:cubicBezTo>
                <a:cubicBezTo>
                  <a:pt x="141" y="5"/>
                  <a:pt x="141" y="5"/>
                  <a:pt x="141" y="6"/>
                </a:cubicBezTo>
                <a:cubicBezTo>
                  <a:pt x="141" y="6"/>
                  <a:pt x="141" y="6"/>
                  <a:pt x="141" y="6"/>
                </a:cubicBezTo>
                <a:cubicBezTo>
                  <a:pt x="141" y="6"/>
                  <a:pt x="141" y="6"/>
                  <a:pt x="142" y="6"/>
                </a:cubicBezTo>
                <a:cubicBezTo>
                  <a:pt x="142" y="6"/>
                  <a:pt x="143" y="6"/>
                  <a:pt x="143" y="7"/>
                </a:cubicBezTo>
                <a:close/>
                <a:moveTo>
                  <a:pt x="145" y="8"/>
                </a:moveTo>
                <a:cubicBezTo>
                  <a:pt x="145" y="8"/>
                  <a:pt x="145" y="8"/>
                  <a:pt x="145" y="8"/>
                </a:cubicBezTo>
                <a:cubicBezTo>
                  <a:pt x="145" y="8"/>
                  <a:pt x="145" y="9"/>
                  <a:pt x="145" y="9"/>
                </a:cubicBezTo>
                <a:cubicBezTo>
                  <a:pt x="145" y="9"/>
                  <a:pt x="145" y="10"/>
                  <a:pt x="145" y="10"/>
                </a:cubicBezTo>
                <a:cubicBezTo>
                  <a:pt x="145" y="11"/>
                  <a:pt x="145" y="11"/>
                  <a:pt x="144" y="11"/>
                </a:cubicBezTo>
                <a:cubicBezTo>
                  <a:pt x="144" y="11"/>
                  <a:pt x="144" y="11"/>
                  <a:pt x="144" y="11"/>
                </a:cubicBezTo>
                <a:cubicBezTo>
                  <a:pt x="144" y="11"/>
                  <a:pt x="143" y="11"/>
                  <a:pt x="143" y="10"/>
                </a:cubicBezTo>
                <a:cubicBezTo>
                  <a:pt x="143" y="9"/>
                  <a:pt x="143" y="9"/>
                  <a:pt x="143" y="9"/>
                </a:cubicBezTo>
                <a:lnTo>
                  <a:pt x="143" y="8"/>
                </a:lnTo>
                <a:cubicBezTo>
                  <a:pt x="143" y="8"/>
                  <a:pt x="143" y="8"/>
                  <a:pt x="144" y="8"/>
                </a:cubicBezTo>
                <a:cubicBezTo>
                  <a:pt x="144" y="8"/>
                  <a:pt x="144" y="8"/>
                  <a:pt x="144" y="8"/>
                </a:cubicBezTo>
                <a:cubicBezTo>
                  <a:pt x="145" y="8"/>
                  <a:pt x="145" y="8"/>
                  <a:pt x="145" y="8"/>
                </a:cubicBezTo>
                <a:cubicBezTo>
                  <a:pt x="145" y="8"/>
                  <a:pt x="145" y="8"/>
                  <a:pt x="145" y="8"/>
                </a:cubicBezTo>
                <a:close/>
                <a:moveTo>
                  <a:pt x="157" y="2"/>
                </a:moveTo>
                <a:cubicBezTo>
                  <a:pt x="157" y="2"/>
                  <a:pt x="158" y="2"/>
                  <a:pt x="158" y="2"/>
                </a:cubicBezTo>
                <a:cubicBezTo>
                  <a:pt x="158" y="2"/>
                  <a:pt x="158" y="2"/>
                  <a:pt x="158" y="3"/>
                </a:cubicBezTo>
                <a:cubicBezTo>
                  <a:pt x="158" y="3"/>
                  <a:pt x="158" y="3"/>
                  <a:pt x="158" y="3"/>
                </a:cubicBezTo>
                <a:cubicBezTo>
                  <a:pt x="158" y="3"/>
                  <a:pt x="158" y="4"/>
                  <a:pt x="158" y="4"/>
                </a:cubicBezTo>
                <a:cubicBezTo>
                  <a:pt x="158" y="4"/>
                  <a:pt x="158" y="4"/>
                  <a:pt x="158" y="4"/>
                </a:cubicBezTo>
                <a:cubicBezTo>
                  <a:pt x="158" y="4"/>
                  <a:pt x="158" y="4"/>
                  <a:pt x="158" y="4"/>
                </a:cubicBezTo>
                <a:cubicBezTo>
                  <a:pt x="158" y="4"/>
                  <a:pt x="157" y="4"/>
                  <a:pt x="157" y="4"/>
                </a:cubicBezTo>
                <a:cubicBezTo>
                  <a:pt x="157" y="4"/>
                  <a:pt x="156" y="4"/>
                  <a:pt x="156" y="3"/>
                </a:cubicBezTo>
                <a:cubicBezTo>
                  <a:pt x="156" y="3"/>
                  <a:pt x="157" y="3"/>
                  <a:pt x="157" y="2"/>
                </a:cubicBezTo>
                <a:cubicBezTo>
                  <a:pt x="157" y="2"/>
                  <a:pt x="157" y="2"/>
                  <a:pt x="157" y="2"/>
                </a:cubicBezTo>
                <a:close/>
                <a:moveTo>
                  <a:pt x="159" y="5"/>
                </a:moveTo>
                <a:cubicBezTo>
                  <a:pt x="159" y="5"/>
                  <a:pt x="159" y="6"/>
                  <a:pt x="159" y="6"/>
                </a:cubicBezTo>
                <a:cubicBezTo>
                  <a:pt x="159" y="6"/>
                  <a:pt x="159" y="6"/>
                  <a:pt x="159" y="6"/>
                </a:cubicBezTo>
                <a:cubicBezTo>
                  <a:pt x="159" y="6"/>
                  <a:pt x="158" y="6"/>
                  <a:pt x="158" y="6"/>
                </a:cubicBezTo>
                <a:cubicBezTo>
                  <a:pt x="158" y="6"/>
                  <a:pt x="158" y="6"/>
                  <a:pt x="159" y="6"/>
                </a:cubicBezTo>
                <a:cubicBezTo>
                  <a:pt x="159" y="6"/>
                  <a:pt x="159" y="7"/>
                  <a:pt x="159" y="7"/>
                </a:cubicBezTo>
                <a:cubicBezTo>
                  <a:pt x="159" y="7"/>
                  <a:pt x="159" y="7"/>
                  <a:pt x="159" y="7"/>
                </a:cubicBezTo>
                <a:cubicBezTo>
                  <a:pt x="159" y="7"/>
                  <a:pt x="159" y="7"/>
                  <a:pt x="159" y="7"/>
                </a:cubicBezTo>
                <a:cubicBezTo>
                  <a:pt x="159" y="8"/>
                  <a:pt x="159" y="8"/>
                  <a:pt x="158" y="8"/>
                </a:cubicBezTo>
                <a:cubicBezTo>
                  <a:pt x="158" y="8"/>
                  <a:pt x="158" y="8"/>
                  <a:pt x="158" y="8"/>
                </a:cubicBezTo>
                <a:cubicBezTo>
                  <a:pt x="158" y="8"/>
                  <a:pt x="158" y="8"/>
                  <a:pt x="159" y="8"/>
                </a:cubicBezTo>
                <a:cubicBezTo>
                  <a:pt x="159" y="8"/>
                  <a:pt x="159" y="8"/>
                  <a:pt x="159" y="8"/>
                </a:cubicBezTo>
                <a:cubicBezTo>
                  <a:pt x="159" y="8"/>
                  <a:pt x="159" y="8"/>
                  <a:pt x="159" y="9"/>
                </a:cubicBezTo>
                <a:cubicBezTo>
                  <a:pt x="159" y="9"/>
                  <a:pt x="159" y="9"/>
                  <a:pt x="159" y="9"/>
                </a:cubicBezTo>
                <a:cubicBezTo>
                  <a:pt x="159" y="9"/>
                  <a:pt x="158" y="9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9" y="10"/>
                  <a:pt x="159" y="10"/>
                </a:cubicBezTo>
                <a:cubicBezTo>
                  <a:pt x="159" y="10"/>
                  <a:pt x="159" y="10"/>
                  <a:pt x="159" y="10"/>
                </a:cubicBezTo>
                <a:cubicBezTo>
                  <a:pt x="159" y="11"/>
                  <a:pt x="159" y="11"/>
                  <a:pt x="159" y="11"/>
                </a:cubicBezTo>
                <a:cubicBezTo>
                  <a:pt x="159" y="11"/>
                  <a:pt x="159" y="11"/>
                  <a:pt x="159" y="11"/>
                </a:cubicBezTo>
                <a:cubicBezTo>
                  <a:pt x="159" y="11"/>
                  <a:pt x="159" y="11"/>
                  <a:pt x="158" y="11"/>
                </a:cubicBezTo>
                <a:cubicBezTo>
                  <a:pt x="158" y="11"/>
                  <a:pt x="157" y="12"/>
                  <a:pt x="157" y="12"/>
                </a:cubicBezTo>
                <a:cubicBezTo>
                  <a:pt x="157" y="12"/>
                  <a:pt x="157" y="12"/>
                  <a:pt x="157" y="12"/>
                </a:cubicBezTo>
                <a:cubicBezTo>
                  <a:pt x="157" y="12"/>
                  <a:pt x="157" y="12"/>
                  <a:pt x="158" y="12"/>
                </a:cubicBezTo>
                <a:cubicBezTo>
                  <a:pt x="158" y="12"/>
                  <a:pt x="159" y="13"/>
                  <a:pt x="159" y="13"/>
                </a:cubicBezTo>
                <a:cubicBezTo>
                  <a:pt x="159" y="13"/>
                  <a:pt x="159" y="13"/>
                  <a:pt x="158" y="13"/>
                </a:cubicBezTo>
                <a:cubicBezTo>
                  <a:pt x="158" y="13"/>
                  <a:pt x="158" y="13"/>
                  <a:pt x="158" y="13"/>
                </a:cubicBezTo>
                <a:cubicBezTo>
                  <a:pt x="158" y="13"/>
                  <a:pt x="158" y="13"/>
                  <a:pt x="158" y="13"/>
                </a:cubicBezTo>
                <a:cubicBezTo>
                  <a:pt x="158" y="13"/>
                  <a:pt x="157" y="13"/>
                  <a:pt x="157" y="13"/>
                </a:cubicBezTo>
                <a:cubicBezTo>
                  <a:pt x="157" y="13"/>
                  <a:pt x="157" y="13"/>
                  <a:pt x="157" y="13"/>
                </a:cubicBezTo>
                <a:cubicBezTo>
                  <a:pt x="157" y="14"/>
                  <a:pt x="157" y="14"/>
                  <a:pt x="157" y="14"/>
                </a:cubicBezTo>
                <a:cubicBezTo>
                  <a:pt x="157" y="14"/>
                  <a:pt x="157" y="15"/>
                  <a:pt x="157" y="15"/>
                </a:cubicBezTo>
                <a:cubicBezTo>
                  <a:pt x="157" y="16"/>
                  <a:pt x="157" y="16"/>
                  <a:pt x="157" y="16"/>
                </a:cubicBezTo>
                <a:cubicBezTo>
                  <a:pt x="157" y="16"/>
                  <a:pt x="156" y="16"/>
                  <a:pt x="156" y="16"/>
                </a:cubicBezTo>
                <a:cubicBezTo>
                  <a:pt x="156" y="15"/>
                  <a:pt x="155" y="15"/>
                  <a:pt x="155" y="15"/>
                </a:cubicBezTo>
                <a:cubicBezTo>
                  <a:pt x="155" y="15"/>
                  <a:pt x="154" y="15"/>
                  <a:pt x="154" y="15"/>
                </a:cubicBezTo>
                <a:cubicBezTo>
                  <a:pt x="154" y="15"/>
                  <a:pt x="154" y="15"/>
                  <a:pt x="154" y="15"/>
                </a:cubicBezTo>
                <a:cubicBezTo>
                  <a:pt x="154" y="15"/>
                  <a:pt x="154" y="15"/>
                  <a:pt x="154" y="15"/>
                </a:cubicBezTo>
                <a:cubicBezTo>
                  <a:pt x="154" y="15"/>
                  <a:pt x="154" y="16"/>
                  <a:pt x="154" y="16"/>
                </a:cubicBezTo>
                <a:cubicBezTo>
                  <a:pt x="154" y="16"/>
                  <a:pt x="153" y="15"/>
                  <a:pt x="153" y="15"/>
                </a:cubicBezTo>
                <a:cubicBezTo>
                  <a:pt x="153" y="15"/>
                  <a:pt x="153" y="15"/>
                  <a:pt x="153" y="15"/>
                </a:cubicBezTo>
                <a:cubicBezTo>
                  <a:pt x="153" y="15"/>
                  <a:pt x="153" y="15"/>
                  <a:pt x="153" y="15"/>
                </a:cubicBezTo>
                <a:cubicBezTo>
                  <a:pt x="153" y="14"/>
                  <a:pt x="153" y="14"/>
                  <a:pt x="153" y="14"/>
                </a:cubicBezTo>
                <a:cubicBezTo>
                  <a:pt x="154" y="13"/>
                  <a:pt x="154" y="13"/>
                  <a:pt x="154" y="13"/>
                </a:cubicBezTo>
                <a:cubicBezTo>
                  <a:pt x="154" y="13"/>
                  <a:pt x="154" y="13"/>
                  <a:pt x="154" y="13"/>
                </a:cubicBezTo>
                <a:cubicBezTo>
                  <a:pt x="154" y="12"/>
                  <a:pt x="154" y="12"/>
                  <a:pt x="154" y="12"/>
                </a:cubicBezTo>
                <a:cubicBezTo>
                  <a:pt x="154" y="12"/>
                  <a:pt x="154" y="12"/>
                  <a:pt x="153" y="13"/>
                </a:cubicBezTo>
                <a:cubicBezTo>
                  <a:pt x="153" y="13"/>
                  <a:pt x="153" y="13"/>
                  <a:pt x="153" y="13"/>
                </a:cubicBezTo>
                <a:cubicBezTo>
                  <a:pt x="152" y="13"/>
                  <a:pt x="152" y="13"/>
                  <a:pt x="152" y="13"/>
                </a:cubicBezTo>
                <a:cubicBezTo>
                  <a:pt x="152" y="13"/>
                  <a:pt x="152" y="13"/>
                  <a:pt x="152" y="13"/>
                </a:cubicBezTo>
                <a:cubicBezTo>
                  <a:pt x="152" y="12"/>
                  <a:pt x="152" y="12"/>
                  <a:pt x="152" y="12"/>
                </a:cubicBezTo>
                <a:cubicBezTo>
                  <a:pt x="152" y="12"/>
                  <a:pt x="152" y="12"/>
                  <a:pt x="152" y="12"/>
                </a:cubicBezTo>
                <a:cubicBezTo>
                  <a:pt x="153" y="12"/>
                  <a:pt x="154" y="11"/>
                  <a:pt x="155" y="11"/>
                </a:cubicBezTo>
                <a:cubicBezTo>
                  <a:pt x="155" y="11"/>
                  <a:pt x="155" y="11"/>
                  <a:pt x="156" y="11"/>
                </a:cubicBezTo>
                <a:cubicBezTo>
                  <a:pt x="156" y="11"/>
                  <a:pt x="156" y="11"/>
                  <a:pt x="156" y="11"/>
                </a:cubicBezTo>
                <a:cubicBezTo>
                  <a:pt x="156" y="10"/>
                  <a:pt x="156" y="10"/>
                  <a:pt x="156" y="10"/>
                </a:cubicBezTo>
                <a:cubicBezTo>
                  <a:pt x="156" y="10"/>
                  <a:pt x="155" y="10"/>
                  <a:pt x="155" y="10"/>
                </a:cubicBezTo>
                <a:cubicBezTo>
                  <a:pt x="155" y="10"/>
                  <a:pt x="154" y="10"/>
                  <a:pt x="154" y="10"/>
                </a:cubicBezTo>
                <a:cubicBezTo>
                  <a:pt x="154" y="11"/>
                  <a:pt x="154" y="11"/>
                  <a:pt x="154" y="11"/>
                </a:cubicBezTo>
                <a:cubicBezTo>
                  <a:pt x="154" y="11"/>
                  <a:pt x="154" y="10"/>
                  <a:pt x="154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154" y="10"/>
                  <a:pt x="154" y="10"/>
                  <a:pt x="154" y="9"/>
                </a:cubicBezTo>
                <a:cubicBezTo>
                  <a:pt x="154" y="9"/>
                  <a:pt x="154" y="9"/>
                  <a:pt x="154" y="9"/>
                </a:cubicBezTo>
                <a:cubicBezTo>
                  <a:pt x="155" y="9"/>
                  <a:pt x="155" y="9"/>
                  <a:pt x="156" y="9"/>
                </a:cubicBezTo>
                <a:cubicBezTo>
                  <a:pt x="156" y="9"/>
                  <a:pt x="157" y="8"/>
                  <a:pt x="157" y="8"/>
                </a:cubicBezTo>
                <a:cubicBezTo>
                  <a:pt x="157" y="8"/>
                  <a:pt x="157" y="8"/>
                  <a:pt x="157" y="8"/>
                </a:cubicBezTo>
                <a:cubicBezTo>
                  <a:pt x="157" y="8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6" y="7"/>
                  <a:pt x="156" y="7"/>
                  <a:pt x="156" y="7"/>
                </a:cubicBezTo>
                <a:cubicBezTo>
                  <a:pt x="156" y="7"/>
                  <a:pt x="156" y="8"/>
                  <a:pt x="156" y="8"/>
                </a:cubicBezTo>
                <a:cubicBezTo>
                  <a:pt x="156" y="8"/>
                  <a:pt x="156" y="8"/>
                  <a:pt x="155" y="9"/>
                </a:cubicBezTo>
                <a:cubicBezTo>
                  <a:pt x="155" y="9"/>
                  <a:pt x="155" y="9"/>
                  <a:pt x="155" y="9"/>
                </a:cubicBezTo>
                <a:cubicBezTo>
                  <a:pt x="155" y="9"/>
                  <a:pt x="155" y="9"/>
                  <a:pt x="155" y="9"/>
                </a:cubicBezTo>
                <a:cubicBezTo>
                  <a:pt x="155" y="8"/>
                  <a:pt x="155" y="8"/>
                  <a:pt x="155" y="8"/>
                </a:cubicBezTo>
                <a:cubicBezTo>
                  <a:pt x="155" y="8"/>
                  <a:pt x="155" y="8"/>
                  <a:pt x="155" y="8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4" y="7"/>
                </a:cubicBezTo>
                <a:cubicBezTo>
                  <a:pt x="154" y="7"/>
                  <a:pt x="154" y="7"/>
                  <a:pt x="154" y="7"/>
                </a:cubicBezTo>
                <a:cubicBezTo>
                  <a:pt x="154" y="7"/>
                  <a:pt x="154" y="7"/>
                  <a:pt x="154" y="7"/>
                </a:cubicBezTo>
                <a:cubicBezTo>
                  <a:pt x="154" y="6"/>
                  <a:pt x="154" y="6"/>
                  <a:pt x="154" y="6"/>
                </a:cubicBezTo>
                <a:cubicBezTo>
                  <a:pt x="154" y="6"/>
                  <a:pt x="154" y="6"/>
                  <a:pt x="154" y="6"/>
                </a:cubicBezTo>
                <a:cubicBezTo>
                  <a:pt x="154" y="6"/>
                  <a:pt x="155" y="6"/>
                  <a:pt x="156" y="6"/>
                </a:cubicBezTo>
                <a:cubicBezTo>
                  <a:pt x="157" y="5"/>
                  <a:pt x="158" y="5"/>
                  <a:pt x="159" y="5"/>
                </a:cubicBezTo>
                <a:cubicBezTo>
                  <a:pt x="159" y="5"/>
                  <a:pt x="159" y="5"/>
                  <a:pt x="159" y="5"/>
                </a:cubicBezTo>
                <a:cubicBezTo>
                  <a:pt x="159" y="5"/>
                  <a:pt x="159" y="5"/>
                  <a:pt x="159" y="5"/>
                </a:cubicBezTo>
                <a:close/>
                <a:moveTo>
                  <a:pt x="166" y="8"/>
                </a:moveTo>
                <a:cubicBezTo>
                  <a:pt x="166" y="8"/>
                  <a:pt x="166" y="8"/>
                  <a:pt x="166" y="8"/>
                </a:cubicBezTo>
                <a:cubicBezTo>
                  <a:pt x="166" y="8"/>
                  <a:pt x="166" y="8"/>
                  <a:pt x="166" y="9"/>
                </a:cubicBezTo>
                <a:cubicBezTo>
                  <a:pt x="167" y="9"/>
                  <a:pt x="167" y="9"/>
                  <a:pt x="167" y="9"/>
                </a:cubicBezTo>
                <a:cubicBezTo>
                  <a:pt x="167" y="9"/>
                  <a:pt x="167" y="9"/>
                  <a:pt x="167" y="10"/>
                </a:cubicBezTo>
                <a:cubicBezTo>
                  <a:pt x="167" y="10"/>
                  <a:pt x="167" y="10"/>
                  <a:pt x="167" y="10"/>
                </a:cubicBezTo>
                <a:cubicBezTo>
                  <a:pt x="167" y="10"/>
                  <a:pt x="166" y="10"/>
                  <a:pt x="166" y="10"/>
                </a:cubicBezTo>
                <a:cubicBezTo>
                  <a:pt x="166" y="10"/>
                  <a:pt x="166" y="10"/>
                  <a:pt x="165" y="10"/>
                </a:cubicBezTo>
                <a:cubicBezTo>
                  <a:pt x="165" y="10"/>
                  <a:pt x="164" y="10"/>
                  <a:pt x="164" y="10"/>
                </a:cubicBezTo>
                <a:cubicBezTo>
                  <a:pt x="164" y="10"/>
                  <a:pt x="164" y="10"/>
                  <a:pt x="164" y="11"/>
                </a:cubicBezTo>
                <a:cubicBezTo>
                  <a:pt x="164" y="12"/>
                  <a:pt x="164" y="12"/>
                  <a:pt x="164" y="13"/>
                </a:cubicBezTo>
                <a:cubicBezTo>
                  <a:pt x="164" y="13"/>
                  <a:pt x="164" y="13"/>
                  <a:pt x="164" y="14"/>
                </a:cubicBezTo>
                <a:cubicBezTo>
                  <a:pt x="164" y="14"/>
                  <a:pt x="164" y="14"/>
                  <a:pt x="164" y="15"/>
                </a:cubicBezTo>
                <a:cubicBezTo>
                  <a:pt x="164" y="15"/>
                  <a:pt x="164" y="15"/>
                  <a:pt x="164" y="16"/>
                </a:cubicBezTo>
                <a:cubicBezTo>
                  <a:pt x="164" y="16"/>
                  <a:pt x="164" y="16"/>
                  <a:pt x="164" y="16"/>
                </a:cubicBezTo>
                <a:cubicBezTo>
                  <a:pt x="164" y="17"/>
                  <a:pt x="164" y="17"/>
                  <a:pt x="164" y="17"/>
                </a:cubicBezTo>
                <a:cubicBezTo>
                  <a:pt x="164" y="17"/>
                  <a:pt x="164" y="18"/>
                  <a:pt x="164" y="18"/>
                </a:cubicBezTo>
                <a:cubicBezTo>
                  <a:pt x="164" y="18"/>
                  <a:pt x="164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lnTo>
                  <a:pt x="163" y="17"/>
                </a:lnTo>
                <a:cubicBezTo>
                  <a:pt x="163" y="17"/>
                  <a:pt x="163" y="15"/>
                  <a:pt x="163" y="14"/>
                </a:cubicBezTo>
                <a:cubicBezTo>
                  <a:pt x="163" y="12"/>
                  <a:pt x="163" y="11"/>
                  <a:pt x="163" y="11"/>
                </a:cubicBezTo>
                <a:cubicBezTo>
                  <a:pt x="163" y="11"/>
                  <a:pt x="162" y="10"/>
                  <a:pt x="162" y="10"/>
                </a:cubicBezTo>
                <a:cubicBezTo>
                  <a:pt x="162" y="10"/>
                  <a:pt x="162" y="10"/>
                  <a:pt x="162" y="10"/>
                </a:cubicBezTo>
                <a:cubicBezTo>
                  <a:pt x="162" y="10"/>
                  <a:pt x="162" y="10"/>
                  <a:pt x="162" y="10"/>
                </a:cubicBezTo>
                <a:cubicBezTo>
                  <a:pt x="161" y="10"/>
                  <a:pt x="161" y="10"/>
                  <a:pt x="161" y="11"/>
                </a:cubicBezTo>
                <a:cubicBezTo>
                  <a:pt x="161" y="11"/>
                  <a:pt x="161" y="11"/>
                  <a:pt x="161" y="11"/>
                </a:cubicBezTo>
                <a:cubicBezTo>
                  <a:pt x="161" y="11"/>
                  <a:pt x="161" y="11"/>
                  <a:pt x="161" y="11"/>
                </a:cubicBezTo>
                <a:cubicBezTo>
                  <a:pt x="160" y="12"/>
                  <a:pt x="160" y="12"/>
                  <a:pt x="160" y="12"/>
                </a:cubicBezTo>
                <a:lnTo>
                  <a:pt x="160" y="13"/>
                </a:lnTo>
                <a:cubicBezTo>
                  <a:pt x="160" y="13"/>
                  <a:pt x="160" y="13"/>
                  <a:pt x="160" y="14"/>
                </a:cubicBezTo>
                <a:cubicBezTo>
                  <a:pt x="160" y="14"/>
                  <a:pt x="159" y="14"/>
                  <a:pt x="159" y="15"/>
                </a:cubicBezTo>
                <a:cubicBezTo>
                  <a:pt x="159" y="15"/>
                  <a:pt x="158" y="15"/>
                  <a:pt x="158" y="15"/>
                </a:cubicBezTo>
                <a:cubicBezTo>
                  <a:pt x="158" y="15"/>
                  <a:pt x="158" y="15"/>
                  <a:pt x="158" y="15"/>
                </a:cubicBezTo>
                <a:cubicBezTo>
                  <a:pt x="158" y="15"/>
                  <a:pt x="158" y="14"/>
                  <a:pt x="159" y="14"/>
                </a:cubicBezTo>
                <a:cubicBezTo>
                  <a:pt x="159" y="13"/>
                  <a:pt x="159" y="12"/>
                  <a:pt x="160" y="12"/>
                </a:cubicBezTo>
                <a:cubicBezTo>
                  <a:pt x="160" y="11"/>
                  <a:pt x="160" y="11"/>
                  <a:pt x="160" y="10"/>
                </a:cubicBezTo>
                <a:cubicBezTo>
                  <a:pt x="160" y="9"/>
                  <a:pt x="160" y="8"/>
                  <a:pt x="160" y="8"/>
                </a:cubicBezTo>
                <a:lnTo>
                  <a:pt x="160" y="7"/>
                </a:lnTo>
                <a:cubicBezTo>
                  <a:pt x="160" y="7"/>
                  <a:pt x="160" y="6"/>
                  <a:pt x="160" y="6"/>
                </a:cubicBezTo>
                <a:cubicBezTo>
                  <a:pt x="160" y="6"/>
                  <a:pt x="160" y="6"/>
                  <a:pt x="161" y="6"/>
                </a:cubicBezTo>
                <a:cubicBezTo>
                  <a:pt x="161" y="6"/>
                  <a:pt x="162" y="6"/>
                  <a:pt x="162" y="6"/>
                </a:cubicBezTo>
                <a:cubicBezTo>
                  <a:pt x="163" y="5"/>
                  <a:pt x="164" y="5"/>
                  <a:pt x="164" y="5"/>
                </a:cubicBezTo>
                <a:cubicBezTo>
                  <a:pt x="164" y="5"/>
                  <a:pt x="165" y="5"/>
                  <a:pt x="165" y="5"/>
                </a:cubicBezTo>
                <a:cubicBezTo>
                  <a:pt x="165" y="6"/>
                  <a:pt x="165" y="6"/>
                  <a:pt x="165" y="6"/>
                </a:cubicBezTo>
                <a:cubicBezTo>
                  <a:pt x="165" y="6"/>
                  <a:pt x="165" y="6"/>
                  <a:pt x="165" y="6"/>
                </a:cubicBezTo>
                <a:cubicBezTo>
                  <a:pt x="165" y="7"/>
                  <a:pt x="164" y="7"/>
                  <a:pt x="164" y="7"/>
                </a:cubicBezTo>
                <a:cubicBezTo>
                  <a:pt x="164" y="7"/>
                  <a:pt x="164" y="7"/>
                  <a:pt x="164" y="7"/>
                </a:cubicBezTo>
                <a:cubicBezTo>
                  <a:pt x="163" y="7"/>
                  <a:pt x="163" y="7"/>
                  <a:pt x="163" y="7"/>
                </a:cubicBezTo>
                <a:cubicBezTo>
                  <a:pt x="162" y="7"/>
                  <a:pt x="162" y="7"/>
                  <a:pt x="161" y="8"/>
                </a:cubicBezTo>
                <a:cubicBezTo>
                  <a:pt x="161" y="8"/>
                  <a:pt x="161" y="9"/>
                  <a:pt x="161" y="9"/>
                </a:cubicBezTo>
                <a:cubicBezTo>
                  <a:pt x="161" y="9"/>
                  <a:pt x="161" y="9"/>
                  <a:pt x="161" y="9"/>
                </a:cubicBezTo>
                <a:cubicBezTo>
                  <a:pt x="161" y="9"/>
                  <a:pt x="162" y="9"/>
                  <a:pt x="163" y="9"/>
                </a:cubicBezTo>
                <a:cubicBezTo>
                  <a:pt x="163" y="8"/>
                  <a:pt x="164" y="8"/>
                  <a:pt x="165" y="8"/>
                </a:cubicBezTo>
                <a:cubicBezTo>
                  <a:pt x="165" y="8"/>
                  <a:pt x="165" y="8"/>
                  <a:pt x="166" y="8"/>
                </a:cubicBezTo>
                <a:close/>
              </a:path>
              <a:path w="192" h="20">
                <a:moveTo>
                  <a:pt x="28" y="11"/>
                </a:moveTo>
                <a:cubicBezTo>
                  <a:pt x="28" y="11"/>
                  <a:pt x="28" y="11"/>
                  <a:pt x="28" y="11"/>
                </a:cubicBezTo>
                <a:cubicBezTo>
                  <a:pt x="28" y="11"/>
                  <a:pt x="29" y="10"/>
                  <a:pt x="30" y="10"/>
                </a:cubicBezTo>
                <a:cubicBezTo>
                  <a:pt x="30" y="10"/>
                  <a:pt x="30" y="10"/>
                  <a:pt x="30" y="10"/>
                </a:cubicBezTo>
                <a:cubicBezTo>
                  <a:pt x="30" y="10"/>
                  <a:pt x="30" y="9"/>
                  <a:pt x="30" y="9"/>
                </a:cubicBezTo>
                <a:lnTo>
                  <a:pt x="30" y="7"/>
                </a:lnTo>
                <a:cubicBezTo>
                  <a:pt x="30" y="6"/>
                  <a:pt x="30" y="6"/>
                  <a:pt x="30" y="6"/>
                </a:cubicBezTo>
                <a:cubicBezTo>
                  <a:pt x="29" y="6"/>
                  <a:pt x="29" y="6"/>
                  <a:pt x="29" y="6"/>
                </a:cubicBezTo>
                <a:cubicBezTo>
                  <a:pt x="29" y="6"/>
                  <a:pt x="29" y="6"/>
                  <a:pt x="29" y="6"/>
                </a:cubicBezTo>
                <a:cubicBezTo>
                  <a:pt x="28" y="6"/>
                  <a:pt x="28" y="6"/>
                  <a:pt x="28" y="6"/>
                </a:cubicBezTo>
                <a:cubicBezTo>
                  <a:pt x="28" y="7"/>
                  <a:pt x="28" y="7"/>
                  <a:pt x="28" y="7"/>
                </a:cubicBezTo>
                <a:cubicBezTo>
                  <a:pt x="28" y="7"/>
                  <a:pt x="28" y="7"/>
                  <a:pt x="28" y="7"/>
                </a:cubicBezTo>
                <a:cubicBezTo>
                  <a:pt x="28" y="8"/>
                  <a:pt x="29" y="8"/>
                  <a:pt x="29" y="8"/>
                </a:cubicBezTo>
                <a:cubicBezTo>
                  <a:pt x="29" y="8"/>
                  <a:pt x="29" y="8"/>
                  <a:pt x="29" y="9"/>
                </a:cubicBezTo>
                <a:cubicBezTo>
                  <a:pt x="29" y="9"/>
                  <a:pt x="29" y="9"/>
                  <a:pt x="29" y="9"/>
                </a:cubicBezTo>
                <a:cubicBezTo>
                  <a:pt x="29" y="9"/>
                  <a:pt x="28" y="9"/>
                  <a:pt x="28" y="9"/>
                </a:cubicBezTo>
                <a:cubicBezTo>
                  <a:pt x="28" y="9"/>
                  <a:pt x="28" y="9"/>
                  <a:pt x="28" y="10"/>
                </a:cubicBezTo>
                <a:cubicBezTo>
                  <a:pt x="28" y="10"/>
                  <a:pt x="28" y="10"/>
                  <a:pt x="28" y="10"/>
                </a:cubicBezTo>
                <a:cubicBezTo>
                  <a:pt x="28" y="10"/>
                  <a:pt x="28" y="11"/>
                  <a:pt x="28" y="11"/>
                </a:cubicBezTo>
                <a:cubicBezTo>
                  <a:pt x="28" y="11"/>
                  <a:pt x="28" y="11"/>
                  <a:pt x="28" y="11"/>
                </a:cubicBezTo>
                <a:close/>
              </a:path>
              <a:path w="192" h="20">
                <a:moveTo>
                  <a:pt x="53" y="8"/>
                </a:moveTo>
                <a:cubicBezTo>
                  <a:pt x="53" y="7"/>
                  <a:pt x="53" y="7"/>
                  <a:pt x="52" y="7"/>
                </a:cubicBezTo>
                <a:cubicBezTo>
                  <a:pt x="52" y="7"/>
                  <a:pt x="52" y="7"/>
                  <a:pt x="52" y="7"/>
                </a:cubicBezTo>
                <a:cubicBezTo>
                  <a:pt x="52" y="7"/>
                  <a:pt x="52" y="7"/>
                  <a:pt x="52" y="7"/>
                </a:cubicBezTo>
                <a:cubicBezTo>
                  <a:pt x="52" y="7"/>
                  <a:pt x="52" y="7"/>
                  <a:pt x="52" y="8"/>
                </a:cubicBezTo>
                <a:cubicBezTo>
                  <a:pt x="51" y="8"/>
                  <a:pt x="51" y="9"/>
                  <a:pt x="51" y="9"/>
                </a:cubicBezTo>
                <a:cubicBezTo>
                  <a:pt x="51" y="9"/>
                  <a:pt x="52" y="9"/>
                  <a:pt x="52" y="9"/>
                </a:cubicBezTo>
                <a:cubicBezTo>
                  <a:pt x="52" y="9"/>
                  <a:pt x="52" y="9"/>
                  <a:pt x="52" y="9"/>
                </a:cubicBezTo>
                <a:cubicBezTo>
                  <a:pt x="53" y="8"/>
                  <a:pt x="53" y="8"/>
                  <a:pt x="53" y="8"/>
                </a:cubicBezTo>
                <a:close/>
              </a:path>
              <a:path w="192" h="20">
                <a:moveTo>
                  <a:pt x="50" y="8"/>
                </a:moveTo>
                <a:cubicBezTo>
                  <a:pt x="50" y="8"/>
                  <a:pt x="50" y="8"/>
                  <a:pt x="50" y="7"/>
                </a:cubicBezTo>
                <a:cubicBezTo>
                  <a:pt x="50" y="7"/>
                  <a:pt x="50" y="7"/>
                  <a:pt x="50" y="7"/>
                </a:cubicBezTo>
                <a:cubicBezTo>
                  <a:pt x="50" y="7"/>
                  <a:pt x="50" y="7"/>
                  <a:pt x="50" y="7"/>
                </a:cubicBezTo>
                <a:cubicBezTo>
                  <a:pt x="50" y="7"/>
                  <a:pt x="50" y="8"/>
                  <a:pt x="50" y="8"/>
                </a:cubicBezTo>
                <a:cubicBezTo>
                  <a:pt x="50" y="8"/>
                  <a:pt x="50" y="8"/>
                  <a:pt x="50" y="9"/>
                </a:cubicBezTo>
                <a:cubicBezTo>
                  <a:pt x="50" y="9"/>
                  <a:pt x="50" y="9"/>
                  <a:pt x="50" y="9"/>
                </a:cubicBezTo>
                <a:cubicBezTo>
                  <a:pt x="50" y="9"/>
                  <a:pt x="50" y="9"/>
                  <a:pt x="50" y="9"/>
                </a:cubicBezTo>
                <a:cubicBezTo>
                  <a:pt x="50" y="8"/>
                  <a:pt x="50" y="8"/>
                  <a:pt x="50" y="8"/>
                </a:cubicBezTo>
                <a:close/>
              </a:path>
              <a:path w="192" h="20">
                <a:moveTo>
                  <a:pt x="49" y="9"/>
                </a:moveTo>
                <a:cubicBezTo>
                  <a:pt x="49" y="9"/>
                  <a:pt x="49" y="9"/>
                  <a:pt x="49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9"/>
                  <a:pt x="48" y="9"/>
                  <a:pt x="48" y="9"/>
                </a:cubicBezTo>
                <a:cubicBezTo>
                  <a:pt x="48" y="9"/>
                  <a:pt x="48" y="9"/>
                  <a:pt x="48" y="9"/>
                </a:cubicBezTo>
                <a:cubicBezTo>
                  <a:pt x="49" y="9"/>
                  <a:pt x="49" y="9"/>
                  <a:pt x="49" y="9"/>
                </a:cubicBezTo>
                <a:close/>
              </a:path>
              <a:path w="192" h="20">
                <a:moveTo>
                  <a:pt x="51" y="13"/>
                </a:moveTo>
                <a:cubicBezTo>
                  <a:pt x="51" y="13"/>
                  <a:pt x="51" y="13"/>
                  <a:pt x="51" y="13"/>
                </a:cubicBezTo>
                <a:cubicBezTo>
                  <a:pt x="51" y="13"/>
                  <a:pt x="52" y="13"/>
                  <a:pt x="52" y="13"/>
                </a:cubicBezTo>
                <a:cubicBezTo>
                  <a:pt x="52" y="13"/>
                  <a:pt x="52" y="12"/>
                  <a:pt x="52" y="12"/>
                </a:cubicBezTo>
                <a:cubicBezTo>
                  <a:pt x="52" y="12"/>
                  <a:pt x="52" y="12"/>
                  <a:pt x="51" y="12"/>
                </a:cubicBezTo>
                <a:cubicBezTo>
                  <a:pt x="51" y="12"/>
                  <a:pt x="51" y="12"/>
                  <a:pt x="51" y="12"/>
                </a:cubicBezTo>
                <a:cubicBezTo>
                  <a:pt x="51" y="12"/>
                  <a:pt x="51" y="12"/>
                  <a:pt x="50" y="12"/>
                </a:cubicBezTo>
                <a:cubicBezTo>
                  <a:pt x="50" y="12"/>
                  <a:pt x="50" y="12"/>
                  <a:pt x="50" y="12"/>
                </a:cubicBezTo>
                <a:cubicBezTo>
                  <a:pt x="50" y="12"/>
                  <a:pt x="50" y="12"/>
                  <a:pt x="50" y="13"/>
                </a:cubicBezTo>
                <a:cubicBezTo>
                  <a:pt x="50" y="13"/>
                  <a:pt x="50" y="13"/>
                  <a:pt x="51" y="13"/>
                </a:cubicBezTo>
                <a:close/>
              </a:path>
              <a:path w="192" h="20">
                <a:moveTo>
                  <a:pt x="51" y="15"/>
                </a:moveTo>
                <a:cubicBezTo>
                  <a:pt x="52" y="15"/>
                  <a:pt x="52" y="15"/>
                  <a:pt x="52" y="15"/>
                </a:cubicBezTo>
                <a:cubicBezTo>
                  <a:pt x="53" y="15"/>
                  <a:pt x="53" y="15"/>
                  <a:pt x="53" y="14"/>
                </a:cubicBezTo>
                <a:cubicBezTo>
                  <a:pt x="53" y="14"/>
                  <a:pt x="53" y="14"/>
                  <a:pt x="53" y="13"/>
                </a:cubicBezTo>
                <a:cubicBezTo>
                  <a:pt x="52" y="13"/>
                  <a:pt x="52" y="13"/>
                  <a:pt x="52" y="13"/>
                </a:cubicBezTo>
                <a:cubicBezTo>
                  <a:pt x="52" y="13"/>
                  <a:pt x="52" y="13"/>
                  <a:pt x="52" y="13"/>
                </a:cubicBezTo>
                <a:cubicBezTo>
                  <a:pt x="52" y="13"/>
                  <a:pt x="51" y="14"/>
                  <a:pt x="51" y="14"/>
                </a:cubicBezTo>
                <a:cubicBezTo>
                  <a:pt x="51" y="14"/>
                  <a:pt x="51" y="14"/>
                  <a:pt x="51" y="14"/>
                </a:cubicBezTo>
                <a:lnTo>
                  <a:pt x="50" y="14"/>
                </a:lnTo>
                <a:cubicBezTo>
                  <a:pt x="50" y="14"/>
                  <a:pt x="50" y="14"/>
                  <a:pt x="49" y="12"/>
                </a:cubicBezTo>
                <a:cubicBezTo>
                  <a:pt x="49" y="12"/>
                  <a:pt x="49" y="12"/>
                  <a:pt x="49" y="12"/>
                </a:cubicBezTo>
                <a:cubicBezTo>
                  <a:pt x="49" y="12"/>
                  <a:pt x="49" y="12"/>
                  <a:pt x="49" y="12"/>
                </a:cubicBezTo>
                <a:cubicBezTo>
                  <a:pt x="49" y="12"/>
                  <a:pt x="49" y="12"/>
                  <a:pt x="49" y="13"/>
                </a:cubicBezTo>
                <a:cubicBezTo>
                  <a:pt x="49" y="13"/>
                  <a:pt x="49" y="13"/>
                  <a:pt x="49" y="13"/>
                </a:cubicBezTo>
                <a:cubicBezTo>
                  <a:pt x="49" y="14"/>
                  <a:pt x="49" y="14"/>
                  <a:pt x="49" y="15"/>
                </a:cubicBezTo>
                <a:cubicBezTo>
                  <a:pt x="50" y="15"/>
                  <a:pt x="50" y="15"/>
                  <a:pt x="51" y="15"/>
                </a:cubicBezTo>
                <a:close/>
              </a:path>
              <a:path w="192" h="20">
                <a:moveTo>
                  <a:pt x="68" y="8"/>
                </a:moveTo>
                <a:cubicBezTo>
                  <a:pt x="68" y="8"/>
                  <a:pt x="69" y="8"/>
                  <a:pt x="69" y="8"/>
                </a:cubicBezTo>
                <a:cubicBezTo>
                  <a:pt x="69" y="8"/>
                  <a:pt x="69" y="7"/>
                  <a:pt x="69" y="7"/>
                </a:cubicBezTo>
                <a:cubicBezTo>
                  <a:pt x="69" y="7"/>
                  <a:pt x="69" y="6"/>
                  <a:pt x="69" y="6"/>
                </a:cubicBezTo>
                <a:cubicBezTo>
                  <a:pt x="69" y="6"/>
                  <a:pt x="69" y="5"/>
                  <a:pt x="69" y="5"/>
                </a:cubicBezTo>
                <a:cubicBezTo>
                  <a:pt x="68" y="5"/>
                  <a:pt x="68" y="5"/>
                  <a:pt x="68" y="5"/>
                </a:cubicBezTo>
                <a:cubicBezTo>
                  <a:pt x="68" y="5"/>
                  <a:pt x="67" y="5"/>
                  <a:pt x="67" y="5"/>
                </a:cubicBezTo>
                <a:cubicBezTo>
                  <a:pt x="67" y="5"/>
                  <a:pt x="67" y="5"/>
                  <a:pt x="66" y="5"/>
                </a:cubicBezTo>
                <a:cubicBezTo>
                  <a:pt x="66" y="6"/>
                  <a:pt x="66" y="6"/>
                  <a:pt x="65" y="6"/>
                </a:cubicBezTo>
                <a:cubicBezTo>
                  <a:pt x="65" y="6"/>
                  <a:pt x="65" y="6"/>
                  <a:pt x="65" y="6"/>
                </a:cubicBezTo>
                <a:cubicBezTo>
                  <a:pt x="65" y="6"/>
                  <a:pt x="65" y="6"/>
                  <a:pt x="65" y="6"/>
                </a:cubicBezTo>
                <a:cubicBezTo>
                  <a:pt x="65" y="7"/>
                  <a:pt x="65" y="7"/>
                  <a:pt x="65" y="8"/>
                </a:cubicBezTo>
                <a:cubicBezTo>
                  <a:pt x="65" y="8"/>
                  <a:pt x="65" y="8"/>
                  <a:pt x="65" y="8"/>
                </a:cubicBezTo>
                <a:cubicBezTo>
                  <a:pt x="66" y="8"/>
                  <a:pt x="66" y="8"/>
                  <a:pt x="66" y="8"/>
                </a:cubicBezTo>
                <a:cubicBezTo>
                  <a:pt x="67" y="7"/>
                  <a:pt x="68" y="7"/>
                  <a:pt x="68" y="7"/>
                </a:cubicBezTo>
                <a:cubicBezTo>
                  <a:pt x="68" y="7"/>
                  <a:pt x="68" y="7"/>
                  <a:pt x="68" y="8"/>
                </a:cubicBezTo>
                <a:cubicBezTo>
                  <a:pt x="68" y="8"/>
                  <a:pt x="68" y="8"/>
                  <a:pt x="68" y="8"/>
                </a:cubicBezTo>
                <a:close/>
                <a:moveTo>
                  <a:pt x="68" y="6"/>
                </a:moveTo>
                <a:cubicBezTo>
                  <a:pt x="68" y="6"/>
                  <a:pt x="68" y="6"/>
                  <a:pt x="68" y="6"/>
                </a:cubicBezTo>
                <a:cubicBezTo>
                  <a:pt x="68" y="7"/>
                  <a:pt x="68" y="7"/>
                  <a:pt x="67" y="7"/>
                </a:cubicBezTo>
                <a:cubicBezTo>
                  <a:pt x="67" y="7"/>
                  <a:pt x="66" y="7"/>
                  <a:pt x="66" y="7"/>
                </a:cubicBezTo>
                <a:cubicBezTo>
                  <a:pt x="66" y="7"/>
                  <a:pt x="66" y="7"/>
                  <a:pt x="66" y="7"/>
                </a:cubicBezTo>
                <a:cubicBezTo>
                  <a:pt x="65" y="7"/>
                  <a:pt x="65" y="7"/>
                  <a:pt x="65" y="6"/>
                </a:cubicBezTo>
                <a:cubicBezTo>
                  <a:pt x="65" y="6"/>
                  <a:pt x="66" y="6"/>
                  <a:pt x="66" y="6"/>
                </a:cubicBezTo>
                <a:cubicBezTo>
                  <a:pt x="66" y="6"/>
                  <a:pt x="67" y="6"/>
                  <a:pt x="67" y="6"/>
                </a:cubicBezTo>
                <a:cubicBezTo>
                  <a:pt x="67" y="6"/>
                  <a:pt x="67" y="6"/>
                  <a:pt x="68" y="6"/>
                </a:cubicBezTo>
                <a:close/>
              </a:path>
              <a:path w="192" h="20">
                <a:moveTo>
                  <a:pt x="127" y="7"/>
                </a:moveTo>
                <a:cubicBezTo>
                  <a:pt x="127" y="7"/>
                  <a:pt x="127" y="7"/>
                  <a:pt x="127" y="7"/>
                </a:cubicBezTo>
                <a:cubicBezTo>
                  <a:pt x="127" y="7"/>
                  <a:pt x="127" y="7"/>
                  <a:pt x="127" y="6"/>
                </a:cubicBezTo>
                <a:cubicBezTo>
                  <a:pt x="127" y="6"/>
                  <a:pt x="127" y="5"/>
                  <a:pt x="127" y="5"/>
                </a:cubicBezTo>
                <a:cubicBezTo>
                  <a:pt x="127" y="4"/>
                  <a:pt x="127" y="4"/>
                  <a:pt x="127" y="3"/>
                </a:cubicBezTo>
                <a:cubicBezTo>
                  <a:pt x="127" y="3"/>
                  <a:pt x="127" y="3"/>
                  <a:pt x="127" y="3"/>
                </a:cubicBezTo>
                <a:cubicBezTo>
                  <a:pt x="127" y="3"/>
                  <a:pt x="127" y="3"/>
                  <a:pt x="127" y="3"/>
                </a:cubicBezTo>
                <a:cubicBezTo>
                  <a:pt x="127" y="3"/>
                  <a:pt x="126" y="3"/>
                  <a:pt x="126" y="3"/>
                </a:cubicBezTo>
                <a:cubicBezTo>
                  <a:pt x="125" y="3"/>
                  <a:pt x="125" y="3"/>
                  <a:pt x="125" y="4"/>
                </a:cubicBezTo>
                <a:cubicBezTo>
                  <a:pt x="125" y="4"/>
                  <a:pt x="125" y="4"/>
                  <a:pt x="125" y="4"/>
                </a:cubicBezTo>
                <a:cubicBezTo>
                  <a:pt x="125" y="4"/>
                  <a:pt x="125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5"/>
                  <a:pt x="126" y="5"/>
                  <a:pt x="126" y="5"/>
                </a:cubicBezTo>
                <a:cubicBezTo>
                  <a:pt x="125" y="5"/>
                  <a:pt x="125" y="5"/>
                  <a:pt x="125" y="5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6" y="6"/>
                </a:cubicBezTo>
                <a:cubicBezTo>
                  <a:pt x="126" y="6"/>
                  <a:pt x="126" y="6"/>
                  <a:pt x="126" y="6"/>
                </a:cubicBezTo>
                <a:cubicBezTo>
                  <a:pt x="126" y="6"/>
                  <a:pt x="126" y="6"/>
                  <a:pt x="126" y="6"/>
                </a:cubicBezTo>
                <a:cubicBezTo>
                  <a:pt x="126" y="6"/>
                  <a:pt x="126" y="6"/>
                  <a:pt x="127" y="7"/>
                </a:cubicBezTo>
                <a:cubicBezTo>
                  <a:pt x="127" y="7"/>
                  <a:pt x="127" y="7"/>
                  <a:pt x="127" y="7"/>
                </a:cubicBezTo>
                <a:close/>
              </a:path>
              <a:path w="192" h="20">
                <a:moveTo>
                  <a:pt x="125" y="13"/>
                </a:moveTo>
                <a:cubicBezTo>
                  <a:pt x="125" y="13"/>
                  <a:pt x="125" y="13"/>
                  <a:pt x="125" y="13"/>
                </a:cubicBezTo>
                <a:cubicBezTo>
                  <a:pt x="125" y="13"/>
                  <a:pt x="125" y="12"/>
                  <a:pt x="125" y="12"/>
                </a:cubicBezTo>
                <a:cubicBezTo>
                  <a:pt x="126" y="12"/>
                  <a:pt x="126" y="11"/>
                  <a:pt x="126" y="11"/>
                </a:cubicBezTo>
                <a:cubicBezTo>
                  <a:pt x="126" y="11"/>
                  <a:pt x="125" y="11"/>
                  <a:pt x="125" y="10"/>
                </a:cubicBezTo>
                <a:cubicBezTo>
                  <a:pt x="125" y="10"/>
                  <a:pt x="125" y="10"/>
                  <a:pt x="125" y="10"/>
                </a:cubicBezTo>
                <a:cubicBezTo>
                  <a:pt x="125" y="10"/>
                  <a:pt x="125" y="10"/>
                  <a:pt x="125" y="10"/>
                </a:cubicBezTo>
                <a:cubicBezTo>
                  <a:pt x="124" y="10"/>
                  <a:pt x="124" y="10"/>
                  <a:pt x="124" y="11"/>
                </a:cubicBezTo>
                <a:cubicBezTo>
                  <a:pt x="124" y="11"/>
                  <a:pt x="124" y="11"/>
                  <a:pt x="124" y="11"/>
                </a:cubicBezTo>
                <a:cubicBezTo>
                  <a:pt x="124" y="12"/>
                  <a:pt x="124" y="12"/>
                  <a:pt x="124" y="12"/>
                </a:cubicBezTo>
                <a:cubicBezTo>
                  <a:pt x="125" y="12"/>
                  <a:pt x="125" y="12"/>
                  <a:pt x="125" y="12"/>
                </a:cubicBezTo>
                <a:cubicBezTo>
                  <a:pt x="125" y="13"/>
                  <a:pt x="125" y="13"/>
                  <a:pt x="125" y="13"/>
                </a:cubicBezTo>
                <a:close/>
              </a:path>
              <a:path w="192" h="20">
                <a:moveTo>
                  <a:pt x="156" y="13"/>
                </a:moveTo>
                <a:cubicBezTo>
                  <a:pt x="156" y="13"/>
                  <a:pt x="156" y="12"/>
                  <a:pt x="156" y="12"/>
                </a:cubicBezTo>
                <a:cubicBezTo>
                  <a:pt x="156" y="12"/>
                  <a:pt x="156" y="12"/>
                  <a:pt x="156" y="12"/>
                </a:cubicBezTo>
                <a:cubicBezTo>
                  <a:pt x="156" y="12"/>
                  <a:pt x="156" y="12"/>
                  <a:pt x="156" y="12"/>
                </a:cubicBezTo>
                <a:cubicBezTo>
                  <a:pt x="156" y="12"/>
                  <a:pt x="156" y="12"/>
                  <a:pt x="155" y="12"/>
                </a:cubicBezTo>
                <a:cubicBezTo>
                  <a:pt x="155" y="12"/>
                  <a:pt x="155" y="12"/>
                  <a:pt x="155" y="12"/>
                </a:cubicBezTo>
                <a:cubicBezTo>
                  <a:pt x="155" y="12"/>
                  <a:pt x="155" y="12"/>
                  <a:pt x="155" y="13"/>
                </a:cubicBezTo>
                <a:cubicBezTo>
                  <a:pt x="155" y="13"/>
                  <a:pt x="155" y="13"/>
                  <a:pt x="155" y="13"/>
                </a:cubicBezTo>
                <a:cubicBezTo>
                  <a:pt x="155" y="14"/>
                  <a:pt x="155" y="14"/>
                  <a:pt x="155" y="14"/>
                </a:cubicBezTo>
                <a:cubicBezTo>
                  <a:pt x="155" y="14"/>
                  <a:pt x="155" y="14"/>
                  <a:pt x="155" y="14"/>
                </a:cubicBezTo>
                <a:cubicBezTo>
                  <a:pt x="155" y="14"/>
                  <a:pt x="155" y="14"/>
                  <a:pt x="156" y="14"/>
                </a:cubicBezTo>
                <a:cubicBezTo>
                  <a:pt x="156" y="14"/>
                  <a:pt x="156" y="14"/>
                  <a:pt x="156" y="14"/>
                </a:cubicBezTo>
                <a:cubicBezTo>
                  <a:pt x="156" y="14"/>
                  <a:pt x="156" y="14"/>
                  <a:pt x="156" y="14"/>
                </a:cubicBezTo>
                <a:cubicBezTo>
                  <a:pt x="156" y="13"/>
                  <a:pt x="156" y="13"/>
                  <a:pt x="156" y="13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8" name="Rectangle 13"/>
          <p:cNvSpPr>
            <a:spLocks noGrp="1"/>
          </p:cNvSpPr>
          <p:nvPr/>
        </p:nvSpPr>
        <p:spPr>
          <a:xfrm>
            <a:off x="9971521" y="260515"/>
            <a:ext cx="182870" cy="6350"/>
          </a:xfrm>
          <a:prstGeom prst="rect">
            <a:avLst/>
          </a:prstGeom>
          <a:solidFill>
            <a:srgbClr val="005A9F"/>
          </a:solidFill>
          <a:ln>
            <a:noFill/>
          </a:ln>
        </p:spPr>
      </p:sp>
      <p:sp>
        <p:nvSpPr>
          <p:cNvPr id="9" name="Freeform 14"/>
          <p:cNvSpPr>
            <a:spLocks noGrp="1"/>
          </p:cNvSpPr>
          <p:nvPr/>
        </p:nvSpPr>
        <p:spPr>
          <a:xfrm>
            <a:off x="9881355" y="177969"/>
            <a:ext cx="358121" cy="91435"/>
          </a:xfrm>
          <a:custGeom>
            <a:avLst/>
            <a:gdLst/>
            <a:ahLst/>
            <a:cxnLst/>
            <a:rect l="l" t="t" r="r" b="b"/>
            <a:pathLst>
              <a:path w="232" h="59">
                <a:moveTo>
                  <a:pt x="7" y="34"/>
                </a:moveTo>
                <a:lnTo>
                  <a:pt x="2" y="31"/>
                </a:lnTo>
                <a:lnTo>
                  <a:pt x="1" y="31"/>
                </a:lnTo>
                <a:lnTo>
                  <a:pt x="1" y="30"/>
                </a:lnTo>
                <a:lnTo>
                  <a:pt x="2" y="30"/>
                </a:lnTo>
                <a:lnTo>
                  <a:pt x="3" y="30"/>
                </a:lnTo>
                <a:lnTo>
                  <a:pt x="3" y="29"/>
                </a:lnTo>
                <a:lnTo>
                  <a:pt x="4" y="29"/>
                </a:lnTo>
                <a:lnTo>
                  <a:pt x="5" y="30"/>
                </a:lnTo>
                <a:lnTo>
                  <a:pt x="6" y="30"/>
                </a:lnTo>
                <a:lnTo>
                  <a:pt x="7" y="31"/>
                </a:lnTo>
                <a:lnTo>
                  <a:pt x="7" y="32"/>
                </a:lnTo>
                <a:lnTo>
                  <a:pt x="8" y="34"/>
                </a:lnTo>
                <a:lnTo>
                  <a:pt x="9" y="33"/>
                </a:lnTo>
                <a:lnTo>
                  <a:pt x="9" y="28"/>
                </a:lnTo>
                <a:lnTo>
                  <a:pt x="9" y="27"/>
                </a:lnTo>
                <a:lnTo>
                  <a:pt x="9" y="26"/>
                </a:lnTo>
                <a:lnTo>
                  <a:pt x="10" y="26"/>
                </a:lnTo>
                <a:lnTo>
                  <a:pt x="11" y="26"/>
                </a:lnTo>
                <a:lnTo>
                  <a:pt x="12" y="26"/>
                </a:lnTo>
                <a:lnTo>
                  <a:pt x="13" y="26"/>
                </a:lnTo>
                <a:lnTo>
                  <a:pt x="14" y="27"/>
                </a:lnTo>
                <a:lnTo>
                  <a:pt x="14" y="28"/>
                </a:lnTo>
                <a:lnTo>
                  <a:pt x="15" y="28"/>
                </a:lnTo>
                <a:lnTo>
                  <a:pt x="15" y="29"/>
                </a:lnTo>
                <a:lnTo>
                  <a:pt x="14" y="29"/>
                </a:lnTo>
                <a:lnTo>
                  <a:pt x="12" y="32"/>
                </a:lnTo>
                <a:lnTo>
                  <a:pt x="12" y="33"/>
                </a:lnTo>
                <a:lnTo>
                  <a:pt x="11" y="33"/>
                </a:lnTo>
                <a:lnTo>
                  <a:pt x="11" y="34"/>
                </a:lnTo>
                <a:lnTo>
                  <a:pt x="11" y="35"/>
                </a:lnTo>
                <a:lnTo>
                  <a:pt x="11" y="37"/>
                </a:lnTo>
                <a:lnTo>
                  <a:pt x="13" y="37"/>
                </a:lnTo>
                <a:lnTo>
                  <a:pt x="14" y="36"/>
                </a:lnTo>
                <a:lnTo>
                  <a:pt x="14" y="35"/>
                </a:lnTo>
                <a:lnTo>
                  <a:pt x="14" y="34"/>
                </a:lnTo>
                <a:lnTo>
                  <a:pt x="14" y="33"/>
                </a:lnTo>
                <a:lnTo>
                  <a:pt x="13" y="33"/>
                </a:lnTo>
                <a:lnTo>
                  <a:pt x="13" y="32"/>
                </a:lnTo>
                <a:lnTo>
                  <a:pt x="14" y="32"/>
                </a:lnTo>
                <a:lnTo>
                  <a:pt x="16" y="32"/>
                </a:lnTo>
                <a:lnTo>
                  <a:pt x="17" y="32"/>
                </a:lnTo>
                <a:lnTo>
                  <a:pt x="18" y="32"/>
                </a:lnTo>
                <a:lnTo>
                  <a:pt x="18" y="33"/>
                </a:lnTo>
                <a:lnTo>
                  <a:pt x="18" y="34"/>
                </a:lnTo>
                <a:lnTo>
                  <a:pt x="17" y="34"/>
                </a:lnTo>
                <a:lnTo>
                  <a:pt x="17" y="35"/>
                </a:lnTo>
                <a:lnTo>
                  <a:pt x="17" y="36"/>
                </a:lnTo>
                <a:lnTo>
                  <a:pt x="16" y="36"/>
                </a:lnTo>
                <a:lnTo>
                  <a:pt x="16" y="38"/>
                </a:lnTo>
                <a:lnTo>
                  <a:pt x="17" y="38"/>
                </a:lnTo>
                <a:lnTo>
                  <a:pt x="19" y="35"/>
                </a:lnTo>
                <a:lnTo>
                  <a:pt x="19" y="34"/>
                </a:lnTo>
                <a:lnTo>
                  <a:pt x="20" y="34"/>
                </a:lnTo>
                <a:lnTo>
                  <a:pt x="21" y="34"/>
                </a:lnTo>
                <a:lnTo>
                  <a:pt x="22" y="34"/>
                </a:lnTo>
                <a:lnTo>
                  <a:pt x="22" y="35"/>
                </a:lnTo>
                <a:lnTo>
                  <a:pt x="23" y="35"/>
                </a:lnTo>
                <a:lnTo>
                  <a:pt x="23" y="36"/>
                </a:lnTo>
                <a:lnTo>
                  <a:pt x="22" y="36"/>
                </a:lnTo>
                <a:lnTo>
                  <a:pt x="19" y="42"/>
                </a:lnTo>
                <a:lnTo>
                  <a:pt x="18" y="42"/>
                </a:lnTo>
                <a:lnTo>
                  <a:pt x="18" y="43"/>
                </a:lnTo>
                <a:lnTo>
                  <a:pt x="19" y="43"/>
                </a:lnTo>
                <a:lnTo>
                  <a:pt x="20" y="43"/>
                </a:lnTo>
                <a:lnTo>
                  <a:pt x="22" y="43"/>
                </a:lnTo>
                <a:lnTo>
                  <a:pt x="23" y="43"/>
                </a:lnTo>
                <a:lnTo>
                  <a:pt x="23" y="44"/>
                </a:lnTo>
                <a:lnTo>
                  <a:pt x="20" y="48"/>
                </a:lnTo>
                <a:lnTo>
                  <a:pt x="24" y="54"/>
                </a:lnTo>
                <a:lnTo>
                  <a:pt x="24" y="56"/>
                </a:lnTo>
                <a:lnTo>
                  <a:pt x="25" y="57"/>
                </a:lnTo>
                <a:lnTo>
                  <a:pt x="25" y="58"/>
                </a:lnTo>
                <a:lnTo>
                  <a:pt x="25" y="59"/>
                </a:lnTo>
                <a:lnTo>
                  <a:pt x="24" y="59"/>
                </a:lnTo>
                <a:lnTo>
                  <a:pt x="23" y="59"/>
                </a:lnTo>
                <a:lnTo>
                  <a:pt x="22" y="59"/>
                </a:lnTo>
                <a:lnTo>
                  <a:pt x="22" y="58"/>
                </a:lnTo>
                <a:lnTo>
                  <a:pt x="17" y="51"/>
                </a:lnTo>
                <a:lnTo>
                  <a:pt x="13" y="57"/>
                </a:lnTo>
                <a:lnTo>
                  <a:pt x="12" y="58"/>
                </a:lnTo>
                <a:lnTo>
                  <a:pt x="11" y="58"/>
                </a:lnTo>
                <a:lnTo>
                  <a:pt x="10" y="58"/>
                </a:lnTo>
                <a:lnTo>
                  <a:pt x="10" y="57"/>
                </a:lnTo>
                <a:lnTo>
                  <a:pt x="12" y="52"/>
                </a:lnTo>
                <a:lnTo>
                  <a:pt x="14" y="47"/>
                </a:lnTo>
                <a:lnTo>
                  <a:pt x="14" y="46"/>
                </a:lnTo>
                <a:lnTo>
                  <a:pt x="13" y="46"/>
                </a:lnTo>
                <a:lnTo>
                  <a:pt x="8" y="53"/>
                </a:lnTo>
                <a:lnTo>
                  <a:pt x="7" y="54"/>
                </a:lnTo>
                <a:lnTo>
                  <a:pt x="7" y="55"/>
                </a:lnTo>
                <a:lnTo>
                  <a:pt x="6" y="55"/>
                </a:lnTo>
                <a:lnTo>
                  <a:pt x="5" y="56"/>
                </a:lnTo>
                <a:lnTo>
                  <a:pt x="3" y="56"/>
                </a:lnTo>
                <a:lnTo>
                  <a:pt x="2" y="55"/>
                </a:lnTo>
                <a:lnTo>
                  <a:pt x="12" y="44"/>
                </a:lnTo>
                <a:lnTo>
                  <a:pt x="11" y="42"/>
                </a:lnTo>
                <a:lnTo>
                  <a:pt x="11" y="43"/>
                </a:lnTo>
                <a:lnTo>
                  <a:pt x="10" y="43"/>
                </a:lnTo>
                <a:lnTo>
                  <a:pt x="10" y="44"/>
                </a:lnTo>
                <a:lnTo>
                  <a:pt x="10" y="45"/>
                </a:lnTo>
                <a:lnTo>
                  <a:pt x="10" y="46"/>
                </a:lnTo>
                <a:lnTo>
                  <a:pt x="9" y="47"/>
                </a:lnTo>
                <a:lnTo>
                  <a:pt x="5" y="46"/>
                </a:lnTo>
                <a:lnTo>
                  <a:pt x="5" y="45"/>
                </a:lnTo>
                <a:lnTo>
                  <a:pt x="5" y="44"/>
                </a:lnTo>
                <a:lnTo>
                  <a:pt x="3" y="43"/>
                </a:lnTo>
                <a:lnTo>
                  <a:pt x="3" y="42"/>
                </a:lnTo>
                <a:lnTo>
                  <a:pt x="4" y="42"/>
                </a:lnTo>
                <a:lnTo>
                  <a:pt x="7" y="42"/>
                </a:lnTo>
                <a:lnTo>
                  <a:pt x="8" y="42"/>
                </a:lnTo>
                <a:lnTo>
                  <a:pt x="8" y="41"/>
                </a:lnTo>
                <a:lnTo>
                  <a:pt x="9" y="41"/>
                </a:lnTo>
                <a:lnTo>
                  <a:pt x="10" y="41"/>
                </a:lnTo>
                <a:lnTo>
                  <a:pt x="10" y="40"/>
                </a:lnTo>
                <a:lnTo>
                  <a:pt x="8" y="39"/>
                </a:lnTo>
                <a:lnTo>
                  <a:pt x="8" y="38"/>
                </a:lnTo>
                <a:lnTo>
                  <a:pt x="8" y="37"/>
                </a:lnTo>
                <a:lnTo>
                  <a:pt x="9" y="37"/>
                </a:lnTo>
                <a:lnTo>
                  <a:pt x="10" y="37"/>
                </a:lnTo>
                <a:lnTo>
                  <a:pt x="10" y="36"/>
                </a:lnTo>
                <a:lnTo>
                  <a:pt x="10" y="35"/>
                </a:lnTo>
                <a:lnTo>
                  <a:pt x="9" y="35"/>
                </a:lnTo>
                <a:lnTo>
                  <a:pt x="5" y="39"/>
                </a:lnTo>
                <a:lnTo>
                  <a:pt x="4" y="40"/>
                </a:lnTo>
                <a:lnTo>
                  <a:pt x="3" y="40"/>
                </a:lnTo>
                <a:lnTo>
                  <a:pt x="2" y="40"/>
                </a:lnTo>
                <a:lnTo>
                  <a:pt x="1" y="40"/>
                </a:lnTo>
                <a:lnTo>
                  <a:pt x="0" y="40"/>
                </a:lnTo>
                <a:lnTo>
                  <a:pt x="0" y="39"/>
                </a:lnTo>
                <a:lnTo>
                  <a:pt x="1" y="38"/>
                </a:lnTo>
                <a:lnTo>
                  <a:pt x="7" y="34"/>
                </a:lnTo>
                <a:close/>
                <a:moveTo>
                  <a:pt x="17" y="45"/>
                </a:moveTo>
                <a:lnTo>
                  <a:pt x="17" y="45"/>
                </a:lnTo>
                <a:lnTo>
                  <a:pt x="18" y="45"/>
                </a:lnTo>
                <a:lnTo>
                  <a:pt x="18" y="46"/>
                </a:lnTo>
                <a:lnTo>
                  <a:pt x="19" y="46"/>
                </a:lnTo>
                <a:lnTo>
                  <a:pt x="19" y="45"/>
                </a:lnTo>
                <a:lnTo>
                  <a:pt x="18" y="44"/>
                </a:lnTo>
                <a:lnTo>
                  <a:pt x="17" y="44"/>
                </a:lnTo>
                <a:lnTo>
                  <a:pt x="17" y="45"/>
                </a:lnTo>
                <a:close/>
                <a:moveTo>
                  <a:pt x="16" y="42"/>
                </a:moveTo>
                <a:lnTo>
                  <a:pt x="18" y="39"/>
                </a:lnTo>
                <a:lnTo>
                  <a:pt x="19" y="39"/>
                </a:lnTo>
                <a:lnTo>
                  <a:pt x="17" y="42"/>
                </a:lnTo>
                <a:lnTo>
                  <a:pt x="17" y="43"/>
                </a:lnTo>
                <a:lnTo>
                  <a:pt x="16" y="43"/>
                </a:lnTo>
                <a:lnTo>
                  <a:pt x="16" y="42"/>
                </a:lnTo>
                <a:close/>
                <a:moveTo>
                  <a:pt x="13" y="38"/>
                </a:moveTo>
                <a:lnTo>
                  <a:pt x="15" y="41"/>
                </a:lnTo>
                <a:lnTo>
                  <a:pt x="15" y="40"/>
                </a:lnTo>
                <a:lnTo>
                  <a:pt x="16" y="40"/>
                </a:lnTo>
                <a:lnTo>
                  <a:pt x="16" y="39"/>
                </a:lnTo>
                <a:lnTo>
                  <a:pt x="15" y="39"/>
                </a:lnTo>
                <a:lnTo>
                  <a:pt x="15" y="38"/>
                </a:lnTo>
                <a:lnTo>
                  <a:pt x="15" y="37"/>
                </a:lnTo>
                <a:lnTo>
                  <a:pt x="14" y="37"/>
                </a:lnTo>
                <a:lnTo>
                  <a:pt x="13" y="38"/>
                </a:lnTo>
                <a:close/>
                <a:moveTo>
                  <a:pt x="11" y="29"/>
                </a:moveTo>
                <a:lnTo>
                  <a:pt x="11" y="29"/>
                </a:lnTo>
                <a:lnTo>
                  <a:pt x="11" y="28"/>
                </a:lnTo>
                <a:lnTo>
                  <a:pt x="12" y="28"/>
                </a:lnTo>
                <a:lnTo>
                  <a:pt x="12" y="29"/>
                </a:lnTo>
                <a:lnTo>
                  <a:pt x="12" y="30"/>
                </a:lnTo>
                <a:lnTo>
                  <a:pt x="12" y="31"/>
                </a:lnTo>
                <a:lnTo>
                  <a:pt x="11" y="31"/>
                </a:lnTo>
                <a:lnTo>
                  <a:pt x="11" y="30"/>
                </a:lnTo>
                <a:lnTo>
                  <a:pt x="11" y="29"/>
                </a:lnTo>
                <a:close/>
                <a:moveTo>
                  <a:pt x="15" y="48"/>
                </a:moveTo>
                <a:lnTo>
                  <a:pt x="16" y="49"/>
                </a:lnTo>
                <a:lnTo>
                  <a:pt x="13" y="53"/>
                </a:lnTo>
                <a:lnTo>
                  <a:pt x="12" y="53"/>
                </a:lnTo>
                <a:lnTo>
                  <a:pt x="15" y="48"/>
                </a:lnTo>
                <a:close/>
              </a:path>
              <a:path w="232" h="59">
                <a:moveTo>
                  <a:pt x="204" y="57"/>
                </a:moveTo>
                <a:cubicBezTo>
                  <a:pt x="202" y="54"/>
                  <a:pt x="202" y="53"/>
                  <a:pt x="201" y="52"/>
                </a:cubicBezTo>
                <a:cubicBezTo>
                  <a:pt x="201" y="52"/>
                  <a:pt x="201" y="52"/>
                  <a:pt x="201" y="52"/>
                </a:cubicBezTo>
                <a:cubicBezTo>
                  <a:pt x="203" y="53"/>
                  <a:pt x="204" y="54"/>
                  <a:pt x="206" y="52"/>
                </a:cubicBezTo>
                <a:cubicBezTo>
                  <a:pt x="208" y="50"/>
                  <a:pt x="209" y="48"/>
                  <a:pt x="210" y="46"/>
                </a:cubicBezTo>
                <a:cubicBezTo>
                  <a:pt x="210" y="45"/>
                  <a:pt x="210" y="45"/>
                  <a:pt x="210" y="45"/>
                </a:cubicBezTo>
                <a:cubicBezTo>
                  <a:pt x="207" y="45"/>
                  <a:pt x="204" y="46"/>
                  <a:pt x="200" y="46"/>
                </a:cubicBezTo>
                <a:cubicBezTo>
                  <a:pt x="199" y="45"/>
                  <a:pt x="198" y="43"/>
                  <a:pt x="198" y="42"/>
                </a:cubicBezTo>
                <a:cubicBezTo>
                  <a:pt x="198" y="42"/>
                  <a:pt x="198" y="42"/>
                  <a:pt x="198" y="42"/>
                </a:cubicBezTo>
                <a:cubicBezTo>
                  <a:pt x="203" y="42"/>
                  <a:pt x="208" y="44"/>
                  <a:pt x="213" y="43"/>
                </a:cubicBezTo>
                <a:cubicBezTo>
                  <a:pt x="214" y="43"/>
                  <a:pt x="217" y="41"/>
                  <a:pt x="216" y="41"/>
                </a:cubicBezTo>
                <a:cubicBezTo>
                  <a:pt x="215" y="39"/>
                  <a:pt x="210" y="41"/>
                  <a:pt x="209" y="38"/>
                </a:cubicBezTo>
                <a:cubicBezTo>
                  <a:pt x="209" y="38"/>
                  <a:pt x="209" y="38"/>
                  <a:pt x="209" y="38"/>
                </a:cubicBezTo>
                <a:cubicBezTo>
                  <a:pt x="213" y="38"/>
                  <a:pt x="216" y="39"/>
                  <a:pt x="219" y="39"/>
                </a:cubicBezTo>
                <a:cubicBezTo>
                  <a:pt x="221" y="38"/>
                  <a:pt x="223" y="37"/>
                  <a:pt x="224" y="37"/>
                </a:cubicBezTo>
                <a:cubicBezTo>
                  <a:pt x="225" y="36"/>
                  <a:pt x="225" y="36"/>
                  <a:pt x="226" y="35"/>
                </a:cubicBezTo>
                <a:cubicBezTo>
                  <a:pt x="225" y="34"/>
                  <a:pt x="222" y="33"/>
                  <a:pt x="222" y="34"/>
                </a:cubicBezTo>
                <a:cubicBezTo>
                  <a:pt x="221" y="36"/>
                  <a:pt x="221" y="38"/>
                  <a:pt x="218" y="38"/>
                </a:cubicBezTo>
                <a:cubicBezTo>
                  <a:pt x="216" y="38"/>
                  <a:pt x="216" y="37"/>
                  <a:pt x="215" y="36"/>
                </a:cubicBezTo>
                <a:cubicBezTo>
                  <a:pt x="215" y="33"/>
                  <a:pt x="217" y="33"/>
                  <a:pt x="218" y="32"/>
                </a:cubicBezTo>
                <a:cubicBezTo>
                  <a:pt x="217" y="31"/>
                  <a:pt x="216" y="32"/>
                  <a:pt x="215" y="32"/>
                </a:cubicBezTo>
                <a:cubicBezTo>
                  <a:pt x="215" y="33"/>
                  <a:pt x="215" y="33"/>
                  <a:pt x="214" y="34"/>
                </a:cubicBezTo>
                <a:cubicBezTo>
                  <a:pt x="214" y="35"/>
                  <a:pt x="214" y="36"/>
                  <a:pt x="213" y="36"/>
                </a:cubicBezTo>
                <a:cubicBezTo>
                  <a:pt x="212" y="36"/>
                  <a:pt x="212" y="34"/>
                  <a:pt x="212" y="34"/>
                </a:cubicBezTo>
                <a:cubicBezTo>
                  <a:pt x="211" y="34"/>
                  <a:pt x="211" y="35"/>
                  <a:pt x="210" y="36"/>
                </a:cubicBezTo>
                <a:cubicBezTo>
                  <a:pt x="209" y="36"/>
                  <a:pt x="209" y="36"/>
                  <a:pt x="209" y="35"/>
                </a:cubicBezTo>
                <a:cubicBezTo>
                  <a:pt x="210" y="33"/>
                  <a:pt x="210" y="29"/>
                  <a:pt x="211" y="27"/>
                </a:cubicBezTo>
                <a:cubicBezTo>
                  <a:pt x="212" y="27"/>
                  <a:pt x="211" y="29"/>
                  <a:pt x="212" y="30"/>
                </a:cubicBezTo>
                <a:cubicBezTo>
                  <a:pt x="212" y="30"/>
                  <a:pt x="213" y="30"/>
                  <a:pt x="213" y="30"/>
                </a:cubicBezTo>
                <a:cubicBezTo>
                  <a:pt x="213" y="28"/>
                  <a:pt x="213" y="26"/>
                  <a:pt x="213" y="24"/>
                </a:cubicBezTo>
                <a:cubicBezTo>
                  <a:pt x="213" y="24"/>
                  <a:pt x="213" y="24"/>
                  <a:pt x="213" y="24"/>
                </a:cubicBezTo>
                <a:cubicBezTo>
                  <a:pt x="214" y="23"/>
                  <a:pt x="215" y="26"/>
                  <a:pt x="215" y="27"/>
                </a:cubicBezTo>
                <a:cubicBezTo>
                  <a:pt x="215" y="28"/>
                  <a:pt x="215" y="29"/>
                  <a:pt x="215" y="30"/>
                </a:cubicBezTo>
                <a:cubicBezTo>
                  <a:pt x="216" y="31"/>
                  <a:pt x="217" y="31"/>
                  <a:pt x="218" y="30"/>
                </a:cubicBezTo>
                <a:cubicBezTo>
                  <a:pt x="218" y="29"/>
                  <a:pt x="217" y="28"/>
                  <a:pt x="218" y="27"/>
                </a:cubicBezTo>
                <a:cubicBezTo>
                  <a:pt x="219" y="27"/>
                  <a:pt x="219" y="29"/>
                  <a:pt x="221" y="29"/>
                </a:cubicBezTo>
                <a:cubicBezTo>
                  <a:pt x="221" y="28"/>
                  <a:pt x="222" y="28"/>
                  <a:pt x="223" y="27"/>
                </a:cubicBezTo>
                <a:cubicBezTo>
                  <a:pt x="224" y="28"/>
                  <a:pt x="225" y="30"/>
                  <a:pt x="224" y="31"/>
                </a:cubicBezTo>
                <a:cubicBezTo>
                  <a:pt x="224" y="31"/>
                  <a:pt x="223" y="31"/>
                  <a:pt x="223" y="32"/>
                </a:cubicBezTo>
                <a:cubicBezTo>
                  <a:pt x="224" y="32"/>
                  <a:pt x="228" y="33"/>
                  <a:pt x="229" y="33"/>
                </a:cubicBezTo>
                <a:cubicBezTo>
                  <a:pt x="230" y="33"/>
                  <a:pt x="232" y="37"/>
                  <a:pt x="230" y="39"/>
                </a:cubicBezTo>
                <a:cubicBezTo>
                  <a:pt x="229" y="39"/>
                  <a:pt x="226" y="39"/>
                  <a:pt x="225" y="39"/>
                </a:cubicBezTo>
                <a:cubicBezTo>
                  <a:pt x="223" y="39"/>
                  <a:pt x="223" y="39"/>
                  <a:pt x="222" y="39"/>
                </a:cubicBezTo>
                <a:cubicBezTo>
                  <a:pt x="221" y="40"/>
                  <a:pt x="221" y="40"/>
                  <a:pt x="222" y="42"/>
                </a:cubicBezTo>
                <a:cubicBezTo>
                  <a:pt x="221" y="44"/>
                  <a:pt x="218" y="42"/>
                  <a:pt x="217" y="44"/>
                </a:cubicBezTo>
                <a:cubicBezTo>
                  <a:pt x="218" y="45"/>
                  <a:pt x="220" y="46"/>
                  <a:pt x="219" y="48"/>
                </a:cubicBezTo>
                <a:cubicBezTo>
                  <a:pt x="218" y="49"/>
                  <a:pt x="215" y="49"/>
                  <a:pt x="214" y="48"/>
                </a:cubicBezTo>
                <a:cubicBezTo>
                  <a:pt x="215" y="46"/>
                  <a:pt x="215" y="46"/>
                  <a:pt x="215" y="46"/>
                </a:cubicBezTo>
                <a:cubicBezTo>
                  <a:pt x="215" y="46"/>
                  <a:pt x="215" y="46"/>
                  <a:pt x="214" y="46"/>
                </a:cubicBezTo>
                <a:cubicBezTo>
                  <a:pt x="212" y="46"/>
                  <a:pt x="210" y="51"/>
                  <a:pt x="209" y="53"/>
                </a:cubicBezTo>
                <a:cubicBezTo>
                  <a:pt x="208" y="54"/>
                  <a:pt x="207" y="58"/>
                  <a:pt x="204" y="57"/>
                </a:cubicBezTo>
                <a:close/>
                <a:moveTo>
                  <a:pt x="218" y="36"/>
                </a:moveTo>
                <a:cubicBezTo>
                  <a:pt x="218" y="35"/>
                  <a:pt x="218" y="35"/>
                  <a:pt x="218" y="35"/>
                </a:cubicBezTo>
                <a:cubicBezTo>
                  <a:pt x="218" y="35"/>
                  <a:pt x="219" y="34"/>
                  <a:pt x="219" y="34"/>
                </a:cubicBezTo>
                <a:cubicBezTo>
                  <a:pt x="219" y="35"/>
                  <a:pt x="219" y="35"/>
                  <a:pt x="218" y="36"/>
                </a:cubicBezTo>
                <a:cubicBezTo>
                  <a:pt x="218" y="36"/>
                  <a:pt x="218" y="36"/>
                  <a:pt x="218" y="36"/>
                </a:cubicBezTo>
                <a:close/>
              </a:path>
              <a:path w="232" h="59">
                <a:moveTo>
                  <a:pt x="177" y="37"/>
                </a:moveTo>
                <a:cubicBezTo>
                  <a:pt x="176" y="36"/>
                  <a:pt x="176" y="36"/>
                  <a:pt x="176" y="35"/>
                </a:cubicBezTo>
                <a:cubicBezTo>
                  <a:pt x="177" y="33"/>
                  <a:pt x="177" y="28"/>
                  <a:pt x="178" y="27"/>
                </a:cubicBezTo>
                <a:cubicBezTo>
                  <a:pt x="179" y="27"/>
                  <a:pt x="179" y="27"/>
                  <a:pt x="179" y="27"/>
                </a:cubicBezTo>
                <a:cubicBezTo>
                  <a:pt x="179" y="27"/>
                  <a:pt x="179" y="27"/>
                  <a:pt x="179" y="28"/>
                </a:cubicBezTo>
                <a:cubicBezTo>
                  <a:pt x="179" y="32"/>
                  <a:pt x="180" y="35"/>
                  <a:pt x="183" y="38"/>
                </a:cubicBezTo>
                <a:cubicBezTo>
                  <a:pt x="183" y="38"/>
                  <a:pt x="183" y="38"/>
                  <a:pt x="183" y="38"/>
                </a:cubicBezTo>
                <a:cubicBezTo>
                  <a:pt x="183" y="39"/>
                  <a:pt x="178" y="37"/>
                  <a:pt x="177" y="37"/>
                </a:cubicBezTo>
                <a:close/>
              </a:path>
              <a:path w="232" h="59">
                <a:moveTo>
                  <a:pt x="163" y="29"/>
                </a:moveTo>
                <a:cubicBezTo>
                  <a:pt x="163" y="28"/>
                  <a:pt x="163" y="28"/>
                  <a:pt x="162" y="28"/>
                </a:cubicBezTo>
                <a:cubicBezTo>
                  <a:pt x="162" y="27"/>
                  <a:pt x="162" y="27"/>
                  <a:pt x="162" y="27"/>
                </a:cubicBezTo>
                <a:cubicBezTo>
                  <a:pt x="164" y="28"/>
                  <a:pt x="165" y="28"/>
                  <a:pt x="166" y="28"/>
                </a:cubicBezTo>
                <a:cubicBezTo>
                  <a:pt x="169" y="28"/>
                  <a:pt x="171" y="27"/>
                  <a:pt x="173" y="26"/>
                </a:cubicBezTo>
                <a:cubicBezTo>
                  <a:pt x="172" y="25"/>
                  <a:pt x="170" y="25"/>
                  <a:pt x="169" y="26"/>
                </a:cubicBezTo>
                <a:cubicBezTo>
                  <a:pt x="167" y="25"/>
                  <a:pt x="166" y="21"/>
                  <a:pt x="166" y="21"/>
                </a:cubicBezTo>
                <a:cubicBezTo>
                  <a:pt x="168" y="21"/>
                  <a:pt x="172" y="23"/>
                  <a:pt x="173" y="22"/>
                </a:cubicBezTo>
                <a:cubicBezTo>
                  <a:pt x="178" y="23"/>
                  <a:pt x="178" y="21"/>
                  <a:pt x="181" y="17"/>
                </a:cubicBezTo>
                <a:cubicBezTo>
                  <a:pt x="182" y="16"/>
                  <a:pt x="184" y="12"/>
                  <a:pt x="185" y="12"/>
                </a:cubicBezTo>
                <a:cubicBezTo>
                  <a:pt x="186" y="13"/>
                  <a:pt x="186" y="15"/>
                  <a:pt x="186" y="17"/>
                </a:cubicBezTo>
                <a:cubicBezTo>
                  <a:pt x="185" y="19"/>
                  <a:pt x="183" y="20"/>
                  <a:pt x="182" y="23"/>
                </a:cubicBezTo>
                <a:cubicBezTo>
                  <a:pt x="184" y="24"/>
                  <a:pt x="185" y="22"/>
                  <a:pt x="187" y="24"/>
                </a:cubicBezTo>
                <a:cubicBezTo>
                  <a:pt x="187" y="25"/>
                  <a:pt x="187" y="25"/>
                  <a:pt x="187" y="25"/>
                </a:cubicBezTo>
                <a:cubicBezTo>
                  <a:pt x="186" y="26"/>
                  <a:pt x="184" y="25"/>
                  <a:pt x="183" y="25"/>
                </a:cubicBezTo>
                <a:cubicBezTo>
                  <a:pt x="180" y="25"/>
                  <a:pt x="180" y="25"/>
                  <a:pt x="179" y="25"/>
                </a:cubicBezTo>
                <a:cubicBezTo>
                  <a:pt x="175" y="28"/>
                  <a:pt x="169" y="33"/>
                  <a:pt x="163" y="29"/>
                </a:cubicBezTo>
                <a:close/>
              </a:path>
              <a:path w="232" h="59">
                <a:moveTo>
                  <a:pt x="134" y="18"/>
                </a:moveTo>
                <a:cubicBezTo>
                  <a:pt x="133" y="16"/>
                  <a:pt x="134" y="15"/>
                  <a:pt x="134" y="14"/>
                </a:cubicBezTo>
                <a:cubicBezTo>
                  <a:pt x="134" y="14"/>
                  <a:pt x="134" y="14"/>
                  <a:pt x="134" y="14"/>
                </a:cubicBezTo>
                <a:cubicBezTo>
                  <a:pt x="133" y="15"/>
                  <a:pt x="132" y="15"/>
                  <a:pt x="132" y="15"/>
                </a:cubicBezTo>
                <a:cubicBezTo>
                  <a:pt x="131" y="16"/>
                  <a:pt x="130" y="17"/>
                  <a:pt x="129" y="19"/>
                </a:cubicBezTo>
                <a:cubicBezTo>
                  <a:pt x="129" y="20"/>
                  <a:pt x="129" y="30"/>
                  <a:pt x="126" y="30"/>
                </a:cubicBezTo>
                <a:cubicBezTo>
                  <a:pt x="124" y="28"/>
                  <a:pt x="125" y="27"/>
                  <a:pt x="125" y="25"/>
                </a:cubicBezTo>
                <a:cubicBezTo>
                  <a:pt x="125" y="24"/>
                  <a:pt x="125" y="24"/>
                  <a:pt x="126" y="23"/>
                </a:cubicBezTo>
                <a:cubicBezTo>
                  <a:pt x="125" y="23"/>
                  <a:pt x="123" y="25"/>
                  <a:pt x="123" y="25"/>
                </a:cubicBezTo>
                <a:cubicBezTo>
                  <a:pt x="121" y="26"/>
                  <a:pt x="120" y="25"/>
                  <a:pt x="120" y="23"/>
                </a:cubicBezTo>
                <a:cubicBezTo>
                  <a:pt x="122" y="23"/>
                  <a:pt x="124" y="21"/>
                  <a:pt x="126" y="19"/>
                </a:cubicBezTo>
                <a:cubicBezTo>
                  <a:pt x="126" y="17"/>
                  <a:pt x="126" y="17"/>
                  <a:pt x="126" y="14"/>
                </a:cubicBezTo>
                <a:cubicBezTo>
                  <a:pt x="126" y="14"/>
                  <a:pt x="126" y="14"/>
                  <a:pt x="126" y="14"/>
                </a:cubicBezTo>
                <a:cubicBezTo>
                  <a:pt x="125" y="15"/>
                  <a:pt x="125" y="15"/>
                  <a:pt x="124" y="16"/>
                </a:cubicBezTo>
                <a:cubicBezTo>
                  <a:pt x="122" y="18"/>
                  <a:pt x="119" y="16"/>
                  <a:pt x="120" y="14"/>
                </a:cubicBezTo>
                <a:cubicBezTo>
                  <a:pt x="122" y="14"/>
                  <a:pt x="124" y="12"/>
                  <a:pt x="126" y="11"/>
                </a:cubicBezTo>
                <a:cubicBezTo>
                  <a:pt x="127" y="9"/>
                  <a:pt x="127" y="6"/>
                  <a:pt x="127" y="4"/>
                </a:cubicBezTo>
                <a:cubicBezTo>
                  <a:pt x="126" y="3"/>
                  <a:pt x="128" y="2"/>
                  <a:pt x="129" y="1"/>
                </a:cubicBezTo>
                <a:cubicBezTo>
                  <a:pt x="132" y="2"/>
                  <a:pt x="130" y="5"/>
                  <a:pt x="130" y="7"/>
                </a:cubicBezTo>
                <a:cubicBezTo>
                  <a:pt x="130" y="8"/>
                  <a:pt x="130" y="8"/>
                  <a:pt x="130" y="9"/>
                </a:cubicBezTo>
                <a:cubicBezTo>
                  <a:pt x="130" y="9"/>
                  <a:pt x="131" y="8"/>
                  <a:pt x="132" y="8"/>
                </a:cubicBezTo>
                <a:cubicBezTo>
                  <a:pt x="132" y="8"/>
                  <a:pt x="132" y="8"/>
                  <a:pt x="132" y="9"/>
                </a:cubicBezTo>
                <a:cubicBezTo>
                  <a:pt x="129" y="12"/>
                  <a:pt x="129" y="11"/>
                  <a:pt x="129" y="15"/>
                </a:cubicBezTo>
                <a:cubicBezTo>
                  <a:pt x="130" y="15"/>
                  <a:pt x="131" y="14"/>
                  <a:pt x="131" y="13"/>
                </a:cubicBezTo>
                <a:cubicBezTo>
                  <a:pt x="130" y="12"/>
                  <a:pt x="130" y="12"/>
                  <a:pt x="130" y="12"/>
                </a:cubicBezTo>
                <a:cubicBezTo>
                  <a:pt x="132" y="12"/>
                  <a:pt x="134" y="11"/>
                  <a:pt x="136" y="10"/>
                </a:cubicBezTo>
                <a:cubicBezTo>
                  <a:pt x="136" y="8"/>
                  <a:pt x="137" y="7"/>
                  <a:pt x="138" y="4"/>
                </a:cubicBezTo>
                <a:cubicBezTo>
                  <a:pt x="140" y="2"/>
                  <a:pt x="143" y="5"/>
                  <a:pt x="142" y="8"/>
                </a:cubicBezTo>
                <a:cubicBezTo>
                  <a:pt x="142" y="9"/>
                  <a:pt x="138" y="11"/>
                  <a:pt x="137" y="12"/>
                </a:cubicBezTo>
                <a:cubicBezTo>
                  <a:pt x="137" y="12"/>
                  <a:pt x="136" y="15"/>
                  <a:pt x="136" y="15"/>
                </a:cubicBezTo>
                <a:cubicBezTo>
                  <a:pt x="138" y="16"/>
                  <a:pt x="139" y="11"/>
                  <a:pt x="142" y="13"/>
                </a:cubicBezTo>
                <a:cubicBezTo>
                  <a:pt x="143" y="14"/>
                  <a:pt x="143" y="14"/>
                  <a:pt x="143" y="15"/>
                </a:cubicBezTo>
                <a:cubicBezTo>
                  <a:pt x="142" y="17"/>
                  <a:pt x="140" y="20"/>
                  <a:pt x="139" y="23"/>
                </a:cubicBezTo>
                <a:cubicBezTo>
                  <a:pt x="141" y="25"/>
                  <a:pt x="143" y="26"/>
                  <a:pt x="146" y="27"/>
                </a:cubicBezTo>
                <a:cubicBezTo>
                  <a:pt x="146" y="27"/>
                  <a:pt x="142" y="29"/>
                  <a:pt x="141" y="29"/>
                </a:cubicBezTo>
                <a:cubicBezTo>
                  <a:pt x="138" y="30"/>
                  <a:pt x="138" y="27"/>
                  <a:pt x="137" y="25"/>
                </a:cubicBezTo>
                <a:cubicBezTo>
                  <a:pt x="135" y="27"/>
                  <a:pt x="132" y="28"/>
                  <a:pt x="129" y="27"/>
                </a:cubicBezTo>
                <a:cubicBezTo>
                  <a:pt x="129" y="27"/>
                  <a:pt x="129" y="27"/>
                  <a:pt x="129" y="27"/>
                </a:cubicBezTo>
                <a:cubicBezTo>
                  <a:pt x="131" y="26"/>
                  <a:pt x="133" y="26"/>
                  <a:pt x="134" y="24"/>
                </a:cubicBezTo>
                <a:cubicBezTo>
                  <a:pt x="137" y="22"/>
                  <a:pt x="132" y="20"/>
                  <a:pt x="133" y="18"/>
                </a:cubicBezTo>
                <a:cubicBezTo>
                  <a:pt x="133" y="18"/>
                  <a:pt x="133" y="18"/>
                  <a:pt x="134" y="18"/>
                </a:cubicBezTo>
                <a:cubicBezTo>
                  <a:pt x="134" y="19"/>
                  <a:pt x="136" y="20"/>
                  <a:pt x="137" y="20"/>
                </a:cubicBezTo>
                <a:cubicBezTo>
                  <a:pt x="137" y="19"/>
                  <a:pt x="138" y="18"/>
                  <a:pt x="139" y="17"/>
                </a:cubicBezTo>
                <a:cubicBezTo>
                  <a:pt x="138" y="17"/>
                  <a:pt x="137" y="18"/>
                  <a:pt x="136" y="19"/>
                </a:cubicBezTo>
                <a:cubicBezTo>
                  <a:pt x="136" y="18"/>
                  <a:pt x="135" y="18"/>
                  <a:pt x="134" y="18"/>
                </a:cubicBezTo>
                <a:close/>
              </a:path>
              <a:path w="232" h="59">
                <a:moveTo>
                  <a:pt x="84" y="9"/>
                </a:moveTo>
                <a:cubicBezTo>
                  <a:pt x="86" y="9"/>
                  <a:pt x="87" y="10"/>
                  <a:pt x="87" y="12"/>
                </a:cubicBezTo>
                <a:cubicBezTo>
                  <a:pt x="88" y="11"/>
                  <a:pt x="87" y="10"/>
                  <a:pt x="90" y="11"/>
                </a:cubicBezTo>
                <a:cubicBezTo>
                  <a:pt x="90" y="12"/>
                  <a:pt x="90" y="12"/>
                  <a:pt x="90" y="14"/>
                </a:cubicBezTo>
                <a:cubicBezTo>
                  <a:pt x="89" y="15"/>
                  <a:pt x="88" y="16"/>
                  <a:pt x="87" y="17"/>
                </a:cubicBezTo>
                <a:cubicBezTo>
                  <a:pt x="88" y="19"/>
                  <a:pt x="87" y="19"/>
                  <a:pt x="88" y="20"/>
                </a:cubicBezTo>
                <a:cubicBezTo>
                  <a:pt x="88" y="20"/>
                  <a:pt x="89" y="19"/>
                  <a:pt x="90" y="18"/>
                </a:cubicBezTo>
                <a:cubicBezTo>
                  <a:pt x="90" y="20"/>
                  <a:pt x="89" y="20"/>
                  <a:pt x="88" y="21"/>
                </a:cubicBezTo>
                <a:cubicBezTo>
                  <a:pt x="88" y="24"/>
                  <a:pt x="90" y="28"/>
                  <a:pt x="88" y="30"/>
                </a:cubicBezTo>
                <a:cubicBezTo>
                  <a:pt x="85" y="31"/>
                  <a:pt x="86" y="26"/>
                  <a:pt x="85" y="25"/>
                </a:cubicBezTo>
                <a:cubicBezTo>
                  <a:pt x="85" y="25"/>
                  <a:pt x="85" y="25"/>
                  <a:pt x="85" y="25"/>
                </a:cubicBezTo>
                <a:cubicBezTo>
                  <a:pt x="84" y="26"/>
                  <a:pt x="82" y="28"/>
                  <a:pt x="81" y="27"/>
                </a:cubicBezTo>
                <a:cubicBezTo>
                  <a:pt x="80" y="26"/>
                  <a:pt x="81" y="24"/>
                  <a:pt x="82" y="22"/>
                </a:cubicBezTo>
                <a:cubicBezTo>
                  <a:pt x="83" y="21"/>
                  <a:pt x="85" y="18"/>
                  <a:pt x="85" y="18"/>
                </a:cubicBezTo>
                <a:cubicBezTo>
                  <a:pt x="85" y="17"/>
                  <a:pt x="85" y="17"/>
                  <a:pt x="85" y="17"/>
                </a:cubicBezTo>
                <a:cubicBezTo>
                  <a:pt x="85" y="17"/>
                  <a:pt x="84" y="16"/>
                  <a:pt x="84" y="16"/>
                </a:cubicBezTo>
                <a:cubicBezTo>
                  <a:pt x="83" y="18"/>
                  <a:pt x="81" y="20"/>
                  <a:pt x="79" y="20"/>
                </a:cubicBezTo>
                <a:cubicBezTo>
                  <a:pt x="78" y="19"/>
                  <a:pt x="78" y="19"/>
                  <a:pt x="78" y="18"/>
                </a:cubicBezTo>
                <a:cubicBezTo>
                  <a:pt x="80" y="17"/>
                  <a:pt x="82" y="15"/>
                  <a:pt x="84" y="14"/>
                </a:cubicBezTo>
                <a:cubicBezTo>
                  <a:pt x="84" y="12"/>
                  <a:pt x="83" y="11"/>
                  <a:pt x="84" y="9"/>
                </a:cubicBezTo>
                <a:cubicBezTo>
                  <a:pt x="82" y="9"/>
                  <a:pt x="81" y="10"/>
                  <a:pt x="80" y="10"/>
                </a:cubicBezTo>
                <a:cubicBezTo>
                  <a:pt x="80" y="10"/>
                  <a:pt x="80" y="10"/>
                  <a:pt x="81" y="9"/>
                </a:cubicBezTo>
                <a:cubicBezTo>
                  <a:pt x="85" y="6"/>
                  <a:pt x="86" y="5"/>
                  <a:pt x="86" y="4"/>
                </a:cubicBezTo>
                <a:cubicBezTo>
                  <a:pt x="87" y="3"/>
                  <a:pt x="87" y="2"/>
                  <a:pt x="89" y="3"/>
                </a:cubicBezTo>
                <a:cubicBezTo>
                  <a:pt x="90" y="3"/>
                  <a:pt x="90" y="5"/>
                  <a:pt x="90" y="5"/>
                </a:cubicBezTo>
                <a:cubicBezTo>
                  <a:pt x="88" y="7"/>
                  <a:pt x="86" y="8"/>
                  <a:pt x="84" y="9"/>
                </a:cubicBezTo>
                <a:cubicBezTo>
                  <a:pt x="84" y="9"/>
                  <a:pt x="84" y="9"/>
                  <a:pt x="84" y="9"/>
                </a:cubicBezTo>
                <a:close/>
                <a:moveTo>
                  <a:pt x="84" y="23"/>
                </a:moveTo>
                <a:cubicBezTo>
                  <a:pt x="84" y="22"/>
                  <a:pt x="84" y="22"/>
                  <a:pt x="85" y="21"/>
                </a:cubicBezTo>
                <a:cubicBezTo>
                  <a:pt x="85" y="21"/>
                  <a:pt x="85" y="21"/>
                  <a:pt x="85" y="22"/>
                </a:cubicBezTo>
                <a:cubicBezTo>
                  <a:pt x="85" y="22"/>
                  <a:pt x="85" y="23"/>
                  <a:pt x="84" y="23"/>
                </a:cubicBezTo>
                <a:close/>
              </a:path>
              <a:path w="232" h="59">
                <a:moveTo>
                  <a:pt x="99" y="32"/>
                </a:moveTo>
                <a:cubicBezTo>
                  <a:pt x="99" y="32"/>
                  <a:pt x="98" y="32"/>
                  <a:pt x="98" y="31"/>
                </a:cubicBezTo>
                <a:cubicBezTo>
                  <a:pt x="98" y="28"/>
                  <a:pt x="97" y="25"/>
                  <a:pt x="97" y="22"/>
                </a:cubicBezTo>
                <a:cubicBezTo>
                  <a:pt x="96" y="22"/>
                  <a:pt x="95" y="23"/>
                  <a:pt x="94" y="24"/>
                </a:cubicBezTo>
                <a:cubicBezTo>
                  <a:pt x="93" y="24"/>
                  <a:pt x="92" y="24"/>
                  <a:pt x="92" y="23"/>
                </a:cubicBezTo>
                <a:cubicBezTo>
                  <a:pt x="92" y="23"/>
                  <a:pt x="92" y="22"/>
                  <a:pt x="92" y="22"/>
                </a:cubicBezTo>
                <a:cubicBezTo>
                  <a:pt x="92" y="20"/>
                  <a:pt x="93" y="16"/>
                  <a:pt x="91" y="16"/>
                </a:cubicBezTo>
                <a:cubicBezTo>
                  <a:pt x="90" y="15"/>
                  <a:pt x="90" y="15"/>
                  <a:pt x="90" y="14"/>
                </a:cubicBezTo>
                <a:cubicBezTo>
                  <a:pt x="92" y="14"/>
                  <a:pt x="91" y="11"/>
                  <a:pt x="91" y="10"/>
                </a:cubicBezTo>
                <a:cubicBezTo>
                  <a:pt x="89" y="9"/>
                  <a:pt x="87" y="8"/>
                  <a:pt x="89" y="7"/>
                </a:cubicBezTo>
                <a:cubicBezTo>
                  <a:pt x="91" y="7"/>
                  <a:pt x="93" y="7"/>
                  <a:pt x="94" y="9"/>
                </a:cubicBezTo>
                <a:cubicBezTo>
                  <a:pt x="94" y="10"/>
                  <a:pt x="92" y="12"/>
                  <a:pt x="92" y="13"/>
                </a:cubicBezTo>
                <a:cubicBezTo>
                  <a:pt x="94" y="13"/>
                  <a:pt x="95" y="14"/>
                  <a:pt x="95" y="16"/>
                </a:cubicBezTo>
                <a:cubicBezTo>
                  <a:pt x="93" y="17"/>
                  <a:pt x="93" y="18"/>
                  <a:pt x="94" y="20"/>
                </a:cubicBezTo>
                <a:cubicBezTo>
                  <a:pt x="95" y="19"/>
                  <a:pt x="95" y="18"/>
                  <a:pt x="96" y="17"/>
                </a:cubicBezTo>
                <a:cubicBezTo>
                  <a:pt x="96" y="11"/>
                  <a:pt x="93" y="7"/>
                  <a:pt x="93" y="2"/>
                </a:cubicBezTo>
                <a:cubicBezTo>
                  <a:pt x="94" y="0"/>
                  <a:pt x="96" y="0"/>
                  <a:pt x="97" y="2"/>
                </a:cubicBezTo>
                <a:cubicBezTo>
                  <a:pt x="97" y="5"/>
                  <a:pt x="97" y="11"/>
                  <a:pt x="99" y="14"/>
                </a:cubicBezTo>
                <a:cubicBezTo>
                  <a:pt x="99" y="13"/>
                  <a:pt x="100" y="12"/>
                  <a:pt x="100" y="11"/>
                </a:cubicBezTo>
                <a:cubicBezTo>
                  <a:pt x="101" y="11"/>
                  <a:pt x="102" y="12"/>
                  <a:pt x="103" y="14"/>
                </a:cubicBezTo>
                <a:cubicBezTo>
                  <a:pt x="101" y="15"/>
                  <a:pt x="100" y="16"/>
                  <a:pt x="99" y="18"/>
                </a:cubicBezTo>
                <a:cubicBezTo>
                  <a:pt x="100" y="23"/>
                  <a:pt x="100" y="26"/>
                  <a:pt x="101" y="29"/>
                </a:cubicBezTo>
                <a:cubicBezTo>
                  <a:pt x="100" y="30"/>
                  <a:pt x="100" y="32"/>
                  <a:pt x="99" y="32"/>
                </a:cubicBezTo>
                <a:close/>
              </a:path>
              <a:path w="232" h="59">
                <a:moveTo>
                  <a:pt x="58" y="41"/>
                </a:moveTo>
                <a:cubicBezTo>
                  <a:pt x="58" y="42"/>
                  <a:pt x="57" y="41"/>
                  <a:pt x="57" y="41"/>
                </a:cubicBezTo>
                <a:cubicBezTo>
                  <a:pt x="52" y="36"/>
                  <a:pt x="53" y="29"/>
                  <a:pt x="50" y="25"/>
                </a:cubicBezTo>
                <a:cubicBezTo>
                  <a:pt x="48" y="26"/>
                  <a:pt x="48" y="30"/>
                  <a:pt x="47" y="31"/>
                </a:cubicBezTo>
                <a:cubicBezTo>
                  <a:pt x="44" y="33"/>
                  <a:pt x="43" y="28"/>
                  <a:pt x="43" y="26"/>
                </a:cubicBezTo>
                <a:cubicBezTo>
                  <a:pt x="43" y="25"/>
                  <a:pt x="43" y="24"/>
                  <a:pt x="43" y="23"/>
                </a:cubicBezTo>
                <a:cubicBezTo>
                  <a:pt x="44" y="23"/>
                  <a:pt x="45" y="25"/>
                  <a:pt x="46" y="26"/>
                </a:cubicBezTo>
                <a:cubicBezTo>
                  <a:pt x="47" y="26"/>
                  <a:pt x="47" y="26"/>
                  <a:pt x="47" y="26"/>
                </a:cubicBezTo>
                <a:cubicBezTo>
                  <a:pt x="50" y="21"/>
                  <a:pt x="47" y="18"/>
                  <a:pt x="44" y="15"/>
                </a:cubicBezTo>
                <a:cubicBezTo>
                  <a:pt x="44" y="14"/>
                  <a:pt x="44" y="13"/>
                  <a:pt x="45" y="12"/>
                </a:cubicBezTo>
                <a:cubicBezTo>
                  <a:pt x="45" y="12"/>
                  <a:pt x="47" y="12"/>
                  <a:pt x="48" y="12"/>
                </a:cubicBezTo>
                <a:cubicBezTo>
                  <a:pt x="48" y="12"/>
                  <a:pt x="48" y="12"/>
                  <a:pt x="48" y="12"/>
                </a:cubicBezTo>
                <a:cubicBezTo>
                  <a:pt x="49" y="14"/>
                  <a:pt x="50" y="16"/>
                  <a:pt x="50" y="17"/>
                </a:cubicBezTo>
                <a:cubicBezTo>
                  <a:pt x="50" y="17"/>
                  <a:pt x="51" y="17"/>
                  <a:pt x="51" y="17"/>
                </a:cubicBezTo>
                <a:cubicBezTo>
                  <a:pt x="52" y="16"/>
                  <a:pt x="53" y="14"/>
                  <a:pt x="54" y="12"/>
                </a:cubicBezTo>
                <a:cubicBezTo>
                  <a:pt x="55" y="12"/>
                  <a:pt x="57" y="10"/>
                  <a:pt x="58" y="13"/>
                </a:cubicBezTo>
                <a:cubicBezTo>
                  <a:pt x="58" y="15"/>
                  <a:pt x="53" y="19"/>
                  <a:pt x="57" y="20"/>
                </a:cubicBezTo>
                <a:cubicBezTo>
                  <a:pt x="57" y="20"/>
                  <a:pt x="57" y="21"/>
                  <a:pt x="57" y="21"/>
                </a:cubicBezTo>
                <a:cubicBezTo>
                  <a:pt x="57" y="23"/>
                  <a:pt x="55" y="25"/>
                  <a:pt x="53" y="26"/>
                </a:cubicBezTo>
                <a:cubicBezTo>
                  <a:pt x="54" y="30"/>
                  <a:pt x="57" y="34"/>
                  <a:pt x="58" y="37"/>
                </a:cubicBezTo>
                <a:cubicBezTo>
                  <a:pt x="59" y="39"/>
                  <a:pt x="59" y="40"/>
                  <a:pt x="58" y="41"/>
                </a:cubicBezTo>
                <a:close/>
                <a:moveTo>
                  <a:pt x="53" y="23"/>
                </a:moveTo>
                <a:cubicBezTo>
                  <a:pt x="52" y="23"/>
                  <a:pt x="51" y="21"/>
                  <a:pt x="51" y="21"/>
                </a:cubicBezTo>
                <a:cubicBezTo>
                  <a:pt x="51" y="20"/>
                  <a:pt x="52" y="18"/>
                  <a:pt x="53" y="18"/>
                </a:cubicBezTo>
                <a:cubicBezTo>
                  <a:pt x="54" y="20"/>
                  <a:pt x="54" y="21"/>
                  <a:pt x="53" y="23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10" name="Freeform 15"/>
          <p:cNvSpPr>
            <a:spLocks noGrp="1"/>
          </p:cNvSpPr>
          <p:nvPr/>
        </p:nvSpPr>
        <p:spPr>
          <a:xfrm>
            <a:off x="9802619" y="257975"/>
            <a:ext cx="519403" cy="294625"/>
          </a:xfrm>
          <a:custGeom>
            <a:avLst/>
            <a:gdLst/>
            <a:ahLst/>
            <a:cxnLst/>
            <a:rect l="l" t="t" r="r" b="b"/>
            <a:pathLst>
              <a:path w="336" h="189">
                <a:moveTo>
                  <a:pt x="293" y="24"/>
                </a:moveTo>
                <a:lnTo>
                  <a:pt x="299" y="19"/>
                </a:lnTo>
                <a:lnTo>
                  <a:pt x="300" y="19"/>
                </a:lnTo>
                <a:cubicBezTo>
                  <a:pt x="298" y="20"/>
                  <a:pt x="297" y="22"/>
                  <a:pt x="297" y="23"/>
                </a:cubicBezTo>
                <a:cubicBezTo>
                  <a:pt x="296" y="24"/>
                  <a:pt x="296" y="26"/>
                  <a:pt x="297" y="27"/>
                </a:cubicBezTo>
                <a:cubicBezTo>
                  <a:pt x="298" y="28"/>
                  <a:pt x="299" y="28"/>
                  <a:pt x="302" y="27"/>
                </a:cubicBezTo>
                <a:cubicBezTo>
                  <a:pt x="304" y="27"/>
                  <a:pt x="307" y="25"/>
                  <a:pt x="309" y="23"/>
                </a:cubicBezTo>
                <a:cubicBezTo>
                  <a:pt x="311" y="22"/>
                  <a:pt x="313" y="20"/>
                  <a:pt x="314" y="19"/>
                </a:cubicBezTo>
                <a:cubicBezTo>
                  <a:pt x="316" y="17"/>
                  <a:pt x="316" y="16"/>
                  <a:pt x="317" y="14"/>
                </a:cubicBezTo>
                <a:cubicBezTo>
                  <a:pt x="317" y="13"/>
                  <a:pt x="317" y="12"/>
                  <a:pt x="317" y="12"/>
                </a:cubicBezTo>
                <a:cubicBezTo>
                  <a:pt x="316" y="11"/>
                  <a:pt x="316" y="11"/>
                  <a:pt x="315" y="11"/>
                </a:cubicBezTo>
                <a:cubicBezTo>
                  <a:pt x="315" y="11"/>
                  <a:pt x="314" y="10"/>
                  <a:pt x="314" y="10"/>
                </a:cubicBezTo>
                <a:lnTo>
                  <a:pt x="308" y="15"/>
                </a:lnTo>
                <a:cubicBezTo>
                  <a:pt x="307" y="16"/>
                  <a:pt x="306" y="16"/>
                  <a:pt x="306" y="17"/>
                </a:cubicBezTo>
                <a:cubicBezTo>
                  <a:pt x="305" y="17"/>
                  <a:pt x="305" y="17"/>
                  <a:pt x="305" y="18"/>
                </a:cubicBezTo>
                <a:cubicBezTo>
                  <a:pt x="305" y="18"/>
                  <a:pt x="305" y="18"/>
                  <a:pt x="306" y="19"/>
                </a:cubicBezTo>
                <a:lnTo>
                  <a:pt x="305" y="19"/>
                </a:lnTo>
                <a:lnTo>
                  <a:pt x="302" y="15"/>
                </a:lnTo>
                <a:lnTo>
                  <a:pt x="303" y="15"/>
                </a:lnTo>
                <a:cubicBezTo>
                  <a:pt x="303" y="15"/>
                  <a:pt x="304" y="15"/>
                  <a:pt x="304" y="15"/>
                </a:cubicBezTo>
                <a:cubicBezTo>
                  <a:pt x="305" y="15"/>
                  <a:pt x="305" y="14"/>
                  <a:pt x="307" y="13"/>
                </a:cubicBezTo>
                <a:lnTo>
                  <a:pt x="313" y="9"/>
                </a:lnTo>
                <a:cubicBezTo>
                  <a:pt x="314" y="9"/>
                  <a:pt x="315" y="9"/>
                  <a:pt x="316" y="9"/>
                </a:cubicBezTo>
                <a:cubicBezTo>
                  <a:pt x="316" y="10"/>
                  <a:pt x="317" y="10"/>
                  <a:pt x="318" y="11"/>
                </a:cubicBezTo>
                <a:cubicBezTo>
                  <a:pt x="319" y="13"/>
                  <a:pt x="319" y="15"/>
                  <a:pt x="317" y="18"/>
                </a:cubicBezTo>
                <a:cubicBezTo>
                  <a:pt x="316" y="21"/>
                  <a:pt x="314" y="23"/>
                  <a:pt x="311" y="25"/>
                </a:cubicBezTo>
                <a:cubicBezTo>
                  <a:pt x="309" y="26"/>
                  <a:pt x="307" y="27"/>
                  <a:pt x="305" y="28"/>
                </a:cubicBezTo>
                <a:cubicBezTo>
                  <a:pt x="303" y="29"/>
                  <a:pt x="301" y="29"/>
                  <a:pt x="299" y="29"/>
                </a:cubicBezTo>
                <a:cubicBezTo>
                  <a:pt x="298" y="29"/>
                  <a:pt x="296" y="29"/>
                  <a:pt x="296" y="28"/>
                </a:cubicBezTo>
                <a:cubicBezTo>
                  <a:pt x="295" y="27"/>
                  <a:pt x="295" y="27"/>
                  <a:pt x="295" y="26"/>
                </a:cubicBezTo>
                <a:cubicBezTo>
                  <a:pt x="295" y="26"/>
                  <a:pt x="295" y="25"/>
                  <a:pt x="295" y="24"/>
                </a:cubicBezTo>
                <a:cubicBezTo>
                  <a:pt x="295" y="24"/>
                  <a:pt x="295" y="24"/>
                  <a:pt x="295" y="24"/>
                </a:cubicBezTo>
                <a:cubicBezTo>
                  <a:pt x="295" y="23"/>
                  <a:pt x="295" y="23"/>
                  <a:pt x="294" y="24"/>
                </a:cubicBezTo>
                <a:cubicBezTo>
                  <a:pt x="294" y="24"/>
                  <a:pt x="294" y="24"/>
                  <a:pt x="293" y="24"/>
                </a:cubicBezTo>
                <a:close/>
              </a:path>
              <a:path w="336" h="189">
                <a:moveTo>
                  <a:pt x="293" y="145"/>
                </a:moveTo>
                <a:lnTo>
                  <a:pt x="292" y="145"/>
                </a:lnTo>
                <a:lnTo>
                  <a:pt x="293" y="144"/>
                </a:lnTo>
                <a:cubicBezTo>
                  <a:pt x="293" y="144"/>
                  <a:pt x="293" y="144"/>
                  <a:pt x="293" y="143"/>
                </a:cubicBezTo>
                <a:cubicBezTo>
                  <a:pt x="293" y="143"/>
                  <a:pt x="292" y="142"/>
                  <a:pt x="292" y="141"/>
                </a:cubicBezTo>
                <a:lnTo>
                  <a:pt x="282" y="128"/>
                </a:lnTo>
                <a:cubicBezTo>
                  <a:pt x="281" y="126"/>
                  <a:pt x="280" y="126"/>
                  <a:pt x="280" y="126"/>
                </a:cubicBezTo>
                <a:cubicBezTo>
                  <a:pt x="279" y="125"/>
                  <a:pt x="279" y="125"/>
                  <a:pt x="278" y="126"/>
                </a:cubicBezTo>
                <a:lnTo>
                  <a:pt x="277" y="125"/>
                </a:lnTo>
                <a:lnTo>
                  <a:pt x="282" y="122"/>
                </a:lnTo>
                <a:cubicBezTo>
                  <a:pt x="283" y="121"/>
                  <a:pt x="284" y="120"/>
                  <a:pt x="286" y="121"/>
                </a:cubicBezTo>
                <a:cubicBezTo>
                  <a:pt x="287" y="121"/>
                  <a:pt x="288" y="121"/>
                  <a:pt x="290" y="123"/>
                </a:cubicBezTo>
                <a:cubicBezTo>
                  <a:pt x="292" y="124"/>
                  <a:pt x="293" y="125"/>
                  <a:pt x="295" y="128"/>
                </a:cubicBezTo>
                <a:cubicBezTo>
                  <a:pt x="297" y="130"/>
                  <a:pt x="299" y="133"/>
                  <a:pt x="299" y="135"/>
                </a:cubicBezTo>
                <a:cubicBezTo>
                  <a:pt x="300" y="138"/>
                  <a:pt x="299" y="140"/>
                  <a:pt x="297" y="142"/>
                </a:cubicBezTo>
                <a:lnTo>
                  <a:pt x="293" y="145"/>
                </a:lnTo>
                <a:close/>
                <a:moveTo>
                  <a:pt x="295" y="142"/>
                </a:moveTo>
                <a:cubicBezTo>
                  <a:pt x="295" y="141"/>
                  <a:pt x="296" y="141"/>
                  <a:pt x="296" y="141"/>
                </a:cubicBezTo>
                <a:cubicBezTo>
                  <a:pt x="298" y="140"/>
                  <a:pt x="298" y="139"/>
                  <a:pt x="297" y="136"/>
                </a:cubicBezTo>
                <a:cubicBezTo>
                  <a:pt x="297" y="134"/>
                  <a:pt x="296" y="132"/>
                  <a:pt x="293" y="129"/>
                </a:cubicBezTo>
                <a:cubicBezTo>
                  <a:pt x="291" y="126"/>
                  <a:pt x="289" y="124"/>
                  <a:pt x="287" y="123"/>
                </a:cubicBezTo>
                <a:cubicBezTo>
                  <a:pt x="285" y="122"/>
                  <a:pt x="284" y="122"/>
                  <a:pt x="283" y="123"/>
                </a:cubicBezTo>
                <a:cubicBezTo>
                  <a:pt x="282" y="123"/>
                  <a:pt x="282" y="124"/>
                  <a:pt x="281" y="125"/>
                </a:cubicBezTo>
                <a:lnTo>
                  <a:pt x="295" y="142"/>
                </a:lnTo>
                <a:close/>
              </a:path>
              <a:path w="336" h="189">
                <a:moveTo>
                  <a:pt x="266" y="134"/>
                </a:moveTo>
                <a:lnTo>
                  <a:pt x="268" y="132"/>
                </a:lnTo>
                <a:lnTo>
                  <a:pt x="286" y="143"/>
                </a:lnTo>
                <a:lnTo>
                  <a:pt x="277" y="131"/>
                </a:lnTo>
                <a:cubicBezTo>
                  <a:pt x="276" y="130"/>
                  <a:pt x="276" y="129"/>
                  <a:pt x="275" y="129"/>
                </a:cubicBezTo>
                <a:cubicBezTo>
                  <a:pt x="275" y="129"/>
                  <a:pt x="274" y="129"/>
                  <a:pt x="274" y="129"/>
                </a:cubicBezTo>
                <a:lnTo>
                  <a:pt x="273" y="129"/>
                </a:lnTo>
                <a:lnTo>
                  <a:pt x="277" y="126"/>
                </a:lnTo>
                <a:lnTo>
                  <a:pt x="277" y="127"/>
                </a:lnTo>
                <a:cubicBezTo>
                  <a:pt x="276" y="127"/>
                  <a:pt x="276" y="128"/>
                  <a:pt x="276" y="128"/>
                </a:cubicBezTo>
                <a:cubicBezTo>
                  <a:pt x="277" y="129"/>
                  <a:pt x="277" y="129"/>
                  <a:pt x="278" y="130"/>
                </a:cubicBezTo>
                <a:lnTo>
                  <a:pt x="291" y="147"/>
                </a:lnTo>
                <a:lnTo>
                  <a:pt x="290" y="148"/>
                </a:lnTo>
                <a:lnTo>
                  <a:pt x="272" y="136"/>
                </a:lnTo>
                <a:lnTo>
                  <a:pt x="281" y="149"/>
                </a:lnTo>
                <a:cubicBezTo>
                  <a:pt x="282" y="150"/>
                  <a:pt x="283" y="151"/>
                  <a:pt x="283" y="151"/>
                </a:cubicBezTo>
                <a:cubicBezTo>
                  <a:pt x="284" y="151"/>
                  <a:pt x="284" y="151"/>
                  <a:pt x="284" y="151"/>
                </a:cubicBezTo>
                <a:lnTo>
                  <a:pt x="285" y="151"/>
                </a:lnTo>
                <a:lnTo>
                  <a:pt x="282" y="154"/>
                </a:lnTo>
                <a:lnTo>
                  <a:pt x="281" y="153"/>
                </a:lnTo>
                <a:lnTo>
                  <a:pt x="282" y="153"/>
                </a:lnTo>
                <a:cubicBezTo>
                  <a:pt x="282" y="153"/>
                  <a:pt x="282" y="152"/>
                  <a:pt x="282" y="152"/>
                </a:cubicBezTo>
                <a:cubicBezTo>
                  <a:pt x="282" y="151"/>
                  <a:pt x="281" y="150"/>
                  <a:pt x="280" y="149"/>
                </a:cubicBezTo>
                <a:lnTo>
                  <a:pt x="270" y="135"/>
                </a:lnTo>
                <a:cubicBezTo>
                  <a:pt x="269" y="135"/>
                  <a:pt x="268" y="135"/>
                  <a:pt x="268" y="134"/>
                </a:cubicBezTo>
                <a:cubicBezTo>
                  <a:pt x="268" y="134"/>
                  <a:pt x="267" y="134"/>
                  <a:pt x="267" y="134"/>
                </a:cubicBezTo>
                <a:cubicBezTo>
                  <a:pt x="267" y="134"/>
                  <a:pt x="267" y="135"/>
                  <a:pt x="266" y="135"/>
                </a:cubicBezTo>
                <a:lnTo>
                  <a:pt x="266" y="134"/>
                </a:lnTo>
                <a:close/>
              </a:path>
              <a:path w="336" h="189">
                <a:moveTo>
                  <a:pt x="272" y="151"/>
                </a:moveTo>
                <a:lnTo>
                  <a:pt x="268" y="154"/>
                </a:lnTo>
                <a:lnTo>
                  <a:pt x="270" y="157"/>
                </a:lnTo>
                <a:cubicBezTo>
                  <a:pt x="270" y="158"/>
                  <a:pt x="270" y="159"/>
                  <a:pt x="271" y="159"/>
                </a:cubicBezTo>
                <a:cubicBezTo>
                  <a:pt x="271" y="160"/>
                  <a:pt x="271" y="160"/>
                  <a:pt x="272" y="160"/>
                </a:cubicBezTo>
                <a:cubicBezTo>
                  <a:pt x="272" y="160"/>
                  <a:pt x="272" y="160"/>
                  <a:pt x="273" y="160"/>
                </a:cubicBezTo>
                <a:lnTo>
                  <a:pt x="270" y="163"/>
                </a:lnTo>
                <a:lnTo>
                  <a:pt x="270" y="162"/>
                </a:lnTo>
                <a:cubicBezTo>
                  <a:pt x="270" y="162"/>
                  <a:pt x="270" y="161"/>
                  <a:pt x="270" y="161"/>
                </a:cubicBezTo>
                <a:cubicBezTo>
                  <a:pt x="270" y="160"/>
                  <a:pt x="270" y="159"/>
                  <a:pt x="269" y="157"/>
                </a:cubicBezTo>
                <a:lnTo>
                  <a:pt x="260" y="138"/>
                </a:lnTo>
                <a:lnTo>
                  <a:pt x="276" y="152"/>
                </a:lnTo>
                <a:cubicBezTo>
                  <a:pt x="277" y="153"/>
                  <a:pt x="278" y="154"/>
                  <a:pt x="279" y="154"/>
                </a:cubicBezTo>
                <a:cubicBezTo>
                  <a:pt x="279" y="154"/>
                  <a:pt x="280" y="154"/>
                  <a:pt x="280" y="154"/>
                </a:cubicBezTo>
                <a:lnTo>
                  <a:pt x="281" y="155"/>
                </a:lnTo>
                <a:lnTo>
                  <a:pt x="277" y="158"/>
                </a:lnTo>
                <a:lnTo>
                  <a:pt x="276" y="157"/>
                </a:lnTo>
                <a:cubicBezTo>
                  <a:pt x="277" y="157"/>
                  <a:pt x="277" y="156"/>
                  <a:pt x="277" y="156"/>
                </a:cubicBezTo>
                <a:cubicBezTo>
                  <a:pt x="277" y="156"/>
                  <a:pt x="277" y="155"/>
                  <a:pt x="276" y="155"/>
                </a:cubicBezTo>
                <a:cubicBezTo>
                  <a:pt x="276" y="155"/>
                  <a:pt x="276" y="154"/>
                  <a:pt x="275" y="153"/>
                </a:cubicBezTo>
                <a:lnTo>
                  <a:pt x="272" y="151"/>
                </a:lnTo>
                <a:close/>
                <a:moveTo>
                  <a:pt x="271" y="150"/>
                </a:moveTo>
                <a:lnTo>
                  <a:pt x="263" y="143"/>
                </a:lnTo>
                <a:lnTo>
                  <a:pt x="267" y="152"/>
                </a:lnTo>
                <a:lnTo>
                  <a:pt x="271" y="150"/>
                </a:lnTo>
                <a:close/>
              </a:path>
              <a:path w="336" h="189">
                <a:moveTo>
                  <a:pt x="319" y="86"/>
                </a:moveTo>
                <a:lnTo>
                  <a:pt x="320" y="81"/>
                </a:lnTo>
                <a:lnTo>
                  <a:pt x="313" y="79"/>
                </a:lnTo>
                <a:cubicBezTo>
                  <a:pt x="311" y="79"/>
                  <a:pt x="311" y="79"/>
                  <a:pt x="310" y="79"/>
                </a:cubicBezTo>
                <a:cubicBezTo>
                  <a:pt x="310" y="79"/>
                  <a:pt x="310" y="79"/>
                  <a:pt x="309" y="79"/>
                </a:cubicBezTo>
                <a:cubicBezTo>
                  <a:pt x="309" y="79"/>
                  <a:pt x="309" y="80"/>
                  <a:pt x="309" y="80"/>
                </a:cubicBezTo>
                <a:lnTo>
                  <a:pt x="308" y="80"/>
                </a:lnTo>
                <a:lnTo>
                  <a:pt x="309" y="75"/>
                </a:lnTo>
                <a:lnTo>
                  <a:pt x="310" y="75"/>
                </a:lnTo>
                <a:cubicBezTo>
                  <a:pt x="309" y="76"/>
                  <a:pt x="310" y="76"/>
                  <a:pt x="310" y="76"/>
                </a:cubicBezTo>
                <a:cubicBezTo>
                  <a:pt x="310" y="77"/>
                  <a:pt x="310" y="77"/>
                  <a:pt x="311" y="77"/>
                </a:cubicBezTo>
                <a:cubicBezTo>
                  <a:pt x="311" y="77"/>
                  <a:pt x="312" y="77"/>
                  <a:pt x="313" y="77"/>
                </a:cubicBezTo>
                <a:lnTo>
                  <a:pt x="330" y="80"/>
                </a:lnTo>
                <a:cubicBezTo>
                  <a:pt x="331" y="81"/>
                  <a:pt x="332" y="81"/>
                  <a:pt x="332" y="81"/>
                </a:cubicBezTo>
                <a:cubicBezTo>
                  <a:pt x="333" y="81"/>
                  <a:pt x="333" y="81"/>
                  <a:pt x="333" y="81"/>
                </a:cubicBezTo>
                <a:cubicBezTo>
                  <a:pt x="334" y="80"/>
                  <a:pt x="334" y="80"/>
                  <a:pt x="334" y="80"/>
                </a:cubicBezTo>
                <a:lnTo>
                  <a:pt x="334" y="79"/>
                </a:lnTo>
                <a:lnTo>
                  <a:pt x="335" y="80"/>
                </a:lnTo>
                <a:lnTo>
                  <a:pt x="334" y="85"/>
                </a:lnTo>
                <a:lnTo>
                  <a:pt x="333" y="85"/>
                </a:lnTo>
                <a:lnTo>
                  <a:pt x="333" y="84"/>
                </a:lnTo>
                <a:cubicBezTo>
                  <a:pt x="333" y="84"/>
                  <a:pt x="333" y="83"/>
                  <a:pt x="332" y="83"/>
                </a:cubicBezTo>
                <a:cubicBezTo>
                  <a:pt x="332" y="83"/>
                  <a:pt x="331" y="83"/>
                  <a:pt x="329" y="82"/>
                </a:cubicBezTo>
                <a:lnTo>
                  <a:pt x="322" y="81"/>
                </a:lnTo>
                <a:lnTo>
                  <a:pt x="320" y="87"/>
                </a:lnTo>
                <a:lnTo>
                  <a:pt x="328" y="88"/>
                </a:lnTo>
                <a:cubicBezTo>
                  <a:pt x="330" y="88"/>
                  <a:pt x="331" y="88"/>
                  <a:pt x="331" y="88"/>
                </a:cubicBezTo>
                <a:cubicBezTo>
                  <a:pt x="331" y="88"/>
                  <a:pt x="332" y="88"/>
                  <a:pt x="332" y="88"/>
                </a:cubicBezTo>
                <a:cubicBezTo>
                  <a:pt x="332" y="88"/>
                  <a:pt x="332" y="88"/>
                  <a:pt x="333" y="87"/>
                </a:cubicBezTo>
                <a:lnTo>
                  <a:pt x="332" y="92"/>
                </a:lnTo>
                <a:cubicBezTo>
                  <a:pt x="332" y="91"/>
                  <a:pt x="331" y="91"/>
                  <a:pt x="331" y="90"/>
                </a:cubicBezTo>
                <a:cubicBezTo>
                  <a:pt x="331" y="90"/>
                  <a:pt x="330" y="90"/>
                  <a:pt x="328" y="90"/>
                </a:cubicBezTo>
                <a:lnTo>
                  <a:pt x="311" y="87"/>
                </a:lnTo>
                <a:cubicBezTo>
                  <a:pt x="310" y="86"/>
                  <a:pt x="309" y="86"/>
                  <a:pt x="309" y="86"/>
                </a:cubicBezTo>
                <a:cubicBezTo>
                  <a:pt x="308" y="86"/>
                  <a:pt x="308" y="86"/>
                  <a:pt x="308" y="87"/>
                </a:cubicBezTo>
                <a:cubicBezTo>
                  <a:pt x="307" y="87"/>
                  <a:pt x="307" y="87"/>
                  <a:pt x="307" y="87"/>
                </a:cubicBezTo>
                <a:lnTo>
                  <a:pt x="307" y="88"/>
                </a:lnTo>
                <a:lnTo>
                  <a:pt x="306" y="88"/>
                </a:lnTo>
                <a:lnTo>
                  <a:pt x="307" y="82"/>
                </a:lnTo>
                <a:lnTo>
                  <a:pt x="308" y="82"/>
                </a:lnTo>
                <a:lnTo>
                  <a:pt x="308" y="83"/>
                </a:lnTo>
                <a:cubicBezTo>
                  <a:pt x="308" y="83"/>
                  <a:pt x="308" y="84"/>
                  <a:pt x="308" y="84"/>
                </a:cubicBezTo>
                <a:cubicBezTo>
                  <a:pt x="309" y="84"/>
                  <a:pt x="309" y="84"/>
                  <a:pt x="309" y="84"/>
                </a:cubicBezTo>
                <a:cubicBezTo>
                  <a:pt x="310" y="85"/>
                  <a:pt x="310" y="85"/>
                  <a:pt x="312" y="85"/>
                </a:cubicBezTo>
                <a:lnTo>
                  <a:pt x="319" y="86"/>
                </a:lnTo>
                <a:close/>
              </a:path>
              <a:path w="336" h="189">
                <a:moveTo>
                  <a:pt x="305" y="89"/>
                </a:moveTo>
                <a:lnTo>
                  <a:pt x="314" y="91"/>
                </a:lnTo>
                <a:cubicBezTo>
                  <a:pt x="311" y="91"/>
                  <a:pt x="309" y="91"/>
                  <a:pt x="308" y="92"/>
                </a:cubicBezTo>
                <a:cubicBezTo>
                  <a:pt x="307" y="92"/>
                  <a:pt x="306" y="93"/>
                  <a:pt x="306" y="94"/>
                </a:cubicBezTo>
                <a:cubicBezTo>
                  <a:pt x="305" y="95"/>
                  <a:pt x="306" y="95"/>
                  <a:pt x="306" y="96"/>
                </a:cubicBezTo>
                <a:cubicBezTo>
                  <a:pt x="307" y="97"/>
                  <a:pt x="308" y="98"/>
                  <a:pt x="310" y="99"/>
                </a:cubicBezTo>
                <a:cubicBezTo>
                  <a:pt x="312" y="99"/>
                  <a:pt x="314" y="100"/>
                  <a:pt x="317" y="101"/>
                </a:cubicBezTo>
                <a:cubicBezTo>
                  <a:pt x="320" y="101"/>
                  <a:pt x="322" y="101"/>
                  <a:pt x="323" y="101"/>
                </a:cubicBezTo>
                <a:cubicBezTo>
                  <a:pt x="325" y="101"/>
                  <a:pt x="327" y="101"/>
                  <a:pt x="328" y="100"/>
                </a:cubicBezTo>
                <a:cubicBezTo>
                  <a:pt x="329" y="100"/>
                  <a:pt x="329" y="99"/>
                  <a:pt x="330" y="98"/>
                </a:cubicBezTo>
                <a:cubicBezTo>
                  <a:pt x="330" y="97"/>
                  <a:pt x="330" y="97"/>
                  <a:pt x="329" y="96"/>
                </a:cubicBezTo>
                <a:cubicBezTo>
                  <a:pt x="328" y="95"/>
                  <a:pt x="327" y="94"/>
                  <a:pt x="325" y="93"/>
                </a:cubicBezTo>
                <a:lnTo>
                  <a:pt x="326" y="93"/>
                </a:lnTo>
                <a:cubicBezTo>
                  <a:pt x="328" y="94"/>
                  <a:pt x="329" y="95"/>
                  <a:pt x="330" y="96"/>
                </a:cubicBezTo>
                <a:cubicBezTo>
                  <a:pt x="331" y="97"/>
                  <a:pt x="331" y="98"/>
                  <a:pt x="331" y="99"/>
                </a:cubicBezTo>
                <a:cubicBezTo>
                  <a:pt x="331" y="101"/>
                  <a:pt x="329" y="102"/>
                  <a:pt x="325" y="103"/>
                </a:cubicBezTo>
                <a:cubicBezTo>
                  <a:pt x="323" y="103"/>
                  <a:pt x="320" y="103"/>
                  <a:pt x="317" y="103"/>
                </a:cubicBezTo>
                <a:cubicBezTo>
                  <a:pt x="314" y="102"/>
                  <a:pt x="312" y="101"/>
                  <a:pt x="310" y="100"/>
                </a:cubicBezTo>
                <a:cubicBezTo>
                  <a:pt x="308" y="99"/>
                  <a:pt x="306" y="98"/>
                  <a:pt x="305" y="97"/>
                </a:cubicBezTo>
                <a:cubicBezTo>
                  <a:pt x="304" y="96"/>
                  <a:pt x="304" y="95"/>
                  <a:pt x="304" y="94"/>
                </a:cubicBezTo>
                <a:cubicBezTo>
                  <a:pt x="304" y="93"/>
                  <a:pt x="305" y="92"/>
                  <a:pt x="306" y="91"/>
                </a:cubicBezTo>
                <a:cubicBezTo>
                  <a:pt x="306" y="91"/>
                  <a:pt x="307" y="91"/>
                  <a:pt x="307" y="91"/>
                </a:cubicBezTo>
                <a:cubicBezTo>
                  <a:pt x="307" y="91"/>
                  <a:pt x="307" y="90"/>
                  <a:pt x="306" y="90"/>
                </a:cubicBezTo>
                <a:cubicBezTo>
                  <a:pt x="306" y="90"/>
                  <a:pt x="306" y="90"/>
                  <a:pt x="305" y="90"/>
                </a:cubicBezTo>
                <a:lnTo>
                  <a:pt x="305" y="89"/>
                </a:lnTo>
                <a:close/>
              </a:path>
              <a:path w="336" h="189">
                <a:moveTo>
                  <a:pt x="300" y="104"/>
                </a:moveTo>
                <a:lnTo>
                  <a:pt x="309" y="109"/>
                </a:lnTo>
                <a:lnTo>
                  <a:pt x="311" y="106"/>
                </a:lnTo>
                <a:cubicBezTo>
                  <a:pt x="311" y="105"/>
                  <a:pt x="311" y="105"/>
                  <a:pt x="311" y="104"/>
                </a:cubicBezTo>
                <a:cubicBezTo>
                  <a:pt x="310" y="104"/>
                  <a:pt x="309" y="103"/>
                  <a:pt x="308" y="102"/>
                </a:cubicBezTo>
                <a:lnTo>
                  <a:pt x="317" y="106"/>
                </a:lnTo>
                <a:lnTo>
                  <a:pt x="316" y="106"/>
                </a:lnTo>
                <a:cubicBezTo>
                  <a:pt x="315" y="106"/>
                  <a:pt x="314" y="106"/>
                  <a:pt x="314" y="106"/>
                </a:cubicBezTo>
                <a:cubicBezTo>
                  <a:pt x="314" y="106"/>
                  <a:pt x="313" y="106"/>
                  <a:pt x="313" y="106"/>
                </a:cubicBezTo>
                <a:cubicBezTo>
                  <a:pt x="312" y="106"/>
                  <a:pt x="312" y="106"/>
                  <a:pt x="312" y="107"/>
                </a:cubicBezTo>
                <a:lnTo>
                  <a:pt x="311" y="109"/>
                </a:lnTo>
                <a:lnTo>
                  <a:pt x="319" y="113"/>
                </a:lnTo>
                <a:cubicBezTo>
                  <a:pt x="320" y="113"/>
                  <a:pt x="320" y="114"/>
                  <a:pt x="321" y="114"/>
                </a:cubicBezTo>
                <a:cubicBezTo>
                  <a:pt x="321" y="114"/>
                  <a:pt x="321" y="114"/>
                  <a:pt x="321" y="114"/>
                </a:cubicBezTo>
                <a:cubicBezTo>
                  <a:pt x="321" y="114"/>
                  <a:pt x="322" y="114"/>
                  <a:pt x="322" y="113"/>
                </a:cubicBezTo>
                <a:lnTo>
                  <a:pt x="323" y="111"/>
                </a:lnTo>
                <a:cubicBezTo>
                  <a:pt x="323" y="111"/>
                  <a:pt x="323" y="110"/>
                  <a:pt x="323" y="110"/>
                </a:cubicBezTo>
                <a:cubicBezTo>
                  <a:pt x="323" y="109"/>
                  <a:pt x="323" y="109"/>
                  <a:pt x="322" y="108"/>
                </a:cubicBezTo>
                <a:cubicBezTo>
                  <a:pt x="322" y="108"/>
                  <a:pt x="321" y="107"/>
                  <a:pt x="320" y="106"/>
                </a:cubicBezTo>
                <a:lnTo>
                  <a:pt x="320" y="105"/>
                </a:lnTo>
                <a:lnTo>
                  <a:pt x="325" y="109"/>
                </a:lnTo>
                <a:lnTo>
                  <a:pt x="321" y="118"/>
                </a:lnTo>
                <a:lnTo>
                  <a:pt x="320" y="118"/>
                </a:lnTo>
                <a:lnTo>
                  <a:pt x="321" y="118"/>
                </a:lnTo>
                <a:cubicBezTo>
                  <a:pt x="321" y="117"/>
                  <a:pt x="321" y="117"/>
                  <a:pt x="320" y="117"/>
                </a:cubicBezTo>
                <a:cubicBezTo>
                  <a:pt x="320" y="116"/>
                  <a:pt x="320" y="116"/>
                  <a:pt x="320" y="116"/>
                </a:cubicBezTo>
                <a:cubicBezTo>
                  <a:pt x="319" y="115"/>
                  <a:pt x="319" y="115"/>
                  <a:pt x="318" y="115"/>
                </a:cubicBezTo>
                <a:lnTo>
                  <a:pt x="302" y="107"/>
                </a:lnTo>
                <a:cubicBezTo>
                  <a:pt x="301" y="106"/>
                  <a:pt x="300" y="106"/>
                  <a:pt x="299" y="106"/>
                </a:cubicBezTo>
                <a:cubicBezTo>
                  <a:pt x="299" y="106"/>
                  <a:pt x="298" y="106"/>
                  <a:pt x="298" y="107"/>
                </a:cubicBezTo>
                <a:lnTo>
                  <a:pt x="297" y="107"/>
                </a:lnTo>
                <a:lnTo>
                  <a:pt x="301" y="98"/>
                </a:lnTo>
                <a:lnTo>
                  <a:pt x="307" y="100"/>
                </a:lnTo>
                <a:cubicBezTo>
                  <a:pt x="305" y="100"/>
                  <a:pt x="304" y="100"/>
                  <a:pt x="304" y="100"/>
                </a:cubicBezTo>
                <a:cubicBezTo>
                  <a:pt x="303" y="99"/>
                  <a:pt x="303" y="100"/>
                  <a:pt x="302" y="100"/>
                </a:cubicBezTo>
                <a:cubicBezTo>
                  <a:pt x="302" y="100"/>
                  <a:pt x="302" y="100"/>
                  <a:pt x="302" y="101"/>
                </a:cubicBezTo>
                <a:lnTo>
                  <a:pt x="300" y="104"/>
                </a:lnTo>
                <a:close/>
              </a:path>
              <a:path w="336" h="189">
                <a:moveTo>
                  <a:pt x="298" y="108"/>
                </a:moveTo>
                <a:lnTo>
                  <a:pt x="303" y="111"/>
                </a:lnTo>
                <a:cubicBezTo>
                  <a:pt x="302" y="111"/>
                  <a:pt x="301" y="110"/>
                  <a:pt x="301" y="110"/>
                </a:cubicBezTo>
                <a:cubicBezTo>
                  <a:pt x="300" y="110"/>
                  <a:pt x="299" y="110"/>
                  <a:pt x="299" y="110"/>
                </a:cubicBezTo>
                <a:cubicBezTo>
                  <a:pt x="299" y="110"/>
                  <a:pt x="298" y="111"/>
                  <a:pt x="298" y="111"/>
                </a:cubicBezTo>
                <a:lnTo>
                  <a:pt x="297" y="113"/>
                </a:lnTo>
                <a:lnTo>
                  <a:pt x="315" y="122"/>
                </a:lnTo>
                <a:cubicBezTo>
                  <a:pt x="316" y="123"/>
                  <a:pt x="317" y="123"/>
                  <a:pt x="318" y="123"/>
                </a:cubicBezTo>
                <a:cubicBezTo>
                  <a:pt x="318" y="123"/>
                  <a:pt x="319" y="123"/>
                  <a:pt x="319" y="123"/>
                </a:cubicBezTo>
                <a:lnTo>
                  <a:pt x="319" y="122"/>
                </a:lnTo>
                <a:lnTo>
                  <a:pt x="320" y="123"/>
                </a:lnTo>
                <a:lnTo>
                  <a:pt x="317" y="128"/>
                </a:lnTo>
                <a:lnTo>
                  <a:pt x="317" y="127"/>
                </a:lnTo>
                <a:cubicBezTo>
                  <a:pt x="317" y="126"/>
                  <a:pt x="317" y="126"/>
                  <a:pt x="317" y="125"/>
                </a:cubicBezTo>
                <a:cubicBezTo>
                  <a:pt x="316" y="125"/>
                  <a:pt x="315" y="124"/>
                  <a:pt x="314" y="124"/>
                </a:cubicBezTo>
                <a:lnTo>
                  <a:pt x="296" y="114"/>
                </a:lnTo>
                <a:lnTo>
                  <a:pt x="296" y="116"/>
                </a:lnTo>
                <a:cubicBezTo>
                  <a:pt x="295" y="116"/>
                  <a:pt x="295" y="117"/>
                  <a:pt x="295" y="117"/>
                </a:cubicBezTo>
                <a:cubicBezTo>
                  <a:pt x="295" y="117"/>
                  <a:pt x="296" y="118"/>
                  <a:pt x="296" y="118"/>
                </a:cubicBezTo>
                <a:cubicBezTo>
                  <a:pt x="297" y="119"/>
                  <a:pt x="297" y="120"/>
                  <a:pt x="298" y="120"/>
                </a:cubicBezTo>
                <a:lnTo>
                  <a:pt x="293" y="117"/>
                </a:lnTo>
                <a:lnTo>
                  <a:pt x="298" y="108"/>
                </a:lnTo>
                <a:close/>
              </a:path>
              <a:path w="336" h="189">
                <a:moveTo>
                  <a:pt x="307" y="54"/>
                </a:moveTo>
                <a:cubicBezTo>
                  <a:pt x="307" y="53"/>
                  <a:pt x="308" y="51"/>
                  <a:pt x="310" y="50"/>
                </a:cubicBezTo>
                <a:cubicBezTo>
                  <a:pt x="313" y="49"/>
                  <a:pt x="316" y="48"/>
                  <a:pt x="320" y="48"/>
                </a:cubicBezTo>
                <a:cubicBezTo>
                  <a:pt x="324" y="48"/>
                  <a:pt x="327" y="48"/>
                  <a:pt x="330" y="50"/>
                </a:cubicBezTo>
                <a:cubicBezTo>
                  <a:pt x="333" y="51"/>
                  <a:pt x="334" y="52"/>
                  <a:pt x="334" y="54"/>
                </a:cubicBezTo>
                <a:cubicBezTo>
                  <a:pt x="334" y="56"/>
                  <a:pt x="333" y="57"/>
                  <a:pt x="330" y="59"/>
                </a:cubicBezTo>
                <a:cubicBezTo>
                  <a:pt x="328" y="60"/>
                  <a:pt x="325" y="61"/>
                  <a:pt x="320" y="61"/>
                </a:cubicBezTo>
                <a:cubicBezTo>
                  <a:pt x="316" y="61"/>
                  <a:pt x="313" y="60"/>
                  <a:pt x="310" y="59"/>
                </a:cubicBezTo>
                <a:cubicBezTo>
                  <a:pt x="308" y="57"/>
                  <a:pt x="307" y="56"/>
                  <a:pt x="307" y="54"/>
                </a:cubicBezTo>
                <a:close/>
                <a:moveTo>
                  <a:pt x="308" y="55"/>
                </a:moveTo>
                <a:cubicBezTo>
                  <a:pt x="308" y="56"/>
                  <a:pt x="309" y="57"/>
                  <a:pt x="311" y="57"/>
                </a:cubicBezTo>
                <a:cubicBezTo>
                  <a:pt x="313" y="58"/>
                  <a:pt x="316" y="58"/>
                  <a:pt x="320" y="58"/>
                </a:cubicBezTo>
                <a:cubicBezTo>
                  <a:pt x="325" y="58"/>
                  <a:pt x="328" y="58"/>
                  <a:pt x="330" y="57"/>
                </a:cubicBezTo>
                <a:cubicBezTo>
                  <a:pt x="332" y="56"/>
                  <a:pt x="333" y="55"/>
                  <a:pt x="333" y="54"/>
                </a:cubicBezTo>
                <a:cubicBezTo>
                  <a:pt x="333" y="53"/>
                  <a:pt x="332" y="52"/>
                  <a:pt x="330" y="51"/>
                </a:cubicBezTo>
                <a:cubicBezTo>
                  <a:pt x="328" y="50"/>
                  <a:pt x="325" y="50"/>
                  <a:pt x="321" y="50"/>
                </a:cubicBezTo>
                <a:cubicBezTo>
                  <a:pt x="316" y="50"/>
                  <a:pt x="313" y="51"/>
                  <a:pt x="311" y="52"/>
                </a:cubicBezTo>
                <a:cubicBezTo>
                  <a:pt x="309" y="52"/>
                  <a:pt x="308" y="53"/>
                  <a:pt x="308" y="55"/>
                </a:cubicBezTo>
                <a:close/>
              </a:path>
              <a:path w="336" h="189">
                <a:moveTo>
                  <a:pt x="310" y="75"/>
                </a:moveTo>
                <a:lnTo>
                  <a:pt x="310" y="71"/>
                </a:lnTo>
                <a:lnTo>
                  <a:pt x="329" y="63"/>
                </a:lnTo>
                <a:lnTo>
                  <a:pt x="314" y="63"/>
                </a:lnTo>
                <a:cubicBezTo>
                  <a:pt x="313" y="63"/>
                  <a:pt x="312" y="63"/>
                  <a:pt x="311" y="63"/>
                </a:cubicBezTo>
                <a:cubicBezTo>
                  <a:pt x="311" y="63"/>
                  <a:pt x="310" y="64"/>
                  <a:pt x="310" y="64"/>
                </a:cubicBezTo>
                <a:lnTo>
                  <a:pt x="310" y="65"/>
                </a:lnTo>
                <a:lnTo>
                  <a:pt x="310" y="60"/>
                </a:lnTo>
                <a:lnTo>
                  <a:pt x="310" y="61"/>
                </a:lnTo>
                <a:cubicBezTo>
                  <a:pt x="310" y="61"/>
                  <a:pt x="311" y="62"/>
                  <a:pt x="311" y="62"/>
                </a:cubicBezTo>
                <a:cubicBezTo>
                  <a:pt x="312" y="62"/>
                  <a:pt x="313" y="62"/>
                  <a:pt x="314" y="62"/>
                </a:cubicBezTo>
                <a:lnTo>
                  <a:pt x="336" y="62"/>
                </a:lnTo>
                <a:lnTo>
                  <a:pt x="315" y="71"/>
                </a:lnTo>
                <a:lnTo>
                  <a:pt x="332" y="71"/>
                </a:lnTo>
                <a:cubicBezTo>
                  <a:pt x="333" y="71"/>
                  <a:pt x="334" y="71"/>
                  <a:pt x="335" y="70"/>
                </a:cubicBezTo>
                <a:cubicBezTo>
                  <a:pt x="335" y="70"/>
                  <a:pt x="335" y="70"/>
                  <a:pt x="335" y="69"/>
                </a:cubicBezTo>
                <a:lnTo>
                  <a:pt x="336" y="69"/>
                </a:lnTo>
                <a:lnTo>
                  <a:pt x="336" y="73"/>
                </a:lnTo>
                <a:lnTo>
                  <a:pt x="335" y="73"/>
                </a:lnTo>
                <a:cubicBezTo>
                  <a:pt x="335" y="72"/>
                  <a:pt x="335" y="72"/>
                  <a:pt x="334" y="72"/>
                </a:cubicBezTo>
                <a:cubicBezTo>
                  <a:pt x="334" y="72"/>
                  <a:pt x="333" y="72"/>
                  <a:pt x="332" y="72"/>
                </a:cubicBezTo>
                <a:lnTo>
                  <a:pt x="313" y="72"/>
                </a:lnTo>
                <a:cubicBezTo>
                  <a:pt x="312" y="72"/>
                  <a:pt x="312" y="73"/>
                  <a:pt x="311" y="73"/>
                </a:cubicBezTo>
                <a:cubicBezTo>
                  <a:pt x="311" y="73"/>
                  <a:pt x="311" y="73"/>
                  <a:pt x="311" y="74"/>
                </a:cubicBezTo>
                <a:cubicBezTo>
                  <a:pt x="311" y="74"/>
                  <a:pt x="311" y="74"/>
                  <a:pt x="311" y="75"/>
                </a:cubicBezTo>
                <a:lnTo>
                  <a:pt x="310" y="75"/>
                </a:lnTo>
                <a:close/>
              </a:path>
              <a:path w="336" h="189">
                <a:moveTo>
                  <a:pt x="301" y="38"/>
                </a:moveTo>
                <a:cubicBezTo>
                  <a:pt x="300" y="36"/>
                  <a:pt x="301" y="34"/>
                  <a:pt x="303" y="32"/>
                </a:cubicBezTo>
                <a:cubicBezTo>
                  <a:pt x="305" y="30"/>
                  <a:pt x="307" y="28"/>
                  <a:pt x="311" y="27"/>
                </a:cubicBezTo>
                <a:cubicBezTo>
                  <a:pt x="315" y="25"/>
                  <a:pt x="318" y="25"/>
                  <a:pt x="321" y="25"/>
                </a:cubicBezTo>
                <a:cubicBezTo>
                  <a:pt x="324" y="25"/>
                  <a:pt x="326" y="26"/>
                  <a:pt x="326" y="27"/>
                </a:cubicBezTo>
                <a:cubicBezTo>
                  <a:pt x="327" y="29"/>
                  <a:pt x="326" y="31"/>
                  <a:pt x="325" y="33"/>
                </a:cubicBezTo>
                <a:cubicBezTo>
                  <a:pt x="323" y="35"/>
                  <a:pt x="320" y="37"/>
                  <a:pt x="316" y="39"/>
                </a:cubicBezTo>
                <a:cubicBezTo>
                  <a:pt x="312" y="40"/>
                  <a:pt x="309" y="41"/>
                  <a:pt x="306" y="41"/>
                </a:cubicBezTo>
                <a:cubicBezTo>
                  <a:pt x="303" y="40"/>
                  <a:pt x="302" y="39"/>
                  <a:pt x="301" y="38"/>
                </a:cubicBezTo>
                <a:close/>
                <a:moveTo>
                  <a:pt x="302" y="38"/>
                </a:moveTo>
                <a:cubicBezTo>
                  <a:pt x="303" y="39"/>
                  <a:pt x="304" y="39"/>
                  <a:pt x="306" y="39"/>
                </a:cubicBezTo>
                <a:cubicBezTo>
                  <a:pt x="308" y="39"/>
                  <a:pt x="311" y="38"/>
                  <a:pt x="315" y="37"/>
                </a:cubicBezTo>
                <a:cubicBezTo>
                  <a:pt x="319" y="35"/>
                  <a:pt x="322" y="33"/>
                  <a:pt x="324" y="31"/>
                </a:cubicBezTo>
                <a:cubicBezTo>
                  <a:pt x="325" y="30"/>
                  <a:pt x="326" y="29"/>
                  <a:pt x="325" y="28"/>
                </a:cubicBezTo>
                <a:cubicBezTo>
                  <a:pt x="325" y="27"/>
                  <a:pt x="323" y="26"/>
                  <a:pt x="321" y="26"/>
                </a:cubicBezTo>
                <a:cubicBezTo>
                  <a:pt x="319" y="26"/>
                  <a:pt x="316" y="27"/>
                  <a:pt x="312" y="29"/>
                </a:cubicBezTo>
                <a:cubicBezTo>
                  <a:pt x="308" y="30"/>
                  <a:pt x="305" y="32"/>
                  <a:pt x="304" y="34"/>
                </a:cubicBezTo>
                <a:cubicBezTo>
                  <a:pt x="302" y="35"/>
                  <a:pt x="302" y="36"/>
                  <a:pt x="302" y="38"/>
                </a:cubicBezTo>
                <a:close/>
              </a:path>
              <a:path w="336" h="189">
                <a:moveTo>
                  <a:pt x="323" y="35"/>
                </a:moveTo>
                <a:lnTo>
                  <a:pt x="324" y="35"/>
                </a:lnTo>
                <a:lnTo>
                  <a:pt x="331" y="35"/>
                </a:lnTo>
                <a:lnTo>
                  <a:pt x="332" y="45"/>
                </a:lnTo>
                <a:cubicBezTo>
                  <a:pt x="331" y="44"/>
                  <a:pt x="331" y="44"/>
                  <a:pt x="330" y="44"/>
                </a:cubicBezTo>
                <a:cubicBezTo>
                  <a:pt x="330" y="44"/>
                  <a:pt x="329" y="44"/>
                  <a:pt x="327" y="44"/>
                </a:cubicBezTo>
                <a:lnTo>
                  <a:pt x="311" y="47"/>
                </a:lnTo>
                <a:cubicBezTo>
                  <a:pt x="309" y="47"/>
                  <a:pt x="308" y="47"/>
                  <a:pt x="308" y="47"/>
                </a:cubicBezTo>
                <a:cubicBezTo>
                  <a:pt x="307" y="48"/>
                  <a:pt x="307" y="48"/>
                  <a:pt x="307" y="49"/>
                </a:cubicBezTo>
                <a:lnTo>
                  <a:pt x="306" y="49"/>
                </a:lnTo>
                <a:lnTo>
                  <a:pt x="305" y="43"/>
                </a:lnTo>
                <a:lnTo>
                  <a:pt x="306" y="43"/>
                </a:lnTo>
                <a:cubicBezTo>
                  <a:pt x="306" y="44"/>
                  <a:pt x="306" y="44"/>
                  <a:pt x="307" y="45"/>
                </a:cubicBezTo>
                <a:cubicBezTo>
                  <a:pt x="307" y="45"/>
                  <a:pt x="307" y="45"/>
                  <a:pt x="308" y="45"/>
                </a:cubicBezTo>
                <a:cubicBezTo>
                  <a:pt x="308" y="45"/>
                  <a:pt x="309" y="45"/>
                  <a:pt x="311" y="45"/>
                </a:cubicBezTo>
                <a:lnTo>
                  <a:pt x="327" y="42"/>
                </a:lnTo>
                <a:cubicBezTo>
                  <a:pt x="328" y="42"/>
                  <a:pt x="329" y="42"/>
                  <a:pt x="329" y="42"/>
                </a:cubicBezTo>
                <a:cubicBezTo>
                  <a:pt x="330" y="41"/>
                  <a:pt x="330" y="41"/>
                  <a:pt x="330" y="41"/>
                </a:cubicBezTo>
                <a:cubicBezTo>
                  <a:pt x="330" y="41"/>
                  <a:pt x="330" y="40"/>
                  <a:pt x="330" y="40"/>
                </a:cubicBezTo>
                <a:lnTo>
                  <a:pt x="330" y="39"/>
                </a:lnTo>
                <a:cubicBezTo>
                  <a:pt x="330" y="38"/>
                  <a:pt x="329" y="37"/>
                  <a:pt x="329" y="37"/>
                </a:cubicBezTo>
                <a:cubicBezTo>
                  <a:pt x="329" y="36"/>
                  <a:pt x="328" y="36"/>
                  <a:pt x="327" y="36"/>
                </a:cubicBezTo>
                <a:cubicBezTo>
                  <a:pt x="326" y="36"/>
                  <a:pt x="325" y="35"/>
                  <a:pt x="323" y="35"/>
                </a:cubicBezTo>
                <a:close/>
              </a:path>
              <a:path w="336" h="189">
                <a:moveTo>
                  <a:pt x="286" y="18"/>
                </a:moveTo>
                <a:lnTo>
                  <a:pt x="283" y="14"/>
                </a:lnTo>
                <a:lnTo>
                  <a:pt x="284" y="14"/>
                </a:lnTo>
                <a:cubicBezTo>
                  <a:pt x="284" y="14"/>
                  <a:pt x="284" y="14"/>
                  <a:pt x="285" y="14"/>
                </a:cubicBezTo>
                <a:cubicBezTo>
                  <a:pt x="285" y="14"/>
                  <a:pt x="285" y="14"/>
                  <a:pt x="286" y="14"/>
                </a:cubicBezTo>
                <a:cubicBezTo>
                  <a:pt x="287" y="14"/>
                  <a:pt x="288" y="14"/>
                  <a:pt x="289" y="13"/>
                </a:cubicBezTo>
                <a:lnTo>
                  <a:pt x="298" y="9"/>
                </a:lnTo>
                <a:lnTo>
                  <a:pt x="303" y="4"/>
                </a:lnTo>
                <a:cubicBezTo>
                  <a:pt x="304" y="3"/>
                  <a:pt x="305" y="3"/>
                  <a:pt x="305" y="2"/>
                </a:cubicBezTo>
                <a:cubicBezTo>
                  <a:pt x="306" y="2"/>
                  <a:pt x="306" y="1"/>
                  <a:pt x="305" y="1"/>
                </a:cubicBezTo>
                <a:lnTo>
                  <a:pt x="305" y="0"/>
                </a:lnTo>
                <a:lnTo>
                  <a:pt x="309" y="4"/>
                </a:lnTo>
                <a:lnTo>
                  <a:pt x="309" y="5"/>
                </a:lnTo>
                <a:lnTo>
                  <a:pt x="308" y="4"/>
                </a:lnTo>
                <a:cubicBezTo>
                  <a:pt x="308" y="4"/>
                  <a:pt x="307" y="4"/>
                  <a:pt x="307" y="4"/>
                </a:cubicBezTo>
                <a:cubicBezTo>
                  <a:pt x="306" y="4"/>
                  <a:pt x="306" y="5"/>
                  <a:pt x="304" y="6"/>
                </a:cubicBezTo>
                <a:lnTo>
                  <a:pt x="300" y="10"/>
                </a:lnTo>
                <a:lnTo>
                  <a:pt x="294" y="20"/>
                </a:lnTo>
                <a:cubicBezTo>
                  <a:pt x="293" y="21"/>
                  <a:pt x="293" y="22"/>
                  <a:pt x="293" y="22"/>
                </a:cubicBezTo>
                <a:cubicBezTo>
                  <a:pt x="293" y="23"/>
                  <a:pt x="293" y="23"/>
                  <a:pt x="292" y="24"/>
                </a:cubicBezTo>
                <a:cubicBezTo>
                  <a:pt x="292" y="24"/>
                  <a:pt x="293" y="24"/>
                  <a:pt x="293" y="24"/>
                </a:cubicBezTo>
                <a:lnTo>
                  <a:pt x="292" y="25"/>
                </a:lnTo>
                <a:lnTo>
                  <a:pt x="288" y="21"/>
                </a:lnTo>
                <a:lnTo>
                  <a:pt x="289" y="20"/>
                </a:lnTo>
                <a:cubicBezTo>
                  <a:pt x="289" y="21"/>
                  <a:pt x="290" y="21"/>
                  <a:pt x="290" y="21"/>
                </a:cubicBezTo>
                <a:cubicBezTo>
                  <a:pt x="290" y="21"/>
                  <a:pt x="291" y="20"/>
                  <a:pt x="291" y="20"/>
                </a:cubicBezTo>
                <a:cubicBezTo>
                  <a:pt x="292" y="20"/>
                  <a:pt x="292" y="19"/>
                  <a:pt x="293" y="18"/>
                </a:cubicBezTo>
                <a:lnTo>
                  <a:pt x="297" y="10"/>
                </a:lnTo>
                <a:lnTo>
                  <a:pt x="290" y="14"/>
                </a:lnTo>
                <a:cubicBezTo>
                  <a:pt x="288" y="14"/>
                  <a:pt x="288" y="15"/>
                  <a:pt x="287" y="15"/>
                </a:cubicBezTo>
                <a:cubicBezTo>
                  <a:pt x="287" y="15"/>
                  <a:pt x="287" y="16"/>
                  <a:pt x="286" y="16"/>
                </a:cubicBezTo>
                <a:cubicBezTo>
                  <a:pt x="286" y="16"/>
                  <a:pt x="286" y="16"/>
                  <a:pt x="286" y="17"/>
                </a:cubicBezTo>
                <a:cubicBezTo>
                  <a:pt x="286" y="17"/>
                  <a:pt x="286" y="17"/>
                  <a:pt x="287" y="17"/>
                </a:cubicBezTo>
                <a:lnTo>
                  <a:pt x="286" y="18"/>
                </a:lnTo>
                <a:close/>
              </a:path>
              <a:path w="336" h="189">
                <a:moveTo>
                  <a:pt x="35" y="20"/>
                </a:moveTo>
                <a:lnTo>
                  <a:pt x="32" y="25"/>
                </a:lnTo>
                <a:lnTo>
                  <a:pt x="39" y="29"/>
                </a:lnTo>
                <a:cubicBezTo>
                  <a:pt x="40" y="29"/>
                  <a:pt x="41" y="30"/>
                  <a:pt x="41" y="30"/>
                </a:cubicBezTo>
                <a:cubicBezTo>
                  <a:pt x="42" y="30"/>
                  <a:pt x="42" y="30"/>
                  <a:pt x="42" y="30"/>
                </a:cubicBezTo>
                <a:cubicBezTo>
                  <a:pt x="43" y="30"/>
                  <a:pt x="43" y="30"/>
                  <a:pt x="43" y="29"/>
                </a:cubicBezTo>
                <a:lnTo>
                  <a:pt x="44" y="29"/>
                </a:lnTo>
                <a:lnTo>
                  <a:pt x="41" y="34"/>
                </a:lnTo>
                <a:lnTo>
                  <a:pt x="41" y="33"/>
                </a:lnTo>
                <a:cubicBezTo>
                  <a:pt x="41" y="33"/>
                  <a:pt x="41" y="33"/>
                  <a:pt x="41" y="33"/>
                </a:cubicBezTo>
                <a:cubicBezTo>
                  <a:pt x="41" y="32"/>
                  <a:pt x="41" y="32"/>
                  <a:pt x="40" y="32"/>
                </a:cubicBezTo>
                <a:cubicBezTo>
                  <a:pt x="40" y="31"/>
                  <a:pt x="39" y="31"/>
                  <a:pt x="38" y="30"/>
                </a:cubicBezTo>
                <a:lnTo>
                  <a:pt x="23" y="22"/>
                </a:lnTo>
                <a:cubicBezTo>
                  <a:pt x="22" y="21"/>
                  <a:pt x="21" y="21"/>
                  <a:pt x="21" y="21"/>
                </a:cubicBezTo>
                <a:cubicBezTo>
                  <a:pt x="21" y="21"/>
                  <a:pt x="20" y="21"/>
                  <a:pt x="20" y="21"/>
                </a:cubicBezTo>
                <a:cubicBezTo>
                  <a:pt x="19" y="21"/>
                  <a:pt x="19" y="21"/>
                  <a:pt x="19" y="21"/>
                </a:cubicBezTo>
                <a:lnTo>
                  <a:pt x="19" y="22"/>
                </a:lnTo>
                <a:lnTo>
                  <a:pt x="18" y="21"/>
                </a:lnTo>
                <a:lnTo>
                  <a:pt x="21" y="17"/>
                </a:lnTo>
                <a:lnTo>
                  <a:pt x="22" y="17"/>
                </a:lnTo>
                <a:lnTo>
                  <a:pt x="21" y="17"/>
                </a:lnTo>
                <a:cubicBezTo>
                  <a:pt x="21" y="18"/>
                  <a:pt x="21" y="18"/>
                  <a:pt x="22" y="19"/>
                </a:cubicBezTo>
                <a:cubicBezTo>
                  <a:pt x="22" y="19"/>
                  <a:pt x="23" y="20"/>
                  <a:pt x="24" y="20"/>
                </a:cubicBezTo>
                <a:lnTo>
                  <a:pt x="31" y="24"/>
                </a:lnTo>
                <a:lnTo>
                  <a:pt x="34" y="19"/>
                </a:lnTo>
                <a:lnTo>
                  <a:pt x="27" y="15"/>
                </a:lnTo>
                <a:cubicBezTo>
                  <a:pt x="26" y="15"/>
                  <a:pt x="25" y="14"/>
                  <a:pt x="25" y="14"/>
                </a:cubicBezTo>
                <a:cubicBezTo>
                  <a:pt x="24" y="14"/>
                  <a:pt x="24" y="14"/>
                  <a:pt x="24" y="14"/>
                </a:cubicBezTo>
                <a:cubicBezTo>
                  <a:pt x="23" y="14"/>
                  <a:pt x="23" y="14"/>
                  <a:pt x="23" y="14"/>
                </a:cubicBezTo>
                <a:lnTo>
                  <a:pt x="23" y="15"/>
                </a:lnTo>
                <a:lnTo>
                  <a:pt x="22" y="15"/>
                </a:lnTo>
                <a:lnTo>
                  <a:pt x="25" y="10"/>
                </a:lnTo>
                <a:cubicBezTo>
                  <a:pt x="25" y="11"/>
                  <a:pt x="25" y="11"/>
                  <a:pt x="25" y="12"/>
                </a:cubicBezTo>
                <a:cubicBezTo>
                  <a:pt x="26" y="12"/>
                  <a:pt x="27" y="13"/>
                  <a:pt x="28" y="14"/>
                </a:cubicBezTo>
                <a:lnTo>
                  <a:pt x="43" y="22"/>
                </a:lnTo>
                <a:cubicBezTo>
                  <a:pt x="44" y="22"/>
                  <a:pt x="45" y="23"/>
                  <a:pt x="45" y="23"/>
                </a:cubicBezTo>
                <a:cubicBezTo>
                  <a:pt x="45" y="23"/>
                  <a:pt x="46" y="23"/>
                  <a:pt x="46" y="23"/>
                </a:cubicBezTo>
                <a:cubicBezTo>
                  <a:pt x="46" y="23"/>
                  <a:pt x="47" y="23"/>
                  <a:pt x="47" y="23"/>
                </a:cubicBezTo>
                <a:lnTo>
                  <a:pt x="47" y="22"/>
                </a:lnTo>
                <a:lnTo>
                  <a:pt x="48" y="22"/>
                </a:lnTo>
                <a:lnTo>
                  <a:pt x="45" y="27"/>
                </a:lnTo>
                <a:lnTo>
                  <a:pt x="44" y="27"/>
                </a:lnTo>
                <a:lnTo>
                  <a:pt x="45" y="27"/>
                </a:lnTo>
                <a:cubicBezTo>
                  <a:pt x="45" y="26"/>
                  <a:pt x="45" y="26"/>
                  <a:pt x="45" y="26"/>
                </a:cubicBezTo>
                <a:cubicBezTo>
                  <a:pt x="45" y="25"/>
                  <a:pt x="44" y="25"/>
                  <a:pt x="44" y="25"/>
                </a:cubicBezTo>
                <a:cubicBezTo>
                  <a:pt x="44" y="25"/>
                  <a:pt x="43" y="24"/>
                  <a:pt x="42" y="23"/>
                </a:cubicBezTo>
                <a:lnTo>
                  <a:pt x="35" y="20"/>
                </a:lnTo>
                <a:close/>
              </a:path>
              <a:path w="336" h="189">
                <a:moveTo>
                  <a:pt x="36" y="43"/>
                </a:moveTo>
                <a:lnTo>
                  <a:pt x="36" y="43"/>
                </a:lnTo>
                <a:lnTo>
                  <a:pt x="34" y="47"/>
                </a:lnTo>
                <a:lnTo>
                  <a:pt x="33" y="47"/>
                </a:lnTo>
                <a:lnTo>
                  <a:pt x="34" y="47"/>
                </a:lnTo>
                <a:cubicBezTo>
                  <a:pt x="34" y="46"/>
                  <a:pt x="34" y="46"/>
                  <a:pt x="33" y="45"/>
                </a:cubicBezTo>
                <a:cubicBezTo>
                  <a:pt x="33" y="45"/>
                  <a:pt x="32" y="44"/>
                  <a:pt x="31" y="43"/>
                </a:cubicBezTo>
                <a:lnTo>
                  <a:pt x="21" y="38"/>
                </a:lnTo>
                <a:cubicBezTo>
                  <a:pt x="19" y="37"/>
                  <a:pt x="17" y="36"/>
                  <a:pt x="16" y="35"/>
                </a:cubicBezTo>
                <a:cubicBezTo>
                  <a:pt x="15" y="34"/>
                  <a:pt x="14" y="33"/>
                  <a:pt x="14" y="32"/>
                </a:cubicBezTo>
                <a:cubicBezTo>
                  <a:pt x="13" y="30"/>
                  <a:pt x="13" y="29"/>
                  <a:pt x="14" y="28"/>
                </a:cubicBezTo>
                <a:cubicBezTo>
                  <a:pt x="14" y="27"/>
                  <a:pt x="15" y="26"/>
                  <a:pt x="17" y="26"/>
                </a:cubicBezTo>
                <a:cubicBezTo>
                  <a:pt x="18" y="26"/>
                  <a:pt x="19" y="26"/>
                  <a:pt x="21" y="27"/>
                </a:cubicBezTo>
                <a:cubicBezTo>
                  <a:pt x="22" y="27"/>
                  <a:pt x="24" y="28"/>
                  <a:pt x="27" y="30"/>
                </a:cubicBezTo>
                <a:lnTo>
                  <a:pt x="36" y="35"/>
                </a:lnTo>
                <a:cubicBezTo>
                  <a:pt x="37" y="35"/>
                  <a:pt x="38" y="36"/>
                  <a:pt x="39" y="36"/>
                </a:cubicBezTo>
                <a:cubicBezTo>
                  <a:pt x="39" y="36"/>
                  <a:pt x="40" y="36"/>
                  <a:pt x="40" y="35"/>
                </a:cubicBezTo>
                <a:lnTo>
                  <a:pt x="41" y="35"/>
                </a:lnTo>
                <a:lnTo>
                  <a:pt x="38" y="40"/>
                </a:lnTo>
                <a:lnTo>
                  <a:pt x="37" y="40"/>
                </a:lnTo>
                <a:lnTo>
                  <a:pt x="38" y="39"/>
                </a:lnTo>
                <a:cubicBezTo>
                  <a:pt x="38" y="39"/>
                  <a:pt x="38" y="38"/>
                  <a:pt x="37" y="38"/>
                </a:cubicBezTo>
                <a:cubicBezTo>
                  <a:pt x="37" y="37"/>
                  <a:pt x="36" y="37"/>
                  <a:pt x="35" y="36"/>
                </a:cubicBezTo>
                <a:lnTo>
                  <a:pt x="25" y="31"/>
                </a:lnTo>
                <a:cubicBezTo>
                  <a:pt x="24" y="30"/>
                  <a:pt x="23" y="30"/>
                  <a:pt x="22" y="29"/>
                </a:cubicBezTo>
                <a:cubicBezTo>
                  <a:pt x="20" y="28"/>
                  <a:pt x="19" y="28"/>
                  <a:pt x="19" y="28"/>
                </a:cubicBezTo>
                <a:cubicBezTo>
                  <a:pt x="18" y="28"/>
                  <a:pt x="17" y="28"/>
                  <a:pt x="17" y="28"/>
                </a:cubicBezTo>
                <a:cubicBezTo>
                  <a:pt x="16" y="28"/>
                  <a:pt x="15" y="29"/>
                  <a:pt x="15" y="29"/>
                </a:cubicBezTo>
                <a:cubicBezTo>
                  <a:pt x="15" y="30"/>
                  <a:pt x="15" y="31"/>
                  <a:pt x="15" y="32"/>
                </a:cubicBezTo>
                <a:cubicBezTo>
                  <a:pt x="15" y="33"/>
                  <a:pt x="16" y="33"/>
                  <a:pt x="17" y="34"/>
                </a:cubicBezTo>
                <a:cubicBezTo>
                  <a:pt x="18" y="35"/>
                  <a:pt x="19" y="36"/>
                  <a:pt x="22" y="37"/>
                </a:cubicBezTo>
                <a:lnTo>
                  <a:pt x="31" y="43"/>
                </a:lnTo>
                <a:cubicBezTo>
                  <a:pt x="33" y="43"/>
                  <a:pt x="34" y="44"/>
                  <a:pt x="34" y="44"/>
                </a:cubicBezTo>
                <a:cubicBezTo>
                  <a:pt x="35" y="44"/>
                  <a:pt x="35" y="44"/>
                  <a:pt x="35" y="43"/>
                </a:cubicBezTo>
                <a:lnTo>
                  <a:pt x="36" y="43"/>
                </a:lnTo>
                <a:close/>
              </a:path>
              <a:path w="336" h="189">
                <a:moveTo>
                  <a:pt x="15" y="45"/>
                </a:moveTo>
                <a:lnTo>
                  <a:pt x="16" y="40"/>
                </a:lnTo>
                <a:lnTo>
                  <a:pt x="13" y="38"/>
                </a:lnTo>
                <a:cubicBezTo>
                  <a:pt x="12" y="37"/>
                  <a:pt x="11" y="37"/>
                  <a:pt x="11" y="37"/>
                </a:cubicBezTo>
                <a:cubicBezTo>
                  <a:pt x="11" y="37"/>
                  <a:pt x="10" y="37"/>
                  <a:pt x="10" y="37"/>
                </a:cubicBezTo>
                <a:cubicBezTo>
                  <a:pt x="9" y="37"/>
                  <a:pt x="9" y="37"/>
                  <a:pt x="9" y="38"/>
                </a:cubicBezTo>
                <a:lnTo>
                  <a:pt x="8" y="37"/>
                </a:lnTo>
                <a:lnTo>
                  <a:pt x="10" y="33"/>
                </a:lnTo>
                <a:lnTo>
                  <a:pt x="10" y="34"/>
                </a:lnTo>
                <a:cubicBezTo>
                  <a:pt x="10" y="34"/>
                  <a:pt x="10" y="35"/>
                  <a:pt x="11" y="35"/>
                </a:cubicBezTo>
                <a:cubicBezTo>
                  <a:pt x="11" y="36"/>
                  <a:pt x="12" y="36"/>
                  <a:pt x="14" y="37"/>
                </a:cubicBezTo>
                <a:lnTo>
                  <a:pt x="32" y="50"/>
                </a:lnTo>
                <a:lnTo>
                  <a:pt x="10" y="46"/>
                </a:lnTo>
                <a:cubicBezTo>
                  <a:pt x="8" y="46"/>
                  <a:pt x="7" y="46"/>
                  <a:pt x="7" y="46"/>
                </a:cubicBezTo>
                <a:cubicBezTo>
                  <a:pt x="6" y="46"/>
                  <a:pt x="6" y="46"/>
                  <a:pt x="5" y="47"/>
                </a:cubicBezTo>
                <a:lnTo>
                  <a:pt x="5" y="46"/>
                </a:lnTo>
                <a:lnTo>
                  <a:pt x="6" y="42"/>
                </a:lnTo>
                <a:lnTo>
                  <a:pt x="7" y="42"/>
                </a:lnTo>
                <a:cubicBezTo>
                  <a:pt x="7" y="42"/>
                  <a:pt x="7" y="43"/>
                  <a:pt x="7" y="43"/>
                </a:cubicBezTo>
                <a:cubicBezTo>
                  <a:pt x="7" y="43"/>
                  <a:pt x="8" y="44"/>
                  <a:pt x="8" y="44"/>
                </a:cubicBezTo>
                <a:cubicBezTo>
                  <a:pt x="9" y="44"/>
                  <a:pt x="10" y="44"/>
                  <a:pt x="11" y="44"/>
                </a:cubicBezTo>
                <a:lnTo>
                  <a:pt x="15" y="45"/>
                </a:lnTo>
                <a:close/>
                <a:moveTo>
                  <a:pt x="16" y="45"/>
                </a:moveTo>
                <a:lnTo>
                  <a:pt x="27" y="47"/>
                </a:lnTo>
                <a:lnTo>
                  <a:pt x="18" y="41"/>
                </a:lnTo>
                <a:lnTo>
                  <a:pt x="16" y="45"/>
                </a:lnTo>
                <a:close/>
              </a:path>
              <a:path w="336" h="189">
                <a:moveTo>
                  <a:pt x="29" y="62"/>
                </a:moveTo>
                <a:lnTo>
                  <a:pt x="5" y="52"/>
                </a:lnTo>
                <a:lnTo>
                  <a:pt x="5" y="57"/>
                </a:lnTo>
                <a:cubicBezTo>
                  <a:pt x="5" y="58"/>
                  <a:pt x="5" y="59"/>
                  <a:pt x="6" y="59"/>
                </a:cubicBezTo>
                <a:cubicBezTo>
                  <a:pt x="6" y="60"/>
                  <a:pt x="8" y="60"/>
                  <a:pt x="10" y="61"/>
                </a:cubicBezTo>
                <a:lnTo>
                  <a:pt x="3" y="60"/>
                </a:lnTo>
                <a:lnTo>
                  <a:pt x="4" y="49"/>
                </a:lnTo>
                <a:lnTo>
                  <a:pt x="28" y="59"/>
                </a:lnTo>
                <a:lnTo>
                  <a:pt x="28" y="55"/>
                </a:lnTo>
                <a:cubicBezTo>
                  <a:pt x="28" y="54"/>
                  <a:pt x="28" y="53"/>
                  <a:pt x="28" y="53"/>
                </a:cubicBezTo>
                <a:cubicBezTo>
                  <a:pt x="27" y="53"/>
                  <a:pt x="27" y="53"/>
                  <a:pt x="26" y="52"/>
                </a:cubicBezTo>
                <a:cubicBezTo>
                  <a:pt x="26" y="52"/>
                  <a:pt x="25" y="52"/>
                  <a:pt x="23" y="52"/>
                </a:cubicBezTo>
                <a:lnTo>
                  <a:pt x="23" y="51"/>
                </a:lnTo>
                <a:lnTo>
                  <a:pt x="30" y="52"/>
                </a:lnTo>
                <a:lnTo>
                  <a:pt x="29" y="62"/>
                </a:lnTo>
                <a:close/>
              </a:path>
              <a:path w="336" h="189">
                <a:moveTo>
                  <a:pt x="29" y="82"/>
                </a:moveTo>
                <a:cubicBezTo>
                  <a:pt x="29" y="84"/>
                  <a:pt x="28" y="85"/>
                  <a:pt x="25" y="87"/>
                </a:cubicBezTo>
                <a:cubicBezTo>
                  <a:pt x="22" y="88"/>
                  <a:pt x="19" y="89"/>
                  <a:pt x="15" y="89"/>
                </a:cubicBezTo>
                <a:cubicBezTo>
                  <a:pt x="11" y="89"/>
                  <a:pt x="8" y="89"/>
                  <a:pt x="5" y="87"/>
                </a:cubicBezTo>
                <a:cubicBezTo>
                  <a:pt x="3" y="86"/>
                  <a:pt x="1" y="85"/>
                  <a:pt x="1" y="83"/>
                </a:cubicBezTo>
                <a:cubicBezTo>
                  <a:pt x="1" y="81"/>
                  <a:pt x="2" y="80"/>
                  <a:pt x="5" y="78"/>
                </a:cubicBezTo>
                <a:cubicBezTo>
                  <a:pt x="7" y="77"/>
                  <a:pt x="11" y="76"/>
                  <a:pt x="15" y="76"/>
                </a:cubicBezTo>
                <a:cubicBezTo>
                  <a:pt x="19" y="76"/>
                  <a:pt x="22" y="77"/>
                  <a:pt x="25" y="78"/>
                </a:cubicBezTo>
                <a:cubicBezTo>
                  <a:pt x="27" y="79"/>
                  <a:pt x="29" y="80"/>
                  <a:pt x="29" y="82"/>
                </a:cubicBezTo>
                <a:close/>
                <a:moveTo>
                  <a:pt x="27" y="82"/>
                </a:moveTo>
                <a:cubicBezTo>
                  <a:pt x="27" y="81"/>
                  <a:pt x="26" y="80"/>
                  <a:pt x="25" y="79"/>
                </a:cubicBezTo>
                <a:cubicBezTo>
                  <a:pt x="22" y="78"/>
                  <a:pt x="19" y="78"/>
                  <a:pt x="15" y="78"/>
                </a:cubicBezTo>
                <a:cubicBezTo>
                  <a:pt x="11" y="79"/>
                  <a:pt x="7" y="79"/>
                  <a:pt x="5" y="80"/>
                </a:cubicBezTo>
                <a:cubicBezTo>
                  <a:pt x="3" y="81"/>
                  <a:pt x="2" y="82"/>
                  <a:pt x="3" y="83"/>
                </a:cubicBezTo>
                <a:cubicBezTo>
                  <a:pt x="3" y="84"/>
                  <a:pt x="4" y="85"/>
                  <a:pt x="6" y="86"/>
                </a:cubicBezTo>
                <a:cubicBezTo>
                  <a:pt x="8" y="87"/>
                  <a:pt x="11" y="87"/>
                  <a:pt x="15" y="87"/>
                </a:cubicBezTo>
                <a:cubicBezTo>
                  <a:pt x="19" y="87"/>
                  <a:pt x="23" y="86"/>
                  <a:pt x="25" y="85"/>
                </a:cubicBezTo>
                <a:cubicBezTo>
                  <a:pt x="26" y="84"/>
                  <a:pt x="27" y="83"/>
                  <a:pt x="27" y="82"/>
                </a:cubicBezTo>
                <a:close/>
              </a:path>
              <a:path w="336" h="189">
                <a:moveTo>
                  <a:pt x="16" y="66"/>
                </a:moveTo>
                <a:lnTo>
                  <a:pt x="15" y="72"/>
                </a:lnTo>
                <a:lnTo>
                  <a:pt x="22" y="73"/>
                </a:lnTo>
                <a:cubicBezTo>
                  <a:pt x="24" y="73"/>
                  <a:pt x="24" y="73"/>
                  <a:pt x="25" y="73"/>
                </a:cubicBezTo>
                <a:cubicBezTo>
                  <a:pt x="25" y="73"/>
                  <a:pt x="26" y="73"/>
                  <a:pt x="26" y="73"/>
                </a:cubicBezTo>
                <a:cubicBezTo>
                  <a:pt x="26" y="73"/>
                  <a:pt x="26" y="72"/>
                  <a:pt x="26" y="72"/>
                </a:cubicBezTo>
                <a:lnTo>
                  <a:pt x="27" y="72"/>
                </a:lnTo>
                <a:lnTo>
                  <a:pt x="26" y="77"/>
                </a:lnTo>
                <a:cubicBezTo>
                  <a:pt x="26" y="76"/>
                  <a:pt x="26" y="76"/>
                  <a:pt x="25" y="76"/>
                </a:cubicBezTo>
                <a:cubicBezTo>
                  <a:pt x="25" y="76"/>
                  <a:pt x="25" y="75"/>
                  <a:pt x="25" y="75"/>
                </a:cubicBezTo>
                <a:cubicBezTo>
                  <a:pt x="24" y="75"/>
                  <a:pt x="23" y="75"/>
                  <a:pt x="22" y="75"/>
                </a:cubicBezTo>
                <a:lnTo>
                  <a:pt x="5" y="73"/>
                </a:lnTo>
                <a:cubicBezTo>
                  <a:pt x="4" y="72"/>
                  <a:pt x="3" y="72"/>
                  <a:pt x="3" y="72"/>
                </a:cubicBezTo>
                <a:cubicBezTo>
                  <a:pt x="2" y="72"/>
                  <a:pt x="2" y="72"/>
                  <a:pt x="2" y="73"/>
                </a:cubicBezTo>
                <a:cubicBezTo>
                  <a:pt x="1" y="73"/>
                  <a:pt x="1" y="73"/>
                  <a:pt x="1" y="73"/>
                </a:cubicBezTo>
                <a:lnTo>
                  <a:pt x="1" y="74"/>
                </a:lnTo>
                <a:lnTo>
                  <a:pt x="0" y="74"/>
                </a:lnTo>
                <a:lnTo>
                  <a:pt x="1" y="68"/>
                </a:lnTo>
                <a:lnTo>
                  <a:pt x="2" y="68"/>
                </a:lnTo>
                <a:lnTo>
                  <a:pt x="2" y="69"/>
                </a:lnTo>
                <a:cubicBezTo>
                  <a:pt x="2" y="69"/>
                  <a:pt x="2" y="70"/>
                  <a:pt x="2" y="70"/>
                </a:cubicBezTo>
                <a:cubicBezTo>
                  <a:pt x="3" y="70"/>
                  <a:pt x="4" y="71"/>
                  <a:pt x="5" y="71"/>
                </a:cubicBezTo>
                <a:lnTo>
                  <a:pt x="13" y="72"/>
                </a:lnTo>
                <a:lnTo>
                  <a:pt x="14" y="66"/>
                </a:lnTo>
                <a:lnTo>
                  <a:pt x="6" y="65"/>
                </a:lnTo>
                <a:cubicBezTo>
                  <a:pt x="5" y="65"/>
                  <a:pt x="4" y="65"/>
                  <a:pt x="4" y="65"/>
                </a:cubicBezTo>
                <a:cubicBezTo>
                  <a:pt x="3" y="65"/>
                  <a:pt x="3" y="65"/>
                  <a:pt x="3" y="65"/>
                </a:cubicBezTo>
                <a:cubicBezTo>
                  <a:pt x="2" y="65"/>
                  <a:pt x="2" y="65"/>
                  <a:pt x="2" y="66"/>
                </a:cubicBezTo>
                <a:lnTo>
                  <a:pt x="1" y="66"/>
                </a:lnTo>
                <a:lnTo>
                  <a:pt x="2" y="60"/>
                </a:lnTo>
                <a:lnTo>
                  <a:pt x="3" y="61"/>
                </a:lnTo>
                <a:cubicBezTo>
                  <a:pt x="3" y="62"/>
                  <a:pt x="3" y="62"/>
                  <a:pt x="3" y="62"/>
                </a:cubicBezTo>
                <a:cubicBezTo>
                  <a:pt x="4" y="63"/>
                  <a:pt x="5" y="63"/>
                  <a:pt x="6" y="63"/>
                </a:cubicBezTo>
                <a:lnTo>
                  <a:pt x="23" y="65"/>
                </a:lnTo>
                <a:cubicBezTo>
                  <a:pt x="25" y="65"/>
                  <a:pt x="25" y="65"/>
                  <a:pt x="26" y="65"/>
                </a:cubicBezTo>
                <a:cubicBezTo>
                  <a:pt x="26" y="65"/>
                  <a:pt x="27" y="65"/>
                  <a:pt x="27" y="65"/>
                </a:cubicBezTo>
                <a:cubicBezTo>
                  <a:pt x="27" y="65"/>
                  <a:pt x="27" y="65"/>
                  <a:pt x="27" y="64"/>
                </a:cubicBezTo>
                <a:lnTo>
                  <a:pt x="28" y="64"/>
                </a:lnTo>
                <a:lnTo>
                  <a:pt x="27" y="69"/>
                </a:lnTo>
                <a:cubicBezTo>
                  <a:pt x="27" y="69"/>
                  <a:pt x="27" y="68"/>
                  <a:pt x="26" y="68"/>
                </a:cubicBezTo>
                <a:cubicBezTo>
                  <a:pt x="26" y="68"/>
                  <a:pt x="26" y="67"/>
                  <a:pt x="26" y="67"/>
                </a:cubicBezTo>
                <a:cubicBezTo>
                  <a:pt x="25" y="67"/>
                  <a:pt x="24" y="67"/>
                  <a:pt x="23" y="67"/>
                </a:cubicBezTo>
                <a:lnTo>
                  <a:pt x="16" y="66"/>
                </a:lnTo>
                <a:close/>
              </a:path>
              <a:path w="336" h="189">
                <a:moveTo>
                  <a:pt x="29" y="84"/>
                </a:moveTo>
                <a:lnTo>
                  <a:pt x="30" y="88"/>
                </a:lnTo>
                <a:lnTo>
                  <a:pt x="14" y="101"/>
                </a:lnTo>
                <a:lnTo>
                  <a:pt x="28" y="97"/>
                </a:lnTo>
                <a:cubicBezTo>
                  <a:pt x="30" y="96"/>
                  <a:pt x="31" y="96"/>
                  <a:pt x="31" y="95"/>
                </a:cubicBezTo>
                <a:cubicBezTo>
                  <a:pt x="32" y="95"/>
                  <a:pt x="32" y="95"/>
                  <a:pt x="32" y="94"/>
                </a:cubicBezTo>
                <a:lnTo>
                  <a:pt x="31" y="94"/>
                </a:lnTo>
                <a:lnTo>
                  <a:pt x="32" y="93"/>
                </a:lnTo>
                <a:lnTo>
                  <a:pt x="33" y="98"/>
                </a:lnTo>
                <a:cubicBezTo>
                  <a:pt x="32" y="97"/>
                  <a:pt x="32" y="97"/>
                  <a:pt x="31" y="97"/>
                </a:cubicBezTo>
                <a:cubicBezTo>
                  <a:pt x="31" y="97"/>
                  <a:pt x="30" y="97"/>
                  <a:pt x="29" y="97"/>
                </a:cubicBezTo>
                <a:lnTo>
                  <a:pt x="7" y="104"/>
                </a:lnTo>
                <a:lnTo>
                  <a:pt x="25" y="89"/>
                </a:lnTo>
                <a:lnTo>
                  <a:pt x="9" y="94"/>
                </a:lnTo>
                <a:cubicBezTo>
                  <a:pt x="8" y="95"/>
                  <a:pt x="7" y="95"/>
                  <a:pt x="7" y="95"/>
                </a:cubicBezTo>
                <a:cubicBezTo>
                  <a:pt x="6" y="96"/>
                  <a:pt x="6" y="96"/>
                  <a:pt x="6" y="97"/>
                </a:cubicBezTo>
                <a:lnTo>
                  <a:pt x="4" y="93"/>
                </a:lnTo>
                <a:lnTo>
                  <a:pt x="5" y="93"/>
                </a:lnTo>
                <a:cubicBezTo>
                  <a:pt x="5" y="94"/>
                  <a:pt x="6" y="94"/>
                  <a:pt x="6" y="94"/>
                </a:cubicBezTo>
                <a:cubicBezTo>
                  <a:pt x="7" y="94"/>
                  <a:pt x="8" y="94"/>
                  <a:pt x="9" y="93"/>
                </a:cubicBezTo>
                <a:lnTo>
                  <a:pt x="27" y="88"/>
                </a:lnTo>
                <a:cubicBezTo>
                  <a:pt x="27" y="87"/>
                  <a:pt x="28" y="87"/>
                  <a:pt x="28" y="86"/>
                </a:cubicBezTo>
                <a:cubicBezTo>
                  <a:pt x="28" y="86"/>
                  <a:pt x="28" y="86"/>
                  <a:pt x="29" y="85"/>
                </a:cubicBezTo>
                <a:cubicBezTo>
                  <a:pt x="29" y="85"/>
                  <a:pt x="29" y="85"/>
                  <a:pt x="28" y="84"/>
                </a:cubicBezTo>
                <a:lnTo>
                  <a:pt x="29" y="84"/>
                </a:lnTo>
                <a:close/>
              </a:path>
              <a:path w="336" h="189">
                <a:moveTo>
                  <a:pt x="38" y="107"/>
                </a:moveTo>
                <a:lnTo>
                  <a:pt x="30" y="110"/>
                </a:lnTo>
                <a:cubicBezTo>
                  <a:pt x="32" y="109"/>
                  <a:pt x="33" y="108"/>
                  <a:pt x="34" y="107"/>
                </a:cubicBezTo>
                <a:cubicBezTo>
                  <a:pt x="35" y="106"/>
                  <a:pt x="36" y="105"/>
                  <a:pt x="35" y="104"/>
                </a:cubicBezTo>
                <a:cubicBezTo>
                  <a:pt x="35" y="102"/>
                  <a:pt x="33" y="101"/>
                  <a:pt x="30" y="101"/>
                </a:cubicBezTo>
                <a:cubicBezTo>
                  <a:pt x="28" y="102"/>
                  <a:pt x="25" y="102"/>
                  <a:pt x="22" y="103"/>
                </a:cubicBezTo>
                <a:cubicBezTo>
                  <a:pt x="20" y="104"/>
                  <a:pt x="18" y="105"/>
                  <a:pt x="16" y="106"/>
                </a:cubicBezTo>
                <a:cubicBezTo>
                  <a:pt x="14" y="107"/>
                  <a:pt x="13" y="108"/>
                  <a:pt x="12" y="109"/>
                </a:cubicBezTo>
                <a:cubicBezTo>
                  <a:pt x="12" y="110"/>
                  <a:pt x="11" y="111"/>
                  <a:pt x="12" y="112"/>
                </a:cubicBezTo>
                <a:cubicBezTo>
                  <a:pt x="12" y="112"/>
                  <a:pt x="12" y="113"/>
                  <a:pt x="12" y="113"/>
                </a:cubicBezTo>
                <a:cubicBezTo>
                  <a:pt x="13" y="113"/>
                  <a:pt x="13" y="114"/>
                  <a:pt x="14" y="114"/>
                </a:cubicBezTo>
                <a:lnTo>
                  <a:pt x="21" y="112"/>
                </a:lnTo>
                <a:cubicBezTo>
                  <a:pt x="22" y="111"/>
                  <a:pt x="23" y="111"/>
                  <a:pt x="24" y="111"/>
                </a:cubicBezTo>
                <a:cubicBezTo>
                  <a:pt x="24" y="110"/>
                  <a:pt x="24" y="110"/>
                  <a:pt x="24" y="110"/>
                </a:cubicBezTo>
                <a:cubicBezTo>
                  <a:pt x="24" y="110"/>
                  <a:pt x="24" y="109"/>
                  <a:pt x="24" y="109"/>
                </a:cubicBezTo>
                <a:lnTo>
                  <a:pt x="25" y="108"/>
                </a:lnTo>
                <a:lnTo>
                  <a:pt x="27" y="113"/>
                </a:lnTo>
                <a:lnTo>
                  <a:pt x="26" y="113"/>
                </a:lnTo>
                <a:cubicBezTo>
                  <a:pt x="26" y="113"/>
                  <a:pt x="25" y="113"/>
                  <a:pt x="24" y="113"/>
                </a:cubicBezTo>
                <a:cubicBezTo>
                  <a:pt x="24" y="113"/>
                  <a:pt x="23" y="113"/>
                  <a:pt x="22" y="113"/>
                </a:cubicBezTo>
                <a:lnTo>
                  <a:pt x="14" y="116"/>
                </a:lnTo>
                <a:cubicBezTo>
                  <a:pt x="13" y="115"/>
                  <a:pt x="12" y="115"/>
                  <a:pt x="12" y="114"/>
                </a:cubicBezTo>
                <a:cubicBezTo>
                  <a:pt x="11" y="114"/>
                  <a:pt x="11" y="113"/>
                  <a:pt x="10" y="112"/>
                </a:cubicBezTo>
                <a:cubicBezTo>
                  <a:pt x="10" y="110"/>
                  <a:pt x="11" y="108"/>
                  <a:pt x="13" y="105"/>
                </a:cubicBezTo>
                <a:cubicBezTo>
                  <a:pt x="15" y="104"/>
                  <a:pt x="18" y="102"/>
                  <a:pt x="21" y="101"/>
                </a:cubicBezTo>
                <a:cubicBezTo>
                  <a:pt x="23" y="100"/>
                  <a:pt x="25" y="100"/>
                  <a:pt x="27" y="100"/>
                </a:cubicBezTo>
                <a:cubicBezTo>
                  <a:pt x="30" y="100"/>
                  <a:pt x="32" y="100"/>
                  <a:pt x="34" y="101"/>
                </a:cubicBezTo>
                <a:cubicBezTo>
                  <a:pt x="35" y="101"/>
                  <a:pt x="36" y="102"/>
                  <a:pt x="36" y="103"/>
                </a:cubicBezTo>
                <a:cubicBezTo>
                  <a:pt x="37" y="104"/>
                  <a:pt x="37" y="104"/>
                  <a:pt x="37" y="104"/>
                </a:cubicBezTo>
                <a:cubicBezTo>
                  <a:pt x="37" y="105"/>
                  <a:pt x="36" y="106"/>
                  <a:pt x="36" y="106"/>
                </a:cubicBezTo>
                <a:cubicBezTo>
                  <a:pt x="36" y="107"/>
                  <a:pt x="36" y="107"/>
                  <a:pt x="36" y="107"/>
                </a:cubicBezTo>
                <a:cubicBezTo>
                  <a:pt x="36" y="107"/>
                  <a:pt x="36" y="107"/>
                  <a:pt x="36" y="107"/>
                </a:cubicBezTo>
                <a:cubicBezTo>
                  <a:pt x="37" y="107"/>
                  <a:pt x="37" y="107"/>
                  <a:pt x="38" y="107"/>
                </a:cubicBezTo>
                <a:close/>
              </a:path>
              <a:path w="336" h="189">
                <a:moveTo>
                  <a:pt x="47" y="119"/>
                </a:moveTo>
                <a:lnTo>
                  <a:pt x="48" y="118"/>
                </a:lnTo>
                <a:lnTo>
                  <a:pt x="51" y="122"/>
                </a:lnTo>
                <a:lnTo>
                  <a:pt x="50" y="122"/>
                </a:lnTo>
                <a:cubicBezTo>
                  <a:pt x="49" y="121"/>
                  <a:pt x="49" y="121"/>
                  <a:pt x="48" y="122"/>
                </a:cubicBezTo>
                <a:cubicBezTo>
                  <a:pt x="48" y="122"/>
                  <a:pt x="47" y="122"/>
                  <a:pt x="46" y="123"/>
                </a:cubicBezTo>
                <a:lnTo>
                  <a:pt x="38" y="130"/>
                </a:lnTo>
                <a:cubicBezTo>
                  <a:pt x="36" y="132"/>
                  <a:pt x="34" y="133"/>
                  <a:pt x="33" y="134"/>
                </a:cubicBezTo>
                <a:cubicBezTo>
                  <a:pt x="31" y="135"/>
                  <a:pt x="30" y="135"/>
                  <a:pt x="29" y="135"/>
                </a:cubicBezTo>
                <a:cubicBezTo>
                  <a:pt x="27" y="135"/>
                  <a:pt x="26" y="135"/>
                  <a:pt x="26" y="134"/>
                </a:cubicBezTo>
                <a:cubicBezTo>
                  <a:pt x="25" y="133"/>
                  <a:pt x="24" y="131"/>
                  <a:pt x="25" y="130"/>
                </a:cubicBezTo>
                <a:cubicBezTo>
                  <a:pt x="25" y="129"/>
                  <a:pt x="26" y="128"/>
                  <a:pt x="27" y="126"/>
                </a:cubicBezTo>
                <a:cubicBezTo>
                  <a:pt x="27" y="126"/>
                  <a:pt x="29" y="124"/>
                  <a:pt x="32" y="122"/>
                </a:cubicBezTo>
                <a:lnTo>
                  <a:pt x="39" y="115"/>
                </a:lnTo>
                <a:cubicBezTo>
                  <a:pt x="41" y="114"/>
                  <a:pt x="41" y="114"/>
                  <a:pt x="42" y="113"/>
                </a:cubicBezTo>
                <a:cubicBezTo>
                  <a:pt x="42" y="113"/>
                  <a:pt x="42" y="112"/>
                  <a:pt x="42" y="112"/>
                </a:cubicBezTo>
                <a:lnTo>
                  <a:pt x="41" y="111"/>
                </a:lnTo>
                <a:lnTo>
                  <a:pt x="42" y="111"/>
                </a:lnTo>
                <a:lnTo>
                  <a:pt x="45" y="115"/>
                </a:lnTo>
                <a:lnTo>
                  <a:pt x="45" y="116"/>
                </a:lnTo>
                <a:lnTo>
                  <a:pt x="45" y="115"/>
                </a:lnTo>
                <a:cubicBezTo>
                  <a:pt x="44" y="115"/>
                  <a:pt x="44" y="115"/>
                  <a:pt x="43" y="115"/>
                </a:cubicBezTo>
                <a:cubicBezTo>
                  <a:pt x="43" y="115"/>
                  <a:pt x="42" y="116"/>
                  <a:pt x="41" y="117"/>
                </a:cubicBezTo>
                <a:lnTo>
                  <a:pt x="32" y="124"/>
                </a:lnTo>
                <a:cubicBezTo>
                  <a:pt x="31" y="125"/>
                  <a:pt x="30" y="126"/>
                  <a:pt x="29" y="127"/>
                </a:cubicBezTo>
                <a:cubicBezTo>
                  <a:pt x="28" y="127"/>
                  <a:pt x="28" y="128"/>
                  <a:pt x="27" y="129"/>
                </a:cubicBezTo>
                <a:cubicBezTo>
                  <a:pt x="27" y="130"/>
                  <a:pt x="26" y="130"/>
                  <a:pt x="26" y="131"/>
                </a:cubicBezTo>
                <a:cubicBezTo>
                  <a:pt x="26" y="132"/>
                  <a:pt x="26" y="132"/>
                  <a:pt x="27" y="133"/>
                </a:cubicBezTo>
                <a:cubicBezTo>
                  <a:pt x="27" y="133"/>
                  <a:pt x="28" y="134"/>
                  <a:pt x="29" y="134"/>
                </a:cubicBezTo>
                <a:cubicBezTo>
                  <a:pt x="30" y="134"/>
                  <a:pt x="31" y="133"/>
                  <a:pt x="32" y="133"/>
                </a:cubicBezTo>
                <a:cubicBezTo>
                  <a:pt x="33" y="132"/>
                  <a:pt x="35" y="131"/>
                  <a:pt x="37" y="129"/>
                </a:cubicBezTo>
                <a:lnTo>
                  <a:pt x="45" y="123"/>
                </a:lnTo>
                <a:cubicBezTo>
                  <a:pt x="47" y="122"/>
                  <a:pt x="47" y="121"/>
                  <a:pt x="48" y="120"/>
                </a:cubicBezTo>
                <a:cubicBezTo>
                  <a:pt x="48" y="120"/>
                  <a:pt x="48" y="119"/>
                  <a:pt x="47" y="119"/>
                </a:cubicBezTo>
                <a:close/>
              </a:path>
              <a:path w="336" h="189">
                <a:moveTo>
                  <a:pt x="51" y="121"/>
                </a:moveTo>
                <a:lnTo>
                  <a:pt x="53" y="123"/>
                </a:lnTo>
                <a:lnTo>
                  <a:pt x="46" y="143"/>
                </a:lnTo>
                <a:lnTo>
                  <a:pt x="56" y="132"/>
                </a:lnTo>
                <a:cubicBezTo>
                  <a:pt x="57" y="131"/>
                  <a:pt x="58" y="130"/>
                  <a:pt x="58" y="130"/>
                </a:cubicBezTo>
                <a:cubicBezTo>
                  <a:pt x="58" y="129"/>
                  <a:pt x="58" y="128"/>
                  <a:pt x="58" y="128"/>
                </a:cubicBezTo>
                <a:lnTo>
                  <a:pt x="57" y="128"/>
                </a:lnTo>
                <a:lnTo>
                  <a:pt x="58" y="127"/>
                </a:lnTo>
                <a:lnTo>
                  <a:pt x="61" y="130"/>
                </a:lnTo>
                <a:lnTo>
                  <a:pt x="61" y="131"/>
                </a:lnTo>
                <a:lnTo>
                  <a:pt x="60" y="131"/>
                </a:lnTo>
                <a:cubicBezTo>
                  <a:pt x="60" y="130"/>
                  <a:pt x="60" y="130"/>
                  <a:pt x="59" y="131"/>
                </a:cubicBezTo>
                <a:cubicBezTo>
                  <a:pt x="59" y="131"/>
                  <a:pt x="58" y="131"/>
                  <a:pt x="57" y="133"/>
                </a:cubicBezTo>
                <a:lnTo>
                  <a:pt x="42" y="149"/>
                </a:lnTo>
                <a:lnTo>
                  <a:pt x="50" y="127"/>
                </a:lnTo>
                <a:lnTo>
                  <a:pt x="39" y="140"/>
                </a:lnTo>
                <a:cubicBezTo>
                  <a:pt x="38" y="141"/>
                  <a:pt x="37" y="142"/>
                  <a:pt x="37" y="142"/>
                </a:cubicBezTo>
                <a:cubicBezTo>
                  <a:pt x="37" y="143"/>
                  <a:pt x="37" y="143"/>
                  <a:pt x="37" y="143"/>
                </a:cubicBezTo>
                <a:lnTo>
                  <a:pt x="38" y="144"/>
                </a:lnTo>
                <a:lnTo>
                  <a:pt x="37" y="144"/>
                </a:lnTo>
                <a:lnTo>
                  <a:pt x="34" y="141"/>
                </a:lnTo>
                <a:lnTo>
                  <a:pt x="35" y="141"/>
                </a:lnTo>
                <a:cubicBezTo>
                  <a:pt x="35" y="141"/>
                  <a:pt x="36" y="141"/>
                  <a:pt x="36" y="141"/>
                </a:cubicBezTo>
                <a:cubicBezTo>
                  <a:pt x="37" y="141"/>
                  <a:pt x="37" y="140"/>
                  <a:pt x="38" y="139"/>
                </a:cubicBezTo>
                <a:lnTo>
                  <a:pt x="50" y="125"/>
                </a:lnTo>
                <a:cubicBezTo>
                  <a:pt x="51" y="124"/>
                  <a:pt x="51" y="124"/>
                  <a:pt x="51" y="123"/>
                </a:cubicBezTo>
                <a:cubicBezTo>
                  <a:pt x="51" y="123"/>
                  <a:pt x="51" y="123"/>
                  <a:pt x="51" y="122"/>
                </a:cubicBezTo>
                <a:cubicBezTo>
                  <a:pt x="51" y="122"/>
                  <a:pt x="50" y="122"/>
                  <a:pt x="50" y="121"/>
                </a:cubicBezTo>
                <a:lnTo>
                  <a:pt x="51" y="121"/>
                </a:lnTo>
                <a:close/>
              </a:path>
              <a:path w="336" h="189">
                <a:moveTo>
                  <a:pt x="51" y="155"/>
                </a:moveTo>
                <a:lnTo>
                  <a:pt x="50" y="156"/>
                </a:lnTo>
                <a:lnTo>
                  <a:pt x="46" y="152"/>
                </a:lnTo>
                <a:lnTo>
                  <a:pt x="47" y="151"/>
                </a:lnTo>
                <a:lnTo>
                  <a:pt x="47" y="152"/>
                </a:lnTo>
                <a:cubicBezTo>
                  <a:pt x="47" y="152"/>
                  <a:pt x="48" y="152"/>
                  <a:pt x="49" y="152"/>
                </a:cubicBezTo>
                <a:cubicBezTo>
                  <a:pt x="49" y="152"/>
                  <a:pt x="50" y="151"/>
                  <a:pt x="51" y="150"/>
                </a:cubicBezTo>
                <a:lnTo>
                  <a:pt x="62" y="137"/>
                </a:lnTo>
                <a:cubicBezTo>
                  <a:pt x="63" y="136"/>
                  <a:pt x="63" y="135"/>
                  <a:pt x="63" y="135"/>
                </a:cubicBezTo>
                <a:cubicBezTo>
                  <a:pt x="64" y="134"/>
                  <a:pt x="64" y="134"/>
                  <a:pt x="64" y="134"/>
                </a:cubicBezTo>
                <a:cubicBezTo>
                  <a:pt x="64" y="133"/>
                  <a:pt x="64" y="133"/>
                  <a:pt x="63" y="133"/>
                </a:cubicBezTo>
                <a:lnTo>
                  <a:pt x="63" y="132"/>
                </a:lnTo>
                <a:lnTo>
                  <a:pt x="68" y="136"/>
                </a:lnTo>
                <a:lnTo>
                  <a:pt x="67" y="136"/>
                </a:lnTo>
                <a:cubicBezTo>
                  <a:pt x="66" y="136"/>
                  <a:pt x="66" y="136"/>
                  <a:pt x="65" y="136"/>
                </a:cubicBezTo>
                <a:cubicBezTo>
                  <a:pt x="65" y="136"/>
                  <a:pt x="64" y="137"/>
                  <a:pt x="63" y="138"/>
                </a:cubicBezTo>
                <a:lnTo>
                  <a:pt x="52" y="151"/>
                </a:lnTo>
                <a:cubicBezTo>
                  <a:pt x="51" y="152"/>
                  <a:pt x="51" y="153"/>
                  <a:pt x="50" y="153"/>
                </a:cubicBezTo>
                <a:cubicBezTo>
                  <a:pt x="50" y="153"/>
                  <a:pt x="50" y="153"/>
                  <a:pt x="50" y="154"/>
                </a:cubicBezTo>
                <a:cubicBezTo>
                  <a:pt x="50" y="154"/>
                  <a:pt x="50" y="155"/>
                  <a:pt x="51" y="155"/>
                </a:cubicBezTo>
                <a:close/>
              </a:path>
              <a:path w="336" h="189">
                <a:moveTo>
                  <a:pt x="81" y="143"/>
                </a:moveTo>
                <a:lnTo>
                  <a:pt x="80" y="143"/>
                </a:lnTo>
                <a:cubicBezTo>
                  <a:pt x="80" y="143"/>
                  <a:pt x="79" y="143"/>
                  <a:pt x="79" y="144"/>
                </a:cubicBezTo>
                <a:cubicBezTo>
                  <a:pt x="78" y="144"/>
                  <a:pt x="78" y="145"/>
                  <a:pt x="77" y="146"/>
                </a:cubicBezTo>
                <a:lnTo>
                  <a:pt x="61" y="163"/>
                </a:lnTo>
                <a:lnTo>
                  <a:pt x="61" y="162"/>
                </a:lnTo>
                <a:lnTo>
                  <a:pt x="68" y="140"/>
                </a:lnTo>
                <a:cubicBezTo>
                  <a:pt x="69" y="139"/>
                  <a:pt x="69" y="139"/>
                  <a:pt x="69" y="138"/>
                </a:cubicBezTo>
                <a:cubicBezTo>
                  <a:pt x="69" y="138"/>
                  <a:pt x="69" y="137"/>
                  <a:pt x="69" y="137"/>
                </a:cubicBezTo>
                <a:cubicBezTo>
                  <a:pt x="69" y="137"/>
                  <a:pt x="69" y="137"/>
                  <a:pt x="68" y="136"/>
                </a:cubicBezTo>
                <a:lnTo>
                  <a:pt x="69" y="136"/>
                </a:lnTo>
                <a:lnTo>
                  <a:pt x="73" y="138"/>
                </a:lnTo>
                <a:lnTo>
                  <a:pt x="73" y="139"/>
                </a:lnTo>
                <a:cubicBezTo>
                  <a:pt x="72" y="139"/>
                  <a:pt x="72" y="139"/>
                  <a:pt x="72" y="139"/>
                </a:cubicBezTo>
                <a:cubicBezTo>
                  <a:pt x="71" y="139"/>
                  <a:pt x="71" y="139"/>
                  <a:pt x="71" y="140"/>
                </a:cubicBezTo>
                <a:cubicBezTo>
                  <a:pt x="71" y="140"/>
                  <a:pt x="70" y="141"/>
                  <a:pt x="70" y="143"/>
                </a:cubicBezTo>
                <a:lnTo>
                  <a:pt x="65" y="158"/>
                </a:lnTo>
                <a:lnTo>
                  <a:pt x="75" y="146"/>
                </a:lnTo>
                <a:cubicBezTo>
                  <a:pt x="76" y="145"/>
                  <a:pt x="77" y="144"/>
                  <a:pt x="77" y="144"/>
                </a:cubicBezTo>
                <a:cubicBezTo>
                  <a:pt x="77" y="143"/>
                  <a:pt x="77" y="143"/>
                  <a:pt x="77" y="143"/>
                </a:cubicBezTo>
                <a:cubicBezTo>
                  <a:pt x="77" y="142"/>
                  <a:pt x="77" y="142"/>
                  <a:pt x="77" y="141"/>
                </a:cubicBezTo>
                <a:cubicBezTo>
                  <a:pt x="77" y="141"/>
                  <a:pt x="77" y="141"/>
                  <a:pt x="77" y="141"/>
                </a:cubicBezTo>
                <a:lnTo>
                  <a:pt x="81" y="143"/>
                </a:lnTo>
                <a:close/>
              </a:path>
              <a:path w="336" h="189">
                <a:moveTo>
                  <a:pt x="153" y="160"/>
                </a:moveTo>
                <a:cubicBezTo>
                  <a:pt x="155" y="160"/>
                  <a:pt x="156" y="161"/>
                  <a:pt x="157" y="164"/>
                </a:cubicBezTo>
                <a:cubicBezTo>
                  <a:pt x="159" y="166"/>
                  <a:pt x="159" y="170"/>
                  <a:pt x="159" y="174"/>
                </a:cubicBezTo>
                <a:cubicBezTo>
                  <a:pt x="159" y="178"/>
                  <a:pt x="159" y="181"/>
                  <a:pt x="157" y="184"/>
                </a:cubicBezTo>
                <a:cubicBezTo>
                  <a:pt x="156" y="186"/>
                  <a:pt x="155" y="187"/>
                  <a:pt x="153" y="187"/>
                </a:cubicBezTo>
                <a:cubicBezTo>
                  <a:pt x="151" y="187"/>
                  <a:pt x="150" y="186"/>
                  <a:pt x="148" y="184"/>
                </a:cubicBezTo>
                <a:cubicBezTo>
                  <a:pt x="147" y="181"/>
                  <a:pt x="147" y="178"/>
                  <a:pt x="147" y="174"/>
                </a:cubicBezTo>
                <a:cubicBezTo>
                  <a:pt x="147" y="169"/>
                  <a:pt x="147" y="166"/>
                  <a:pt x="149" y="163"/>
                </a:cubicBezTo>
                <a:cubicBezTo>
                  <a:pt x="150" y="161"/>
                  <a:pt x="151" y="160"/>
                  <a:pt x="153" y="160"/>
                </a:cubicBezTo>
                <a:close/>
                <a:moveTo>
                  <a:pt x="153" y="161"/>
                </a:moveTo>
                <a:cubicBezTo>
                  <a:pt x="152" y="161"/>
                  <a:pt x="151" y="162"/>
                  <a:pt x="150" y="164"/>
                </a:cubicBezTo>
                <a:cubicBezTo>
                  <a:pt x="149" y="166"/>
                  <a:pt x="149" y="169"/>
                  <a:pt x="149" y="174"/>
                </a:cubicBezTo>
                <a:cubicBezTo>
                  <a:pt x="149" y="178"/>
                  <a:pt x="149" y="181"/>
                  <a:pt x="150" y="183"/>
                </a:cubicBezTo>
                <a:cubicBezTo>
                  <a:pt x="151" y="185"/>
                  <a:pt x="152" y="186"/>
                  <a:pt x="153" y="186"/>
                </a:cubicBezTo>
                <a:cubicBezTo>
                  <a:pt x="154" y="186"/>
                  <a:pt x="155" y="185"/>
                  <a:pt x="156" y="183"/>
                </a:cubicBezTo>
                <a:cubicBezTo>
                  <a:pt x="157" y="181"/>
                  <a:pt x="157" y="178"/>
                  <a:pt x="157" y="174"/>
                </a:cubicBezTo>
                <a:cubicBezTo>
                  <a:pt x="157" y="170"/>
                  <a:pt x="157" y="166"/>
                  <a:pt x="156" y="164"/>
                </a:cubicBezTo>
                <a:cubicBezTo>
                  <a:pt x="155" y="162"/>
                  <a:pt x="154" y="161"/>
                  <a:pt x="153" y="161"/>
                </a:cubicBezTo>
                <a:close/>
              </a:path>
              <a:path w="336" h="189">
                <a:moveTo>
                  <a:pt x="165" y="162"/>
                </a:moveTo>
                <a:lnTo>
                  <a:pt x="165" y="172"/>
                </a:lnTo>
                <a:lnTo>
                  <a:pt x="167" y="172"/>
                </a:lnTo>
                <a:cubicBezTo>
                  <a:pt x="168" y="172"/>
                  <a:pt x="168" y="172"/>
                  <a:pt x="168" y="172"/>
                </a:cubicBezTo>
                <a:cubicBezTo>
                  <a:pt x="168" y="171"/>
                  <a:pt x="169" y="170"/>
                  <a:pt x="169" y="169"/>
                </a:cubicBezTo>
                <a:lnTo>
                  <a:pt x="169" y="178"/>
                </a:lnTo>
                <a:cubicBezTo>
                  <a:pt x="169" y="177"/>
                  <a:pt x="169" y="176"/>
                  <a:pt x="169" y="175"/>
                </a:cubicBezTo>
                <a:cubicBezTo>
                  <a:pt x="168" y="175"/>
                  <a:pt x="168" y="175"/>
                  <a:pt x="168" y="174"/>
                </a:cubicBezTo>
                <a:cubicBezTo>
                  <a:pt x="168" y="174"/>
                  <a:pt x="167" y="174"/>
                  <a:pt x="167" y="174"/>
                </a:cubicBezTo>
                <a:lnTo>
                  <a:pt x="165" y="174"/>
                </a:lnTo>
                <a:lnTo>
                  <a:pt x="165" y="182"/>
                </a:lnTo>
                <a:cubicBezTo>
                  <a:pt x="165" y="184"/>
                  <a:pt x="165" y="184"/>
                  <a:pt x="165" y="185"/>
                </a:cubicBezTo>
                <a:cubicBezTo>
                  <a:pt x="165" y="185"/>
                  <a:pt x="165" y="185"/>
                  <a:pt x="165" y="186"/>
                </a:cubicBezTo>
                <a:cubicBezTo>
                  <a:pt x="165" y="186"/>
                  <a:pt x="166" y="186"/>
                  <a:pt x="166" y="186"/>
                </a:cubicBezTo>
                <a:lnTo>
                  <a:pt x="167" y="186"/>
                </a:lnTo>
                <a:lnTo>
                  <a:pt x="167" y="187"/>
                </a:lnTo>
                <a:lnTo>
                  <a:pt x="161" y="187"/>
                </a:lnTo>
                <a:lnTo>
                  <a:pt x="161" y="186"/>
                </a:lnTo>
                <a:cubicBezTo>
                  <a:pt x="162" y="186"/>
                  <a:pt x="162" y="186"/>
                  <a:pt x="163" y="185"/>
                </a:cubicBezTo>
                <a:cubicBezTo>
                  <a:pt x="163" y="185"/>
                  <a:pt x="163" y="184"/>
                  <a:pt x="163" y="182"/>
                </a:cubicBezTo>
                <a:lnTo>
                  <a:pt x="163" y="165"/>
                </a:lnTo>
                <a:cubicBezTo>
                  <a:pt x="163" y="164"/>
                  <a:pt x="163" y="163"/>
                  <a:pt x="163" y="163"/>
                </a:cubicBezTo>
                <a:cubicBezTo>
                  <a:pt x="163" y="162"/>
                  <a:pt x="162" y="162"/>
                  <a:pt x="162" y="162"/>
                </a:cubicBezTo>
                <a:cubicBezTo>
                  <a:pt x="162" y="161"/>
                  <a:pt x="162" y="161"/>
                  <a:pt x="161" y="161"/>
                </a:cubicBezTo>
                <a:lnTo>
                  <a:pt x="171" y="161"/>
                </a:lnTo>
                <a:lnTo>
                  <a:pt x="171" y="166"/>
                </a:lnTo>
                <a:lnTo>
                  <a:pt x="170" y="166"/>
                </a:lnTo>
                <a:cubicBezTo>
                  <a:pt x="170" y="165"/>
                  <a:pt x="170" y="164"/>
                  <a:pt x="170" y="164"/>
                </a:cubicBezTo>
                <a:cubicBezTo>
                  <a:pt x="170" y="163"/>
                  <a:pt x="169" y="163"/>
                  <a:pt x="169" y="162"/>
                </a:cubicBezTo>
                <a:cubicBezTo>
                  <a:pt x="169" y="162"/>
                  <a:pt x="168" y="162"/>
                  <a:pt x="168" y="162"/>
                </a:cubicBezTo>
                <a:lnTo>
                  <a:pt x="165" y="162"/>
                </a:lnTo>
                <a:close/>
              </a:path>
              <a:path w="336" h="189">
                <a:moveTo>
                  <a:pt x="92" y="176"/>
                </a:moveTo>
                <a:lnTo>
                  <a:pt x="89" y="175"/>
                </a:lnTo>
                <a:lnTo>
                  <a:pt x="91" y="162"/>
                </a:lnTo>
                <a:cubicBezTo>
                  <a:pt x="90" y="162"/>
                  <a:pt x="90" y="161"/>
                  <a:pt x="90" y="161"/>
                </a:cubicBezTo>
                <a:cubicBezTo>
                  <a:pt x="90" y="161"/>
                  <a:pt x="90" y="161"/>
                  <a:pt x="90" y="161"/>
                </a:cubicBezTo>
                <a:cubicBezTo>
                  <a:pt x="90" y="161"/>
                  <a:pt x="90" y="161"/>
                  <a:pt x="89" y="161"/>
                </a:cubicBezTo>
                <a:lnTo>
                  <a:pt x="86" y="168"/>
                </a:lnTo>
                <a:cubicBezTo>
                  <a:pt x="85" y="169"/>
                  <a:pt x="85" y="170"/>
                  <a:pt x="84" y="171"/>
                </a:cubicBezTo>
                <a:cubicBezTo>
                  <a:pt x="84" y="171"/>
                  <a:pt x="85" y="172"/>
                  <a:pt x="85" y="172"/>
                </a:cubicBezTo>
                <a:lnTo>
                  <a:pt x="85" y="173"/>
                </a:lnTo>
                <a:lnTo>
                  <a:pt x="80" y="170"/>
                </a:lnTo>
                <a:lnTo>
                  <a:pt x="81" y="169"/>
                </a:lnTo>
                <a:lnTo>
                  <a:pt x="81" y="170"/>
                </a:lnTo>
                <a:cubicBezTo>
                  <a:pt x="81" y="170"/>
                  <a:pt x="82" y="170"/>
                  <a:pt x="83" y="169"/>
                </a:cubicBezTo>
                <a:cubicBezTo>
                  <a:pt x="83" y="169"/>
                  <a:pt x="83" y="168"/>
                  <a:pt x="84" y="167"/>
                </a:cubicBezTo>
                <a:lnTo>
                  <a:pt x="92" y="152"/>
                </a:lnTo>
                <a:cubicBezTo>
                  <a:pt x="93" y="151"/>
                  <a:pt x="94" y="150"/>
                  <a:pt x="94" y="149"/>
                </a:cubicBezTo>
                <a:cubicBezTo>
                  <a:pt x="94" y="149"/>
                  <a:pt x="94" y="148"/>
                  <a:pt x="93" y="148"/>
                </a:cubicBezTo>
                <a:lnTo>
                  <a:pt x="93" y="147"/>
                </a:lnTo>
                <a:lnTo>
                  <a:pt x="97" y="149"/>
                </a:lnTo>
                <a:cubicBezTo>
                  <a:pt x="98" y="150"/>
                  <a:pt x="99" y="151"/>
                  <a:pt x="100" y="151"/>
                </a:cubicBezTo>
                <a:cubicBezTo>
                  <a:pt x="100" y="152"/>
                  <a:pt x="100" y="153"/>
                  <a:pt x="100" y="154"/>
                </a:cubicBezTo>
                <a:cubicBezTo>
                  <a:pt x="100" y="155"/>
                  <a:pt x="99" y="157"/>
                  <a:pt x="99" y="158"/>
                </a:cubicBezTo>
                <a:cubicBezTo>
                  <a:pt x="98" y="159"/>
                  <a:pt x="97" y="160"/>
                  <a:pt x="96" y="161"/>
                </a:cubicBezTo>
                <a:cubicBezTo>
                  <a:pt x="95" y="162"/>
                  <a:pt x="94" y="162"/>
                  <a:pt x="93" y="162"/>
                </a:cubicBezTo>
                <a:lnTo>
                  <a:pt x="91" y="170"/>
                </a:lnTo>
                <a:cubicBezTo>
                  <a:pt x="91" y="172"/>
                  <a:pt x="91" y="173"/>
                  <a:pt x="91" y="174"/>
                </a:cubicBezTo>
                <a:cubicBezTo>
                  <a:pt x="91" y="175"/>
                  <a:pt x="91" y="175"/>
                  <a:pt x="92" y="176"/>
                </a:cubicBezTo>
                <a:close/>
                <a:moveTo>
                  <a:pt x="90" y="160"/>
                </a:moveTo>
                <a:cubicBezTo>
                  <a:pt x="90" y="160"/>
                  <a:pt x="90" y="160"/>
                  <a:pt x="90" y="160"/>
                </a:cubicBezTo>
                <a:cubicBezTo>
                  <a:pt x="90" y="160"/>
                  <a:pt x="90" y="160"/>
                  <a:pt x="91" y="160"/>
                </a:cubicBezTo>
                <a:cubicBezTo>
                  <a:pt x="92" y="161"/>
                  <a:pt x="93" y="161"/>
                  <a:pt x="94" y="160"/>
                </a:cubicBezTo>
                <a:cubicBezTo>
                  <a:pt x="95" y="160"/>
                  <a:pt x="96" y="158"/>
                  <a:pt x="97" y="157"/>
                </a:cubicBezTo>
                <a:cubicBezTo>
                  <a:pt x="97" y="156"/>
                  <a:pt x="98" y="154"/>
                  <a:pt x="98" y="153"/>
                </a:cubicBezTo>
                <a:cubicBezTo>
                  <a:pt x="98" y="152"/>
                  <a:pt x="98" y="151"/>
                  <a:pt x="97" y="151"/>
                </a:cubicBezTo>
                <a:cubicBezTo>
                  <a:pt x="97" y="151"/>
                  <a:pt x="96" y="150"/>
                  <a:pt x="95" y="150"/>
                </a:cubicBezTo>
                <a:lnTo>
                  <a:pt x="90" y="160"/>
                </a:lnTo>
                <a:close/>
              </a:path>
              <a:path w="336" h="189">
                <a:moveTo>
                  <a:pt x="110" y="153"/>
                </a:moveTo>
                <a:lnTo>
                  <a:pt x="107" y="161"/>
                </a:lnTo>
                <a:cubicBezTo>
                  <a:pt x="107" y="160"/>
                  <a:pt x="108" y="158"/>
                  <a:pt x="108" y="157"/>
                </a:cubicBezTo>
                <a:cubicBezTo>
                  <a:pt x="108" y="156"/>
                  <a:pt x="108" y="155"/>
                  <a:pt x="107" y="154"/>
                </a:cubicBezTo>
                <a:cubicBezTo>
                  <a:pt x="107" y="154"/>
                  <a:pt x="107" y="153"/>
                  <a:pt x="106" y="153"/>
                </a:cubicBezTo>
                <a:cubicBezTo>
                  <a:pt x="105" y="153"/>
                  <a:pt x="105" y="153"/>
                  <a:pt x="104" y="154"/>
                </a:cubicBezTo>
                <a:cubicBezTo>
                  <a:pt x="103" y="154"/>
                  <a:pt x="103" y="155"/>
                  <a:pt x="103" y="156"/>
                </a:cubicBezTo>
                <a:cubicBezTo>
                  <a:pt x="102" y="157"/>
                  <a:pt x="102" y="157"/>
                  <a:pt x="102" y="158"/>
                </a:cubicBezTo>
                <a:cubicBezTo>
                  <a:pt x="102" y="159"/>
                  <a:pt x="103" y="161"/>
                  <a:pt x="104" y="163"/>
                </a:cubicBezTo>
                <a:cubicBezTo>
                  <a:pt x="104" y="164"/>
                  <a:pt x="105" y="166"/>
                  <a:pt x="105" y="166"/>
                </a:cubicBezTo>
                <a:cubicBezTo>
                  <a:pt x="105" y="167"/>
                  <a:pt x="105" y="168"/>
                  <a:pt x="105" y="169"/>
                </a:cubicBezTo>
                <a:cubicBezTo>
                  <a:pt x="105" y="170"/>
                  <a:pt x="105" y="171"/>
                  <a:pt x="104" y="172"/>
                </a:cubicBezTo>
                <a:cubicBezTo>
                  <a:pt x="104" y="174"/>
                  <a:pt x="103" y="175"/>
                  <a:pt x="101" y="177"/>
                </a:cubicBezTo>
                <a:cubicBezTo>
                  <a:pt x="100" y="178"/>
                  <a:pt x="99" y="178"/>
                  <a:pt x="98" y="178"/>
                </a:cubicBezTo>
                <a:cubicBezTo>
                  <a:pt x="97" y="177"/>
                  <a:pt x="97" y="177"/>
                  <a:pt x="97" y="177"/>
                </a:cubicBezTo>
                <a:cubicBezTo>
                  <a:pt x="97" y="177"/>
                  <a:pt x="96" y="177"/>
                  <a:pt x="96" y="176"/>
                </a:cubicBezTo>
                <a:cubicBezTo>
                  <a:pt x="96" y="175"/>
                  <a:pt x="95" y="175"/>
                  <a:pt x="95" y="175"/>
                </a:cubicBezTo>
                <a:cubicBezTo>
                  <a:pt x="95" y="175"/>
                  <a:pt x="95" y="175"/>
                  <a:pt x="95" y="175"/>
                </a:cubicBezTo>
                <a:cubicBezTo>
                  <a:pt x="94" y="175"/>
                  <a:pt x="94" y="176"/>
                  <a:pt x="94" y="176"/>
                </a:cubicBezTo>
                <a:lnTo>
                  <a:pt x="97" y="168"/>
                </a:lnTo>
                <a:cubicBezTo>
                  <a:pt x="97" y="170"/>
                  <a:pt x="96" y="171"/>
                  <a:pt x="96" y="172"/>
                </a:cubicBezTo>
                <a:cubicBezTo>
                  <a:pt x="96" y="173"/>
                  <a:pt x="96" y="174"/>
                  <a:pt x="97" y="175"/>
                </a:cubicBezTo>
                <a:cubicBezTo>
                  <a:pt x="97" y="175"/>
                  <a:pt x="98" y="176"/>
                  <a:pt x="98" y="176"/>
                </a:cubicBezTo>
                <a:cubicBezTo>
                  <a:pt x="99" y="176"/>
                  <a:pt x="100" y="176"/>
                  <a:pt x="100" y="176"/>
                </a:cubicBezTo>
                <a:cubicBezTo>
                  <a:pt x="101" y="175"/>
                  <a:pt x="102" y="174"/>
                  <a:pt x="102" y="173"/>
                </a:cubicBezTo>
                <a:cubicBezTo>
                  <a:pt x="102" y="172"/>
                  <a:pt x="102" y="172"/>
                  <a:pt x="103" y="171"/>
                </a:cubicBezTo>
                <a:cubicBezTo>
                  <a:pt x="103" y="170"/>
                  <a:pt x="103" y="170"/>
                  <a:pt x="102" y="169"/>
                </a:cubicBezTo>
                <a:cubicBezTo>
                  <a:pt x="102" y="169"/>
                  <a:pt x="102" y="168"/>
                  <a:pt x="101" y="166"/>
                </a:cubicBezTo>
                <a:cubicBezTo>
                  <a:pt x="101" y="164"/>
                  <a:pt x="100" y="163"/>
                  <a:pt x="100" y="162"/>
                </a:cubicBezTo>
                <a:cubicBezTo>
                  <a:pt x="100" y="161"/>
                  <a:pt x="100" y="161"/>
                  <a:pt x="100" y="160"/>
                </a:cubicBezTo>
                <a:cubicBezTo>
                  <a:pt x="100" y="159"/>
                  <a:pt x="100" y="158"/>
                  <a:pt x="101" y="157"/>
                </a:cubicBezTo>
                <a:cubicBezTo>
                  <a:pt x="101" y="155"/>
                  <a:pt x="102" y="153"/>
                  <a:pt x="103" y="152"/>
                </a:cubicBezTo>
                <a:cubicBezTo>
                  <a:pt x="105" y="151"/>
                  <a:pt x="106" y="151"/>
                  <a:pt x="107" y="151"/>
                </a:cubicBezTo>
                <a:cubicBezTo>
                  <a:pt x="107" y="152"/>
                  <a:pt x="108" y="152"/>
                  <a:pt x="108" y="153"/>
                </a:cubicBezTo>
                <a:cubicBezTo>
                  <a:pt x="109" y="154"/>
                  <a:pt x="109" y="154"/>
                  <a:pt x="109" y="154"/>
                </a:cubicBezTo>
                <a:cubicBezTo>
                  <a:pt x="109" y="154"/>
                  <a:pt x="109" y="154"/>
                  <a:pt x="109" y="154"/>
                </a:cubicBezTo>
                <a:cubicBezTo>
                  <a:pt x="110" y="154"/>
                  <a:pt x="110" y="153"/>
                  <a:pt x="110" y="153"/>
                </a:cubicBezTo>
                <a:close/>
              </a:path>
              <a:path w="336" h="189">
                <a:moveTo>
                  <a:pt x="138" y="160"/>
                </a:moveTo>
                <a:lnTo>
                  <a:pt x="143" y="160"/>
                </a:lnTo>
                <a:lnTo>
                  <a:pt x="143" y="161"/>
                </a:lnTo>
                <a:lnTo>
                  <a:pt x="142" y="161"/>
                </a:lnTo>
                <a:cubicBezTo>
                  <a:pt x="142" y="161"/>
                  <a:pt x="142" y="161"/>
                  <a:pt x="142" y="161"/>
                </a:cubicBezTo>
                <a:cubicBezTo>
                  <a:pt x="141" y="162"/>
                  <a:pt x="141" y="162"/>
                  <a:pt x="141" y="163"/>
                </a:cubicBezTo>
                <a:cubicBezTo>
                  <a:pt x="140" y="163"/>
                  <a:pt x="140" y="164"/>
                  <a:pt x="139" y="165"/>
                </a:cubicBezTo>
                <a:lnTo>
                  <a:pt x="135" y="175"/>
                </a:lnTo>
                <a:lnTo>
                  <a:pt x="134" y="181"/>
                </a:lnTo>
                <a:cubicBezTo>
                  <a:pt x="134" y="183"/>
                  <a:pt x="134" y="184"/>
                  <a:pt x="134" y="184"/>
                </a:cubicBezTo>
                <a:cubicBezTo>
                  <a:pt x="135" y="185"/>
                  <a:pt x="135" y="185"/>
                  <a:pt x="135" y="185"/>
                </a:cubicBezTo>
                <a:lnTo>
                  <a:pt x="136" y="185"/>
                </a:lnTo>
                <a:lnTo>
                  <a:pt x="136" y="186"/>
                </a:lnTo>
                <a:lnTo>
                  <a:pt x="130" y="185"/>
                </a:lnTo>
                <a:lnTo>
                  <a:pt x="131" y="185"/>
                </a:lnTo>
                <a:cubicBezTo>
                  <a:pt x="131" y="185"/>
                  <a:pt x="132" y="184"/>
                  <a:pt x="132" y="184"/>
                </a:cubicBezTo>
                <a:cubicBezTo>
                  <a:pt x="132" y="183"/>
                  <a:pt x="132" y="183"/>
                  <a:pt x="133" y="181"/>
                </a:cubicBezTo>
                <a:lnTo>
                  <a:pt x="133" y="175"/>
                </a:lnTo>
                <a:lnTo>
                  <a:pt x="131" y="164"/>
                </a:lnTo>
                <a:cubicBezTo>
                  <a:pt x="131" y="162"/>
                  <a:pt x="130" y="161"/>
                  <a:pt x="130" y="161"/>
                </a:cubicBezTo>
                <a:cubicBezTo>
                  <a:pt x="130" y="161"/>
                  <a:pt x="130" y="160"/>
                  <a:pt x="130" y="160"/>
                </a:cubicBezTo>
                <a:cubicBezTo>
                  <a:pt x="129" y="160"/>
                  <a:pt x="129" y="160"/>
                  <a:pt x="129" y="159"/>
                </a:cubicBezTo>
                <a:lnTo>
                  <a:pt x="135" y="159"/>
                </a:lnTo>
                <a:lnTo>
                  <a:pt x="135" y="160"/>
                </a:lnTo>
                <a:lnTo>
                  <a:pt x="134" y="160"/>
                </a:lnTo>
                <a:cubicBezTo>
                  <a:pt x="134" y="160"/>
                  <a:pt x="134" y="160"/>
                  <a:pt x="133" y="160"/>
                </a:cubicBezTo>
                <a:cubicBezTo>
                  <a:pt x="133" y="161"/>
                  <a:pt x="133" y="161"/>
                  <a:pt x="133" y="162"/>
                </a:cubicBezTo>
                <a:cubicBezTo>
                  <a:pt x="133" y="162"/>
                  <a:pt x="133" y="163"/>
                  <a:pt x="133" y="164"/>
                </a:cubicBezTo>
                <a:lnTo>
                  <a:pt x="135" y="173"/>
                </a:lnTo>
                <a:lnTo>
                  <a:pt x="138" y="165"/>
                </a:lnTo>
                <a:cubicBezTo>
                  <a:pt x="139" y="164"/>
                  <a:pt x="139" y="163"/>
                  <a:pt x="139" y="163"/>
                </a:cubicBezTo>
                <a:cubicBezTo>
                  <a:pt x="139" y="162"/>
                  <a:pt x="139" y="162"/>
                  <a:pt x="139" y="162"/>
                </a:cubicBezTo>
                <a:cubicBezTo>
                  <a:pt x="139" y="161"/>
                  <a:pt x="139" y="161"/>
                  <a:pt x="139" y="161"/>
                </a:cubicBezTo>
                <a:cubicBezTo>
                  <a:pt x="139" y="161"/>
                  <a:pt x="139" y="161"/>
                  <a:pt x="138" y="161"/>
                </a:cubicBezTo>
                <a:lnTo>
                  <a:pt x="138" y="160"/>
                </a:lnTo>
                <a:close/>
              </a:path>
              <a:path w="336" h="189">
                <a:moveTo>
                  <a:pt x="84" y="146"/>
                </a:moveTo>
                <a:lnTo>
                  <a:pt x="79" y="155"/>
                </a:lnTo>
                <a:lnTo>
                  <a:pt x="82" y="156"/>
                </a:lnTo>
                <a:cubicBezTo>
                  <a:pt x="83" y="157"/>
                  <a:pt x="83" y="157"/>
                  <a:pt x="84" y="156"/>
                </a:cubicBezTo>
                <a:cubicBezTo>
                  <a:pt x="84" y="156"/>
                  <a:pt x="85" y="155"/>
                  <a:pt x="86" y="154"/>
                </a:cubicBezTo>
                <a:lnTo>
                  <a:pt x="82" y="162"/>
                </a:lnTo>
                <a:lnTo>
                  <a:pt x="81" y="162"/>
                </a:lnTo>
                <a:cubicBezTo>
                  <a:pt x="82" y="161"/>
                  <a:pt x="82" y="160"/>
                  <a:pt x="82" y="160"/>
                </a:cubicBezTo>
                <a:cubicBezTo>
                  <a:pt x="82" y="159"/>
                  <a:pt x="82" y="159"/>
                  <a:pt x="82" y="158"/>
                </a:cubicBezTo>
                <a:cubicBezTo>
                  <a:pt x="82" y="158"/>
                  <a:pt x="82" y="158"/>
                  <a:pt x="81" y="157"/>
                </a:cubicBezTo>
                <a:lnTo>
                  <a:pt x="79" y="156"/>
                </a:lnTo>
                <a:lnTo>
                  <a:pt x="75" y="164"/>
                </a:lnTo>
                <a:cubicBezTo>
                  <a:pt x="74" y="165"/>
                  <a:pt x="74" y="165"/>
                  <a:pt x="74" y="166"/>
                </a:cubicBezTo>
                <a:cubicBezTo>
                  <a:pt x="74" y="166"/>
                  <a:pt x="74" y="166"/>
                  <a:pt x="74" y="166"/>
                </a:cubicBezTo>
                <a:cubicBezTo>
                  <a:pt x="74" y="166"/>
                  <a:pt x="74" y="167"/>
                  <a:pt x="74" y="167"/>
                </a:cubicBezTo>
                <a:lnTo>
                  <a:pt x="76" y="168"/>
                </a:lnTo>
                <a:cubicBezTo>
                  <a:pt x="77" y="168"/>
                  <a:pt x="77" y="168"/>
                  <a:pt x="78" y="168"/>
                </a:cubicBezTo>
                <a:cubicBezTo>
                  <a:pt x="78" y="168"/>
                  <a:pt x="79" y="168"/>
                  <a:pt x="79" y="168"/>
                </a:cubicBezTo>
                <a:cubicBezTo>
                  <a:pt x="80" y="167"/>
                  <a:pt x="81" y="166"/>
                  <a:pt x="82" y="165"/>
                </a:cubicBezTo>
                <a:lnTo>
                  <a:pt x="78" y="171"/>
                </a:lnTo>
                <a:lnTo>
                  <a:pt x="69" y="166"/>
                </a:lnTo>
                <a:lnTo>
                  <a:pt x="70" y="165"/>
                </a:lnTo>
                <a:cubicBezTo>
                  <a:pt x="70" y="166"/>
                  <a:pt x="71" y="166"/>
                  <a:pt x="71" y="165"/>
                </a:cubicBezTo>
                <a:cubicBezTo>
                  <a:pt x="71" y="165"/>
                  <a:pt x="72" y="165"/>
                  <a:pt x="72" y="165"/>
                </a:cubicBezTo>
                <a:cubicBezTo>
                  <a:pt x="72" y="164"/>
                  <a:pt x="73" y="164"/>
                  <a:pt x="73" y="163"/>
                </a:cubicBezTo>
                <a:lnTo>
                  <a:pt x="81" y="148"/>
                </a:lnTo>
                <a:cubicBezTo>
                  <a:pt x="82" y="146"/>
                  <a:pt x="82" y="145"/>
                  <a:pt x="82" y="145"/>
                </a:cubicBezTo>
                <a:cubicBezTo>
                  <a:pt x="82" y="144"/>
                  <a:pt x="82" y="144"/>
                  <a:pt x="82" y="144"/>
                </a:cubicBezTo>
                <a:lnTo>
                  <a:pt x="81" y="143"/>
                </a:lnTo>
                <a:lnTo>
                  <a:pt x="82" y="143"/>
                </a:lnTo>
                <a:lnTo>
                  <a:pt x="91" y="147"/>
                </a:lnTo>
                <a:lnTo>
                  <a:pt x="88" y="153"/>
                </a:lnTo>
                <a:lnTo>
                  <a:pt x="88" y="152"/>
                </a:lnTo>
                <a:cubicBezTo>
                  <a:pt x="88" y="151"/>
                  <a:pt x="89" y="150"/>
                  <a:pt x="89" y="150"/>
                </a:cubicBezTo>
                <a:cubicBezTo>
                  <a:pt x="89" y="149"/>
                  <a:pt x="89" y="149"/>
                  <a:pt x="89" y="148"/>
                </a:cubicBezTo>
                <a:cubicBezTo>
                  <a:pt x="88" y="148"/>
                  <a:pt x="88" y="148"/>
                  <a:pt x="87" y="147"/>
                </a:cubicBezTo>
                <a:lnTo>
                  <a:pt x="84" y="146"/>
                </a:lnTo>
                <a:close/>
              </a:path>
              <a:path w="336" h="189">
                <a:moveTo>
                  <a:pt x="108" y="180"/>
                </a:moveTo>
                <a:lnTo>
                  <a:pt x="108" y="180"/>
                </a:lnTo>
                <a:lnTo>
                  <a:pt x="103" y="178"/>
                </a:lnTo>
                <a:lnTo>
                  <a:pt x="103" y="177"/>
                </a:lnTo>
                <a:lnTo>
                  <a:pt x="104" y="178"/>
                </a:lnTo>
                <a:cubicBezTo>
                  <a:pt x="104" y="178"/>
                  <a:pt x="105" y="178"/>
                  <a:pt x="105" y="177"/>
                </a:cubicBezTo>
                <a:cubicBezTo>
                  <a:pt x="105" y="177"/>
                  <a:pt x="106" y="176"/>
                  <a:pt x="106" y="174"/>
                </a:cubicBezTo>
                <a:lnTo>
                  <a:pt x="113" y="159"/>
                </a:lnTo>
                <a:cubicBezTo>
                  <a:pt x="113" y="157"/>
                  <a:pt x="113" y="157"/>
                  <a:pt x="113" y="156"/>
                </a:cubicBezTo>
                <a:cubicBezTo>
                  <a:pt x="113" y="156"/>
                  <a:pt x="113" y="156"/>
                  <a:pt x="113" y="155"/>
                </a:cubicBezTo>
                <a:cubicBezTo>
                  <a:pt x="113" y="155"/>
                  <a:pt x="113" y="155"/>
                  <a:pt x="113" y="154"/>
                </a:cubicBezTo>
                <a:lnTo>
                  <a:pt x="112" y="154"/>
                </a:lnTo>
                <a:lnTo>
                  <a:pt x="113" y="154"/>
                </a:lnTo>
                <a:lnTo>
                  <a:pt x="118" y="156"/>
                </a:lnTo>
                <a:lnTo>
                  <a:pt x="117" y="156"/>
                </a:lnTo>
                <a:cubicBezTo>
                  <a:pt x="117" y="156"/>
                  <a:pt x="116" y="156"/>
                  <a:pt x="116" y="157"/>
                </a:cubicBezTo>
                <a:cubicBezTo>
                  <a:pt x="115" y="157"/>
                  <a:pt x="115" y="158"/>
                  <a:pt x="114" y="159"/>
                </a:cubicBezTo>
                <a:lnTo>
                  <a:pt x="108" y="175"/>
                </a:lnTo>
                <a:cubicBezTo>
                  <a:pt x="108" y="176"/>
                  <a:pt x="107" y="177"/>
                  <a:pt x="107" y="178"/>
                </a:cubicBezTo>
                <a:cubicBezTo>
                  <a:pt x="107" y="178"/>
                  <a:pt x="107" y="178"/>
                  <a:pt x="107" y="179"/>
                </a:cubicBezTo>
                <a:cubicBezTo>
                  <a:pt x="107" y="179"/>
                  <a:pt x="108" y="179"/>
                  <a:pt x="108" y="179"/>
                </a:cubicBezTo>
                <a:lnTo>
                  <a:pt x="108" y="180"/>
                </a:lnTo>
                <a:close/>
              </a:path>
              <a:path w="336" h="189">
                <a:moveTo>
                  <a:pt x="129" y="158"/>
                </a:moveTo>
                <a:lnTo>
                  <a:pt x="128" y="164"/>
                </a:lnTo>
                <a:cubicBezTo>
                  <a:pt x="128" y="163"/>
                  <a:pt x="128" y="162"/>
                  <a:pt x="128" y="162"/>
                </a:cubicBezTo>
                <a:cubicBezTo>
                  <a:pt x="128" y="161"/>
                  <a:pt x="128" y="161"/>
                  <a:pt x="128" y="160"/>
                </a:cubicBezTo>
                <a:cubicBezTo>
                  <a:pt x="127" y="160"/>
                  <a:pt x="127" y="159"/>
                  <a:pt x="126" y="159"/>
                </a:cubicBezTo>
                <a:lnTo>
                  <a:pt x="125" y="159"/>
                </a:lnTo>
                <a:lnTo>
                  <a:pt x="120" y="178"/>
                </a:lnTo>
                <a:cubicBezTo>
                  <a:pt x="119" y="180"/>
                  <a:pt x="119" y="181"/>
                  <a:pt x="119" y="181"/>
                </a:cubicBezTo>
                <a:cubicBezTo>
                  <a:pt x="119" y="182"/>
                  <a:pt x="119" y="182"/>
                  <a:pt x="120" y="182"/>
                </a:cubicBezTo>
                <a:lnTo>
                  <a:pt x="120" y="183"/>
                </a:lnTo>
                <a:lnTo>
                  <a:pt x="115" y="182"/>
                </a:lnTo>
                <a:lnTo>
                  <a:pt x="115" y="181"/>
                </a:lnTo>
                <a:cubicBezTo>
                  <a:pt x="116" y="181"/>
                  <a:pt x="116" y="181"/>
                  <a:pt x="117" y="180"/>
                </a:cubicBezTo>
                <a:cubicBezTo>
                  <a:pt x="117" y="180"/>
                  <a:pt x="117" y="179"/>
                  <a:pt x="118" y="178"/>
                </a:cubicBezTo>
                <a:lnTo>
                  <a:pt x="123" y="158"/>
                </a:lnTo>
                <a:lnTo>
                  <a:pt x="121" y="158"/>
                </a:lnTo>
                <a:cubicBezTo>
                  <a:pt x="121" y="158"/>
                  <a:pt x="120" y="158"/>
                  <a:pt x="120" y="158"/>
                </a:cubicBezTo>
                <a:cubicBezTo>
                  <a:pt x="120" y="158"/>
                  <a:pt x="119" y="158"/>
                  <a:pt x="119" y="159"/>
                </a:cubicBezTo>
                <a:cubicBezTo>
                  <a:pt x="119" y="160"/>
                  <a:pt x="118" y="160"/>
                  <a:pt x="118" y="162"/>
                </a:cubicBezTo>
                <a:lnTo>
                  <a:pt x="117" y="161"/>
                </a:lnTo>
                <a:lnTo>
                  <a:pt x="119" y="156"/>
                </a:lnTo>
                <a:lnTo>
                  <a:pt x="129" y="158"/>
                </a:lnTo>
                <a:close/>
              </a:path>
              <a:path w="336" h="189">
                <a:moveTo>
                  <a:pt x="209" y="181"/>
                </a:moveTo>
                <a:lnTo>
                  <a:pt x="210" y="181"/>
                </a:lnTo>
                <a:lnTo>
                  <a:pt x="204" y="183"/>
                </a:lnTo>
                <a:lnTo>
                  <a:pt x="204" y="182"/>
                </a:lnTo>
                <a:lnTo>
                  <a:pt x="205" y="182"/>
                </a:lnTo>
                <a:cubicBezTo>
                  <a:pt x="205" y="182"/>
                  <a:pt x="205" y="181"/>
                  <a:pt x="206" y="181"/>
                </a:cubicBezTo>
                <a:cubicBezTo>
                  <a:pt x="206" y="180"/>
                  <a:pt x="205" y="179"/>
                  <a:pt x="205" y="178"/>
                </a:cubicBezTo>
                <a:lnTo>
                  <a:pt x="202" y="161"/>
                </a:lnTo>
                <a:cubicBezTo>
                  <a:pt x="201" y="160"/>
                  <a:pt x="201" y="159"/>
                  <a:pt x="201" y="159"/>
                </a:cubicBezTo>
                <a:cubicBezTo>
                  <a:pt x="201" y="158"/>
                  <a:pt x="201" y="158"/>
                  <a:pt x="200" y="158"/>
                </a:cubicBezTo>
                <a:cubicBezTo>
                  <a:pt x="200" y="158"/>
                  <a:pt x="200" y="158"/>
                  <a:pt x="199" y="158"/>
                </a:cubicBezTo>
                <a:lnTo>
                  <a:pt x="199" y="157"/>
                </a:lnTo>
                <a:lnTo>
                  <a:pt x="204" y="156"/>
                </a:lnTo>
                <a:lnTo>
                  <a:pt x="204" y="157"/>
                </a:lnTo>
                <a:cubicBezTo>
                  <a:pt x="203" y="157"/>
                  <a:pt x="203" y="157"/>
                  <a:pt x="203" y="158"/>
                </a:cubicBezTo>
                <a:cubicBezTo>
                  <a:pt x="203" y="158"/>
                  <a:pt x="203" y="159"/>
                  <a:pt x="203" y="161"/>
                </a:cubicBezTo>
                <a:lnTo>
                  <a:pt x="207" y="177"/>
                </a:lnTo>
                <a:cubicBezTo>
                  <a:pt x="207" y="179"/>
                  <a:pt x="207" y="179"/>
                  <a:pt x="208" y="180"/>
                </a:cubicBezTo>
                <a:cubicBezTo>
                  <a:pt x="208" y="180"/>
                  <a:pt x="208" y="180"/>
                  <a:pt x="208" y="181"/>
                </a:cubicBezTo>
                <a:cubicBezTo>
                  <a:pt x="208" y="181"/>
                  <a:pt x="209" y="181"/>
                  <a:pt x="209" y="181"/>
                </a:cubicBezTo>
                <a:close/>
              </a:path>
              <a:path w="336" h="189">
                <a:moveTo>
                  <a:pt x="197" y="157"/>
                </a:moveTo>
                <a:lnTo>
                  <a:pt x="199" y="166"/>
                </a:lnTo>
                <a:cubicBezTo>
                  <a:pt x="198" y="163"/>
                  <a:pt x="197" y="162"/>
                  <a:pt x="196" y="161"/>
                </a:cubicBezTo>
                <a:cubicBezTo>
                  <a:pt x="195" y="160"/>
                  <a:pt x="194" y="159"/>
                  <a:pt x="193" y="160"/>
                </a:cubicBezTo>
                <a:cubicBezTo>
                  <a:pt x="193" y="160"/>
                  <a:pt x="192" y="160"/>
                  <a:pt x="192" y="161"/>
                </a:cubicBezTo>
                <a:cubicBezTo>
                  <a:pt x="191" y="162"/>
                  <a:pt x="191" y="164"/>
                  <a:pt x="191" y="166"/>
                </a:cubicBezTo>
                <a:cubicBezTo>
                  <a:pt x="191" y="168"/>
                  <a:pt x="191" y="170"/>
                  <a:pt x="192" y="173"/>
                </a:cubicBezTo>
                <a:cubicBezTo>
                  <a:pt x="192" y="175"/>
                  <a:pt x="193" y="177"/>
                  <a:pt x="194" y="179"/>
                </a:cubicBezTo>
                <a:cubicBezTo>
                  <a:pt x="194" y="181"/>
                  <a:pt x="195" y="182"/>
                  <a:pt x="196" y="183"/>
                </a:cubicBezTo>
                <a:cubicBezTo>
                  <a:pt x="197" y="183"/>
                  <a:pt x="198" y="184"/>
                  <a:pt x="199" y="183"/>
                </a:cubicBezTo>
                <a:cubicBezTo>
                  <a:pt x="200" y="183"/>
                  <a:pt x="200" y="183"/>
                  <a:pt x="201" y="182"/>
                </a:cubicBezTo>
                <a:cubicBezTo>
                  <a:pt x="201" y="181"/>
                  <a:pt x="202" y="179"/>
                  <a:pt x="202" y="177"/>
                </a:cubicBezTo>
                <a:cubicBezTo>
                  <a:pt x="202" y="180"/>
                  <a:pt x="202" y="182"/>
                  <a:pt x="201" y="183"/>
                </a:cubicBezTo>
                <a:cubicBezTo>
                  <a:pt x="201" y="184"/>
                  <a:pt x="200" y="185"/>
                  <a:pt x="199" y="185"/>
                </a:cubicBezTo>
                <a:cubicBezTo>
                  <a:pt x="197" y="186"/>
                  <a:pt x="195" y="184"/>
                  <a:pt x="193" y="182"/>
                </a:cubicBezTo>
                <a:cubicBezTo>
                  <a:pt x="191" y="179"/>
                  <a:pt x="190" y="177"/>
                  <a:pt x="190" y="174"/>
                </a:cubicBezTo>
                <a:cubicBezTo>
                  <a:pt x="189" y="171"/>
                  <a:pt x="189" y="169"/>
                  <a:pt x="189" y="166"/>
                </a:cubicBezTo>
                <a:cubicBezTo>
                  <a:pt x="189" y="164"/>
                  <a:pt x="190" y="162"/>
                  <a:pt x="190" y="161"/>
                </a:cubicBezTo>
                <a:cubicBezTo>
                  <a:pt x="191" y="159"/>
                  <a:pt x="192" y="159"/>
                  <a:pt x="193" y="158"/>
                </a:cubicBezTo>
                <a:cubicBezTo>
                  <a:pt x="194" y="158"/>
                  <a:pt x="195" y="158"/>
                  <a:pt x="196" y="159"/>
                </a:cubicBezTo>
                <a:cubicBezTo>
                  <a:pt x="196" y="159"/>
                  <a:pt x="196" y="159"/>
                  <a:pt x="197" y="159"/>
                </a:cubicBezTo>
                <a:cubicBezTo>
                  <a:pt x="197" y="159"/>
                  <a:pt x="197" y="159"/>
                  <a:pt x="197" y="159"/>
                </a:cubicBezTo>
                <a:cubicBezTo>
                  <a:pt x="197" y="158"/>
                  <a:pt x="197" y="158"/>
                  <a:pt x="197" y="157"/>
                </a:cubicBezTo>
                <a:close/>
              </a:path>
              <a:path w="336" h="189">
                <a:moveTo>
                  <a:pt x="183" y="160"/>
                </a:moveTo>
                <a:lnTo>
                  <a:pt x="185" y="169"/>
                </a:lnTo>
                <a:cubicBezTo>
                  <a:pt x="184" y="167"/>
                  <a:pt x="184" y="166"/>
                  <a:pt x="183" y="165"/>
                </a:cubicBezTo>
                <a:cubicBezTo>
                  <a:pt x="183" y="164"/>
                  <a:pt x="182" y="163"/>
                  <a:pt x="182" y="163"/>
                </a:cubicBezTo>
                <a:cubicBezTo>
                  <a:pt x="181" y="162"/>
                  <a:pt x="180" y="162"/>
                  <a:pt x="180" y="162"/>
                </a:cubicBezTo>
                <a:cubicBezTo>
                  <a:pt x="179" y="163"/>
                  <a:pt x="179" y="163"/>
                  <a:pt x="178" y="164"/>
                </a:cubicBezTo>
                <a:cubicBezTo>
                  <a:pt x="178" y="165"/>
                  <a:pt x="178" y="166"/>
                  <a:pt x="178" y="167"/>
                </a:cubicBezTo>
                <a:cubicBezTo>
                  <a:pt x="179" y="168"/>
                  <a:pt x="179" y="168"/>
                  <a:pt x="179" y="169"/>
                </a:cubicBezTo>
                <a:cubicBezTo>
                  <a:pt x="180" y="170"/>
                  <a:pt x="181" y="171"/>
                  <a:pt x="183" y="172"/>
                </a:cubicBezTo>
                <a:cubicBezTo>
                  <a:pt x="184" y="173"/>
                  <a:pt x="185" y="174"/>
                  <a:pt x="186" y="175"/>
                </a:cubicBezTo>
                <a:cubicBezTo>
                  <a:pt x="186" y="175"/>
                  <a:pt x="187" y="176"/>
                  <a:pt x="187" y="177"/>
                </a:cubicBezTo>
                <a:cubicBezTo>
                  <a:pt x="188" y="178"/>
                  <a:pt x="188" y="179"/>
                  <a:pt x="188" y="180"/>
                </a:cubicBezTo>
                <a:cubicBezTo>
                  <a:pt x="189" y="182"/>
                  <a:pt x="189" y="183"/>
                  <a:pt x="188" y="185"/>
                </a:cubicBezTo>
                <a:cubicBezTo>
                  <a:pt x="188" y="186"/>
                  <a:pt x="187" y="187"/>
                  <a:pt x="186" y="188"/>
                </a:cubicBezTo>
                <a:cubicBezTo>
                  <a:pt x="185" y="188"/>
                  <a:pt x="185" y="188"/>
                  <a:pt x="185" y="188"/>
                </a:cubicBezTo>
                <a:cubicBezTo>
                  <a:pt x="185" y="188"/>
                  <a:pt x="184" y="188"/>
                  <a:pt x="184" y="187"/>
                </a:cubicBezTo>
                <a:cubicBezTo>
                  <a:pt x="183" y="187"/>
                  <a:pt x="182" y="187"/>
                  <a:pt x="182" y="187"/>
                </a:cubicBezTo>
                <a:cubicBezTo>
                  <a:pt x="182" y="187"/>
                  <a:pt x="182" y="187"/>
                  <a:pt x="182" y="187"/>
                </a:cubicBezTo>
                <a:cubicBezTo>
                  <a:pt x="182" y="188"/>
                  <a:pt x="182" y="188"/>
                  <a:pt x="182" y="189"/>
                </a:cubicBezTo>
                <a:lnTo>
                  <a:pt x="180" y="180"/>
                </a:lnTo>
                <a:cubicBezTo>
                  <a:pt x="181" y="182"/>
                  <a:pt x="181" y="183"/>
                  <a:pt x="182" y="184"/>
                </a:cubicBezTo>
                <a:cubicBezTo>
                  <a:pt x="182" y="185"/>
                  <a:pt x="183" y="185"/>
                  <a:pt x="183" y="186"/>
                </a:cubicBezTo>
                <a:cubicBezTo>
                  <a:pt x="184" y="186"/>
                  <a:pt x="185" y="186"/>
                  <a:pt x="185" y="186"/>
                </a:cubicBezTo>
                <a:cubicBezTo>
                  <a:pt x="186" y="186"/>
                  <a:pt x="187" y="185"/>
                  <a:pt x="187" y="185"/>
                </a:cubicBezTo>
                <a:cubicBezTo>
                  <a:pt x="187" y="184"/>
                  <a:pt x="187" y="183"/>
                  <a:pt x="187" y="181"/>
                </a:cubicBezTo>
                <a:cubicBezTo>
                  <a:pt x="187" y="181"/>
                  <a:pt x="187" y="180"/>
                  <a:pt x="186" y="180"/>
                </a:cubicBezTo>
                <a:cubicBezTo>
                  <a:pt x="186" y="179"/>
                  <a:pt x="186" y="178"/>
                  <a:pt x="185" y="178"/>
                </a:cubicBezTo>
                <a:cubicBezTo>
                  <a:pt x="185" y="178"/>
                  <a:pt x="184" y="177"/>
                  <a:pt x="183" y="176"/>
                </a:cubicBezTo>
                <a:cubicBezTo>
                  <a:pt x="181" y="175"/>
                  <a:pt x="180" y="174"/>
                  <a:pt x="180" y="174"/>
                </a:cubicBezTo>
                <a:cubicBezTo>
                  <a:pt x="179" y="173"/>
                  <a:pt x="179" y="172"/>
                  <a:pt x="178" y="171"/>
                </a:cubicBezTo>
                <a:cubicBezTo>
                  <a:pt x="178" y="171"/>
                  <a:pt x="177" y="170"/>
                  <a:pt x="177" y="169"/>
                </a:cubicBezTo>
                <a:cubicBezTo>
                  <a:pt x="177" y="167"/>
                  <a:pt x="177" y="165"/>
                  <a:pt x="177" y="164"/>
                </a:cubicBezTo>
                <a:cubicBezTo>
                  <a:pt x="178" y="162"/>
                  <a:pt x="178" y="161"/>
                  <a:pt x="179" y="161"/>
                </a:cubicBezTo>
                <a:cubicBezTo>
                  <a:pt x="180" y="161"/>
                  <a:pt x="181" y="161"/>
                  <a:pt x="182" y="161"/>
                </a:cubicBezTo>
                <a:cubicBezTo>
                  <a:pt x="182" y="162"/>
                  <a:pt x="182" y="162"/>
                  <a:pt x="182" y="162"/>
                </a:cubicBezTo>
                <a:cubicBezTo>
                  <a:pt x="183" y="162"/>
                  <a:pt x="183" y="162"/>
                  <a:pt x="183" y="161"/>
                </a:cubicBezTo>
                <a:cubicBezTo>
                  <a:pt x="183" y="161"/>
                  <a:pt x="183" y="161"/>
                  <a:pt x="183" y="160"/>
                </a:cubicBezTo>
                <a:close/>
              </a:path>
              <a:path w="336" h="189">
                <a:moveTo>
                  <a:pt x="209" y="157"/>
                </a:moveTo>
                <a:lnTo>
                  <a:pt x="212" y="167"/>
                </a:lnTo>
                <a:lnTo>
                  <a:pt x="214" y="166"/>
                </a:lnTo>
                <a:cubicBezTo>
                  <a:pt x="215" y="166"/>
                  <a:pt x="215" y="166"/>
                  <a:pt x="216" y="165"/>
                </a:cubicBezTo>
                <a:cubicBezTo>
                  <a:pt x="216" y="165"/>
                  <a:pt x="216" y="164"/>
                  <a:pt x="215" y="162"/>
                </a:cubicBezTo>
                <a:lnTo>
                  <a:pt x="216" y="162"/>
                </a:lnTo>
                <a:lnTo>
                  <a:pt x="218" y="171"/>
                </a:lnTo>
                <a:lnTo>
                  <a:pt x="217" y="171"/>
                </a:lnTo>
                <a:cubicBezTo>
                  <a:pt x="217" y="170"/>
                  <a:pt x="217" y="169"/>
                  <a:pt x="217" y="169"/>
                </a:cubicBezTo>
                <a:cubicBezTo>
                  <a:pt x="216" y="168"/>
                  <a:pt x="216" y="168"/>
                  <a:pt x="216" y="168"/>
                </a:cubicBezTo>
                <a:cubicBezTo>
                  <a:pt x="216" y="168"/>
                  <a:pt x="215" y="167"/>
                  <a:pt x="215" y="168"/>
                </a:cubicBezTo>
                <a:lnTo>
                  <a:pt x="212" y="168"/>
                </a:lnTo>
                <a:lnTo>
                  <a:pt x="214" y="177"/>
                </a:lnTo>
                <a:cubicBezTo>
                  <a:pt x="214" y="178"/>
                  <a:pt x="214" y="179"/>
                  <a:pt x="214" y="179"/>
                </a:cubicBezTo>
                <a:cubicBezTo>
                  <a:pt x="215" y="179"/>
                  <a:pt x="215" y="179"/>
                  <a:pt x="215" y="179"/>
                </a:cubicBezTo>
                <a:cubicBezTo>
                  <a:pt x="215" y="179"/>
                  <a:pt x="215" y="179"/>
                  <a:pt x="216" y="179"/>
                </a:cubicBezTo>
                <a:lnTo>
                  <a:pt x="218" y="179"/>
                </a:lnTo>
                <a:cubicBezTo>
                  <a:pt x="218" y="179"/>
                  <a:pt x="219" y="178"/>
                  <a:pt x="219" y="178"/>
                </a:cubicBezTo>
                <a:cubicBezTo>
                  <a:pt x="219" y="178"/>
                  <a:pt x="219" y="177"/>
                  <a:pt x="220" y="177"/>
                </a:cubicBezTo>
                <a:cubicBezTo>
                  <a:pt x="220" y="176"/>
                  <a:pt x="220" y="175"/>
                  <a:pt x="220" y="173"/>
                </a:cubicBezTo>
                <a:lnTo>
                  <a:pt x="221" y="180"/>
                </a:lnTo>
                <a:lnTo>
                  <a:pt x="212" y="182"/>
                </a:lnTo>
                <a:lnTo>
                  <a:pt x="211" y="181"/>
                </a:lnTo>
                <a:lnTo>
                  <a:pt x="212" y="181"/>
                </a:lnTo>
                <a:cubicBezTo>
                  <a:pt x="212" y="181"/>
                  <a:pt x="212" y="181"/>
                  <a:pt x="213" y="180"/>
                </a:cubicBezTo>
                <a:cubicBezTo>
                  <a:pt x="213" y="180"/>
                  <a:pt x="213" y="180"/>
                  <a:pt x="213" y="179"/>
                </a:cubicBezTo>
                <a:cubicBezTo>
                  <a:pt x="213" y="179"/>
                  <a:pt x="213" y="178"/>
                  <a:pt x="212" y="177"/>
                </a:cubicBezTo>
                <a:lnTo>
                  <a:pt x="208" y="160"/>
                </a:lnTo>
                <a:cubicBezTo>
                  <a:pt x="208" y="159"/>
                  <a:pt x="208" y="158"/>
                  <a:pt x="208" y="157"/>
                </a:cubicBezTo>
                <a:cubicBezTo>
                  <a:pt x="207" y="157"/>
                  <a:pt x="207" y="157"/>
                  <a:pt x="206" y="157"/>
                </a:cubicBezTo>
                <a:lnTo>
                  <a:pt x="206" y="156"/>
                </a:lnTo>
                <a:lnTo>
                  <a:pt x="215" y="154"/>
                </a:lnTo>
                <a:lnTo>
                  <a:pt x="216" y="159"/>
                </a:lnTo>
                <a:lnTo>
                  <a:pt x="216" y="160"/>
                </a:lnTo>
                <a:cubicBezTo>
                  <a:pt x="215" y="158"/>
                  <a:pt x="215" y="157"/>
                  <a:pt x="215" y="157"/>
                </a:cubicBezTo>
                <a:cubicBezTo>
                  <a:pt x="215" y="156"/>
                  <a:pt x="214" y="156"/>
                  <a:pt x="214" y="156"/>
                </a:cubicBezTo>
                <a:cubicBezTo>
                  <a:pt x="214" y="156"/>
                  <a:pt x="213" y="156"/>
                  <a:pt x="213" y="156"/>
                </a:cubicBezTo>
                <a:lnTo>
                  <a:pt x="209" y="157"/>
                </a:lnTo>
                <a:close/>
              </a:path>
              <a:path w="336" h="189">
                <a:moveTo>
                  <a:pt x="217" y="153"/>
                </a:moveTo>
                <a:lnTo>
                  <a:pt x="220" y="153"/>
                </a:lnTo>
                <a:lnTo>
                  <a:pt x="231" y="170"/>
                </a:lnTo>
                <a:lnTo>
                  <a:pt x="228" y="155"/>
                </a:lnTo>
                <a:cubicBezTo>
                  <a:pt x="228" y="154"/>
                  <a:pt x="227" y="153"/>
                  <a:pt x="227" y="152"/>
                </a:cubicBezTo>
                <a:cubicBezTo>
                  <a:pt x="227" y="152"/>
                  <a:pt x="226" y="152"/>
                  <a:pt x="226" y="152"/>
                </a:cubicBezTo>
                <a:lnTo>
                  <a:pt x="225" y="152"/>
                </a:lnTo>
                <a:lnTo>
                  <a:pt x="225" y="151"/>
                </a:lnTo>
                <a:lnTo>
                  <a:pt x="229" y="150"/>
                </a:lnTo>
                <a:lnTo>
                  <a:pt x="230" y="151"/>
                </a:lnTo>
                <a:lnTo>
                  <a:pt x="229" y="151"/>
                </a:lnTo>
                <a:cubicBezTo>
                  <a:pt x="229" y="151"/>
                  <a:pt x="228" y="151"/>
                  <a:pt x="228" y="152"/>
                </a:cubicBezTo>
                <a:cubicBezTo>
                  <a:pt x="228" y="153"/>
                  <a:pt x="228" y="154"/>
                  <a:pt x="229" y="155"/>
                </a:cubicBezTo>
                <a:lnTo>
                  <a:pt x="234" y="177"/>
                </a:lnTo>
                <a:lnTo>
                  <a:pt x="233" y="177"/>
                </a:lnTo>
                <a:lnTo>
                  <a:pt x="221" y="158"/>
                </a:lnTo>
                <a:lnTo>
                  <a:pt x="224" y="174"/>
                </a:lnTo>
                <a:cubicBezTo>
                  <a:pt x="225" y="175"/>
                  <a:pt x="225" y="176"/>
                  <a:pt x="225" y="177"/>
                </a:cubicBezTo>
                <a:cubicBezTo>
                  <a:pt x="226" y="177"/>
                  <a:pt x="226" y="177"/>
                  <a:pt x="226" y="177"/>
                </a:cubicBezTo>
                <a:lnTo>
                  <a:pt x="227" y="177"/>
                </a:lnTo>
                <a:lnTo>
                  <a:pt x="227" y="178"/>
                </a:lnTo>
                <a:lnTo>
                  <a:pt x="223" y="179"/>
                </a:lnTo>
                <a:lnTo>
                  <a:pt x="223" y="178"/>
                </a:lnTo>
                <a:cubicBezTo>
                  <a:pt x="224" y="178"/>
                  <a:pt x="224" y="178"/>
                  <a:pt x="224" y="177"/>
                </a:cubicBezTo>
                <a:cubicBezTo>
                  <a:pt x="224" y="176"/>
                  <a:pt x="224" y="175"/>
                  <a:pt x="224" y="174"/>
                </a:cubicBezTo>
                <a:lnTo>
                  <a:pt x="220" y="156"/>
                </a:lnTo>
                <a:cubicBezTo>
                  <a:pt x="219" y="155"/>
                  <a:pt x="219" y="155"/>
                  <a:pt x="218" y="155"/>
                </a:cubicBezTo>
                <a:cubicBezTo>
                  <a:pt x="218" y="154"/>
                  <a:pt x="218" y="154"/>
                  <a:pt x="217" y="154"/>
                </a:cubicBezTo>
                <a:cubicBezTo>
                  <a:pt x="217" y="154"/>
                  <a:pt x="217" y="154"/>
                  <a:pt x="217" y="154"/>
                </a:cubicBezTo>
                <a:lnTo>
                  <a:pt x="217" y="153"/>
                </a:lnTo>
                <a:close/>
              </a:path>
              <a:path w="336" h="189">
                <a:moveTo>
                  <a:pt x="238" y="146"/>
                </a:moveTo>
                <a:lnTo>
                  <a:pt x="242" y="155"/>
                </a:lnTo>
                <a:cubicBezTo>
                  <a:pt x="240" y="152"/>
                  <a:pt x="239" y="151"/>
                  <a:pt x="238" y="150"/>
                </a:cubicBezTo>
                <a:cubicBezTo>
                  <a:pt x="237" y="149"/>
                  <a:pt x="236" y="149"/>
                  <a:pt x="235" y="149"/>
                </a:cubicBezTo>
                <a:cubicBezTo>
                  <a:pt x="234" y="149"/>
                  <a:pt x="233" y="150"/>
                  <a:pt x="233" y="151"/>
                </a:cubicBezTo>
                <a:cubicBezTo>
                  <a:pt x="233" y="152"/>
                  <a:pt x="233" y="154"/>
                  <a:pt x="233" y="156"/>
                </a:cubicBezTo>
                <a:cubicBezTo>
                  <a:pt x="233" y="158"/>
                  <a:pt x="234" y="160"/>
                  <a:pt x="235" y="163"/>
                </a:cubicBezTo>
                <a:cubicBezTo>
                  <a:pt x="236" y="165"/>
                  <a:pt x="237" y="167"/>
                  <a:pt x="237" y="168"/>
                </a:cubicBezTo>
                <a:cubicBezTo>
                  <a:pt x="238" y="170"/>
                  <a:pt x="239" y="171"/>
                  <a:pt x="240" y="172"/>
                </a:cubicBezTo>
                <a:cubicBezTo>
                  <a:pt x="241" y="172"/>
                  <a:pt x="242" y="172"/>
                  <a:pt x="243" y="172"/>
                </a:cubicBezTo>
                <a:cubicBezTo>
                  <a:pt x="244" y="172"/>
                  <a:pt x="245" y="171"/>
                  <a:pt x="245" y="170"/>
                </a:cubicBezTo>
                <a:cubicBezTo>
                  <a:pt x="245" y="169"/>
                  <a:pt x="246" y="168"/>
                  <a:pt x="246" y="165"/>
                </a:cubicBezTo>
                <a:lnTo>
                  <a:pt x="246" y="166"/>
                </a:lnTo>
                <a:cubicBezTo>
                  <a:pt x="246" y="168"/>
                  <a:pt x="246" y="170"/>
                  <a:pt x="246" y="171"/>
                </a:cubicBezTo>
                <a:cubicBezTo>
                  <a:pt x="245" y="173"/>
                  <a:pt x="244" y="174"/>
                  <a:pt x="243" y="174"/>
                </a:cubicBezTo>
                <a:cubicBezTo>
                  <a:pt x="241" y="175"/>
                  <a:pt x="239" y="174"/>
                  <a:pt x="237" y="171"/>
                </a:cubicBezTo>
                <a:cubicBezTo>
                  <a:pt x="235" y="169"/>
                  <a:pt x="234" y="167"/>
                  <a:pt x="233" y="164"/>
                </a:cubicBezTo>
                <a:cubicBezTo>
                  <a:pt x="232" y="161"/>
                  <a:pt x="231" y="159"/>
                  <a:pt x="231" y="156"/>
                </a:cubicBezTo>
                <a:cubicBezTo>
                  <a:pt x="231" y="154"/>
                  <a:pt x="231" y="152"/>
                  <a:pt x="232" y="151"/>
                </a:cubicBezTo>
                <a:cubicBezTo>
                  <a:pt x="232" y="149"/>
                  <a:pt x="233" y="148"/>
                  <a:pt x="234" y="148"/>
                </a:cubicBezTo>
                <a:cubicBezTo>
                  <a:pt x="235" y="148"/>
                  <a:pt x="236" y="148"/>
                  <a:pt x="237" y="148"/>
                </a:cubicBezTo>
                <a:cubicBezTo>
                  <a:pt x="238" y="148"/>
                  <a:pt x="238" y="149"/>
                  <a:pt x="238" y="149"/>
                </a:cubicBezTo>
                <a:cubicBezTo>
                  <a:pt x="238" y="148"/>
                  <a:pt x="238" y="148"/>
                  <a:pt x="238" y="148"/>
                </a:cubicBezTo>
                <a:cubicBezTo>
                  <a:pt x="238" y="148"/>
                  <a:pt x="238" y="147"/>
                  <a:pt x="238" y="147"/>
                </a:cubicBezTo>
                <a:lnTo>
                  <a:pt x="238" y="146"/>
                </a:lnTo>
                <a:close/>
              </a:path>
              <a:path w="336" h="189">
                <a:moveTo>
                  <a:pt x="245" y="146"/>
                </a:moveTo>
                <a:lnTo>
                  <a:pt x="248" y="156"/>
                </a:lnTo>
                <a:lnTo>
                  <a:pt x="251" y="155"/>
                </a:lnTo>
                <a:cubicBezTo>
                  <a:pt x="252" y="155"/>
                  <a:pt x="252" y="155"/>
                  <a:pt x="252" y="154"/>
                </a:cubicBezTo>
                <a:cubicBezTo>
                  <a:pt x="252" y="153"/>
                  <a:pt x="252" y="152"/>
                  <a:pt x="252" y="151"/>
                </a:cubicBezTo>
                <a:lnTo>
                  <a:pt x="255" y="159"/>
                </a:lnTo>
                <a:cubicBezTo>
                  <a:pt x="254" y="158"/>
                  <a:pt x="254" y="158"/>
                  <a:pt x="254" y="157"/>
                </a:cubicBezTo>
                <a:cubicBezTo>
                  <a:pt x="253" y="157"/>
                  <a:pt x="253" y="157"/>
                  <a:pt x="253" y="156"/>
                </a:cubicBezTo>
                <a:cubicBezTo>
                  <a:pt x="252" y="156"/>
                  <a:pt x="252" y="156"/>
                  <a:pt x="251" y="156"/>
                </a:cubicBezTo>
                <a:lnTo>
                  <a:pt x="249" y="157"/>
                </a:lnTo>
                <a:lnTo>
                  <a:pt x="252" y="166"/>
                </a:lnTo>
                <a:cubicBezTo>
                  <a:pt x="252" y="167"/>
                  <a:pt x="252" y="167"/>
                  <a:pt x="252" y="168"/>
                </a:cubicBezTo>
                <a:cubicBezTo>
                  <a:pt x="253" y="168"/>
                  <a:pt x="253" y="168"/>
                  <a:pt x="253" y="168"/>
                </a:cubicBezTo>
                <a:cubicBezTo>
                  <a:pt x="253" y="168"/>
                  <a:pt x="253" y="168"/>
                  <a:pt x="254" y="168"/>
                </a:cubicBezTo>
                <a:lnTo>
                  <a:pt x="256" y="167"/>
                </a:lnTo>
                <a:cubicBezTo>
                  <a:pt x="256" y="167"/>
                  <a:pt x="257" y="167"/>
                  <a:pt x="257" y="166"/>
                </a:cubicBezTo>
                <a:cubicBezTo>
                  <a:pt x="257" y="166"/>
                  <a:pt x="258" y="166"/>
                  <a:pt x="258" y="165"/>
                </a:cubicBezTo>
                <a:cubicBezTo>
                  <a:pt x="258" y="164"/>
                  <a:pt x="258" y="163"/>
                  <a:pt x="258" y="161"/>
                </a:cubicBezTo>
                <a:lnTo>
                  <a:pt x="259" y="168"/>
                </a:lnTo>
                <a:lnTo>
                  <a:pt x="250" y="171"/>
                </a:lnTo>
                <a:lnTo>
                  <a:pt x="249" y="170"/>
                </a:lnTo>
                <a:lnTo>
                  <a:pt x="250" y="170"/>
                </a:lnTo>
                <a:cubicBezTo>
                  <a:pt x="250" y="170"/>
                  <a:pt x="250" y="170"/>
                  <a:pt x="251" y="169"/>
                </a:cubicBezTo>
                <a:cubicBezTo>
                  <a:pt x="251" y="169"/>
                  <a:pt x="251" y="169"/>
                  <a:pt x="251" y="168"/>
                </a:cubicBezTo>
                <a:cubicBezTo>
                  <a:pt x="251" y="168"/>
                  <a:pt x="250" y="167"/>
                  <a:pt x="250" y="166"/>
                </a:cubicBezTo>
                <a:lnTo>
                  <a:pt x="244" y="150"/>
                </a:lnTo>
                <a:cubicBezTo>
                  <a:pt x="244" y="148"/>
                  <a:pt x="243" y="147"/>
                  <a:pt x="243" y="147"/>
                </a:cubicBezTo>
                <a:cubicBezTo>
                  <a:pt x="242" y="147"/>
                  <a:pt x="242" y="147"/>
                  <a:pt x="241" y="147"/>
                </a:cubicBezTo>
                <a:lnTo>
                  <a:pt x="241" y="146"/>
                </a:lnTo>
                <a:lnTo>
                  <a:pt x="250" y="143"/>
                </a:lnTo>
                <a:lnTo>
                  <a:pt x="252" y="148"/>
                </a:lnTo>
                <a:cubicBezTo>
                  <a:pt x="251" y="147"/>
                  <a:pt x="251" y="146"/>
                  <a:pt x="251" y="146"/>
                </a:cubicBezTo>
                <a:cubicBezTo>
                  <a:pt x="250" y="145"/>
                  <a:pt x="250" y="145"/>
                  <a:pt x="249" y="145"/>
                </a:cubicBezTo>
                <a:cubicBezTo>
                  <a:pt x="249" y="145"/>
                  <a:pt x="249" y="145"/>
                  <a:pt x="248" y="145"/>
                </a:cubicBezTo>
                <a:lnTo>
                  <a:pt x="245" y="146"/>
                </a:lnTo>
                <a:close/>
              </a:path>
            </a:pathLst>
          </a:custGeom>
          <a:solidFill>
            <a:srgbClr val="24211D"/>
          </a:solidFill>
          <a:ln>
            <a:noFill/>
          </a:ln>
        </p:spPr>
      </p:sp>
      <p:sp>
        <p:nvSpPr>
          <p:cNvPr id="11" name="Freeform 16"/>
          <p:cNvSpPr>
            <a:spLocks noGrp="1"/>
          </p:cNvSpPr>
          <p:nvPr/>
        </p:nvSpPr>
        <p:spPr>
          <a:xfrm>
            <a:off x="9943582" y="268135"/>
            <a:ext cx="220968" cy="125723"/>
          </a:xfrm>
          <a:custGeom>
            <a:avLst/>
            <a:gdLst/>
            <a:ahLst/>
            <a:cxnLst/>
            <a:rect l="l" t="t" r="r" b="b"/>
            <a:pathLst>
              <a:path w="143" h="81">
                <a:moveTo>
                  <a:pt x="102" y="38"/>
                </a:moveTo>
                <a:lnTo>
                  <a:pt x="129" y="38"/>
                </a:lnTo>
                <a:cubicBezTo>
                  <a:pt x="135" y="33"/>
                  <a:pt x="68" y="12"/>
                  <a:pt x="53" y="18"/>
                </a:cubicBezTo>
                <a:cubicBezTo>
                  <a:pt x="44" y="22"/>
                  <a:pt x="65" y="31"/>
                  <a:pt x="77" y="41"/>
                </a:cubicBezTo>
                <a:cubicBezTo>
                  <a:pt x="84" y="46"/>
                  <a:pt x="94" y="54"/>
                  <a:pt x="96" y="58"/>
                </a:cubicBezTo>
                <a:cubicBezTo>
                  <a:pt x="101" y="65"/>
                  <a:pt x="97" y="72"/>
                  <a:pt x="88" y="81"/>
                </a:cubicBezTo>
                <a:lnTo>
                  <a:pt x="0" y="81"/>
                </a:lnTo>
                <a:cubicBezTo>
                  <a:pt x="3" y="78"/>
                  <a:pt x="7" y="76"/>
                  <a:pt x="10" y="76"/>
                </a:cubicBezTo>
                <a:lnTo>
                  <a:pt x="57" y="76"/>
                </a:lnTo>
                <a:cubicBezTo>
                  <a:pt x="65" y="75"/>
                  <a:pt x="82" y="73"/>
                  <a:pt x="82" y="53"/>
                </a:cubicBezTo>
                <a:cubicBezTo>
                  <a:pt x="79" y="40"/>
                  <a:pt x="48" y="37"/>
                  <a:pt x="39" y="27"/>
                </a:cubicBezTo>
                <a:cubicBezTo>
                  <a:pt x="35" y="23"/>
                  <a:pt x="41" y="17"/>
                  <a:pt x="53" y="17"/>
                </a:cubicBezTo>
                <a:cubicBezTo>
                  <a:pt x="75" y="0"/>
                  <a:pt x="143" y="8"/>
                  <a:pt x="141" y="24"/>
                </a:cubicBezTo>
                <a:cubicBezTo>
                  <a:pt x="140" y="33"/>
                  <a:pt x="134" y="39"/>
                  <a:pt x="127" y="45"/>
                </a:cubicBezTo>
                <a:lnTo>
                  <a:pt x="118" y="45"/>
                </a:lnTo>
                <a:lnTo>
                  <a:pt x="108" y="81"/>
                </a:lnTo>
                <a:lnTo>
                  <a:pt x="96" y="81"/>
                </a:lnTo>
                <a:lnTo>
                  <a:pt x="106" y="45"/>
                </a:lnTo>
                <a:lnTo>
                  <a:pt x="95" y="45"/>
                </a:lnTo>
                <a:lnTo>
                  <a:pt x="102" y="38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2" name="Freeform 17"/>
          <p:cNvSpPr>
            <a:spLocks noGrp="1"/>
          </p:cNvSpPr>
          <p:nvPr/>
        </p:nvSpPr>
        <p:spPr>
          <a:xfrm>
            <a:off x="9962631" y="339251"/>
            <a:ext cx="50797" cy="41908"/>
          </a:xfrm>
          <a:custGeom>
            <a:avLst/>
            <a:gdLst/>
            <a:ahLst/>
            <a:cxnLst/>
            <a:rect l="l" t="t" r="r" b="b"/>
            <a:pathLst>
              <a:path w="33" h="27">
                <a:moveTo>
                  <a:pt x="7" y="0"/>
                </a:moveTo>
                <a:lnTo>
                  <a:pt x="18" y="0"/>
                </a:lnTo>
                <a:lnTo>
                  <a:pt x="13" y="17"/>
                </a:lnTo>
                <a:lnTo>
                  <a:pt x="18" y="17"/>
                </a:lnTo>
                <a:lnTo>
                  <a:pt x="22" y="0"/>
                </a:lnTo>
                <a:lnTo>
                  <a:pt x="33" y="0"/>
                </a:lnTo>
                <a:lnTo>
                  <a:pt x="25" y="27"/>
                </a:lnTo>
                <a:lnTo>
                  <a:pt x="15" y="27"/>
                </a:lnTo>
                <a:lnTo>
                  <a:pt x="17" y="20"/>
                </a:lnTo>
                <a:lnTo>
                  <a:pt x="13" y="20"/>
                </a:lnTo>
                <a:lnTo>
                  <a:pt x="11" y="27"/>
                </a:lnTo>
                <a:lnTo>
                  <a:pt x="0" y="27"/>
                </a:lnTo>
                <a:lnTo>
                  <a:pt x="7" y="0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3" name="Freeform 18"/>
          <p:cNvSpPr>
            <a:spLocks noGrp="1"/>
          </p:cNvSpPr>
          <p:nvPr/>
        </p:nvSpPr>
        <p:spPr>
          <a:xfrm>
            <a:off x="10007079" y="339251"/>
            <a:ext cx="50797" cy="41908"/>
          </a:xfrm>
          <a:custGeom>
            <a:avLst/>
            <a:gdLst/>
            <a:ahLst/>
            <a:cxnLst/>
            <a:rect l="l" t="t" r="r" b="b"/>
            <a:pathLst>
              <a:path w="33" h="27">
                <a:moveTo>
                  <a:pt x="8" y="0"/>
                </a:moveTo>
                <a:lnTo>
                  <a:pt x="0" y="27"/>
                </a:lnTo>
                <a:lnTo>
                  <a:pt x="25" y="27"/>
                </a:lnTo>
                <a:lnTo>
                  <a:pt x="33" y="0"/>
                </a:lnTo>
                <a:lnTo>
                  <a:pt x="22" y="0"/>
                </a:lnTo>
                <a:lnTo>
                  <a:pt x="15" y="24"/>
                </a:lnTo>
                <a:lnTo>
                  <a:pt x="11" y="24"/>
                </a:lnTo>
                <a:lnTo>
                  <a:pt x="18" y="0"/>
                </a:lnTo>
                <a:lnTo>
                  <a:pt x="8" y="0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4" name="Freeform 5"/>
          <p:cNvSpPr>
            <a:spLocks noGrp="1"/>
          </p:cNvSpPr>
          <p:nvPr/>
        </p:nvSpPr>
        <p:spPr>
          <a:xfrm>
            <a:off x="10436316" y="152571"/>
            <a:ext cx="1607736" cy="325103"/>
          </a:xfrm>
          <a:custGeom>
            <a:avLst/>
            <a:gdLst/>
            <a:ahLst/>
            <a:cxnLst/>
            <a:rect l="l" t="t" r="r" b="b"/>
            <a:pathLst>
              <a:path w="489" h="98">
                <a:moveTo>
                  <a:pt x="98" y="37"/>
                </a:moveTo>
                <a:cubicBezTo>
                  <a:pt x="98" y="37"/>
                  <a:pt x="101" y="31"/>
                  <a:pt x="102" y="39"/>
                </a:cubicBezTo>
                <a:lnTo>
                  <a:pt x="104" y="45"/>
                </a:lnTo>
                <a:cubicBezTo>
                  <a:pt x="104" y="45"/>
                  <a:pt x="106" y="49"/>
                  <a:pt x="109" y="43"/>
                </a:cubicBezTo>
                <a:lnTo>
                  <a:pt x="112" y="40"/>
                </a:lnTo>
                <a:cubicBezTo>
                  <a:pt x="112" y="40"/>
                  <a:pt x="114" y="40"/>
                  <a:pt x="114" y="37"/>
                </a:cubicBezTo>
                <a:lnTo>
                  <a:pt x="113" y="28"/>
                </a:lnTo>
                <a:cubicBezTo>
                  <a:pt x="113" y="28"/>
                  <a:pt x="113" y="22"/>
                  <a:pt x="111" y="22"/>
                </a:cubicBezTo>
                <a:cubicBezTo>
                  <a:pt x="111" y="22"/>
                  <a:pt x="108" y="16"/>
                  <a:pt x="112" y="15"/>
                </a:cubicBezTo>
                <a:cubicBezTo>
                  <a:pt x="112" y="15"/>
                  <a:pt x="113" y="11"/>
                  <a:pt x="119" y="14"/>
                </a:cubicBezTo>
                <a:cubicBezTo>
                  <a:pt x="119" y="14"/>
                  <a:pt x="125" y="16"/>
                  <a:pt x="123" y="21"/>
                </a:cubicBezTo>
                <a:lnTo>
                  <a:pt x="122" y="29"/>
                </a:lnTo>
                <a:cubicBezTo>
                  <a:pt x="122" y="29"/>
                  <a:pt x="121" y="33"/>
                  <a:pt x="127" y="28"/>
                </a:cubicBezTo>
                <a:lnTo>
                  <a:pt x="135" y="23"/>
                </a:lnTo>
                <a:cubicBezTo>
                  <a:pt x="135" y="23"/>
                  <a:pt x="143" y="20"/>
                  <a:pt x="145" y="24"/>
                </a:cubicBezTo>
                <a:cubicBezTo>
                  <a:pt x="145" y="24"/>
                  <a:pt x="147" y="27"/>
                  <a:pt x="143" y="30"/>
                </a:cubicBezTo>
                <a:cubicBezTo>
                  <a:pt x="143" y="30"/>
                  <a:pt x="131" y="33"/>
                  <a:pt x="133" y="42"/>
                </a:cubicBezTo>
                <a:cubicBezTo>
                  <a:pt x="133" y="42"/>
                  <a:pt x="139" y="43"/>
                  <a:pt x="134" y="48"/>
                </a:cubicBezTo>
                <a:cubicBezTo>
                  <a:pt x="134" y="48"/>
                  <a:pt x="128" y="49"/>
                  <a:pt x="125" y="52"/>
                </a:cubicBezTo>
                <a:lnTo>
                  <a:pt x="121" y="53"/>
                </a:lnTo>
                <a:lnTo>
                  <a:pt x="121" y="86"/>
                </a:lnTo>
                <a:cubicBezTo>
                  <a:pt x="121" y="86"/>
                  <a:pt x="121" y="96"/>
                  <a:pt x="115" y="92"/>
                </a:cubicBezTo>
                <a:cubicBezTo>
                  <a:pt x="115" y="92"/>
                  <a:pt x="109" y="84"/>
                  <a:pt x="113" y="74"/>
                </a:cubicBezTo>
                <a:lnTo>
                  <a:pt x="114" y="49"/>
                </a:lnTo>
                <a:cubicBezTo>
                  <a:pt x="114" y="49"/>
                  <a:pt x="115" y="41"/>
                  <a:pt x="109" y="50"/>
                </a:cubicBezTo>
                <a:lnTo>
                  <a:pt x="104" y="57"/>
                </a:lnTo>
                <a:cubicBezTo>
                  <a:pt x="104" y="57"/>
                  <a:pt x="102" y="60"/>
                  <a:pt x="98" y="58"/>
                </a:cubicBezTo>
                <a:cubicBezTo>
                  <a:pt x="98" y="58"/>
                  <a:pt x="90" y="54"/>
                  <a:pt x="94" y="47"/>
                </a:cubicBezTo>
                <a:cubicBezTo>
                  <a:pt x="96" y="45"/>
                  <a:pt x="97" y="40"/>
                  <a:pt x="98" y="37"/>
                </a:cubicBezTo>
                <a:close/>
                <a:moveTo>
                  <a:pt x="121" y="39"/>
                </a:moveTo>
                <a:lnTo>
                  <a:pt x="121" y="45"/>
                </a:lnTo>
                <a:cubicBezTo>
                  <a:pt x="121" y="45"/>
                  <a:pt x="120" y="48"/>
                  <a:pt x="125" y="45"/>
                </a:cubicBezTo>
                <a:cubicBezTo>
                  <a:pt x="125" y="45"/>
                  <a:pt x="128" y="42"/>
                  <a:pt x="128" y="40"/>
                </a:cubicBezTo>
                <a:cubicBezTo>
                  <a:pt x="128" y="40"/>
                  <a:pt x="128" y="35"/>
                  <a:pt x="130" y="35"/>
                </a:cubicBezTo>
                <a:cubicBezTo>
                  <a:pt x="130" y="35"/>
                  <a:pt x="131" y="31"/>
                  <a:pt x="126" y="33"/>
                </a:cubicBezTo>
                <a:lnTo>
                  <a:pt x="123" y="37"/>
                </a:lnTo>
                <a:lnTo>
                  <a:pt x="122" y="37"/>
                </a:lnTo>
                <a:cubicBezTo>
                  <a:pt x="122" y="37"/>
                  <a:pt x="121" y="38"/>
                  <a:pt x="121" y="39"/>
                </a:cubicBezTo>
                <a:close/>
              </a:path>
              <a:path w="489" h="98">
                <a:moveTo>
                  <a:pt x="29" y="76"/>
                </a:moveTo>
                <a:cubicBezTo>
                  <a:pt x="34" y="73"/>
                  <a:pt x="37" y="72"/>
                  <a:pt x="38" y="73"/>
                </a:cubicBezTo>
                <a:cubicBezTo>
                  <a:pt x="39" y="73"/>
                  <a:pt x="39" y="80"/>
                  <a:pt x="39" y="92"/>
                </a:cubicBezTo>
                <a:cubicBezTo>
                  <a:pt x="39" y="98"/>
                  <a:pt x="43" y="98"/>
                  <a:pt x="45" y="95"/>
                </a:cubicBezTo>
                <a:cubicBezTo>
                  <a:pt x="47" y="92"/>
                  <a:pt x="48" y="86"/>
                  <a:pt x="48" y="78"/>
                </a:cubicBezTo>
                <a:lnTo>
                  <a:pt x="48" y="71"/>
                </a:lnTo>
                <a:lnTo>
                  <a:pt x="50" y="68"/>
                </a:lnTo>
                <a:lnTo>
                  <a:pt x="59" y="64"/>
                </a:lnTo>
                <a:cubicBezTo>
                  <a:pt x="62" y="63"/>
                  <a:pt x="62" y="61"/>
                  <a:pt x="59" y="60"/>
                </a:cubicBezTo>
                <a:lnTo>
                  <a:pt x="54" y="56"/>
                </a:lnTo>
                <a:cubicBezTo>
                  <a:pt x="53" y="54"/>
                  <a:pt x="53" y="53"/>
                  <a:pt x="56" y="52"/>
                </a:cubicBezTo>
                <a:lnTo>
                  <a:pt x="71" y="44"/>
                </a:lnTo>
                <a:cubicBezTo>
                  <a:pt x="73" y="44"/>
                  <a:pt x="74" y="42"/>
                  <a:pt x="71" y="39"/>
                </a:cubicBezTo>
                <a:cubicBezTo>
                  <a:pt x="69" y="37"/>
                  <a:pt x="67" y="37"/>
                  <a:pt x="64" y="39"/>
                </a:cubicBezTo>
                <a:lnTo>
                  <a:pt x="59" y="41"/>
                </a:lnTo>
                <a:cubicBezTo>
                  <a:pt x="56" y="44"/>
                  <a:pt x="55" y="42"/>
                  <a:pt x="59" y="37"/>
                </a:cubicBezTo>
                <a:lnTo>
                  <a:pt x="64" y="34"/>
                </a:lnTo>
                <a:cubicBezTo>
                  <a:pt x="68" y="32"/>
                  <a:pt x="66" y="30"/>
                  <a:pt x="63" y="29"/>
                </a:cubicBezTo>
                <a:lnTo>
                  <a:pt x="59" y="26"/>
                </a:lnTo>
                <a:cubicBezTo>
                  <a:pt x="57" y="25"/>
                  <a:pt x="56" y="25"/>
                  <a:pt x="55" y="28"/>
                </a:cubicBezTo>
                <a:cubicBezTo>
                  <a:pt x="55" y="32"/>
                  <a:pt x="54" y="34"/>
                  <a:pt x="52" y="35"/>
                </a:cubicBezTo>
                <a:cubicBezTo>
                  <a:pt x="50" y="36"/>
                  <a:pt x="48" y="36"/>
                  <a:pt x="47" y="35"/>
                </a:cubicBezTo>
                <a:cubicBezTo>
                  <a:pt x="45" y="33"/>
                  <a:pt x="45" y="32"/>
                  <a:pt x="47" y="30"/>
                </a:cubicBezTo>
                <a:cubicBezTo>
                  <a:pt x="49" y="27"/>
                  <a:pt x="52" y="25"/>
                  <a:pt x="56" y="25"/>
                </a:cubicBezTo>
                <a:cubicBezTo>
                  <a:pt x="60" y="23"/>
                  <a:pt x="64" y="21"/>
                  <a:pt x="65" y="18"/>
                </a:cubicBezTo>
                <a:cubicBezTo>
                  <a:pt x="66" y="17"/>
                  <a:pt x="65" y="14"/>
                  <a:pt x="62" y="11"/>
                </a:cubicBezTo>
                <a:cubicBezTo>
                  <a:pt x="59" y="6"/>
                  <a:pt x="55" y="5"/>
                  <a:pt x="52" y="10"/>
                </a:cubicBezTo>
                <a:lnTo>
                  <a:pt x="47" y="22"/>
                </a:lnTo>
                <a:lnTo>
                  <a:pt x="43" y="22"/>
                </a:lnTo>
                <a:lnTo>
                  <a:pt x="44" y="14"/>
                </a:lnTo>
                <a:cubicBezTo>
                  <a:pt x="45" y="12"/>
                  <a:pt x="43" y="10"/>
                  <a:pt x="40" y="7"/>
                </a:cubicBezTo>
                <a:cubicBezTo>
                  <a:pt x="36" y="5"/>
                  <a:pt x="34" y="4"/>
                  <a:pt x="33" y="7"/>
                </a:cubicBezTo>
                <a:cubicBezTo>
                  <a:pt x="32" y="7"/>
                  <a:pt x="33" y="9"/>
                  <a:pt x="36" y="13"/>
                </a:cubicBezTo>
                <a:cubicBezTo>
                  <a:pt x="38" y="15"/>
                  <a:pt x="39" y="18"/>
                  <a:pt x="41" y="23"/>
                </a:cubicBezTo>
                <a:cubicBezTo>
                  <a:pt x="36" y="23"/>
                  <a:pt x="31" y="24"/>
                  <a:pt x="26" y="23"/>
                </a:cubicBezTo>
                <a:cubicBezTo>
                  <a:pt x="20" y="23"/>
                  <a:pt x="17" y="24"/>
                  <a:pt x="20" y="27"/>
                </a:cubicBezTo>
                <a:cubicBezTo>
                  <a:pt x="21" y="29"/>
                  <a:pt x="23" y="30"/>
                  <a:pt x="24" y="32"/>
                </a:cubicBezTo>
                <a:lnTo>
                  <a:pt x="38" y="28"/>
                </a:lnTo>
                <a:cubicBezTo>
                  <a:pt x="45" y="27"/>
                  <a:pt x="45" y="27"/>
                  <a:pt x="43" y="30"/>
                </a:cubicBezTo>
                <a:cubicBezTo>
                  <a:pt x="43" y="31"/>
                  <a:pt x="41" y="31"/>
                  <a:pt x="39" y="30"/>
                </a:cubicBezTo>
                <a:cubicBezTo>
                  <a:pt x="36" y="31"/>
                  <a:pt x="36" y="33"/>
                  <a:pt x="37" y="35"/>
                </a:cubicBezTo>
                <a:cubicBezTo>
                  <a:pt x="38" y="39"/>
                  <a:pt x="38" y="40"/>
                  <a:pt x="35" y="38"/>
                </a:cubicBezTo>
                <a:cubicBezTo>
                  <a:pt x="34" y="38"/>
                  <a:pt x="33" y="38"/>
                  <a:pt x="33" y="39"/>
                </a:cubicBezTo>
                <a:cubicBezTo>
                  <a:pt x="32" y="40"/>
                  <a:pt x="30" y="40"/>
                  <a:pt x="28" y="37"/>
                </a:cubicBezTo>
                <a:cubicBezTo>
                  <a:pt x="24" y="33"/>
                  <a:pt x="21" y="32"/>
                  <a:pt x="20" y="35"/>
                </a:cubicBezTo>
                <a:lnTo>
                  <a:pt x="21" y="38"/>
                </a:lnTo>
                <a:cubicBezTo>
                  <a:pt x="23" y="42"/>
                  <a:pt x="23" y="44"/>
                  <a:pt x="20" y="44"/>
                </a:cubicBezTo>
                <a:cubicBezTo>
                  <a:pt x="19" y="45"/>
                  <a:pt x="20" y="46"/>
                  <a:pt x="21" y="47"/>
                </a:cubicBezTo>
                <a:lnTo>
                  <a:pt x="24" y="50"/>
                </a:lnTo>
                <a:cubicBezTo>
                  <a:pt x="26" y="53"/>
                  <a:pt x="28" y="53"/>
                  <a:pt x="32" y="49"/>
                </a:cubicBezTo>
                <a:cubicBezTo>
                  <a:pt x="36" y="44"/>
                  <a:pt x="38" y="43"/>
                  <a:pt x="38" y="47"/>
                </a:cubicBezTo>
                <a:cubicBezTo>
                  <a:pt x="38" y="50"/>
                  <a:pt x="37" y="51"/>
                  <a:pt x="34" y="51"/>
                </a:cubicBezTo>
                <a:lnTo>
                  <a:pt x="1" y="61"/>
                </a:lnTo>
                <a:cubicBezTo>
                  <a:pt x="0" y="61"/>
                  <a:pt x="0" y="61"/>
                  <a:pt x="0" y="61"/>
                </a:cubicBezTo>
                <a:lnTo>
                  <a:pt x="7" y="66"/>
                </a:lnTo>
                <a:cubicBezTo>
                  <a:pt x="8" y="66"/>
                  <a:pt x="10" y="66"/>
                  <a:pt x="11" y="66"/>
                </a:cubicBezTo>
                <a:lnTo>
                  <a:pt x="20" y="63"/>
                </a:lnTo>
                <a:lnTo>
                  <a:pt x="33" y="56"/>
                </a:lnTo>
                <a:cubicBezTo>
                  <a:pt x="37" y="55"/>
                  <a:pt x="39" y="55"/>
                  <a:pt x="38" y="58"/>
                </a:cubicBezTo>
                <a:cubicBezTo>
                  <a:pt x="38" y="59"/>
                  <a:pt x="37" y="60"/>
                  <a:pt x="35" y="61"/>
                </a:cubicBezTo>
                <a:cubicBezTo>
                  <a:pt x="29" y="64"/>
                  <a:pt x="23" y="69"/>
                  <a:pt x="17" y="74"/>
                </a:cubicBezTo>
                <a:cubicBezTo>
                  <a:pt x="14" y="77"/>
                  <a:pt x="13" y="78"/>
                  <a:pt x="17" y="78"/>
                </a:cubicBezTo>
                <a:cubicBezTo>
                  <a:pt x="19" y="79"/>
                  <a:pt x="21" y="79"/>
                  <a:pt x="25" y="77"/>
                </a:cubicBezTo>
                <a:lnTo>
                  <a:pt x="29" y="76"/>
                </a:lnTo>
                <a:close/>
                <a:moveTo>
                  <a:pt x="38" y="65"/>
                </a:moveTo>
                <a:cubicBezTo>
                  <a:pt x="38" y="67"/>
                  <a:pt x="37" y="68"/>
                  <a:pt x="34" y="69"/>
                </a:cubicBezTo>
                <a:lnTo>
                  <a:pt x="30" y="70"/>
                </a:lnTo>
                <a:cubicBezTo>
                  <a:pt x="26" y="71"/>
                  <a:pt x="25" y="71"/>
                  <a:pt x="28" y="69"/>
                </a:cubicBezTo>
                <a:lnTo>
                  <a:pt x="35" y="64"/>
                </a:lnTo>
                <a:cubicBezTo>
                  <a:pt x="37" y="63"/>
                  <a:pt x="38" y="63"/>
                  <a:pt x="38" y="65"/>
                </a:cubicBezTo>
                <a:close/>
                <a:moveTo>
                  <a:pt x="48" y="57"/>
                </a:moveTo>
                <a:lnTo>
                  <a:pt x="48" y="61"/>
                </a:lnTo>
                <a:cubicBezTo>
                  <a:pt x="48" y="63"/>
                  <a:pt x="50" y="63"/>
                  <a:pt x="51" y="62"/>
                </a:cubicBezTo>
                <a:cubicBezTo>
                  <a:pt x="51" y="62"/>
                  <a:pt x="51" y="61"/>
                  <a:pt x="51" y="59"/>
                </a:cubicBezTo>
                <a:cubicBezTo>
                  <a:pt x="50" y="58"/>
                  <a:pt x="49" y="57"/>
                  <a:pt x="48" y="57"/>
                </a:cubicBezTo>
                <a:close/>
                <a:moveTo>
                  <a:pt x="50" y="50"/>
                </a:moveTo>
                <a:cubicBezTo>
                  <a:pt x="48" y="50"/>
                  <a:pt x="48" y="51"/>
                  <a:pt x="48" y="52"/>
                </a:cubicBezTo>
                <a:cubicBezTo>
                  <a:pt x="49" y="53"/>
                  <a:pt x="51" y="53"/>
                  <a:pt x="53" y="51"/>
                </a:cubicBezTo>
                <a:lnTo>
                  <a:pt x="58" y="48"/>
                </a:lnTo>
                <a:cubicBezTo>
                  <a:pt x="59" y="47"/>
                  <a:pt x="59" y="47"/>
                  <a:pt x="56" y="47"/>
                </a:cubicBezTo>
                <a:lnTo>
                  <a:pt x="51" y="49"/>
                </a:lnTo>
                <a:lnTo>
                  <a:pt x="50" y="50"/>
                </a:lnTo>
                <a:close/>
                <a:moveTo>
                  <a:pt x="48" y="39"/>
                </a:moveTo>
                <a:lnTo>
                  <a:pt x="47" y="44"/>
                </a:lnTo>
                <a:cubicBezTo>
                  <a:pt x="48" y="47"/>
                  <a:pt x="49" y="47"/>
                  <a:pt x="51" y="45"/>
                </a:cubicBezTo>
                <a:cubicBezTo>
                  <a:pt x="51" y="44"/>
                  <a:pt x="52" y="43"/>
                  <a:pt x="53" y="41"/>
                </a:cubicBezTo>
                <a:cubicBezTo>
                  <a:pt x="53" y="39"/>
                  <a:pt x="52" y="39"/>
                  <a:pt x="51" y="38"/>
                </a:cubicBezTo>
                <a:cubicBezTo>
                  <a:pt x="50" y="38"/>
                  <a:pt x="49" y="38"/>
                  <a:pt x="48" y="39"/>
                </a:cubicBezTo>
                <a:close/>
                <a:moveTo>
                  <a:pt x="60" y="14"/>
                </a:moveTo>
                <a:cubicBezTo>
                  <a:pt x="60" y="15"/>
                  <a:pt x="59" y="16"/>
                  <a:pt x="58" y="17"/>
                </a:cubicBezTo>
                <a:lnTo>
                  <a:pt x="57" y="17"/>
                </a:lnTo>
                <a:cubicBezTo>
                  <a:pt x="56" y="17"/>
                  <a:pt x="55" y="18"/>
                  <a:pt x="54" y="17"/>
                </a:cubicBezTo>
                <a:lnTo>
                  <a:pt x="57" y="14"/>
                </a:lnTo>
                <a:cubicBezTo>
                  <a:pt x="58" y="14"/>
                  <a:pt x="60" y="13"/>
                  <a:pt x="60" y="14"/>
                </a:cubicBezTo>
                <a:close/>
              </a:path>
              <a:path w="489" h="98">
                <a:moveTo>
                  <a:pt x="186" y="22"/>
                </a:moveTo>
                <a:lnTo>
                  <a:pt x="193" y="17"/>
                </a:lnTo>
                <a:cubicBezTo>
                  <a:pt x="193" y="17"/>
                  <a:pt x="195" y="13"/>
                  <a:pt x="198" y="18"/>
                </a:cubicBezTo>
                <a:cubicBezTo>
                  <a:pt x="198" y="18"/>
                  <a:pt x="202" y="23"/>
                  <a:pt x="196" y="24"/>
                </a:cubicBezTo>
                <a:cubicBezTo>
                  <a:pt x="196" y="24"/>
                  <a:pt x="193" y="26"/>
                  <a:pt x="191" y="25"/>
                </a:cubicBezTo>
                <a:cubicBezTo>
                  <a:pt x="191" y="25"/>
                  <a:pt x="180" y="30"/>
                  <a:pt x="177" y="31"/>
                </a:cubicBezTo>
                <a:cubicBezTo>
                  <a:pt x="177" y="31"/>
                  <a:pt x="171" y="33"/>
                  <a:pt x="172" y="30"/>
                </a:cubicBezTo>
                <a:lnTo>
                  <a:pt x="183" y="24"/>
                </a:lnTo>
                <a:lnTo>
                  <a:pt x="186" y="22"/>
                </a:lnTo>
                <a:close/>
              </a:path>
              <a:path w="489" h="98">
                <a:moveTo>
                  <a:pt x="217" y="29"/>
                </a:moveTo>
                <a:lnTo>
                  <a:pt x="216" y="50"/>
                </a:lnTo>
                <a:lnTo>
                  <a:pt x="220" y="47"/>
                </a:lnTo>
                <a:lnTo>
                  <a:pt x="221" y="42"/>
                </a:lnTo>
                <a:cubicBezTo>
                  <a:pt x="221" y="42"/>
                  <a:pt x="221" y="39"/>
                  <a:pt x="225" y="43"/>
                </a:cubicBezTo>
                <a:cubicBezTo>
                  <a:pt x="225" y="43"/>
                  <a:pt x="229" y="46"/>
                  <a:pt x="228" y="50"/>
                </a:cubicBezTo>
                <a:cubicBezTo>
                  <a:pt x="228" y="50"/>
                  <a:pt x="220" y="52"/>
                  <a:pt x="216" y="59"/>
                </a:cubicBezTo>
                <a:lnTo>
                  <a:pt x="216" y="83"/>
                </a:lnTo>
                <a:cubicBezTo>
                  <a:pt x="216" y="83"/>
                  <a:pt x="216" y="87"/>
                  <a:pt x="215" y="89"/>
                </a:cubicBezTo>
                <a:cubicBezTo>
                  <a:pt x="215" y="89"/>
                  <a:pt x="212" y="95"/>
                  <a:pt x="211" y="94"/>
                </a:cubicBezTo>
                <a:cubicBezTo>
                  <a:pt x="211" y="94"/>
                  <a:pt x="207" y="92"/>
                  <a:pt x="209" y="86"/>
                </a:cubicBezTo>
                <a:lnTo>
                  <a:pt x="209" y="69"/>
                </a:lnTo>
                <a:cubicBezTo>
                  <a:pt x="209" y="69"/>
                  <a:pt x="210" y="63"/>
                  <a:pt x="206" y="68"/>
                </a:cubicBezTo>
                <a:cubicBezTo>
                  <a:pt x="206" y="68"/>
                  <a:pt x="202" y="74"/>
                  <a:pt x="197" y="69"/>
                </a:cubicBezTo>
                <a:cubicBezTo>
                  <a:pt x="197" y="69"/>
                  <a:pt x="192" y="67"/>
                  <a:pt x="197" y="64"/>
                </a:cubicBezTo>
                <a:cubicBezTo>
                  <a:pt x="197" y="64"/>
                  <a:pt x="198" y="64"/>
                  <a:pt x="199" y="59"/>
                </a:cubicBezTo>
                <a:lnTo>
                  <a:pt x="200" y="55"/>
                </a:lnTo>
                <a:cubicBezTo>
                  <a:pt x="200" y="55"/>
                  <a:pt x="201" y="50"/>
                  <a:pt x="198" y="50"/>
                </a:cubicBezTo>
                <a:cubicBezTo>
                  <a:pt x="198" y="50"/>
                  <a:pt x="195" y="47"/>
                  <a:pt x="197" y="45"/>
                </a:cubicBezTo>
                <a:cubicBezTo>
                  <a:pt x="197" y="45"/>
                  <a:pt x="203" y="38"/>
                  <a:pt x="196" y="32"/>
                </a:cubicBezTo>
                <a:cubicBezTo>
                  <a:pt x="196" y="32"/>
                  <a:pt x="190" y="29"/>
                  <a:pt x="195" y="28"/>
                </a:cubicBezTo>
                <a:cubicBezTo>
                  <a:pt x="195" y="28"/>
                  <a:pt x="199" y="28"/>
                  <a:pt x="199" y="29"/>
                </a:cubicBezTo>
                <a:cubicBezTo>
                  <a:pt x="199" y="29"/>
                  <a:pt x="207" y="28"/>
                  <a:pt x="207" y="34"/>
                </a:cubicBezTo>
                <a:cubicBezTo>
                  <a:pt x="207" y="34"/>
                  <a:pt x="207" y="37"/>
                  <a:pt x="205" y="37"/>
                </a:cubicBezTo>
                <a:cubicBezTo>
                  <a:pt x="205" y="37"/>
                  <a:pt x="197" y="44"/>
                  <a:pt x="203" y="44"/>
                </a:cubicBezTo>
                <a:cubicBezTo>
                  <a:pt x="203" y="44"/>
                  <a:pt x="211" y="46"/>
                  <a:pt x="205" y="52"/>
                </a:cubicBezTo>
                <a:cubicBezTo>
                  <a:pt x="205" y="52"/>
                  <a:pt x="203" y="51"/>
                  <a:pt x="202" y="57"/>
                </a:cubicBezTo>
                <a:cubicBezTo>
                  <a:pt x="202" y="57"/>
                  <a:pt x="199" y="64"/>
                  <a:pt x="204" y="61"/>
                </a:cubicBezTo>
                <a:cubicBezTo>
                  <a:pt x="204" y="61"/>
                  <a:pt x="206" y="60"/>
                  <a:pt x="209" y="57"/>
                </a:cubicBezTo>
                <a:cubicBezTo>
                  <a:pt x="209" y="57"/>
                  <a:pt x="210" y="54"/>
                  <a:pt x="210" y="51"/>
                </a:cubicBezTo>
                <a:cubicBezTo>
                  <a:pt x="210" y="51"/>
                  <a:pt x="210" y="26"/>
                  <a:pt x="209" y="20"/>
                </a:cubicBezTo>
                <a:cubicBezTo>
                  <a:pt x="209" y="20"/>
                  <a:pt x="207" y="16"/>
                  <a:pt x="211" y="14"/>
                </a:cubicBezTo>
                <a:cubicBezTo>
                  <a:pt x="211" y="14"/>
                  <a:pt x="214" y="12"/>
                  <a:pt x="218" y="16"/>
                </a:cubicBezTo>
                <a:cubicBezTo>
                  <a:pt x="218" y="16"/>
                  <a:pt x="221" y="17"/>
                  <a:pt x="218" y="21"/>
                </a:cubicBezTo>
                <a:lnTo>
                  <a:pt x="217" y="26"/>
                </a:lnTo>
                <a:lnTo>
                  <a:pt x="217" y="29"/>
                </a:lnTo>
                <a:close/>
              </a:path>
              <a:path w="489" h="98">
                <a:moveTo>
                  <a:pt x="170" y="48"/>
                </a:moveTo>
                <a:cubicBezTo>
                  <a:pt x="170" y="48"/>
                  <a:pt x="165" y="51"/>
                  <a:pt x="163" y="49"/>
                </a:cubicBezTo>
                <a:cubicBezTo>
                  <a:pt x="163" y="49"/>
                  <a:pt x="160" y="49"/>
                  <a:pt x="162" y="52"/>
                </a:cubicBezTo>
                <a:cubicBezTo>
                  <a:pt x="162" y="52"/>
                  <a:pt x="165" y="59"/>
                  <a:pt x="171" y="55"/>
                </a:cubicBezTo>
                <a:lnTo>
                  <a:pt x="179" y="49"/>
                </a:lnTo>
                <a:cubicBezTo>
                  <a:pt x="179" y="49"/>
                  <a:pt x="182" y="45"/>
                  <a:pt x="181" y="51"/>
                </a:cubicBezTo>
                <a:cubicBezTo>
                  <a:pt x="181" y="51"/>
                  <a:pt x="181" y="55"/>
                  <a:pt x="179" y="55"/>
                </a:cubicBezTo>
                <a:lnTo>
                  <a:pt x="167" y="68"/>
                </a:lnTo>
                <a:cubicBezTo>
                  <a:pt x="167" y="68"/>
                  <a:pt x="162" y="73"/>
                  <a:pt x="168" y="74"/>
                </a:cubicBezTo>
                <a:cubicBezTo>
                  <a:pt x="168" y="74"/>
                  <a:pt x="172" y="75"/>
                  <a:pt x="175" y="72"/>
                </a:cubicBezTo>
                <a:cubicBezTo>
                  <a:pt x="175" y="72"/>
                  <a:pt x="180" y="66"/>
                  <a:pt x="179" y="70"/>
                </a:cubicBezTo>
                <a:lnTo>
                  <a:pt x="179" y="79"/>
                </a:lnTo>
                <a:cubicBezTo>
                  <a:pt x="179" y="79"/>
                  <a:pt x="178" y="82"/>
                  <a:pt x="181" y="83"/>
                </a:cubicBezTo>
                <a:cubicBezTo>
                  <a:pt x="181" y="83"/>
                  <a:pt x="183" y="85"/>
                  <a:pt x="185" y="82"/>
                </a:cubicBezTo>
                <a:cubicBezTo>
                  <a:pt x="185" y="82"/>
                  <a:pt x="187" y="80"/>
                  <a:pt x="186" y="75"/>
                </a:cubicBezTo>
                <a:lnTo>
                  <a:pt x="186" y="63"/>
                </a:lnTo>
                <a:cubicBezTo>
                  <a:pt x="186" y="63"/>
                  <a:pt x="192" y="59"/>
                  <a:pt x="193" y="57"/>
                </a:cubicBezTo>
                <a:cubicBezTo>
                  <a:pt x="193" y="57"/>
                  <a:pt x="194" y="53"/>
                  <a:pt x="190" y="57"/>
                </a:cubicBezTo>
                <a:cubicBezTo>
                  <a:pt x="190" y="57"/>
                  <a:pt x="185" y="62"/>
                  <a:pt x="186" y="58"/>
                </a:cubicBezTo>
                <a:lnTo>
                  <a:pt x="186" y="52"/>
                </a:lnTo>
                <a:cubicBezTo>
                  <a:pt x="186" y="52"/>
                  <a:pt x="197" y="43"/>
                  <a:pt x="196" y="42"/>
                </a:cubicBezTo>
                <a:cubicBezTo>
                  <a:pt x="196" y="41"/>
                  <a:pt x="198" y="40"/>
                  <a:pt x="194" y="36"/>
                </a:cubicBezTo>
                <a:cubicBezTo>
                  <a:pt x="194" y="36"/>
                  <a:pt x="191" y="34"/>
                  <a:pt x="190" y="37"/>
                </a:cubicBezTo>
                <a:cubicBezTo>
                  <a:pt x="190" y="37"/>
                  <a:pt x="186" y="41"/>
                  <a:pt x="186" y="37"/>
                </a:cubicBezTo>
                <a:cubicBezTo>
                  <a:pt x="186" y="37"/>
                  <a:pt x="189" y="34"/>
                  <a:pt x="186" y="32"/>
                </a:cubicBezTo>
                <a:cubicBezTo>
                  <a:pt x="186" y="32"/>
                  <a:pt x="182" y="28"/>
                  <a:pt x="180" y="33"/>
                </a:cubicBezTo>
                <a:cubicBezTo>
                  <a:pt x="180" y="33"/>
                  <a:pt x="178" y="33"/>
                  <a:pt x="181" y="42"/>
                </a:cubicBezTo>
                <a:lnTo>
                  <a:pt x="176" y="44"/>
                </a:lnTo>
                <a:lnTo>
                  <a:pt x="173" y="46"/>
                </a:lnTo>
                <a:lnTo>
                  <a:pt x="170" y="48"/>
                </a:lnTo>
                <a:close/>
                <a:moveTo>
                  <a:pt x="186" y="43"/>
                </a:moveTo>
                <a:cubicBezTo>
                  <a:pt x="186" y="43"/>
                  <a:pt x="187" y="41"/>
                  <a:pt x="189" y="42"/>
                </a:cubicBezTo>
                <a:cubicBezTo>
                  <a:pt x="189" y="42"/>
                  <a:pt x="189" y="44"/>
                  <a:pt x="188" y="45"/>
                </a:cubicBezTo>
                <a:cubicBezTo>
                  <a:pt x="188" y="45"/>
                  <a:pt x="186" y="46"/>
                  <a:pt x="187" y="44"/>
                </a:cubicBezTo>
                <a:cubicBezTo>
                  <a:pt x="186" y="46"/>
                  <a:pt x="186" y="43"/>
                  <a:pt x="186" y="43"/>
                </a:cubicBezTo>
                <a:close/>
                <a:moveTo>
                  <a:pt x="175" y="64"/>
                </a:moveTo>
                <a:lnTo>
                  <a:pt x="178" y="61"/>
                </a:lnTo>
                <a:cubicBezTo>
                  <a:pt x="178" y="61"/>
                  <a:pt x="180" y="57"/>
                  <a:pt x="180" y="60"/>
                </a:cubicBezTo>
                <a:cubicBezTo>
                  <a:pt x="180" y="60"/>
                  <a:pt x="180" y="65"/>
                  <a:pt x="177" y="65"/>
                </a:cubicBezTo>
                <a:cubicBezTo>
                  <a:pt x="177" y="65"/>
                  <a:pt x="174" y="67"/>
                  <a:pt x="174" y="65"/>
                </a:cubicBezTo>
                <a:lnTo>
                  <a:pt x="175" y="65"/>
                </a:lnTo>
                <a:lnTo>
                  <a:pt x="175" y="64"/>
                </a:lnTo>
                <a:close/>
              </a:path>
              <a:path w="489" h="98">
                <a:moveTo>
                  <a:pt x="255" y="43"/>
                </a:moveTo>
                <a:cubicBezTo>
                  <a:pt x="255" y="43"/>
                  <a:pt x="252" y="46"/>
                  <a:pt x="249" y="46"/>
                </a:cubicBezTo>
                <a:cubicBezTo>
                  <a:pt x="249" y="46"/>
                  <a:pt x="247" y="45"/>
                  <a:pt x="248" y="48"/>
                </a:cubicBezTo>
                <a:cubicBezTo>
                  <a:pt x="248" y="48"/>
                  <a:pt x="248" y="51"/>
                  <a:pt x="253" y="52"/>
                </a:cubicBezTo>
                <a:cubicBezTo>
                  <a:pt x="253" y="52"/>
                  <a:pt x="257" y="52"/>
                  <a:pt x="257" y="51"/>
                </a:cubicBezTo>
                <a:cubicBezTo>
                  <a:pt x="257" y="51"/>
                  <a:pt x="257" y="49"/>
                  <a:pt x="260" y="48"/>
                </a:cubicBezTo>
                <a:cubicBezTo>
                  <a:pt x="260" y="48"/>
                  <a:pt x="263" y="46"/>
                  <a:pt x="264" y="45"/>
                </a:cubicBezTo>
                <a:cubicBezTo>
                  <a:pt x="264" y="45"/>
                  <a:pt x="267" y="42"/>
                  <a:pt x="266" y="46"/>
                </a:cubicBezTo>
                <a:lnTo>
                  <a:pt x="265" y="55"/>
                </a:lnTo>
                <a:cubicBezTo>
                  <a:pt x="265" y="59"/>
                  <a:pt x="258" y="64"/>
                  <a:pt x="256" y="66"/>
                </a:cubicBezTo>
                <a:cubicBezTo>
                  <a:pt x="256" y="66"/>
                  <a:pt x="253" y="69"/>
                  <a:pt x="251" y="69"/>
                </a:cubicBezTo>
                <a:cubicBezTo>
                  <a:pt x="251" y="69"/>
                  <a:pt x="249" y="68"/>
                  <a:pt x="251" y="72"/>
                </a:cubicBezTo>
                <a:cubicBezTo>
                  <a:pt x="251" y="72"/>
                  <a:pt x="255" y="76"/>
                  <a:pt x="257" y="75"/>
                </a:cubicBezTo>
                <a:lnTo>
                  <a:pt x="261" y="71"/>
                </a:lnTo>
                <a:lnTo>
                  <a:pt x="263" y="67"/>
                </a:lnTo>
                <a:cubicBezTo>
                  <a:pt x="263" y="67"/>
                  <a:pt x="266" y="63"/>
                  <a:pt x="265" y="69"/>
                </a:cubicBezTo>
                <a:cubicBezTo>
                  <a:pt x="265" y="69"/>
                  <a:pt x="265" y="77"/>
                  <a:pt x="263" y="79"/>
                </a:cubicBezTo>
                <a:cubicBezTo>
                  <a:pt x="263" y="79"/>
                  <a:pt x="262" y="79"/>
                  <a:pt x="264" y="82"/>
                </a:cubicBezTo>
                <a:cubicBezTo>
                  <a:pt x="264" y="82"/>
                  <a:pt x="266" y="87"/>
                  <a:pt x="268" y="85"/>
                </a:cubicBezTo>
                <a:lnTo>
                  <a:pt x="270" y="81"/>
                </a:lnTo>
                <a:cubicBezTo>
                  <a:pt x="270" y="81"/>
                  <a:pt x="272" y="78"/>
                  <a:pt x="271" y="76"/>
                </a:cubicBezTo>
                <a:cubicBezTo>
                  <a:pt x="270" y="75"/>
                  <a:pt x="271" y="57"/>
                  <a:pt x="271" y="57"/>
                </a:cubicBezTo>
                <a:lnTo>
                  <a:pt x="277" y="48"/>
                </a:lnTo>
                <a:cubicBezTo>
                  <a:pt x="277" y="48"/>
                  <a:pt x="281" y="44"/>
                  <a:pt x="277" y="44"/>
                </a:cubicBezTo>
                <a:cubicBezTo>
                  <a:pt x="277" y="44"/>
                  <a:pt x="275" y="46"/>
                  <a:pt x="273" y="49"/>
                </a:cubicBezTo>
                <a:cubicBezTo>
                  <a:pt x="273" y="49"/>
                  <a:pt x="271" y="51"/>
                  <a:pt x="272" y="46"/>
                </a:cubicBezTo>
                <a:lnTo>
                  <a:pt x="272" y="40"/>
                </a:lnTo>
                <a:cubicBezTo>
                  <a:pt x="272" y="40"/>
                  <a:pt x="271" y="37"/>
                  <a:pt x="275" y="36"/>
                </a:cubicBezTo>
                <a:lnTo>
                  <a:pt x="279" y="33"/>
                </a:lnTo>
                <a:cubicBezTo>
                  <a:pt x="279" y="33"/>
                  <a:pt x="282" y="31"/>
                  <a:pt x="280" y="30"/>
                </a:cubicBezTo>
                <a:cubicBezTo>
                  <a:pt x="280" y="30"/>
                  <a:pt x="276" y="26"/>
                  <a:pt x="276" y="30"/>
                </a:cubicBezTo>
                <a:lnTo>
                  <a:pt x="274" y="32"/>
                </a:lnTo>
                <a:cubicBezTo>
                  <a:pt x="274" y="32"/>
                  <a:pt x="272" y="34"/>
                  <a:pt x="273" y="30"/>
                </a:cubicBezTo>
                <a:lnTo>
                  <a:pt x="274" y="23"/>
                </a:lnTo>
                <a:cubicBezTo>
                  <a:pt x="274" y="23"/>
                  <a:pt x="274" y="18"/>
                  <a:pt x="276" y="17"/>
                </a:cubicBezTo>
                <a:cubicBezTo>
                  <a:pt x="276" y="17"/>
                  <a:pt x="273" y="11"/>
                  <a:pt x="269" y="14"/>
                </a:cubicBezTo>
                <a:cubicBezTo>
                  <a:pt x="269" y="14"/>
                  <a:pt x="263" y="17"/>
                  <a:pt x="267" y="21"/>
                </a:cubicBezTo>
                <a:lnTo>
                  <a:pt x="266" y="35"/>
                </a:lnTo>
                <a:cubicBezTo>
                  <a:pt x="266" y="35"/>
                  <a:pt x="266" y="38"/>
                  <a:pt x="264" y="38"/>
                </a:cubicBezTo>
                <a:lnTo>
                  <a:pt x="258" y="42"/>
                </a:lnTo>
                <a:lnTo>
                  <a:pt x="256" y="43"/>
                </a:lnTo>
                <a:lnTo>
                  <a:pt x="255" y="43"/>
                </a:lnTo>
                <a:close/>
              </a:path>
              <a:path w="489" h="98">
                <a:moveTo>
                  <a:pt x="303" y="56"/>
                </a:moveTo>
                <a:cubicBezTo>
                  <a:pt x="303" y="56"/>
                  <a:pt x="300" y="63"/>
                  <a:pt x="298" y="65"/>
                </a:cubicBezTo>
                <a:lnTo>
                  <a:pt x="304" y="70"/>
                </a:lnTo>
                <a:cubicBezTo>
                  <a:pt x="304" y="70"/>
                  <a:pt x="306" y="73"/>
                  <a:pt x="317" y="73"/>
                </a:cubicBezTo>
                <a:cubicBezTo>
                  <a:pt x="317" y="73"/>
                  <a:pt x="323" y="73"/>
                  <a:pt x="316" y="76"/>
                </a:cubicBezTo>
                <a:lnTo>
                  <a:pt x="307" y="81"/>
                </a:lnTo>
                <a:cubicBezTo>
                  <a:pt x="307" y="81"/>
                  <a:pt x="300" y="84"/>
                  <a:pt x="299" y="80"/>
                </a:cubicBezTo>
                <a:lnTo>
                  <a:pt x="295" y="73"/>
                </a:lnTo>
                <a:cubicBezTo>
                  <a:pt x="295" y="73"/>
                  <a:pt x="294" y="68"/>
                  <a:pt x="293" y="72"/>
                </a:cubicBezTo>
                <a:cubicBezTo>
                  <a:pt x="293" y="72"/>
                  <a:pt x="288" y="78"/>
                  <a:pt x="285" y="78"/>
                </a:cubicBezTo>
                <a:cubicBezTo>
                  <a:pt x="285" y="78"/>
                  <a:pt x="280" y="79"/>
                  <a:pt x="276" y="77"/>
                </a:cubicBezTo>
                <a:cubicBezTo>
                  <a:pt x="276" y="77"/>
                  <a:pt x="269" y="77"/>
                  <a:pt x="279" y="75"/>
                </a:cubicBezTo>
                <a:cubicBezTo>
                  <a:pt x="279" y="75"/>
                  <a:pt x="286" y="73"/>
                  <a:pt x="290" y="66"/>
                </a:cubicBezTo>
                <a:lnTo>
                  <a:pt x="283" y="58"/>
                </a:lnTo>
                <a:cubicBezTo>
                  <a:pt x="283" y="58"/>
                  <a:pt x="280" y="55"/>
                  <a:pt x="284" y="55"/>
                </a:cubicBezTo>
                <a:cubicBezTo>
                  <a:pt x="284" y="55"/>
                  <a:pt x="285" y="54"/>
                  <a:pt x="289" y="57"/>
                </a:cubicBezTo>
                <a:cubicBezTo>
                  <a:pt x="289" y="57"/>
                  <a:pt x="291" y="59"/>
                  <a:pt x="292" y="60"/>
                </a:cubicBezTo>
                <a:cubicBezTo>
                  <a:pt x="293" y="60"/>
                  <a:pt x="293" y="61"/>
                  <a:pt x="295" y="59"/>
                </a:cubicBezTo>
                <a:cubicBezTo>
                  <a:pt x="295" y="58"/>
                  <a:pt x="296" y="56"/>
                  <a:pt x="298" y="52"/>
                </a:cubicBezTo>
                <a:cubicBezTo>
                  <a:pt x="298" y="52"/>
                  <a:pt x="300" y="49"/>
                  <a:pt x="296" y="50"/>
                </a:cubicBezTo>
                <a:cubicBezTo>
                  <a:pt x="296" y="50"/>
                  <a:pt x="293" y="52"/>
                  <a:pt x="292" y="54"/>
                </a:cubicBezTo>
                <a:cubicBezTo>
                  <a:pt x="292" y="54"/>
                  <a:pt x="290" y="56"/>
                  <a:pt x="287" y="54"/>
                </a:cubicBezTo>
                <a:cubicBezTo>
                  <a:pt x="287" y="54"/>
                  <a:pt x="282" y="51"/>
                  <a:pt x="285" y="49"/>
                </a:cubicBezTo>
                <a:lnTo>
                  <a:pt x="286" y="45"/>
                </a:lnTo>
                <a:cubicBezTo>
                  <a:pt x="286" y="45"/>
                  <a:pt x="288" y="40"/>
                  <a:pt x="284" y="44"/>
                </a:cubicBezTo>
                <a:cubicBezTo>
                  <a:pt x="284" y="44"/>
                  <a:pt x="282" y="47"/>
                  <a:pt x="281" y="45"/>
                </a:cubicBezTo>
                <a:lnTo>
                  <a:pt x="276" y="41"/>
                </a:lnTo>
                <a:cubicBezTo>
                  <a:pt x="276" y="41"/>
                  <a:pt x="273" y="38"/>
                  <a:pt x="278" y="39"/>
                </a:cubicBezTo>
                <a:lnTo>
                  <a:pt x="290" y="34"/>
                </a:lnTo>
                <a:cubicBezTo>
                  <a:pt x="290" y="34"/>
                  <a:pt x="291" y="25"/>
                  <a:pt x="292" y="23"/>
                </a:cubicBezTo>
                <a:cubicBezTo>
                  <a:pt x="292" y="23"/>
                  <a:pt x="293" y="14"/>
                  <a:pt x="298" y="15"/>
                </a:cubicBezTo>
                <a:cubicBezTo>
                  <a:pt x="298" y="15"/>
                  <a:pt x="302" y="15"/>
                  <a:pt x="305" y="23"/>
                </a:cubicBezTo>
                <a:cubicBezTo>
                  <a:pt x="305" y="23"/>
                  <a:pt x="308" y="26"/>
                  <a:pt x="304" y="29"/>
                </a:cubicBezTo>
                <a:cubicBezTo>
                  <a:pt x="304" y="29"/>
                  <a:pt x="296" y="34"/>
                  <a:pt x="295" y="35"/>
                </a:cubicBezTo>
                <a:cubicBezTo>
                  <a:pt x="295" y="35"/>
                  <a:pt x="292" y="37"/>
                  <a:pt x="291" y="41"/>
                </a:cubicBezTo>
                <a:cubicBezTo>
                  <a:pt x="291" y="41"/>
                  <a:pt x="287" y="50"/>
                  <a:pt x="291" y="47"/>
                </a:cubicBezTo>
                <a:lnTo>
                  <a:pt x="301" y="40"/>
                </a:lnTo>
                <a:cubicBezTo>
                  <a:pt x="301" y="40"/>
                  <a:pt x="302" y="37"/>
                  <a:pt x="307" y="41"/>
                </a:cubicBezTo>
                <a:cubicBezTo>
                  <a:pt x="307" y="41"/>
                  <a:pt x="312" y="44"/>
                  <a:pt x="309" y="47"/>
                </a:cubicBezTo>
                <a:lnTo>
                  <a:pt x="305" y="52"/>
                </a:lnTo>
                <a:lnTo>
                  <a:pt x="303" y="54"/>
                </a:lnTo>
                <a:lnTo>
                  <a:pt x="303" y="56"/>
                </a:lnTo>
                <a:close/>
                <a:moveTo>
                  <a:pt x="295" y="27"/>
                </a:moveTo>
                <a:cubicBezTo>
                  <a:pt x="295" y="27"/>
                  <a:pt x="297" y="22"/>
                  <a:pt x="299" y="24"/>
                </a:cubicBezTo>
                <a:cubicBezTo>
                  <a:pt x="299" y="24"/>
                  <a:pt x="302" y="24"/>
                  <a:pt x="299" y="27"/>
                </a:cubicBezTo>
                <a:lnTo>
                  <a:pt x="297" y="30"/>
                </a:lnTo>
                <a:cubicBezTo>
                  <a:pt x="297" y="30"/>
                  <a:pt x="294" y="33"/>
                  <a:pt x="295" y="28"/>
                </a:cubicBezTo>
                <a:cubicBezTo>
                  <a:pt x="294" y="33"/>
                  <a:pt x="295" y="27"/>
                  <a:pt x="295" y="27"/>
                </a:cubicBezTo>
                <a:close/>
              </a:path>
              <a:path w="489" h="98">
                <a:moveTo>
                  <a:pt x="354" y="54"/>
                </a:moveTo>
                <a:cubicBezTo>
                  <a:pt x="354" y="54"/>
                  <a:pt x="348" y="58"/>
                  <a:pt x="341" y="59"/>
                </a:cubicBezTo>
                <a:cubicBezTo>
                  <a:pt x="341" y="59"/>
                  <a:pt x="336" y="59"/>
                  <a:pt x="342" y="62"/>
                </a:cubicBezTo>
                <a:lnTo>
                  <a:pt x="347" y="66"/>
                </a:lnTo>
                <a:cubicBezTo>
                  <a:pt x="347" y="66"/>
                  <a:pt x="352" y="67"/>
                  <a:pt x="354" y="64"/>
                </a:cubicBezTo>
                <a:lnTo>
                  <a:pt x="358" y="61"/>
                </a:lnTo>
                <a:cubicBezTo>
                  <a:pt x="358" y="61"/>
                  <a:pt x="364" y="56"/>
                  <a:pt x="361" y="63"/>
                </a:cubicBezTo>
                <a:cubicBezTo>
                  <a:pt x="361" y="63"/>
                  <a:pt x="357" y="73"/>
                  <a:pt x="342" y="79"/>
                </a:cubicBezTo>
                <a:cubicBezTo>
                  <a:pt x="342" y="79"/>
                  <a:pt x="335" y="81"/>
                  <a:pt x="346" y="80"/>
                </a:cubicBezTo>
                <a:cubicBezTo>
                  <a:pt x="346" y="80"/>
                  <a:pt x="365" y="83"/>
                  <a:pt x="372" y="50"/>
                </a:cubicBezTo>
                <a:cubicBezTo>
                  <a:pt x="372" y="50"/>
                  <a:pt x="385" y="41"/>
                  <a:pt x="388" y="40"/>
                </a:cubicBezTo>
                <a:cubicBezTo>
                  <a:pt x="388" y="40"/>
                  <a:pt x="393" y="37"/>
                  <a:pt x="387" y="36"/>
                </a:cubicBezTo>
                <a:cubicBezTo>
                  <a:pt x="387" y="36"/>
                  <a:pt x="383" y="33"/>
                  <a:pt x="380" y="38"/>
                </a:cubicBezTo>
                <a:lnTo>
                  <a:pt x="377" y="40"/>
                </a:lnTo>
                <a:cubicBezTo>
                  <a:pt x="377" y="40"/>
                  <a:pt x="373" y="43"/>
                  <a:pt x="374" y="37"/>
                </a:cubicBezTo>
                <a:lnTo>
                  <a:pt x="376" y="26"/>
                </a:lnTo>
                <a:cubicBezTo>
                  <a:pt x="376" y="26"/>
                  <a:pt x="377" y="22"/>
                  <a:pt x="374" y="21"/>
                </a:cubicBezTo>
                <a:cubicBezTo>
                  <a:pt x="371" y="19"/>
                  <a:pt x="368" y="15"/>
                  <a:pt x="368" y="15"/>
                </a:cubicBezTo>
                <a:cubicBezTo>
                  <a:pt x="368" y="15"/>
                  <a:pt x="365" y="12"/>
                  <a:pt x="365" y="18"/>
                </a:cubicBezTo>
                <a:cubicBezTo>
                  <a:pt x="365" y="18"/>
                  <a:pt x="368" y="35"/>
                  <a:pt x="365" y="47"/>
                </a:cubicBezTo>
                <a:lnTo>
                  <a:pt x="359" y="51"/>
                </a:lnTo>
                <a:lnTo>
                  <a:pt x="357" y="53"/>
                </a:lnTo>
                <a:lnTo>
                  <a:pt x="354" y="54"/>
                </a:lnTo>
                <a:close/>
              </a:path>
              <a:path w="489" h="98">
                <a:moveTo>
                  <a:pt x="378" y="66"/>
                </a:moveTo>
                <a:lnTo>
                  <a:pt x="383" y="76"/>
                </a:lnTo>
                <a:cubicBezTo>
                  <a:pt x="383" y="76"/>
                  <a:pt x="386" y="79"/>
                  <a:pt x="391" y="76"/>
                </a:cubicBezTo>
                <a:lnTo>
                  <a:pt x="401" y="72"/>
                </a:lnTo>
                <a:cubicBezTo>
                  <a:pt x="401" y="72"/>
                  <a:pt x="405" y="70"/>
                  <a:pt x="400" y="70"/>
                </a:cubicBezTo>
                <a:cubicBezTo>
                  <a:pt x="400" y="70"/>
                  <a:pt x="384" y="70"/>
                  <a:pt x="377" y="55"/>
                </a:cubicBezTo>
                <a:cubicBezTo>
                  <a:pt x="377" y="55"/>
                  <a:pt x="374" y="51"/>
                  <a:pt x="374" y="55"/>
                </a:cubicBezTo>
                <a:cubicBezTo>
                  <a:pt x="374" y="55"/>
                  <a:pt x="373" y="56"/>
                  <a:pt x="376" y="60"/>
                </a:cubicBezTo>
                <a:lnTo>
                  <a:pt x="377" y="63"/>
                </a:lnTo>
                <a:lnTo>
                  <a:pt x="378" y="66"/>
                </a:lnTo>
                <a:close/>
              </a:path>
              <a:path w="489" h="98">
                <a:moveTo>
                  <a:pt x="437" y="62"/>
                </a:moveTo>
                <a:cubicBezTo>
                  <a:pt x="437" y="62"/>
                  <a:pt x="428" y="68"/>
                  <a:pt x="424" y="68"/>
                </a:cubicBezTo>
                <a:cubicBezTo>
                  <a:pt x="424" y="68"/>
                  <a:pt x="420" y="68"/>
                  <a:pt x="424" y="71"/>
                </a:cubicBezTo>
                <a:lnTo>
                  <a:pt x="432" y="74"/>
                </a:lnTo>
                <a:cubicBezTo>
                  <a:pt x="432" y="74"/>
                  <a:pt x="436" y="78"/>
                  <a:pt x="438" y="73"/>
                </a:cubicBezTo>
                <a:cubicBezTo>
                  <a:pt x="438" y="73"/>
                  <a:pt x="449" y="59"/>
                  <a:pt x="452" y="59"/>
                </a:cubicBezTo>
                <a:cubicBezTo>
                  <a:pt x="452" y="59"/>
                  <a:pt x="456" y="55"/>
                  <a:pt x="456" y="60"/>
                </a:cubicBezTo>
                <a:cubicBezTo>
                  <a:pt x="456" y="60"/>
                  <a:pt x="456" y="68"/>
                  <a:pt x="456" y="77"/>
                </a:cubicBezTo>
                <a:cubicBezTo>
                  <a:pt x="456" y="77"/>
                  <a:pt x="458" y="86"/>
                  <a:pt x="450" y="85"/>
                </a:cubicBezTo>
                <a:lnTo>
                  <a:pt x="444" y="86"/>
                </a:lnTo>
                <a:lnTo>
                  <a:pt x="451" y="89"/>
                </a:lnTo>
                <a:lnTo>
                  <a:pt x="457" y="91"/>
                </a:lnTo>
                <a:cubicBezTo>
                  <a:pt x="457" y="91"/>
                  <a:pt x="462" y="94"/>
                  <a:pt x="464" y="88"/>
                </a:cubicBezTo>
                <a:cubicBezTo>
                  <a:pt x="464" y="88"/>
                  <a:pt x="465" y="86"/>
                  <a:pt x="463" y="75"/>
                </a:cubicBezTo>
                <a:lnTo>
                  <a:pt x="461" y="54"/>
                </a:lnTo>
                <a:cubicBezTo>
                  <a:pt x="461" y="54"/>
                  <a:pt x="463" y="49"/>
                  <a:pt x="467" y="53"/>
                </a:cubicBezTo>
                <a:lnTo>
                  <a:pt x="467" y="56"/>
                </a:lnTo>
                <a:cubicBezTo>
                  <a:pt x="467" y="56"/>
                  <a:pt x="466" y="60"/>
                  <a:pt x="471" y="56"/>
                </a:cubicBezTo>
                <a:cubicBezTo>
                  <a:pt x="471" y="56"/>
                  <a:pt x="474" y="53"/>
                  <a:pt x="477" y="53"/>
                </a:cubicBezTo>
                <a:cubicBezTo>
                  <a:pt x="477" y="53"/>
                  <a:pt x="480" y="50"/>
                  <a:pt x="476" y="49"/>
                </a:cubicBezTo>
                <a:cubicBezTo>
                  <a:pt x="476" y="49"/>
                  <a:pt x="473" y="45"/>
                  <a:pt x="468" y="46"/>
                </a:cubicBezTo>
                <a:cubicBezTo>
                  <a:pt x="468" y="46"/>
                  <a:pt x="463" y="46"/>
                  <a:pt x="469" y="41"/>
                </a:cubicBezTo>
                <a:lnTo>
                  <a:pt x="473" y="38"/>
                </a:lnTo>
                <a:cubicBezTo>
                  <a:pt x="473" y="38"/>
                  <a:pt x="477" y="35"/>
                  <a:pt x="472" y="33"/>
                </a:cubicBezTo>
                <a:lnTo>
                  <a:pt x="470" y="31"/>
                </a:lnTo>
                <a:cubicBezTo>
                  <a:pt x="470" y="31"/>
                  <a:pt x="467" y="30"/>
                  <a:pt x="473" y="25"/>
                </a:cubicBezTo>
                <a:cubicBezTo>
                  <a:pt x="473" y="25"/>
                  <a:pt x="478" y="20"/>
                  <a:pt x="483" y="19"/>
                </a:cubicBezTo>
                <a:cubicBezTo>
                  <a:pt x="483" y="19"/>
                  <a:pt x="489" y="15"/>
                  <a:pt x="483" y="9"/>
                </a:cubicBezTo>
                <a:cubicBezTo>
                  <a:pt x="483" y="9"/>
                  <a:pt x="478" y="2"/>
                  <a:pt x="472" y="6"/>
                </a:cubicBezTo>
                <a:lnTo>
                  <a:pt x="462" y="11"/>
                </a:lnTo>
                <a:cubicBezTo>
                  <a:pt x="462" y="11"/>
                  <a:pt x="458" y="14"/>
                  <a:pt x="461" y="10"/>
                </a:cubicBezTo>
                <a:cubicBezTo>
                  <a:pt x="461" y="10"/>
                  <a:pt x="463" y="6"/>
                  <a:pt x="460" y="5"/>
                </a:cubicBezTo>
                <a:lnTo>
                  <a:pt x="457" y="3"/>
                </a:lnTo>
                <a:cubicBezTo>
                  <a:pt x="457" y="3"/>
                  <a:pt x="453" y="0"/>
                  <a:pt x="453" y="4"/>
                </a:cubicBezTo>
                <a:cubicBezTo>
                  <a:pt x="453" y="4"/>
                  <a:pt x="451" y="12"/>
                  <a:pt x="447" y="10"/>
                </a:cubicBezTo>
                <a:cubicBezTo>
                  <a:pt x="447" y="10"/>
                  <a:pt x="442" y="8"/>
                  <a:pt x="442" y="11"/>
                </a:cubicBezTo>
                <a:cubicBezTo>
                  <a:pt x="442" y="11"/>
                  <a:pt x="449" y="15"/>
                  <a:pt x="446" y="18"/>
                </a:cubicBezTo>
                <a:cubicBezTo>
                  <a:pt x="446" y="18"/>
                  <a:pt x="441" y="24"/>
                  <a:pt x="439" y="18"/>
                </a:cubicBezTo>
                <a:cubicBezTo>
                  <a:pt x="439" y="18"/>
                  <a:pt x="436" y="11"/>
                  <a:pt x="430" y="9"/>
                </a:cubicBezTo>
                <a:cubicBezTo>
                  <a:pt x="430" y="9"/>
                  <a:pt x="425" y="7"/>
                  <a:pt x="428" y="11"/>
                </a:cubicBezTo>
                <a:cubicBezTo>
                  <a:pt x="428" y="11"/>
                  <a:pt x="434" y="16"/>
                  <a:pt x="435" y="21"/>
                </a:cubicBezTo>
                <a:cubicBezTo>
                  <a:pt x="435" y="21"/>
                  <a:pt x="438" y="27"/>
                  <a:pt x="433" y="23"/>
                </a:cubicBezTo>
                <a:cubicBezTo>
                  <a:pt x="433" y="23"/>
                  <a:pt x="426" y="17"/>
                  <a:pt x="427" y="21"/>
                </a:cubicBezTo>
                <a:cubicBezTo>
                  <a:pt x="427" y="21"/>
                  <a:pt x="433" y="32"/>
                  <a:pt x="436" y="37"/>
                </a:cubicBezTo>
                <a:cubicBezTo>
                  <a:pt x="436" y="37"/>
                  <a:pt x="439" y="42"/>
                  <a:pt x="439" y="36"/>
                </a:cubicBezTo>
                <a:cubicBezTo>
                  <a:pt x="439" y="36"/>
                  <a:pt x="438" y="30"/>
                  <a:pt x="442" y="34"/>
                </a:cubicBezTo>
                <a:cubicBezTo>
                  <a:pt x="442" y="34"/>
                  <a:pt x="445" y="37"/>
                  <a:pt x="447" y="35"/>
                </a:cubicBezTo>
                <a:cubicBezTo>
                  <a:pt x="447" y="35"/>
                  <a:pt x="449" y="31"/>
                  <a:pt x="447" y="31"/>
                </a:cubicBezTo>
                <a:cubicBezTo>
                  <a:pt x="444" y="30"/>
                  <a:pt x="445" y="26"/>
                  <a:pt x="445" y="26"/>
                </a:cubicBezTo>
                <a:cubicBezTo>
                  <a:pt x="445" y="26"/>
                  <a:pt x="443" y="22"/>
                  <a:pt x="445" y="22"/>
                </a:cubicBezTo>
                <a:cubicBezTo>
                  <a:pt x="445" y="22"/>
                  <a:pt x="453" y="17"/>
                  <a:pt x="450" y="22"/>
                </a:cubicBezTo>
                <a:cubicBezTo>
                  <a:pt x="450" y="22"/>
                  <a:pt x="444" y="27"/>
                  <a:pt x="452" y="32"/>
                </a:cubicBezTo>
                <a:cubicBezTo>
                  <a:pt x="452" y="32"/>
                  <a:pt x="460" y="35"/>
                  <a:pt x="463" y="28"/>
                </a:cubicBezTo>
                <a:cubicBezTo>
                  <a:pt x="463" y="28"/>
                  <a:pt x="464" y="23"/>
                  <a:pt x="462" y="21"/>
                </a:cubicBezTo>
                <a:cubicBezTo>
                  <a:pt x="462" y="21"/>
                  <a:pt x="458" y="16"/>
                  <a:pt x="463" y="16"/>
                </a:cubicBezTo>
                <a:lnTo>
                  <a:pt x="468" y="14"/>
                </a:lnTo>
                <a:cubicBezTo>
                  <a:pt x="468" y="14"/>
                  <a:pt x="473" y="12"/>
                  <a:pt x="472" y="16"/>
                </a:cubicBezTo>
                <a:lnTo>
                  <a:pt x="466" y="28"/>
                </a:lnTo>
                <a:cubicBezTo>
                  <a:pt x="466" y="28"/>
                  <a:pt x="463" y="34"/>
                  <a:pt x="460" y="34"/>
                </a:cubicBezTo>
                <a:lnTo>
                  <a:pt x="444" y="43"/>
                </a:lnTo>
                <a:cubicBezTo>
                  <a:pt x="444" y="43"/>
                  <a:pt x="437" y="45"/>
                  <a:pt x="442" y="46"/>
                </a:cubicBezTo>
                <a:cubicBezTo>
                  <a:pt x="442" y="46"/>
                  <a:pt x="447" y="48"/>
                  <a:pt x="450" y="44"/>
                </a:cubicBezTo>
                <a:lnTo>
                  <a:pt x="458" y="40"/>
                </a:lnTo>
                <a:cubicBezTo>
                  <a:pt x="458" y="40"/>
                  <a:pt x="463" y="36"/>
                  <a:pt x="460" y="42"/>
                </a:cubicBezTo>
                <a:cubicBezTo>
                  <a:pt x="460" y="42"/>
                  <a:pt x="460" y="47"/>
                  <a:pt x="453" y="52"/>
                </a:cubicBezTo>
                <a:lnTo>
                  <a:pt x="443" y="59"/>
                </a:lnTo>
                <a:lnTo>
                  <a:pt x="440" y="60"/>
                </a:lnTo>
                <a:lnTo>
                  <a:pt x="437" y="62"/>
                </a:lnTo>
                <a:close/>
                <a:moveTo>
                  <a:pt x="456" y="23"/>
                </a:moveTo>
                <a:cubicBezTo>
                  <a:pt x="457" y="23"/>
                  <a:pt x="458" y="24"/>
                  <a:pt x="458" y="25"/>
                </a:cubicBezTo>
                <a:cubicBezTo>
                  <a:pt x="458" y="27"/>
                  <a:pt x="457" y="28"/>
                  <a:pt x="456" y="28"/>
                </a:cubicBezTo>
                <a:cubicBezTo>
                  <a:pt x="455" y="28"/>
                  <a:pt x="454" y="27"/>
                  <a:pt x="454" y="25"/>
                </a:cubicBezTo>
                <a:cubicBezTo>
                  <a:pt x="454" y="24"/>
                  <a:pt x="455" y="23"/>
                  <a:pt x="456" y="23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15" name="Freeform 6"/>
          <p:cNvSpPr>
            <a:spLocks noGrp="1"/>
          </p:cNvSpPr>
          <p:nvPr/>
        </p:nvSpPr>
        <p:spPr>
          <a:xfrm>
            <a:off x="10465525" y="520851"/>
            <a:ext cx="1549319" cy="49527"/>
          </a:xfrm>
          <a:custGeom>
            <a:avLst/>
            <a:gdLst/>
            <a:ahLst/>
            <a:cxnLst/>
            <a:rect l="l" t="t" r="r" b="b"/>
            <a:pathLst>
              <a:path w="471" h="15">
                <a:moveTo>
                  <a:pt x="0" y="15"/>
                </a:moveTo>
                <a:lnTo>
                  <a:pt x="0" y="0"/>
                </a:lnTo>
                <a:lnTo>
                  <a:pt x="2" y="0"/>
                </a:lnTo>
                <a:lnTo>
                  <a:pt x="2" y="6"/>
                </a:lnTo>
                <a:lnTo>
                  <a:pt x="9" y="6"/>
                </a:lnTo>
                <a:lnTo>
                  <a:pt x="9" y="0"/>
                </a:lnTo>
                <a:lnTo>
                  <a:pt x="10" y="0"/>
                </a:lnTo>
                <a:lnTo>
                  <a:pt x="10" y="15"/>
                </a:lnTo>
                <a:lnTo>
                  <a:pt x="9" y="15"/>
                </a:lnTo>
                <a:lnTo>
                  <a:pt x="9" y="8"/>
                </a:lnTo>
                <a:lnTo>
                  <a:pt x="2" y="8"/>
                </a:lnTo>
                <a:lnTo>
                  <a:pt x="2" y="15"/>
                </a:lnTo>
                <a:lnTo>
                  <a:pt x="0" y="15"/>
                </a:lnTo>
                <a:close/>
              </a:path>
              <a:path w="471" h="15">
                <a:moveTo>
                  <a:pt x="21" y="0"/>
                </a:moveTo>
                <a:lnTo>
                  <a:pt x="22" y="0"/>
                </a:lnTo>
                <a:lnTo>
                  <a:pt x="22" y="9"/>
                </a:lnTo>
                <a:cubicBezTo>
                  <a:pt x="22" y="10"/>
                  <a:pt x="22" y="11"/>
                  <a:pt x="22" y="12"/>
                </a:cubicBezTo>
                <a:cubicBezTo>
                  <a:pt x="22" y="13"/>
                  <a:pt x="21" y="14"/>
                  <a:pt x="20" y="14"/>
                </a:cubicBezTo>
                <a:cubicBezTo>
                  <a:pt x="20" y="15"/>
                  <a:pt x="19" y="15"/>
                  <a:pt x="17" y="15"/>
                </a:cubicBezTo>
                <a:cubicBezTo>
                  <a:pt x="16" y="15"/>
                  <a:pt x="15" y="15"/>
                  <a:pt x="15" y="14"/>
                </a:cubicBezTo>
                <a:cubicBezTo>
                  <a:pt x="14" y="14"/>
                  <a:pt x="13" y="13"/>
                  <a:pt x="13" y="12"/>
                </a:cubicBezTo>
                <a:cubicBezTo>
                  <a:pt x="13" y="11"/>
                  <a:pt x="12" y="10"/>
                  <a:pt x="12" y="9"/>
                </a:cubicBezTo>
                <a:lnTo>
                  <a:pt x="12" y="0"/>
                </a:lnTo>
                <a:lnTo>
                  <a:pt x="14" y="0"/>
                </a:lnTo>
                <a:lnTo>
                  <a:pt x="14" y="9"/>
                </a:lnTo>
                <a:cubicBezTo>
                  <a:pt x="14" y="10"/>
                  <a:pt x="14" y="11"/>
                  <a:pt x="14" y="11"/>
                </a:cubicBezTo>
                <a:cubicBezTo>
                  <a:pt x="15" y="12"/>
                  <a:pt x="15" y="12"/>
                  <a:pt x="15" y="13"/>
                </a:cubicBezTo>
                <a:cubicBezTo>
                  <a:pt x="16" y="13"/>
                  <a:pt x="17" y="13"/>
                  <a:pt x="17" y="13"/>
                </a:cubicBezTo>
                <a:cubicBezTo>
                  <a:pt x="18" y="13"/>
                  <a:pt x="19" y="13"/>
                  <a:pt x="20" y="12"/>
                </a:cubicBezTo>
                <a:cubicBezTo>
                  <a:pt x="20" y="12"/>
                  <a:pt x="21" y="10"/>
                  <a:pt x="21" y="9"/>
                </a:cubicBezTo>
                <a:lnTo>
                  <a:pt x="21" y="0"/>
                </a:lnTo>
                <a:close/>
              </a:path>
              <a:path w="471" h="15">
                <a:moveTo>
                  <a:pt x="23" y="15"/>
                </a:moveTo>
                <a:lnTo>
                  <a:pt x="28" y="0"/>
                </a:lnTo>
                <a:lnTo>
                  <a:pt x="30" y="0"/>
                </a:lnTo>
                <a:lnTo>
                  <a:pt x="35" y="15"/>
                </a:lnTo>
                <a:lnTo>
                  <a:pt x="33" y="15"/>
                </a:lnTo>
                <a:lnTo>
                  <a:pt x="32" y="10"/>
                </a:lnTo>
                <a:lnTo>
                  <a:pt x="26" y="10"/>
                </a:lnTo>
                <a:lnTo>
                  <a:pt x="25" y="15"/>
                </a:lnTo>
                <a:lnTo>
                  <a:pt x="23" y="15"/>
                </a:lnTo>
                <a:close/>
                <a:moveTo>
                  <a:pt x="27" y="9"/>
                </a:moveTo>
                <a:lnTo>
                  <a:pt x="31" y="9"/>
                </a:lnTo>
                <a:lnTo>
                  <a:pt x="30" y="5"/>
                </a:lnTo>
                <a:cubicBezTo>
                  <a:pt x="29" y="4"/>
                  <a:pt x="29" y="3"/>
                  <a:pt x="29" y="2"/>
                </a:cubicBezTo>
                <a:cubicBezTo>
                  <a:pt x="29" y="3"/>
                  <a:pt x="28" y="4"/>
                  <a:pt x="28" y="5"/>
                </a:cubicBezTo>
                <a:lnTo>
                  <a:pt x="27" y="9"/>
                </a:lnTo>
                <a:close/>
              </a:path>
              <a:path w="471" h="15">
                <a:moveTo>
                  <a:pt x="35" y="15"/>
                </a:moveTo>
                <a:lnTo>
                  <a:pt x="35" y="13"/>
                </a:lnTo>
                <a:lnTo>
                  <a:pt x="41" y="4"/>
                </a:lnTo>
                <a:cubicBezTo>
                  <a:pt x="42" y="3"/>
                  <a:pt x="42" y="2"/>
                  <a:pt x="42" y="2"/>
                </a:cubicBezTo>
                <a:lnTo>
                  <a:pt x="35" y="2"/>
                </a:lnTo>
                <a:lnTo>
                  <a:pt x="35" y="0"/>
                </a:lnTo>
                <a:lnTo>
                  <a:pt x="44" y="0"/>
                </a:lnTo>
                <a:lnTo>
                  <a:pt x="44" y="2"/>
                </a:lnTo>
                <a:lnTo>
                  <a:pt x="37" y="12"/>
                </a:lnTo>
                <a:lnTo>
                  <a:pt x="37" y="13"/>
                </a:lnTo>
                <a:lnTo>
                  <a:pt x="45" y="13"/>
                </a:lnTo>
                <a:lnTo>
                  <a:pt x="45" y="15"/>
                </a:lnTo>
                <a:lnTo>
                  <a:pt x="35" y="15"/>
                </a:lnTo>
                <a:close/>
              </a:path>
              <a:path w="471" h="15">
                <a:moveTo>
                  <a:pt x="46" y="15"/>
                </a:moveTo>
                <a:lnTo>
                  <a:pt x="46" y="0"/>
                </a:lnTo>
                <a:lnTo>
                  <a:pt x="48" y="0"/>
                </a:lnTo>
                <a:lnTo>
                  <a:pt x="48" y="6"/>
                </a:lnTo>
                <a:lnTo>
                  <a:pt x="54" y="6"/>
                </a:lnTo>
                <a:lnTo>
                  <a:pt x="54" y="0"/>
                </a:lnTo>
                <a:lnTo>
                  <a:pt x="56" y="0"/>
                </a:lnTo>
                <a:lnTo>
                  <a:pt x="56" y="15"/>
                </a:lnTo>
                <a:lnTo>
                  <a:pt x="54" y="15"/>
                </a:lnTo>
                <a:lnTo>
                  <a:pt x="54" y="8"/>
                </a:lnTo>
                <a:lnTo>
                  <a:pt x="48" y="8"/>
                </a:lnTo>
                <a:lnTo>
                  <a:pt x="48" y="15"/>
                </a:lnTo>
                <a:lnTo>
                  <a:pt x="46" y="15"/>
                </a:lnTo>
                <a:close/>
              </a:path>
              <a:path w="471" h="15">
                <a:moveTo>
                  <a:pt x="58" y="8"/>
                </a:moveTo>
                <a:cubicBezTo>
                  <a:pt x="58" y="5"/>
                  <a:pt x="58" y="3"/>
                  <a:pt x="59" y="2"/>
                </a:cubicBezTo>
                <a:cubicBezTo>
                  <a:pt x="60" y="1"/>
                  <a:pt x="62" y="0"/>
                  <a:pt x="64" y="0"/>
                </a:cubicBezTo>
                <a:cubicBezTo>
                  <a:pt x="65" y="0"/>
                  <a:pt x="66" y="0"/>
                  <a:pt x="67" y="1"/>
                </a:cubicBezTo>
                <a:cubicBezTo>
                  <a:pt x="68" y="2"/>
                  <a:pt x="68" y="3"/>
                  <a:pt x="69" y="4"/>
                </a:cubicBezTo>
                <a:cubicBezTo>
                  <a:pt x="69" y="5"/>
                  <a:pt x="70" y="6"/>
                  <a:pt x="70" y="8"/>
                </a:cubicBezTo>
                <a:cubicBezTo>
                  <a:pt x="70" y="9"/>
                  <a:pt x="69" y="10"/>
                  <a:pt x="69" y="11"/>
                </a:cubicBezTo>
                <a:cubicBezTo>
                  <a:pt x="68" y="13"/>
                  <a:pt x="68" y="13"/>
                  <a:pt x="67" y="14"/>
                </a:cubicBezTo>
                <a:cubicBezTo>
                  <a:pt x="66" y="15"/>
                  <a:pt x="65" y="15"/>
                  <a:pt x="64" y="15"/>
                </a:cubicBezTo>
                <a:cubicBezTo>
                  <a:pt x="62" y="15"/>
                  <a:pt x="61" y="15"/>
                  <a:pt x="60" y="14"/>
                </a:cubicBezTo>
                <a:cubicBezTo>
                  <a:pt x="59" y="13"/>
                  <a:pt x="59" y="12"/>
                  <a:pt x="58" y="11"/>
                </a:cubicBezTo>
                <a:cubicBezTo>
                  <a:pt x="58" y="10"/>
                  <a:pt x="58" y="9"/>
                  <a:pt x="58" y="8"/>
                </a:cubicBezTo>
                <a:close/>
                <a:moveTo>
                  <a:pt x="59" y="8"/>
                </a:moveTo>
                <a:cubicBezTo>
                  <a:pt x="59" y="9"/>
                  <a:pt x="60" y="11"/>
                  <a:pt x="60" y="12"/>
                </a:cubicBezTo>
                <a:cubicBezTo>
                  <a:pt x="61" y="13"/>
                  <a:pt x="62" y="13"/>
                  <a:pt x="64" y="13"/>
                </a:cubicBezTo>
                <a:cubicBezTo>
                  <a:pt x="65" y="13"/>
                  <a:pt x="66" y="13"/>
                  <a:pt x="67" y="12"/>
                </a:cubicBezTo>
                <a:cubicBezTo>
                  <a:pt x="67" y="11"/>
                  <a:pt x="68" y="9"/>
                  <a:pt x="68" y="7"/>
                </a:cubicBezTo>
                <a:cubicBezTo>
                  <a:pt x="68" y="6"/>
                  <a:pt x="68" y="5"/>
                  <a:pt x="67" y="4"/>
                </a:cubicBezTo>
                <a:cubicBezTo>
                  <a:pt x="67" y="4"/>
                  <a:pt x="66" y="3"/>
                  <a:pt x="66" y="2"/>
                </a:cubicBezTo>
                <a:cubicBezTo>
                  <a:pt x="65" y="2"/>
                  <a:pt x="64" y="2"/>
                  <a:pt x="64" y="2"/>
                </a:cubicBezTo>
                <a:cubicBezTo>
                  <a:pt x="62" y="2"/>
                  <a:pt x="61" y="2"/>
                  <a:pt x="61" y="3"/>
                </a:cubicBezTo>
                <a:cubicBezTo>
                  <a:pt x="60" y="4"/>
                  <a:pt x="59" y="6"/>
                  <a:pt x="59" y="8"/>
                </a:cubicBezTo>
                <a:close/>
              </a:path>
              <a:path w="471" h="15">
                <a:moveTo>
                  <a:pt x="71" y="15"/>
                </a:moveTo>
                <a:lnTo>
                  <a:pt x="71" y="0"/>
                </a:lnTo>
                <a:lnTo>
                  <a:pt x="73" y="0"/>
                </a:lnTo>
                <a:lnTo>
                  <a:pt x="79" y="12"/>
                </a:lnTo>
                <a:lnTo>
                  <a:pt x="79" y="0"/>
                </a:lnTo>
                <a:lnTo>
                  <a:pt x="81" y="0"/>
                </a:lnTo>
                <a:lnTo>
                  <a:pt x="81" y="15"/>
                </a:lnTo>
                <a:lnTo>
                  <a:pt x="79" y="15"/>
                </a:lnTo>
                <a:lnTo>
                  <a:pt x="73" y="3"/>
                </a:lnTo>
                <a:lnTo>
                  <a:pt x="73" y="15"/>
                </a:lnTo>
                <a:lnTo>
                  <a:pt x="71" y="15"/>
                </a:lnTo>
                <a:close/>
              </a:path>
              <a:path w="471" h="15">
                <a:moveTo>
                  <a:pt x="89" y="9"/>
                </a:moveTo>
                <a:lnTo>
                  <a:pt x="89" y="7"/>
                </a:lnTo>
                <a:lnTo>
                  <a:pt x="94" y="7"/>
                </a:lnTo>
                <a:lnTo>
                  <a:pt x="94" y="13"/>
                </a:lnTo>
                <a:cubicBezTo>
                  <a:pt x="94" y="13"/>
                  <a:pt x="93" y="14"/>
                  <a:pt x="92" y="14"/>
                </a:cubicBezTo>
                <a:cubicBezTo>
                  <a:pt x="91" y="15"/>
                  <a:pt x="90" y="15"/>
                  <a:pt x="89" y="15"/>
                </a:cubicBezTo>
                <a:cubicBezTo>
                  <a:pt x="88" y="15"/>
                  <a:pt x="87" y="15"/>
                  <a:pt x="86" y="14"/>
                </a:cubicBezTo>
                <a:cubicBezTo>
                  <a:pt x="85" y="13"/>
                  <a:pt x="84" y="13"/>
                  <a:pt x="84" y="11"/>
                </a:cubicBezTo>
                <a:cubicBezTo>
                  <a:pt x="83" y="10"/>
                  <a:pt x="83" y="9"/>
                  <a:pt x="83" y="8"/>
                </a:cubicBezTo>
                <a:cubicBezTo>
                  <a:pt x="83" y="6"/>
                  <a:pt x="83" y="5"/>
                  <a:pt x="84" y="4"/>
                </a:cubicBezTo>
                <a:cubicBezTo>
                  <a:pt x="84" y="2"/>
                  <a:pt x="85" y="2"/>
                  <a:pt x="86" y="1"/>
                </a:cubicBezTo>
                <a:cubicBezTo>
                  <a:pt x="87" y="0"/>
                  <a:pt x="88" y="0"/>
                  <a:pt x="89" y="0"/>
                </a:cubicBezTo>
                <a:cubicBezTo>
                  <a:pt x="90" y="0"/>
                  <a:pt x="91" y="0"/>
                  <a:pt x="92" y="1"/>
                </a:cubicBezTo>
                <a:cubicBezTo>
                  <a:pt x="92" y="1"/>
                  <a:pt x="93" y="1"/>
                  <a:pt x="93" y="2"/>
                </a:cubicBezTo>
                <a:cubicBezTo>
                  <a:pt x="94" y="3"/>
                  <a:pt x="94" y="3"/>
                  <a:pt x="94" y="4"/>
                </a:cubicBezTo>
                <a:lnTo>
                  <a:pt x="93" y="5"/>
                </a:lnTo>
                <a:cubicBezTo>
                  <a:pt x="93" y="4"/>
                  <a:pt x="92" y="3"/>
                  <a:pt x="92" y="3"/>
                </a:cubicBezTo>
                <a:cubicBezTo>
                  <a:pt x="92" y="3"/>
                  <a:pt x="91" y="2"/>
                  <a:pt x="91" y="2"/>
                </a:cubicBezTo>
                <a:cubicBezTo>
                  <a:pt x="90" y="2"/>
                  <a:pt x="90" y="2"/>
                  <a:pt x="89" y="2"/>
                </a:cubicBezTo>
                <a:cubicBezTo>
                  <a:pt x="88" y="2"/>
                  <a:pt x="88" y="2"/>
                  <a:pt x="87" y="2"/>
                </a:cubicBezTo>
                <a:cubicBezTo>
                  <a:pt x="87" y="2"/>
                  <a:pt x="86" y="3"/>
                  <a:pt x="86" y="3"/>
                </a:cubicBezTo>
                <a:cubicBezTo>
                  <a:pt x="86" y="4"/>
                  <a:pt x="85" y="4"/>
                  <a:pt x="85" y="5"/>
                </a:cubicBezTo>
                <a:cubicBezTo>
                  <a:pt x="85" y="5"/>
                  <a:pt x="85" y="6"/>
                  <a:pt x="85" y="7"/>
                </a:cubicBezTo>
                <a:cubicBezTo>
                  <a:pt x="85" y="9"/>
                  <a:pt x="85" y="10"/>
                  <a:pt x="85" y="11"/>
                </a:cubicBezTo>
                <a:cubicBezTo>
                  <a:pt x="86" y="12"/>
                  <a:pt x="86" y="12"/>
                  <a:pt x="87" y="13"/>
                </a:cubicBezTo>
                <a:cubicBezTo>
                  <a:pt x="88" y="13"/>
                  <a:pt x="88" y="13"/>
                  <a:pt x="89" y="13"/>
                </a:cubicBezTo>
                <a:cubicBezTo>
                  <a:pt x="90" y="13"/>
                  <a:pt x="91" y="13"/>
                  <a:pt x="91" y="13"/>
                </a:cubicBezTo>
                <a:cubicBezTo>
                  <a:pt x="92" y="12"/>
                  <a:pt x="92" y="12"/>
                  <a:pt x="93" y="12"/>
                </a:cubicBezTo>
                <a:lnTo>
                  <a:pt x="93" y="9"/>
                </a:lnTo>
                <a:lnTo>
                  <a:pt x="89" y="9"/>
                </a:lnTo>
                <a:close/>
              </a:path>
              <a:path w="471" h="15">
                <a:moveTo>
                  <a:pt x="110" y="0"/>
                </a:moveTo>
                <a:lnTo>
                  <a:pt x="112" y="0"/>
                </a:lnTo>
                <a:lnTo>
                  <a:pt x="112" y="9"/>
                </a:lnTo>
                <a:cubicBezTo>
                  <a:pt x="112" y="10"/>
                  <a:pt x="111" y="11"/>
                  <a:pt x="111" y="12"/>
                </a:cubicBezTo>
                <a:cubicBezTo>
                  <a:pt x="111" y="13"/>
                  <a:pt x="110" y="14"/>
                  <a:pt x="110" y="14"/>
                </a:cubicBezTo>
                <a:cubicBezTo>
                  <a:pt x="109" y="15"/>
                  <a:pt x="108" y="15"/>
                  <a:pt x="107" y="15"/>
                </a:cubicBezTo>
                <a:cubicBezTo>
                  <a:pt x="106" y="15"/>
                  <a:pt x="105" y="15"/>
                  <a:pt x="104" y="14"/>
                </a:cubicBezTo>
                <a:cubicBezTo>
                  <a:pt x="103" y="14"/>
                  <a:pt x="103" y="13"/>
                  <a:pt x="102" y="12"/>
                </a:cubicBezTo>
                <a:cubicBezTo>
                  <a:pt x="102" y="11"/>
                  <a:pt x="102" y="10"/>
                  <a:pt x="102" y="9"/>
                </a:cubicBezTo>
                <a:lnTo>
                  <a:pt x="102" y="0"/>
                </a:lnTo>
                <a:lnTo>
                  <a:pt x="103" y="0"/>
                </a:lnTo>
                <a:lnTo>
                  <a:pt x="103" y="9"/>
                </a:lnTo>
                <a:cubicBezTo>
                  <a:pt x="103" y="10"/>
                  <a:pt x="104" y="11"/>
                  <a:pt x="104" y="11"/>
                </a:cubicBezTo>
                <a:cubicBezTo>
                  <a:pt x="104" y="12"/>
                  <a:pt x="104" y="12"/>
                  <a:pt x="105" y="13"/>
                </a:cubicBezTo>
                <a:cubicBezTo>
                  <a:pt x="105" y="13"/>
                  <a:pt x="106" y="13"/>
                  <a:pt x="107" y="13"/>
                </a:cubicBezTo>
                <a:cubicBezTo>
                  <a:pt x="108" y="13"/>
                  <a:pt x="109" y="13"/>
                  <a:pt x="109" y="12"/>
                </a:cubicBezTo>
                <a:cubicBezTo>
                  <a:pt x="110" y="12"/>
                  <a:pt x="110" y="10"/>
                  <a:pt x="110" y="9"/>
                </a:cubicBezTo>
                <a:lnTo>
                  <a:pt x="110" y="0"/>
                </a:lnTo>
                <a:close/>
              </a:path>
              <a:path w="471" h="15">
                <a:moveTo>
                  <a:pt x="114" y="15"/>
                </a:moveTo>
                <a:lnTo>
                  <a:pt x="114" y="0"/>
                </a:lnTo>
                <a:lnTo>
                  <a:pt x="116" y="0"/>
                </a:lnTo>
                <a:lnTo>
                  <a:pt x="122" y="12"/>
                </a:lnTo>
                <a:lnTo>
                  <a:pt x="122" y="0"/>
                </a:lnTo>
                <a:lnTo>
                  <a:pt x="124" y="0"/>
                </a:lnTo>
                <a:lnTo>
                  <a:pt x="124" y="15"/>
                </a:lnTo>
                <a:lnTo>
                  <a:pt x="122" y="15"/>
                </a:lnTo>
                <a:lnTo>
                  <a:pt x="115" y="3"/>
                </a:lnTo>
                <a:lnTo>
                  <a:pt x="115" y="15"/>
                </a:lnTo>
                <a:lnTo>
                  <a:pt x="114" y="15"/>
                </a:lnTo>
                <a:close/>
              </a:path>
              <a:path w="471" h="15">
                <a:moveTo>
                  <a:pt x="126" y="15"/>
                </a:moveTo>
                <a:lnTo>
                  <a:pt x="126" y="0"/>
                </a:lnTo>
                <a:lnTo>
                  <a:pt x="128" y="0"/>
                </a:lnTo>
                <a:lnTo>
                  <a:pt x="128" y="15"/>
                </a:lnTo>
                <a:lnTo>
                  <a:pt x="126" y="15"/>
                </a:lnTo>
                <a:close/>
              </a:path>
              <a:path w="471" h="15">
                <a:moveTo>
                  <a:pt x="134" y="15"/>
                </a:moveTo>
                <a:lnTo>
                  <a:pt x="129" y="0"/>
                </a:lnTo>
                <a:lnTo>
                  <a:pt x="131" y="0"/>
                </a:lnTo>
                <a:lnTo>
                  <a:pt x="134" y="11"/>
                </a:lnTo>
                <a:cubicBezTo>
                  <a:pt x="134" y="12"/>
                  <a:pt x="135" y="12"/>
                  <a:pt x="135" y="13"/>
                </a:cubicBezTo>
                <a:cubicBezTo>
                  <a:pt x="135" y="12"/>
                  <a:pt x="135" y="12"/>
                  <a:pt x="135" y="11"/>
                </a:cubicBezTo>
                <a:lnTo>
                  <a:pt x="139" y="0"/>
                </a:lnTo>
                <a:lnTo>
                  <a:pt x="141" y="0"/>
                </a:lnTo>
                <a:lnTo>
                  <a:pt x="136" y="15"/>
                </a:lnTo>
                <a:lnTo>
                  <a:pt x="134" y="15"/>
                </a:lnTo>
                <a:close/>
              </a:path>
              <a:path w="471" h="15">
                <a:moveTo>
                  <a:pt x="142" y="15"/>
                </a:moveTo>
                <a:lnTo>
                  <a:pt x="142" y="0"/>
                </a:lnTo>
                <a:lnTo>
                  <a:pt x="151" y="0"/>
                </a:lnTo>
                <a:lnTo>
                  <a:pt x="151" y="2"/>
                </a:lnTo>
                <a:lnTo>
                  <a:pt x="143" y="2"/>
                </a:lnTo>
                <a:lnTo>
                  <a:pt x="143" y="6"/>
                </a:lnTo>
                <a:lnTo>
                  <a:pt x="150" y="6"/>
                </a:lnTo>
                <a:lnTo>
                  <a:pt x="150" y="8"/>
                </a:lnTo>
                <a:lnTo>
                  <a:pt x="143" y="8"/>
                </a:lnTo>
                <a:lnTo>
                  <a:pt x="143" y="13"/>
                </a:lnTo>
                <a:lnTo>
                  <a:pt x="151" y="13"/>
                </a:lnTo>
                <a:lnTo>
                  <a:pt x="151" y="15"/>
                </a:lnTo>
                <a:lnTo>
                  <a:pt x="142" y="15"/>
                </a:lnTo>
                <a:close/>
              </a:path>
              <a:path w="471" h="15">
                <a:moveTo>
                  <a:pt x="153" y="15"/>
                </a:moveTo>
                <a:lnTo>
                  <a:pt x="153" y="0"/>
                </a:lnTo>
                <a:lnTo>
                  <a:pt x="158" y="0"/>
                </a:lnTo>
                <a:cubicBezTo>
                  <a:pt x="159" y="0"/>
                  <a:pt x="160" y="0"/>
                  <a:pt x="161" y="1"/>
                </a:cubicBezTo>
                <a:cubicBezTo>
                  <a:pt x="161" y="1"/>
                  <a:pt x="162" y="1"/>
                  <a:pt x="162" y="2"/>
                </a:cubicBezTo>
                <a:cubicBezTo>
                  <a:pt x="163" y="3"/>
                  <a:pt x="163" y="3"/>
                  <a:pt x="163" y="4"/>
                </a:cubicBezTo>
                <a:cubicBezTo>
                  <a:pt x="163" y="5"/>
                  <a:pt x="162" y="6"/>
                  <a:pt x="162" y="7"/>
                </a:cubicBezTo>
                <a:cubicBezTo>
                  <a:pt x="161" y="7"/>
                  <a:pt x="160" y="8"/>
                  <a:pt x="159" y="8"/>
                </a:cubicBezTo>
                <a:cubicBezTo>
                  <a:pt x="160" y="8"/>
                  <a:pt x="160" y="9"/>
                  <a:pt x="160" y="9"/>
                </a:cubicBezTo>
                <a:cubicBezTo>
                  <a:pt x="161" y="9"/>
                  <a:pt x="161" y="10"/>
                  <a:pt x="162" y="11"/>
                </a:cubicBezTo>
                <a:lnTo>
                  <a:pt x="164" y="15"/>
                </a:lnTo>
                <a:lnTo>
                  <a:pt x="162" y="15"/>
                </a:lnTo>
                <a:lnTo>
                  <a:pt x="160" y="12"/>
                </a:lnTo>
                <a:cubicBezTo>
                  <a:pt x="160" y="11"/>
                  <a:pt x="159" y="10"/>
                  <a:pt x="159" y="10"/>
                </a:cubicBezTo>
                <a:cubicBezTo>
                  <a:pt x="159" y="9"/>
                  <a:pt x="158" y="9"/>
                  <a:pt x="158" y="9"/>
                </a:cubicBezTo>
                <a:cubicBezTo>
                  <a:pt x="158" y="9"/>
                  <a:pt x="158" y="8"/>
                  <a:pt x="157" y="8"/>
                </a:cubicBezTo>
                <a:cubicBezTo>
                  <a:pt x="157" y="8"/>
                  <a:pt x="157" y="8"/>
                  <a:pt x="156" y="8"/>
                </a:cubicBezTo>
                <a:lnTo>
                  <a:pt x="154" y="8"/>
                </a:lnTo>
                <a:lnTo>
                  <a:pt x="154" y="15"/>
                </a:lnTo>
                <a:lnTo>
                  <a:pt x="153" y="15"/>
                </a:lnTo>
                <a:close/>
                <a:moveTo>
                  <a:pt x="154" y="7"/>
                </a:moveTo>
                <a:lnTo>
                  <a:pt x="158" y="7"/>
                </a:lnTo>
                <a:cubicBezTo>
                  <a:pt x="159" y="7"/>
                  <a:pt x="159" y="7"/>
                  <a:pt x="160" y="6"/>
                </a:cubicBezTo>
                <a:cubicBezTo>
                  <a:pt x="160" y="6"/>
                  <a:pt x="160" y="6"/>
                  <a:pt x="161" y="6"/>
                </a:cubicBezTo>
                <a:cubicBezTo>
                  <a:pt x="161" y="5"/>
                  <a:pt x="161" y="5"/>
                  <a:pt x="161" y="4"/>
                </a:cubicBezTo>
                <a:cubicBezTo>
                  <a:pt x="161" y="4"/>
                  <a:pt x="161" y="3"/>
                  <a:pt x="160" y="3"/>
                </a:cubicBezTo>
                <a:cubicBezTo>
                  <a:pt x="160" y="2"/>
                  <a:pt x="159" y="2"/>
                  <a:pt x="158" y="2"/>
                </a:cubicBezTo>
                <a:lnTo>
                  <a:pt x="154" y="2"/>
                </a:lnTo>
                <a:lnTo>
                  <a:pt x="154" y="7"/>
                </a:lnTo>
                <a:close/>
              </a:path>
              <a:path w="471" h="15">
                <a:moveTo>
                  <a:pt x="164" y="10"/>
                </a:moveTo>
                <a:lnTo>
                  <a:pt x="166" y="10"/>
                </a:lnTo>
                <a:cubicBezTo>
                  <a:pt x="166" y="11"/>
                  <a:pt x="166" y="11"/>
                  <a:pt x="166" y="12"/>
                </a:cubicBezTo>
                <a:cubicBezTo>
                  <a:pt x="167" y="12"/>
                  <a:pt x="167" y="13"/>
                  <a:pt x="168" y="13"/>
                </a:cubicBezTo>
                <a:cubicBezTo>
                  <a:pt x="168" y="13"/>
                  <a:pt x="169" y="13"/>
                  <a:pt x="170" y="13"/>
                </a:cubicBezTo>
                <a:cubicBezTo>
                  <a:pt x="170" y="13"/>
                  <a:pt x="171" y="13"/>
                  <a:pt x="171" y="13"/>
                </a:cubicBezTo>
                <a:cubicBezTo>
                  <a:pt x="172" y="13"/>
                  <a:pt x="172" y="12"/>
                  <a:pt x="172" y="12"/>
                </a:cubicBezTo>
                <a:cubicBezTo>
                  <a:pt x="173" y="12"/>
                  <a:pt x="173" y="11"/>
                  <a:pt x="173" y="11"/>
                </a:cubicBezTo>
                <a:cubicBezTo>
                  <a:pt x="173" y="10"/>
                  <a:pt x="173" y="10"/>
                  <a:pt x="172" y="10"/>
                </a:cubicBezTo>
                <a:cubicBezTo>
                  <a:pt x="172" y="9"/>
                  <a:pt x="172" y="9"/>
                  <a:pt x="171" y="9"/>
                </a:cubicBezTo>
                <a:cubicBezTo>
                  <a:pt x="171" y="9"/>
                  <a:pt x="170" y="8"/>
                  <a:pt x="169" y="8"/>
                </a:cubicBezTo>
                <a:cubicBezTo>
                  <a:pt x="168" y="8"/>
                  <a:pt x="167" y="7"/>
                  <a:pt x="167" y="7"/>
                </a:cubicBezTo>
                <a:cubicBezTo>
                  <a:pt x="166" y="7"/>
                  <a:pt x="166" y="6"/>
                  <a:pt x="165" y="6"/>
                </a:cubicBezTo>
                <a:cubicBezTo>
                  <a:pt x="165" y="5"/>
                  <a:pt x="165" y="5"/>
                  <a:pt x="165" y="4"/>
                </a:cubicBezTo>
                <a:cubicBezTo>
                  <a:pt x="165" y="3"/>
                  <a:pt x="165" y="3"/>
                  <a:pt x="165" y="2"/>
                </a:cubicBezTo>
                <a:cubicBezTo>
                  <a:pt x="166" y="1"/>
                  <a:pt x="166" y="1"/>
                  <a:pt x="167" y="1"/>
                </a:cubicBezTo>
                <a:cubicBezTo>
                  <a:pt x="168" y="0"/>
                  <a:pt x="168" y="0"/>
                  <a:pt x="169" y="0"/>
                </a:cubicBezTo>
                <a:cubicBezTo>
                  <a:pt x="170" y="0"/>
                  <a:pt x="171" y="0"/>
                  <a:pt x="172" y="1"/>
                </a:cubicBezTo>
                <a:cubicBezTo>
                  <a:pt x="172" y="1"/>
                  <a:pt x="173" y="1"/>
                  <a:pt x="173" y="2"/>
                </a:cubicBezTo>
                <a:cubicBezTo>
                  <a:pt x="174" y="3"/>
                  <a:pt x="174" y="3"/>
                  <a:pt x="174" y="4"/>
                </a:cubicBezTo>
                <a:lnTo>
                  <a:pt x="172" y="4"/>
                </a:lnTo>
                <a:cubicBezTo>
                  <a:pt x="172" y="4"/>
                  <a:pt x="172" y="3"/>
                  <a:pt x="171" y="2"/>
                </a:cubicBezTo>
                <a:cubicBezTo>
                  <a:pt x="171" y="2"/>
                  <a:pt x="170" y="2"/>
                  <a:pt x="169" y="2"/>
                </a:cubicBezTo>
                <a:cubicBezTo>
                  <a:pt x="168" y="2"/>
                  <a:pt x="168" y="2"/>
                  <a:pt x="167" y="2"/>
                </a:cubicBezTo>
                <a:cubicBezTo>
                  <a:pt x="167" y="3"/>
                  <a:pt x="166" y="3"/>
                  <a:pt x="166" y="4"/>
                </a:cubicBezTo>
                <a:cubicBezTo>
                  <a:pt x="166" y="4"/>
                  <a:pt x="167" y="5"/>
                  <a:pt x="167" y="5"/>
                </a:cubicBezTo>
                <a:cubicBezTo>
                  <a:pt x="167" y="5"/>
                  <a:pt x="168" y="6"/>
                  <a:pt x="169" y="6"/>
                </a:cubicBezTo>
                <a:cubicBezTo>
                  <a:pt x="171" y="7"/>
                  <a:pt x="172" y="7"/>
                  <a:pt x="172" y="7"/>
                </a:cubicBezTo>
                <a:cubicBezTo>
                  <a:pt x="173" y="7"/>
                  <a:pt x="173" y="8"/>
                  <a:pt x="174" y="9"/>
                </a:cubicBezTo>
                <a:cubicBezTo>
                  <a:pt x="174" y="9"/>
                  <a:pt x="174" y="10"/>
                  <a:pt x="174" y="11"/>
                </a:cubicBezTo>
                <a:cubicBezTo>
                  <a:pt x="174" y="11"/>
                  <a:pt x="174" y="12"/>
                  <a:pt x="174" y="13"/>
                </a:cubicBezTo>
                <a:cubicBezTo>
                  <a:pt x="173" y="13"/>
                  <a:pt x="173" y="14"/>
                  <a:pt x="172" y="14"/>
                </a:cubicBezTo>
                <a:cubicBezTo>
                  <a:pt x="171" y="15"/>
                  <a:pt x="171" y="15"/>
                  <a:pt x="170" y="15"/>
                </a:cubicBezTo>
                <a:cubicBezTo>
                  <a:pt x="169" y="15"/>
                  <a:pt x="168" y="15"/>
                  <a:pt x="167" y="14"/>
                </a:cubicBezTo>
                <a:cubicBezTo>
                  <a:pt x="166" y="14"/>
                  <a:pt x="165" y="13"/>
                  <a:pt x="165" y="13"/>
                </a:cubicBezTo>
                <a:cubicBezTo>
                  <a:pt x="165" y="12"/>
                  <a:pt x="164" y="11"/>
                  <a:pt x="164" y="10"/>
                </a:cubicBezTo>
                <a:close/>
              </a:path>
              <a:path w="471" h="15">
                <a:moveTo>
                  <a:pt x="176" y="15"/>
                </a:moveTo>
                <a:lnTo>
                  <a:pt x="176" y="0"/>
                </a:lnTo>
                <a:lnTo>
                  <a:pt x="178" y="0"/>
                </a:lnTo>
                <a:lnTo>
                  <a:pt x="178" y="15"/>
                </a:lnTo>
                <a:lnTo>
                  <a:pt x="176" y="15"/>
                </a:lnTo>
                <a:close/>
              </a:path>
              <a:path w="471" h="15">
                <a:moveTo>
                  <a:pt x="184" y="15"/>
                </a:moveTo>
                <a:lnTo>
                  <a:pt x="184" y="2"/>
                </a:lnTo>
                <a:lnTo>
                  <a:pt x="179" y="2"/>
                </a:lnTo>
                <a:lnTo>
                  <a:pt x="179" y="0"/>
                </a:lnTo>
                <a:lnTo>
                  <a:pt x="189" y="0"/>
                </a:lnTo>
                <a:lnTo>
                  <a:pt x="189" y="2"/>
                </a:lnTo>
                <a:lnTo>
                  <a:pt x="185" y="2"/>
                </a:lnTo>
                <a:lnTo>
                  <a:pt x="185" y="15"/>
                </a:lnTo>
                <a:lnTo>
                  <a:pt x="184" y="15"/>
                </a:lnTo>
                <a:close/>
              </a:path>
              <a:path w="471" h="15">
                <a:moveTo>
                  <a:pt x="194" y="15"/>
                </a:moveTo>
                <a:lnTo>
                  <a:pt x="194" y="9"/>
                </a:lnTo>
                <a:lnTo>
                  <a:pt x="189" y="0"/>
                </a:lnTo>
                <a:lnTo>
                  <a:pt x="191" y="0"/>
                </a:lnTo>
                <a:lnTo>
                  <a:pt x="194" y="5"/>
                </a:lnTo>
                <a:cubicBezTo>
                  <a:pt x="194" y="5"/>
                  <a:pt x="195" y="6"/>
                  <a:pt x="195" y="7"/>
                </a:cubicBezTo>
                <a:cubicBezTo>
                  <a:pt x="195" y="6"/>
                  <a:pt x="196" y="5"/>
                  <a:pt x="196" y="5"/>
                </a:cubicBezTo>
                <a:lnTo>
                  <a:pt x="199" y="0"/>
                </a:lnTo>
                <a:lnTo>
                  <a:pt x="201" y="0"/>
                </a:lnTo>
                <a:lnTo>
                  <a:pt x="196" y="9"/>
                </a:lnTo>
                <a:lnTo>
                  <a:pt x="196" y="15"/>
                </a:lnTo>
                <a:lnTo>
                  <a:pt x="194" y="15"/>
                </a:lnTo>
                <a:close/>
              </a:path>
              <a:path w="471" h="15">
                <a:moveTo>
                  <a:pt x="206" y="8"/>
                </a:moveTo>
                <a:cubicBezTo>
                  <a:pt x="206" y="5"/>
                  <a:pt x="207" y="3"/>
                  <a:pt x="208" y="2"/>
                </a:cubicBezTo>
                <a:cubicBezTo>
                  <a:pt x="209" y="1"/>
                  <a:pt x="211" y="0"/>
                  <a:pt x="212" y="0"/>
                </a:cubicBezTo>
                <a:cubicBezTo>
                  <a:pt x="213" y="0"/>
                  <a:pt x="214" y="0"/>
                  <a:pt x="215" y="1"/>
                </a:cubicBezTo>
                <a:cubicBezTo>
                  <a:pt x="216" y="2"/>
                  <a:pt x="217" y="3"/>
                  <a:pt x="218" y="4"/>
                </a:cubicBezTo>
                <a:cubicBezTo>
                  <a:pt x="218" y="5"/>
                  <a:pt x="218" y="6"/>
                  <a:pt x="218" y="8"/>
                </a:cubicBezTo>
                <a:cubicBezTo>
                  <a:pt x="218" y="9"/>
                  <a:pt x="218" y="10"/>
                  <a:pt x="217" y="11"/>
                </a:cubicBezTo>
                <a:cubicBezTo>
                  <a:pt x="217" y="13"/>
                  <a:pt x="216" y="13"/>
                  <a:pt x="215" y="14"/>
                </a:cubicBezTo>
                <a:cubicBezTo>
                  <a:pt x="214" y="15"/>
                  <a:pt x="213" y="15"/>
                  <a:pt x="212" y="15"/>
                </a:cubicBezTo>
                <a:cubicBezTo>
                  <a:pt x="211" y="15"/>
                  <a:pt x="210" y="15"/>
                  <a:pt x="209" y="14"/>
                </a:cubicBezTo>
                <a:cubicBezTo>
                  <a:pt x="208" y="13"/>
                  <a:pt x="207" y="12"/>
                  <a:pt x="207" y="11"/>
                </a:cubicBezTo>
                <a:cubicBezTo>
                  <a:pt x="207" y="10"/>
                  <a:pt x="206" y="9"/>
                  <a:pt x="206" y="8"/>
                </a:cubicBezTo>
                <a:close/>
                <a:moveTo>
                  <a:pt x="208" y="8"/>
                </a:moveTo>
                <a:cubicBezTo>
                  <a:pt x="208" y="9"/>
                  <a:pt x="208" y="11"/>
                  <a:pt x="209" y="12"/>
                </a:cubicBezTo>
                <a:cubicBezTo>
                  <a:pt x="210" y="13"/>
                  <a:pt x="211" y="13"/>
                  <a:pt x="212" y="13"/>
                </a:cubicBezTo>
                <a:cubicBezTo>
                  <a:pt x="214" y="13"/>
                  <a:pt x="215" y="13"/>
                  <a:pt x="215" y="12"/>
                </a:cubicBezTo>
                <a:cubicBezTo>
                  <a:pt x="216" y="11"/>
                  <a:pt x="217" y="9"/>
                  <a:pt x="217" y="7"/>
                </a:cubicBezTo>
                <a:cubicBezTo>
                  <a:pt x="217" y="6"/>
                  <a:pt x="216" y="5"/>
                  <a:pt x="216" y="4"/>
                </a:cubicBezTo>
                <a:cubicBezTo>
                  <a:pt x="216" y="4"/>
                  <a:pt x="215" y="3"/>
                  <a:pt x="215" y="2"/>
                </a:cubicBezTo>
                <a:cubicBezTo>
                  <a:pt x="214" y="2"/>
                  <a:pt x="213" y="2"/>
                  <a:pt x="212" y="2"/>
                </a:cubicBezTo>
                <a:cubicBezTo>
                  <a:pt x="211" y="2"/>
                  <a:pt x="210" y="2"/>
                  <a:pt x="209" y="3"/>
                </a:cubicBezTo>
                <a:cubicBezTo>
                  <a:pt x="208" y="4"/>
                  <a:pt x="208" y="6"/>
                  <a:pt x="208" y="8"/>
                </a:cubicBezTo>
                <a:close/>
              </a:path>
              <a:path w="471" h="15">
                <a:moveTo>
                  <a:pt x="220" y="15"/>
                </a:moveTo>
                <a:lnTo>
                  <a:pt x="220" y="0"/>
                </a:lnTo>
                <a:lnTo>
                  <a:pt x="228" y="0"/>
                </a:lnTo>
                <a:lnTo>
                  <a:pt x="228" y="2"/>
                </a:lnTo>
                <a:lnTo>
                  <a:pt x="222" y="2"/>
                </a:lnTo>
                <a:lnTo>
                  <a:pt x="222" y="6"/>
                </a:lnTo>
                <a:lnTo>
                  <a:pt x="228" y="6"/>
                </a:lnTo>
                <a:lnTo>
                  <a:pt x="228" y="8"/>
                </a:lnTo>
                <a:lnTo>
                  <a:pt x="222" y="8"/>
                </a:lnTo>
                <a:lnTo>
                  <a:pt x="222" y="15"/>
                </a:lnTo>
                <a:lnTo>
                  <a:pt x="220" y="15"/>
                </a:lnTo>
                <a:close/>
              </a:path>
              <a:path w="471" h="15">
                <a:moveTo>
                  <a:pt x="235" y="10"/>
                </a:moveTo>
                <a:lnTo>
                  <a:pt x="236" y="10"/>
                </a:lnTo>
                <a:cubicBezTo>
                  <a:pt x="237" y="11"/>
                  <a:pt x="237" y="11"/>
                  <a:pt x="237" y="12"/>
                </a:cubicBezTo>
                <a:cubicBezTo>
                  <a:pt x="237" y="12"/>
                  <a:pt x="238" y="13"/>
                  <a:pt x="238" y="13"/>
                </a:cubicBezTo>
                <a:cubicBezTo>
                  <a:pt x="239" y="13"/>
                  <a:pt x="239" y="13"/>
                  <a:pt x="240" y="13"/>
                </a:cubicBezTo>
                <a:cubicBezTo>
                  <a:pt x="241" y="13"/>
                  <a:pt x="241" y="13"/>
                  <a:pt x="242" y="13"/>
                </a:cubicBezTo>
                <a:cubicBezTo>
                  <a:pt x="242" y="13"/>
                  <a:pt x="243" y="12"/>
                  <a:pt x="243" y="12"/>
                </a:cubicBezTo>
                <a:cubicBezTo>
                  <a:pt x="243" y="12"/>
                  <a:pt x="243" y="11"/>
                  <a:pt x="243" y="11"/>
                </a:cubicBezTo>
                <a:cubicBezTo>
                  <a:pt x="243" y="10"/>
                  <a:pt x="243" y="10"/>
                  <a:pt x="243" y="10"/>
                </a:cubicBezTo>
                <a:cubicBezTo>
                  <a:pt x="243" y="9"/>
                  <a:pt x="242" y="9"/>
                  <a:pt x="242" y="9"/>
                </a:cubicBezTo>
                <a:cubicBezTo>
                  <a:pt x="241" y="9"/>
                  <a:pt x="241" y="8"/>
                  <a:pt x="240" y="8"/>
                </a:cubicBezTo>
                <a:cubicBezTo>
                  <a:pt x="238" y="8"/>
                  <a:pt x="238" y="7"/>
                  <a:pt x="237" y="7"/>
                </a:cubicBezTo>
                <a:cubicBezTo>
                  <a:pt x="237" y="7"/>
                  <a:pt x="236" y="6"/>
                  <a:pt x="236" y="6"/>
                </a:cubicBezTo>
                <a:cubicBezTo>
                  <a:pt x="235" y="5"/>
                  <a:pt x="235" y="5"/>
                  <a:pt x="235" y="4"/>
                </a:cubicBezTo>
                <a:cubicBezTo>
                  <a:pt x="235" y="3"/>
                  <a:pt x="236" y="3"/>
                  <a:pt x="236" y="2"/>
                </a:cubicBezTo>
                <a:cubicBezTo>
                  <a:pt x="236" y="1"/>
                  <a:pt x="237" y="1"/>
                  <a:pt x="237" y="1"/>
                </a:cubicBezTo>
                <a:cubicBezTo>
                  <a:pt x="238" y="0"/>
                  <a:pt x="239" y="0"/>
                  <a:pt x="240" y="0"/>
                </a:cubicBezTo>
                <a:cubicBezTo>
                  <a:pt x="241" y="0"/>
                  <a:pt x="241" y="0"/>
                  <a:pt x="242" y="1"/>
                </a:cubicBezTo>
                <a:cubicBezTo>
                  <a:pt x="243" y="1"/>
                  <a:pt x="243" y="1"/>
                  <a:pt x="244" y="2"/>
                </a:cubicBezTo>
                <a:cubicBezTo>
                  <a:pt x="244" y="3"/>
                  <a:pt x="244" y="3"/>
                  <a:pt x="244" y="4"/>
                </a:cubicBezTo>
                <a:lnTo>
                  <a:pt x="243" y="4"/>
                </a:lnTo>
                <a:cubicBezTo>
                  <a:pt x="243" y="4"/>
                  <a:pt x="242" y="3"/>
                  <a:pt x="242" y="2"/>
                </a:cubicBezTo>
                <a:cubicBezTo>
                  <a:pt x="242" y="2"/>
                  <a:pt x="241" y="2"/>
                  <a:pt x="240" y="2"/>
                </a:cubicBezTo>
                <a:cubicBezTo>
                  <a:pt x="239" y="2"/>
                  <a:pt x="238" y="2"/>
                  <a:pt x="238" y="2"/>
                </a:cubicBezTo>
                <a:cubicBezTo>
                  <a:pt x="237" y="3"/>
                  <a:pt x="237" y="3"/>
                  <a:pt x="237" y="4"/>
                </a:cubicBezTo>
                <a:cubicBezTo>
                  <a:pt x="237" y="4"/>
                  <a:pt x="237" y="5"/>
                  <a:pt x="237" y="5"/>
                </a:cubicBezTo>
                <a:cubicBezTo>
                  <a:pt x="238" y="5"/>
                  <a:pt x="239" y="6"/>
                  <a:pt x="240" y="6"/>
                </a:cubicBezTo>
                <a:cubicBezTo>
                  <a:pt x="241" y="7"/>
                  <a:pt x="242" y="7"/>
                  <a:pt x="243" y="7"/>
                </a:cubicBezTo>
                <a:cubicBezTo>
                  <a:pt x="243" y="7"/>
                  <a:pt x="244" y="8"/>
                  <a:pt x="244" y="9"/>
                </a:cubicBezTo>
                <a:cubicBezTo>
                  <a:pt x="245" y="9"/>
                  <a:pt x="245" y="10"/>
                  <a:pt x="245" y="11"/>
                </a:cubicBezTo>
                <a:cubicBezTo>
                  <a:pt x="245" y="11"/>
                  <a:pt x="245" y="12"/>
                  <a:pt x="244" y="13"/>
                </a:cubicBezTo>
                <a:cubicBezTo>
                  <a:pt x="244" y="13"/>
                  <a:pt x="243" y="14"/>
                  <a:pt x="243" y="14"/>
                </a:cubicBezTo>
                <a:cubicBezTo>
                  <a:pt x="242" y="15"/>
                  <a:pt x="241" y="15"/>
                  <a:pt x="240" y="15"/>
                </a:cubicBezTo>
                <a:cubicBezTo>
                  <a:pt x="239" y="15"/>
                  <a:pt x="238" y="15"/>
                  <a:pt x="237" y="14"/>
                </a:cubicBezTo>
                <a:cubicBezTo>
                  <a:pt x="237" y="14"/>
                  <a:pt x="236" y="13"/>
                  <a:pt x="236" y="13"/>
                </a:cubicBezTo>
                <a:cubicBezTo>
                  <a:pt x="235" y="12"/>
                  <a:pt x="235" y="11"/>
                  <a:pt x="235" y="10"/>
                </a:cubicBezTo>
                <a:close/>
              </a:path>
              <a:path w="471" h="15">
                <a:moveTo>
                  <a:pt x="256" y="10"/>
                </a:moveTo>
                <a:lnTo>
                  <a:pt x="257" y="10"/>
                </a:lnTo>
                <a:cubicBezTo>
                  <a:pt x="257" y="12"/>
                  <a:pt x="256" y="13"/>
                  <a:pt x="255" y="14"/>
                </a:cubicBezTo>
                <a:cubicBezTo>
                  <a:pt x="254" y="15"/>
                  <a:pt x="253" y="15"/>
                  <a:pt x="252" y="15"/>
                </a:cubicBezTo>
                <a:cubicBezTo>
                  <a:pt x="251" y="15"/>
                  <a:pt x="250" y="15"/>
                  <a:pt x="249" y="14"/>
                </a:cubicBezTo>
                <a:cubicBezTo>
                  <a:pt x="248" y="13"/>
                  <a:pt x="247" y="12"/>
                  <a:pt x="247" y="11"/>
                </a:cubicBezTo>
                <a:cubicBezTo>
                  <a:pt x="246" y="10"/>
                  <a:pt x="246" y="9"/>
                  <a:pt x="246" y="7"/>
                </a:cubicBezTo>
                <a:cubicBezTo>
                  <a:pt x="246" y="6"/>
                  <a:pt x="246" y="5"/>
                  <a:pt x="247" y="3"/>
                </a:cubicBezTo>
                <a:cubicBezTo>
                  <a:pt x="247" y="2"/>
                  <a:pt x="248" y="1"/>
                  <a:pt x="249" y="1"/>
                </a:cubicBezTo>
                <a:cubicBezTo>
                  <a:pt x="250" y="0"/>
                  <a:pt x="251" y="0"/>
                  <a:pt x="252" y="0"/>
                </a:cubicBezTo>
                <a:cubicBezTo>
                  <a:pt x="253" y="0"/>
                  <a:pt x="254" y="0"/>
                  <a:pt x="255" y="1"/>
                </a:cubicBezTo>
                <a:cubicBezTo>
                  <a:pt x="256" y="2"/>
                  <a:pt x="257" y="3"/>
                  <a:pt x="257" y="4"/>
                </a:cubicBezTo>
                <a:lnTo>
                  <a:pt x="255" y="5"/>
                </a:lnTo>
                <a:cubicBezTo>
                  <a:pt x="255" y="4"/>
                  <a:pt x="255" y="3"/>
                  <a:pt x="254" y="2"/>
                </a:cubicBezTo>
                <a:cubicBezTo>
                  <a:pt x="254" y="2"/>
                  <a:pt x="253" y="2"/>
                  <a:pt x="252" y="2"/>
                </a:cubicBezTo>
                <a:cubicBezTo>
                  <a:pt x="251" y="2"/>
                  <a:pt x="250" y="2"/>
                  <a:pt x="250" y="2"/>
                </a:cubicBezTo>
                <a:cubicBezTo>
                  <a:pt x="249" y="3"/>
                  <a:pt x="248" y="4"/>
                  <a:pt x="248" y="5"/>
                </a:cubicBezTo>
                <a:cubicBezTo>
                  <a:pt x="248" y="5"/>
                  <a:pt x="248" y="6"/>
                  <a:pt x="248" y="7"/>
                </a:cubicBezTo>
                <a:cubicBezTo>
                  <a:pt x="248" y="9"/>
                  <a:pt x="248" y="10"/>
                  <a:pt x="248" y="11"/>
                </a:cubicBezTo>
                <a:cubicBezTo>
                  <a:pt x="249" y="11"/>
                  <a:pt x="249" y="12"/>
                  <a:pt x="250" y="13"/>
                </a:cubicBezTo>
                <a:cubicBezTo>
                  <a:pt x="250" y="13"/>
                  <a:pt x="251" y="13"/>
                  <a:pt x="252" y="13"/>
                </a:cubicBezTo>
                <a:cubicBezTo>
                  <a:pt x="253" y="13"/>
                  <a:pt x="254" y="13"/>
                  <a:pt x="254" y="12"/>
                </a:cubicBezTo>
                <a:cubicBezTo>
                  <a:pt x="255" y="12"/>
                  <a:pt x="255" y="11"/>
                  <a:pt x="256" y="10"/>
                </a:cubicBezTo>
                <a:close/>
              </a:path>
              <a:path w="471" h="15">
                <a:moveTo>
                  <a:pt x="259" y="15"/>
                </a:moveTo>
                <a:lnTo>
                  <a:pt x="259" y="0"/>
                </a:lnTo>
                <a:lnTo>
                  <a:pt x="261" y="0"/>
                </a:lnTo>
                <a:lnTo>
                  <a:pt x="261" y="15"/>
                </a:lnTo>
                <a:lnTo>
                  <a:pt x="259" y="15"/>
                </a:lnTo>
                <a:close/>
              </a:path>
              <a:path w="471" h="15">
                <a:moveTo>
                  <a:pt x="263" y="15"/>
                </a:moveTo>
                <a:lnTo>
                  <a:pt x="263" y="0"/>
                </a:lnTo>
                <a:lnTo>
                  <a:pt x="272" y="0"/>
                </a:lnTo>
                <a:lnTo>
                  <a:pt x="272" y="2"/>
                </a:lnTo>
                <a:lnTo>
                  <a:pt x="265" y="2"/>
                </a:lnTo>
                <a:lnTo>
                  <a:pt x="265" y="6"/>
                </a:lnTo>
                <a:lnTo>
                  <a:pt x="272" y="6"/>
                </a:lnTo>
                <a:lnTo>
                  <a:pt x="272" y="8"/>
                </a:lnTo>
                <a:lnTo>
                  <a:pt x="265" y="8"/>
                </a:lnTo>
                <a:lnTo>
                  <a:pt x="265" y="13"/>
                </a:lnTo>
                <a:lnTo>
                  <a:pt x="272" y="13"/>
                </a:lnTo>
                <a:lnTo>
                  <a:pt x="272" y="15"/>
                </a:lnTo>
                <a:lnTo>
                  <a:pt x="263" y="15"/>
                </a:lnTo>
                <a:close/>
              </a:path>
              <a:path w="471" h="15">
                <a:moveTo>
                  <a:pt x="274" y="15"/>
                </a:moveTo>
                <a:lnTo>
                  <a:pt x="274" y="0"/>
                </a:lnTo>
                <a:lnTo>
                  <a:pt x="276" y="0"/>
                </a:lnTo>
                <a:lnTo>
                  <a:pt x="283" y="12"/>
                </a:lnTo>
                <a:lnTo>
                  <a:pt x="283" y="0"/>
                </a:lnTo>
                <a:lnTo>
                  <a:pt x="284" y="0"/>
                </a:lnTo>
                <a:lnTo>
                  <a:pt x="284" y="15"/>
                </a:lnTo>
                <a:lnTo>
                  <a:pt x="282" y="15"/>
                </a:lnTo>
                <a:lnTo>
                  <a:pt x="276" y="3"/>
                </a:lnTo>
                <a:lnTo>
                  <a:pt x="276" y="15"/>
                </a:lnTo>
                <a:lnTo>
                  <a:pt x="274" y="15"/>
                </a:lnTo>
                <a:close/>
              </a:path>
              <a:path w="471" h="15">
                <a:moveTo>
                  <a:pt x="295" y="10"/>
                </a:moveTo>
                <a:lnTo>
                  <a:pt x="297" y="10"/>
                </a:lnTo>
                <a:cubicBezTo>
                  <a:pt x="297" y="12"/>
                  <a:pt x="296" y="13"/>
                  <a:pt x="295" y="14"/>
                </a:cubicBezTo>
                <a:cubicBezTo>
                  <a:pt x="294" y="15"/>
                  <a:pt x="293" y="15"/>
                  <a:pt x="292" y="15"/>
                </a:cubicBezTo>
                <a:cubicBezTo>
                  <a:pt x="290" y="15"/>
                  <a:pt x="289" y="15"/>
                  <a:pt x="289" y="14"/>
                </a:cubicBezTo>
                <a:cubicBezTo>
                  <a:pt x="288" y="13"/>
                  <a:pt x="287" y="12"/>
                  <a:pt x="287" y="11"/>
                </a:cubicBezTo>
                <a:cubicBezTo>
                  <a:pt x="286" y="10"/>
                  <a:pt x="286" y="9"/>
                  <a:pt x="286" y="7"/>
                </a:cubicBezTo>
                <a:cubicBezTo>
                  <a:pt x="286" y="6"/>
                  <a:pt x="286" y="5"/>
                  <a:pt x="287" y="3"/>
                </a:cubicBezTo>
                <a:cubicBezTo>
                  <a:pt x="287" y="2"/>
                  <a:pt x="288" y="1"/>
                  <a:pt x="289" y="1"/>
                </a:cubicBezTo>
                <a:cubicBezTo>
                  <a:pt x="290" y="0"/>
                  <a:pt x="291" y="0"/>
                  <a:pt x="292" y="0"/>
                </a:cubicBezTo>
                <a:cubicBezTo>
                  <a:pt x="293" y="0"/>
                  <a:pt x="294" y="0"/>
                  <a:pt x="295" y="1"/>
                </a:cubicBezTo>
                <a:cubicBezTo>
                  <a:pt x="296" y="2"/>
                  <a:pt x="296" y="3"/>
                  <a:pt x="297" y="4"/>
                </a:cubicBezTo>
                <a:lnTo>
                  <a:pt x="295" y="5"/>
                </a:lnTo>
                <a:cubicBezTo>
                  <a:pt x="295" y="4"/>
                  <a:pt x="294" y="3"/>
                  <a:pt x="294" y="2"/>
                </a:cubicBezTo>
                <a:cubicBezTo>
                  <a:pt x="293" y="2"/>
                  <a:pt x="293" y="2"/>
                  <a:pt x="292" y="2"/>
                </a:cubicBezTo>
                <a:cubicBezTo>
                  <a:pt x="291" y="2"/>
                  <a:pt x="290" y="2"/>
                  <a:pt x="289" y="2"/>
                </a:cubicBezTo>
                <a:cubicBezTo>
                  <a:pt x="289" y="3"/>
                  <a:pt x="288" y="4"/>
                  <a:pt x="288" y="5"/>
                </a:cubicBezTo>
                <a:cubicBezTo>
                  <a:pt x="288" y="5"/>
                  <a:pt x="288" y="6"/>
                  <a:pt x="288" y="7"/>
                </a:cubicBezTo>
                <a:cubicBezTo>
                  <a:pt x="288" y="9"/>
                  <a:pt x="288" y="10"/>
                  <a:pt x="288" y="11"/>
                </a:cubicBezTo>
                <a:cubicBezTo>
                  <a:pt x="288" y="11"/>
                  <a:pt x="289" y="12"/>
                  <a:pt x="290" y="13"/>
                </a:cubicBezTo>
                <a:cubicBezTo>
                  <a:pt x="290" y="13"/>
                  <a:pt x="291" y="13"/>
                  <a:pt x="292" y="13"/>
                </a:cubicBezTo>
                <a:cubicBezTo>
                  <a:pt x="293" y="13"/>
                  <a:pt x="293" y="13"/>
                  <a:pt x="294" y="12"/>
                </a:cubicBezTo>
                <a:cubicBezTo>
                  <a:pt x="295" y="12"/>
                  <a:pt x="295" y="11"/>
                  <a:pt x="295" y="10"/>
                </a:cubicBezTo>
                <a:close/>
              </a:path>
              <a:path w="471" h="15">
                <a:moveTo>
                  <a:pt x="299" y="15"/>
                </a:moveTo>
                <a:lnTo>
                  <a:pt x="299" y="0"/>
                </a:lnTo>
                <a:lnTo>
                  <a:pt x="308" y="0"/>
                </a:lnTo>
                <a:lnTo>
                  <a:pt x="308" y="2"/>
                </a:lnTo>
                <a:lnTo>
                  <a:pt x="300" y="2"/>
                </a:lnTo>
                <a:lnTo>
                  <a:pt x="300" y="6"/>
                </a:lnTo>
                <a:lnTo>
                  <a:pt x="307" y="6"/>
                </a:lnTo>
                <a:lnTo>
                  <a:pt x="307" y="8"/>
                </a:lnTo>
                <a:lnTo>
                  <a:pt x="300" y="8"/>
                </a:lnTo>
                <a:lnTo>
                  <a:pt x="300" y="13"/>
                </a:lnTo>
                <a:lnTo>
                  <a:pt x="308" y="13"/>
                </a:lnTo>
                <a:lnTo>
                  <a:pt x="308" y="15"/>
                </a:lnTo>
                <a:lnTo>
                  <a:pt x="299" y="15"/>
                </a:lnTo>
                <a:close/>
              </a:path>
              <a:path w="471" h="15">
                <a:moveTo>
                  <a:pt x="313" y="15"/>
                </a:moveTo>
                <a:lnTo>
                  <a:pt x="318" y="0"/>
                </a:lnTo>
                <a:lnTo>
                  <a:pt x="319" y="0"/>
                </a:lnTo>
                <a:lnTo>
                  <a:pt x="324" y="15"/>
                </a:lnTo>
                <a:lnTo>
                  <a:pt x="323" y="15"/>
                </a:lnTo>
                <a:lnTo>
                  <a:pt x="321" y="10"/>
                </a:lnTo>
                <a:lnTo>
                  <a:pt x="316" y="10"/>
                </a:lnTo>
                <a:lnTo>
                  <a:pt x="314" y="15"/>
                </a:lnTo>
                <a:lnTo>
                  <a:pt x="313" y="15"/>
                </a:lnTo>
                <a:close/>
                <a:moveTo>
                  <a:pt x="316" y="9"/>
                </a:moveTo>
                <a:lnTo>
                  <a:pt x="321" y="9"/>
                </a:lnTo>
                <a:lnTo>
                  <a:pt x="319" y="5"/>
                </a:lnTo>
                <a:cubicBezTo>
                  <a:pt x="319" y="4"/>
                  <a:pt x="319" y="3"/>
                  <a:pt x="318" y="2"/>
                </a:cubicBezTo>
                <a:cubicBezTo>
                  <a:pt x="318" y="3"/>
                  <a:pt x="318" y="4"/>
                  <a:pt x="318" y="5"/>
                </a:cubicBezTo>
                <a:lnTo>
                  <a:pt x="316" y="9"/>
                </a:lnTo>
                <a:close/>
              </a:path>
              <a:path w="471" h="15">
                <a:moveTo>
                  <a:pt x="325" y="15"/>
                </a:moveTo>
                <a:lnTo>
                  <a:pt x="325" y="0"/>
                </a:lnTo>
                <a:lnTo>
                  <a:pt x="327" y="0"/>
                </a:lnTo>
                <a:lnTo>
                  <a:pt x="334" y="12"/>
                </a:lnTo>
                <a:lnTo>
                  <a:pt x="334" y="0"/>
                </a:lnTo>
                <a:lnTo>
                  <a:pt x="335" y="0"/>
                </a:lnTo>
                <a:lnTo>
                  <a:pt x="335" y="15"/>
                </a:lnTo>
                <a:lnTo>
                  <a:pt x="333" y="15"/>
                </a:lnTo>
                <a:lnTo>
                  <a:pt x="327" y="3"/>
                </a:lnTo>
                <a:lnTo>
                  <a:pt x="327" y="15"/>
                </a:lnTo>
                <a:lnTo>
                  <a:pt x="325" y="15"/>
                </a:lnTo>
                <a:close/>
              </a:path>
              <a:path w="471" h="15">
                <a:moveTo>
                  <a:pt x="337" y="15"/>
                </a:moveTo>
                <a:lnTo>
                  <a:pt x="337" y="0"/>
                </a:lnTo>
                <a:lnTo>
                  <a:pt x="342" y="0"/>
                </a:lnTo>
                <a:cubicBezTo>
                  <a:pt x="343" y="0"/>
                  <a:pt x="343" y="0"/>
                  <a:pt x="344" y="0"/>
                </a:cubicBezTo>
                <a:cubicBezTo>
                  <a:pt x="345" y="1"/>
                  <a:pt x="345" y="1"/>
                  <a:pt x="346" y="2"/>
                </a:cubicBezTo>
                <a:cubicBezTo>
                  <a:pt x="346" y="2"/>
                  <a:pt x="347" y="3"/>
                  <a:pt x="347" y="4"/>
                </a:cubicBezTo>
                <a:cubicBezTo>
                  <a:pt x="348" y="5"/>
                  <a:pt x="348" y="6"/>
                  <a:pt x="348" y="7"/>
                </a:cubicBezTo>
                <a:cubicBezTo>
                  <a:pt x="348" y="8"/>
                  <a:pt x="348" y="9"/>
                  <a:pt x="347" y="10"/>
                </a:cubicBezTo>
                <a:cubicBezTo>
                  <a:pt x="347" y="11"/>
                  <a:pt x="347" y="12"/>
                  <a:pt x="347" y="12"/>
                </a:cubicBezTo>
                <a:cubicBezTo>
                  <a:pt x="346" y="13"/>
                  <a:pt x="346" y="13"/>
                  <a:pt x="345" y="14"/>
                </a:cubicBezTo>
                <a:cubicBezTo>
                  <a:pt x="345" y="14"/>
                  <a:pt x="344" y="14"/>
                  <a:pt x="344" y="14"/>
                </a:cubicBezTo>
                <a:cubicBezTo>
                  <a:pt x="343" y="15"/>
                  <a:pt x="343" y="15"/>
                  <a:pt x="342" y="15"/>
                </a:cubicBezTo>
                <a:lnTo>
                  <a:pt x="337" y="15"/>
                </a:lnTo>
                <a:close/>
                <a:moveTo>
                  <a:pt x="339" y="13"/>
                </a:moveTo>
                <a:lnTo>
                  <a:pt x="342" y="13"/>
                </a:lnTo>
                <a:cubicBezTo>
                  <a:pt x="343" y="13"/>
                  <a:pt x="343" y="13"/>
                  <a:pt x="344" y="13"/>
                </a:cubicBezTo>
                <a:cubicBezTo>
                  <a:pt x="344" y="13"/>
                  <a:pt x="345" y="12"/>
                  <a:pt x="345" y="12"/>
                </a:cubicBezTo>
                <a:cubicBezTo>
                  <a:pt x="345" y="12"/>
                  <a:pt x="345" y="11"/>
                  <a:pt x="346" y="10"/>
                </a:cubicBezTo>
                <a:cubicBezTo>
                  <a:pt x="346" y="9"/>
                  <a:pt x="346" y="8"/>
                  <a:pt x="346" y="7"/>
                </a:cubicBezTo>
                <a:cubicBezTo>
                  <a:pt x="346" y="6"/>
                  <a:pt x="346" y="5"/>
                  <a:pt x="345" y="4"/>
                </a:cubicBezTo>
                <a:cubicBezTo>
                  <a:pt x="345" y="3"/>
                  <a:pt x="344" y="3"/>
                  <a:pt x="344" y="2"/>
                </a:cubicBezTo>
                <a:cubicBezTo>
                  <a:pt x="343" y="2"/>
                  <a:pt x="343" y="2"/>
                  <a:pt x="342" y="2"/>
                </a:cubicBezTo>
                <a:lnTo>
                  <a:pt x="339" y="2"/>
                </a:lnTo>
                <a:lnTo>
                  <a:pt x="339" y="13"/>
                </a:lnTo>
                <a:close/>
              </a:path>
              <a:path w="471" h="15">
                <a:moveTo>
                  <a:pt x="358" y="15"/>
                </a:moveTo>
                <a:lnTo>
                  <a:pt x="358" y="2"/>
                </a:lnTo>
                <a:lnTo>
                  <a:pt x="354" y="2"/>
                </a:lnTo>
                <a:lnTo>
                  <a:pt x="354" y="0"/>
                </a:lnTo>
                <a:lnTo>
                  <a:pt x="364" y="0"/>
                </a:lnTo>
                <a:lnTo>
                  <a:pt x="364" y="2"/>
                </a:lnTo>
                <a:lnTo>
                  <a:pt x="359" y="2"/>
                </a:lnTo>
                <a:lnTo>
                  <a:pt x="359" y="15"/>
                </a:lnTo>
                <a:lnTo>
                  <a:pt x="358" y="15"/>
                </a:lnTo>
                <a:close/>
              </a:path>
              <a:path w="471" h="15">
                <a:moveTo>
                  <a:pt x="365" y="15"/>
                </a:moveTo>
                <a:lnTo>
                  <a:pt x="365" y="0"/>
                </a:lnTo>
                <a:lnTo>
                  <a:pt x="374" y="0"/>
                </a:lnTo>
                <a:lnTo>
                  <a:pt x="374" y="2"/>
                </a:lnTo>
                <a:lnTo>
                  <a:pt x="366" y="2"/>
                </a:lnTo>
                <a:lnTo>
                  <a:pt x="366" y="6"/>
                </a:lnTo>
                <a:lnTo>
                  <a:pt x="373" y="6"/>
                </a:lnTo>
                <a:lnTo>
                  <a:pt x="373" y="8"/>
                </a:lnTo>
                <a:lnTo>
                  <a:pt x="366" y="8"/>
                </a:lnTo>
                <a:lnTo>
                  <a:pt x="366" y="13"/>
                </a:lnTo>
                <a:lnTo>
                  <a:pt x="374" y="13"/>
                </a:lnTo>
                <a:lnTo>
                  <a:pt x="374" y="15"/>
                </a:lnTo>
                <a:lnTo>
                  <a:pt x="365" y="15"/>
                </a:lnTo>
                <a:close/>
              </a:path>
              <a:path w="471" h="15">
                <a:moveTo>
                  <a:pt x="385" y="10"/>
                </a:moveTo>
                <a:lnTo>
                  <a:pt x="386" y="10"/>
                </a:lnTo>
                <a:cubicBezTo>
                  <a:pt x="386" y="12"/>
                  <a:pt x="386" y="13"/>
                  <a:pt x="385" y="14"/>
                </a:cubicBezTo>
                <a:cubicBezTo>
                  <a:pt x="384" y="15"/>
                  <a:pt x="383" y="15"/>
                  <a:pt x="381" y="15"/>
                </a:cubicBezTo>
                <a:cubicBezTo>
                  <a:pt x="380" y="15"/>
                  <a:pt x="379" y="15"/>
                  <a:pt x="378" y="14"/>
                </a:cubicBezTo>
                <a:cubicBezTo>
                  <a:pt x="377" y="13"/>
                  <a:pt x="377" y="12"/>
                  <a:pt x="376" y="11"/>
                </a:cubicBezTo>
                <a:cubicBezTo>
                  <a:pt x="376" y="10"/>
                  <a:pt x="375" y="9"/>
                  <a:pt x="375" y="7"/>
                </a:cubicBezTo>
                <a:cubicBezTo>
                  <a:pt x="375" y="6"/>
                  <a:pt x="376" y="5"/>
                  <a:pt x="376" y="3"/>
                </a:cubicBezTo>
                <a:cubicBezTo>
                  <a:pt x="377" y="2"/>
                  <a:pt x="377" y="1"/>
                  <a:pt x="378" y="1"/>
                </a:cubicBezTo>
                <a:cubicBezTo>
                  <a:pt x="379" y="0"/>
                  <a:pt x="380" y="0"/>
                  <a:pt x="381" y="0"/>
                </a:cubicBezTo>
                <a:cubicBezTo>
                  <a:pt x="383" y="0"/>
                  <a:pt x="384" y="0"/>
                  <a:pt x="384" y="1"/>
                </a:cubicBezTo>
                <a:cubicBezTo>
                  <a:pt x="385" y="2"/>
                  <a:pt x="386" y="3"/>
                  <a:pt x="386" y="4"/>
                </a:cubicBezTo>
                <a:lnTo>
                  <a:pt x="385" y="5"/>
                </a:lnTo>
                <a:cubicBezTo>
                  <a:pt x="384" y="4"/>
                  <a:pt x="384" y="3"/>
                  <a:pt x="383" y="2"/>
                </a:cubicBezTo>
                <a:cubicBezTo>
                  <a:pt x="383" y="2"/>
                  <a:pt x="382" y="2"/>
                  <a:pt x="381" y="2"/>
                </a:cubicBezTo>
                <a:cubicBezTo>
                  <a:pt x="380" y="2"/>
                  <a:pt x="380" y="2"/>
                  <a:pt x="379" y="2"/>
                </a:cubicBezTo>
                <a:cubicBezTo>
                  <a:pt x="378" y="3"/>
                  <a:pt x="378" y="4"/>
                  <a:pt x="378" y="5"/>
                </a:cubicBezTo>
                <a:cubicBezTo>
                  <a:pt x="377" y="5"/>
                  <a:pt x="377" y="6"/>
                  <a:pt x="377" y="7"/>
                </a:cubicBezTo>
                <a:cubicBezTo>
                  <a:pt x="377" y="9"/>
                  <a:pt x="377" y="10"/>
                  <a:pt x="378" y="11"/>
                </a:cubicBezTo>
                <a:cubicBezTo>
                  <a:pt x="378" y="11"/>
                  <a:pt x="378" y="12"/>
                  <a:pt x="379" y="13"/>
                </a:cubicBezTo>
                <a:cubicBezTo>
                  <a:pt x="380" y="13"/>
                  <a:pt x="380" y="13"/>
                  <a:pt x="381" y="13"/>
                </a:cubicBezTo>
                <a:cubicBezTo>
                  <a:pt x="382" y="13"/>
                  <a:pt x="383" y="13"/>
                  <a:pt x="384" y="12"/>
                </a:cubicBezTo>
                <a:cubicBezTo>
                  <a:pt x="384" y="12"/>
                  <a:pt x="385" y="11"/>
                  <a:pt x="385" y="10"/>
                </a:cubicBezTo>
                <a:close/>
              </a:path>
              <a:path w="471" h="15">
                <a:moveTo>
                  <a:pt x="388" y="15"/>
                </a:moveTo>
                <a:lnTo>
                  <a:pt x="388" y="0"/>
                </a:lnTo>
                <a:lnTo>
                  <a:pt x="390" y="0"/>
                </a:lnTo>
                <a:lnTo>
                  <a:pt x="390" y="6"/>
                </a:lnTo>
                <a:lnTo>
                  <a:pt x="396" y="6"/>
                </a:lnTo>
                <a:lnTo>
                  <a:pt x="396" y="0"/>
                </a:lnTo>
                <a:lnTo>
                  <a:pt x="398" y="0"/>
                </a:lnTo>
                <a:lnTo>
                  <a:pt x="398" y="15"/>
                </a:lnTo>
                <a:lnTo>
                  <a:pt x="396" y="15"/>
                </a:lnTo>
                <a:lnTo>
                  <a:pt x="396" y="8"/>
                </a:lnTo>
                <a:lnTo>
                  <a:pt x="390" y="8"/>
                </a:lnTo>
                <a:lnTo>
                  <a:pt x="390" y="15"/>
                </a:lnTo>
                <a:lnTo>
                  <a:pt x="388" y="15"/>
                </a:lnTo>
                <a:close/>
              </a:path>
              <a:path w="471" h="15">
                <a:moveTo>
                  <a:pt x="400" y="15"/>
                </a:moveTo>
                <a:lnTo>
                  <a:pt x="400" y="0"/>
                </a:lnTo>
                <a:lnTo>
                  <a:pt x="402" y="0"/>
                </a:lnTo>
                <a:lnTo>
                  <a:pt x="408" y="12"/>
                </a:lnTo>
                <a:lnTo>
                  <a:pt x="408" y="0"/>
                </a:lnTo>
                <a:lnTo>
                  <a:pt x="410" y="0"/>
                </a:lnTo>
                <a:lnTo>
                  <a:pt x="410" y="15"/>
                </a:lnTo>
                <a:lnTo>
                  <a:pt x="408" y="15"/>
                </a:lnTo>
                <a:lnTo>
                  <a:pt x="402" y="3"/>
                </a:lnTo>
                <a:lnTo>
                  <a:pt x="402" y="15"/>
                </a:lnTo>
                <a:lnTo>
                  <a:pt x="400" y="15"/>
                </a:lnTo>
                <a:close/>
              </a:path>
              <a:path w="471" h="15">
                <a:moveTo>
                  <a:pt x="412" y="8"/>
                </a:moveTo>
                <a:cubicBezTo>
                  <a:pt x="412" y="5"/>
                  <a:pt x="412" y="3"/>
                  <a:pt x="413" y="2"/>
                </a:cubicBezTo>
                <a:cubicBezTo>
                  <a:pt x="415" y="1"/>
                  <a:pt x="416" y="0"/>
                  <a:pt x="418" y="0"/>
                </a:cubicBezTo>
                <a:cubicBezTo>
                  <a:pt x="419" y="0"/>
                  <a:pt x="420" y="0"/>
                  <a:pt x="421" y="1"/>
                </a:cubicBezTo>
                <a:cubicBezTo>
                  <a:pt x="422" y="2"/>
                  <a:pt x="423" y="3"/>
                  <a:pt x="423" y="4"/>
                </a:cubicBezTo>
                <a:cubicBezTo>
                  <a:pt x="424" y="5"/>
                  <a:pt x="424" y="6"/>
                  <a:pt x="424" y="8"/>
                </a:cubicBezTo>
                <a:cubicBezTo>
                  <a:pt x="424" y="9"/>
                  <a:pt x="424" y="10"/>
                  <a:pt x="423" y="11"/>
                </a:cubicBezTo>
                <a:cubicBezTo>
                  <a:pt x="422" y="13"/>
                  <a:pt x="422" y="13"/>
                  <a:pt x="421" y="14"/>
                </a:cubicBezTo>
                <a:cubicBezTo>
                  <a:pt x="420" y="15"/>
                  <a:pt x="419" y="15"/>
                  <a:pt x="418" y="15"/>
                </a:cubicBezTo>
                <a:cubicBezTo>
                  <a:pt x="417" y="15"/>
                  <a:pt x="416" y="15"/>
                  <a:pt x="415" y="14"/>
                </a:cubicBezTo>
                <a:cubicBezTo>
                  <a:pt x="414" y="13"/>
                  <a:pt x="413" y="12"/>
                  <a:pt x="413" y="11"/>
                </a:cubicBezTo>
                <a:cubicBezTo>
                  <a:pt x="412" y="10"/>
                  <a:pt x="412" y="9"/>
                  <a:pt x="412" y="8"/>
                </a:cubicBezTo>
                <a:close/>
                <a:moveTo>
                  <a:pt x="414" y="8"/>
                </a:moveTo>
                <a:cubicBezTo>
                  <a:pt x="414" y="9"/>
                  <a:pt x="414" y="11"/>
                  <a:pt x="415" y="12"/>
                </a:cubicBezTo>
                <a:cubicBezTo>
                  <a:pt x="416" y="13"/>
                  <a:pt x="417" y="13"/>
                  <a:pt x="418" y="13"/>
                </a:cubicBezTo>
                <a:cubicBezTo>
                  <a:pt x="419" y="13"/>
                  <a:pt x="420" y="13"/>
                  <a:pt x="421" y="12"/>
                </a:cubicBezTo>
                <a:cubicBezTo>
                  <a:pt x="422" y="11"/>
                  <a:pt x="422" y="9"/>
                  <a:pt x="422" y="7"/>
                </a:cubicBezTo>
                <a:cubicBezTo>
                  <a:pt x="422" y="6"/>
                  <a:pt x="422" y="5"/>
                  <a:pt x="422" y="4"/>
                </a:cubicBezTo>
                <a:cubicBezTo>
                  <a:pt x="421" y="4"/>
                  <a:pt x="421" y="3"/>
                  <a:pt x="420" y="2"/>
                </a:cubicBezTo>
                <a:cubicBezTo>
                  <a:pt x="419" y="2"/>
                  <a:pt x="419" y="2"/>
                  <a:pt x="418" y="2"/>
                </a:cubicBezTo>
                <a:cubicBezTo>
                  <a:pt x="417" y="2"/>
                  <a:pt x="416" y="2"/>
                  <a:pt x="415" y="3"/>
                </a:cubicBezTo>
                <a:cubicBezTo>
                  <a:pt x="414" y="4"/>
                  <a:pt x="414" y="6"/>
                  <a:pt x="414" y="8"/>
                </a:cubicBezTo>
                <a:close/>
              </a:path>
              <a:path w="471" h="15">
                <a:moveTo>
                  <a:pt x="425" y="15"/>
                </a:moveTo>
                <a:lnTo>
                  <a:pt x="425" y="0"/>
                </a:lnTo>
                <a:lnTo>
                  <a:pt x="427" y="0"/>
                </a:lnTo>
                <a:lnTo>
                  <a:pt x="427" y="13"/>
                </a:lnTo>
                <a:lnTo>
                  <a:pt x="433" y="13"/>
                </a:lnTo>
                <a:lnTo>
                  <a:pt x="433" y="15"/>
                </a:lnTo>
                <a:lnTo>
                  <a:pt x="425" y="15"/>
                </a:lnTo>
                <a:close/>
              </a:path>
              <a:path w="471" h="15">
                <a:moveTo>
                  <a:pt x="434" y="8"/>
                </a:moveTo>
                <a:cubicBezTo>
                  <a:pt x="434" y="5"/>
                  <a:pt x="435" y="3"/>
                  <a:pt x="436" y="2"/>
                </a:cubicBezTo>
                <a:cubicBezTo>
                  <a:pt x="437" y="1"/>
                  <a:pt x="438" y="0"/>
                  <a:pt x="440" y="0"/>
                </a:cubicBezTo>
                <a:cubicBezTo>
                  <a:pt x="441" y="0"/>
                  <a:pt x="442" y="0"/>
                  <a:pt x="443" y="1"/>
                </a:cubicBezTo>
                <a:cubicBezTo>
                  <a:pt x="444" y="2"/>
                  <a:pt x="445" y="3"/>
                  <a:pt x="445" y="4"/>
                </a:cubicBezTo>
                <a:cubicBezTo>
                  <a:pt x="446" y="5"/>
                  <a:pt x="446" y="6"/>
                  <a:pt x="446" y="8"/>
                </a:cubicBezTo>
                <a:cubicBezTo>
                  <a:pt x="446" y="9"/>
                  <a:pt x="446" y="10"/>
                  <a:pt x="445" y="11"/>
                </a:cubicBezTo>
                <a:cubicBezTo>
                  <a:pt x="445" y="13"/>
                  <a:pt x="444" y="13"/>
                  <a:pt x="443" y="14"/>
                </a:cubicBezTo>
                <a:cubicBezTo>
                  <a:pt x="442" y="15"/>
                  <a:pt x="441" y="15"/>
                  <a:pt x="440" y="15"/>
                </a:cubicBezTo>
                <a:cubicBezTo>
                  <a:pt x="439" y="15"/>
                  <a:pt x="438" y="15"/>
                  <a:pt x="437" y="14"/>
                </a:cubicBezTo>
                <a:cubicBezTo>
                  <a:pt x="436" y="13"/>
                  <a:pt x="435" y="12"/>
                  <a:pt x="435" y="11"/>
                </a:cubicBezTo>
                <a:cubicBezTo>
                  <a:pt x="434" y="10"/>
                  <a:pt x="434" y="9"/>
                  <a:pt x="434" y="8"/>
                </a:cubicBezTo>
                <a:close/>
                <a:moveTo>
                  <a:pt x="436" y="8"/>
                </a:moveTo>
                <a:cubicBezTo>
                  <a:pt x="436" y="9"/>
                  <a:pt x="436" y="11"/>
                  <a:pt x="437" y="12"/>
                </a:cubicBezTo>
                <a:cubicBezTo>
                  <a:pt x="438" y="13"/>
                  <a:pt x="439" y="13"/>
                  <a:pt x="440" y="13"/>
                </a:cubicBezTo>
                <a:cubicBezTo>
                  <a:pt x="441" y="13"/>
                  <a:pt x="442" y="13"/>
                  <a:pt x="443" y="12"/>
                </a:cubicBezTo>
                <a:cubicBezTo>
                  <a:pt x="444" y="11"/>
                  <a:pt x="444" y="9"/>
                  <a:pt x="444" y="7"/>
                </a:cubicBezTo>
                <a:cubicBezTo>
                  <a:pt x="444" y="6"/>
                  <a:pt x="444" y="5"/>
                  <a:pt x="444" y="4"/>
                </a:cubicBezTo>
                <a:cubicBezTo>
                  <a:pt x="444" y="4"/>
                  <a:pt x="443" y="3"/>
                  <a:pt x="442" y="2"/>
                </a:cubicBezTo>
                <a:cubicBezTo>
                  <a:pt x="442" y="2"/>
                  <a:pt x="441" y="2"/>
                  <a:pt x="440" y="2"/>
                </a:cubicBezTo>
                <a:cubicBezTo>
                  <a:pt x="439" y="2"/>
                  <a:pt x="438" y="2"/>
                  <a:pt x="437" y="3"/>
                </a:cubicBezTo>
                <a:cubicBezTo>
                  <a:pt x="436" y="4"/>
                  <a:pt x="436" y="6"/>
                  <a:pt x="436" y="8"/>
                </a:cubicBezTo>
                <a:close/>
              </a:path>
              <a:path w="471" h="15">
                <a:moveTo>
                  <a:pt x="454" y="9"/>
                </a:moveTo>
                <a:lnTo>
                  <a:pt x="454" y="7"/>
                </a:lnTo>
                <a:lnTo>
                  <a:pt x="459" y="7"/>
                </a:lnTo>
                <a:lnTo>
                  <a:pt x="459" y="13"/>
                </a:lnTo>
                <a:cubicBezTo>
                  <a:pt x="458" y="13"/>
                  <a:pt x="457" y="14"/>
                  <a:pt x="456" y="14"/>
                </a:cubicBezTo>
                <a:cubicBezTo>
                  <a:pt x="456" y="15"/>
                  <a:pt x="455" y="15"/>
                  <a:pt x="454" y="15"/>
                </a:cubicBezTo>
                <a:cubicBezTo>
                  <a:pt x="453" y="15"/>
                  <a:pt x="451" y="15"/>
                  <a:pt x="450" y="14"/>
                </a:cubicBezTo>
                <a:cubicBezTo>
                  <a:pt x="449" y="13"/>
                  <a:pt x="449" y="13"/>
                  <a:pt x="448" y="11"/>
                </a:cubicBezTo>
                <a:cubicBezTo>
                  <a:pt x="448" y="10"/>
                  <a:pt x="447" y="9"/>
                  <a:pt x="447" y="8"/>
                </a:cubicBezTo>
                <a:cubicBezTo>
                  <a:pt x="447" y="6"/>
                  <a:pt x="448" y="5"/>
                  <a:pt x="448" y="4"/>
                </a:cubicBezTo>
                <a:cubicBezTo>
                  <a:pt x="449" y="2"/>
                  <a:pt x="449" y="2"/>
                  <a:pt x="450" y="1"/>
                </a:cubicBezTo>
                <a:cubicBezTo>
                  <a:pt x="451" y="0"/>
                  <a:pt x="452" y="0"/>
                  <a:pt x="454" y="0"/>
                </a:cubicBezTo>
                <a:cubicBezTo>
                  <a:pt x="455" y="0"/>
                  <a:pt x="455" y="0"/>
                  <a:pt x="456" y="1"/>
                </a:cubicBezTo>
                <a:cubicBezTo>
                  <a:pt x="457" y="1"/>
                  <a:pt x="457" y="1"/>
                  <a:pt x="458" y="2"/>
                </a:cubicBezTo>
                <a:cubicBezTo>
                  <a:pt x="458" y="3"/>
                  <a:pt x="459" y="3"/>
                  <a:pt x="459" y="4"/>
                </a:cubicBezTo>
                <a:lnTo>
                  <a:pt x="457" y="5"/>
                </a:lnTo>
                <a:cubicBezTo>
                  <a:pt x="457" y="4"/>
                  <a:pt x="457" y="3"/>
                  <a:pt x="457" y="3"/>
                </a:cubicBezTo>
                <a:cubicBezTo>
                  <a:pt x="456" y="3"/>
                  <a:pt x="456" y="2"/>
                  <a:pt x="455" y="2"/>
                </a:cubicBezTo>
                <a:cubicBezTo>
                  <a:pt x="455" y="2"/>
                  <a:pt x="454" y="2"/>
                  <a:pt x="454" y="2"/>
                </a:cubicBezTo>
                <a:cubicBezTo>
                  <a:pt x="453" y="2"/>
                  <a:pt x="452" y="2"/>
                  <a:pt x="452" y="2"/>
                </a:cubicBezTo>
                <a:cubicBezTo>
                  <a:pt x="451" y="2"/>
                  <a:pt x="451" y="3"/>
                  <a:pt x="450" y="3"/>
                </a:cubicBezTo>
                <a:cubicBezTo>
                  <a:pt x="450" y="4"/>
                  <a:pt x="450" y="4"/>
                  <a:pt x="450" y="5"/>
                </a:cubicBezTo>
                <a:cubicBezTo>
                  <a:pt x="449" y="5"/>
                  <a:pt x="449" y="6"/>
                  <a:pt x="449" y="7"/>
                </a:cubicBezTo>
                <a:cubicBezTo>
                  <a:pt x="449" y="9"/>
                  <a:pt x="449" y="10"/>
                  <a:pt x="450" y="11"/>
                </a:cubicBezTo>
                <a:cubicBezTo>
                  <a:pt x="450" y="12"/>
                  <a:pt x="451" y="12"/>
                  <a:pt x="451" y="13"/>
                </a:cubicBezTo>
                <a:cubicBezTo>
                  <a:pt x="452" y="13"/>
                  <a:pt x="453" y="13"/>
                  <a:pt x="454" y="13"/>
                </a:cubicBezTo>
                <a:cubicBezTo>
                  <a:pt x="454" y="13"/>
                  <a:pt x="455" y="13"/>
                  <a:pt x="456" y="13"/>
                </a:cubicBezTo>
                <a:cubicBezTo>
                  <a:pt x="456" y="12"/>
                  <a:pt x="457" y="12"/>
                  <a:pt x="457" y="12"/>
                </a:cubicBezTo>
                <a:lnTo>
                  <a:pt x="457" y="9"/>
                </a:lnTo>
                <a:lnTo>
                  <a:pt x="454" y="9"/>
                </a:lnTo>
                <a:close/>
              </a:path>
              <a:path w="471" h="15">
                <a:moveTo>
                  <a:pt x="464" y="15"/>
                </a:moveTo>
                <a:lnTo>
                  <a:pt x="464" y="9"/>
                </a:lnTo>
                <a:lnTo>
                  <a:pt x="460" y="0"/>
                </a:lnTo>
                <a:lnTo>
                  <a:pt x="462" y="0"/>
                </a:lnTo>
                <a:lnTo>
                  <a:pt x="464" y="5"/>
                </a:lnTo>
                <a:cubicBezTo>
                  <a:pt x="465" y="5"/>
                  <a:pt x="465" y="6"/>
                  <a:pt x="465" y="7"/>
                </a:cubicBezTo>
                <a:cubicBezTo>
                  <a:pt x="466" y="6"/>
                  <a:pt x="466" y="5"/>
                  <a:pt x="467" y="5"/>
                </a:cubicBezTo>
                <a:lnTo>
                  <a:pt x="469" y="0"/>
                </a:lnTo>
                <a:lnTo>
                  <a:pt x="471" y="0"/>
                </a:lnTo>
                <a:lnTo>
                  <a:pt x="466" y="9"/>
                </a:lnTo>
                <a:lnTo>
                  <a:pt x="466" y="15"/>
                </a:lnTo>
                <a:lnTo>
                  <a:pt x="464" y="1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pic>
        <p:nvPicPr>
          <p:cNvPr id="16" name="图片 2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3251" y="124632"/>
            <a:ext cx="627347" cy="471145"/>
          </a:xfrm>
          <a:prstGeom prst="rect">
            <a:avLst/>
          </a:prstGeom>
          <a:ln>
            <a:noFill/>
          </a:ln>
        </p:spPr>
      </p:pic>
      <p:sp>
        <p:nvSpPr>
          <p:cNvPr id="17" name="致谢横带"/>
          <p:cNvSpPr/>
          <p:nvPr/>
        </p:nvSpPr>
        <p:spPr>
          <a:xfrm>
            <a:off x="0" y="2331720"/>
            <a:ext cx="12191695" cy="146304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4000" b="0" i="0">
                <a:solidFill>
                  <a:srgbClr val="FFFFFF"/>
                </a:solidFill>
                <a:effectLst>
                  <a:outerShdw blurRad="50800" dist="38100" dir="5400000" algn="ctr" rotWithShape="0">
                    <a:srgbClr val="000000">
                      <a:alpha val="45000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谢谢！欢迎讨论与指正</a:t>
            </a:r>
            <a:endParaRPr lang="zh-CN" altLang="en-US" sz="4000" b="0" i="0">
              <a:solidFill>
                <a:srgbClr val="FFFFFF"/>
              </a:solidFill>
              <a:effectLst>
                <a:outerShdw blurRad="50800" dist="38100" dir="5400000" algn="ctr" rotWithShape="0">
                  <a:srgbClr val="000000">
                    <a:alpha val="45000"/>
                  </a:srgbClr>
                </a:outerShdw>
              </a:effectLst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14400" y="4069080"/>
            <a:ext cx="10362895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2000" b="0" i="0">
                <a:solidFill>
                  <a:srgbClr val="1137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感谢广安门医院、广东省中医院在数据整理与提供方面的支持</a:t>
            </a:r>
            <a:endParaRPr lang="zh-CN" altLang="en-US" sz="2000" b="0" i="0">
              <a:solidFill>
                <a:srgbClr val="1137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14400" y="4572000"/>
            <a:ext cx="10362895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 b="0" i="0">
                <a:solidFill>
                  <a:srgbClr val="646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核实清单见第 13 页</a:t>
            </a:r>
            <a:endParaRPr lang="zh-CN" altLang="en-US" sz="1400" b="0" i="0">
              <a:solidFill>
                <a:srgbClr val="646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微软雅黑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微软雅黑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微软雅黑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微软雅黑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5188</Words>
  <Application>WPS 演示</Application>
  <PresentationFormat>On-screen Show (4:3)</PresentationFormat>
  <Paragraphs>760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5" baseType="lpstr">
      <vt:lpstr>Arial</vt:lpstr>
      <vt:lpstr>宋体</vt:lpstr>
      <vt:lpstr>Wingdings</vt:lpstr>
      <vt:lpstr>Arial</vt:lpstr>
      <vt:lpstr>华文隶书</vt:lpstr>
      <vt:lpstr>微软雅黑</vt:lpstr>
      <vt:lpstr>Calibri</vt:lpstr>
      <vt:lpstr>Arial Unicode MS</vt:lpstr>
      <vt:lpstr>-apple-system</vt:lpstr>
      <vt:lpstr>UmePlus Gothic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老年流感多中心数据对齐与研究协作汇报</dc:title>
  <dc:creator/>
  <dc:description>generated using python-pptx</dc:description>
  <cp:lastModifiedBy>WPS_1663841273</cp:lastModifiedBy>
  <cp:revision>5</cp:revision>
  <dcterms:created xsi:type="dcterms:W3CDTF">2026-10-08T17:10:00Z</dcterms:created>
  <dcterms:modified xsi:type="dcterms:W3CDTF">2026-10-09T06:53:04Z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2052-12.1.0.28505</vt:lpwstr>
  </property>
  <property fmtid="{D5CDD505-2E9C-101B-9397-08002B2CF9AE}" pid="3" name="ICV">
    <vt:lpwstr>B4859E5D52ED938F9CCEC76A15F9362E_43</vt:lpwstr>
  </property>
</Properties>
</file>