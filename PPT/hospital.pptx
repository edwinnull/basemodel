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73" r:id="rId3"/>
    <p:sldId id="269" r:id="rId5"/>
    <p:sldId id="257" r:id="rId6"/>
    <p:sldId id="270" r:id="rId7"/>
    <p:sldId id="272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1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4F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91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预计用时：30秒。本次汇报分两部分：前半部分是时序大模型后训练与强化学习奖惩机制的调研结论；后半部分是计划在双 L40 上执行的实验设计。实验尚未进行，第 12–14 页结果页留空，待实验完成后按实验方案 §13 的登记表回填。</a:t>
            </a:r>
          </a:p>
          <a:p>
            <a:r>
              <a:t>过渡：先说明后训练的三条路线和现状。</a:t>
            </a:r>
          </a:p>
          <a:p>
            <a:r>
              <a:t>[Sources]</a:t>
            </a:r>
          </a:p>
          <a:p>
            <a:r>
              <a:t>research/medical-ts-posttrain-rl-20260923/report.md；research/medical-ts-rl-deep-dive-20260925/report.md；plans/MIMIC-IV_时序大模型后训练_实验方案_20260925.md。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21"/>
          <p:cNvSpPr>
            <a:spLocks noGrp="1"/>
          </p:cNvSpPr>
          <p:nvPr/>
        </p:nvSpPr>
        <p:spPr>
          <a:xfrm>
            <a:off x="3676459" y="828175"/>
            <a:ext cx="5334992" cy="5549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3600">
                <a:solidFill>
                  <a:srgbClr val="035393"/>
                </a:solidFill>
                <a:latin typeface="华文隶书" panose="02010800040101010101" charset="-122"/>
                <a:ea typeface="华文隶书" panose="02010800040101010101" charset="-122"/>
                <a:cs typeface="华文隶书" panose="02010800040101010101" charset="-122"/>
              </a:rPr>
              <a:t>明德·厚学·求是·创新 </a:t>
            </a:r>
            <a:endParaRPr sz="3600"/>
          </a:p>
        </p:txBody>
      </p:sp>
      <p:sp>
        <p:nvSpPr>
          <p:cNvPr id="3" name="矩形 22"/>
          <p:cNvSpPr>
            <a:spLocks noGrp="1"/>
          </p:cNvSpPr>
          <p:nvPr/>
        </p:nvSpPr>
        <p:spPr>
          <a:xfrm>
            <a:off x="0" y="1096132"/>
            <a:ext cx="3239601" cy="17779"/>
          </a:xfrm>
          <a:prstGeom prst="rect">
            <a:avLst/>
          </a:prstGeom>
          <a:solidFill>
            <a:srgbClr val="4472C4"/>
          </a:solidFill>
          <a:ln w="12700">
            <a:solidFill>
              <a:srgbClr val="2F528F"/>
            </a:solidFill>
          </a:ln>
        </p:spPr>
      </p:sp>
      <p:sp>
        <p:nvSpPr>
          <p:cNvPr id="4" name="矩形 23"/>
          <p:cNvSpPr>
            <a:spLocks noGrp="1"/>
          </p:cNvSpPr>
          <p:nvPr/>
        </p:nvSpPr>
        <p:spPr>
          <a:xfrm>
            <a:off x="8951764" y="1096132"/>
            <a:ext cx="3239601" cy="17779"/>
          </a:xfrm>
          <a:prstGeom prst="rect">
            <a:avLst/>
          </a:prstGeom>
          <a:solidFill>
            <a:srgbClr val="4472C4"/>
          </a:solidFill>
          <a:ln w="12700">
            <a:solidFill>
              <a:srgbClr val="223962"/>
            </a:solidFill>
          </a:ln>
        </p:spPr>
      </p:sp>
      <p:sp>
        <p:nvSpPr>
          <p:cNvPr id="5" name="矩形 24-shape"/>
          <p:cNvSpPr>
            <a:spLocks noGrp="1"/>
          </p:cNvSpPr>
          <p:nvPr/>
        </p:nvSpPr>
        <p:spPr>
          <a:xfrm>
            <a:off x="0" y="2070171"/>
            <a:ext cx="12191365" cy="168774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</a:ln>
        </p:spPr>
      </p:sp>
      <p:sp>
        <p:nvSpPr>
          <p:cNvPr id="6" name="矩形 24-text"/>
          <p:cNvSpPr>
            <a:spLocks noGrp="1"/>
          </p:cNvSpPr>
          <p:nvPr/>
        </p:nvSpPr>
        <p:spPr>
          <a:xfrm>
            <a:off x="0" y="2070171"/>
            <a:ext cx="12191365" cy="16877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3600">
                <a:solidFill>
                  <a:schemeClr val="bg1"/>
                </a:solidFill>
                <a:effectLst>
                  <a:outerShdw blurRad="50800" dist="50800" dir="5400000" algn="ctr" rotWithShape="0">
                    <a:srgbClr val="00000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老年流感多中心数据对齐与研究协作汇报</a:t>
            </a:r>
            <a:endParaRPr lang="zh-CN" altLang="en-US" sz="3600">
              <a:solidFill>
                <a:schemeClr val="bg1"/>
              </a:solidFill>
              <a:effectLst>
                <a:outerShdw blurRad="50800" dist="50800" dir="5400000" algn="ctr" rotWithShape="0">
                  <a:srgbClr val="000000"/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矩形 25"/>
          <p:cNvSpPr>
            <a:spLocks noGrp="1"/>
          </p:cNvSpPr>
          <p:nvPr/>
        </p:nvSpPr>
        <p:spPr>
          <a:xfrm>
            <a:off x="0" y="3783312"/>
            <a:ext cx="12191365" cy="103626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ClrTx/>
              <a:buSzTx/>
              <a:buNone/>
            </a:pPr>
            <a:r>
              <a:rPr lang="zh-CN" altLang="en-US" sz="2400">
                <a:solidFill>
                  <a:schemeClr val="bg1"/>
                </a:solidFill>
                <a:effectLst>
                  <a:outerShdw blurRad="50800" dist="50800" dir="5400000" algn="ctr" rotWithShape="0">
                    <a:srgbClr val="00000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理想数据 · 两院差异 · 对齐工作 · 待核实事项</a:t>
            </a:r>
            <a:endParaRPr lang="zh-CN" altLang="en-US" sz="2400">
              <a:solidFill>
                <a:schemeClr val="bg1"/>
              </a:solidFill>
              <a:effectLst>
                <a:outerShdw blurRad="50800" dist="50800" dir="5400000" algn="ctr" rotWithShape="0">
                  <a:srgbClr val="000000"/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  <a:sym typeface="+mn-ea"/>
            </a:endParaRPr>
          </a:p>
        </p:txBody>
      </p:sp>
      <p:sp>
        <p:nvSpPr>
          <p:cNvPr id="9" name="Rectangle 7"/>
          <p:cNvSpPr>
            <a:spLocks noGrp="1"/>
          </p:cNvSpPr>
          <p:nvPr/>
        </p:nvSpPr>
        <p:spPr>
          <a:xfrm>
            <a:off x="9971521" y="467514"/>
            <a:ext cx="180331" cy="6350"/>
          </a:xfrm>
          <a:prstGeom prst="rect">
            <a:avLst/>
          </a:prstGeom>
          <a:solidFill>
            <a:srgbClr val="005A9F"/>
          </a:solidFill>
          <a:ln>
            <a:noFill/>
          </a:ln>
        </p:spPr>
      </p:sp>
      <p:sp>
        <p:nvSpPr>
          <p:cNvPr id="10" name="Freeform 8"/>
          <p:cNvSpPr>
            <a:spLocks noGrp="1"/>
          </p:cNvSpPr>
          <p:nvPr/>
        </p:nvSpPr>
        <p:spPr>
          <a:xfrm>
            <a:off x="9862306" y="238926"/>
            <a:ext cx="400029" cy="256527"/>
          </a:xfrm>
          <a:custGeom>
            <a:avLst/>
            <a:gdLst/>
            <a:ahLst/>
            <a:cxnLst/>
            <a:rect l="l" t="t" r="r" b="b"/>
            <a:pathLst>
              <a:path w="259" h="165">
                <a:moveTo>
                  <a:pt x="129" y="4"/>
                </a:moveTo>
                <a:cubicBezTo>
                  <a:pt x="198" y="4"/>
                  <a:pt x="255" y="39"/>
                  <a:pt x="255" y="83"/>
                </a:cubicBezTo>
                <a:cubicBezTo>
                  <a:pt x="255" y="126"/>
                  <a:pt x="198" y="161"/>
                  <a:pt x="129" y="161"/>
                </a:cubicBezTo>
                <a:cubicBezTo>
                  <a:pt x="61" y="161"/>
                  <a:pt x="4" y="126"/>
                  <a:pt x="4" y="83"/>
                </a:cubicBezTo>
                <a:cubicBezTo>
                  <a:pt x="4" y="39"/>
                  <a:pt x="61" y="4"/>
                  <a:pt x="129" y="4"/>
                </a:cubicBezTo>
                <a:close/>
                <a:moveTo>
                  <a:pt x="129" y="0"/>
                </a:moveTo>
                <a:cubicBezTo>
                  <a:pt x="201" y="0"/>
                  <a:pt x="259" y="37"/>
                  <a:pt x="259" y="83"/>
                </a:cubicBezTo>
                <a:cubicBezTo>
                  <a:pt x="259" y="128"/>
                  <a:pt x="201" y="165"/>
                  <a:pt x="129" y="165"/>
                </a:cubicBezTo>
                <a:cubicBezTo>
                  <a:pt x="58" y="165"/>
                  <a:pt x="0" y="128"/>
                  <a:pt x="0" y="83"/>
                </a:cubicBezTo>
                <a:cubicBezTo>
                  <a:pt x="0" y="37"/>
                  <a:pt x="58" y="0"/>
                  <a:pt x="129" y="0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1" name="Freeform 9"/>
          <p:cNvSpPr>
            <a:spLocks noGrp="1"/>
          </p:cNvSpPr>
          <p:nvPr/>
        </p:nvSpPr>
        <p:spPr>
          <a:xfrm>
            <a:off x="9899134" y="238926"/>
            <a:ext cx="326373" cy="256527"/>
          </a:xfrm>
          <a:custGeom>
            <a:avLst/>
            <a:gdLst/>
            <a:ahLst/>
            <a:cxnLst/>
            <a:rect l="l" t="t" r="r" b="b"/>
            <a:pathLst>
              <a:path w="211" h="165">
                <a:moveTo>
                  <a:pt x="105" y="4"/>
                </a:moveTo>
                <a:cubicBezTo>
                  <a:pt x="161" y="4"/>
                  <a:pt x="207" y="39"/>
                  <a:pt x="207" y="83"/>
                </a:cubicBezTo>
                <a:cubicBezTo>
                  <a:pt x="207" y="126"/>
                  <a:pt x="161" y="161"/>
                  <a:pt x="105" y="161"/>
                </a:cubicBezTo>
                <a:cubicBezTo>
                  <a:pt x="50" y="161"/>
                  <a:pt x="4" y="126"/>
                  <a:pt x="4" y="83"/>
                </a:cubicBezTo>
                <a:cubicBezTo>
                  <a:pt x="4" y="39"/>
                  <a:pt x="50" y="4"/>
                  <a:pt x="105" y="4"/>
                </a:cubicBezTo>
                <a:close/>
                <a:moveTo>
                  <a:pt x="105" y="0"/>
                </a:moveTo>
                <a:cubicBezTo>
                  <a:pt x="163" y="0"/>
                  <a:pt x="211" y="37"/>
                  <a:pt x="211" y="83"/>
                </a:cubicBezTo>
                <a:cubicBezTo>
                  <a:pt x="211" y="128"/>
                  <a:pt x="163" y="165"/>
                  <a:pt x="105" y="165"/>
                </a:cubicBezTo>
                <a:cubicBezTo>
                  <a:pt x="48" y="165"/>
                  <a:pt x="0" y="128"/>
                  <a:pt x="0" y="83"/>
                </a:cubicBezTo>
                <a:cubicBezTo>
                  <a:pt x="0" y="37"/>
                  <a:pt x="48" y="0"/>
                  <a:pt x="105" y="0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2" name="Freeform 10"/>
          <p:cNvSpPr>
            <a:spLocks noGrp="1"/>
          </p:cNvSpPr>
          <p:nvPr/>
        </p:nvSpPr>
        <p:spPr>
          <a:xfrm>
            <a:off x="9777221" y="157650"/>
            <a:ext cx="568930" cy="412729"/>
          </a:xfrm>
          <a:custGeom>
            <a:avLst/>
            <a:gdLst/>
            <a:ahLst/>
            <a:cxnLst/>
            <a:rect l="l" t="t" r="r" b="b"/>
            <a:pathLst>
              <a:path w="368" h="265">
                <a:moveTo>
                  <a:pt x="184" y="0"/>
                </a:moveTo>
                <a:cubicBezTo>
                  <a:pt x="286" y="0"/>
                  <a:pt x="368" y="60"/>
                  <a:pt x="368" y="133"/>
                </a:cubicBezTo>
                <a:cubicBezTo>
                  <a:pt x="368" y="206"/>
                  <a:pt x="286" y="265"/>
                  <a:pt x="184" y="265"/>
                </a:cubicBezTo>
                <a:cubicBezTo>
                  <a:pt x="83" y="265"/>
                  <a:pt x="0" y="206"/>
                  <a:pt x="0" y="133"/>
                </a:cubicBezTo>
                <a:cubicBezTo>
                  <a:pt x="0" y="60"/>
                  <a:pt x="83" y="0"/>
                  <a:pt x="184" y="0"/>
                </a:cubicBezTo>
                <a:close/>
                <a:moveTo>
                  <a:pt x="184" y="7"/>
                </a:moveTo>
                <a:cubicBezTo>
                  <a:pt x="280" y="7"/>
                  <a:pt x="359" y="64"/>
                  <a:pt x="359" y="133"/>
                </a:cubicBezTo>
                <a:cubicBezTo>
                  <a:pt x="359" y="202"/>
                  <a:pt x="280" y="258"/>
                  <a:pt x="184" y="258"/>
                </a:cubicBezTo>
                <a:cubicBezTo>
                  <a:pt x="88" y="258"/>
                  <a:pt x="9" y="202"/>
                  <a:pt x="9" y="133"/>
                </a:cubicBezTo>
                <a:cubicBezTo>
                  <a:pt x="9" y="64"/>
                  <a:pt x="88" y="7"/>
                  <a:pt x="184" y="7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3" name="Freeform 11"/>
          <p:cNvSpPr>
            <a:spLocks noGrp="1"/>
          </p:cNvSpPr>
          <p:nvPr/>
        </p:nvSpPr>
        <p:spPr>
          <a:xfrm>
            <a:off x="10007079" y="447195"/>
            <a:ext cx="107944" cy="17779"/>
          </a:xfrm>
          <a:custGeom>
            <a:avLst/>
            <a:gdLst/>
            <a:ahLst/>
            <a:cxnLst/>
            <a:rect l="l" t="t" r="r" b="b"/>
            <a:pathLst>
              <a:path w="70" h="11">
                <a:moveTo>
                  <a:pt x="0" y="0"/>
                </a:moveTo>
                <a:lnTo>
                  <a:pt x="1" y="0"/>
                </a:lnTo>
                <a:lnTo>
                  <a:pt x="2" y="6"/>
                </a:lnTo>
                <a:cubicBezTo>
                  <a:pt x="3" y="6"/>
                  <a:pt x="3" y="7"/>
                  <a:pt x="3" y="7"/>
                </a:cubicBezTo>
                <a:cubicBezTo>
                  <a:pt x="3" y="7"/>
                  <a:pt x="3" y="8"/>
                  <a:pt x="3" y="8"/>
                </a:cubicBezTo>
                <a:cubicBezTo>
                  <a:pt x="3" y="8"/>
                  <a:pt x="3" y="7"/>
                  <a:pt x="3" y="6"/>
                </a:cubicBezTo>
                <a:cubicBezTo>
                  <a:pt x="3" y="6"/>
                  <a:pt x="3" y="6"/>
                  <a:pt x="3" y="6"/>
                </a:cubicBezTo>
                <a:lnTo>
                  <a:pt x="4" y="0"/>
                </a:lnTo>
                <a:lnTo>
                  <a:pt x="5" y="0"/>
                </a:lnTo>
                <a:lnTo>
                  <a:pt x="7" y="6"/>
                </a:lnTo>
                <a:cubicBezTo>
                  <a:pt x="7" y="6"/>
                  <a:pt x="7" y="7"/>
                  <a:pt x="7" y="7"/>
                </a:cubicBezTo>
                <a:cubicBezTo>
                  <a:pt x="7" y="7"/>
                  <a:pt x="7" y="8"/>
                  <a:pt x="7" y="8"/>
                </a:cubicBezTo>
                <a:cubicBezTo>
                  <a:pt x="7" y="8"/>
                  <a:pt x="7" y="7"/>
                  <a:pt x="7" y="7"/>
                </a:cubicBezTo>
                <a:cubicBezTo>
                  <a:pt x="7" y="7"/>
                  <a:pt x="7" y="6"/>
                  <a:pt x="7" y="6"/>
                </a:cubicBezTo>
                <a:lnTo>
                  <a:pt x="8" y="0"/>
                </a:lnTo>
                <a:lnTo>
                  <a:pt x="10" y="0"/>
                </a:lnTo>
                <a:lnTo>
                  <a:pt x="7" y="10"/>
                </a:lnTo>
                <a:lnTo>
                  <a:pt x="6" y="10"/>
                </a:lnTo>
                <a:lnTo>
                  <a:pt x="5" y="5"/>
                </a:lnTo>
                <a:cubicBezTo>
                  <a:pt x="5" y="4"/>
                  <a:pt x="5" y="4"/>
                  <a:pt x="5" y="4"/>
                </a:cubicBezTo>
                <a:cubicBezTo>
                  <a:pt x="5" y="3"/>
                  <a:pt x="5" y="3"/>
                  <a:pt x="5" y="2"/>
                </a:cubicBezTo>
                <a:cubicBezTo>
                  <a:pt x="5" y="3"/>
                  <a:pt x="5" y="3"/>
                  <a:pt x="5" y="4"/>
                </a:cubicBezTo>
                <a:cubicBezTo>
                  <a:pt x="5" y="4"/>
                  <a:pt x="5" y="4"/>
                  <a:pt x="4" y="5"/>
                </a:cubicBezTo>
                <a:lnTo>
                  <a:pt x="3" y="10"/>
                </a:lnTo>
                <a:lnTo>
                  <a:pt x="2" y="10"/>
                </a:lnTo>
                <a:lnTo>
                  <a:pt x="0" y="0"/>
                </a:lnTo>
                <a:close/>
              </a:path>
              <a:path w="70" h="11">
                <a:moveTo>
                  <a:pt x="10" y="0"/>
                </a:moveTo>
                <a:lnTo>
                  <a:pt x="12" y="0"/>
                </a:lnTo>
                <a:lnTo>
                  <a:pt x="12" y="7"/>
                </a:lnTo>
                <a:cubicBezTo>
                  <a:pt x="12" y="8"/>
                  <a:pt x="12" y="8"/>
                  <a:pt x="12" y="9"/>
                </a:cubicBezTo>
                <a:cubicBezTo>
                  <a:pt x="12" y="9"/>
                  <a:pt x="13" y="9"/>
                  <a:pt x="13" y="9"/>
                </a:cubicBezTo>
                <a:cubicBezTo>
                  <a:pt x="14" y="9"/>
                  <a:pt x="14" y="9"/>
                  <a:pt x="15" y="9"/>
                </a:cubicBezTo>
                <a:cubicBezTo>
                  <a:pt x="15" y="8"/>
                  <a:pt x="15" y="8"/>
                  <a:pt x="15" y="7"/>
                </a:cubicBezTo>
                <a:lnTo>
                  <a:pt x="15" y="0"/>
                </a:lnTo>
                <a:lnTo>
                  <a:pt x="16" y="0"/>
                </a:lnTo>
                <a:lnTo>
                  <a:pt x="16" y="7"/>
                </a:lnTo>
                <a:cubicBezTo>
                  <a:pt x="16" y="8"/>
                  <a:pt x="16" y="9"/>
                  <a:pt x="15" y="10"/>
                </a:cubicBezTo>
                <a:cubicBezTo>
                  <a:pt x="15" y="10"/>
                  <a:pt x="14" y="11"/>
                  <a:pt x="13" y="11"/>
                </a:cubicBezTo>
                <a:cubicBezTo>
                  <a:pt x="12" y="11"/>
                  <a:pt x="12" y="10"/>
                  <a:pt x="11" y="10"/>
                </a:cubicBezTo>
                <a:cubicBezTo>
                  <a:pt x="11" y="9"/>
                  <a:pt x="10" y="8"/>
                  <a:pt x="10" y="7"/>
                </a:cubicBezTo>
                <a:lnTo>
                  <a:pt x="10" y="0"/>
                </a:lnTo>
                <a:close/>
              </a:path>
              <a:path w="70" h="11">
                <a:moveTo>
                  <a:pt x="18" y="0"/>
                </a:moveTo>
                <a:lnTo>
                  <a:pt x="19" y="0"/>
                </a:lnTo>
                <a:lnTo>
                  <a:pt x="19" y="4"/>
                </a:lnTo>
                <a:lnTo>
                  <a:pt x="22" y="4"/>
                </a:lnTo>
                <a:lnTo>
                  <a:pt x="22" y="0"/>
                </a:lnTo>
                <a:lnTo>
                  <a:pt x="23" y="0"/>
                </a:lnTo>
                <a:lnTo>
                  <a:pt x="23" y="10"/>
                </a:lnTo>
                <a:lnTo>
                  <a:pt x="22" y="10"/>
                </a:lnTo>
                <a:lnTo>
                  <a:pt x="22" y="6"/>
                </a:lnTo>
                <a:lnTo>
                  <a:pt x="19" y="6"/>
                </a:lnTo>
                <a:lnTo>
                  <a:pt x="19" y="10"/>
                </a:lnTo>
                <a:lnTo>
                  <a:pt x="18" y="10"/>
                </a:lnTo>
                <a:lnTo>
                  <a:pt x="18" y="0"/>
                </a:lnTo>
                <a:close/>
              </a:path>
              <a:path w="70" h="11">
                <a:moveTo>
                  <a:pt x="26" y="0"/>
                </a:moveTo>
                <a:lnTo>
                  <a:pt x="28" y="0"/>
                </a:lnTo>
                <a:lnTo>
                  <a:pt x="30" y="10"/>
                </a:lnTo>
                <a:lnTo>
                  <a:pt x="29" y="10"/>
                </a:lnTo>
                <a:lnTo>
                  <a:pt x="29" y="8"/>
                </a:lnTo>
                <a:lnTo>
                  <a:pt x="26" y="8"/>
                </a:lnTo>
                <a:lnTo>
                  <a:pt x="25" y="10"/>
                </a:lnTo>
                <a:lnTo>
                  <a:pt x="24" y="10"/>
                </a:lnTo>
                <a:lnTo>
                  <a:pt x="26" y="0"/>
                </a:lnTo>
                <a:close/>
                <a:moveTo>
                  <a:pt x="27" y="1"/>
                </a:moveTo>
                <a:lnTo>
                  <a:pt x="26" y="6"/>
                </a:lnTo>
                <a:lnTo>
                  <a:pt x="28" y="6"/>
                </a:lnTo>
                <a:lnTo>
                  <a:pt x="27" y="1"/>
                </a:lnTo>
                <a:close/>
              </a:path>
              <a:path w="70" h="11">
                <a:moveTo>
                  <a:pt x="31" y="0"/>
                </a:moveTo>
                <a:lnTo>
                  <a:pt x="32" y="0"/>
                </a:lnTo>
                <a:lnTo>
                  <a:pt x="35" y="6"/>
                </a:lnTo>
                <a:cubicBezTo>
                  <a:pt x="35" y="6"/>
                  <a:pt x="35" y="7"/>
                  <a:pt x="35" y="7"/>
                </a:cubicBezTo>
                <a:cubicBezTo>
                  <a:pt x="36" y="7"/>
                  <a:pt x="36" y="8"/>
                  <a:pt x="36" y="8"/>
                </a:cubicBezTo>
                <a:cubicBezTo>
                  <a:pt x="36" y="8"/>
                  <a:pt x="36" y="7"/>
                  <a:pt x="36" y="7"/>
                </a:cubicBezTo>
                <a:cubicBezTo>
                  <a:pt x="36" y="7"/>
                  <a:pt x="36" y="6"/>
                  <a:pt x="36" y="6"/>
                </a:cubicBezTo>
                <a:lnTo>
                  <a:pt x="36" y="0"/>
                </a:lnTo>
                <a:lnTo>
                  <a:pt x="37" y="0"/>
                </a:lnTo>
                <a:lnTo>
                  <a:pt x="37" y="10"/>
                </a:lnTo>
                <a:lnTo>
                  <a:pt x="36" y="10"/>
                </a:lnTo>
                <a:lnTo>
                  <a:pt x="33" y="4"/>
                </a:lnTo>
                <a:cubicBezTo>
                  <a:pt x="33" y="4"/>
                  <a:pt x="33" y="4"/>
                  <a:pt x="33" y="3"/>
                </a:cubicBezTo>
                <a:cubicBezTo>
                  <a:pt x="32" y="3"/>
                  <a:pt x="32" y="2"/>
                  <a:pt x="32" y="2"/>
                </a:cubicBezTo>
                <a:cubicBezTo>
                  <a:pt x="32" y="2"/>
                  <a:pt x="32" y="2"/>
                  <a:pt x="32" y="3"/>
                </a:cubicBezTo>
                <a:cubicBezTo>
                  <a:pt x="32" y="3"/>
                  <a:pt x="32" y="4"/>
                  <a:pt x="32" y="4"/>
                </a:cubicBezTo>
                <a:lnTo>
                  <a:pt x="32" y="10"/>
                </a:lnTo>
                <a:lnTo>
                  <a:pt x="31" y="10"/>
                </a:lnTo>
                <a:lnTo>
                  <a:pt x="31" y="0"/>
                </a:lnTo>
                <a:close/>
              </a:path>
              <a:path w="70" h="11">
                <a:moveTo>
                  <a:pt x="46" y="3"/>
                </a:moveTo>
                <a:lnTo>
                  <a:pt x="45" y="3"/>
                </a:lnTo>
                <a:cubicBezTo>
                  <a:pt x="45" y="3"/>
                  <a:pt x="45" y="2"/>
                  <a:pt x="44" y="2"/>
                </a:cubicBezTo>
                <a:cubicBezTo>
                  <a:pt x="44" y="1"/>
                  <a:pt x="44" y="1"/>
                  <a:pt x="43" y="1"/>
                </a:cubicBezTo>
                <a:cubicBezTo>
                  <a:pt x="43" y="1"/>
                  <a:pt x="42" y="2"/>
                  <a:pt x="42" y="2"/>
                </a:cubicBezTo>
                <a:cubicBezTo>
                  <a:pt x="42" y="3"/>
                  <a:pt x="42" y="4"/>
                  <a:pt x="42" y="5"/>
                </a:cubicBezTo>
                <a:cubicBezTo>
                  <a:pt x="42" y="7"/>
                  <a:pt x="42" y="8"/>
                  <a:pt x="42" y="8"/>
                </a:cubicBezTo>
                <a:cubicBezTo>
                  <a:pt x="42" y="9"/>
                  <a:pt x="43" y="9"/>
                  <a:pt x="43" y="9"/>
                </a:cubicBezTo>
                <a:cubicBezTo>
                  <a:pt x="44" y="9"/>
                  <a:pt x="44" y="9"/>
                  <a:pt x="45" y="9"/>
                </a:cubicBezTo>
                <a:cubicBezTo>
                  <a:pt x="45" y="8"/>
                  <a:pt x="45" y="8"/>
                  <a:pt x="45" y="7"/>
                </a:cubicBezTo>
                <a:lnTo>
                  <a:pt x="46" y="8"/>
                </a:lnTo>
                <a:cubicBezTo>
                  <a:pt x="46" y="9"/>
                  <a:pt x="46" y="9"/>
                  <a:pt x="45" y="10"/>
                </a:cubicBezTo>
                <a:cubicBezTo>
                  <a:pt x="45" y="10"/>
                  <a:pt x="44" y="11"/>
                  <a:pt x="43" y="11"/>
                </a:cubicBezTo>
                <a:cubicBezTo>
                  <a:pt x="42" y="11"/>
                  <a:pt x="42" y="10"/>
                  <a:pt x="41" y="9"/>
                </a:cubicBezTo>
                <a:cubicBezTo>
                  <a:pt x="41" y="8"/>
                  <a:pt x="40" y="7"/>
                  <a:pt x="40" y="5"/>
                </a:cubicBezTo>
                <a:cubicBezTo>
                  <a:pt x="40" y="4"/>
                  <a:pt x="41" y="2"/>
                  <a:pt x="41" y="1"/>
                </a:cubicBezTo>
                <a:cubicBezTo>
                  <a:pt x="42" y="0"/>
                  <a:pt x="43" y="0"/>
                  <a:pt x="43" y="0"/>
                </a:cubicBezTo>
                <a:cubicBezTo>
                  <a:pt x="44" y="0"/>
                  <a:pt x="45" y="0"/>
                  <a:pt x="45" y="1"/>
                </a:cubicBezTo>
                <a:cubicBezTo>
                  <a:pt x="46" y="1"/>
                  <a:pt x="46" y="2"/>
                  <a:pt x="46" y="3"/>
                </a:cubicBezTo>
                <a:close/>
              </a:path>
              <a:path w="70" h="11">
                <a:moveTo>
                  <a:pt x="47" y="0"/>
                </a:moveTo>
                <a:lnTo>
                  <a:pt x="48" y="0"/>
                </a:lnTo>
                <a:lnTo>
                  <a:pt x="48" y="4"/>
                </a:lnTo>
                <a:lnTo>
                  <a:pt x="52" y="4"/>
                </a:lnTo>
                <a:lnTo>
                  <a:pt x="52" y="0"/>
                </a:lnTo>
                <a:lnTo>
                  <a:pt x="53" y="0"/>
                </a:lnTo>
                <a:lnTo>
                  <a:pt x="53" y="10"/>
                </a:lnTo>
                <a:lnTo>
                  <a:pt x="52" y="10"/>
                </a:lnTo>
                <a:lnTo>
                  <a:pt x="52" y="6"/>
                </a:lnTo>
                <a:lnTo>
                  <a:pt x="48" y="6"/>
                </a:lnTo>
                <a:lnTo>
                  <a:pt x="48" y="10"/>
                </a:lnTo>
                <a:lnTo>
                  <a:pt x="47" y="10"/>
                </a:lnTo>
                <a:lnTo>
                  <a:pt x="47" y="0"/>
                </a:lnTo>
                <a:close/>
              </a:path>
              <a:path w="70" h="11">
                <a:moveTo>
                  <a:pt x="55" y="0"/>
                </a:moveTo>
                <a:lnTo>
                  <a:pt x="56" y="0"/>
                </a:lnTo>
                <a:lnTo>
                  <a:pt x="56" y="10"/>
                </a:lnTo>
                <a:lnTo>
                  <a:pt x="55" y="10"/>
                </a:lnTo>
                <a:lnTo>
                  <a:pt x="55" y="0"/>
                </a:lnTo>
                <a:close/>
              </a:path>
              <a:path w="70" h="11">
                <a:moveTo>
                  <a:pt x="57" y="0"/>
                </a:moveTo>
                <a:lnTo>
                  <a:pt x="59" y="0"/>
                </a:lnTo>
                <a:lnTo>
                  <a:pt x="61" y="6"/>
                </a:lnTo>
                <a:cubicBezTo>
                  <a:pt x="61" y="6"/>
                  <a:pt x="61" y="7"/>
                  <a:pt x="62" y="7"/>
                </a:cubicBezTo>
                <a:cubicBezTo>
                  <a:pt x="62" y="7"/>
                  <a:pt x="62" y="8"/>
                  <a:pt x="62" y="8"/>
                </a:cubicBezTo>
                <a:cubicBezTo>
                  <a:pt x="62" y="8"/>
                  <a:pt x="62" y="7"/>
                  <a:pt x="62" y="7"/>
                </a:cubicBezTo>
                <a:cubicBezTo>
                  <a:pt x="62" y="7"/>
                  <a:pt x="62" y="6"/>
                  <a:pt x="62" y="6"/>
                </a:cubicBezTo>
                <a:lnTo>
                  <a:pt x="62" y="0"/>
                </a:lnTo>
                <a:lnTo>
                  <a:pt x="63" y="0"/>
                </a:lnTo>
                <a:lnTo>
                  <a:pt x="63" y="10"/>
                </a:lnTo>
                <a:lnTo>
                  <a:pt x="62" y="10"/>
                </a:lnTo>
                <a:lnTo>
                  <a:pt x="59" y="4"/>
                </a:lnTo>
                <a:cubicBezTo>
                  <a:pt x="59" y="4"/>
                  <a:pt x="59" y="4"/>
                  <a:pt x="59" y="3"/>
                </a:cubicBezTo>
                <a:cubicBezTo>
                  <a:pt x="59" y="3"/>
                  <a:pt x="59" y="2"/>
                  <a:pt x="58" y="2"/>
                </a:cubicBezTo>
                <a:cubicBezTo>
                  <a:pt x="58" y="2"/>
                  <a:pt x="58" y="2"/>
                  <a:pt x="58" y="3"/>
                </a:cubicBezTo>
                <a:cubicBezTo>
                  <a:pt x="58" y="3"/>
                  <a:pt x="58" y="4"/>
                  <a:pt x="58" y="4"/>
                </a:cubicBezTo>
                <a:lnTo>
                  <a:pt x="58" y="10"/>
                </a:lnTo>
                <a:lnTo>
                  <a:pt x="57" y="10"/>
                </a:lnTo>
                <a:lnTo>
                  <a:pt x="57" y="0"/>
                </a:lnTo>
                <a:close/>
              </a:path>
              <a:path w="70" h="11">
                <a:moveTo>
                  <a:pt x="66" y="0"/>
                </a:moveTo>
                <a:lnTo>
                  <a:pt x="68" y="0"/>
                </a:lnTo>
                <a:lnTo>
                  <a:pt x="70" y="10"/>
                </a:lnTo>
                <a:lnTo>
                  <a:pt x="69" y="10"/>
                </a:lnTo>
                <a:lnTo>
                  <a:pt x="68" y="8"/>
                </a:lnTo>
                <a:lnTo>
                  <a:pt x="66" y="8"/>
                </a:lnTo>
                <a:lnTo>
                  <a:pt x="65" y="10"/>
                </a:lnTo>
                <a:lnTo>
                  <a:pt x="64" y="10"/>
                </a:lnTo>
                <a:lnTo>
                  <a:pt x="66" y="0"/>
                </a:lnTo>
                <a:close/>
                <a:moveTo>
                  <a:pt x="67" y="1"/>
                </a:moveTo>
                <a:lnTo>
                  <a:pt x="66" y="6"/>
                </a:lnTo>
                <a:lnTo>
                  <a:pt x="68" y="6"/>
                </a:lnTo>
                <a:lnTo>
                  <a:pt x="67" y="1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4" name="Freeform 12"/>
          <p:cNvSpPr>
            <a:spLocks noGrp="1"/>
          </p:cNvSpPr>
          <p:nvPr/>
        </p:nvSpPr>
        <p:spPr>
          <a:xfrm>
            <a:off x="9914374" y="411637"/>
            <a:ext cx="297165" cy="30478"/>
          </a:xfrm>
          <a:custGeom>
            <a:avLst/>
            <a:gdLst/>
            <a:ahLst/>
            <a:cxnLst/>
            <a:rect l="l" t="t" r="r" b="b"/>
            <a:pathLst>
              <a:path w="192" h="20">
                <a:moveTo>
                  <a:pt x="0" y="0"/>
                </a:moveTo>
                <a:lnTo>
                  <a:pt x="192" y="0"/>
                </a:lnTo>
                <a:cubicBezTo>
                  <a:pt x="189" y="7"/>
                  <a:pt x="184" y="13"/>
                  <a:pt x="177" y="20"/>
                </a:cubicBezTo>
                <a:lnTo>
                  <a:pt x="14" y="19"/>
                </a:lnTo>
                <a:cubicBezTo>
                  <a:pt x="7" y="15"/>
                  <a:pt x="3" y="8"/>
                  <a:pt x="0" y="0"/>
                </a:cubicBezTo>
                <a:close/>
                <a:moveTo>
                  <a:pt x="39" y="4"/>
                </a:moveTo>
                <a:cubicBezTo>
                  <a:pt x="39" y="4"/>
                  <a:pt x="39" y="5"/>
                  <a:pt x="38" y="5"/>
                </a:cubicBezTo>
                <a:cubicBezTo>
                  <a:pt x="38" y="5"/>
                  <a:pt x="38" y="5"/>
                  <a:pt x="38" y="6"/>
                </a:cubicBezTo>
                <a:cubicBezTo>
                  <a:pt x="38" y="7"/>
                  <a:pt x="38" y="7"/>
                  <a:pt x="38" y="8"/>
                </a:cubicBezTo>
                <a:cubicBezTo>
                  <a:pt x="38" y="8"/>
                  <a:pt x="38" y="9"/>
                  <a:pt x="38" y="9"/>
                </a:cubicBezTo>
                <a:cubicBezTo>
                  <a:pt x="38" y="10"/>
                  <a:pt x="38" y="11"/>
                  <a:pt x="38" y="12"/>
                </a:cubicBezTo>
                <a:lnTo>
                  <a:pt x="38" y="14"/>
                </a:lnTo>
                <a:cubicBezTo>
                  <a:pt x="38" y="15"/>
                  <a:pt x="38" y="16"/>
                  <a:pt x="38" y="17"/>
                </a:cubicBezTo>
                <a:cubicBezTo>
                  <a:pt x="38" y="17"/>
                  <a:pt x="38" y="17"/>
                  <a:pt x="38" y="17"/>
                </a:cubicBezTo>
                <a:cubicBezTo>
                  <a:pt x="38" y="17"/>
                  <a:pt x="38" y="17"/>
                  <a:pt x="38" y="17"/>
                </a:cubicBezTo>
                <a:cubicBezTo>
                  <a:pt x="38" y="17"/>
                  <a:pt x="38" y="17"/>
                  <a:pt x="37" y="17"/>
                </a:cubicBezTo>
                <a:cubicBezTo>
                  <a:pt x="37" y="17"/>
                  <a:pt x="36" y="17"/>
                  <a:pt x="36" y="17"/>
                </a:cubicBezTo>
                <a:cubicBezTo>
                  <a:pt x="35" y="16"/>
                  <a:pt x="35" y="16"/>
                  <a:pt x="35" y="16"/>
                </a:cubicBezTo>
                <a:cubicBezTo>
                  <a:pt x="34" y="16"/>
                  <a:pt x="34" y="16"/>
                  <a:pt x="34" y="16"/>
                </a:cubicBezTo>
                <a:cubicBezTo>
                  <a:pt x="34" y="16"/>
                  <a:pt x="34" y="15"/>
                  <a:pt x="34" y="15"/>
                </a:cubicBezTo>
                <a:cubicBezTo>
                  <a:pt x="34" y="15"/>
                  <a:pt x="34" y="15"/>
                  <a:pt x="34" y="15"/>
                </a:cubicBezTo>
                <a:cubicBezTo>
                  <a:pt x="35" y="15"/>
                  <a:pt x="35" y="15"/>
                  <a:pt x="36" y="15"/>
                </a:cubicBezTo>
                <a:cubicBezTo>
                  <a:pt x="36" y="15"/>
                  <a:pt x="36" y="15"/>
                  <a:pt x="36" y="15"/>
                </a:cubicBezTo>
                <a:cubicBezTo>
                  <a:pt x="37" y="15"/>
                  <a:pt x="37" y="15"/>
                  <a:pt x="37" y="15"/>
                </a:cubicBezTo>
                <a:cubicBezTo>
                  <a:pt x="37" y="15"/>
                  <a:pt x="37" y="15"/>
                  <a:pt x="37" y="14"/>
                </a:cubicBezTo>
                <a:cubicBezTo>
                  <a:pt x="37" y="14"/>
                  <a:pt x="37" y="13"/>
                  <a:pt x="37" y="12"/>
                </a:cubicBezTo>
                <a:cubicBezTo>
                  <a:pt x="36" y="11"/>
                  <a:pt x="36" y="10"/>
                  <a:pt x="36" y="8"/>
                </a:cubicBezTo>
                <a:lnTo>
                  <a:pt x="36" y="6"/>
                </a:lnTo>
                <a:cubicBezTo>
                  <a:pt x="36" y="5"/>
                  <a:pt x="36" y="5"/>
                  <a:pt x="36" y="5"/>
                </a:cubicBezTo>
                <a:cubicBezTo>
                  <a:pt x="35" y="5"/>
                  <a:pt x="35" y="5"/>
                  <a:pt x="35" y="5"/>
                </a:cubicBezTo>
                <a:cubicBezTo>
                  <a:pt x="34" y="5"/>
                  <a:pt x="34" y="5"/>
                  <a:pt x="34" y="6"/>
                </a:cubicBezTo>
                <a:cubicBezTo>
                  <a:pt x="34" y="6"/>
                  <a:pt x="34" y="6"/>
                  <a:pt x="34" y="6"/>
                </a:cubicBezTo>
                <a:cubicBezTo>
                  <a:pt x="34" y="7"/>
                  <a:pt x="34" y="7"/>
                  <a:pt x="34" y="7"/>
                </a:cubicBezTo>
                <a:cubicBezTo>
                  <a:pt x="35" y="7"/>
                  <a:pt x="35" y="7"/>
                  <a:pt x="35" y="7"/>
                </a:cubicBezTo>
                <a:cubicBezTo>
                  <a:pt x="35" y="7"/>
                  <a:pt x="35" y="7"/>
                  <a:pt x="35" y="7"/>
                </a:cubicBezTo>
                <a:cubicBezTo>
                  <a:pt x="36" y="7"/>
                  <a:pt x="36" y="7"/>
                  <a:pt x="36" y="7"/>
                </a:cubicBezTo>
                <a:cubicBezTo>
                  <a:pt x="36" y="7"/>
                  <a:pt x="36" y="7"/>
                  <a:pt x="35" y="7"/>
                </a:cubicBezTo>
                <a:cubicBezTo>
                  <a:pt x="35" y="7"/>
                  <a:pt x="35" y="8"/>
                  <a:pt x="35" y="8"/>
                </a:cubicBezTo>
                <a:cubicBezTo>
                  <a:pt x="34" y="8"/>
                  <a:pt x="34" y="8"/>
                  <a:pt x="34" y="8"/>
                </a:cubicBezTo>
                <a:cubicBezTo>
                  <a:pt x="34" y="8"/>
                  <a:pt x="34" y="9"/>
                  <a:pt x="34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9"/>
                  <a:pt x="35" y="9"/>
                  <a:pt x="35" y="9"/>
                </a:cubicBezTo>
                <a:cubicBezTo>
                  <a:pt x="35" y="9"/>
                  <a:pt x="35" y="9"/>
                  <a:pt x="35" y="9"/>
                </a:cubicBezTo>
                <a:cubicBezTo>
                  <a:pt x="36" y="9"/>
                  <a:pt x="36" y="9"/>
                  <a:pt x="36" y="9"/>
                </a:cubicBezTo>
                <a:cubicBezTo>
                  <a:pt x="36" y="9"/>
                  <a:pt x="36" y="10"/>
                  <a:pt x="36" y="10"/>
                </a:cubicBezTo>
                <a:cubicBezTo>
                  <a:pt x="36" y="10"/>
                  <a:pt x="36" y="10"/>
                  <a:pt x="36" y="10"/>
                </a:cubicBezTo>
                <a:cubicBezTo>
                  <a:pt x="36" y="10"/>
                  <a:pt x="35" y="10"/>
                  <a:pt x="35" y="11"/>
                </a:cubicBezTo>
                <a:cubicBezTo>
                  <a:pt x="35" y="11"/>
                  <a:pt x="35" y="11"/>
                  <a:pt x="34" y="11"/>
                </a:cubicBezTo>
                <a:cubicBezTo>
                  <a:pt x="34" y="11"/>
                  <a:pt x="33" y="12"/>
                  <a:pt x="33" y="12"/>
                </a:cubicBezTo>
                <a:cubicBezTo>
                  <a:pt x="33" y="12"/>
                  <a:pt x="33" y="12"/>
                  <a:pt x="33" y="12"/>
                </a:cubicBezTo>
                <a:cubicBezTo>
                  <a:pt x="32" y="13"/>
                  <a:pt x="32" y="14"/>
                  <a:pt x="32" y="14"/>
                </a:cubicBezTo>
                <a:cubicBezTo>
                  <a:pt x="32" y="14"/>
                  <a:pt x="32" y="15"/>
                  <a:pt x="32" y="15"/>
                </a:cubicBezTo>
                <a:cubicBezTo>
                  <a:pt x="32" y="15"/>
                  <a:pt x="32" y="15"/>
                  <a:pt x="32" y="15"/>
                </a:cubicBezTo>
                <a:cubicBezTo>
                  <a:pt x="32" y="15"/>
                  <a:pt x="32" y="16"/>
                  <a:pt x="31" y="16"/>
                </a:cubicBezTo>
                <a:cubicBezTo>
                  <a:pt x="31" y="16"/>
                  <a:pt x="31" y="16"/>
                  <a:pt x="30" y="16"/>
                </a:cubicBezTo>
                <a:cubicBezTo>
                  <a:pt x="30" y="16"/>
                  <a:pt x="30" y="16"/>
                  <a:pt x="29" y="16"/>
                </a:cubicBezTo>
                <a:cubicBezTo>
                  <a:pt x="29" y="16"/>
                  <a:pt x="29" y="16"/>
                  <a:pt x="29" y="16"/>
                </a:cubicBezTo>
                <a:cubicBezTo>
                  <a:pt x="29" y="16"/>
                  <a:pt x="29" y="16"/>
                  <a:pt x="29" y="16"/>
                </a:cubicBezTo>
                <a:cubicBezTo>
                  <a:pt x="30" y="15"/>
                  <a:pt x="30" y="15"/>
                  <a:pt x="31" y="15"/>
                </a:cubicBezTo>
                <a:cubicBezTo>
                  <a:pt x="31" y="15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0" y="14"/>
                  <a:pt x="29" y="13"/>
                  <a:pt x="29" y="13"/>
                </a:cubicBezTo>
                <a:cubicBezTo>
                  <a:pt x="28" y="13"/>
                  <a:pt x="28" y="12"/>
                  <a:pt x="28" y="12"/>
                </a:cubicBezTo>
                <a:cubicBezTo>
                  <a:pt x="28" y="12"/>
                  <a:pt x="28" y="12"/>
                  <a:pt x="28" y="12"/>
                </a:cubicBezTo>
                <a:cubicBezTo>
                  <a:pt x="28" y="12"/>
                  <a:pt x="28" y="12"/>
                  <a:pt x="28" y="12"/>
                </a:cubicBezTo>
                <a:cubicBezTo>
                  <a:pt x="29" y="13"/>
                  <a:pt x="29" y="13"/>
                  <a:pt x="30" y="13"/>
                </a:cubicBezTo>
                <a:cubicBezTo>
                  <a:pt x="30" y="13"/>
                  <a:pt x="30" y="13"/>
                  <a:pt x="30" y="12"/>
                </a:cubicBezTo>
                <a:lnTo>
                  <a:pt x="30" y="11"/>
                </a:lnTo>
                <a:cubicBezTo>
                  <a:pt x="30" y="11"/>
                  <a:pt x="30" y="11"/>
                  <a:pt x="30" y="11"/>
                </a:cubicBezTo>
                <a:cubicBezTo>
                  <a:pt x="30" y="11"/>
                  <a:pt x="30" y="11"/>
                  <a:pt x="29" y="11"/>
                </a:cubicBezTo>
                <a:cubicBezTo>
                  <a:pt x="29" y="11"/>
                  <a:pt x="29" y="12"/>
                  <a:pt x="28" y="12"/>
                </a:cubicBezTo>
                <a:cubicBezTo>
                  <a:pt x="28" y="12"/>
                  <a:pt x="28" y="13"/>
                  <a:pt x="27" y="13"/>
                </a:cubicBezTo>
                <a:cubicBezTo>
                  <a:pt x="27" y="14"/>
                  <a:pt x="26" y="14"/>
                  <a:pt x="26" y="14"/>
                </a:cubicBezTo>
                <a:cubicBezTo>
                  <a:pt x="26" y="14"/>
                  <a:pt x="26" y="14"/>
                  <a:pt x="26" y="14"/>
                </a:cubicBezTo>
                <a:cubicBezTo>
                  <a:pt x="26" y="14"/>
                  <a:pt x="25" y="14"/>
                  <a:pt x="25" y="14"/>
                </a:cubicBezTo>
                <a:cubicBezTo>
                  <a:pt x="25" y="14"/>
                  <a:pt x="25" y="13"/>
                  <a:pt x="25" y="13"/>
                </a:cubicBezTo>
                <a:cubicBezTo>
                  <a:pt x="25" y="13"/>
                  <a:pt x="25" y="13"/>
                  <a:pt x="25" y="13"/>
                </a:cubicBezTo>
                <a:cubicBezTo>
                  <a:pt x="25" y="13"/>
                  <a:pt x="26" y="13"/>
                  <a:pt x="26" y="12"/>
                </a:cubicBezTo>
                <a:cubicBezTo>
                  <a:pt x="26" y="12"/>
                  <a:pt x="26" y="12"/>
                  <a:pt x="27" y="12"/>
                </a:cubicBezTo>
                <a:cubicBezTo>
                  <a:pt x="27" y="12"/>
                  <a:pt x="27" y="12"/>
                  <a:pt x="27" y="11"/>
                </a:cubicBezTo>
                <a:cubicBezTo>
                  <a:pt x="26" y="10"/>
                  <a:pt x="26" y="9"/>
                  <a:pt x="26" y="9"/>
                </a:cubicBezTo>
                <a:lnTo>
                  <a:pt x="26" y="7"/>
                </a:lnTo>
                <a:lnTo>
                  <a:pt x="26" y="6"/>
                </a:lnTo>
                <a:cubicBezTo>
                  <a:pt x="26" y="6"/>
                  <a:pt x="27" y="6"/>
                  <a:pt x="27" y="6"/>
                </a:cubicBezTo>
                <a:cubicBezTo>
                  <a:pt x="27" y="6"/>
                  <a:pt x="27" y="5"/>
                  <a:pt x="28" y="5"/>
                </a:cubicBezTo>
                <a:cubicBezTo>
                  <a:pt x="28" y="5"/>
                  <a:pt x="28" y="5"/>
                  <a:pt x="29" y="5"/>
                </a:cubicBezTo>
                <a:cubicBezTo>
                  <a:pt x="30" y="5"/>
                  <a:pt x="30" y="5"/>
                  <a:pt x="30" y="5"/>
                </a:cubicBezTo>
                <a:cubicBezTo>
                  <a:pt x="31" y="5"/>
                  <a:pt x="31" y="5"/>
                  <a:pt x="31" y="5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6"/>
                  <a:pt x="32" y="6"/>
                  <a:pt x="31" y="6"/>
                </a:cubicBezTo>
                <a:cubicBezTo>
                  <a:pt x="31" y="6"/>
                  <a:pt x="31" y="7"/>
                  <a:pt x="31" y="7"/>
                </a:cubicBezTo>
                <a:cubicBezTo>
                  <a:pt x="31" y="7"/>
                  <a:pt x="31" y="8"/>
                  <a:pt x="31" y="8"/>
                </a:cubicBezTo>
                <a:cubicBezTo>
                  <a:pt x="31" y="8"/>
                  <a:pt x="31" y="9"/>
                  <a:pt x="31" y="10"/>
                </a:cubicBezTo>
                <a:cubicBezTo>
                  <a:pt x="31" y="11"/>
                  <a:pt x="31" y="11"/>
                  <a:pt x="31" y="11"/>
                </a:cubicBezTo>
                <a:cubicBezTo>
                  <a:pt x="31" y="12"/>
                  <a:pt x="31" y="12"/>
                  <a:pt x="31" y="12"/>
                </a:cubicBezTo>
                <a:cubicBezTo>
                  <a:pt x="31" y="13"/>
                  <a:pt x="31" y="13"/>
                  <a:pt x="31" y="13"/>
                </a:cubicBezTo>
                <a:cubicBezTo>
                  <a:pt x="31" y="13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2" y="13"/>
                  <a:pt x="32" y="12"/>
                </a:cubicBezTo>
                <a:cubicBezTo>
                  <a:pt x="32" y="12"/>
                  <a:pt x="32" y="11"/>
                  <a:pt x="33" y="10"/>
                </a:cubicBezTo>
                <a:cubicBezTo>
                  <a:pt x="33" y="8"/>
                  <a:pt x="33" y="6"/>
                  <a:pt x="33" y="6"/>
                </a:cubicBezTo>
                <a:cubicBezTo>
                  <a:pt x="33" y="5"/>
                  <a:pt x="33" y="5"/>
                  <a:pt x="33" y="5"/>
                </a:cubicBezTo>
                <a:cubicBezTo>
                  <a:pt x="33" y="5"/>
                  <a:pt x="33" y="4"/>
                  <a:pt x="34" y="4"/>
                </a:cubicBezTo>
                <a:cubicBezTo>
                  <a:pt x="34" y="4"/>
                  <a:pt x="34" y="4"/>
                  <a:pt x="34" y="4"/>
                </a:cubicBezTo>
                <a:cubicBezTo>
                  <a:pt x="35" y="4"/>
                  <a:pt x="35" y="4"/>
                  <a:pt x="35" y="4"/>
                </a:cubicBezTo>
                <a:cubicBezTo>
                  <a:pt x="35" y="4"/>
                  <a:pt x="36" y="4"/>
                  <a:pt x="36" y="4"/>
                </a:cubicBezTo>
                <a:cubicBezTo>
                  <a:pt x="36" y="4"/>
                  <a:pt x="37" y="4"/>
                  <a:pt x="37" y="4"/>
                </a:cubicBezTo>
                <a:cubicBezTo>
                  <a:pt x="37" y="4"/>
                  <a:pt x="37" y="4"/>
                  <a:pt x="3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39" y="4"/>
                  <a:pt x="39" y="4"/>
                  <a:pt x="39" y="4"/>
                </a:cubicBezTo>
                <a:close/>
                <a:moveTo>
                  <a:pt x="52" y="6"/>
                </a:moveTo>
                <a:cubicBezTo>
                  <a:pt x="52" y="6"/>
                  <a:pt x="53" y="6"/>
                  <a:pt x="53" y="6"/>
                </a:cubicBezTo>
                <a:cubicBezTo>
                  <a:pt x="53" y="6"/>
                  <a:pt x="54" y="6"/>
                  <a:pt x="54" y="6"/>
                </a:cubicBezTo>
                <a:cubicBezTo>
                  <a:pt x="54" y="7"/>
                  <a:pt x="55" y="7"/>
                  <a:pt x="55" y="7"/>
                </a:cubicBezTo>
                <a:cubicBezTo>
                  <a:pt x="55" y="7"/>
                  <a:pt x="55" y="7"/>
                  <a:pt x="55" y="7"/>
                </a:cubicBezTo>
                <a:cubicBezTo>
                  <a:pt x="55" y="7"/>
                  <a:pt x="55" y="7"/>
                  <a:pt x="54" y="7"/>
                </a:cubicBezTo>
                <a:cubicBezTo>
                  <a:pt x="54" y="8"/>
                  <a:pt x="54" y="8"/>
                  <a:pt x="54" y="8"/>
                </a:cubicBezTo>
                <a:cubicBezTo>
                  <a:pt x="54" y="9"/>
                  <a:pt x="54" y="9"/>
                  <a:pt x="53" y="10"/>
                </a:cubicBezTo>
                <a:cubicBezTo>
                  <a:pt x="53" y="10"/>
                  <a:pt x="53" y="10"/>
                  <a:pt x="53" y="10"/>
                </a:cubicBezTo>
                <a:cubicBezTo>
                  <a:pt x="53" y="10"/>
                  <a:pt x="53" y="10"/>
                  <a:pt x="53" y="10"/>
                </a:cubicBezTo>
                <a:cubicBezTo>
                  <a:pt x="52" y="10"/>
                  <a:pt x="52" y="10"/>
                  <a:pt x="52" y="10"/>
                </a:cubicBezTo>
                <a:cubicBezTo>
                  <a:pt x="52" y="10"/>
                  <a:pt x="51" y="10"/>
                  <a:pt x="51" y="10"/>
                </a:cubicBezTo>
                <a:cubicBezTo>
                  <a:pt x="51" y="10"/>
                  <a:pt x="51" y="10"/>
                  <a:pt x="50" y="10"/>
                </a:cubicBezTo>
                <a:cubicBezTo>
                  <a:pt x="50" y="10"/>
                  <a:pt x="49" y="10"/>
                  <a:pt x="49" y="10"/>
                </a:cubicBezTo>
                <a:cubicBezTo>
                  <a:pt x="49" y="11"/>
                  <a:pt x="48" y="11"/>
                  <a:pt x="48" y="11"/>
                </a:cubicBezTo>
                <a:cubicBezTo>
                  <a:pt x="48" y="11"/>
                  <a:pt x="48" y="10"/>
                  <a:pt x="48" y="10"/>
                </a:cubicBezTo>
                <a:cubicBezTo>
                  <a:pt x="47" y="10"/>
                  <a:pt x="47" y="9"/>
                  <a:pt x="47" y="9"/>
                </a:cubicBezTo>
                <a:cubicBezTo>
                  <a:pt x="46" y="8"/>
                  <a:pt x="46" y="8"/>
                  <a:pt x="46" y="8"/>
                </a:cubicBezTo>
                <a:cubicBezTo>
                  <a:pt x="46" y="8"/>
                  <a:pt x="46" y="7"/>
                  <a:pt x="47" y="7"/>
                </a:cubicBezTo>
                <a:cubicBezTo>
                  <a:pt x="47" y="7"/>
                  <a:pt x="47" y="7"/>
                  <a:pt x="48" y="7"/>
                </a:cubicBezTo>
                <a:cubicBezTo>
                  <a:pt x="49" y="7"/>
                  <a:pt x="49" y="7"/>
                  <a:pt x="49" y="6"/>
                </a:cubicBezTo>
                <a:cubicBezTo>
                  <a:pt x="49" y="6"/>
                  <a:pt x="49" y="6"/>
                  <a:pt x="49" y="6"/>
                </a:cubicBezTo>
                <a:cubicBezTo>
                  <a:pt x="48" y="6"/>
                  <a:pt x="48" y="6"/>
                  <a:pt x="47" y="6"/>
                </a:cubicBezTo>
                <a:cubicBezTo>
                  <a:pt x="47" y="6"/>
                  <a:pt x="47" y="6"/>
                  <a:pt x="47" y="6"/>
                </a:cubicBezTo>
                <a:cubicBezTo>
                  <a:pt x="47" y="6"/>
                  <a:pt x="47" y="6"/>
                  <a:pt x="47" y="6"/>
                </a:cubicBezTo>
                <a:cubicBezTo>
                  <a:pt x="46" y="6"/>
                  <a:pt x="46" y="5"/>
                  <a:pt x="46" y="5"/>
                </a:cubicBezTo>
                <a:cubicBezTo>
                  <a:pt x="46" y="5"/>
                  <a:pt x="46" y="5"/>
                  <a:pt x="47" y="5"/>
                </a:cubicBezTo>
                <a:cubicBezTo>
                  <a:pt x="47" y="5"/>
                  <a:pt x="47" y="5"/>
                  <a:pt x="47" y="5"/>
                </a:cubicBezTo>
                <a:cubicBezTo>
                  <a:pt x="48" y="5"/>
                  <a:pt x="49" y="5"/>
                  <a:pt x="49" y="4"/>
                </a:cubicBezTo>
                <a:cubicBezTo>
                  <a:pt x="49" y="4"/>
                  <a:pt x="49" y="4"/>
                  <a:pt x="49" y="3"/>
                </a:cubicBezTo>
                <a:cubicBezTo>
                  <a:pt x="50" y="2"/>
                  <a:pt x="50" y="2"/>
                  <a:pt x="50" y="2"/>
                </a:cubicBezTo>
                <a:cubicBezTo>
                  <a:pt x="50" y="2"/>
                  <a:pt x="50" y="2"/>
                  <a:pt x="50" y="2"/>
                </a:cubicBezTo>
                <a:cubicBezTo>
                  <a:pt x="50" y="2"/>
                  <a:pt x="50" y="2"/>
                  <a:pt x="50" y="2"/>
                </a:cubicBezTo>
                <a:cubicBezTo>
                  <a:pt x="51" y="2"/>
                  <a:pt x="51" y="2"/>
                  <a:pt x="51" y="2"/>
                </a:cubicBezTo>
                <a:cubicBezTo>
                  <a:pt x="51" y="2"/>
                  <a:pt x="51" y="2"/>
                  <a:pt x="51" y="3"/>
                </a:cubicBezTo>
                <a:cubicBezTo>
                  <a:pt x="50" y="3"/>
                  <a:pt x="50" y="3"/>
                  <a:pt x="50" y="4"/>
                </a:cubicBezTo>
                <a:cubicBezTo>
                  <a:pt x="50" y="4"/>
                  <a:pt x="51" y="4"/>
                  <a:pt x="51" y="4"/>
                </a:cubicBezTo>
                <a:cubicBezTo>
                  <a:pt x="51" y="4"/>
                  <a:pt x="51" y="4"/>
                  <a:pt x="52" y="4"/>
                </a:cubicBezTo>
                <a:cubicBezTo>
                  <a:pt x="52" y="4"/>
                  <a:pt x="53" y="4"/>
                  <a:pt x="53" y="4"/>
                </a:cubicBezTo>
                <a:cubicBezTo>
                  <a:pt x="53" y="4"/>
                  <a:pt x="53" y="4"/>
                  <a:pt x="53" y="4"/>
                </a:cubicBezTo>
                <a:cubicBezTo>
                  <a:pt x="53" y="4"/>
                  <a:pt x="53" y="4"/>
                  <a:pt x="53" y="4"/>
                </a:cubicBezTo>
                <a:cubicBezTo>
                  <a:pt x="54" y="4"/>
                  <a:pt x="54" y="5"/>
                  <a:pt x="54" y="5"/>
                </a:cubicBezTo>
                <a:cubicBezTo>
                  <a:pt x="54" y="5"/>
                  <a:pt x="54" y="5"/>
                  <a:pt x="54" y="5"/>
                </a:cubicBezTo>
                <a:cubicBezTo>
                  <a:pt x="53" y="5"/>
                  <a:pt x="53" y="5"/>
                  <a:pt x="53" y="5"/>
                </a:cubicBezTo>
                <a:cubicBezTo>
                  <a:pt x="53" y="5"/>
                  <a:pt x="53" y="5"/>
                  <a:pt x="52" y="5"/>
                </a:cubicBezTo>
                <a:cubicBezTo>
                  <a:pt x="52" y="5"/>
                  <a:pt x="51" y="5"/>
                  <a:pt x="51" y="5"/>
                </a:cubicBezTo>
                <a:lnTo>
                  <a:pt x="50" y="6"/>
                </a:lnTo>
                <a:cubicBezTo>
                  <a:pt x="50" y="6"/>
                  <a:pt x="50" y="6"/>
                  <a:pt x="50" y="6"/>
                </a:cubicBezTo>
                <a:cubicBezTo>
                  <a:pt x="50" y="6"/>
                  <a:pt x="50" y="6"/>
                  <a:pt x="51" y="6"/>
                </a:cubicBezTo>
                <a:cubicBezTo>
                  <a:pt x="51" y="6"/>
                  <a:pt x="51" y="6"/>
                  <a:pt x="52" y="6"/>
                </a:cubicBezTo>
                <a:close/>
                <a:moveTo>
                  <a:pt x="45" y="3"/>
                </a:moveTo>
                <a:cubicBezTo>
                  <a:pt x="45" y="3"/>
                  <a:pt x="45" y="3"/>
                  <a:pt x="46" y="4"/>
                </a:cubicBezTo>
                <a:cubicBezTo>
                  <a:pt x="46" y="4"/>
                  <a:pt x="46" y="4"/>
                  <a:pt x="46" y="4"/>
                </a:cubicBezTo>
                <a:cubicBezTo>
                  <a:pt x="46" y="4"/>
                  <a:pt x="46" y="5"/>
                  <a:pt x="45" y="5"/>
                </a:cubicBezTo>
                <a:cubicBezTo>
                  <a:pt x="45" y="6"/>
                  <a:pt x="44" y="6"/>
                  <a:pt x="44" y="6"/>
                </a:cubicBezTo>
                <a:cubicBezTo>
                  <a:pt x="44" y="7"/>
                  <a:pt x="44" y="7"/>
                  <a:pt x="43" y="7"/>
                </a:cubicBezTo>
                <a:cubicBezTo>
                  <a:pt x="43" y="7"/>
                  <a:pt x="43" y="7"/>
                  <a:pt x="43" y="7"/>
                </a:cubicBezTo>
                <a:cubicBezTo>
                  <a:pt x="43" y="7"/>
                  <a:pt x="43" y="7"/>
                  <a:pt x="43" y="7"/>
                </a:cubicBezTo>
                <a:cubicBezTo>
                  <a:pt x="43" y="7"/>
                  <a:pt x="43" y="6"/>
                  <a:pt x="43" y="6"/>
                </a:cubicBezTo>
                <a:cubicBezTo>
                  <a:pt x="43" y="6"/>
                  <a:pt x="44" y="5"/>
                  <a:pt x="44" y="4"/>
                </a:cubicBezTo>
                <a:cubicBezTo>
                  <a:pt x="44" y="4"/>
                  <a:pt x="45" y="3"/>
                  <a:pt x="45" y="3"/>
                </a:cubicBezTo>
                <a:cubicBezTo>
                  <a:pt x="45" y="3"/>
                  <a:pt x="45" y="3"/>
                  <a:pt x="45" y="3"/>
                </a:cubicBezTo>
                <a:close/>
                <a:moveTo>
                  <a:pt x="45" y="6"/>
                </a:moveTo>
                <a:cubicBezTo>
                  <a:pt x="45" y="6"/>
                  <a:pt x="45" y="6"/>
                  <a:pt x="46" y="7"/>
                </a:cubicBezTo>
                <a:cubicBezTo>
                  <a:pt x="46" y="7"/>
                  <a:pt x="46" y="7"/>
                  <a:pt x="46" y="7"/>
                </a:cubicBezTo>
                <a:cubicBezTo>
                  <a:pt x="46" y="7"/>
                  <a:pt x="46" y="8"/>
                  <a:pt x="45" y="8"/>
                </a:cubicBezTo>
                <a:cubicBezTo>
                  <a:pt x="45" y="9"/>
                  <a:pt x="44" y="9"/>
                  <a:pt x="44" y="9"/>
                </a:cubicBezTo>
                <a:cubicBezTo>
                  <a:pt x="44" y="9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5" y="10"/>
                  <a:pt x="45" y="11"/>
                  <a:pt x="45" y="11"/>
                </a:cubicBezTo>
                <a:cubicBezTo>
                  <a:pt x="45" y="11"/>
                  <a:pt x="45" y="11"/>
                  <a:pt x="45" y="11"/>
                </a:cubicBezTo>
                <a:cubicBezTo>
                  <a:pt x="45" y="11"/>
                  <a:pt x="45" y="11"/>
                  <a:pt x="45" y="12"/>
                </a:cubicBezTo>
                <a:cubicBezTo>
                  <a:pt x="45" y="12"/>
                  <a:pt x="45" y="12"/>
                  <a:pt x="45" y="13"/>
                </a:cubicBezTo>
                <a:cubicBezTo>
                  <a:pt x="45" y="14"/>
                  <a:pt x="45" y="14"/>
                  <a:pt x="45" y="14"/>
                </a:cubicBezTo>
                <a:cubicBezTo>
                  <a:pt x="45" y="15"/>
                  <a:pt x="45" y="15"/>
                  <a:pt x="45" y="15"/>
                </a:cubicBezTo>
                <a:cubicBezTo>
                  <a:pt x="45" y="15"/>
                  <a:pt x="45" y="16"/>
                  <a:pt x="45" y="16"/>
                </a:cubicBezTo>
                <a:cubicBezTo>
                  <a:pt x="45" y="16"/>
                  <a:pt x="45" y="16"/>
                  <a:pt x="44" y="16"/>
                </a:cubicBezTo>
                <a:cubicBezTo>
                  <a:pt x="44" y="16"/>
                  <a:pt x="44" y="16"/>
                  <a:pt x="44" y="16"/>
                </a:cubicBezTo>
                <a:cubicBezTo>
                  <a:pt x="44" y="16"/>
                  <a:pt x="44" y="15"/>
                  <a:pt x="44" y="14"/>
                </a:cubicBezTo>
                <a:cubicBezTo>
                  <a:pt x="44" y="14"/>
                  <a:pt x="44" y="13"/>
                  <a:pt x="44" y="13"/>
                </a:cubicBezTo>
                <a:cubicBezTo>
                  <a:pt x="44" y="13"/>
                  <a:pt x="44" y="13"/>
                  <a:pt x="44" y="12"/>
                </a:cubicBezTo>
                <a:cubicBezTo>
                  <a:pt x="44" y="12"/>
                  <a:pt x="44" y="12"/>
                  <a:pt x="44" y="12"/>
                </a:cubicBezTo>
                <a:cubicBezTo>
                  <a:pt x="44" y="12"/>
                  <a:pt x="44" y="12"/>
                  <a:pt x="43" y="12"/>
                </a:cubicBezTo>
                <a:cubicBezTo>
                  <a:pt x="43" y="12"/>
                  <a:pt x="43" y="12"/>
                  <a:pt x="43" y="12"/>
                </a:cubicBezTo>
                <a:cubicBezTo>
                  <a:pt x="43" y="12"/>
                  <a:pt x="42" y="12"/>
                  <a:pt x="42" y="13"/>
                </a:cubicBezTo>
                <a:cubicBezTo>
                  <a:pt x="41" y="13"/>
                  <a:pt x="41" y="13"/>
                  <a:pt x="41" y="13"/>
                </a:cubicBezTo>
                <a:cubicBezTo>
                  <a:pt x="41" y="13"/>
                  <a:pt x="41" y="13"/>
                  <a:pt x="41" y="13"/>
                </a:cubicBezTo>
                <a:cubicBezTo>
                  <a:pt x="41" y="13"/>
                  <a:pt x="41" y="12"/>
                  <a:pt x="41" y="12"/>
                </a:cubicBezTo>
                <a:cubicBezTo>
                  <a:pt x="41" y="12"/>
                  <a:pt x="41" y="11"/>
                  <a:pt x="42" y="11"/>
                </a:cubicBezTo>
                <a:cubicBezTo>
                  <a:pt x="43" y="10"/>
                  <a:pt x="43" y="10"/>
                  <a:pt x="43" y="9"/>
                </a:cubicBezTo>
                <a:cubicBezTo>
                  <a:pt x="43" y="9"/>
                  <a:pt x="44" y="8"/>
                  <a:pt x="44" y="8"/>
                </a:cubicBezTo>
                <a:cubicBezTo>
                  <a:pt x="44" y="7"/>
                  <a:pt x="45" y="7"/>
                  <a:pt x="45" y="7"/>
                </a:cubicBezTo>
                <a:cubicBezTo>
                  <a:pt x="45" y="6"/>
                  <a:pt x="45" y="6"/>
                  <a:pt x="45" y="6"/>
                </a:cubicBezTo>
                <a:close/>
                <a:moveTo>
                  <a:pt x="52" y="12"/>
                </a:moveTo>
                <a:cubicBezTo>
                  <a:pt x="52" y="12"/>
                  <a:pt x="52" y="12"/>
                  <a:pt x="52" y="12"/>
                </a:cubicBezTo>
                <a:cubicBezTo>
                  <a:pt x="53" y="13"/>
                  <a:pt x="54" y="14"/>
                  <a:pt x="54" y="14"/>
                </a:cubicBezTo>
                <a:cubicBezTo>
                  <a:pt x="55" y="15"/>
                  <a:pt x="55" y="16"/>
                  <a:pt x="55" y="16"/>
                </a:cubicBezTo>
                <a:cubicBezTo>
                  <a:pt x="55" y="16"/>
                  <a:pt x="55" y="16"/>
                  <a:pt x="55" y="16"/>
                </a:cubicBezTo>
                <a:cubicBezTo>
                  <a:pt x="55" y="16"/>
                  <a:pt x="55" y="16"/>
                  <a:pt x="54" y="16"/>
                </a:cubicBezTo>
                <a:cubicBezTo>
                  <a:pt x="54" y="16"/>
                  <a:pt x="54" y="16"/>
                  <a:pt x="53" y="16"/>
                </a:cubicBezTo>
                <a:cubicBezTo>
                  <a:pt x="53" y="16"/>
                  <a:pt x="52" y="16"/>
                  <a:pt x="52" y="16"/>
                </a:cubicBezTo>
                <a:cubicBezTo>
                  <a:pt x="52" y="16"/>
                  <a:pt x="51" y="16"/>
                  <a:pt x="51" y="16"/>
                </a:cubicBezTo>
                <a:lnTo>
                  <a:pt x="50" y="16"/>
                </a:lnTo>
                <a:cubicBezTo>
                  <a:pt x="50" y="16"/>
                  <a:pt x="50" y="16"/>
                  <a:pt x="50" y="16"/>
                </a:cubicBezTo>
                <a:cubicBezTo>
                  <a:pt x="49" y="16"/>
                  <a:pt x="49" y="16"/>
                  <a:pt x="49" y="16"/>
                </a:cubicBezTo>
                <a:cubicBezTo>
                  <a:pt x="49" y="16"/>
                  <a:pt x="49" y="16"/>
                  <a:pt x="49" y="16"/>
                </a:cubicBezTo>
                <a:cubicBezTo>
                  <a:pt x="49" y="15"/>
                  <a:pt x="48" y="15"/>
                  <a:pt x="48" y="15"/>
                </a:cubicBezTo>
                <a:cubicBezTo>
                  <a:pt x="48" y="15"/>
                  <a:pt x="48" y="14"/>
                  <a:pt x="48" y="14"/>
                </a:cubicBezTo>
                <a:cubicBezTo>
                  <a:pt x="48" y="14"/>
                  <a:pt x="48" y="13"/>
                  <a:pt x="48" y="13"/>
                </a:cubicBezTo>
                <a:cubicBezTo>
                  <a:pt x="48" y="13"/>
                  <a:pt x="48" y="13"/>
                  <a:pt x="48" y="13"/>
                </a:cubicBezTo>
                <a:cubicBezTo>
                  <a:pt x="48" y="13"/>
                  <a:pt x="47" y="13"/>
                  <a:pt x="47" y="14"/>
                </a:cubicBezTo>
                <a:cubicBezTo>
                  <a:pt x="47" y="14"/>
                  <a:pt x="47" y="15"/>
                  <a:pt x="47" y="15"/>
                </a:cubicBezTo>
                <a:cubicBezTo>
                  <a:pt x="47" y="15"/>
                  <a:pt x="47" y="15"/>
                  <a:pt x="47" y="15"/>
                </a:cubicBezTo>
                <a:cubicBezTo>
                  <a:pt x="46" y="15"/>
                  <a:pt x="46" y="15"/>
                  <a:pt x="46" y="15"/>
                </a:cubicBezTo>
                <a:cubicBezTo>
                  <a:pt x="45" y="15"/>
                  <a:pt x="45" y="15"/>
                  <a:pt x="45" y="15"/>
                </a:cubicBezTo>
                <a:cubicBezTo>
                  <a:pt x="45" y="15"/>
                  <a:pt x="45" y="14"/>
                  <a:pt x="46" y="14"/>
                </a:cubicBezTo>
                <a:cubicBezTo>
                  <a:pt x="46" y="13"/>
                  <a:pt x="46" y="13"/>
                  <a:pt x="47" y="13"/>
                </a:cubicBezTo>
                <a:cubicBezTo>
                  <a:pt x="47" y="13"/>
                  <a:pt x="47" y="12"/>
                  <a:pt x="47" y="12"/>
                </a:cubicBezTo>
                <a:cubicBezTo>
                  <a:pt x="47" y="12"/>
                  <a:pt x="47" y="12"/>
                  <a:pt x="47" y="12"/>
                </a:cubicBezTo>
                <a:cubicBezTo>
                  <a:pt x="47" y="12"/>
                  <a:pt x="47" y="12"/>
                  <a:pt x="47" y="12"/>
                </a:cubicBezTo>
                <a:cubicBezTo>
                  <a:pt x="47" y="11"/>
                  <a:pt x="47" y="11"/>
                  <a:pt x="47" y="11"/>
                </a:cubicBezTo>
                <a:cubicBezTo>
                  <a:pt x="48" y="11"/>
                  <a:pt x="48" y="11"/>
                  <a:pt x="48" y="11"/>
                </a:cubicBezTo>
                <a:cubicBezTo>
                  <a:pt x="48" y="11"/>
                  <a:pt x="49" y="11"/>
                  <a:pt x="49" y="11"/>
                </a:cubicBezTo>
                <a:cubicBezTo>
                  <a:pt x="49" y="11"/>
                  <a:pt x="50" y="11"/>
                  <a:pt x="50" y="11"/>
                </a:cubicBezTo>
                <a:cubicBezTo>
                  <a:pt x="50" y="11"/>
                  <a:pt x="50" y="11"/>
                  <a:pt x="50" y="11"/>
                </a:cubicBezTo>
                <a:cubicBezTo>
                  <a:pt x="51" y="11"/>
                  <a:pt x="51" y="11"/>
                  <a:pt x="51" y="11"/>
                </a:cubicBezTo>
                <a:cubicBezTo>
                  <a:pt x="51" y="11"/>
                  <a:pt x="52" y="11"/>
                  <a:pt x="52" y="11"/>
                </a:cubicBezTo>
                <a:cubicBezTo>
                  <a:pt x="52" y="11"/>
                  <a:pt x="52" y="11"/>
                  <a:pt x="52" y="11"/>
                </a:cubicBezTo>
                <a:cubicBezTo>
                  <a:pt x="52" y="11"/>
                  <a:pt x="52" y="11"/>
                  <a:pt x="52" y="11"/>
                </a:cubicBezTo>
                <a:cubicBezTo>
                  <a:pt x="52" y="11"/>
                  <a:pt x="52" y="12"/>
                  <a:pt x="52" y="12"/>
                </a:cubicBezTo>
                <a:cubicBezTo>
                  <a:pt x="52" y="12"/>
                  <a:pt x="52" y="12"/>
                  <a:pt x="52" y="12"/>
                </a:cubicBezTo>
                <a:close/>
                <a:moveTo>
                  <a:pt x="57" y="13"/>
                </a:moveTo>
                <a:cubicBezTo>
                  <a:pt x="57" y="13"/>
                  <a:pt x="57" y="13"/>
                  <a:pt x="57" y="14"/>
                </a:cubicBezTo>
                <a:cubicBezTo>
                  <a:pt x="57" y="14"/>
                  <a:pt x="57" y="14"/>
                  <a:pt x="57" y="14"/>
                </a:cubicBezTo>
                <a:cubicBezTo>
                  <a:pt x="56" y="14"/>
                  <a:pt x="56" y="14"/>
                  <a:pt x="55" y="13"/>
                </a:cubicBezTo>
                <a:cubicBezTo>
                  <a:pt x="54" y="12"/>
                  <a:pt x="54" y="12"/>
                  <a:pt x="54" y="12"/>
                </a:cubicBezTo>
                <a:cubicBezTo>
                  <a:pt x="54" y="12"/>
                  <a:pt x="54" y="12"/>
                  <a:pt x="54" y="12"/>
                </a:cubicBezTo>
                <a:cubicBezTo>
                  <a:pt x="54" y="12"/>
                  <a:pt x="54" y="12"/>
                  <a:pt x="54" y="12"/>
                </a:cubicBezTo>
                <a:cubicBezTo>
                  <a:pt x="55" y="12"/>
                  <a:pt x="55" y="12"/>
                  <a:pt x="56" y="12"/>
                </a:cubicBezTo>
                <a:cubicBezTo>
                  <a:pt x="56" y="12"/>
                  <a:pt x="56" y="12"/>
                  <a:pt x="56" y="12"/>
                </a:cubicBezTo>
                <a:cubicBezTo>
                  <a:pt x="56" y="12"/>
                  <a:pt x="57" y="12"/>
                  <a:pt x="57" y="12"/>
                </a:cubicBezTo>
                <a:cubicBezTo>
                  <a:pt x="57" y="12"/>
                  <a:pt x="57" y="12"/>
                  <a:pt x="57" y="13"/>
                </a:cubicBezTo>
                <a:cubicBezTo>
                  <a:pt x="57" y="13"/>
                  <a:pt x="57" y="13"/>
                  <a:pt x="57" y="13"/>
                </a:cubicBezTo>
                <a:close/>
                <a:moveTo>
                  <a:pt x="71" y="5"/>
                </a:moveTo>
                <a:cubicBezTo>
                  <a:pt x="71" y="5"/>
                  <a:pt x="71" y="5"/>
                  <a:pt x="71" y="5"/>
                </a:cubicBezTo>
                <a:cubicBezTo>
                  <a:pt x="71" y="5"/>
                  <a:pt x="71" y="6"/>
                  <a:pt x="71" y="6"/>
                </a:cubicBezTo>
                <a:cubicBezTo>
                  <a:pt x="70" y="6"/>
                  <a:pt x="70" y="6"/>
                  <a:pt x="70" y="7"/>
                </a:cubicBezTo>
                <a:cubicBezTo>
                  <a:pt x="70" y="7"/>
                  <a:pt x="70" y="7"/>
                  <a:pt x="70" y="8"/>
                </a:cubicBezTo>
                <a:cubicBezTo>
                  <a:pt x="70" y="8"/>
                  <a:pt x="70" y="9"/>
                  <a:pt x="69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69" y="9"/>
                  <a:pt x="69" y="8"/>
                  <a:pt x="68" y="8"/>
                </a:cubicBezTo>
                <a:cubicBezTo>
                  <a:pt x="68" y="8"/>
                  <a:pt x="68" y="8"/>
                  <a:pt x="68" y="8"/>
                </a:cubicBezTo>
                <a:cubicBezTo>
                  <a:pt x="68" y="8"/>
                  <a:pt x="67" y="8"/>
                  <a:pt x="66" y="9"/>
                </a:cubicBezTo>
                <a:cubicBezTo>
                  <a:pt x="66" y="9"/>
                  <a:pt x="65" y="9"/>
                  <a:pt x="65" y="9"/>
                </a:cubicBezTo>
                <a:cubicBezTo>
                  <a:pt x="65" y="9"/>
                  <a:pt x="65" y="9"/>
                  <a:pt x="65" y="9"/>
                </a:cubicBezTo>
                <a:cubicBezTo>
                  <a:pt x="65" y="9"/>
                  <a:pt x="65" y="9"/>
                  <a:pt x="64" y="9"/>
                </a:cubicBezTo>
                <a:cubicBezTo>
                  <a:pt x="64" y="8"/>
                  <a:pt x="64" y="8"/>
                  <a:pt x="63" y="7"/>
                </a:cubicBezTo>
                <a:cubicBezTo>
                  <a:pt x="63" y="7"/>
                  <a:pt x="63" y="6"/>
                  <a:pt x="63" y="6"/>
                </a:cubicBezTo>
                <a:cubicBezTo>
                  <a:pt x="63" y="6"/>
                  <a:pt x="63" y="7"/>
                  <a:pt x="63" y="7"/>
                </a:cubicBezTo>
                <a:cubicBezTo>
                  <a:pt x="63" y="8"/>
                  <a:pt x="62" y="10"/>
                  <a:pt x="61" y="11"/>
                </a:cubicBezTo>
                <a:cubicBezTo>
                  <a:pt x="61" y="12"/>
                  <a:pt x="61" y="12"/>
                  <a:pt x="61" y="13"/>
                </a:cubicBezTo>
                <a:cubicBezTo>
                  <a:pt x="61" y="13"/>
                  <a:pt x="61" y="14"/>
                  <a:pt x="61" y="14"/>
                </a:cubicBezTo>
                <a:cubicBezTo>
                  <a:pt x="60" y="14"/>
                  <a:pt x="60" y="14"/>
                  <a:pt x="60" y="14"/>
                </a:cubicBezTo>
                <a:cubicBezTo>
                  <a:pt x="59" y="15"/>
                  <a:pt x="59" y="15"/>
                  <a:pt x="58" y="15"/>
                </a:cubicBezTo>
                <a:cubicBezTo>
                  <a:pt x="58" y="15"/>
                  <a:pt x="58" y="16"/>
                  <a:pt x="58" y="16"/>
                </a:cubicBezTo>
                <a:cubicBezTo>
                  <a:pt x="57" y="16"/>
                  <a:pt x="57" y="16"/>
                  <a:pt x="57" y="15"/>
                </a:cubicBezTo>
                <a:cubicBezTo>
                  <a:pt x="57" y="15"/>
                  <a:pt x="58" y="15"/>
                  <a:pt x="58" y="15"/>
                </a:cubicBezTo>
                <a:cubicBezTo>
                  <a:pt x="58" y="14"/>
                  <a:pt x="59" y="14"/>
                  <a:pt x="59" y="13"/>
                </a:cubicBezTo>
                <a:cubicBezTo>
                  <a:pt x="59" y="13"/>
                  <a:pt x="60" y="13"/>
                  <a:pt x="60" y="12"/>
                </a:cubicBezTo>
                <a:cubicBezTo>
                  <a:pt x="60" y="11"/>
                  <a:pt x="61" y="10"/>
                  <a:pt x="61" y="9"/>
                </a:cubicBezTo>
                <a:cubicBezTo>
                  <a:pt x="62" y="8"/>
                  <a:pt x="62" y="7"/>
                  <a:pt x="62" y="6"/>
                </a:cubicBezTo>
                <a:cubicBezTo>
                  <a:pt x="63" y="5"/>
                  <a:pt x="63" y="4"/>
                  <a:pt x="63" y="3"/>
                </a:cubicBezTo>
                <a:cubicBezTo>
                  <a:pt x="63" y="3"/>
                  <a:pt x="63" y="3"/>
                  <a:pt x="63" y="3"/>
                </a:cubicBezTo>
                <a:cubicBezTo>
                  <a:pt x="63" y="2"/>
                  <a:pt x="63" y="2"/>
                  <a:pt x="63" y="2"/>
                </a:cubicBezTo>
                <a:cubicBezTo>
                  <a:pt x="63" y="2"/>
                  <a:pt x="64" y="2"/>
                  <a:pt x="64" y="3"/>
                </a:cubicBezTo>
                <a:cubicBezTo>
                  <a:pt x="64" y="3"/>
                  <a:pt x="64" y="3"/>
                  <a:pt x="64" y="3"/>
                </a:cubicBezTo>
                <a:cubicBezTo>
                  <a:pt x="64" y="3"/>
                  <a:pt x="65" y="3"/>
                  <a:pt x="65" y="3"/>
                </a:cubicBezTo>
                <a:cubicBezTo>
                  <a:pt x="66" y="2"/>
                  <a:pt x="66" y="2"/>
                  <a:pt x="66" y="2"/>
                </a:cubicBezTo>
                <a:cubicBezTo>
                  <a:pt x="67" y="2"/>
                  <a:pt x="67" y="2"/>
                  <a:pt x="68" y="2"/>
                </a:cubicBezTo>
                <a:cubicBezTo>
                  <a:pt x="68" y="2"/>
                  <a:pt x="68" y="2"/>
                  <a:pt x="68" y="2"/>
                </a:cubicBezTo>
                <a:cubicBezTo>
                  <a:pt x="69" y="2"/>
                  <a:pt x="69" y="2"/>
                  <a:pt x="69" y="2"/>
                </a:cubicBezTo>
                <a:cubicBezTo>
                  <a:pt x="69" y="2"/>
                  <a:pt x="69" y="2"/>
                  <a:pt x="69" y="2"/>
                </a:cubicBezTo>
                <a:cubicBezTo>
                  <a:pt x="69" y="2"/>
                  <a:pt x="69" y="2"/>
                  <a:pt x="69" y="3"/>
                </a:cubicBezTo>
                <a:cubicBezTo>
                  <a:pt x="70" y="3"/>
                  <a:pt x="70" y="3"/>
                  <a:pt x="70" y="3"/>
                </a:cubicBezTo>
                <a:cubicBezTo>
                  <a:pt x="70" y="3"/>
                  <a:pt x="70" y="3"/>
                  <a:pt x="69" y="3"/>
                </a:cubicBezTo>
                <a:cubicBezTo>
                  <a:pt x="68" y="3"/>
                  <a:pt x="68" y="3"/>
                  <a:pt x="67" y="4"/>
                </a:cubicBezTo>
                <a:cubicBezTo>
                  <a:pt x="67" y="4"/>
                  <a:pt x="67" y="4"/>
                  <a:pt x="67" y="4"/>
                </a:cubicBezTo>
                <a:cubicBezTo>
                  <a:pt x="66" y="4"/>
                  <a:pt x="66" y="4"/>
                  <a:pt x="66" y="4"/>
                </a:cubicBezTo>
                <a:cubicBezTo>
                  <a:pt x="66" y="4"/>
                  <a:pt x="66" y="4"/>
                  <a:pt x="66" y="4"/>
                </a:cubicBezTo>
                <a:cubicBezTo>
                  <a:pt x="66" y="4"/>
                  <a:pt x="65" y="4"/>
                  <a:pt x="65" y="4"/>
                </a:cubicBezTo>
                <a:cubicBezTo>
                  <a:pt x="65" y="4"/>
                  <a:pt x="65" y="4"/>
                  <a:pt x="64" y="4"/>
                </a:cubicBezTo>
                <a:cubicBezTo>
                  <a:pt x="64" y="4"/>
                  <a:pt x="64" y="4"/>
                  <a:pt x="64" y="4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65" y="5"/>
                  <a:pt x="66" y="5"/>
                  <a:pt x="67" y="4"/>
                </a:cubicBezTo>
                <a:cubicBezTo>
                  <a:pt x="68" y="4"/>
                  <a:pt x="68" y="4"/>
                  <a:pt x="69" y="4"/>
                </a:cubicBezTo>
                <a:cubicBezTo>
                  <a:pt x="70" y="4"/>
                  <a:pt x="70" y="4"/>
                  <a:pt x="70" y="5"/>
                </a:cubicBezTo>
                <a:cubicBezTo>
                  <a:pt x="71" y="5"/>
                  <a:pt x="71" y="5"/>
                  <a:pt x="71" y="5"/>
                </a:cubicBezTo>
                <a:cubicBezTo>
                  <a:pt x="71" y="5"/>
                  <a:pt x="71" y="5"/>
                  <a:pt x="71" y="5"/>
                </a:cubicBezTo>
                <a:close/>
                <a:moveTo>
                  <a:pt x="72" y="12"/>
                </a:moveTo>
                <a:cubicBezTo>
                  <a:pt x="72" y="12"/>
                  <a:pt x="72" y="12"/>
                  <a:pt x="72" y="12"/>
                </a:cubicBezTo>
                <a:cubicBezTo>
                  <a:pt x="72" y="12"/>
                  <a:pt x="73" y="12"/>
                  <a:pt x="73" y="13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3"/>
                  <a:pt x="72" y="13"/>
                  <a:pt x="72" y="13"/>
                </a:cubicBezTo>
                <a:cubicBezTo>
                  <a:pt x="72" y="13"/>
                  <a:pt x="71" y="13"/>
                  <a:pt x="70" y="13"/>
                </a:cubicBezTo>
                <a:cubicBezTo>
                  <a:pt x="69" y="13"/>
                  <a:pt x="69" y="13"/>
                  <a:pt x="69" y="13"/>
                </a:cubicBezTo>
                <a:cubicBezTo>
                  <a:pt x="68" y="13"/>
                  <a:pt x="68" y="13"/>
                  <a:pt x="68" y="13"/>
                </a:cubicBezTo>
                <a:lnTo>
                  <a:pt x="68" y="14"/>
                </a:lnTo>
                <a:cubicBezTo>
                  <a:pt x="68" y="15"/>
                  <a:pt x="68" y="16"/>
                  <a:pt x="68" y="16"/>
                </a:cubicBezTo>
                <a:cubicBezTo>
                  <a:pt x="68" y="17"/>
                  <a:pt x="68" y="17"/>
                  <a:pt x="68" y="17"/>
                </a:cubicBezTo>
                <a:cubicBezTo>
                  <a:pt x="68" y="18"/>
                  <a:pt x="68" y="18"/>
                  <a:pt x="68" y="18"/>
                </a:cubicBezTo>
                <a:cubicBezTo>
                  <a:pt x="67" y="18"/>
                  <a:pt x="67" y="18"/>
                  <a:pt x="66" y="17"/>
                </a:cubicBezTo>
                <a:cubicBezTo>
                  <a:pt x="65" y="17"/>
                  <a:pt x="65" y="17"/>
                  <a:pt x="64" y="17"/>
                </a:cubicBezTo>
                <a:cubicBezTo>
                  <a:pt x="64" y="16"/>
                  <a:pt x="63" y="16"/>
                  <a:pt x="63" y="16"/>
                </a:cubicBezTo>
                <a:cubicBezTo>
                  <a:pt x="63" y="16"/>
                  <a:pt x="63" y="16"/>
                  <a:pt x="64" y="16"/>
                </a:cubicBezTo>
                <a:cubicBezTo>
                  <a:pt x="64" y="16"/>
                  <a:pt x="64" y="16"/>
                  <a:pt x="64" y="16"/>
                </a:cubicBezTo>
                <a:cubicBezTo>
                  <a:pt x="64" y="16"/>
                  <a:pt x="65" y="16"/>
                  <a:pt x="65" y="16"/>
                </a:cubicBezTo>
                <a:cubicBezTo>
                  <a:pt x="66" y="16"/>
                  <a:pt x="66" y="16"/>
                  <a:pt x="66" y="16"/>
                </a:cubicBezTo>
                <a:cubicBezTo>
                  <a:pt x="66" y="16"/>
                  <a:pt x="67" y="16"/>
                  <a:pt x="67" y="16"/>
                </a:cubicBezTo>
                <a:cubicBezTo>
                  <a:pt x="67" y="16"/>
                  <a:pt x="67" y="16"/>
                  <a:pt x="67" y="16"/>
                </a:cubicBezTo>
                <a:cubicBezTo>
                  <a:pt x="67" y="16"/>
                  <a:pt x="67" y="15"/>
                  <a:pt x="67" y="15"/>
                </a:cubicBezTo>
                <a:cubicBezTo>
                  <a:pt x="67" y="15"/>
                  <a:pt x="67" y="14"/>
                  <a:pt x="67" y="14"/>
                </a:cubicBezTo>
                <a:cubicBezTo>
                  <a:pt x="67" y="14"/>
                  <a:pt x="67" y="13"/>
                  <a:pt x="67" y="13"/>
                </a:cubicBezTo>
                <a:cubicBezTo>
                  <a:pt x="67" y="13"/>
                  <a:pt x="67" y="13"/>
                  <a:pt x="67" y="13"/>
                </a:cubicBezTo>
                <a:cubicBezTo>
                  <a:pt x="67" y="13"/>
                  <a:pt x="67" y="13"/>
                  <a:pt x="67" y="13"/>
                </a:cubicBezTo>
                <a:cubicBezTo>
                  <a:pt x="66" y="13"/>
                  <a:pt x="65" y="13"/>
                  <a:pt x="64" y="13"/>
                </a:cubicBezTo>
                <a:cubicBezTo>
                  <a:pt x="64" y="14"/>
                  <a:pt x="64" y="14"/>
                  <a:pt x="63" y="14"/>
                </a:cubicBezTo>
                <a:cubicBezTo>
                  <a:pt x="63" y="14"/>
                  <a:pt x="63" y="14"/>
                  <a:pt x="6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4"/>
                  <a:pt x="62" y="13"/>
                  <a:pt x="62" y="13"/>
                </a:cubicBezTo>
                <a:cubicBezTo>
                  <a:pt x="62" y="13"/>
                  <a:pt x="62" y="13"/>
                  <a:pt x="62" y="13"/>
                </a:cubicBezTo>
                <a:cubicBezTo>
                  <a:pt x="62" y="13"/>
                  <a:pt x="62" y="13"/>
                  <a:pt x="63" y="13"/>
                </a:cubicBezTo>
                <a:cubicBezTo>
                  <a:pt x="63" y="13"/>
                  <a:pt x="63" y="13"/>
                  <a:pt x="63" y="13"/>
                </a:cubicBezTo>
                <a:cubicBezTo>
                  <a:pt x="64" y="13"/>
                  <a:pt x="65" y="12"/>
                  <a:pt x="66" y="12"/>
                </a:cubicBezTo>
                <a:cubicBezTo>
                  <a:pt x="67" y="12"/>
                  <a:pt x="67" y="12"/>
                  <a:pt x="67" y="12"/>
                </a:cubicBezTo>
                <a:cubicBezTo>
                  <a:pt x="67" y="12"/>
                  <a:pt x="67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7" y="11"/>
                  <a:pt x="67" y="11"/>
                  <a:pt x="67" y="11"/>
                </a:cubicBezTo>
                <a:cubicBezTo>
                  <a:pt x="67" y="11"/>
                  <a:pt x="68" y="11"/>
                  <a:pt x="68" y="10"/>
                </a:cubicBezTo>
                <a:cubicBezTo>
                  <a:pt x="68" y="10"/>
                  <a:pt x="68" y="10"/>
                  <a:pt x="68" y="10"/>
                </a:cubicBezTo>
                <a:cubicBezTo>
                  <a:pt x="68" y="10"/>
                  <a:pt x="68" y="9"/>
                  <a:pt x="68" y="9"/>
                </a:cubicBezTo>
                <a:cubicBezTo>
                  <a:pt x="68" y="9"/>
                  <a:pt x="67" y="10"/>
                  <a:pt x="66" y="10"/>
                </a:cubicBezTo>
                <a:cubicBezTo>
                  <a:pt x="65" y="11"/>
                  <a:pt x="65" y="11"/>
                  <a:pt x="64" y="11"/>
                </a:cubicBezTo>
                <a:cubicBezTo>
                  <a:pt x="64" y="11"/>
                  <a:pt x="64" y="11"/>
                  <a:pt x="64" y="11"/>
                </a:cubicBezTo>
                <a:cubicBezTo>
                  <a:pt x="64" y="11"/>
                  <a:pt x="63" y="11"/>
                  <a:pt x="63" y="11"/>
                </a:cubicBezTo>
                <a:cubicBezTo>
                  <a:pt x="63" y="11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4" y="10"/>
                  <a:pt x="64" y="10"/>
                </a:cubicBezTo>
                <a:cubicBezTo>
                  <a:pt x="64" y="10"/>
                  <a:pt x="65" y="10"/>
                  <a:pt x="66" y="9"/>
                </a:cubicBezTo>
                <a:cubicBezTo>
                  <a:pt x="67" y="9"/>
                  <a:pt x="67" y="9"/>
                  <a:pt x="68" y="9"/>
                </a:cubicBezTo>
                <a:cubicBezTo>
                  <a:pt x="68" y="9"/>
                  <a:pt x="68" y="9"/>
                  <a:pt x="68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70" y="9"/>
                  <a:pt x="70" y="10"/>
                  <a:pt x="70" y="10"/>
                </a:cubicBezTo>
                <a:cubicBezTo>
                  <a:pt x="70" y="10"/>
                  <a:pt x="70" y="10"/>
                  <a:pt x="69" y="10"/>
                </a:cubicBezTo>
                <a:cubicBezTo>
                  <a:pt x="69" y="11"/>
                  <a:pt x="69" y="11"/>
                  <a:pt x="68" y="11"/>
                </a:cubicBezTo>
                <a:cubicBezTo>
                  <a:pt x="68" y="11"/>
                  <a:pt x="68" y="11"/>
                  <a:pt x="68" y="11"/>
                </a:cubicBezTo>
                <a:cubicBezTo>
                  <a:pt x="68" y="11"/>
                  <a:pt x="68" y="12"/>
                  <a:pt x="68" y="12"/>
                </a:cubicBezTo>
                <a:cubicBezTo>
                  <a:pt x="68" y="12"/>
                  <a:pt x="68" y="12"/>
                  <a:pt x="69" y="12"/>
                </a:cubicBezTo>
                <a:lnTo>
                  <a:pt x="70" y="12"/>
                </a:lnTo>
                <a:cubicBezTo>
                  <a:pt x="70" y="12"/>
                  <a:pt x="71" y="12"/>
                  <a:pt x="71" y="12"/>
                </a:cubicBezTo>
                <a:cubicBezTo>
                  <a:pt x="71" y="12"/>
                  <a:pt x="71" y="12"/>
                  <a:pt x="72" y="12"/>
                </a:cubicBezTo>
                <a:close/>
                <a:moveTo>
                  <a:pt x="84" y="6"/>
                </a:moveTo>
                <a:cubicBezTo>
                  <a:pt x="84" y="6"/>
                  <a:pt x="84" y="6"/>
                  <a:pt x="85" y="6"/>
                </a:cubicBezTo>
                <a:cubicBezTo>
                  <a:pt x="85" y="6"/>
                  <a:pt x="85" y="6"/>
                  <a:pt x="86" y="6"/>
                </a:cubicBezTo>
                <a:cubicBezTo>
                  <a:pt x="86" y="6"/>
                  <a:pt x="86" y="6"/>
                  <a:pt x="87" y="6"/>
                </a:cubicBezTo>
                <a:cubicBezTo>
                  <a:pt x="87" y="6"/>
                  <a:pt x="87" y="6"/>
                  <a:pt x="88" y="7"/>
                </a:cubicBezTo>
                <a:cubicBezTo>
                  <a:pt x="88" y="7"/>
                  <a:pt x="89" y="8"/>
                  <a:pt x="89" y="8"/>
                </a:cubicBezTo>
                <a:cubicBezTo>
                  <a:pt x="89" y="8"/>
                  <a:pt x="89" y="8"/>
                  <a:pt x="89" y="8"/>
                </a:cubicBezTo>
                <a:cubicBezTo>
                  <a:pt x="89" y="8"/>
                  <a:pt x="89" y="9"/>
                  <a:pt x="89" y="9"/>
                </a:cubicBezTo>
                <a:cubicBezTo>
                  <a:pt x="89" y="9"/>
                  <a:pt x="89" y="9"/>
                  <a:pt x="89" y="9"/>
                </a:cubicBezTo>
                <a:cubicBezTo>
                  <a:pt x="89" y="9"/>
                  <a:pt x="89" y="9"/>
                  <a:pt x="88" y="9"/>
                </a:cubicBezTo>
                <a:cubicBezTo>
                  <a:pt x="88" y="9"/>
                  <a:pt x="88" y="9"/>
                  <a:pt x="87" y="9"/>
                </a:cubicBezTo>
                <a:lnTo>
                  <a:pt x="86" y="9"/>
                </a:lnTo>
                <a:cubicBezTo>
                  <a:pt x="86" y="9"/>
                  <a:pt x="86" y="9"/>
                  <a:pt x="86" y="9"/>
                </a:cubicBezTo>
                <a:cubicBezTo>
                  <a:pt x="85" y="9"/>
                  <a:pt x="85" y="10"/>
                  <a:pt x="84" y="10"/>
                </a:cubicBezTo>
                <a:cubicBezTo>
                  <a:pt x="84" y="10"/>
                  <a:pt x="84" y="10"/>
                  <a:pt x="84" y="10"/>
                </a:cubicBezTo>
                <a:cubicBezTo>
                  <a:pt x="84" y="10"/>
                  <a:pt x="84" y="10"/>
                  <a:pt x="84" y="10"/>
                </a:cubicBezTo>
                <a:cubicBezTo>
                  <a:pt x="84" y="11"/>
                  <a:pt x="84" y="11"/>
                  <a:pt x="84" y="11"/>
                </a:cubicBezTo>
                <a:cubicBezTo>
                  <a:pt x="84" y="11"/>
                  <a:pt x="84" y="11"/>
                  <a:pt x="84" y="11"/>
                </a:cubicBezTo>
                <a:cubicBezTo>
                  <a:pt x="84" y="11"/>
                  <a:pt x="84" y="11"/>
                  <a:pt x="84" y="11"/>
                </a:cubicBezTo>
                <a:cubicBezTo>
                  <a:pt x="85" y="11"/>
                  <a:pt x="86" y="11"/>
                  <a:pt x="87" y="11"/>
                </a:cubicBezTo>
                <a:cubicBezTo>
                  <a:pt x="87" y="11"/>
                  <a:pt x="88" y="11"/>
                  <a:pt x="88" y="11"/>
                </a:cubicBezTo>
                <a:cubicBezTo>
                  <a:pt x="88" y="11"/>
                  <a:pt x="88" y="11"/>
                  <a:pt x="88" y="11"/>
                </a:cubicBezTo>
                <a:cubicBezTo>
                  <a:pt x="88" y="12"/>
                  <a:pt x="88" y="12"/>
                  <a:pt x="88" y="12"/>
                </a:cubicBezTo>
                <a:cubicBezTo>
                  <a:pt x="88" y="12"/>
                  <a:pt x="88" y="12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7" y="13"/>
                  <a:pt x="87" y="12"/>
                  <a:pt x="86" y="12"/>
                </a:cubicBezTo>
                <a:cubicBezTo>
                  <a:pt x="85" y="12"/>
                  <a:pt x="84" y="12"/>
                  <a:pt x="84" y="13"/>
                </a:cubicBezTo>
                <a:cubicBezTo>
                  <a:pt x="84" y="13"/>
                  <a:pt x="84" y="13"/>
                  <a:pt x="84" y="13"/>
                </a:cubicBezTo>
                <a:cubicBezTo>
                  <a:pt x="84" y="13"/>
                  <a:pt x="84" y="14"/>
                  <a:pt x="84" y="15"/>
                </a:cubicBezTo>
                <a:cubicBezTo>
                  <a:pt x="84" y="15"/>
                  <a:pt x="84" y="16"/>
                  <a:pt x="84" y="16"/>
                </a:cubicBezTo>
                <a:cubicBezTo>
                  <a:pt x="83" y="17"/>
                  <a:pt x="83" y="17"/>
                  <a:pt x="83" y="18"/>
                </a:cubicBezTo>
                <a:cubicBezTo>
                  <a:pt x="83" y="18"/>
                  <a:pt x="83" y="18"/>
                  <a:pt x="83" y="18"/>
                </a:cubicBezTo>
                <a:cubicBezTo>
                  <a:pt x="83" y="18"/>
                  <a:pt x="83" y="18"/>
                  <a:pt x="83" y="18"/>
                </a:cubicBezTo>
                <a:cubicBezTo>
                  <a:pt x="82" y="18"/>
                  <a:pt x="82" y="18"/>
                  <a:pt x="82" y="18"/>
                </a:cubicBezTo>
                <a:cubicBezTo>
                  <a:pt x="81" y="17"/>
                  <a:pt x="80" y="17"/>
                  <a:pt x="80" y="17"/>
                </a:cubicBezTo>
                <a:cubicBezTo>
                  <a:pt x="80" y="17"/>
                  <a:pt x="79" y="16"/>
                  <a:pt x="79" y="16"/>
                </a:cubicBezTo>
                <a:cubicBezTo>
                  <a:pt x="79" y="16"/>
                  <a:pt x="79" y="16"/>
                  <a:pt x="80" y="16"/>
                </a:cubicBezTo>
                <a:cubicBezTo>
                  <a:pt x="80" y="16"/>
                  <a:pt x="80" y="16"/>
                  <a:pt x="81" y="16"/>
                </a:cubicBezTo>
                <a:cubicBezTo>
                  <a:pt x="81" y="16"/>
                  <a:pt x="81" y="16"/>
                  <a:pt x="81" y="16"/>
                </a:cubicBezTo>
                <a:cubicBezTo>
                  <a:pt x="82" y="16"/>
                  <a:pt x="82" y="16"/>
                  <a:pt x="82" y="16"/>
                </a:cubicBezTo>
                <a:cubicBezTo>
                  <a:pt x="82" y="16"/>
                  <a:pt x="82" y="15"/>
                  <a:pt x="82" y="15"/>
                </a:cubicBezTo>
                <a:cubicBezTo>
                  <a:pt x="82" y="15"/>
                  <a:pt x="82" y="14"/>
                  <a:pt x="82" y="14"/>
                </a:cubicBezTo>
                <a:cubicBezTo>
                  <a:pt x="82" y="13"/>
                  <a:pt x="82" y="13"/>
                  <a:pt x="82" y="13"/>
                </a:cubicBezTo>
                <a:cubicBezTo>
                  <a:pt x="82" y="13"/>
                  <a:pt x="82" y="13"/>
                  <a:pt x="82" y="13"/>
                </a:cubicBezTo>
                <a:cubicBezTo>
                  <a:pt x="82" y="13"/>
                  <a:pt x="82" y="13"/>
                  <a:pt x="81" y="13"/>
                </a:cubicBezTo>
                <a:cubicBezTo>
                  <a:pt x="80" y="13"/>
                  <a:pt x="79" y="13"/>
                  <a:pt x="78" y="13"/>
                </a:cubicBezTo>
                <a:cubicBezTo>
                  <a:pt x="78" y="14"/>
                  <a:pt x="78" y="14"/>
                  <a:pt x="77" y="14"/>
                </a:cubicBezTo>
                <a:cubicBezTo>
                  <a:pt x="77" y="14"/>
                  <a:pt x="77" y="14"/>
                  <a:pt x="77" y="14"/>
                </a:cubicBezTo>
                <a:cubicBezTo>
                  <a:pt x="77" y="14"/>
                  <a:pt x="77" y="14"/>
                  <a:pt x="77" y="14"/>
                </a:cubicBezTo>
                <a:cubicBezTo>
                  <a:pt x="77" y="13"/>
                  <a:pt x="77" y="13"/>
                  <a:pt x="77" y="13"/>
                </a:cubicBezTo>
                <a:cubicBezTo>
                  <a:pt x="77" y="13"/>
                  <a:pt x="77" y="13"/>
                  <a:pt x="77" y="13"/>
                </a:cubicBezTo>
                <a:cubicBezTo>
                  <a:pt x="77" y="13"/>
                  <a:pt x="77" y="13"/>
                  <a:pt x="77" y="13"/>
                </a:cubicBezTo>
                <a:cubicBezTo>
                  <a:pt x="78" y="13"/>
                  <a:pt x="78" y="13"/>
                  <a:pt x="79" y="12"/>
                </a:cubicBezTo>
                <a:cubicBezTo>
                  <a:pt x="80" y="12"/>
                  <a:pt x="81" y="12"/>
                  <a:pt x="82" y="12"/>
                </a:cubicBezTo>
                <a:cubicBezTo>
                  <a:pt x="82" y="11"/>
                  <a:pt x="82" y="11"/>
                  <a:pt x="82" y="11"/>
                </a:cubicBezTo>
                <a:cubicBezTo>
                  <a:pt x="82" y="11"/>
                  <a:pt x="82" y="11"/>
                  <a:pt x="82" y="11"/>
                </a:cubicBezTo>
                <a:cubicBezTo>
                  <a:pt x="82" y="11"/>
                  <a:pt x="82" y="10"/>
                  <a:pt x="82" y="10"/>
                </a:cubicBezTo>
                <a:cubicBezTo>
                  <a:pt x="82" y="10"/>
                  <a:pt x="82" y="10"/>
                  <a:pt x="83" y="10"/>
                </a:cubicBezTo>
                <a:cubicBezTo>
                  <a:pt x="83" y="10"/>
                  <a:pt x="83" y="10"/>
                  <a:pt x="83" y="10"/>
                </a:cubicBezTo>
                <a:cubicBezTo>
                  <a:pt x="83" y="10"/>
                  <a:pt x="83" y="10"/>
                  <a:pt x="83" y="10"/>
                </a:cubicBezTo>
                <a:cubicBezTo>
                  <a:pt x="84" y="10"/>
                  <a:pt x="84" y="9"/>
                  <a:pt x="84" y="9"/>
                </a:cubicBezTo>
                <a:cubicBezTo>
                  <a:pt x="84" y="9"/>
                  <a:pt x="84" y="9"/>
                  <a:pt x="84" y="9"/>
                </a:cubicBezTo>
                <a:cubicBezTo>
                  <a:pt x="84" y="9"/>
                  <a:pt x="84" y="9"/>
                  <a:pt x="83" y="9"/>
                </a:cubicBezTo>
                <a:cubicBezTo>
                  <a:pt x="83" y="9"/>
                  <a:pt x="83" y="9"/>
                  <a:pt x="82" y="9"/>
                </a:cubicBezTo>
                <a:cubicBezTo>
                  <a:pt x="82" y="9"/>
                  <a:pt x="82" y="9"/>
                  <a:pt x="82" y="9"/>
                </a:cubicBezTo>
                <a:cubicBezTo>
                  <a:pt x="82" y="9"/>
                  <a:pt x="82" y="10"/>
                  <a:pt x="81" y="10"/>
                </a:cubicBezTo>
                <a:cubicBezTo>
                  <a:pt x="81" y="10"/>
                  <a:pt x="81" y="10"/>
                  <a:pt x="81" y="10"/>
                </a:cubicBezTo>
                <a:cubicBezTo>
                  <a:pt x="80" y="10"/>
                  <a:pt x="80" y="10"/>
                  <a:pt x="80" y="10"/>
                </a:cubicBezTo>
                <a:cubicBezTo>
                  <a:pt x="80" y="10"/>
                  <a:pt x="80" y="11"/>
                  <a:pt x="80" y="11"/>
                </a:cubicBezTo>
                <a:cubicBezTo>
                  <a:pt x="80" y="11"/>
                  <a:pt x="79" y="10"/>
                  <a:pt x="79" y="10"/>
                </a:cubicBezTo>
                <a:cubicBezTo>
                  <a:pt x="79" y="10"/>
                  <a:pt x="79" y="10"/>
                  <a:pt x="79" y="9"/>
                </a:cubicBezTo>
                <a:cubicBezTo>
                  <a:pt x="79" y="9"/>
                  <a:pt x="79" y="9"/>
                  <a:pt x="79" y="9"/>
                </a:cubicBezTo>
                <a:cubicBezTo>
                  <a:pt x="80" y="9"/>
                  <a:pt x="81" y="9"/>
                  <a:pt x="81" y="9"/>
                </a:cubicBezTo>
                <a:cubicBezTo>
                  <a:pt x="82" y="8"/>
                  <a:pt x="83" y="8"/>
                  <a:pt x="84" y="8"/>
                </a:cubicBezTo>
                <a:cubicBezTo>
                  <a:pt x="84" y="8"/>
                  <a:pt x="84" y="8"/>
                  <a:pt x="85" y="8"/>
                </a:cubicBezTo>
                <a:cubicBezTo>
                  <a:pt x="85" y="8"/>
                  <a:pt x="85" y="8"/>
                  <a:pt x="85" y="9"/>
                </a:cubicBezTo>
                <a:cubicBezTo>
                  <a:pt x="86" y="9"/>
                  <a:pt x="86" y="9"/>
                  <a:pt x="86" y="9"/>
                </a:cubicBezTo>
                <a:cubicBezTo>
                  <a:pt x="86" y="9"/>
                  <a:pt x="86" y="9"/>
                  <a:pt x="87" y="8"/>
                </a:cubicBezTo>
                <a:cubicBezTo>
                  <a:pt x="87" y="8"/>
                  <a:pt x="87" y="8"/>
                  <a:pt x="87" y="7"/>
                </a:cubicBezTo>
                <a:cubicBezTo>
                  <a:pt x="87" y="7"/>
                  <a:pt x="87" y="7"/>
                  <a:pt x="87" y="7"/>
                </a:cubicBezTo>
                <a:cubicBezTo>
                  <a:pt x="86" y="6"/>
                  <a:pt x="86" y="6"/>
                  <a:pt x="86" y="6"/>
                </a:cubicBezTo>
                <a:cubicBezTo>
                  <a:pt x="86" y="6"/>
                  <a:pt x="85" y="6"/>
                  <a:pt x="84" y="7"/>
                </a:cubicBezTo>
                <a:cubicBezTo>
                  <a:pt x="84" y="7"/>
                  <a:pt x="83" y="7"/>
                  <a:pt x="83" y="7"/>
                </a:cubicBezTo>
                <a:cubicBezTo>
                  <a:pt x="83" y="7"/>
                  <a:pt x="82" y="7"/>
                  <a:pt x="82" y="7"/>
                </a:cubicBezTo>
                <a:cubicBezTo>
                  <a:pt x="81" y="7"/>
                  <a:pt x="81" y="7"/>
                  <a:pt x="80" y="8"/>
                </a:cubicBezTo>
                <a:cubicBezTo>
                  <a:pt x="80" y="8"/>
                  <a:pt x="80" y="8"/>
                  <a:pt x="79" y="8"/>
                </a:cubicBezTo>
                <a:cubicBezTo>
                  <a:pt x="79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9" y="7"/>
                </a:cubicBezTo>
                <a:cubicBezTo>
                  <a:pt x="80" y="7"/>
                  <a:pt x="81" y="6"/>
                  <a:pt x="82" y="6"/>
                </a:cubicBezTo>
                <a:cubicBezTo>
                  <a:pt x="82" y="6"/>
                  <a:pt x="83" y="6"/>
                  <a:pt x="83" y="5"/>
                </a:cubicBezTo>
                <a:cubicBezTo>
                  <a:pt x="84" y="4"/>
                  <a:pt x="84" y="3"/>
                  <a:pt x="85" y="2"/>
                </a:cubicBezTo>
                <a:cubicBezTo>
                  <a:pt x="85" y="2"/>
                  <a:pt x="85" y="2"/>
                  <a:pt x="85" y="2"/>
                </a:cubicBezTo>
                <a:cubicBezTo>
                  <a:pt x="86" y="2"/>
                  <a:pt x="86" y="2"/>
                  <a:pt x="86" y="2"/>
                </a:cubicBezTo>
                <a:cubicBezTo>
                  <a:pt x="86" y="3"/>
                  <a:pt x="87" y="3"/>
                  <a:pt x="87" y="3"/>
                </a:cubicBezTo>
                <a:cubicBezTo>
                  <a:pt x="87" y="3"/>
                  <a:pt x="87" y="3"/>
                  <a:pt x="86" y="3"/>
                </a:cubicBezTo>
                <a:cubicBezTo>
                  <a:pt x="86" y="3"/>
                  <a:pt x="86" y="4"/>
                  <a:pt x="86" y="4"/>
                </a:cubicBezTo>
                <a:cubicBezTo>
                  <a:pt x="86" y="4"/>
                  <a:pt x="85" y="4"/>
                  <a:pt x="85" y="5"/>
                </a:cubicBezTo>
                <a:cubicBezTo>
                  <a:pt x="85" y="5"/>
                  <a:pt x="84" y="5"/>
                  <a:pt x="84" y="5"/>
                </a:cubicBezTo>
                <a:cubicBezTo>
                  <a:pt x="84" y="5"/>
                  <a:pt x="84" y="5"/>
                  <a:pt x="84" y="6"/>
                </a:cubicBezTo>
                <a:close/>
                <a:moveTo>
                  <a:pt x="83" y="2"/>
                </a:moveTo>
                <a:cubicBezTo>
                  <a:pt x="83" y="2"/>
                  <a:pt x="83" y="2"/>
                  <a:pt x="83" y="3"/>
                </a:cubicBezTo>
                <a:cubicBezTo>
                  <a:pt x="83" y="3"/>
                  <a:pt x="83" y="3"/>
                  <a:pt x="83" y="3"/>
                </a:cubicBezTo>
                <a:cubicBezTo>
                  <a:pt x="82" y="3"/>
                  <a:pt x="82" y="4"/>
                  <a:pt x="82" y="4"/>
                </a:cubicBezTo>
                <a:cubicBezTo>
                  <a:pt x="82" y="4"/>
                  <a:pt x="82" y="4"/>
                  <a:pt x="82" y="4"/>
                </a:cubicBezTo>
                <a:cubicBezTo>
                  <a:pt x="82" y="4"/>
                  <a:pt x="81" y="4"/>
                  <a:pt x="81" y="4"/>
                </a:cubicBezTo>
                <a:cubicBezTo>
                  <a:pt x="81" y="4"/>
                  <a:pt x="81" y="3"/>
                  <a:pt x="81" y="3"/>
                </a:cubicBezTo>
                <a:cubicBezTo>
                  <a:pt x="81" y="3"/>
                  <a:pt x="81" y="3"/>
                  <a:pt x="81" y="3"/>
                </a:cubicBezTo>
                <a:cubicBezTo>
                  <a:pt x="81" y="3"/>
                  <a:pt x="81" y="3"/>
                  <a:pt x="82" y="3"/>
                </a:cubicBezTo>
                <a:cubicBezTo>
                  <a:pt x="82" y="3"/>
                  <a:pt x="82" y="3"/>
                  <a:pt x="82" y="3"/>
                </a:cubicBezTo>
                <a:cubicBezTo>
                  <a:pt x="82" y="3"/>
                  <a:pt x="82" y="3"/>
                  <a:pt x="82" y="3"/>
                </a:cubicBezTo>
                <a:cubicBezTo>
                  <a:pt x="82" y="3"/>
                  <a:pt x="82" y="3"/>
                  <a:pt x="83" y="3"/>
                </a:cubicBezTo>
                <a:cubicBezTo>
                  <a:pt x="83" y="2"/>
                  <a:pt x="83" y="2"/>
                  <a:pt x="83" y="2"/>
                </a:cubicBezTo>
                <a:close/>
                <a:moveTo>
                  <a:pt x="80" y="5"/>
                </a:moveTo>
                <a:cubicBezTo>
                  <a:pt x="80" y="6"/>
                  <a:pt x="80" y="6"/>
                  <a:pt x="80" y="6"/>
                </a:cubicBezTo>
                <a:cubicBezTo>
                  <a:pt x="80" y="6"/>
                  <a:pt x="80" y="6"/>
                  <a:pt x="80" y="6"/>
                </a:cubicBezTo>
                <a:cubicBezTo>
                  <a:pt x="79" y="6"/>
                  <a:pt x="79" y="6"/>
                  <a:pt x="79" y="6"/>
                </a:cubicBezTo>
                <a:cubicBezTo>
                  <a:pt x="79" y="6"/>
                  <a:pt x="78" y="6"/>
                  <a:pt x="78" y="6"/>
                </a:cubicBezTo>
                <a:cubicBezTo>
                  <a:pt x="78" y="6"/>
                  <a:pt x="78" y="5"/>
                  <a:pt x="78" y="5"/>
                </a:cubicBezTo>
                <a:cubicBezTo>
                  <a:pt x="78" y="5"/>
                  <a:pt x="78" y="5"/>
                  <a:pt x="78" y="4"/>
                </a:cubicBezTo>
                <a:cubicBezTo>
                  <a:pt x="78" y="4"/>
                  <a:pt x="78" y="4"/>
                  <a:pt x="78" y="4"/>
                </a:cubicBezTo>
                <a:cubicBezTo>
                  <a:pt x="78" y="4"/>
                  <a:pt x="78" y="4"/>
                  <a:pt x="79" y="4"/>
                </a:cubicBezTo>
                <a:cubicBezTo>
                  <a:pt x="79" y="4"/>
                  <a:pt x="79" y="4"/>
                  <a:pt x="79" y="4"/>
                </a:cubicBezTo>
                <a:cubicBezTo>
                  <a:pt x="79" y="4"/>
                  <a:pt x="79" y="4"/>
                  <a:pt x="80" y="4"/>
                </a:cubicBezTo>
                <a:cubicBezTo>
                  <a:pt x="80" y="5"/>
                  <a:pt x="80" y="5"/>
                  <a:pt x="80" y="5"/>
                </a:cubicBezTo>
                <a:close/>
                <a:moveTo>
                  <a:pt x="77" y="9"/>
                </a:moveTo>
                <a:cubicBezTo>
                  <a:pt x="77" y="10"/>
                  <a:pt x="77" y="10"/>
                  <a:pt x="77" y="10"/>
                </a:cubicBezTo>
                <a:cubicBezTo>
                  <a:pt x="77" y="10"/>
                  <a:pt x="77" y="10"/>
                  <a:pt x="77" y="10"/>
                </a:cubicBezTo>
                <a:cubicBezTo>
                  <a:pt x="77" y="10"/>
                  <a:pt x="77" y="11"/>
                  <a:pt x="77" y="11"/>
                </a:cubicBezTo>
                <a:cubicBezTo>
                  <a:pt x="76" y="11"/>
                  <a:pt x="76" y="10"/>
                  <a:pt x="76" y="10"/>
                </a:cubicBezTo>
                <a:cubicBezTo>
                  <a:pt x="75" y="10"/>
                  <a:pt x="75" y="10"/>
                  <a:pt x="75" y="10"/>
                </a:cubicBezTo>
                <a:cubicBezTo>
                  <a:pt x="75" y="10"/>
                  <a:pt x="75" y="9"/>
                  <a:pt x="75" y="9"/>
                </a:cubicBezTo>
                <a:cubicBezTo>
                  <a:pt x="75" y="9"/>
                  <a:pt x="76" y="9"/>
                  <a:pt x="76" y="9"/>
                </a:cubicBezTo>
                <a:cubicBezTo>
                  <a:pt x="76" y="8"/>
                  <a:pt x="77" y="8"/>
                  <a:pt x="77" y="8"/>
                </a:cubicBezTo>
                <a:cubicBezTo>
                  <a:pt x="77" y="8"/>
                  <a:pt x="77" y="8"/>
                  <a:pt x="77" y="8"/>
                </a:cubicBezTo>
                <a:cubicBezTo>
                  <a:pt x="77" y="9"/>
                  <a:pt x="77" y="9"/>
                  <a:pt x="77" y="9"/>
                </a:cubicBezTo>
                <a:cubicBezTo>
                  <a:pt x="77" y="9"/>
                  <a:pt x="77" y="9"/>
                  <a:pt x="77" y="9"/>
                </a:cubicBezTo>
                <a:close/>
                <a:moveTo>
                  <a:pt x="118" y="15"/>
                </a:moveTo>
                <a:cubicBezTo>
                  <a:pt x="118" y="15"/>
                  <a:pt x="118" y="15"/>
                  <a:pt x="117" y="15"/>
                </a:cubicBezTo>
                <a:cubicBezTo>
                  <a:pt x="117" y="15"/>
                  <a:pt x="117" y="15"/>
                  <a:pt x="116" y="15"/>
                </a:cubicBezTo>
                <a:cubicBezTo>
                  <a:pt x="115" y="15"/>
                  <a:pt x="114" y="15"/>
                  <a:pt x="114" y="15"/>
                </a:cubicBezTo>
                <a:cubicBezTo>
                  <a:pt x="113" y="15"/>
                  <a:pt x="113" y="15"/>
                  <a:pt x="113" y="14"/>
                </a:cubicBezTo>
                <a:cubicBezTo>
                  <a:pt x="113" y="14"/>
                  <a:pt x="113" y="14"/>
                  <a:pt x="113" y="14"/>
                </a:cubicBezTo>
                <a:cubicBezTo>
                  <a:pt x="113" y="13"/>
                  <a:pt x="112" y="13"/>
                  <a:pt x="112" y="13"/>
                </a:cubicBezTo>
                <a:cubicBezTo>
                  <a:pt x="111" y="12"/>
                  <a:pt x="111" y="12"/>
                  <a:pt x="110" y="12"/>
                </a:cubicBezTo>
                <a:cubicBezTo>
                  <a:pt x="110" y="12"/>
                  <a:pt x="110" y="11"/>
                  <a:pt x="110" y="11"/>
                </a:cubicBezTo>
                <a:cubicBezTo>
                  <a:pt x="110" y="11"/>
                  <a:pt x="110" y="12"/>
                  <a:pt x="110" y="12"/>
                </a:cubicBezTo>
                <a:cubicBezTo>
                  <a:pt x="110" y="12"/>
                  <a:pt x="110" y="12"/>
                  <a:pt x="110" y="13"/>
                </a:cubicBezTo>
                <a:cubicBezTo>
                  <a:pt x="110" y="14"/>
                  <a:pt x="110" y="14"/>
                  <a:pt x="110" y="15"/>
                </a:cubicBezTo>
                <a:cubicBezTo>
                  <a:pt x="110" y="16"/>
                  <a:pt x="110" y="16"/>
                  <a:pt x="110" y="17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09" y="17"/>
                  <a:pt x="109" y="17"/>
                  <a:pt x="109" y="17"/>
                </a:cubicBezTo>
                <a:cubicBezTo>
                  <a:pt x="109" y="17"/>
                  <a:pt x="108" y="17"/>
                  <a:pt x="108" y="17"/>
                </a:cubicBezTo>
                <a:cubicBezTo>
                  <a:pt x="107" y="16"/>
                  <a:pt x="107" y="16"/>
                  <a:pt x="106" y="16"/>
                </a:cubicBezTo>
                <a:cubicBezTo>
                  <a:pt x="106" y="15"/>
                  <a:pt x="105" y="15"/>
                  <a:pt x="105" y="15"/>
                </a:cubicBezTo>
                <a:cubicBezTo>
                  <a:pt x="105" y="15"/>
                  <a:pt x="105" y="15"/>
                  <a:pt x="105" y="15"/>
                </a:cubicBezTo>
                <a:cubicBezTo>
                  <a:pt x="105" y="15"/>
                  <a:pt x="105" y="15"/>
                  <a:pt x="106" y="15"/>
                </a:cubicBezTo>
                <a:cubicBezTo>
                  <a:pt x="106" y="15"/>
                  <a:pt x="107" y="15"/>
                  <a:pt x="107" y="15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08" y="14"/>
                  <a:pt x="108" y="14"/>
                  <a:pt x="108" y="13"/>
                </a:cubicBezTo>
                <a:cubicBezTo>
                  <a:pt x="108" y="12"/>
                  <a:pt x="108" y="12"/>
                  <a:pt x="108" y="11"/>
                </a:cubicBezTo>
                <a:cubicBezTo>
                  <a:pt x="108" y="10"/>
                  <a:pt x="108" y="9"/>
                  <a:pt x="108" y="8"/>
                </a:cubicBezTo>
                <a:cubicBezTo>
                  <a:pt x="108" y="8"/>
                  <a:pt x="108" y="8"/>
                  <a:pt x="108" y="8"/>
                </a:cubicBezTo>
                <a:cubicBezTo>
                  <a:pt x="108" y="8"/>
                  <a:pt x="108" y="8"/>
                  <a:pt x="108" y="8"/>
                </a:cubicBezTo>
                <a:cubicBezTo>
                  <a:pt x="108" y="8"/>
                  <a:pt x="107" y="8"/>
                  <a:pt x="106" y="8"/>
                </a:cubicBezTo>
                <a:cubicBezTo>
                  <a:pt x="106" y="8"/>
                  <a:pt x="105" y="8"/>
                  <a:pt x="105" y="8"/>
                </a:cubicBezTo>
                <a:cubicBezTo>
                  <a:pt x="105" y="8"/>
                  <a:pt x="105" y="8"/>
                  <a:pt x="105" y="8"/>
                </a:cubicBezTo>
                <a:cubicBezTo>
                  <a:pt x="104" y="8"/>
                  <a:pt x="104" y="8"/>
                  <a:pt x="104" y="8"/>
                </a:cubicBezTo>
                <a:cubicBezTo>
                  <a:pt x="104" y="8"/>
                  <a:pt x="104" y="8"/>
                  <a:pt x="104" y="7"/>
                </a:cubicBezTo>
                <a:cubicBezTo>
                  <a:pt x="104" y="7"/>
                  <a:pt x="104" y="7"/>
                  <a:pt x="104" y="7"/>
                </a:cubicBezTo>
                <a:cubicBezTo>
                  <a:pt x="104" y="7"/>
                  <a:pt x="104" y="7"/>
                  <a:pt x="104" y="7"/>
                </a:cubicBezTo>
                <a:cubicBezTo>
                  <a:pt x="104" y="7"/>
                  <a:pt x="105" y="6"/>
                  <a:pt x="105" y="6"/>
                </a:cubicBezTo>
                <a:cubicBezTo>
                  <a:pt x="106" y="6"/>
                  <a:pt x="107" y="6"/>
                  <a:pt x="107" y="6"/>
                </a:cubicBezTo>
                <a:cubicBezTo>
                  <a:pt x="107" y="6"/>
                  <a:pt x="108" y="6"/>
                  <a:pt x="108" y="6"/>
                </a:cubicBezTo>
                <a:cubicBezTo>
                  <a:pt x="108" y="6"/>
                  <a:pt x="108" y="6"/>
                  <a:pt x="108" y="6"/>
                </a:cubicBezTo>
                <a:lnTo>
                  <a:pt x="108" y="5"/>
                </a:lnTo>
                <a:cubicBezTo>
                  <a:pt x="108" y="4"/>
                  <a:pt x="108" y="4"/>
                  <a:pt x="108" y="3"/>
                </a:cubicBezTo>
                <a:cubicBezTo>
                  <a:pt x="108" y="3"/>
                  <a:pt x="108" y="3"/>
                  <a:pt x="109" y="2"/>
                </a:cubicBezTo>
                <a:cubicBezTo>
                  <a:pt x="109" y="2"/>
                  <a:pt x="109" y="1"/>
                  <a:pt x="109" y="1"/>
                </a:cubicBezTo>
                <a:cubicBezTo>
                  <a:pt x="109" y="1"/>
                  <a:pt x="109" y="1"/>
                  <a:pt x="109" y="1"/>
                </a:cubicBezTo>
                <a:cubicBezTo>
                  <a:pt x="109" y="1"/>
                  <a:pt x="109" y="1"/>
                  <a:pt x="110" y="1"/>
                </a:cubicBezTo>
                <a:cubicBezTo>
                  <a:pt x="110" y="1"/>
                  <a:pt x="110" y="1"/>
                  <a:pt x="110" y="1"/>
                </a:cubicBezTo>
                <a:cubicBezTo>
                  <a:pt x="110" y="2"/>
                  <a:pt x="110" y="2"/>
                  <a:pt x="110" y="2"/>
                </a:cubicBezTo>
                <a:cubicBezTo>
                  <a:pt x="110" y="2"/>
                  <a:pt x="110" y="3"/>
                  <a:pt x="110" y="3"/>
                </a:cubicBezTo>
                <a:lnTo>
                  <a:pt x="110" y="4"/>
                </a:lnTo>
                <a:lnTo>
                  <a:pt x="110" y="5"/>
                </a:lnTo>
                <a:cubicBezTo>
                  <a:pt x="110" y="5"/>
                  <a:pt x="110" y="5"/>
                  <a:pt x="110" y="5"/>
                </a:cubicBezTo>
                <a:cubicBezTo>
                  <a:pt x="110" y="5"/>
                  <a:pt x="110" y="5"/>
                  <a:pt x="110" y="5"/>
                </a:cubicBezTo>
                <a:cubicBezTo>
                  <a:pt x="111" y="5"/>
                  <a:pt x="111" y="5"/>
                  <a:pt x="111" y="5"/>
                </a:cubicBezTo>
                <a:cubicBezTo>
                  <a:pt x="111" y="5"/>
                  <a:pt x="112" y="5"/>
                  <a:pt x="112" y="5"/>
                </a:cubicBezTo>
                <a:cubicBezTo>
                  <a:pt x="112" y="6"/>
                  <a:pt x="112" y="6"/>
                  <a:pt x="112" y="6"/>
                </a:cubicBezTo>
                <a:cubicBezTo>
                  <a:pt x="112" y="6"/>
                  <a:pt x="112" y="6"/>
                  <a:pt x="112" y="6"/>
                </a:cubicBezTo>
                <a:cubicBezTo>
                  <a:pt x="112" y="7"/>
                  <a:pt x="112" y="7"/>
                  <a:pt x="112" y="7"/>
                </a:cubicBezTo>
                <a:cubicBezTo>
                  <a:pt x="112" y="7"/>
                  <a:pt x="111" y="7"/>
                  <a:pt x="111" y="7"/>
                </a:cubicBezTo>
                <a:cubicBezTo>
                  <a:pt x="111" y="7"/>
                  <a:pt x="110" y="7"/>
                  <a:pt x="110" y="7"/>
                </a:cubicBezTo>
                <a:cubicBezTo>
                  <a:pt x="110" y="7"/>
                  <a:pt x="110" y="7"/>
                  <a:pt x="110" y="7"/>
                </a:cubicBezTo>
                <a:cubicBezTo>
                  <a:pt x="109" y="7"/>
                  <a:pt x="109" y="8"/>
                  <a:pt x="109" y="8"/>
                </a:cubicBezTo>
                <a:cubicBezTo>
                  <a:pt x="109" y="8"/>
                  <a:pt x="109" y="8"/>
                  <a:pt x="109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1" y="9"/>
                  <a:pt x="111" y="9"/>
                </a:cubicBezTo>
                <a:cubicBezTo>
                  <a:pt x="112" y="8"/>
                  <a:pt x="112" y="8"/>
                  <a:pt x="113" y="7"/>
                </a:cubicBezTo>
                <a:cubicBezTo>
                  <a:pt x="113" y="7"/>
                  <a:pt x="113" y="7"/>
                  <a:pt x="113" y="7"/>
                </a:cubicBezTo>
                <a:cubicBezTo>
                  <a:pt x="113" y="7"/>
                  <a:pt x="113" y="7"/>
                  <a:pt x="114" y="8"/>
                </a:cubicBezTo>
                <a:cubicBezTo>
                  <a:pt x="114" y="8"/>
                  <a:pt x="114" y="8"/>
                  <a:pt x="114" y="8"/>
                </a:cubicBezTo>
                <a:cubicBezTo>
                  <a:pt x="114" y="8"/>
                  <a:pt x="114" y="8"/>
                  <a:pt x="113" y="8"/>
                </a:cubicBezTo>
                <a:cubicBezTo>
                  <a:pt x="113" y="8"/>
                  <a:pt x="113" y="9"/>
                  <a:pt x="113" y="9"/>
                </a:cubicBezTo>
                <a:cubicBezTo>
                  <a:pt x="112" y="9"/>
                  <a:pt x="112" y="9"/>
                  <a:pt x="111" y="10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11" y="11"/>
                  <a:pt x="111" y="11"/>
                  <a:pt x="112" y="11"/>
                </a:cubicBezTo>
                <a:cubicBezTo>
                  <a:pt x="112" y="12"/>
                  <a:pt x="113" y="12"/>
                  <a:pt x="113" y="12"/>
                </a:cubicBezTo>
                <a:cubicBezTo>
                  <a:pt x="114" y="13"/>
                  <a:pt x="114" y="13"/>
                  <a:pt x="115" y="13"/>
                </a:cubicBezTo>
                <a:cubicBezTo>
                  <a:pt x="117" y="14"/>
                  <a:pt x="118" y="14"/>
                  <a:pt x="118" y="15"/>
                </a:cubicBezTo>
                <a:close/>
                <a:moveTo>
                  <a:pt x="113" y="3"/>
                </a:moveTo>
                <a:cubicBezTo>
                  <a:pt x="113" y="3"/>
                  <a:pt x="113" y="3"/>
                  <a:pt x="113" y="3"/>
                </a:cubicBezTo>
                <a:cubicBezTo>
                  <a:pt x="113" y="3"/>
                  <a:pt x="113" y="3"/>
                  <a:pt x="114" y="3"/>
                </a:cubicBezTo>
                <a:cubicBezTo>
                  <a:pt x="114" y="4"/>
                  <a:pt x="114" y="4"/>
                  <a:pt x="114" y="4"/>
                </a:cubicBezTo>
                <a:cubicBezTo>
                  <a:pt x="115" y="4"/>
                  <a:pt x="115" y="5"/>
                  <a:pt x="115" y="5"/>
                </a:cubicBezTo>
                <a:cubicBezTo>
                  <a:pt x="115" y="5"/>
                  <a:pt x="115" y="5"/>
                  <a:pt x="114" y="5"/>
                </a:cubicBezTo>
                <a:cubicBezTo>
                  <a:pt x="114" y="5"/>
                  <a:pt x="114" y="5"/>
                  <a:pt x="113" y="5"/>
                </a:cubicBezTo>
                <a:cubicBezTo>
                  <a:pt x="113" y="5"/>
                  <a:pt x="113" y="5"/>
                  <a:pt x="113" y="5"/>
                </a:cubicBezTo>
                <a:cubicBezTo>
                  <a:pt x="112" y="5"/>
                  <a:pt x="112" y="5"/>
                  <a:pt x="112" y="4"/>
                </a:cubicBezTo>
                <a:cubicBezTo>
                  <a:pt x="112" y="4"/>
                  <a:pt x="112" y="4"/>
                  <a:pt x="112" y="4"/>
                </a:cubicBezTo>
                <a:cubicBezTo>
                  <a:pt x="112" y="4"/>
                  <a:pt x="112" y="3"/>
                  <a:pt x="112" y="3"/>
                </a:cubicBezTo>
                <a:cubicBezTo>
                  <a:pt x="112" y="3"/>
                  <a:pt x="113" y="3"/>
                  <a:pt x="113" y="3"/>
                </a:cubicBezTo>
                <a:close/>
                <a:moveTo>
                  <a:pt x="105" y="9"/>
                </a:moveTo>
                <a:cubicBezTo>
                  <a:pt x="105" y="9"/>
                  <a:pt x="105" y="9"/>
                  <a:pt x="105" y="9"/>
                </a:cubicBezTo>
                <a:cubicBezTo>
                  <a:pt x="105" y="9"/>
                  <a:pt x="105" y="9"/>
                  <a:pt x="106" y="9"/>
                </a:cubicBezTo>
                <a:cubicBezTo>
                  <a:pt x="106" y="10"/>
                  <a:pt x="107" y="10"/>
                  <a:pt x="107" y="10"/>
                </a:cubicBezTo>
                <a:cubicBezTo>
                  <a:pt x="107" y="11"/>
                  <a:pt x="106" y="11"/>
                  <a:pt x="106" y="11"/>
                </a:cubicBezTo>
                <a:cubicBezTo>
                  <a:pt x="105" y="11"/>
                  <a:pt x="105" y="11"/>
                  <a:pt x="105" y="11"/>
                </a:cubicBezTo>
                <a:cubicBezTo>
                  <a:pt x="105" y="11"/>
                  <a:pt x="104" y="11"/>
                  <a:pt x="104" y="10"/>
                </a:cubicBezTo>
                <a:cubicBezTo>
                  <a:pt x="104" y="10"/>
                  <a:pt x="104" y="10"/>
                  <a:pt x="104" y="10"/>
                </a:cubicBezTo>
                <a:cubicBezTo>
                  <a:pt x="104" y="9"/>
                  <a:pt x="104" y="9"/>
                  <a:pt x="104" y="9"/>
                </a:cubicBezTo>
                <a:cubicBezTo>
                  <a:pt x="104" y="9"/>
                  <a:pt x="105" y="9"/>
                  <a:pt x="105" y="9"/>
                </a:cubicBezTo>
                <a:close/>
                <a:moveTo>
                  <a:pt x="108" y="11"/>
                </a:moveTo>
                <a:cubicBezTo>
                  <a:pt x="108" y="11"/>
                  <a:pt x="107" y="11"/>
                  <a:pt x="107" y="11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6" y="12"/>
                  <a:pt x="106" y="12"/>
                  <a:pt x="106" y="13"/>
                </a:cubicBezTo>
                <a:cubicBezTo>
                  <a:pt x="106" y="13"/>
                  <a:pt x="105" y="14"/>
                  <a:pt x="104" y="14"/>
                </a:cubicBezTo>
                <a:cubicBezTo>
                  <a:pt x="104" y="14"/>
                  <a:pt x="104" y="14"/>
                  <a:pt x="104" y="15"/>
                </a:cubicBezTo>
                <a:cubicBezTo>
                  <a:pt x="104" y="15"/>
                  <a:pt x="104" y="15"/>
                  <a:pt x="104" y="15"/>
                </a:cubicBezTo>
                <a:cubicBezTo>
                  <a:pt x="103" y="15"/>
                  <a:pt x="103" y="15"/>
                  <a:pt x="103" y="15"/>
                </a:cubicBezTo>
                <a:cubicBezTo>
                  <a:pt x="103" y="15"/>
                  <a:pt x="103" y="15"/>
                  <a:pt x="103" y="15"/>
                </a:cubicBezTo>
                <a:cubicBezTo>
                  <a:pt x="102" y="14"/>
                  <a:pt x="102" y="14"/>
                  <a:pt x="102" y="14"/>
                </a:cubicBezTo>
                <a:cubicBezTo>
                  <a:pt x="102" y="14"/>
                  <a:pt x="102" y="14"/>
                  <a:pt x="103" y="14"/>
                </a:cubicBezTo>
                <a:cubicBezTo>
                  <a:pt x="103" y="13"/>
                  <a:pt x="104" y="13"/>
                  <a:pt x="104" y="13"/>
                </a:cubicBezTo>
                <a:cubicBezTo>
                  <a:pt x="105" y="12"/>
                  <a:pt x="106" y="11"/>
                  <a:pt x="107" y="11"/>
                </a:cubicBezTo>
                <a:cubicBezTo>
                  <a:pt x="107" y="11"/>
                  <a:pt x="107" y="11"/>
                  <a:pt x="107" y="11"/>
                </a:cubicBezTo>
                <a:cubicBezTo>
                  <a:pt x="107" y="11"/>
                  <a:pt x="108" y="11"/>
                  <a:pt x="108" y="11"/>
                </a:cubicBezTo>
                <a:close/>
                <a:moveTo>
                  <a:pt x="127" y="13"/>
                </a:moveTo>
                <a:cubicBezTo>
                  <a:pt x="127" y="13"/>
                  <a:pt x="127" y="13"/>
                  <a:pt x="127" y="14"/>
                </a:cubicBezTo>
                <a:cubicBezTo>
                  <a:pt x="127" y="14"/>
                  <a:pt x="127" y="14"/>
                  <a:pt x="128" y="14"/>
                </a:cubicBezTo>
                <a:cubicBezTo>
                  <a:pt x="128" y="14"/>
                  <a:pt x="129" y="15"/>
                  <a:pt x="129" y="15"/>
                </a:cubicBezTo>
                <a:cubicBezTo>
                  <a:pt x="130" y="15"/>
                  <a:pt x="130" y="15"/>
                  <a:pt x="131" y="15"/>
                </a:cubicBezTo>
                <a:cubicBezTo>
                  <a:pt x="131" y="16"/>
                  <a:pt x="132" y="16"/>
                  <a:pt x="134" y="16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34" y="18"/>
                  <a:pt x="134" y="18"/>
                  <a:pt x="133" y="18"/>
                </a:cubicBezTo>
                <a:cubicBezTo>
                  <a:pt x="133" y="18"/>
                  <a:pt x="132" y="18"/>
                  <a:pt x="131" y="18"/>
                </a:cubicBezTo>
                <a:cubicBezTo>
                  <a:pt x="131" y="18"/>
                  <a:pt x="130" y="17"/>
                  <a:pt x="130" y="17"/>
                </a:cubicBezTo>
                <a:cubicBezTo>
                  <a:pt x="130" y="17"/>
                  <a:pt x="129" y="17"/>
                  <a:pt x="129" y="17"/>
                </a:cubicBezTo>
                <a:cubicBezTo>
                  <a:pt x="129" y="17"/>
                  <a:pt x="129" y="17"/>
                  <a:pt x="129" y="17"/>
                </a:cubicBezTo>
                <a:cubicBezTo>
                  <a:pt x="129" y="16"/>
                  <a:pt x="129" y="16"/>
                  <a:pt x="129" y="16"/>
                </a:cubicBezTo>
                <a:cubicBezTo>
                  <a:pt x="128" y="15"/>
                  <a:pt x="128" y="15"/>
                  <a:pt x="127" y="15"/>
                </a:cubicBezTo>
                <a:cubicBezTo>
                  <a:pt x="126" y="15"/>
                  <a:pt x="126" y="14"/>
                  <a:pt x="126" y="14"/>
                </a:cubicBezTo>
                <a:cubicBezTo>
                  <a:pt x="125" y="14"/>
                  <a:pt x="125" y="14"/>
                  <a:pt x="124" y="14"/>
                </a:cubicBezTo>
                <a:cubicBezTo>
                  <a:pt x="124" y="13"/>
                  <a:pt x="123" y="13"/>
                  <a:pt x="123" y="13"/>
                </a:cubicBezTo>
                <a:cubicBezTo>
                  <a:pt x="123" y="13"/>
                  <a:pt x="123" y="13"/>
                  <a:pt x="123" y="14"/>
                </a:cubicBezTo>
                <a:cubicBezTo>
                  <a:pt x="123" y="14"/>
                  <a:pt x="122" y="14"/>
                  <a:pt x="122" y="14"/>
                </a:cubicBezTo>
                <a:cubicBezTo>
                  <a:pt x="122" y="14"/>
                  <a:pt x="122" y="15"/>
                  <a:pt x="122" y="15"/>
                </a:cubicBezTo>
                <a:cubicBezTo>
                  <a:pt x="122" y="15"/>
                  <a:pt x="122" y="15"/>
                  <a:pt x="122" y="15"/>
                </a:cubicBezTo>
                <a:cubicBezTo>
                  <a:pt x="121" y="15"/>
                  <a:pt x="121" y="15"/>
                  <a:pt x="120" y="15"/>
                </a:cubicBezTo>
                <a:cubicBezTo>
                  <a:pt x="120" y="16"/>
                  <a:pt x="119" y="16"/>
                  <a:pt x="119" y="16"/>
                </a:cubicBezTo>
                <a:cubicBezTo>
                  <a:pt x="119" y="16"/>
                  <a:pt x="119" y="16"/>
                  <a:pt x="118" y="16"/>
                </a:cubicBezTo>
                <a:cubicBezTo>
                  <a:pt x="118" y="15"/>
                  <a:pt x="118" y="15"/>
                  <a:pt x="118" y="15"/>
                </a:cubicBezTo>
                <a:cubicBezTo>
                  <a:pt x="118" y="15"/>
                  <a:pt x="119" y="15"/>
                  <a:pt x="119" y="15"/>
                </a:cubicBezTo>
                <a:cubicBezTo>
                  <a:pt x="120" y="15"/>
                  <a:pt x="120" y="15"/>
                  <a:pt x="121" y="14"/>
                </a:cubicBezTo>
                <a:cubicBezTo>
                  <a:pt x="121" y="14"/>
                  <a:pt x="122" y="13"/>
                  <a:pt x="122" y="12"/>
                </a:cubicBezTo>
                <a:cubicBezTo>
                  <a:pt x="123" y="11"/>
                  <a:pt x="123" y="11"/>
                  <a:pt x="123" y="11"/>
                </a:cubicBezTo>
                <a:cubicBezTo>
                  <a:pt x="123" y="11"/>
                  <a:pt x="123" y="11"/>
                  <a:pt x="123" y="11"/>
                </a:cubicBezTo>
                <a:cubicBezTo>
                  <a:pt x="123" y="10"/>
                  <a:pt x="123" y="10"/>
                  <a:pt x="123" y="10"/>
                </a:cubicBezTo>
                <a:cubicBezTo>
                  <a:pt x="122" y="10"/>
                  <a:pt x="122" y="11"/>
                  <a:pt x="122" y="11"/>
                </a:cubicBezTo>
                <a:cubicBezTo>
                  <a:pt x="122" y="11"/>
                  <a:pt x="121" y="11"/>
                  <a:pt x="121" y="11"/>
                </a:cubicBezTo>
                <a:cubicBezTo>
                  <a:pt x="120" y="11"/>
                  <a:pt x="120" y="11"/>
                  <a:pt x="120" y="11"/>
                </a:cubicBezTo>
                <a:cubicBezTo>
                  <a:pt x="120" y="11"/>
                  <a:pt x="119" y="11"/>
                  <a:pt x="119" y="11"/>
                </a:cubicBezTo>
                <a:cubicBezTo>
                  <a:pt x="119" y="11"/>
                  <a:pt x="119" y="11"/>
                  <a:pt x="119" y="11"/>
                </a:cubicBezTo>
                <a:cubicBezTo>
                  <a:pt x="119" y="11"/>
                  <a:pt x="119" y="11"/>
                  <a:pt x="119" y="10"/>
                </a:cubicBezTo>
                <a:cubicBezTo>
                  <a:pt x="119" y="10"/>
                  <a:pt x="119" y="10"/>
                  <a:pt x="119" y="10"/>
                </a:cubicBezTo>
                <a:cubicBezTo>
                  <a:pt x="120" y="10"/>
                  <a:pt x="121" y="10"/>
                  <a:pt x="123" y="9"/>
                </a:cubicBezTo>
                <a:cubicBezTo>
                  <a:pt x="124" y="9"/>
                  <a:pt x="126" y="8"/>
                  <a:pt x="127" y="8"/>
                </a:cubicBezTo>
                <a:cubicBezTo>
                  <a:pt x="127" y="8"/>
                  <a:pt x="127" y="8"/>
                  <a:pt x="127" y="8"/>
                </a:cubicBezTo>
                <a:cubicBezTo>
                  <a:pt x="127" y="8"/>
                  <a:pt x="127" y="8"/>
                  <a:pt x="127" y="8"/>
                </a:cubicBezTo>
                <a:cubicBezTo>
                  <a:pt x="126" y="7"/>
                  <a:pt x="126" y="7"/>
                  <a:pt x="126" y="7"/>
                </a:cubicBezTo>
                <a:cubicBezTo>
                  <a:pt x="126" y="7"/>
                  <a:pt x="126" y="7"/>
                  <a:pt x="125" y="7"/>
                </a:cubicBezTo>
                <a:cubicBezTo>
                  <a:pt x="125" y="8"/>
                  <a:pt x="125" y="8"/>
                  <a:pt x="125" y="8"/>
                </a:cubicBezTo>
                <a:cubicBezTo>
                  <a:pt x="125" y="8"/>
                  <a:pt x="124" y="8"/>
                  <a:pt x="124" y="8"/>
                </a:cubicBezTo>
                <a:cubicBezTo>
                  <a:pt x="124" y="8"/>
                  <a:pt x="124" y="8"/>
                  <a:pt x="123" y="7"/>
                </a:cubicBezTo>
                <a:cubicBezTo>
                  <a:pt x="123" y="7"/>
                  <a:pt x="123" y="7"/>
                  <a:pt x="123" y="6"/>
                </a:cubicBezTo>
                <a:cubicBezTo>
                  <a:pt x="123" y="5"/>
                  <a:pt x="123" y="4"/>
                  <a:pt x="123" y="3"/>
                </a:cubicBezTo>
                <a:cubicBezTo>
                  <a:pt x="123" y="3"/>
                  <a:pt x="123" y="2"/>
                  <a:pt x="124" y="2"/>
                </a:cubicBezTo>
                <a:cubicBezTo>
                  <a:pt x="124" y="2"/>
                  <a:pt x="124" y="2"/>
                  <a:pt x="125" y="2"/>
                </a:cubicBezTo>
                <a:cubicBezTo>
                  <a:pt x="126" y="2"/>
                  <a:pt x="127" y="2"/>
                  <a:pt x="128" y="2"/>
                </a:cubicBezTo>
                <a:cubicBezTo>
                  <a:pt x="128" y="2"/>
                  <a:pt x="129" y="2"/>
                  <a:pt x="129" y="2"/>
                </a:cubicBezTo>
                <a:cubicBezTo>
                  <a:pt x="129" y="2"/>
                  <a:pt x="130" y="2"/>
                  <a:pt x="130" y="2"/>
                </a:cubicBezTo>
                <a:cubicBezTo>
                  <a:pt x="130" y="2"/>
                  <a:pt x="130" y="2"/>
                  <a:pt x="129" y="3"/>
                </a:cubicBezTo>
                <a:cubicBezTo>
                  <a:pt x="129" y="3"/>
                  <a:pt x="129" y="3"/>
                  <a:pt x="129" y="3"/>
                </a:cubicBezTo>
                <a:cubicBezTo>
                  <a:pt x="129" y="4"/>
                  <a:pt x="129" y="4"/>
                  <a:pt x="129" y="4"/>
                </a:cubicBezTo>
                <a:lnTo>
                  <a:pt x="129" y="6"/>
                </a:lnTo>
                <a:cubicBezTo>
                  <a:pt x="129" y="7"/>
                  <a:pt x="129" y="7"/>
                  <a:pt x="129" y="7"/>
                </a:cubicBezTo>
                <a:cubicBezTo>
                  <a:pt x="129" y="8"/>
                  <a:pt x="129" y="8"/>
                  <a:pt x="129" y="8"/>
                </a:cubicBezTo>
                <a:cubicBezTo>
                  <a:pt x="129" y="8"/>
                  <a:pt x="129" y="8"/>
                  <a:pt x="129" y="8"/>
                </a:cubicBezTo>
                <a:cubicBezTo>
                  <a:pt x="129" y="8"/>
                  <a:pt x="130" y="8"/>
                  <a:pt x="130" y="8"/>
                </a:cubicBezTo>
                <a:cubicBezTo>
                  <a:pt x="130" y="8"/>
                  <a:pt x="130" y="8"/>
                  <a:pt x="131" y="8"/>
                </a:cubicBezTo>
                <a:cubicBezTo>
                  <a:pt x="131" y="8"/>
                  <a:pt x="131" y="8"/>
                  <a:pt x="131" y="8"/>
                </a:cubicBezTo>
                <a:cubicBezTo>
                  <a:pt x="131" y="8"/>
                  <a:pt x="131" y="8"/>
                  <a:pt x="131" y="9"/>
                </a:cubicBezTo>
                <a:cubicBezTo>
                  <a:pt x="131" y="9"/>
                  <a:pt x="131" y="9"/>
                  <a:pt x="131" y="9"/>
                </a:cubicBezTo>
                <a:cubicBezTo>
                  <a:pt x="131" y="9"/>
                  <a:pt x="131" y="10"/>
                  <a:pt x="131" y="10"/>
                </a:cubicBezTo>
                <a:cubicBezTo>
                  <a:pt x="130" y="10"/>
                  <a:pt x="130" y="10"/>
                  <a:pt x="129" y="10"/>
                </a:cubicBezTo>
                <a:cubicBezTo>
                  <a:pt x="128" y="10"/>
                  <a:pt x="128" y="10"/>
                  <a:pt x="127" y="10"/>
                </a:cubicBezTo>
                <a:cubicBezTo>
                  <a:pt x="127" y="10"/>
                  <a:pt x="127" y="10"/>
                  <a:pt x="127" y="10"/>
                </a:cubicBezTo>
                <a:cubicBezTo>
                  <a:pt x="127" y="10"/>
                  <a:pt x="127" y="10"/>
                  <a:pt x="127" y="10"/>
                </a:cubicBezTo>
                <a:cubicBezTo>
                  <a:pt x="127" y="10"/>
                  <a:pt x="127" y="11"/>
                  <a:pt x="127" y="11"/>
                </a:cubicBezTo>
                <a:cubicBezTo>
                  <a:pt x="127" y="11"/>
                  <a:pt x="127" y="11"/>
                  <a:pt x="128" y="11"/>
                </a:cubicBezTo>
                <a:cubicBezTo>
                  <a:pt x="128" y="11"/>
                  <a:pt x="128" y="11"/>
                  <a:pt x="128" y="11"/>
                </a:cubicBezTo>
                <a:cubicBezTo>
                  <a:pt x="128" y="10"/>
                  <a:pt x="129" y="10"/>
                  <a:pt x="129" y="10"/>
                </a:cubicBezTo>
                <a:cubicBezTo>
                  <a:pt x="129" y="10"/>
                  <a:pt x="129" y="11"/>
                  <a:pt x="129" y="11"/>
                </a:cubicBezTo>
                <a:cubicBezTo>
                  <a:pt x="129" y="11"/>
                  <a:pt x="129" y="11"/>
                  <a:pt x="129" y="11"/>
                </a:cubicBezTo>
                <a:cubicBezTo>
                  <a:pt x="129" y="11"/>
                  <a:pt x="129" y="12"/>
                  <a:pt x="129" y="12"/>
                </a:cubicBezTo>
                <a:cubicBezTo>
                  <a:pt x="129" y="12"/>
                  <a:pt x="129" y="12"/>
                  <a:pt x="128" y="12"/>
                </a:cubicBezTo>
                <a:cubicBezTo>
                  <a:pt x="128" y="12"/>
                  <a:pt x="128" y="12"/>
                  <a:pt x="127" y="12"/>
                </a:cubicBezTo>
                <a:cubicBezTo>
                  <a:pt x="127" y="12"/>
                  <a:pt x="127" y="12"/>
                  <a:pt x="127" y="12"/>
                </a:cubicBezTo>
                <a:cubicBezTo>
                  <a:pt x="127" y="12"/>
                  <a:pt x="127" y="13"/>
                  <a:pt x="127" y="13"/>
                </a:cubicBezTo>
                <a:cubicBezTo>
                  <a:pt x="127" y="13"/>
                  <a:pt x="127" y="13"/>
                  <a:pt x="127" y="13"/>
                </a:cubicBezTo>
                <a:close/>
                <a:moveTo>
                  <a:pt x="148" y="11"/>
                </a:moveTo>
                <a:cubicBezTo>
                  <a:pt x="148" y="12"/>
                  <a:pt x="148" y="13"/>
                  <a:pt x="148" y="14"/>
                </a:cubicBezTo>
                <a:cubicBezTo>
                  <a:pt x="148" y="15"/>
                  <a:pt x="148" y="15"/>
                  <a:pt x="148" y="16"/>
                </a:cubicBezTo>
                <a:cubicBezTo>
                  <a:pt x="148" y="16"/>
                  <a:pt x="148" y="16"/>
                  <a:pt x="148" y="17"/>
                </a:cubicBezTo>
                <a:cubicBezTo>
                  <a:pt x="148" y="17"/>
                  <a:pt x="148" y="17"/>
                  <a:pt x="148" y="17"/>
                </a:cubicBezTo>
                <a:cubicBezTo>
                  <a:pt x="148" y="18"/>
                  <a:pt x="148" y="18"/>
                  <a:pt x="148" y="18"/>
                </a:cubicBezTo>
                <a:cubicBezTo>
                  <a:pt x="148" y="18"/>
                  <a:pt x="147" y="18"/>
                  <a:pt x="146" y="17"/>
                </a:cubicBezTo>
                <a:cubicBezTo>
                  <a:pt x="145" y="17"/>
                  <a:pt x="144" y="16"/>
                  <a:pt x="144" y="16"/>
                </a:cubicBezTo>
                <a:cubicBezTo>
                  <a:pt x="143" y="16"/>
                  <a:pt x="143" y="15"/>
                  <a:pt x="143" y="15"/>
                </a:cubicBezTo>
                <a:cubicBezTo>
                  <a:pt x="143" y="15"/>
                  <a:pt x="143" y="15"/>
                  <a:pt x="143" y="15"/>
                </a:cubicBezTo>
                <a:cubicBezTo>
                  <a:pt x="143" y="15"/>
                  <a:pt x="143" y="15"/>
                  <a:pt x="143" y="15"/>
                </a:cubicBezTo>
                <a:cubicBezTo>
                  <a:pt x="144" y="16"/>
                  <a:pt x="145" y="16"/>
                  <a:pt x="146" y="16"/>
                </a:cubicBezTo>
                <a:cubicBezTo>
                  <a:pt x="146" y="16"/>
                  <a:pt x="147" y="16"/>
                  <a:pt x="147" y="16"/>
                </a:cubicBezTo>
                <a:cubicBezTo>
                  <a:pt x="147" y="16"/>
                  <a:pt x="147" y="15"/>
                  <a:pt x="147" y="15"/>
                </a:cubicBezTo>
                <a:cubicBezTo>
                  <a:pt x="147" y="14"/>
                  <a:pt x="147" y="14"/>
                  <a:pt x="147" y="12"/>
                </a:cubicBezTo>
                <a:cubicBezTo>
                  <a:pt x="147" y="11"/>
                  <a:pt x="146" y="9"/>
                  <a:pt x="146" y="8"/>
                </a:cubicBezTo>
                <a:lnTo>
                  <a:pt x="146" y="5"/>
                </a:lnTo>
                <a:lnTo>
                  <a:pt x="146" y="3"/>
                </a:lnTo>
                <a:cubicBezTo>
                  <a:pt x="146" y="3"/>
                  <a:pt x="147" y="3"/>
                  <a:pt x="147" y="3"/>
                </a:cubicBezTo>
                <a:cubicBezTo>
                  <a:pt x="147" y="3"/>
                  <a:pt x="147" y="3"/>
                  <a:pt x="148" y="3"/>
                </a:cubicBezTo>
                <a:cubicBezTo>
                  <a:pt x="148" y="3"/>
                  <a:pt x="148" y="3"/>
                  <a:pt x="148" y="3"/>
                </a:cubicBezTo>
                <a:cubicBezTo>
                  <a:pt x="148" y="4"/>
                  <a:pt x="148" y="4"/>
                  <a:pt x="148" y="4"/>
                </a:cubicBezTo>
                <a:cubicBezTo>
                  <a:pt x="148" y="4"/>
                  <a:pt x="148" y="5"/>
                  <a:pt x="148" y="6"/>
                </a:cubicBezTo>
                <a:cubicBezTo>
                  <a:pt x="148" y="6"/>
                  <a:pt x="148" y="6"/>
                  <a:pt x="148" y="7"/>
                </a:cubicBezTo>
                <a:cubicBezTo>
                  <a:pt x="148" y="9"/>
                  <a:pt x="148" y="9"/>
                  <a:pt x="148" y="10"/>
                </a:cubicBezTo>
                <a:lnTo>
                  <a:pt x="148" y="11"/>
                </a:lnTo>
                <a:close/>
                <a:moveTo>
                  <a:pt x="143" y="7"/>
                </a:moveTo>
                <a:cubicBezTo>
                  <a:pt x="143" y="7"/>
                  <a:pt x="143" y="7"/>
                  <a:pt x="142" y="7"/>
                </a:cubicBezTo>
                <a:cubicBezTo>
                  <a:pt x="142" y="7"/>
                  <a:pt x="142" y="7"/>
                  <a:pt x="141" y="7"/>
                </a:cubicBezTo>
                <a:cubicBezTo>
                  <a:pt x="141" y="7"/>
                  <a:pt x="141" y="7"/>
                  <a:pt x="141" y="7"/>
                </a:cubicBezTo>
                <a:cubicBezTo>
                  <a:pt x="141" y="7"/>
                  <a:pt x="141" y="7"/>
                  <a:pt x="140" y="7"/>
                </a:cubicBezTo>
                <a:cubicBezTo>
                  <a:pt x="140" y="7"/>
                  <a:pt x="140" y="6"/>
                  <a:pt x="140" y="6"/>
                </a:cubicBezTo>
                <a:cubicBezTo>
                  <a:pt x="140" y="6"/>
                  <a:pt x="140" y="7"/>
                  <a:pt x="140" y="7"/>
                </a:cubicBezTo>
                <a:cubicBezTo>
                  <a:pt x="139" y="7"/>
                  <a:pt x="139" y="7"/>
                  <a:pt x="139" y="7"/>
                </a:cubicBezTo>
                <a:cubicBezTo>
                  <a:pt x="138" y="8"/>
                  <a:pt x="138" y="8"/>
                  <a:pt x="138" y="9"/>
                </a:cubicBezTo>
                <a:cubicBezTo>
                  <a:pt x="138" y="9"/>
                  <a:pt x="137" y="9"/>
                  <a:pt x="137" y="10"/>
                </a:cubicBezTo>
                <a:cubicBezTo>
                  <a:pt x="137" y="10"/>
                  <a:pt x="138" y="10"/>
                  <a:pt x="138" y="10"/>
                </a:cubicBezTo>
                <a:cubicBezTo>
                  <a:pt x="138" y="10"/>
                  <a:pt x="138" y="10"/>
                  <a:pt x="138" y="10"/>
                </a:cubicBezTo>
                <a:cubicBezTo>
                  <a:pt x="139" y="9"/>
                  <a:pt x="140" y="9"/>
                  <a:pt x="141" y="9"/>
                </a:cubicBezTo>
                <a:cubicBezTo>
                  <a:pt x="141" y="9"/>
                  <a:pt x="141" y="9"/>
                  <a:pt x="141" y="9"/>
                </a:cubicBezTo>
                <a:cubicBezTo>
                  <a:pt x="142" y="9"/>
                  <a:pt x="142" y="9"/>
                  <a:pt x="142" y="9"/>
                </a:cubicBezTo>
                <a:cubicBezTo>
                  <a:pt x="142" y="9"/>
                  <a:pt x="142" y="9"/>
                  <a:pt x="142" y="9"/>
                </a:cubicBezTo>
                <a:cubicBezTo>
                  <a:pt x="142" y="10"/>
                  <a:pt x="142" y="10"/>
                  <a:pt x="142" y="10"/>
                </a:cubicBezTo>
                <a:cubicBezTo>
                  <a:pt x="142" y="11"/>
                  <a:pt x="141" y="11"/>
                  <a:pt x="141" y="12"/>
                </a:cubicBezTo>
                <a:cubicBezTo>
                  <a:pt x="141" y="12"/>
                  <a:pt x="141" y="13"/>
                  <a:pt x="141" y="13"/>
                </a:cubicBezTo>
                <a:cubicBezTo>
                  <a:pt x="141" y="13"/>
                  <a:pt x="140" y="13"/>
                  <a:pt x="140" y="13"/>
                </a:cubicBezTo>
                <a:cubicBezTo>
                  <a:pt x="140" y="13"/>
                  <a:pt x="139" y="13"/>
                  <a:pt x="139" y="13"/>
                </a:cubicBezTo>
                <a:cubicBezTo>
                  <a:pt x="139" y="13"/>
                  <a:pt x="139" y="13"/>
                  <a:pt x="139" y="13"/>
                </a:cubicBezTo>
                <a:cubicBezTo>
                  <a:pt x="139" y="13"/>
                  <a:pt x="139" y="13"/>
                  <a:pt x="139" y="13"/>
                </a:cubicBezTo>
                <a:cubicBezTo>
                  <a:pt x="139" y="13"/>
                  <a:pt x="139" y="13"/>
                  <a:pt x="139" y="14"/>
                </a:cubicBezTo>
                <a:cubicBezTo>
                  <a:pt x="138" y="14"/>
                  <a:pt x="138" y="14"/>
                  <a:pt x="138" y="15"/>
                </a:cubicBezTo>
                <a:cubicBezTo>
                  <a:pt x="138" y="15"/>
                  <a:pt x="138" y="15"/>
                  <a:pt x="139" y="15"/>
                </a:cubicBezTo>
                <a:cubicBezTo>
                  <a:pt x="139" y="15"/>
                  <a:pt x="139" y="15"/>
                  <a:pt x="139" y="15"/>
                </a:cubicBezTo>
                <a:cubicBezTo>
                  <a:pt x="139" y="15"/>
                  <a:pt x="140" y="15"/>
                  <a:pt x="140" y="15"/>
                </a:cubicBezTo>
                <a:cubicBezTo>
                  <a:pt x="140" y="15"/>
                  <a:pt x="140" y="15"/>
                  <a:pt x="141" y="15"/>
                </a:cubicBezTo>
                <a:cubicBezTo>
                  <a:pt x="141" y="15"/>
                  <a:pt x="141" y="14"/>
                  <a:pt x="141" y="14"/>
                </a:cubicBezTo>
                <a:cubicBezTo>
                  <a:pt x="141" y="14"/>
                  <a:pt x="141" y="13"/>
                  <a:pt x="141" y="13"/>
                </a:cubicBezTo>
                <a:cubicBezTo>
                  <a:pt x="141" y="13"/>
                  <a:pt x="141" y="14"/>
                  <a:pt x="142" y="14"/>
                </a:cubicBezTo>
                <a:cubicBezTo>
                  <a:pt x="142" y="15"/>
                  <a:pt x="142" y="15"/>
                  <a:pt x="142" y="16"/>
                </a:cubicBezTo>
                <a:cubicBezTo>
                  <a:pt x="142" y="16"/>
                  <a:pt x="142" y="16"/>
                  <a:pt x="141" y="16"/>
                </a:cubicBezTo>
                <a:cubicBezTo>
                  <a:pt x="141" y="16"/>
                  <a:pt x="141" y="16"/>
                  <a:pt x="141" y="16"/>
                </a:cubicBezTo>
                <a:cubicBezTo>
                  <a:pt x="140" y="16"/>
                  <a:pt x="140" y="16"/>
                  <a:pt x="139" y="16"/>
                </a:cubicBezTo>
                <a:cubicBezTo>
                  <a:pt x="139" y="16"/>
                  <a:pt x="138" y="16"/>
                  <a:pt x="138" y="16"/>
                </a:cubicBezTo>
                <a:cubicBezTo>
                  <a:pt x="138" y="16"/>
                  <a:pt x="137" y="15"/>
                  <a:pt x="137" y="14"/>
                </a:cubicBezTo>
                <a:cubicBezTo>
                  <a:pt x="137" y="14"/>
                  <a:pt x="138" y="13"/>
                  <a:pt x="138" y="13"/>
                </a:cubicBezTo>
                <a:cubicBezTo>
                  <a:pt x="138" y="12"/>
                  <a:pt x="138" y="12"/>
                  <a:pt x="138" y="11"/>
                </a:cubicBezTo>
                <a:cubicBezTo>
                  <a:pt x="138" y="11"/>
                  <a:pt x="138" y="11"/>
                  <a:pt x="138" y="11"/>
                </a:cubicBezTo>
                <a:cubicBezTo>
                  <a:pt x="138" y="11"/>
                  <a:pt x="139" y="11"/>
                  <a:pt x="139" y="11"/>
                </a:cubicBezTo>
                <a:cubicBezTo>
                  <a:pt x="139" y="11"/>
                  <a:pt x="139" y="11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40" y="12"/>
                  <a:pt x="140" y="12"/>
                  <a:pt x="140" y="11"/>
                </a:cubicBezTo>
                <a:cubicBezTo>
                  <a:pt x="140" y="11"/>
                  <a:pt x="140" y="11"/>
                  <a:pt x="140" y="10"/>
                </a:cubicBezTo>
                <a:cubicBezTo>
                  <a:pt x="140" y="10"/>
                  <a:pt x="140" y="10"/>
                  <a:pt x="140" y="10"/>
                </a:cubicBezTo>
                <a:cubicBezTo>
                  <a:pt x="139" y="10"/>
                  <a:pt x="139" y="10"/>
                  <a:pt x="138" y="11"/>
                </a:cubicBezTo>
                <a:cubicBezTo>
                  <a:pt x="138" y="11"/>
                  <a:pt x="138" y="11"/>
                  <a:pt x="138" y="11"/>
                </a:cubicBezTo>
                <a:cubicBezTo>
                  <a:pt x="138" y="11"/>
                  <a:pt x="138" y="11"/>
                  <a:pt x="137" y="11"/>
                </a:cubicBezTo>
                <a:cubicBezTo>
                  <a:pt x="137" y="11"/>
                  <a:pt x="137" y="11"/>
                  <a:pt x="137" y="11"/>
                </a:cubicBezTo>
                <a:cubicBezTo>
                  <a:pt x="137" y="11"/>
                  <a:pt x="137" y="11"/>
                  <a:pt x="137" y="11"/>
                </a:cubicBezTo>
                <a:cubicBezTo>
                  <a:pt x="137" y="11"/>
                  <a:pt x="137" y="11"/>
                  <a:pt x="136" y="12"/>
                </a:cubicBezTo>
                <a:cubicBezTo>
                  <a:pt x="135" y="12"/>
                  <a:pt x="135" y="12"/>
                  <a:pt x="135" y="12"/>
                </a:cubicBezTo>
                <a:cubicBezTo>
                  <a:pt x="134" y="12"/>
                  <a:pt x="134" y="12"/>
                  <a:pt x="134" y="12"/>
                </a:cubicBezTo>
                <a:cubicBezTo>
                  <a:pt x="134" y="12"/>
                  <a:pt x="133" y="12"/>
                  <a:pt x="133" y="12"/>
                </a:cubicBezTo>
                <a:cubicBezTo>
                  <a:pt x="133" y="12"/>
                  <a:pt x="134" y="12"/>
                  <a:pt x="134" y="12"/>
                </a:cubicBezTo>
                <a:cubicBezTo>
                  <a:pt x="134" y="11"/>
                  <a:pt x="135" y="11"/>
                  <a:pt x="135" y="10"/>
                </a:cubicBezTo>
                <a:cubicBezTo>
                  <a:pt x="136" y="10"/>
                  <a:pt x="136" y="9"/>
                  <a:pt x="137" y="8"/>
                </a:cubicBezTo>
                <a:cubicBezTo>
                  <a:pt x="137" y="8"/>
                  <a:pt x="138" y="7"/>
                  <a:pt x="138" y="7"/>
                </a:cubicBezTo>
                <a:cubicBezTo>
                  <a:pt x="138" y="7"/>
                  <a:pt x="138" y="6"/>
                  <a:pt x="139" y="6"/>
                </a:cubicBezTo>
                <a:cubicBezTo>
                  <a:pt x="139" y="5"/>
                  <a:pt x="140" y="4"/>
                  <a:pt x="140" y="4"/>
                </a:cubicBezTo>
                <a:cubicBezTo>
                  <a:pt x="140" y="4"/>
                  <a:pt x="140" y="4"/>
                  <a:pt x="140" y="4"/>
                </a:cubicBezTo>
                <a:cubicBezTo>
                  <a:pt x="140" y="4"/>
                  <a:pt x="141" y="3"/>
                  <a:pt x="141" y="3"/>
                </a:cubicBezTo>
                <a:cubicBezTo>
                  <a:pt x="141" y="3"/>
                  <a:pt x="141" y="4"/>
                  <a:pt x="141" y="4"/>
                </a:cubicBezTo>
                <a:cubicBezTo>
                  <a:pt x="141" y="4"/>
                  <a:pt x="141" y="4"/>
                  <a:pt x="141" y="4"/>
                </a:cubicBezTo>
                <a:cubicBezTo>
                  <a:pt x="141" y="5"/>
                  <a:pt x="141" y="5"/>
                  <a:pt x="141" y="5"/>
                </a:cubicBezTo>
                <a:cubicBezTo>
                  <a:pt x="141" y="5"/>
                  <a:pt x="141" y="5"/>
                  <a:pt x="141" y="6"/>
                </a:cubicBezTo>
                <a:cubicBezTo>
                  <a:pt x="141" y="6"/>
                  <a:pt x="141" y="6"/>
                  <a:pt x="141" y="6"/>
                </a:cubicBezTo>
                <a:cubicBezTo>
                  <a:pt x="141" y="6"/>
                  <a:pt x="141" y="6"/>
                  <a:pt x="142" y="6"/>
                </a:cubicBezTo>
                <a:cubicBezTo>
                  <a:pt x="142" y="6"/>
                  <a:pt x="143" y="6"/>
                  <a:pt x="143" y="7"/>
                </a:cubicBezTo>
                <a:close/>
                <a:moveTo>
                  <a:pt x="145" y="8"/>
                </a:moveTo>
                <a:cubicBezTo>
                  <a:pt x="145" y="8"/>
                  <a:pt x="145" y="8"/>
                  <a:pt x="145" y="8"/>
                </a:cubicBezTo>
                <a:cubicBezTo>
                  <a:pt x="145" y="8"/>
                  <a:pt x="145" y="9"/>
                  <a:pt x="145" y="9"/>
                </a:cubicBezTo>
                <a:cubicBezTo>
                  <a:pt x="145" y="9"/>
                  <a:pt x="145" y="10"/>
                  <a:pt x="145" y="10"/>
                </a:cubicBezTo>
                <a:cubicBezTo>
                  <a:pt x="145" y="11"/>
                  <a:pt x="145" y="11"/>
                  <a:pt x="144" y="11"/>
                </a:cubicBezTo>
                <a:cubicBezTo>
                  <a:pt x="144" y="11"/>
                  <a:pt x="144" y="11"/>
                  <a:pt x="144" y="11"/>
                </a:cubicBezTo>
                <a:cubicBezTo>
                  <a:pt x="144" y="11"/>
                  <a:pt x="143" y="11"/>
                  <a:pt x="143" y="10"/>
                </a:cubicBezTo>
                <a:cubicBezTo>
                  <a:pt x="143" y="9"/>
                  <a:pt x="143" y="9"/>
                  <a:pt x="143" y="9"/>
                </a:cubicBezTo>
                <a:lnTo>
                  <a:pt x="143" y="8"/>
                </a:lnTo>
                <a:cubicBezTo>
                  <a:pt x="143" y="8"/>
                  <a:pt x="143" y="8"/>
                  <a:pt x="144" y="8"/>
                </a:cubicBezTo>
                <a:cubicBezTo>
                  <a:pt x="144" y="8"/>
                  <a:pt x="144" y="8"/>
                  <a:pt x="144" y="8"/>
                </a:cubicBezTo>
                <a:cubicBezTo>
                  <a:pt x="145" y="8"/>
                  <a:pt x="145" y="8"/>
                  <a:pt x="145" y="8"/>
                </a:cubicBezTo>
                <a:cubicBezTo>
                  <a:pt x="145" y="8"/>
                  <a:pt x="145" y="8"/>
                  <a:pt x="145" y="8"/>
                </a:cubicBezTo>
                <a:close/>
                <a:moveTo>
                  <a:pt x="157" y="2"/>
                </a:moveTo>
                <a:cubicBezTo>
                  <a:pt x="157" y="2"/>
                  <a:pt x="158" y="2"/>
                  <a:pt x="158" y="2"/>
                </a:cubicBezTo>
                <a:cubicBezTo>
                  <a:pt x="158" y="2"/>
                  <a:pt x="158" y="2"/>
                  <a:pt x="158" y="3"/>
                </a:cubicBezTo>
                <a:cubicBezTo>
                  <a:pt x="158" y="3"/>
                  <a:pt x="158" y="3"/>
                  <a:pt x="158" y="3"/>
                </a:cubicBezTo>
                <a:cubicBezTo>
                  <a:pt x="158" y="3"/>
                  <a:pt x="158" y="4"/>
                  <a:pt x="158" y="4"/>
                </a:cubicBezTo>
                <a:cubicBezTo>
                  <a:pt x="158" y="4"/>
                  <a:pt x="158" y="4"/>
                  <a:pt x="158" y="4"/>
                </a:cubicBezTo>
                <a:cubicBezTo>
                  <a:pt x="158" y="4"/>
                  <a:pt x="158" y="4"/>
                  <a:pt x="158" y="4"/>
                </a:cubicBezTo>
                <a:cubicBezTo>
                  <a:pt x="158" y="4"/>
                  <a:pt x="157" y="4"/>
                  <a:pt x="157" y="4"/>
                </a:cubicBezTo>
                <a:cubicBezTo>
                  <a:pt x="157" y="4"/>
                  <a:pt x="156" y="4"/>
                  <a:pt x="156" y="3"/>
                </a:cubicBezTo>
                <a:cubicBezTo>
                  <a:pt x="156" y="3"/>
                  <a:pt x="157" y="3"/>
                  <a:pt x="157" y="2"/>
                </a:cubicBezTo>
                <a:cubicBezTo>
                  <a:pt x="157" y="2"/>
                  <a:pt x="157" y="2"/>
                  <a:pt x="157" y="2"/>
                </a:cubicBezTo>
                <a:close/>
                <a:moveTo>
                  <a:pt x="159" y="5"/>
                </a:moveTo>
                <a:cubicBezTo>
                  <a:pt x="159" y="5"/>
                  <a:pt x="159" y="6"/>
                  <a:pt x="159" y="6"/>
                </a:cubicBezTo>
                <a:cubicBezTo>
                  <a:pt x="159" y="6"/>
                  <a:pt x="159" y="6"/>
                  <a:pt x="159" y="6"/>
                </a:cubicBezTo>
                <a:cubicBezTo>
                  <a:pt x="159" y="6"/>
                  <a:pt x="158" y="6"/>
                  <a:pt x="158" y="6"/>
                </a:cubicBezTo>
                <a:cubicBezTo>
                  <a:pt x="158" y="6"/>
                  <a:pt x="158" y="6"/>
                  <a:pt x="159" y="6"/>
                </a:cubicBezTo>
                <a:cubicBezTo>
                  <a:pt x="159" y="6"/>
                  <a:pt x="159" y="7"/>
                  <a:pt x="159" y="7"/>
                </a:cubicBezTo>
                <a:cubicBezTo>
                  <a:pt x="159" y="7"/>
                  <a:pt x="159" y="7"/>
                  <a:pt x="159" y="7"/>
                </a:cubicBezTo>
                <a:cubicBezTo>
                  <a:pt x="159" y="7"/>
                  <a:pt x="159" y="7"/>
                  <a:pt x="159" y="7"/>
                </a:cubicBezTo>
                <a:cubicBezTo>
                  <a:pt x="159" y="8"/>
                  <a:pt x="159" y="8"/>
                  <a:pt x="158" y="8"/>
                </a:cubicBezTo>
                <a:cubicBezTo>
                  <a:pt x="158" y="8"/>
                  <a:pt x="158" y="8"/>
                  <a:pt x="158" y="8"/>
                </a:cubicBezTo>
                <a:cubicBezTo>
                  <a:pt x="158" y="8"/>
                  <a:pt x="158" y="8"/>
                  <a:pt x="159" y="8"/>
                </a:cubicBezTo>
                <a:cubicBezTo>
                  <a:pt x="159" y="8"/>
                  <a:pt x="159" y="8"/>
                  <a:pt x="159" y="8"/>
                </a:cubicBezTo>
                <a:cubicBezTo>
                  <a:pt x="159" y="8"/>
                  <a:pt x="159" y="8"/>
                  <a:pt x="159" y="9"/>
                </a:cubicBezTo>
                <a:cubicBezTo>
                  <a:pt x="159" y="9"/>
                  <a:pt x="159" y="9"/>
                  <a:pt x="159" y="9"/>
                </a:cubicBezTo>
                <a:cubicBezTo>
                  <a:pt x="159" y="9"/>
                  <a:pt x="158" y="9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9" y="10"/>
                  <a:pt x="159" y="10"/>
                </a:cubicBezTo>
                <a:cubicBezTo>
                  <a:pt x="159" y="10"/>
                  <a:pt x="159" y="10"/>
                  <a:pt x="159" y="10"/>
                </a:cubicBezTo>
                <a:cubicBezTo>
                  <a:pt x="159" y="11"/>
                  <a:pt x="159" y="11"/>
                  <a:pt x="159" y="11"/>
                </a:cubicBezTo>
                <a:cubicBezTo>
                  <a:pt x="159" y="11"/>
                  <a:pt x="159" y="11"/>
                  <a:pt x="159" y="11"/>
                </a:cubicBezTo>
                <a:cubicBezTo>
                  <a:pt x="159" y="11"/>
                  <a:pt x="159" y="11"/>
                  <a:pt x="158" y="11"/>
                </a:cubicBezTo>
                <a:cubicBezTo>
                  <a:pt x="158" y="11"/>
                  <a:pt x="157" y="12"/>
                  <a:pt x="157" y="12"/>
                </a:cubicBezTo>
                <a:cubicBezTo>
                  <a:pt x="157" y="12"/>
                  <a:pt x="157" y="12"/>
                  <a:pt x="157" y="12"/>
                </a:cubicBezTo>
                <a:cubicBezTo>
                  <a:pt x="157" y="12"/>
                  <a:pt x="157" y="12"/>
                  <a:pt x="158" y="12"/>
                </a:cubicBezTo>
                <a:cubicBezTo>
                  <a:pt x="158" y="12"/>
                  <a:pt x="159" y="13"/>
                  <a:pt x="159" y="13"/>
                </a:cubicBezTo>
                <a:cubicBezTo>
                  <a:pt x="159" y="13"/>
                  <a:pt x="159" y="13"/>
                  <a:pt x="158" y="13"/>
                </a:cubicBezTo>
                <a:cubicBezTo>
                  <a:pt x="158" y="13"/>
                  <a:pt x="158" y="13"/>
                  <a:pt x="158" y="13"/>
                </a:cubicBezTo>
                <a:cubicBezTo>
                  <a:pt x="158" y="13"/>
                  <a:pt x="158" y="13"/>
                  <a:pt x="158" y="13"/>
                </a:cubicBezTo>
                <a:cubicBezTo>
                  <a:pt x="158" y="13"/>
                  <a:pt x="157" y="13"/>
                  <a:pt x="157" y="13"/>
                </a:cubicBezTo>
                <a:cubicBezTo>
                  <a:pt x="157" y="13"/>
                  <a:pt x="157" y="13"/>
                  <a:pt x="157" y="13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57" y="14"/>
                  <a:pt x="157" y="15"/>
                  <a:pt x="157" y="15"/>
                </a:cubicBezTo>
                <a:cubicBezTo>
                  <a:pt x="157" y="16"/>
                  <a:pt x="157" y="16"/>
                  <a:pt x="157" y="16"/>
                </a:cubicBezTo>
                <a:cubicBezTo>
                  <a:pt x="157" y="16"/>
                  <a:pt x="156" y="16"/>
                  <a:pt x="156" y="16"/>
                </a:cubicBezTo>
                <a:cubicBezTo>
                  <a:pt x="156" y="15"/>
                  <a:pt x="155" y="15"/>
                  <a:pt x="155" y="15"/>
                </a:cubicBezTo>
                <a:cubicBezTo>
                  <a:pt x="155" y="15"/>
                  <a:pt x="154" y="15"/>
                  <a:pt x="154" y="15"/>
                </a:cubicBezTo>
                <a:cubicBezTo>
                  <a:pt x="154" y="15"/>
                  <a:pt x="154" y="15"/>
                  <a:pt x="154" y="15"/>
                </a:cubicBezTo>
                <a:cubicBezTo>
                  <a:pt x="154" y="15"/>
                  <a:pt x="154" y="15"/>
                  <a:pt x="154" y="15"/>
                </a:cubicBezTo>
                <a:cubicBezTo>
                  <a:pt x="154" y="15"/>
                  <a:pt x="154" y="16"/>
                  <a:pt x="154" y="16"/>
                </a:cubicBezTo>
                <a:cubicBezTo>
                  <a:pt x="154" y="16"/>
                  <a:pt x="153" y="15"/>
                  <a:pt x="153" y="15"/>
                </a:cubicBezTo>
                <a:cubicBezTo>
                  <a:pt x="153" y="15"/>
                  <a:pt x="153" y="15"/>
                  <a:pt x="153" y="15"/>
                </a:cubicBezTo>
                <a:cubicBezTo>
                  <a:pt x="153" y="15"/>
                  <a:pt x="153" y="15"/>
                  <a:pt x="153" y="15"/>
                </a:cubicBezTo>
                <a:cubicBezTo>
                  <a:pt x="153" y="14"/>
                  <a:pt x="153" y="14"/>
                  <a:pt x="153" y="14"/>
                </a:cubicBezTo>
                <a:cubicBezTo>
                  <a:pt x="154" y="13"/>
                  <a:pt x="154" y="13"/>
                  <a:pt x="154" y="13"/>
                </a:cubicBezTo>
                <a:cubicBezTo>
                  <a:pt x="154" y="13"/>
                  <a:pt x="154" y="13"/>
                  <a:pt x="154" y="13"/>
                </a:cubicBezTo>
                <a:cubicBezTo>
                  <a:pt x="154" y="12"/>
                  <a:pt x="154" y="12"/>
                  <a:pt x="154" y="12"/>
                </a:cubicBezTo>
                <a:cubicBezTo>
                  <a:pt x="154" y="12"/>
                  <a:pt x="154" y="12"/>
                  <a:pt x="153" y="13"/>
                </a:cubicBezTo>
                <a:cubicBezTo>
                  <a:pt x="153" y="13"/>
                  <a:pt x="153" y="13"/>
                  <a:pt x="153" y="13"/>
                </a:cubicBezTo>
                <a:cubicBezTo>
                  <a:pt x="152" y="13"/>
                  <a:pt x="152" y="13"/>
                  <a:pt x="152" y="13"/>
                </a:cubicBezTo>
                <a:cubicBezTo>
                  <a:pt x="152" y="13"/>
                  <a:pt x="152" y="13"/>
                  <a:pt x="152" y="13"/>
                </a:cubicBezTo>
                <a:cubicBezTo>
                  <a:pt x="152" y="12"/>
                  <a:pt x="152" y="12"/>
                  <a:pt x="152" y="12"/>
                </a:cubicBezTo>
                <a:cubicBezTo>
                  <a:pt x="152" y="12"/>
                  <a:pt x="152" y="12"/>
                  <a:pt x="152" y="12"/>
                </a:cubicBezTo>
                <a:cubicBezTo>
                  <a:pt x="153" y="12"/>
                  <a:pt x="154" y="11"/>
                  <a:pt x="155" y="11"/>
                </a:cubicBezTo>
                <a:cubicBezTo>
                  <a:pt x="155" y="11"/>
                  <a:pt x="155" y="11"/>
                  <a:pt x="156" y="11"/>
                </a:cubicBezTo>
                <a:cubicBezTo>
                  <a:pt x="156" y="11"/>
                  <a:pt x="156" y="11"/>
                  <a:pt x="156" y="11"/>
                </a:cubicBezTo>
                <a:cubicBezTo>
                  <a:pt x="156" y="10"/>
                  <a:pt x="156" y="10"/>
                  <a:pt x="156" y="10"/>
                </a:cubicBezTo>
                <a:cubicBezTo>
                  <a:pt x="156" y="10"/>
                  <a:pt x="155" y="10"/>
                  <a:pt x="155" y="10"/>
                </a:cubicBezTo>
                <a:cubicBezTo>
                  <a:pt x="155" y="10"/>
                  <a:pt x="154" y="10"/>
                  <a:pt x="154" y="10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4" y="11"/>
                  <a:pt x="154" y="10"/>
                  <a:pt x="154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154" y="10"/>
                  <a:pt x="154" y="10"/>
                  <a:pt x="154" y="9"/>
                </a:cubicBezTo>
                <a:cubicBezTo>
                  <a:pt x="154" y="9"/>
                  <a:pt x="154" y="9"/>
                  <a:pt x="154" y="9"/>
                </a:cubicBezTo>
                <a:cubicBezTo>
                  <a:pt x="155" y="9"/>
                  <a:pt x="155" y="9"/>
                  <a:pt x="156" y="9"/>
                </a:cubicBezTo>
                <a:cubicBezTo>
                  <a:pt x="156" y="9"/>
                  <a:pt x="157" y="8"/>
                  <a:pt x="157" y="8"/>
                </a:cubicBezTo>
                <a:cubicBezTo>
                  <a:pt x="157" y="8"/>
                  <a:pt x="157" y="8"/>
                  <a:pt x="157" y="8"/>
                </a:cubicBezTo>
                <a:cubicBezTo>
                  <a:pt x="157" y="8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6" y="7"/>
                  <a:pt x="156" y="7"/>
                  <a:pt x="156" y="7"/>
                </a:cubicBezTo>
                <a:cubicBezTo>
                  <a:pt x="156" y="7"/>
                  <a:pt x="156" y="8"/>
                  <a:pt x="156" y="8"/>
                </a:cubicBezTo>
                <a:cubicBezTo>
                  <a:pt x="156" y="8"/>
                  <a:pt x="156" y="8"/>
                  <a:pt x="155" y="9"/>
                </a:cubicBezTo>
                <a:cubicBezTo>
                  <a:pt x="155" y="9"/>
                  <a:pt x="155" y="9"/>
                  <a:pt x="155" y="9"/>
                </a:cubicBezTo>
                <a:cubicBezTo>
                  <a:pt x="155" y="9"/>
                  <a:pt x="155" y="9"/>
                  <a:pt x="155" y="9"/>
                </a:cubicBezTo>
                <a:cubicBezTo>
                  <a:pt x="155" y="8"/>
                  <a:pt x="155" y="8"/>
                  <a:pt x="155" y="8"/>
                </a:cubicBezTo>
                <a:cubicBezTo>
                  <a:pt x="155" y="8"/>
                  <a:pt x="155" y="8"/>
                  <a:pt x="155" y="8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4" y="7"/>
                </a:cubicBezTo>
                <a:cubicBezTo>
                  <a:pt x="154" y="7"/>
                  <a:pt x="154" y="7"/>
                  <a:pt x="154" y="7"/>
                </a:cubicBezTo>
                <a:cubicBezTo>
                  <a:pt x="154" y="7"/>
                  <a:pt x="154" y="7"/>
                  <a:pt x="154" y="7"/>
                </a:cubicBezTo>
                <a:cubicBezTo>
                  <a:pt x="154" y="6"/>
                  <a:pt x="154" y="6"/>
                  <a:pt x="154" y="6"/>
                </a:cubicBezTo>
                <a:cubicBezTo>
                  <a:pt x="154" y="6"/>
                  <a:pt x="154" y="6"/>
                  <a:pt x="154" y="6"/>
                </a:cubicBezTo>
                <a:cubicBezTo>
                  <a:pt x="154" y="6"/>
                  <a:pt x="155" y="6"/>
                  <a:pt x="156" y="6"/>
                </a:cubicBezTo>
                <a:cubicBezTo>
                  <a:pt x="157" y="5"/>
                  <a:pt x="158" y="5"/>
                  <a:pt x="159" y="5"/>
                </a:cubicBezTo>
                <a:cubicBezTo>
                  <a:pt x="159" y="5"/>
                  <a:pt x="159" y="5"/>
                  <a:pt x="159" y="5"/>
                </a:cubicBezTo>
                <a:cubicBezTo>
                  <a:pt x="159" y="5"/>
                  <a:pt x="159" y="5"/>
                  <a:pt x="159" y="5"/>
                </a:cubicBezTo>
                <a:close/>
                <a:moveTo>
                  <a:pt x="166" y="8"/>
                </a:moveTo>
                <a:cubicBezTo>
                  <a:pt x="166" y="8"/>
                  <a:pt x="166" y="8"/>
                  <a:pt x="166" y="8"/>
                </a:cubicBezTo>
                <a:cubicBezTo>
                  <a:pt x="166" y="8"/>
                  <a:pt x="166" y="8"/>
                  <a:pt x="166" y="9"/>
                </a:cubicBezTo>
                <a:cubicBezTo>
                  <a:pt x="167" y="9"/>
                  <a:pt x="167" y="9"/>
                  <a:pt x="167" y="9"/>
                </a:cubicBezTo>
                <a:cubicBezTo>
                  <a:pt x="167" y="9"/>
                  <a:pt x="167" y="9"/>
                  <a:pt x="167" y="10"/>
                </a:cubicBezTo>
                <a:cubicBezTo>
                  <a:pt x="167" y="10"/>
                  <a:pt x="167" y="10"/>
                  <a:pt x="167" y="10"/>
                </a:cubicBezTo>
                <a:cubicBezTo>
                  <a:pt x="167" y="10"/>
                  <a:pt x="166" y="10"/>
                  <a:pt x="166" y="10"/>
                </a:cubicBezTo>
                <a:cubicBezTo>
                  <a:pt x="166" y="10"/>
                  <a:pt x="166" y="10"/>
                  <a:pt x="165" y="10"/>
                </a:cubicBezTo>
                <a:cubicBezTo>
                  <a:pt x="165" y="10"/>
                  <a:pt x="164" y="10"/>
                  <a:pt x="164" y="10"/>
                </a:cubicBezTo>
                <a:cubicBezTo>
                  <a:pt x="164" y="10"/>
                  <a:pt x="164" y="10"/>
                  <a:pt x="164" y="11"/>
                </a:cubicBezTo>
                <a:cubicBezTo>
                  <a:pt x="164" y="12"/>
                  <a:pt x="164" y="12"/>
                  <a:pt x="164" y="13"/>
                </a:cubicBezTo>
                <a:cubicBezTo>
                  <a:pt x="164" y="13"/>
                  <a:pt x="164" y="13"/>
                  <a:pt x="164" y="14"/>
                </a:cubicBezTo>
                <a:cubicBezTo>
                  <a:pt x="164" y="14"/>
                  <a:pt x="164" y="14"/>
                  <a:pt x="164" y="15"/>
                </a:cubicBezTo>
                <a:cubicBezTo>
                  <a:pt x="164" y="15"/>
                  <a:pt x="164" y="15"/>
                  <a:pt x="164" y="16"/>
                </a:cubicBezTo>
                <a:cubicBezTo>
                  <a:pt x="164" y="16"/>
                  <a:pt x="164" y="16"/>
                  <a:pt x="164" y="16"/>
                </a:cubicBezTo>
                <a:cubicBezTo>
                  <a:pt x="164" y="17"/>
                  <a:pt x="164" y="17"/>
                  <a:pt x="164" y="17"/>
                </a:cubicBezTo>
                <a:cubicBezTo>
                  <a:pt x="164" y="17"/>
                  <a:pt x="164" y="18"/>
                  <a:pt x="164" y="18"/>
                </a:cubicBezTo>
                <a:cubicBezTo>
                  <a:pt x="164" y="18"/>
                  <a:pt x="164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lnTo>
                  <a:pt x="163" y="17"/>
                </a:lnTo>
                <a:cubicBezTo>
                  <a:pt x="163" y="17"/>
                  <a:pt x="163" y="15"/>
                  <a:pt x="163" y="14"/>
                </a:cubicBezTo>
                <a:cubicBezTo>
                  <a:pt x="163" y="12"/>
                  <a:pt x="163" y="11"/>
                  <a:pt x="163" y="11"/>
                </a:cubicBezTo>
                <a:cubicBezTo>
                  <a:pt x="163" y="11"/>
                  <a:pt x="162" y="10"/>
                  <a:pt x="162" y="10"/>
                </a:cubicBezTo>
                <a:cubicBezTo>
                  <a:pt x="162" y="10"/>
                  <a:pt x="162" y="10"/>
                  <a:pt x="162" y="10"/>
                </a:cubicBezTo>
                <a:cubicBezTo>
                  <a:pt x="162" y="10"/>
                  <a:pt x="162" y="10"/>
                  <a:pt x="162" y="10"/>
                </a:cubicBezTo>
                <a:cubicBezTo>
                  <a:pt x="161" y="10"/>
                  <a:pt x="161" y="10"/>
                  <a:pt x="161" y="11"/>
                </a:cubicBezTo>
                <a:cubicBezTo>
                  <a:pt x="161" y="11"/>
                  <a:pt x="161" y="11"/>
                  <a:pt x="161" y="11"/>
                </a:cubicBezTo>
                <a:cubicBezTo>
                  <a:pt x="161" y="11"/>
                  <a:pt x="161" y="11"/>
                  <a:pt x="161" y="11"/>
                </a:cubicBezTo>
                <a:cubicBezTo>
                  <a:pt x="160" y="12"/>
                  <a:pt x="160" y="12"/>
                  <a:pt x="160" y="12"/>
                </a:cubicBezTo>
                <a:lnTo>
                  <a:pt x="160" y="13"/>
                </a:lnTo>
                <a:cubicBezTo>
                  <a:pt x="160" y="13"/>
                  <a:pt x="160" y="13"/>
                  <a:pt x="160" y="14"/>
                </a:cubicBezTo>
                <a:cubicBezTo>
                  <a:pt x="160" y="14"/>
                  <a:pt x="159" y="14"/>
                  <a:pt x="159" y="15"/>
                </a:cubicBezTo>
                <a:cubicBezTo>
                  <a:pt x="159" y="15"/>
                  <a:pt x="158" y="15"/>
                  <a:pt x="158" y="15"/>
                </a:cubicBezTo>
                <a:cubicBezTo>
                  <a:pt x="158" y="15"/>
                  <a:pt x="158" y="15"/>
                  <a:pt x="158" y="15"/>
                </a:cubicBezTo>
                <a:cubicBezTo>
                  <a:pt x="158" y="15"/>
                  <a:pt x="158" y="14"/>
                  <a:pt x="159" y="14"/>
                </a:cubicBezTo>
                <a:cubicBezTo>
                  <a:pt x="159" y="13"/>
                  <a:pt x="159" y="12"/>
                  <a:pt x="160" y="12"/>
                </a:cubicBezTo>
                <a:cubicBezTo>
                  <a:pt x="160" y="11"/>
                  <a:pt x="160" y="11"/>
                  <a:pt x="160" y="10"/>
                </a:cubicBezTo>
                <a:cubicBezTo>
                  <a:pt x="160" y="9"/>
                  <a:pt x="160" y="8"/>
                  <a:pt x="160" y="8"/>
                </a:cubicBezTo>
                <a:lnTo>
                  <a:pt x="160" y="7"/>
                </a:lnTo>
                <a:cubicBezTo>
                  <a:pt x="160" y="7"/>
                  <a:pt x="160" y="6"/>
                  <a:pt x="160" y="6"/>
                </a:cubicBezTo>
                <a:cubicBezTo>
                  <a:pt x="160" y="6"/>
                  <a:pt x="160" y="6"/>
                  <a:pt x="161" y="6"/>
                </a:cubicBezTo>
                <a:cubicBezTo>
                  <a:pt x="161" y="6"/>
                  <a:pt x="162" y="6"/>
                  <a:pt x="162" y="6"/>
                </a:cubicBezTo>
                <a:cubicBezTo>
                  <a:pt x="163" y="5"/>
                  <a:pt x="164" y="5"/>
                  <a:pt x="164" y="5"/>
                </a:cubicBezTo>
                <a:cubicBezTo>
                  <a:pt x="164" y="5"/>
                  <a:pt x="165" y="5"/>
                  <a:pt x="165" y="5"/>
                </a:cubicBezTo>
                <a:cubicBezTo>
                  <a:pt x="165" y="6"/>
                  <a:pt x="165" y="6"/>
                  <a:pt x="165" y="6"/>
                </a:cubicBezTo>
                <a:cubicBezTo>
                  <a:pt x="165" y="6"/>
                  <a:pt x="165" y="6"/>
                  <a:pt x="165" y="6"/>
                </a:cubicBezTo>
                <a:cubicBezTo>
                  <a:pt x="165" y="7"/>
                  <a:pt x="164" y="7"/>
                  <a:pt x="164" y="7"/>
                </a:cubicBezTo>
                <a:cubicBezTo>
                  <a:pt x="164" y="7"/>
                  <a:pt x="164" y="7"/>
                  <a:pt x="164" y="7"/>
                </a:cubicBezTo>
                <a:cubicBezTo>
                  <a:pt x="163" y="7"/>
                  <a:pt x="163" y="7"/>
                  <a:pt x="163" y="7"/>
                </a:cubicBezTo>
                <a:cubicBezTo>
                  <a:pt x="162" y="7"/>
                  <a:pt x="162" y="7"/>
                  <a:pt x="161" y="8"/>
                </a:cubicBezTo>
                <a:cubicBezTo>
                  <a:pt x="161" y="8"/>
                  <a:pt x="161" y="9"/>
                  <a:pt x="161" y="9"/>
                </a:cubicBezTo>
                <a:cubicBezTo>
                  <a:pt x="161" y="9"/>
                  <a:pt x="161" y="9"/>
                  <a:pt x="161" y="9"/>
                </a:cubicBezTo>
                <a:cubicBezTo>
                  <a:pt x="161" y="9"/>
                  <a:pt x="162" y="9"/>
                  <a:pt x="163" y="9"/>
                </a:cubicBezTo>
                <a:cubicBezTo>
                  <a:pt x="163" y="8"/>
                  <a:pt x="164" y="8"/>
                  <a:pt x="165" y="8"/>
                </a:cubicBezTo>
                <a:cubicBezTo>
                  <a:pt x="165" y="8"/>
                  <a:pt x="165" y="8"/>
                  <a:pt x="166" y="8"/>
                </a:cubicBezTo>
                <a:close/>
              </a:path>
              <a:path w="192" h="20">
                <a:moveTo>
                  <a:pt x="28" y="11"/>
                </a:moveTo>
                <a:cubicBezTo>
                  <a:pt x="28" y="11"/>
                  <a:pt x="28" y="11"/>
                  <a:pt x="28" y="11"/>
                </a:cubicBezTo>
                <a:cubicBezTo>
                  <a:pt x="28" y="11"/>
                  <a:pt x="29" y="10"/>
                  <a:pt x="30" y="10"/>
                </a:cubicBezTo>
                <a:cubicBezTo>
                  <a:pt x="30" y="10"/>
                  <a:pt x="30" y="10"/>
                  <a:pt x="30" y="10"/>
                </a:cubicBezTo>
                <a:cubicBezTo>
                  <a:pt x="30" y="10"/>
                  <a:pt x="30" y="9"/>
                  <a:pt x="30" y="9"/>
                </a:cubicBezTo>
                <a:lnTo>
                  <a:pt x="30" y="7"/>
                </a:lnTo>
                <a:cubicBezTo>
                  <a:pt x="30" y="6"/>
                  <a:pt x="30" y="6"/>
                  <a:pt x="30" y="6"/>
                </a:cubicBezTo>
                <a:cubicBezTo>
                  <a:pt x="29" y="6"/>
                  <a:pt x="29" y="6"/>
                  <a:pt x="29" y="6"/>
                </a:cubicBezTo>
                <a:cubicBezTo>
                  <a:pt x="29" y="6"/>
                  <a:pt x="29" y="6"/>
                  <a:pt x="29" y="6"/>
                </a:cubicBezTo>
                <a:cubicBezTo>
                  <a:pt x="28" y="6"/>
                  <a:pt x="28" y="6"/>
                  <a:pt x="28" y="6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8"/>
                  <a:pt x="29" y="8"/>
                  <a:pt x="29" y="8"/>
                </a:cubicBezTo>
                <a:cubicBezTo>
                  <a:pt x="29" y="8"/>
                  <a:pt x="29" y="8"/>
                  <a:pt x="29" y="9"/>
                </a:cubicBezTo>
                <a:cubicBezTo>
                  <a:pt x="29" y="9"/>
                  <a:pt x="29" y="9"/>
                  <a:pt x="29" y="9"/>
                </a:cubicBezTo>
                <a:cubicBezTo>
                  <a:pt x="29" y="9"/>
                  <a:pt x="28" y="9"/>
                  <a:pt x="28" y="9"/>
                </a:cubicBezTo>
                <a:cubicBezTo>
                  <a:pt x="28" y="9"/>
                  <a:pt x="28" y="9"/>
                  <a:pt x="28" y="10"/>
                </a:cubicBezTo>
                <a:cubicBezTo>
                  <a:pt x="28" y="10"/>
                  <a:pt x="28" y="10"/>
                  <a:pt x="28" y="10"/>
                </a:cubicBezTo>
                <a:cubicBezTo>
                  <a:pt x="28" y="10"/>
                  <a:pt x="28" y="11"/>
                  <a:pt x="28" y="11"/>
                </a:cubicBezTo>
                <a:cubicBezTo>
                  <a:pt x="28" y="11"/>
                  <a:pt x="28" y="11"/>
                  <a:pt x="28" y="11"/>
                </a:cubicBezTo>
                <a:close/>
              </a:path>
              <a:path w="192" h="20">
                <a:moveTo>
                  <a:pt x="53" y="8"/>
                </a:moveTo>
                <a:cubicBezTo>
                  <a:pt x="53" y="7"/>
                  <a:pt x="53" y="7"/>
                  <a:pt x="52" y="7"/>
                </a:cubicBezTo>
                <a:cubicBezTo>
                  <a:pt x="52" y="7"/>
                  <a:pt x="52" y="7"/>
                  <a:pt x="52" y="7"/>
                </a:cubicBezTo>
                <a:cubicBezTo>
                  <a:pt x="52" y="7"/>
                  <a:pt x="52" y="7"/>
                  <a:pt x="52" y="7"/>
                </a:cubicBezTo>
                <a:cubicBezTo>
                  <a:pt x="52" y="7"/>
                  <a:pt x="52" y="7"/>
                  <a:pt x="52" y="8"/>
                </a:cubicBezTo>
                <a:cubicBezTo>
                  <a:pt x="51" y="8"/>
                  <a:pt x="51" y="9"/>
                  <a:pt x="51" y="9"/>
                </a:cubicBezTo>
                <a:cubicBezTo>
                  <a:pt x="51" y="9"/>
                  <a:pt x="52" y="9"/>
                  <a:pt x="52" y="9"/>
                </a:cubicBezTo>
                <a:cubicBezTo>
                  <a:pt x="52" y="9"/>
                  <a:pt x="52" y="9"/>
                  <a:pt x="52" y="9"/>
                </a:cubicBezTo>
                <a:cubicBezTo>
                  <a:pt x="53" y="8"/>
                  <a:pt x="53" y="8"/>
                  <a:pt x="53" y="8"/>
                </a:cubicBezTo>
                <a:close/>
              </a:path>
              <a:path w="192" h="20">
                <a:moveTo>
                  <a:pt x="50" y="8"/>
                </a:moveTo>
                <a:cubicBezTo>
                  <a:pt x="50" y="8"/>
                  <a:pt x="50" y="8"/>
                  <a:pt x="50" y="7"/>
                </a:cubicBezTo>
                <a:cubicBezTo>
                  <a:pt x="50" y="7"/>
                  <a:pt x="50" y="7"/>
                  <a:pt x="50" y="7"/>
                </a:cubicBezTo>
                <a:cubicBezTo>
                  <a:pt x="50" y="7"/>
                  <a:pt x="50" y="7"/>
                  <a:pt x="50" y="7"/>
                </a:cubicBezTo>
                <a:cubicBezTo>
                  <a:pt x="50" y="7"/>
                  <a:pt x="50" y="8"/>
                  <a:pt x="50" y="8"/>
                </a:cubicBezTo>
                <a:cubicBezTo>
                  <a:pt x="50" y="8"/>
                  <a:pt x="50" y="8"/>
                  <a:pt x="50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0" y="8"/>
                  <a:pt x="50" y="8"/>
                  <a:pt x="50" y="8"/>
                </a:cubicBezTo>
                <a:close/>
              </a:path>
              <a:path w="192" h="20">
                <a:moveTo>
                  <a:pt x="49" y="9"/>
                </a:moveTo>
                <a:cubicBezTo>
                  <a:pt x="49" y="9"/>
                  <a:pt x="49" y="9"/>
                  <a:pt x="49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9"/>
                  <a:pt x="48" y="9"/>
                  <a:pt x="48" y="9"/>
                </a:cubicBezTo>
                <a:cubicBezTo>
                  <a:pt x="48" y="9"/>
                  <a:pt x="48" y="9"/>
                  <a:pt x="48" y="9"/>
                </a:cubicBezTo>
                <a:cubicBezTo>
                  <a:pt x="49" y="9"/>
                  <a:pt x="49" y="9"/>
                  <a:pt x="49" y="9"/>
                </a:cubicBezTo>
                <a:close/>
              </a:path>
              <a:path w="192" h="20">
                <a:moveTo>
                  <a:pt x="51" y="13"/>
                </a:moveTo>
                <a:cubicBezTo>
                  <a:pt x="51" y="13"/>
                  <a:pt x="51" y="13"/>
                  <a:pt x="51" y="13"/>
                </a:cubicBezTo>
                <a:cubicBezTo>
                  <a:pt x="51" y="13"/>
                  <a:pt x="52" y="13"/>
                  <a:pt x="52" y="13"/>
                </a:cubicBezTo>
                <a:cubicBezTo>
                  <a:pt x="52" y="13"/>
                  <a:pt x="52" y="12"/>
                  <a:pt x="52" y="12"/>
                </a:cubicBezTo>
                <a:cubicBezTo>
                  <a:pt x="52" y="12"/>
                  <a:pt x="52" y="12"/>
                  <a:pt x="51" y="12"/>
                </a:cubicBezTo>
                <a:cubicBezTo>
                  <a:pt x="51" y="12"/>
                  <a:pt x="51" y="12"/>
                  <a:pt x="51" y="12"/>
                </a:cubicBezTo>
                <a:cubicBezTo>
                  <a:pt x="51" y="12"/>
                  <a:pt x="51" y="12"/>
                  <a:pt x="50" y="12"/>
                </a:cubicBezTo>
                <a:cubicBezTo>
                  <a:pt x="50" y="12"/>
                  <a:pt x="50" y="12"/>
                  <a:pt x="50" y="12"/>
                </a:cubicBezTo>
                <a:cubicBezTo>
                  <a:pt x="50" y="12"/>
                  <a:pt x="50" y="12"/>
                  <a:pt x="50" y="13"/>
                </a:cubicBezTo>
                <a:cubicBezTo>
                  <a:pt x="50" y="13"/>
                  <a:pt x="50" y="13"/>
                  <a:pt x="51" y="13"/>
                </a:cubicBezTo>
                <a:close/>
              </a:path>
              <a:path w="192" h="20">
                <a:moveTo>
                  <a:pt x="51" y="15"/>
                </a:moveTo>
                <a:cubicBezTo>
                  <a:pt x="52" y="15"/>
                  <a:pt x="52" y="15"/>
                  <a:pt x="52" y="15"/>
                </a:cubicBezTo>
                <a:cubicBezTo>
                  <a:pt x="53" y="15"/>
                  <a:pt x="53" y="15"/>
                  <a:pt x="53" y="14"/>
                </a:cubicBezTo>
                <a:cubicBezTo>
                  <a:pt x="53" y="14"/>
                  <a:pt x="53" y="14"/>
                  <a:pt x="53" y="13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13"/>
                  <a:pt x="51" y="14"/>
                  <a:pt x="51" y="14"/>
                </a:cubicBezTo>
                <a:cubicBezTo>
                  <a:pt x="51" y="14"/>
                  <a:pt x="51" y="14"/>
                  <a:pt x="51" y="14"/>
                </a:cubicBezTo>
                <a:lnTo>
                  <a:pt x="50" y="14"/>
                </a:lnTo>
                <a:cubicBezTo>
                  <a:pt x="50" y="14"/>
                  <a:pt x="50" y="14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3"/>
                </a:cubicBezTo>
                <a:cubicBezTo>
                  <a:pt x="49" y="13"/>
                  <a:pt x="49" y="13"/>
                  <a:pt x="49" y="13"/>
                </a:cubicBezTo>
                <a:cubicBezTo>
                  <a:pt x="49" y="14"/>
                  <a:pt x="49" y="14"/>
                  <a:pt x="49" y="15"/>
                </a:cubicBezTo>
                <a:cubicBezTo>
                  <a:pt x="50" y="15"/>
                  <a:pt x="50" y="15"/>
                  <a:pt x="51" y="15"/>
                </a:cubicBezTo>
                <a:close/>
              </a:path>
              <a:path w="192" h="20">
                <a:moveTo>
                  <a:pt x="68" y="8"/>
                </a:moveTo>
                <a:cubicBezTo>
                  <a:pt x="68" y="8"/>
                  <a:pt x="69" y="8"/>
                  <a:pt x="69" y="8"/>
                </a:cubicBezTo>
                <a:cubicBezTo>
                  <a:pt x="69" y="8"/>
                  <a:pt x="69" y="7"/>
                  <a:pt x="69" y="7"/>
                </a:cubicBezTo>
                <a:cubicBezTo>
                  <a:pt x="69" y="7"/>
                  <a:pt x="69" y="6"/>
                  <a:pt x="69" y="6"/>
                </a:cubicBezTo>
                <a:cubicBezTo>
                  <a:pt x="69" y="6"/>
                  <a:pt x="69" y="5"/>
                  <a:pt x="69" y="5"/>
                </a:cubicBezTo>
                <a:cubicBezTo>
                  <a:pt x="68" y="5"/>
                  <a:pt x="68" y="5"/>
                  <a:pt x="68" y="5"/>
                </a:cubicBezTo>
                <a:cubicBezTo>
                  <a:pt x="68" y="5"/>
                  <a:pt x="67" y="5"/>
                  <a:pt x="67" y="5"/>
                </a:cubicBezTo>
                <a:cubicBezTo>
                  <a:pt x="67" y="5"/>
                  <a:pt x="67" y="5"/>
                  <a:pt x="66" y="5"/>
                </a:cubicBezTo>
                <a:cubicBezTo>
                  <a:pt x="66" y="6"/>
                  <a:pt x="66" y="6"/>
                  <a:pt x="65" y="6"/>
                </a:cubicBezTo>
                <a:cubicBezTo>
                  <a:pt x="65" y="6"/>
                  <a:pt x="65" y="6"/>
                  <a:pt x="65" y="6"/>
                </a:cubicBezTo>
                <a:cubicBezTo>
                  <a:pt x="65" y="6"/>
                  <a:pt x="65" y="6"/>
                  <a:pt x="65" y="6"/>
                </a:cubicBezTo>
                <a:cubicBezTo>
                  <a:pt x="65" y="7"/>
                  <a:pt x="65" y="7"/>
                  <a:pt x="65" y="8"/>
                </a:cubicBezTo>
                <a:cubicBezTo>
                  <a:pt x="65" y="8"/>
                  <a:pt x="65" y="8"/>
                  <a:pt x="65" y="8"/>
                </a:cubicBezTo>
                <a:cubicBezTo>
                  <a:pt x="66" y="8"/>
                  <a:pt x="66" y="8"/>
                  <a:pt x="66" y="8"/>
                </a:cubicBezTo>
                <a:cubicBezTo>
                  <a:pt x="67" y="7"/>
                  <a:pt x="68" y="7"/>
                  <a:pt x="68" y="7"/>
                </a:cubicBezTo>
                <a:cubicBezTo>
                  <a:pt x="68" y="7"/>
                  <a:pt x="68" y="7"/>
                  <a:pt x="68" y="8"/>
                </a:cubicBezTo>
                <a:cubicBezTo>
                  <a:pt x="68" y="8"/>
                  <a:pt x="68" y="8"/>
                  <a:pt x="68" y="8"/>
                </a:cubicBezTo>
                <a:close/>
                <a:moveTo>
                  <a:pt x="68" y="6"/>
                </a:moveTo>
                <a:cubicBezTo>
                  <a:pt x="68" y="6"/>
                  <a:pt x="68" y="6"/>
                  <a:pt x="68" y="6"/>
                </a:cubicBezTo>
                <a:cubicBezTo>
                  <a:pt x="68" y="7"/>
                  <a:pt x="68" y="7"/>
                  <a:pt x="67" y="7"/>
                </a:cubicBezTo>
                <a:cubicBezTo>
                  <a:pt x="67" y="7"/>
                  <a:pt x="66" y="7"/>
                  <a:pt x="66" y="7"/>
                </a:cubicBezTo>
                <a:cubicBezTo>
                  <a:pt x="66" y="7"/>
                  <a:pt x="66" y="7"/>
                  <a:pt x="66" y="7"/>
                </a:cubicBezTo>
                <a:cubicBezTo>
                  <a:pt x="65" y="7"/>
                  <a:pt x="65" y="7"/>
                  <a:pt x="65" y="6"/>
                </a:cubicBezTo>
                <a:cubicBezTo>
                  <a:pt x="65" y="6"/>
                  <a:pt x="66" y="6"/>
                  <a:pt x="66" y="6"/>
                </a:cubicBezTo>
                <a:cubicBezTo>
                  <a:pt x="66" y="6"/>
                  <a:pt x="67" y="6"/>
                  <a:pt x="67" y="6"/>
                </a:cubicBezTo>
                <a:cubicBezTo>
                  <a:pt x="67" y="6"/>
                  <a:pt x="67" y="6"/>
                  <a:pt x="68" y="6"/>
                </a:cubicBezTo>
                <a:close/>
              </a:path>
              <a:path w="192" h="20">
                <a:moveTo>
                  <a:pt x="127" y="7"/>
                </a:moveTo>
                <a:cubicBezTo>
                  <a:pt x="127" y="7"/>
                  <a:pt x="127" y="7"/>
                  <a:pt x="127" y="7"/>
                </a:cubicBezTo>
                <a:cubicBezTo>
                  <a:pt x="127" y="7"/>
                  <a:pt x="127" y="7"/>
                  <a:pt x="127" y="6"/>
                </a:cubicBezTo>
                <a:cubicBezTo>
                  <a:pt x="127" y="6"/>
                  <a:pt x="127" y="5"/>
                  <a:pt x="127" y="5"/>
                </a:cubicBezTo>
                <a:cubicBezTo>
                  <a:pt x="127" y="4"/>
                  <a:pt x="127" y="4"/>
                  <a:pt x="127" y="3"/>
                </a:cubicBezTo>
                <a:cubicBezTo>
                  <a:pt x="127" y="3"/>
                  <a:pt x="127" y="3"/>
                  <a:pt x="127" y="3"/>
                </a:cubicBezTo>
                <a:cubicBezTo>
                  <a:pt x="127" y="3"/>
                  <a:pt x="127" y="3"/>
                  <a:pt x="127" y="3"/>
                </a:cubicBezTo>
                <a:cubicBezTo>
                  <a:pt x="127" y="3"/>
                  <a:pt x="126" y="3"/>
                  <a:pt x="126" y="3"/>
                </a:cubicBezTo>
                <a:cubicBezTo>
                  <a:pt x="125" y="3"/>
                  <a:pt x="125" y="3"/>
                  <a:pt x="125" y="4"/>
                </a:cubicBezTo>
                <a:cubicBezTo>
                  <a:pt x="125" y="4"/>
                  <a:pt x="125" y="4"/>
                  <a:pt x="125" y="4"/>
                </a:cubicBezTo>
                <a:cubicBezTo>
                  <a:pt x="125" y="4"/>
                  <a:pt x="125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5"/>
                  <a:pt x="126" y="5"/>
                  <a:pt x="126" y="5"/>
                </a:cubicBezTo>
                <a:cubicBezTo>
                  <a:pt x="125" y="5"/>
                  <a:pt x="125" y="5"/>
                  <a:pt x="125" y="5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6" y="6"/>
                </a:cubicBezTo>
                <a:cubicBezTo>
                  <a:pt x="126" y="6"/>
                  <a:pt x="126" y="6"/>
                  <a:pt x="126" y="6"/>
                </a:cubicBezTo>
                <a:cubicBezTo>
                  <a:pt x="126" y="6"/>
                  <a:pt x="126" y="6"/>
                  <a:pt x="126" y="6"/>
                </a:cubicBezTo>
                <a:cubicBezTo>
                  <a:pt x="126" y="6"/>
                  <a:pt x="126" y="6"/>
                  <a:pt x="127" y="7"/>
                </a:cubicBezTo>
                <a:cubicBezTo>
                  <a:pt x="127" y="7"/>
                  <a:pt x="127" y="7"/>
                  <a:pt x="127" y="7"/>
                </a:cubicBezTo>
                <a:close/>
              </a:path>
              <a:path w="192" h="20">
                <a:moveTo>
                  <a:pt x="125" y="13"/>
                </a:moveTo>
                <a:cubicBezTo>
                  <a:pt x="125" y="13"/>
                  <a:pt x="125" y="13"/>
                  <a:pt x="125" y="13"/>
                </a:cubicBezTo>
                <a:cubicBezTo>
                  <a:pt x="125" y="13"/>
                  <a:pt x="125" y="12"/>
                  <a:pt x="125" y="12"/>
                </a:cubicBezTo>
                <a:cubicBezTo>
                  <a:pt x="126" y="12"/>
                  <a:pt x="126" y="11"/>
                  <a:pt x="126" y="11"/>
                </a:cubicBezTo>
                <a:cubicBezTo>
                  <a:pt x="126" y="11"/>
                  <a:pt x="125" y="11"/>
                  <a:pt x="125" y="10"/>
                </a:cubicBezTo>
                <a:cubicBezTo>
                  <a:pt x="125" y="10"/>
                  <a:pt x="125" y="10"/>
                  <a:pt x="125" y="10"/>
                </a:cubicBezTo>
                <a:cubicBezTo>
                  <a:pt x="125" y="10"/>
                  <a:pt x="125" y="10"/>
                  <a:pt x="125" y="10"/>
                </a:cubicBezTo>
                <a:cubicBezTo>
                  <a:pt x="124" y="10"/>
                  <a:pt x="124" y="10"/>
                  <a:pt x="124" y="11"/>
                </a:cubicBezTo>
                <a:cubicBezTo>
                  <a:pt x="124" y="11"/>
                  <a:pt x="124" y="11"/>
                  <a:pt x="124" y="11"/>
                </a:cubicBezTo>
                <a:cubicBezTo>
                  <a:pt x="124" y="12"/>
                  <a:pt x="124" y="12"/>
                  <a:pt x="124" y="12"/>
                </a:cubicBezTo>
                <a:cubicBezTo>
                  <a:pt x="125" y="12"/>
                  <a:pt x="125" y="12"/>
                  <a:pt x="125" y="12"/>
                </a:cubicBezTo>
                <a:cubicBezTo>
                  <a:pt x="125" y="13"/>
                  <a:pt x="125" y="13"/>
                  <a:pt x="125" y="13"/>
                </a:cubicBezTo>
                <a:close/>
              </a:path>
              <a:path w="192" h="20">
                <a:moveTo>
                  <a:pt x="156" y="13"/>
                </a:moveTo>
                <a:cubicBezTo>
                  <a:pt x="156" y="13"/>
                  <a:pt x="156" y="12"/>
                  <a:pt x="156" y="12"/>
                </a:cubicBezTo>
                <a:cubicBezTo>
                  <a:pt x="156" y="12"/>
                  <a:pt x="156" y="12"/>
                  <a:pt x="156" y="12"/>
                </a:cubicBezTo>
                <a:cubicBezTo>
                  <a:pt x="156" y="12"/>
                  <a:pt x="156" y="12"/>
                  <a:pt x="156" y="12"/>
                </a:cubicBezTo>
                <a:cubicBezTo>
                  <a:pt x="156" y="12"/>
                  <a:pt x="156" y="12"/>
                  <a:pt x="155" y="12"/>
                </a:cubicBezTo>
                <a:cubicBezTo>
                  <a:pt x="155" y="12"/>
                  <a:pt x="155" y="12"/>
                  <a:pt x="155" y="12"/>
                </a:cubicBezTo>
                <a:cubicBezTo>
                  <a:pt x="155" y="12"/>
                  <a:pt x="155" y="12"/>
                  <a:pt x="155" y="13"/>
                </a:cubicBezTo>
                <a:cubicBezTo>
                  <a:pt x="155" y="13"/>
                  <a:pt x="155" y="13"/>
                  <a:pt x="155" y="13"/>
                </a:cubicBezTo>
                <a:cubicBezTo>
                  <a:pt x="155" y="14"/>
                  <a:pt x="155" y="14"/>
                  <a:pt x="155" y="14"/>
                </a:cubicBezTo>
                <a:cubicBezTo>
                  <a:pt x="155" y="14"/>
                  <a:pt x="155" y="14"/>
                  <a:pt x="155" y="14"/>
                </a:cubicBezTo>
                <a:cubicBezTo>
                  <a:pt x="155" y="14"/>
                  <a:pt x="155" y="14"/>
                  <a:pt x="156" y="14"/>
                </a:cubicBezTo>
                <a:cubicBezTo>
                  <a:pt x="156" y="14"/>
                  <a:pt x="156" y="14"/>
                  <a:pt x="156" y="14"/>
                </a:cubicBezTo>
                <a:cubicBezTo>
                  <a:pt x="156" y="14"/>
                  <a:pt x="156" y="14"/>
                  <a:pt x="156" y="14"/>
                </a:cubicBezTo>
                <a:cubicBezTo>
                  <a:pt x="156" y="13"/>
                  <a:pt x="156" y="13"/>
                  <a:pt x="156" y="13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5" name="Rectangle 13"/>
          <p:cNvSpPr>
            <a:spLocks noGrp="1"/>
          </p:cNvSpPr>
          <p:nvPr/>
        </p:nvSpPr>
        <p:spPr>
          <a:xfrm>
            <a:off x="9971521" y="260515"/>
            <a:ext cx="182870" cy="6350"/>
          </a:xfrm>
          <a:prstGeom prst="rect">
            <a:avLst/>
          </a:prstGeom>
          <a:solidFill>
            <a:srgbClr val="005A9F"/>
          </a:solidFill>
          <a:ln>
            <a:noFill/>
          </a:ln>
        </p:spPr>
      </p:sp>
      <p:sp>
        <p:nvSpPr>
          <p:cNvPr id="16" name="Freeform 14"/>
          <p:cNvSpPr>
            <a:spLocks noGrp="1"/>
          </p:cNvSpPr>
          <p:nvPr/>
        </p:nvSpPr>
        <p:spPr>
          <a:xfrm>
            <a:off x="9881355" y="177969"/>
            <a:ext cx="358121" cy="91435"/>
          </a:xfrm>
          <a:custGeom>
            <a:avLst/>
            <a:gdLst/>
            <a:ahLst/>
            <a:cxnLst/>
            <a:rect l="l" t="t" r="r" b="b"/>
            <a:pathLst>
              <a:path w="232" h="59">
                <a:moveTo>
                  <a:pt x="7" y="34"/>
                </a:moveTo>
                <a:lnTo>
                  <a:pt x="2" y="31"/>
                </a:lnTo>
                <a:lnTo>
                  <a:pt x="1" y="31"/>
                </a:lnTo>
                <a:lnTo>
                  <a:pt x="1" y="30"/>
                </a:lnTo>
                <a:lnTo>
                  <a:pt x="2" y="30"/>
                </a:lnTo>
                <a:lnTo>
                  <a:pt x="3" y="30"/>
                </a:lnTo>
                <a:lnTo>
                  <a:pt x="3" y="29"/>
                </a:lnTo>
                <a:lnTo>
                  <a:pt x="4" y="29"/>
                </a:lnTo>
                <a:lnTo>
                  <a:pt x="5" y="30"/>
                </a:lnTo>
                <a:lnTo>
                  <a:pt x="6" y="30"/>
                </a:lnTo>
                <a:lnTo>
                  <a:pt x="7" y="31"/>
                </a:lnTo>
                <a:lnTo>
                  <a:pt x="7" y="32"/>
                </a:lnTo>
                <a:lnTo>
                  <a:pt x="8" y="34"/>
                </a:lnTo>
                <a:lnTo>
                  <a:pt x="9" y="33"/>
                </a:lnTo>
                <a:lnTo>
                  <a:pt x="9" y="28"/>
                </a:lnTo>
                <a:lnTo>
                  <a:pt x="9" y="27"/>
                </a:lnTo>
                <a:lnTo>
                  <a:pt x="9" y="26"/>
                </a:lnTo>
                <a:lnTo>
                  <a:pt x="10" y="26"/>
                </a:lnTo>
                <a:lnTo>
                  <a:pt x="11" y="26"/>
                </a:lnTo>
                <a:lnTo>
                  <a:pt x="12" y="26"/>
                </a:lnTo>
                <a:lnTo>
                  <a:pt x="13" y="26"/>
                </a:lnTo>
                <a:lnTo>
                  <a:pt x="14" y="27"/>
                </a:lnTo>
                <a:lnTo>
                  <a:pt x="14" y="28"/>
                </a:lnTo>
                <a:lnTo>
                  <a:pt x="15" y="28"/>
                </a:lnTo>
                <a:lnTo>
                  <a:pt x="15" y="29"/>
                </a:lnTo>
                <a:lnTo>
                  <a:pt x="14" y="29"/>
                </a:lnTo>
                <a:lnTo>
                  <a:pt x="12" y="32"/>
                </a:lnTo>
                <a:lnTo>
                  <a:pt x="12" y="33"/>
                </a:lnTo>
                <a:lnTo>
                  <a:pt x="11" y="33"/>
                </a:lnTo>
                <a:lnTo>
                  <a:pt x="11" y="34"/>
                </a:lnTo>
                <a:lnTo>
                  <a:pt x="11" y="35"/>
                </a:lnTo>
                <a:lnTo>
                  <a:pt x="11" y="37"/>
                </a:lnTo>
                <a:lnTo>
                  <a:pt x="13" y="37"/>
                </a:lnTo>
                <a:lnTo>
                  <a:pt x="14" y="36"/>
                </a:lnTo>
                <a:lnTo>
                  <a:pt x="14" y="35"/>
                </a:lnTo>
                <a:lnTo>
                  <a:pt x="14" y="34"/>
                </a:lnTo>
                <a:lnTo>
                  <a:pt x="14" y="33"/>
                </a:lnTo>
                <a:lnTo>
                  <a:pt x="13" y="33"/>
                </a:lnTo>
                <a:lnTo>
                  <a:pt x="13" y="32"/>
                </a:lnTo>
                <a:lnTo>
                  <a:pt x="14" y="32"/>
                </a:lnTo>
                <a:lnTo>
                  <a:pt x="16" y="32"/>
                </a:lnTo>
                <a:lnTo>
                  <a:pt x="17" y="32"/>
                </a:lnTo>
                <a:lnTo>
                  <a:pt x="18" y="32"/>
                </a:lnTo>
                <a:lnTo>
                  <a:pt x="18" y="33"/>
                </a:lnTo>
                <a:lnTo>
                  <a:pt x="18" y="34"/>
                </a:lnTo>
                <a:lnTo>
                  <a:pt x="17" y="34"/>
                </a:lnTo>
                <a:lnTo>
                  <a:pt x="17" y="35"/>
                </a:lnTo>
                <a:lnTo>
                  <a:pt x="17" y="36"/>
                </a:lnTo>
                <a:lnTo>
                  <a:pt x="16" y="36"/>
                </a:lnTo>
                <a:lnTo>
                  <a:pt x="16" y="38"/>
                </a:lnTo>
                <a:lnTo>
                  <a:pt x="17" y="38"/>
                </a:lnTo>
                <a:lnTo>
                  <a:pt x="19" y="35"/>
                </a:lnTo>
                <a:lnTo>
                  <a:pt x="19" y="34"/>
                </a:lnTo>
                <a:lnTo>
                  <a:pt x="20" y="34"/>
                </a:lnTo>
                <a:lnTo>
                  <a:pt x="21" y="34"/>
                </a:lnTo>
                <a:lnTo>
                  <a:pt x="22" y="34"/>
                </a:lnTo>
                <a:lnTo>
                  <a:pt x="22" y="35"/>
                </a:lnTo>
                <a:lnTo>
                  <a:pt x="23" y="35"/>
                </a:lnTo>
                <a:lnTo>
                  <a:pt x="23" y="36"/>
                </a:lnTo>
                <a:lnTo>
                  <a:pt x="22" y="36"/>
                </a:lnTo>
                <a:lnTo>
                  <a:pt x="19" y="42"/>
                </a:lnTo>
                <a:lnTo>
                  <a:pt x="18" y="42"/>
                </a:lnTo>
                <a:lnTo>
                  <a:pt x="18" y="43"/>
                </a:lnTo>
                <a:lnTo>
                  <a:pt x="19" y="43"/>
                </a:lnTo>
                <a:lnTo>
                  <a:pt x="20" y="43"/>
                </a:lnTo>
                <a:lnTo>
                  <a:pt x="22" y="43"/>
                </a:lnTo>
                <a:lnTo>
                  <a:pt x="23" y="43"/>
                </a:lnTo>
                <a:lnTo>
                  <a:pt x="23" y="44"/>
                </a:lnTo>
                <a:lnTo>
                  <a:pt x="20" y="48"/>
                </a:lnTo>
                <a:lnTo>
                  <a:pt x="24" y="54"/>
                </a:lnTo>
                <a:lnTo>
                  <a:pt x="24" y="56"/>
                </a:lnTo>
                <a:lnTo>
                  <a:pt x="25" y="57"/>
                </a:lnTo>
                <a:lnTo>
                  <a:pt x="25" y="58"/>
                </a:lnTo>
                <a:lnTo>
                  <a:pt x="25" y="59"/>
                </a:lnTo>
                <a:lnTo>
                  <a:pt x="24" y="59"/>
                </a:lnTo>
                <a:lnTo>
                  <a:pt x="23" y="59"/>
                </a:lnTo>
                <a:lnTo>
                  <a:pt x="22" y="59"/>
                </a:lnTo>
                <a:lnTo>
                  <a:pt x="22" y="58"/>
                </a:lnTo>
                <a:lnTo>
                  <a:pt x="17" y="51"/>
                </a:lnTo>
                <a:lnTo>
                  <a:pt x="13" y="57"/>
                </a:lnTo>
                <a:lnTo>
                  <a:pt x="12" y="58"/>
                </a:lnTo>
                <a:lnTo>
                  <a:pt x="11" y="58"/>
                </a:lnTo>
                <a:lnTo>
                  <a:pt x="10" y="58"/>
                </a:lnTo>
                <a:lnTo>
                  <a:pt x="10" y="57"/>
                </a:lnTo>
                <a:lnTo>
                  <a:pt x="12" y="52"/>
                </a:lnTo>
                <a:lnTo>
                  <a:pt x="14" y="47"/>
                </a:lnTo>
                <a:lnTo>
                  <a:pt x="14" y="46"/>
                </a:lnTo>
                <a:lnTo>
                  <a:pt x="13" y="46"/>
                </a:lnTo>
                <a:lnTo>
                  <a:pt x="8" y="53"/>
                </a:lnTo>
                <a:lnTo>
                  <a:pt x="7" y="54"/>
                </a:lnTo>
                <a:lnTo>
                  <a:pt x="7" y="55"/>
                </a:lnTo>
                <a:lnTo>
                  <a:pt x="6" y="55"/>
                </a:lnTo>
                <a:lnTo>
                  <a:pt x="5" y="56"/>
                </a:lnTo>
                <a:lnTo>
                  <a:pt x="3" y="56"/>
                </a:lnTo>
                <a:lnTo>
                  <a:pt x="2" y="55"/>
                </a:lnTo>
                <a:lnTo>
                  <a:pt x="12" y="44"/>
                </a:lnTo>
                <a:lnTo>
                  <a:pt x="11" y="42"/>
                </a:lnTo>
                <a:lnTo>
                  <a:pt x="11" y="43"/>
                </a:lnTo>
                <a:lnTo>
                  <a:pt x="10" y="43"/>
                </a:lnTo>
                <a:lnTo>
                  <a:pt x="10" y="44"/>
                </a:lnTo>
                <a:lnTo>
                  <a:pt x="10" y="45"/>
                </a:lnTo>
                <a:lnTo>
                  <a:pt x="10" y="46"/>
                </a:lnTo>
                <a:lnTo>
                  <a:pt x="9" y="47"/>
                </a:lnTo>
                <a:lnTo>
                  <a:pt x="5" y="46"/>
                </a:lnTo>
                <a:lnTo>
                  <a:pt x="5" y="45"/>
                </a:lnTo>
                <a:lnTo>
                  <a:pt x="5" y="44"/>
                </a:lnTo>
                <a:lnTo>
                  <a:pt x="3" y="43"/>
                </a:lnTo>
                <a:lnTo>
                  <a:pt x="3" y="42"/>
                </a:lnTo>
                <a:lnTo>
                  <a:pt x="4" y="42"/>
                </a:lnTo>
                <a:lnTo>
                  <a:pt x="7" y="42"/>
                </a:lnTo>
                <a:lnTo>
                  <a:pt x="8" y="42"/>
                </a:lnTo>
                <a:lnTo>
                  <a:pt x="8" y="41"/>
                </a:lnTo>
                <a:lnTo>
                  <a:pt x="9" y="41"/>
                </a:lnTo>
                <a:lnTo>
                  <a:pt x="10" y="41"/>
                </a:lnTo>
                <a:lnTo>
                  <a:pt x="10" y="40"/>
                </a:lnTo>
                <a:lnTo>
                  <a:pt x="8" y="39"/>
                </a:lnTo>
                <a:lnTo>
                  <a:pt x="8" y="38"/>
                </a:lnTo>
                <a:lnTo>
                  <a:pt x="8" y="37"/>
                </a:lnTo>
                <a:lnTo>
                  <a:pt x="9" y="37"/>
                </a:lnTo>
                <a:lnTo>
                  <a:pt x="10" y="37"/>
                </a:lnTo>
                <a:lnTo>
                  <a:pt x="10" y="36"/>
                </a:lnTo>
                <a:lnTo>
                  <a:pt x="10" y="35"/>
                </a:lnTo>
                <a:lnTo>
                  <a:pt x="9" y="35"/>
                </a:lnTo>
                <a:lnTo>
                  <a:pt x="5" y="39"/>
                </a:lnTo>
                <a:lnTo>
                  <a:pt x="4" y="40"/>
                </a:lnTo>
                <a:lnTo>
                  <a:pt x="3" y="40"/>
                </a:lnTo>
                <a:lnTo>
                  <a:pt x="2" y="40"/>
                </a:lnTo>
                <a:lnTo>
                  <a:pt x="1" y="40"/>
                </a:lnTo>
                <a:lnTo>
                  <a:pt x="0" y="40"/>
                </a:lnTo>
                <a:lnTo>
                  <a:pt x="0" y="39"/>
                </a:lnTo>
                <a:lnTo>
                  <a:pt x="1" y="38"/>
                </a:lnTo>
                <a:lnTo>
                  <a:pt x="7" y="34"/>
                </a:lnTo>
                <a:close/>
                <a:moveTo>
                  <a:pt x="17" y="45"/>
                </a:moveTo>
                <a:lnTo>
                  <a:pt x="17" y="45"/>
                </a:lnTo>
                <a:lnTo>
                  <a:pt x="18" y="45"/>
                </a:lnTo>
                <a:lnTo>
                  <a:pt x="18" y="46"/>
                </a:lnTo>
                <a:lnTo>
                  <a:pt x="19" y="46"/>
                </a:lnTo>
                <a:lnTo>
                  <a:pt x="19" y="45"/>
                </a:lnTo>
                <a:lnTo>
                  <a:pt x="18" y="44"/>
                </a:lnTo>
                <a:lnTo>
                  <a:pt x="17" y="44"/>
                </a:lnTo>
                <a:lnTo>
                  <a:pt x="17" y="45"/>
                </a:lnTo>
                <a:close/>
                <a:moveTo>
                  <a:pt x="16" y="42"/>
                </a:moveTo>
                <a:lnTo>
                  <a:pt x="18" y="39"/>
                </a:lnTo>
                <a:lnTo>
                  <a:pt x="19" y="39"/>
                </a:lnTo>
                <a:lnTo>
                  <a:pt x="17" y="42"/>
                </a:lnTo>
                <a:lnTo>
                  <a:pt x="17" y="43"/>
                </a:lnTo>
                <a:lnTo>
                  <a:pt x="16" y="43"/>
                </a:lnTo>
                <a:lnTo>
                  <a:pt x="16" y="42"/>
                </a:lnTo>
                <a:close/>
                <a:moveTo>
                  <a:pt x="13" y="38"/>
                </a:moveTo>
                <a:lnTo>
                  <a:pt x="15" y="41"/>
                </a:lnTo>
                <a:lnTo>
                  <a:pt x="15" y="40"/>
                </a:lnTo>
                <a:lnTo>
                  <a:pt x="16" y="40"/>
                </a:lnTo>
                <a:lnTo>
                  <a:pt x="16" y="39"/>
                </a:lnTo>
                <a:lnTo>
                  <a:pt x="15" y="39"/>
                </a:lnTo>
                <a:lnTo>
                  <a:pt x="15" y="38"/>
                </a:lnTo>
                <a:lnTo>
                  <a:pt x="15" y="37"/>
                </a:lnTo>
                <a:lnTo>
                  <a:pt x="14" y="37"/>
                </a:lnTo>
                <a:lnTo>
                  <a:pt x="13" y="38"/>
                </a:lnTo>
                <a:close/>
                <a:moveTo>
                  <a:pt x="11" y="29"/>
                </a:moveTo>
                <a:lnTo>
                  <a:pt x="11" y="29"/>
                </a:lnTo>
                <a:lnTo>
                  <a:pt x="11" y="28"/>
                </a:lnTo>
                <a:lnTo>
                  <a:pt x="12" y="28"/>
                </a:lnTo>
                <a:lnTo>
                  <a:pt x="12" y="29"/>
                </a:lnTo>
                <a:lnTo>
                  <a:pt x="12" y="30"/>
                </a:lnTo>
                <a:lnTo>
                  <a:pt x="12" y="31"/>
                </a:lnTo>
                <a:lnTo>
                  <a:pt x="11" y="31"/>
                </a:lnTo>
                <a:lnTo>
                  <a:pt x="11" y="30"/>
                </a:lnTo>
                <a:lnTo>
                  <a:pt x="11" y="29"/>
                </a:lnTo>
                <a:close/>
                <a:moveTo>
                  <a:pt x="15" y="48"/>
                </a:moveTo>
                <a:lnTo>
                  <a:pt x="16" y="49"/>
                </a:lnTo>
                <a:lnTo>
                  <a:pt x="13" y="53"/>
                </a:lnTo>
                <a:lnTo>
                  <a:pt x="12" y="53"/>
                </a:lnTo>
                <a:lnTo>
                  <a:pt x="15" y="48"/>
                </a:lnTo>
                <a:close/>
              </a:path>
              <a:path w="232" h="59">
                <a:moveTo>
                  <a:pt x="204" y="57"/>
                </a:moveTo>
                <a:cubicBezTo>
                  <a:pt x="202" y="54"/>
                  <a:pt x="202" y="53"/>
                  <a:pt x="201" y="52"/>
                </a:cubicBezTo>
                <a:cubicBezTo>
                  <a:pt x="201" y="52"/>
                  <a:pt x="201" y="52"/>
                  <a:pt x="201" y="52"/>
                </a:cubicBezTo>
                <a:cubicBezTo>
                  <a:pt x="203" y="53"/>
                  <a:pt x="204" y="54"/>
                  <a:pt x="206" y="52"/>
                </a:cubicBezTo>
                <a:cubicBezTo>
                  <a:pt x="208" y="50"/>
                  <a:pt x="209" y="48"/>
                  <a:pt x="210" y="46"/>
                </a:cubicBezTo>
                <a:cubicBezTo>
                  <a:pt x="210" y="45"/>
                  <a:pt x="210" y="45"/>
                  <a:pt x="210" y="45"/>
                </a:cubicBezTo>
                <a:cubicBezTo>
                  <a:pt x="207" y="45"/>
                  <a:pt x="204" y="46"/>
                  <a:pt x="200" y="46"/>
                </a:cubicBezTo>
                <a:cubicBezTo>
                  <a:pt x="199" y="45"/>
                  <a:pt x="198" y="43"/>
                  <a:pt x="198" y="42"/>
                </a:cubicBezTo>
                <a:cubicBezTo>
                  <a:pt x="198" y="42"/>
                  <a:pt x="198" y="42"/>
                  <a:pt x="198" y="42"/>
                </a:cubicBezTo>
                <a:cubicBezTo>
                  <a:pt x="203" y="42"/>
                  <a:pt x="208" y="44"/>
                  <a:pt x="213" y="43"/>
                </a:cubicBezTo>
                <a:cubicBezTo>
                  <a:pt x="214" y="43"/>
                  <a:pt x="217" y="41"/>
                  <a:pt x="216" y="41"/>
                </a:cubicBezTo>
                <a:cubicBezTo>
                  <a:pt x="215" y="39"/>
                  <a:pt x="210" y="41"/>
                  <a:pt x="209" y="38"/>
                </a:cubicBezTo>
                <a:cubicBezTo>
                  <a:pt x="209" y="38"/>
                  <a:pt x="209" y="38"/>
                  <a:pt x="209" y="38"/>
                </a:cubicBezTo>
                <a:cubicBezTo>
                  <a:pt x="213" y="38"/>
                  <a:pt x="216" y="39"/>
                  <a:pt x="219" y="39"/>
                </a:cubicBezTo>
                <a:cubicBezTo>
                  <a:pt x="221" y="38"/>
                  <a:pt x="223" y="37"/>
                  <a:pt x="224" y="37"/>
                </a:cubicBezTo>
                <a:cubicBezTo>
                  <a:pt x="225" y="36"/>
                  <a:pt x="225" y="36"/>
                  <a:pt x="226" y="35"/>
                </a:cubicBezTo>
                <a:cubicBezTo>
                  <a:pt x="225" y="34"/>
                  <a:pt x="222" y="33"/>
                  <a:pt x="222" y="34"/>
                </a:cubicBezTo>
                <a:cubicBezTo>
                  <a:pt x="221" y="36"/>
                  <a:pt x="221" y="38"/>
                  <a:pt x="218" y="38"/>
                </a:cubicBezTo>
                <a:cubicBezTo>
                  <a:pt x="216" y="38"/>
                  <a:pt x="216" y="37"/>
                  <a:pt x="215" y="36"/>
                </a:cubicBezTo>
                <a:cubicBezTo>
                  <a:pt x="215" y="33"/>
                  <a:pt x="217" y="33"/>
                  <a:pt x="218" y="32"/>
                </a:cubicBezTo>
                <a:cubicBezTo>
                  <a:pt x="217" y="31"/>
                  <a:pt x="216" y="32"/>
                  <a:pt x="215" y="32"/>
                </a:cubicBezTo>
                <a:cubicBezTo>
                  <a:pt x="215" y="33"/>
                  <a:pt x="215" y="33"/>
                  <a:pt x="214" y="34"/>
                </a:cubicBezTo>
                <a:cubicBezTo>
                  <a:pt x="214" y="35"/>
                  <a:pt x="214" y="36"/>
                  <a:pt x="213" y="36"/>
                </a:cubicBezTo>
                <a:cubicBezTo>
                  <a:pt x="212" y="36"/>
                  <a:pt x="212" y="34"/>
                  <a:pt x="212" y="34"/>
                </a:cubicBezTo>
                <a:cubicBezTo>
                  <a:pt x="211" y="34"/>
                  <a:pt x="211" y="35"/>
                  <a:pt x="210" y="36"/>
                </a:cubicBezTo>
                <a:cubicBezTo>
                  <a:pt x="209" y="36"/>
                  <a:pt x="209" y="36"/>
                  <a:pt x="209" y="35"/>
                </a:cubicBezTo>
                <a:cubicBezTo>
                  <a:pt x="210" y="33"/>
                  <a:pt x="210" y="29"/>
                  <a:pt x="211" y="27"/>
                </a:cubicBezTo>
                <a:cubicBezTo>
                  <a:pt x="212" y="27"/>
                  <a:pt x="211" y="29"/>
                  <a:pt x="212" y="30"/>
                </a:cubicBezTo>
                <a:cubicBezTo>
                  <a:pt x="212" y="30"/>
                  <a:pt x="213" y="30"/>
                  <a:pt x="213" y="30"/>
                </a:cubicBezTo>
                <a:cubicBezTo>
                  <a:pt x="213" y="28"/>
                  <a:pt x="213" y="26"/>
                  <a:pt x="213" y="24"/>
                </a:cubicBezTo>
                <a:cubicBezTo>
                  <a:pt x="213" y="24"/>
                  <a:pt x="213" y="24"/>
                  <a:pt x="213" y="24"/>
                </a:cubicBezTo>
                <a:cubicBezTo>
                  <a:pt x="214" y="23"/>
                  <a:pt x="215" y="26"/>
                  <a:pt x="215" y="27"/>
                </a:cubicBezTo>
                <a:cubicBezTo>
                  <a:pt x="215" y="28"/>
                  <a:pt x="215" y="29"/>
                  <a:pt x="215" y="30"/>
                </a:cubicBezTo>
                <a:cubicBezTo>
                  <a:pt x="216" y="31"/>
                  <a:pt x="217" y="31"/>
                  <a:pt x="218" y="30"/>
                </a:cubicBezTo>
                <a:cubicBezTo>
                  <a:pt x="218" y="29"/>
                  <a:pt x="217" y="28"/>
                  <a:pt x="218" y="27"/>
                </a:cubicBezTo>
                <a:cubicBezTo>
                  <a:pt x="219" y="27"/>
                  <a:pt x="219" y="29"/>
                  <a:pt x="221" y="29"/>
                </a:cubicBezTo>
                <a:cubicBezTo>
                  <a:pt x="221" y="28"/>
                  <a:pt x="222" y="28"/>
                  <a:pt x="223" y="27"/>
                </a:cubicBezTo>
                <a:cubicBezTo>
                  <a:pt x="224" y="28"/>
                  <a:pt x="225" y="30"/>
                  <a:pt x="224" y="31"/>
                </a:cubicBezTo>
                <a:cubicBezTo>
                  <a:pt x="224" y="31"/>
                  <a:pt x="223" y="31"/>
                  <a:pt x="223" y="32"/>
                </a:cubicBezTo>
                <a:cubicBezTo>
                  <a:pt x="224" y="32"/>
                  <a:pt x="228" y="33"/>
                  <a:pt x="229" y="33"/>
                </a:cubicBezTo>
                <a:cubicBezTo>
                  <a:pt x="230" y="33"/>
                  <a:pt x="232" y="37"/>
                  <a:pt x="230" y="39"/>
                </a:cubicBezTo>
                <a:cubicBezTo>
                  <a:pt x="229" y="39"/>
                  <a:pt x="226" y="39"/>
                  <a:pt x="225" y="39"/>
                </a:cubicBezTo>
                <a:cubicBezTo>
                  <a:pt x="223" y="39"/>
                  <a:pt x="223" y="39"/>
                  <a:pt x="222" y="39"/>
                </a:cubicBezTo>
                <a:cubicBezTo>
                  <a:pt x="221" y="40"/>
                  <a:pt x="221" y="40"/>
                  <a:pt x="222" y="42"/>
                </a:cubicBezTo>
                <a:cubicBezTo>
                  <a:pt x="221" y="44"/>
                  <a:pt x="218" y="42"/>
                  <a:pt x="217" y="44"/>
                </a:cubicBezTo>
                <a:cubicBezTo>
                  <a:pt x="218" y="45"/>
                  <a:pt x="220" y="46"/>
                  <a:pt x="219" y="48"/>
                </a:cubicBezTo>
                <a:cubicBezTo>
                  <a:pt x="218" y="49"/>
                  <a:pt x="215" y="49"/>
                  <a:pt x="214" y="48"/>
                </a:cubicBezTo>
                <a:cubicBezTo>
                  <a:pt x="215" y="46"/>
                  <a:pt x="215" y="46"/>
                  <a:pt x="215" y="46"/>
                </a:cubicBezTo>
                <a:cubicBezTo>
                  <a:pt x="215" y="46"/>
                  <a:pt x="215" y="46"/>
                  <a:pt x="214" y="46"/>
                </a:cubicBezTo>
                <a:cubicBezTo>
                  <a:pt x="212" y="46"/>
                  <a:pt x="210" y="51"/>
                  <a:pt x="209" y="53"/>
                </a:cubicBezTo>
                <a:cubicBezTo>
                  <a:pt x="208" y="54"/>
                  <a:pt x="207" y="58"/>
                  <a:pt x="204" y="57"/>
                </a:cubicBezTo>
                <a:close/>
                <a:moveTo>
                  <a:pt x="218" y="36"/>
                </a:moveTo>
                <a:cubicBezTo>
                  <a:pt x="218" y="35"/>
                  <a:pt x="218" y="35"/>
                  <a:pt x="218" y="35"/>
                </a:cubicBezTo>
                <a:cubicBezTo>
                  <a:pt x="218" y="35"/>
                  <a:pt x="219" y="34"/>
                  <a:pt x="219" y="34"/>
                </a:cubicBezTo>
                <a:cubicBezTo>
                  <a:pt x="219" y="35"/>
                  <a:pt x="219" y="35"/>
                  <a:pt x="218" y="36"/>
                </a:cubicBezTo>
                <a:cubicBezTo>
                  <a:pt x="218" y="36"/>
                  <a:pt x="218" y="36"/>
                  <a:pt x="218" y="36"/>
                </a:cubicBezTo>
                <a:close/>
              </a:path>
              <a:path w="232" h="59">
                <a:moveTo>
                  <a:pt x="177" y="37"/>
                </a:moveTo>
                <a:cubicBezTo>
                  <a:pt x="176" y="36"/>
                  <a:pt x="176" y="36"/>
                  <a:pt x="176" y="35"/>
                </a:cubicBezTo>
                <a:cubicBezTo>
                  <a:pt x="177" y="33"/>
                  <a:pt x="177" y="28"/>
                  <a:pt x="178" y="27"/>
                </a:cubicBezTo>
                <a:cubicBezTo>
                  <a:pt x="179" y="27"/>
                  <a:pt x="179" y="27"/>
                  <a:pt x="179" y="27"/>
                </a:cubicBezTo>
                <a:cubicBezTo>
                  <a:pt x="179" y="27"/>
                  <a:pt x="179" y="27"/>
                  <a:pt x="179" y="28"/>
                </a:cubicBezTo>
                <a:cubicBezTo>
                  <a:pt x="179" y="32"/>
                  <a:pt x="180" y="35"/>
                  <a:pt x="183" y="38"/>
                </a:cubicBezTo>
                <a:cubicBezTo>
                  <a:pt x="183" y="38"/>
                  <a:pt x="183" y="38"/>
                  <a:pt x="183" y="38"/>
                </a:cubicBezTo>
                <a:cubicBezTo>
                  <a:pt x="183" y="39"/>
                  <a:pt x="178" y="37"/>
                  <a:pt x="177" y="37"/>
                </a:cubicBezTo>
                <a:close/>
              </a:path>
              <a:path w="232" h="59">
                <a:moveTo>
                  <a:pt x="163" y="29"/>
                </a:moveTo>
                <a:cubicBezTo>
                  <a:pt x="163" y="28"/>
                  <a:pt x="163" y="28"/>
                  <a:pt x="162" y="28"/>
                </a:cubicBezTo>
                <a:cubicBezTo>
                  <a:pt x="162" y="27"/>
                  <a:pt x="162" y="27"/>
                  <a:pt x="162" y="27"/>
                </a:cubicBezTo>
                <a:cubicBezTo>
                  <a:pt x="164" y="28"/>
                  <a:pt x="165" y="28"/>
                  <a:pt x="166" y="28"/>
                </a:cubicBezTo>
                <a:cubicBezTo>
                  <a:pt x="169" y="28"/>
                  <a:pt x="171" y="27"/>
                  <a:pt x="173" y="26"/>
                </a:cubicBezTo>
                <a:cubicBezTo>
                  <a:pt x="172" y="25"/>
                  <a:pt x="170" y="25"/>
                  <a:pt x="169" y="26"/>
                </a:cubicBezTo>
                <a:cubicBezTo>
                  <a:pt x="167" y="25"/>
                  <a:pt x="166" y="21"/>
                  <a:pt x="166" y="21"/>
                </a:cubicBezTo>
                <a:cubicBezTo>
                  <a:pt x="168" y="21"/>
                  <a:pt x="172" y="23"/>
                  <a:pt x="173" y="22"/>
                </a:cubicBezTo>
                <a:cubicBezTo>
                  <a:pt x="178" y="23"/>
                  <a:pt x="178" y="21"/>
                  <a:pt x="181" y="17"/>
                </a:cubicBezTo>
                <a:cubicBezTo>
                  <a:pt x="182" y="16"/>
                  <a:pt x="184" y="12"/>
                  <a:pt x="185" y="12"/>
                </a:cubicBezTo>
                <a:cubicBezTo>
                  <a:pt x="186" y="13"/>
                  <a:pt x="186" y="15"/>
                  <a:pt x="186" y="17"/>
                </a:cubicBezTo>
                <a:cubicBezTo>
                  <a:pt x="185" y="19"/>
                  <a:pt x="183" y="20"/>
                  <a:pt x="182" y="23"/>
                </a:cubicBezTo>
                <a:cubicBezTo>
                  <a:pt x="184" y="24"/>
                  <a:pt x="185" y="22"/>
                  <a:pt x="187" y="24"/>
                </a:cubicBezTo>
                <a:cubicBezTo>
                  <a:pt x="187" y="25"/>
                  <a:pt x="187" y="25"/>
                  <a:pt x="187" y="25"/>
                </a:cubicBezTo>
                <a:cubicBezTo>
                  <a:pt x="186" y="26"/>
                  <a:pt x="184" y="25"/>
                  <a:pt x="183" y="25"/>
                </a:cubicBezTo>
                <a:cubicBezTo>
                  <a:pt x="180" y="25"/>
                  <a:pt x="180" y="25"/>
                  <a:pt x="179" y="25"/>
                </a:cubicBezTo>
                <a:cubicBezTo>
                  <a:pt x="175" y="28"/>
                  <a:pt x="169" y="33"/>
                  <a:pt x="163" y="29"/>
                </a:cubicBezTo>
                <a:close/>
              </a:path>
              <a:path w="232" h="59">
                <a:moveTo>
                  <a:pt x="134" y="18"/>
                </a:moveTo>
                <a:cubicBezTo>
                  <a:pt x="133" y="16"/>
                  <a:pt x="134" y="15"/>
                  <a:pt x="134" y="14"/>
                </a:cubicBezTo>
                <a:cubicBezTo>
                  <a:pt x="134" y="14"/>
                  <a:pt x="134" y="14"/>
                  <a:pt x="134" y="14"/>
                </a:cubicBezTo>
                <a:cubicBezTo>
                  <a:pt x="133" y="15"/>
                  <a:pt x="132" y="15"/>
                  <a:pt x="132" y="15"/>
                </a:cubicBezTo>
                <a:cubicBezTo>
                  <a:pt x="131" y="16"/>
                  <a:pt x="130" y="17"/>
                  <a:pt x="129" y="19"/>
                </a:cubicBezTo>
                <a:cubicBezTo>
                  <a:pt x="129" y="20"/>
                  <a:pt x="129" y="30"/>
                  <a:pt x="126" y="30"/>
                </a:cubicBezTo>
                <a:cubicBezTo>
                  <a:pt x="124" y="28"/>
                  <a:pt x="125" y="27"/>
                  <a:pt x="125" y="25"/>
                </a:cubicBezTo>
                <a:cubicBezTo>
                  <a:pt x="125" y="24"/>
                  <a:pt x="125" y="24"/>
                  <a:pt x="126" y="23"/>
                </a:cubicBezTo>
                <a:cubicBezTo>
                  <a:pt x="125" y="23"/>
                  <a:pt x="123" y="25"/>
                  <a:pt x="123" y="25"/>
                </a:cubicBezTo>
                <a:cubicBezTo>
                  <a:pt x="121" y="26"/>
                  <a:pt x="120" y="25"/>
                  <a:pt x="120" y="23"/>
                </a:cubicBezTo>
                <a:cubicBezTo>
                  <a:pt x="122" y="23"/>
                  <a:pt x="124" y="21"/>
                  <a:pt x="126" y="19"/>
                </a:cubicBezTo>
                <a:cubicBezTo>
                  <a:pt x="126" y="17"/>
                  <a:pt x="126" y="17"/>
                  <a:pt x="126" y="14"/>
                </a:cubicBezTo>
                <a:cubicBezTo>
                  <a:pt x="126" y="14"/>
                  <a:pt x="126" y="14"/>
                  <a:pt x="126" y="14"/>
                </a:cubicBezTo>
                <a:cubicBezTo>
                  <a:pt x="125" y="15"/>
                  <a:pt x="125" y="15"/>
                  <a:pt x="124" y="16"/>
                </a:cubicBezTo>
                <a:cubicBezTo>
                  <a:pt x="122" y="18"/>
                  <a:pt x="119" y="16"/>
                  <a:pt x="120" y="14"/>
                </a:cubicBezTo>
                <a:cubicBezTo>
                  <a:pt x="122" y="14"/>
                  <a:pt x="124" y="12"/>
                  <a:pt x="126" y="11"/>
                </a:cubicBezTo>
                <a:cubicBezTo>
                  <a:pt x="127" y="9"/>
                  <a:pt x="127" y="6"/>
                  <a:pt x="127" y="4"/>
                </a:cubicBezTo>
                <a:cubicBezTo>
                  <a:pt x="126" y="3"/>
                  <a:pt x="128" y="2"/>
                  <a:pt x="129" y="1"/>
                </a:cubicBezTo>
                <a:cubicBezTo>
                  <a:pt x="132" y="2"/>
                  <a:pt x="130" y="5"/>
                  <a:pt x="130" y="7"/>
                </a:cubicBezTo>
                <a:cubicBezTo>
                  <a:pt x="130" y="8"/>
                  <a:pt x="130" y="8"/>
                  <a:pt x="130" y="9"/>
                </a:cubicBezTo>
                <a:cubicBezTo>
                  <a:pt x="130" y="9"/>
                  <a:pt x="131" y="8"/>
                  <a:pt x="132" y="8"/>
                </a:cubicBezTo>
                <a:cubicBezTo>
                  <a:pt x="132" y="8"/>
                  <a:pt x="132" y="8"/>
                  <a:pt x="132" y="9"/>
                </a:cubicBezTo>
                <a:cubicBezTo>
                  <a:pt x="129" y="12"/>
                  <a:pt x="129" y="11"/>
                  <a:pt x="129" y="15"/>
                </a:cubicBezTo>
                <a:cubicBezTo>
                  <a:pt x="130" y="15"/>
                  <a:pt x="131" y="14"/>
                  <a:pt x="131" y="13"/>
                </a:cubicBezTo>
                <a:cubicBezTo>
                  <a:pt x="130" y="12"/>
                  <a:pt x="130" y="12"/>
                  <a:pt x="130" y="12"/>
                </a:cubicBezTo>
                <a:cubicBezTo>
                  <a:pt x="132" y="12"/>
                  <a:pt x="134" y="11"/>
                  <a:pt x="136" y="10"/>
                </a:cubicBezTo>
                <a:cubicBezTo>
                  <a:pt x="136" y="8"/>
                  <a:pt x="137" y="7"/>
                  <a:pt x="138" y="4"/>
                </a:cubicBezTo>
                <a:cubicBezTo>
                  <a:pt x="140" y="2"/>
                  <a:pt x="143" y="5"/>
                  <a:pt x="142" y="8"/>
                </a:cubicBezTo>
                <a:cubicBezTo>
                  <a:pt x="142" y="9"/>
                  <a:pt x="138" y="11"/>
                  <a:pt x="137" y="12"/>
                </a:cubicBezTo>
                <a:cubicBezTo>
                  <a:pt x="137" y="12"/>
                  <a:pt x="136" y="15"/>
                  <a:pt x="136" y="15"/>
                </a:cubicBezTo>
                <a:cubicBezTo>
                  <a:pt x="138" y="16"/>
                  <a:pt x="139" y="11"/>
                  <a:pt x="142" y="13"/>
                </a:cubicBezTo>
                <a:cubicBezTo>
                  <a:pt x="143" y="14"/>
                  <a:pt x="143" y="14"/>
                  <a:pt x="143" y="15"/>
                </a:cubicBezTo>
                <a:cubicBezTo>
                  <a:pt x="142" y="17"/>
                  <a:pt x="140" y="20"/>
                  <a:pt x="139" y="23"/>
                </a:cubicBezTo>
                <a:cubicBezTo>
                  <a:pt x="141" y="25"/>
                  <a:pt x="143" y="26"/>
                  <a:pt x="146" y="27"/>
                </a:cubicBezTo>
                <a:cubicBezTo>
                  <a:pt x="146" y="27"/>
                  <a:pt x="142" y="29"/>
                  <a:pt x="141" y="29"/>
                </a:cubicBezTo>
                <a:cubicBezTo>
                  <a:pt x="138" y="30"/>
                  <a:pt x="138" y="27"/>
                  <a:pt x="137" y="25"/>
                </a:cubicBezTo>
                <a:cubicBezTo>
                  <a:pt x="135" y="27"/>
                  <a:pt x="132" y="28"/>
                  <a:pt x="129" y="27"/>
                </a:cubicBezTo>
                <a:cubicBezTo>
                  <a:pt x="129" y="27"/>
                  <a:pt x="129" y="27"/>
                  <a:pt x="129" y="27"/>
                </a:cubicBezTo>
                <a:cubicBezTo>
                  <a:pt x="131" y="26"/>
                  <a:pt x="133" y="26"/>
                  <a:pt x="134" y="24"/>
                </a:cubicBezTo>
                <a:cubicBezTo>
                  <a:pt x="137" y="22"/>
                  <a:pt x="132" y="20"/>
                  <a:pt x="133" y="18"/>
                </a:cubicBezTo>
                <a:cubicBezTo>
                  <a:pt x="133" y="18"/>
                  <a:pt x="133" y="18"/>
                  <a:pt x="134" y="18"/>
                </a:cubicBezTo>
                <a:cubicBezTo>
                  <a:pt x="134" y="19"/>
                  <a:pt x="136" y="20"/>
                  <a:pt x="137" y="20"/>
                </a:cubicBezTo>
                <a:cubicBezTo>
                  <a:pt x="137" y="19"/>
                  <a:pt x="138" y="18"/>
                  <a:pt x="139" y="17"/>
                </a:cubicBezTo>
                <a:cubicBezTo>
                  <a:pt x="138" y="17"/>
                  <a:pt x="137" y="18"/>
                  <a:pt x="136" y="19"/>
                </a:cubicBezTo>
                <a:cubicBezTo>
                  <a:pt x="136" y="18"/>
                  <a:pt x="135" y="18"/>
                  <a:pt x="134" y="18"/>
                </a:cubicBezTo>
                <a:close/>
              </a:path>
              <a:path w="232" h="59">
                <a:moveTo>
                  <a:pt x="84" y="9"/>
                </a:moveTo>
                <a:cubicBezTo>
                  <a:pt x="86" y="9"/>
                  <a:pt x="87" y="10"/>
                  <a:pt x="87" y="12"/>
                </a:cubicBezTo>
                <a:cubicBezTo>
                  <a:pt x="88" y="11"/>
                  <a:pt x="87" y="10"/>
                  <a:pt x="90" y="11"/>
                </a:cubicBezTo>
                <a:cubicBezTo>
                  <a:pt x="90" y="12"/>
                  <a:pt x="90" y="12"/>
                  <a:pt x="90" y="14"/>
                </a:cubicBezTo>
                <a:cubicBezTo>
                  <a:pt x="89" y="15"/>
                  <a:pt x="88" y="16"/>
                  <a:pt x="87" y="17"/>
                </a:cubicBezTo>
                <a:cubicBezTo>
                  <a:pt x="88" y="19"/>
                  <a:pt x="87" y="19"/>
                  <a:pt x="88" y="20"/>
                </a:cubicBezTo>
                <a:cubicBezTo>
                  <a:pt x="88" y="20"/>
                  <a:pt x="89" y="19"/>
                  <a:pt x="90" y="18"/>
                </a:cubicBezTo>
                <a:cubicBezTo>
                  <a:pt x="90" y="20"/>
                  <a:pt x="89" y="20"/>
                  <a:pt x="88" y="21"/>
                </a:cubicBezTo>
                <a:cubicBezTo>
                  <a:pt x="88" y="24"/>
                  <a:pt x="90" y="28"/>
                  <a:pt x="88" y="30"/>
                </a:cubicBezTo>
                <a:cubicBezTo>
                  <a:pt x="85" y="31"/>
                  <a:pt x="86" y="26"/>
                  <a:pt x="85" y="25"/>
                </a:cubicBezTo>
                <a:cubicBezTo>
                  <a:pt x="85" y="25"/>
                  <a:pt x="85" y="25"/>
                  <a:pt x="85" y="25"/>
                </a:cubicBezTo>
                <a:cubicBezTo>
                  <a:pt x="84" y="26"/>
                  <a:pt x="82" y="28"/>
                  <a:pt x="81" y="27"/>
                </a:cubicBezTo>
                <a:cubicBezTo>
                  <a:pt x="80" y="26"/>
                  <a:pt x="81" y="24"/>
                  <a:pt x="82" y="22"/>
                </a:cubicBezTo>
                <a:cubicBezTo>
                  <a:pt x="83" y="21"/>
                  <a:pt x="85" y="18"/>
                  <a:pt x="85" y="18"/>
                </a:cubicBezTo>
                <a:cubicBezTo>
                  <a:pt x="85" y="17"/>
                  <a:pt x="85" y="17"/>
                  <a:pt x="85" y="17"/>
                </a:cubicBezTo>
                <a:cubicBezTo>
                  <a:pt x="85" y="17"/>
                  <a:pt x="84" y="16"/>
                  <a:pt x="84" y="16"/>
                </a:cubicBezTo>
                <a:cubicBezTo>
                  <a:pt x="83" y="18"/>
                  <a:pt x="81" y="20"/>
                  <a:pt x="79" y="20"/>
                </a:cubicBezTo>
                <a:cubicBezTo>
                  <a:pt x="78" y="19"/>
                  <a:pt x="78" y="19"/>
                  <a:pt x="78" y="18"/>
                </a:cubicBezTo>
                <a:cubicBezTo>
                  <a:pt x="80" y="17"/>
                  <a:pt x="82" y="15"/>
                  <a:pt x="84" y="14"/>
                </a:cubicBezTo>
                <a:cubicBezTo>
                  <a:pt x="84" y="12"/>
                  <a:pt x="83" y="11"/>
                  <a:pt x="84" y="9"/>
                </a:cubicBezTo>
                <a:cubicBezTo>
                  <a:pt x="82" y="9"/>
                  <a:pt x="81" y="10"/>
                  <a:pt x="80" y="10"/>
                </a:cubicBezTo>
                <a:cubicBezTo>
                  <a:pt x="80" y="10"/>
                  <a:pt x="80" y="10"/>
                  <a:pt x="81" y="9"/>
                </a:cubicBezTo>
                <a:cubicBezTo>
                  <a:pt x="85" y="6"/>
                  <a:pt x="86" y="5"/>
                  <a:pt x="86" y="4"/>
                </a:cubicBezTo>
                <a:cubicBezTo>
                  <a:pt x="87" y="3"/>
                  <a:pt x="87" y="2"/>
                  <a:pt x="89" y="3"/>
                </a:cubicBezTo>
                <a:cubicBezTo>
                  <a:pt x="90" y="3"/>
                  <a:pt x="90" y="5"/>
                  <a:pt x="90" y="5"/>
                </a:cubicBezTo>
                <a:cubicBezTo>
                  <a:pt x="88" y="7"/>
                  <a:pt x="86" y="8"/>
                  <a:pt x="84" y="9"/>
                </a:cubicBezTo>
                <a:cubicBezTo>
                  <a:pt x="84" y="9"/>
                  <a:pt x="84" y="9"/>
                  <a:pt x="84" y="9"/>
                </a:cubicBezTo>
                <a:close/>
                <a:moveTo>
                  <a:pt x="84" y="23"/>
                </a:moveTo>
                <a:cubicBezTo>
                  <a:pt x="84" y="22"/>
                  <a:pt x="84" y="22"/>
                  <a:pt x="85" y="21"/>
                </a:cubicBezTo>
                <a:cubicBezTo>
                  <a:pt x="85" y="21"/>
                  <a:pt x="85" y="21"/>
                  <a:pt x="85" y="22"/>
                </a:cubicBezTo>
                <a:cubicBezTo>
                  <a:pt x="85" y="22"/>
                  <a:pt x="85" y="23"/>
                  <a:pt x="84" y="23"/>
                </a:cubicBezTo>
                <a:close/>
              </a:path>
              <a:path w="232" h="59">
                <a:moveTo>
                  <a:pt x="99" y="32"/>
                </a:moveTo>
                <a:cubicBezTo>
                  <a:pt x="99" y="32"/>
                  <a:pt x="98" y="32"/>
                  <a:pt x="98" y="31"/>
                </a:cubicBezTo>
                <a:cubicBezTo>
                  <a:pt x="98" y="28"/>
                  <a:pt x="97" y="25"/>
                  <a:pt x="97" y="22"/>
                </a:cubicBezTo>
                <a:cubicBezTo>
                  <a:pt x="96" y="22"/>
                  <a:pt x="95" y="23"/>
                  <a:pt x="94" y="24"/>
                </a:cubicBezTo>
                <a:cubicBezTo>
                  <a:pt x="93" y="24"/>
                  <a:pt x="92" y="24"/>
                  <a:pt x="92" y="23"/>
                </a:cubicBezTo>
                <a:cubicBezTo>
                  <a:pt x="92" y="23"/>
                  <a:pt x="92" y="22"/>
                  <a:pt x="92" y="22"/>
                </a:cubicBezTo>
                <a:cubicBezTo>
                  <a:pt x="92" y="20"/>
                  <a:pt x="93" y="16"/>
                  <a:pt x="91" y="16"/>
                </a:cubicBezTo>
                <a:cubicBezTo>
                  <a:pt x="90" y="15"/>
                  <a:pt x="90" y="15"/>
                  <a:pt x="90" y="14"/>
                </a:cubicBezTo>
                <a:cubicBezTo>
                  <a:pt x="92" y="14"/>
                  <a:pt x="91" y="11"/>
                  <a:pt x="91" y="10"/>
                </a:cubicBezTo>
                <a:cubicBezTo>
                  <a:pt x="89" y="9"/>
                  <a:pt x="87" y="8"/>
                  <a:pt x="89" y="7"/>
                </a:cubicBezTo>
                <a:cubicBezTo>
                  <a:pt x="91" y="7"/>
                  <a:pt x="93" y="7"/>
                  <a:pt x="94" y="9"/>
                </a:cubicBezTo>
                <a:cubicBezTo>
                  <a:pt x="94" y="10"/>
                  <a:pt x="92" y="12"/>
                  <a:pt x="92" y="13"/>
                </a:cubicBezTo>
                <a:cubicBezTo>
                  <a:pt x="94" y="13"/>
                  <a:pt x="95" y="14"/>
                  <a:pt x="95" y="16"/>
                </a:cubicBezTo>
                <a:cubicBezTo>
                  <a:pt x="93" y="17"/>
                  <a:pt x="93" y="18"/>
                  <a:pt x="94" y="20"/>
                </a:cubicBezTo>
                <a:cubicBezTo>
                  <a:pt x="95" y="19"/>
                  <a:pt x="95" y="18"/>
                  <a:pt x="96" y="17"/>
                </a:cubicBezTo>
                <a:cubicBezTo>
                  <a:pt x="96" y="11"/>
                  <a:pt x="93" y="7"/>
                  <a:pt x="93" y="2"/>
                </a:cubicBezTo>
                <a:cubicBezTo>
                  <a:pt x="94" y="0"/>
                  <a:pt x="96" y="0"/>
                  <a:pt x="97" y="2"/>
                </a:cubicBezTo>
                <a:cubicBezTo>
                  <a:pt x="97" y="5"/>
                  <a:pt x="97" y="11"/>
                  <a:pt x="99" y="14"/>
                </a:cubicBezTo>
                <a:cubicBezTo>
                  <a:pt x="99" y="13"/>
                  <a:pt x="100" y="12"/>
                  <a:pt x="100" y="11"/>
                </a:cubicBezTo>
                <a:cubicBezTo>
                  <a:pt x="101" y="11"/>
                  <a:pt x="102" y="12"/>
                  <a:pt x="103" y="14"/>
                </a:cubicBezTo>
                <a:cubicBezTo>
                  <a:pt x="101" y="15"/>
                  <a:pt x="100" y="16"/>
                  <a:pt x="99" y="18"/>
                </a:cubicBezTo>
                <a:cubicBezTo>
                  <a:pt x="100" y="23"/>
                  <a:pt x="100" y="26"/>
                  <a:pt x="101" y="29"/>
                </a:cubicBezTo>
                <a:cubicBezTo>
                  <a:pt x="100" y="30"/>
                  <a:pt x="100" y="32"/>
                  <a:pt x="99" y="32"/>
                </a:cubicBezTo>
                <a:close/>
              </a:path>
              <a:path w="232" h="59">
                <a:moveTo>
                  <a:pt x="58" y="41"/>
                </a:moveTo>
                <a:cubicBezTo>
                  <a:pt x="58" y="42"/>
                  <a:pt x="57" y="41"/>
                  <a:pt x="57" y="41"/>
                </a:cubicBezTo>
                <a:cubicBezTo>
                  <a:pt x="52" y="36"/>
                  <a:pt x="53" y="29"/>
                  <a:pt x="50" y="25"/>
                </a:cubicBezTo>
                <a:cubicBezTo>
                  <a:pt x="48" y="26"/>
                  <a:pt x="48" y="30"/>
                  <a:pt x="47" y="31"/>
                </a:cubicBezTo>
                <a:cubicBezTo>
                  <a:pt x="44" y="33"/>
                  <a:pt x="43" y="28"/>
                  <a:pt x="43" y="26"/>
                </a:cubicBezTo>
                <a:cubicBezTo>
                  <a:pt x="43" y="25"/>
                  <a:pt x="43" y="24"/>
                  <a:pt x="43" y="23"/>
                </a:cubicBezTo>
                <a:cubicBezTo>
                  <a:pt x="44" y="23"/>
                  <a:pt x="45" y="25"/>
                  <a:pt x="46" y="26"/>
                </a:cubicBezTo>
                <a:cubicBezTo>
                  <a:pt x="47" y="26"/>
                  <a:pt x="47" y="26"/>
                  <a:pt x="47" y="26"/>
                </a:cubicBezTo>
                <a:cubicBezTo>
                  <a:pt x="50" y="21"/>
                  <a:pt x="47" y="18"/>
                  <a:pt x="44" y="15"/>
                </a:cubicBezTo>
                <a:cubicBezTo>
                  <a:pt x="44" y="14"/>
                  <a:pt x="44" y="13"/>
                  <a:pt x="45" y="12"/>
                </a:cubicBezTo>
                <a:cubicBezTo>
                  <a:pt x="45" y="12"/>
                  <a:pt x="47" y="12"/>
                  <a:pt x="48" y="12"/>
                </a:cubicBezTo>
                <a:cubicBezTo>
                  <a:pt x="48" y="12"/>
                  <a:pt x="48" y="12"/>
                  <a:pt x="48" y="12"/>
                </a:cubicBezTo>
                <a:cubicBezTo>
                  <a:pt x="49" y="14"/>
                  <a:pt x="50" y="16"/>
                  <a:pt x="50" y="17"/>
                </a:cubicBezTo>
                <a:cubicBezTo>
                  <a:pt x="50" y="17"/>
                  <a:pt x="51" y="17"/>
                  <a:pt x="51" y="17"/>
                </a:cubicBezTo>
                <a:cubicBezTo>
                  <a:pt x="52" y="16"/>
                  <a:pt x="53" y="14"/>
                  <a:pt x="54" y="12"/>
                </a:cubicBezTo>
                <a:cubicBezTo>
                  <a:pt x="55" y="12"/>
                  <a:pt x="57" y="10"/>
                  <a:pt x="58" y="13"/>
                </a:cubicBezTo>
                <a:cubicBezTo>
                  <a:pt x="58" y="15"/>
                  <a:pt x="53" y="19"/>
                  <a:pt x="57" y="20"/>
                </a:cubicBezTo>
                <a:cubicBezTo>
                  <a:pt x="57" y="20"/>
                  <a:pt x="57" y="21"/>
                  <a:pt x="57" y="21"/>
                </a:cubicBezTo>
                <a:cubicBezTo>
                  <a:pt x="57" y="23"/>
                  <a:pt x="55" y="25"/>
                  <a:pt x="53" y="26"/>
                </a:cubicBezTo>
                <a:cubicBezTo>
                  <a:pt x="54" y="30"/>
                  <a:pt x="57" y="34"/>
                  <a:pt x="58" y="37"/>
                </a:cubicBezTo>
                <a:cubicBezTo>
                  <a:pt x="59" y="39"/>
                  <a:pt x="59" y="40"/>
                  <a:pt x="58" y="41"/>
                </a:cubicBezTo>
                <a:close/>
                <a:moveTo>
                  <a:pt x="53" y="23"/>
                </a:moveTo>
                <a:cubicBezTo>
                  <a:pt x="52" y="23"/>
                  <a:pt x="51" y="21"/>
                  <a:pt x="51" y="21"/>
                </a:cubicBezTo>
                <a:cubicBezTo>
                  <a:pt x="51" y="20"/>
                  <a:pt x="52" y="18"/>
                  <a:pt x="53" y="18"/>
                </a:cubicBezTo>
                <a:cubicBezTo>
                  <a:pt x="54" y="20"/>
                  <a:pt x="54" y="21"/>
                  <a:pt x="53" y="2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7" name="Freeform 15"/>
          <p:cNvSpPr>
            <a:spLocks noGrp="1"/>
          </p:cNvSpPr>
          <p:nvPr/>
        </p:nvSpPr>
        <p:spPr>
          <a:xfrm>
            <a:off x="9802619" y="257975"/>
            <a:ext cx="519403" cy="294625"/>
          </a:xfrm>
          <a:custGeom>
            <a:avLst/>
            <a:gdLst/>
            <a:ahLst/>
            <a:cxnLst/>
            <a:rect l="l" t="t" r="r" b="b"/>
            <a:pathLst>
              <a:path w="336" h="189">
                <a:moveTo>
                  <a:pt x="293" y="24"/>
                </a:moveTo>
                <a:lnTo>
                  <a:pt x="299" y="19"/>
                </a:lnTo>
                <a:lnTo>
                  <a:pt x="300" y="19"/>
                </a:lnTo>
                <a:cubicBezTo>
                  <a:pt x="298" y="20"/>
                  <a:pt x="297" y="22"/>
                  <a:pt x="297" y="23"/>
                </a:cubicBezTo>
                <a:cubicBezTo>
                  <a:pt x="296" y="24"/>
                  <a:pt x="296" y="26"/>
                  <a:pt x="297" y="27"/>
                </a:cubicBezTo>
                <a:cubicBezTo>
                  <a:pt x="298" y="28"/>
                  <a:pt x="299" y="28"/>
                  <a:pt x="302" y="27"/>
                </a:cubicBezTo>
                <a:cubicBezTo>
                  <a:pt x="304" y="27"/>
                  <a:pt x="307" y="25"/>
                  <a:pt x="309" y="23"/>
                </a:cubicBezTo>
                <a:cubicBezTo>
                  <a:pt x="311" y="22"/>
                  <a:pt x="313" y="20"/>
                  <a:pt x="314" y="19"/>
                </a:cubicBezTo>
                <a:cubicBezTo>
                  <a:pt x="316" y="17"/>
                  <a:pt x="316" y="16"/>
                  <a:pt x="317" y="14"/>
                </a:cubicBezTo>
                <a:cubicBezTo>
                  <a:pt x="317" y="13"/>
                  <a:pt x="317" y="12"/>
                  <a:pt x="317" y="12"/>
                </a:cubicBezTo>
                <a:cubicBezTo>
                  <a:pt x="316" y="11"/>
                  <a:pt x="316" y="11"/>
                  <a:pt x="315" y="11"/>
                </a:cubicBezTo>
                <a:cubicBezTo>
                  <a:pt x="315" y="11"/>
                  <a:pt x="314" y="10"/>
                  <a:pt x="314" y="10"/>
                </a:cubicBezTo>
                <a:lnTo>
                  <a:pt x="308" y="15"/>
                </a:lnTo>
                <a:cubicBezTo>
                  <a:pt x="307" y="16"/>
                  <a:pt x="306" y="16"/>
                  <a:pt x="306" y="17"/>
                </a:cubicBezTo>
                <a:cubicBezTo>
                  <a:pt x="305" y="17"/>
                  <a:pt x="305" y="17"/>
                  <a:pt x="305" y="18"/>
                </a:cubicBezTo>
                <a:cubicBezTo>
                  <a:pt x="305" y="18"/>
                  <a:pt x="305" y="18"/>
                  <a:pt x="306" y="19"/>
                </a:cubicBezTo>
                <a:lnTo>
                  <a:pt x="305" y="19"/>
                </a:lnTo>
                <a:lnTo>
                  <a:pt x="302" y="15"/>
                </a:lnTo>
                <a:lnTo>
                  <a:pt x="303" y="15"/>
                </a:lnTo>
                <a:cubicBezTo>
                  <a:pt x="303" y="15"/>
                  <a:pt x="304" y="15"/>
                  <a:pt x="304" y="15"/>
                </a:cubicBezTo>
                <a:cubicBezTo>
                  <a:pt x="305" y="15"/>
                  <a:pt x="305" y="14"/>
                  <a:pt x="307" y="13"/>
                </a:cubicBezTo>
                <a:lnTo>
                  <a:pt x="313" y="9"/>
                </a:lnTo>
                <a:cubicBezTo>
                  <a:pt x="314" y="9"/>
                  <a:pt x="315" y="9"/>
                  <a:pt x="316" y="9"/>
                </a:cubicBezTo>
                <a:cubicBezTo>
                  <a:pt x="316" y="10"/>
                  <a:pt x="317" y="10"/>
                  <a:pt x="318" y="11"/>
                </a:cubicBezTo>
                <a:cubicBezTo>
                  <a:pt x="319" y="13"/>
                  <a:pt x="319" y="15"/>
                  <a:pt x="317" y="18"/>
                </a:cubicBezTo>
                <a:cubicBezTo>
                  <a:pt x="316" y="21"/>
                  <a:pt x="314" y="23"/>
                  <a:pt x="311" y="25"/>
                </a:cubicBezTo>
                <a:cubicBezTo>
                  <a:pt x="309" y="26"/>
                  <a:pt x="307" y="27"/>
                  <a:pt x="305" y="28"/>
                </a:cubicBezTo>
                <a:cubicBezTo>
                  <a:pt x="303" y="29"/>
                  <a:pt x="301" y="29"/>
                  <a:pt x="299" y="29"/>
                </a:cubicBezTo>
                <a:cubicBezTo>
                  <a:pt x="298" y="29"/>
                  <a:pt x="296" y="29"/>
                  <a:pt x="296" y="28"/>
                </a:cubicBezTo>
                <a:cubicBezTo>
                  <a:pt x="295" y="27"/>
                  <a:pt x="295" y="27"/>
                  <a:pt x="295" y="26"/>
                </a:cubicBezTo>
                <a:cubicBezTo>
                  <a:pt x="295" y="26"/>
                  <a:pt x="295" y="25"/>
                  <a:pt x="295" y="24"/>
                </a:cubicBezTo>
                <a:cubicBezTo>
                  <a:pt x="295" y="24"/>
                  <a:pt x="295" y="24"/>
                  <a:pt x="295" y="24"/>
                </a:cubicBezTo>
                <a:cubicBezTo>
                  <a:pt x="295" y="23"/>
                  <a:pt x="295" y="23"/>
                  <a:pt x="294" y="24"/>
                </a:cubicBezTo>
                <a:cubicBezTo>
                  <a:pt x="294" y="24"/>
                  <a:pt x="294" y="24"/>
                  <a:pt x="293" y="24"/>
                </a:cubicBezTo>
                <a:close/>
              </a:path>
              <a:path w="336" h="189">
                <a:moveTo>
                  <a:pt x="293" y="145"/>
                </a:moveTo>
                <a:lnTo>
                  <a:pt x="292" y="145"/>
                </a:lnTo>
                <a:lnTo>
                  <a:pt x="293" y="144"/>
                </a:lnTo>
                <a:cubicBezTo>
                  <a:pt x="293" y="144"/>
                  <a:pt x="293" y="144"/>
                  <a:pt x="293" y="143"/>
                </a:cubicBezTo>
                <a:cubicBezTo>
                  <a:pt x="293" y="143"/>
                  <a:pt x="292" y="142"/>
                  <a:pt x="292" y="141"/>
                </a:cubicBezTo>
                <a:lnTo>
                  <a:pt x="282" y="128"/>
                </a:lnTo>
                <a:cubicBezTo>
                  <a:pt x="281" y="126"/>
                  <a:pt x="280" y="126"/>
                  <a:pt x="280" y="126"/>
                </a:cubicBezTo>
                <a:cubicBezTo>
                  <a:pt x="279" y="125"/>
                  <a:pt x="279" y="125"/>
                  <a:pt x="278" y="126"/>
                </a:cubicBezTo>
                <a:lnTo>
                  <a:pt x="277" y="125"/>
                </a:lnTo>
                <a:lnTo>
                  <a:pt x="282" y="122"/>
                </a:lnTo>
                <a:cubicBezTo>
                  <a:pt x="283" y="121"/>
                  <a:pt x="284" y="120"/>
                  <a:pt x="286" y="121"/>
                </a:cubicBezTo>
                <a:cubicBezTo>
                  <a:pt x="287" y="121"/>
                  <a:pt x="288" y="121"/>
                  <a:pt x="290" y="123"/>
                </a:cubicBezTo>
                <a:cubicBezTo>
                  <a:pt x="292" y="124"/>
                  <a:pt x="293" y="125"/>
                  <a:pt x="295" y="128"/>
                </a:cubicBezTo>
                <a:cubicBezTo>
                  <a:pt x="297" y="130"/>
                  <a:pt x="299" y="133"/>
                  <a:pt x="299" y="135"/>
                </a:cubicBezTo>
                <a:cubicBezTo>
                  <a:pt x="300" y="138"/>
                  <a:pt x="299" y="140"/>
                  <a:pt x="297" y="142"/>
                </a:cubicBezTo>
                <a:lnTo>
                  <a:pt x="293" y="145"/>
                </a:lnTo>
                <a:close/>
                <a:moveTo>
                  <a:pt x="295" y="142"/>
                </a:moveTo>
                <a:cubicBezTo>
                  <a:pt x="295" y="141"/>
                  <a:pt x="296" y="141"/>
                  <a:pt x="296" y="141"/>
                </a:cubicBezTo>
                <a:cubicBezTo>
                  <a:pt x="298" y="140"/>
                  <a:pt x="298" y="139"/>
                  <a:pt x="297" y="136"/>
                </a:cubicBezTo>
                <a:cubicBezTo>
                  <a:pt x="297" y="134"/>
                  <a:pt x="296" y="132"/>
                  <a:pt x="293" y="129"/>
                </a:cubicBezTo>
                <a:cubicBezTo>
                  <a:pt x="291" y="126"/>
                  <a:pt x="289" y="124"/>
                  <a:pt x="287" y="123"/>
                </a:cubicBezTo>
                <a:cubicBezTo>
                  <a:pt x="285" y="122"/>
                  <a:pt x="284" y="122"/>
                  <a:pt x="283" y="123"/>
                </a:cubicBezTo>
                <a:cubicBezTo>
                  <a:pt x="282" y="123"/>
                  <a:pt x="282" y="124"/>
                  <a:pt x="281" y="125"/>
                </a:cubicBezTo>
                <a:lnTo>
                  <a:pt x="295" y="142"/>
                </a:lnTo>
                <a:close/>
              </a:path>
              <a:path w="336" h="189">
                <a:moveTo>
                  <a:pt x="266" y="134"/>
                </a:moveTo>
                <a:lnTo>
                  <a:pt x="268" y="132"/>
                </a:lnTo>
                <a:lnTo>
                  <a:pt x="286" y="143"/>
                </a:lnTo>
                <a:lnTo>
                  <a:pt x="277" y="131"/>
                </a:lnTo>
                <a:cubicBezTo>
                  <a:pt x="276" y="130"/>
                  <a:pt x="276" y="129"/>
                  <a:pt x="275" y="129"/>
                </a:cubicBezTo>
                <a:cubicBezTo>
                  <a:pt x="275" y="129"/>
                  <a:pt x="274" y="129"/>
                  <a:pt x="274" y="129"/>
                </a:cubicBezTo>
                <a:lnTo>
                  <a:pt x="273" y="129"/>
                </a:lnTo>
                <a:lnTo>
                  <a:pt x="277" y="126"/>
                </a:lnTo>
                <a:lnTo>
                  <a:pt x="277" y="127"/>
                </a:lnTo>
                <a:cubicBezTo>
                  <a:pt x="276" y="127"/>
                  <a:pt x="276" y="128"/>
                  <a:pt x="276" y="128"/>
                </a:cubicBezTo>
                <a:cubicBezTo>
                  <a:pt x="277" y="129"/>
                  <a:pt x="277" y="129"/>
                  <a:pt x="278" y="130"/>
                </a:cubicBezTo>
                <a:lnTo>
                  <a:pt x="291" y="147"/>
                </a:lnTo>
                <a:lnTo>
                  <a:pt x="290" y="148"/>
                </a:lnTo>
                <a:lnTo>
                  <a:pt x="272" y="136"/>
                </a:lnTo>
                <a:lnTo>
                  <a:pt x="281" y="149"/>
                </a:lnTo>
                <a:cubicBezTo>
                  <a:pt x="282" y="150"/>
                  <a:pt x="283" y="151"/>
                  <a:pt x="283" y="151"/>
                </a:cubicBezTo>
                <a:cubicBezTo>
                  <a:pt x="284" y="151"/>
                  <a:pt x="284" y="151"/>
                  <a:pt x="284" y="151"/>
                </a:cubicBezTo>
                <a:lnTo>
                  <a:pt x="285" y="151"/>
                </a:lnTo>
                <a:lnTo>
                  <a:pt x="282" y="154"/>
                </a:lnTo>
                <a:lnTo>
                  <a:pt x="281" y="153"/>
                </a:lnTo>
                <a:lnTo>
                  <a:pt x="282" y="153"/>
                </a:lnTo>
                <a:cubicBezTo>
                  <a:pt x="282" y="153"/>
                  <a:pt x="282" y="152"/>
                  <a:pt x="282" y="152"/>
                </a:cubicBezTo>
                <a:cubicBezTo>
                  <a:pt x="282" y="151"/>
                  <a:pt x="281" y="150"/>
                  <a:pt x="280" y="149"/>
                </a:cubicBezTo>
                <a:lnTo>
                  <a:pt x="270" y="135"/>
                </a:lnTo>
                <a:cubicBezTo>
                  <a:pt x="269" y="135"/>
                  <a:pt x="268" y="135"/>
                  <a:pt x="268" y="134"/>
                </a:cubicBezTo>
                <a:cubicBezTo>
                  <a:pt x="268" y="134"/>
                  <a:pt x="267" y="134"/>
                  <a:pt x="267" y="134"/>
                </a:cubicBezTo>
                <a:cubicBezTo>
                  <a:pt x="267" y="134"/>
                  <a:pt x="267" y="135"/>
                  <a:pt x="266" y="135"/>
                </a:cubicBezTo>
                <a:lnTo>
                  <a:pt x="266" y="134"/>
                </a:lnTo>
                <a:close/>
              </a:path>
              <a:path w="336" h="189">
                <a:moveTo>
                  <a:pt x="272" y="151"/>
                </a:moveTo>
                <a:lnTo>
                  <a:pt x="268" y="154"/>
                </a:lnTo>
                <a:lnTo>
                  <a:pt x="270" y="157"/>
                </a:lnTo>
                <a:cubicBezTo>
                  <a:pt x="270" y="158"/>
                  <a:pt x="270" y="159"/>
                  <a:pt x="271" y="159"/>
                </a:cubicBezTo>
                <a:cubicBezTo>
                  <a:pt x="271" y="160"/>
                  <a:pt x="271" y="160"/>
                  <a:pt x="272" y="160"/>
                </a:cubicBezTo>
                <a:cubicBezTo>
                  <a:pt x="272" y="160"/>
                  <a:pt x="272" y="160"/>
                  <a:pt x="273" y="160"/>
                </a:cubicBezTo>
                <a:lnTo>
                  <a:pt x="270" y="163"/>
                </a:lnTo>
                <a:lnTo>
                  <a:pt x="270" y="162"/>
                </a:lnTo>
                <a:cubicBezTo>
                  <a:pt x="270" y="162"/>
                  <a:pt x="270" y="161"/>
                  <a:pt x="270" y="161"/>
                </a:cubicBezTo>
                <a:cubicBezTo>
                  <a:pt x="270" y="160"/>
                  <a:pt x="270" y="159"/>
                  <a:pt x="269" y="157"/>
                </a:cubicBezTo>
                <a:lnTo>
                  <a:pt x="260" y="138"/>
                </a:lnTo>
                <a:lnTo>
                  <a:pt x="276" y="152"/>
                </a:lnTo>
                <a:cubicBezTo>
                  <a:pt x="277" y="153"/>
                  <a:pt x="278" y="154"/>
                  <a:pt x="279" y="154"/>
                </a:cubicBezTo>
                <a:cubicBezTo>
                  <a:pt x="279" y="154"/>
                  <a:pt x="280" y="154"/>
                  <a:pt x="280" y="154"/>
                </a:cubicBezTo>
                <a:lnTo>
                  <a:pt x="281" y="155"/>
                </a:lnTo>
                <a:lnTo>
                  <a:pt x="277" y="158"/>
                </a:lnTo>
                <a:lnTo>
                  <a:pt x="276" y="157"/>
                </a:lnTo>
                <a:cubicBezTo>
                  <a:pt x="277" y="157"/>
                  <a:pt x="277" y="156"/>
                  <a:pt x="277" y="156"/>
                </a:cubicBezTo>
                <a:cubicBezTo>
                  <a:pt x="277" y="156"/>
                  <a:pt x="277" y="155"/>
                  <a:pt x="276" y="155"/>
                </a:cubicBezTo>
                <a:cubicBezTo>
                  <a:pt x="276" y="155"/>
                  <a:pt x="276" y="154"/>
                  <a:pt x="275" y="153"/>
                </a:cubicBezTo>
                <a:lnTo>
                  <a:pt x="272" y="151"/>
                </a:lnTo>
                <a:close/>
                <a:moveTo>
                  <a:pt x="271" y="150"/>
                </a:moveTo>
                <a:lnTo>
                  <a:pt x="263" y="143"/>
                </a:lnTo>
                <a:lnTo>
                  <a:pt x="267" y="152"/>
                </a:lnTo>
                <a:lnTo>
                  <a:pt x="271" y="150"/>
                </a:lnTo>
                <a:close/>
              </a:path>
              <a:path w="336" h="189">
                <a:moveTo>
                  <a:pt x="319" y="86"/>
                </a:moveTo>
                <a:lnTo>
                  <a:pt x="320" y="81"/>
                </a:lnTo>
                <a:lnTo>
                  <a:pt x="313" y="79"/>
                </a:lnTo>
                <a:cubicBezTo>
                  <a:pt x="311" y="79"/>
                  <a:pt x="311" y="79"/>
                  <a:pt x="310" y="79"/>
                </a:cubicBezTo>
                <a:cubicBezTo>
                  <a:pt x="310" y="79"/>
                  <a:pt x="310" y="79"/>
                  <a:pt x="309" y="79"/>
                </a:cubicBezTo>
                <a:cubicBezTo>
                  <a:pt x="309" y="79"/>
                  <a:pt x="309" y="80"/>
                  <a:pt x="309" y="80"/>
                </a:cubicBezTo>
                <a:lnTo>
                  <a:pt x="308" y="80"/>
                </a:lnTo>
                <a:lnTo>
                  <a:pt x="309" y="75"/>
                </a:lnTo>
                <a:lnTo>
                  <a:pt x="310" y="75"/>
                </a:lnTo>
                <a:cubicBezTo>
                  <a:pt x="309" y="76"/>
                  <a:pt x="310" y="76"/>
                  <a:pt x="310" y="76"/>
                </a:cubicBezTo>
                <a:cubicBezTo>
                  <a:pt x="310" y="77"/>
                  <a:pt x="310" y="77"/>
                  <a:pt x="311" y="77"/>
                </a:cubicBezTo>
                <a:cubicBezTo>
                  <a:pt x="311" y="77"/>
                  <a:pt x="312" y="77"/>
                  <a:pt x="313" y="77"/>
                </a:cubicBezTo>
                <a:lnTo>
                  <a:pt x="330" y="80"/>
                </a:lnTo>
                <a:cubicBezTo>
                  <a:pt x="331" y="81"/>
                  <a:pt x="332" y="81"/>
                  <a:pt x="332" y="81"/>
                </a:cubicBezTo>
                <a:cubicBezTo>
                  <a:pt x="333" y="81"/>
                  <a:pt x="333" y="81"/>
                  <a:pt x="333" y="81"/>
                </a:cubicBezTo>
                <a:cubicBezTo>
                  <a:pt x="334" y="80"/>
                  <a:pt x="334" y="80"/>
                  <a:pt x="334" y="80"/>
                </a:cubicBezTo>
                <a:lnTo>
                  <a:pt x="334" y="79"/>
                </a:lnTo>
                <a:lnTo>
                  <a:pt x="335" y="80"/>
                </a:lnTo>
                <a:lnTo>
                  <a:pt x="334" y="85"/>
                </a:lnTo>
                <a:lnTo>
                  <a:pt x="333" y="85"/>
                </a:lnTo>
                <a:lnTo>
                  <a:pt x="333" y="84"/>
                </a:lnTo>
                <a:cubicBezTo>
                  <a:pt x="333" y="84"/>
                  <a:pt x="333" y="83"/>
                  <a:pt x="332" y="83"/>
                </a:cubicBezTo>
                <a:cubicBezTo>
                  <a:pt x="332" y="83"/>
                  <a:pt x="331" y="83"/>
                  <a:pt x="329" y="82"/>
                </a:cubicBezTo>
                <a:lnTo>
                  <a:pt x="322" y="81"/>
                </a:lnTo>
                <a:lnTo>
                  <a:pt x="320" y="87"/>
                </a:lnTo>
                <a:lnTo>
                  <a:pt x="328" y="88"/>
                </a:lnTo>
                <a:cubicBezTo>
                  <a:pt x="330" y="88"/>
                  <a:pt x="331" y="88"/>
                  <a:pt x="331" y="88"/>
                </a:cubicBezTo>
                <a:cubicBezTo>
                  <a:pt x="331" y="88"/>
                  <a:pt x="332" y="88"/>
                  <a:pt x="332" y="88"/>
                </a:cubicBezTo>
                <a:cubicBezTo>
                  <a:pt x="332" y="88"/>
                  <a:pt x="332" y="88"/>
                  <a:pt x="333" y="87"/>
                </a:cubicBezTo>
                <a:lnTo>
                  <a:pt x="332" y="92"/>
                </a:lnTo>
                <a:cubicBezTo>
                  <a:pt x="332" y="91"/>
                  <a:pt x="331" y="91"/>
                  <a:pt x="331" y="90"/>
                </a:cubicBezTo>
                <a:cubicBezTo>
                  <a:pt x="331" y="90"/>
                  <a:pt x="330" y="90"/>
                  <a:pt x="328" y="90"/>
                </a:cubicBezTo>
                <a:lnTo>
                  <a:pt x="311" y="87"/>
                </a:lnTo>
                <a:cubicBezTo>
                  <a:pt x="310" y="86"/>
                  <a:pt x="309" y="86"/>
                  <a:pt x="309" y="86"/>
                </a:cubicBezTo>
                <a:cubicBezTo>
                  <a:pt x="308" y="86"/>
                  <a:pt x="308" y="86"/>
                  <a:pt x="308" y="87"/>
                </a:cubicBezTo>
                <a:cubicBezTo>
                  <a:pt x="307" y="87"/>
                  <a:pt x="307" y="87"/>
                  <a:pt x="307" y="87"/>
                </a:cubicBezTo>
                <a:lnTo>
                  <a:pt x="307" y="88"/>
                </a:lnTo>
                <a:lnTo>
                  <a:pt x="306" y="88"/>
                </a:lnTo>
                <a:lnTo>
                  <a:pt x="307" y="82"/>
                </a:lnTo>
                <a:lnTo>
                  <a:pt x="308" y="82"/>
                </a:lnTo>
                <a:lnTo>
                  <a:pt x="308" y="83"/>
                </a:lnTo>
                <a:cubicBezTo>
                  <a:pt x="308" y="83"/>
                  <a:pt x="308" y="84"/>
                  <a:pt x="308" y="84"/>
                </a:cubicBezTo>
                <a:cubicBezTo>
                  <a:pt x="309" y="84"/>
                  <a:pt x="309" y="84"/>
                  <a:pt x="309" y="84"/>
                </a:cubicBezTo>
                <a:cubicBezTo>
                  <a:pt x="310" y="85"/>
                  <a:pt x="310" y="85"/>
                  <a:pt x="312" y="85"/>
                </a:cubicBezTo>
                <a:lnTo>
                  <a:pt x="319" y="86"/>
                </a:lnTo>
                <a:close/>
              </a:path>
              <a:path w="336" h="189">
                <a:moveTo>
                  <a:pt x="305" y="89"/>
                </a:moveTo>
                <a:lnTo>
                  <a:pt x="314" y="91"/>
                </a:lnTo>
                <a:cubicBezTo>
                  <a:pt x="311" y="91"/>
                  <a:pt x="309" y="91"/>
                  <a:pt x="308" y="92"/>
                </a:cubicBezTo>
                <a:cubicBezTo>
                  <a:pt x="307" y="92"/>
                  <a:pt x="306" y="93"/>
                  <a:pt x="306" y="94"/>
                </a:cubicBezTo>
                <a:cubicBezTo>
                  <a:pt x="305" y="95"/>
                  <a:pt x="306" y="95"/>
                  <a:pt x="306" y="96"/>
                </a:cubicBezTo>
                <a:cubicBezTo>
                  <a:pt x="307" y="97"/>
                  <a:pt x="308" y="98"/>
                  <a:pt x="310" y="99"/>
                </a:cubicBezTo>
                <a:cubicBezTo>
                  <a:pt x="312" y="99"/>
                  <a:pt x="314" y="100"/>
                  <a:pt x="317" y="101"/>
                </a:cubicBezTo>
                <a:cubicBezTo>
                  <a:pt x="320" y="101"/>
                  <a:pt x="322" y="101"/>
                  <a:pt x="323" y="101"/>
                </a:cubicBezTo>
                <a:cubicBezTo>
                  <a:pt x="325" y="101"/>
                  <a:pt x="327" y="101"/>
                  <a:pt x="328" y="100"/>
                </a:cubicBezTo>
                <a:cubicBezTo>
                  <a:pt x="329" y="100"/>
                  <a:pt x="329" y="99"/>
                  <a:pt x="330" y="98"/>
                </a:cubicBezTo>
                <a:cubicBezTo>
                  <a:pt x="330" y="97"/>
                  <a:pt x="330" y="97"/>
                  <a:pt x="329" y="96"/>
                </a:cubicBezTo>
                <a:cubicBezTo>
                  <a:pt x="328" y="95"/>
                  <a:pt x="327" y="94"/>
                  <a:pt x="325" y="93"/>
                </a:cubicBezTo>
                <a:lnTo>
                  <a:pt x="326" y="93"/>
                </a:lnTo>
                <a:cubicBezTo>
                  <a:pt x="328" y="94"/>
                  <a:pt x="329" y="95"/>
                  <a:pt x="330" y="96"/>
                </a:cubicBezTo>
                <a:cubicBezTo>
                  <a:pt x="331" y="97"/>
                  <a:pt x="331" y="98"/>
                  <a:pt x="331" y="99"/>
                </a:cubicBezTo>
                <a:cubicBezTo>
                  <a:pt x="331" y="101"/>
                  <a:pt x="329" y="102"/>
                  <a:pt x="325" y="103"/>
                </a:cubicBezTo>
                <a:cubicBezTo>
                  <a:pt x="323" y="103"/>
                  <a:pt x="320" y="103"/>
                  <a:pt x="317" y="103"/>
                </a:cubicBezTo>
                <a:cubicBezTo>
                  <a:pt x="314" y="102"/>
                  <a:pt x="312" y="101"/>
                  <a:pt x="310" y="100"/>
                </a:cubicBezTo>
                <a:cubicBezTo>
                  <a:pt x="308" y="99"/>
                  <a:pt x="306" y="98"/>
                  <a:pt x="305" y="97"/>
                </a:cubicBezTo>
                <a:cubicBezTo>
                  <a:pt x="304" y="96"/>
                  <a:pt x="304" y="95"/>
                  <a:pt x="304" y="94"/>
                </a:cubicBezTo>
                <a:cubicBezTo>
                  <a:pt x="304" y="93"/>
                  <a:pt x="305" y="92"/>
                  <a:pt x="306" y="91"/>
                </a:cubicBezTo>
                <a:cubicBezTo>
                  <a:pt x="306" y="91"/>
                  <a:pt x="307" y="91"/>
                  <a:pt x="307" y="91"/>
                </a:cubicBezTo>
                <a:cubicBezTo>
                  <a:pt x="307" y="91"/>
                  <a:pt x="307" y="90"/>
                  <a:pt x="306" y="90"/>
                </a:cubicBezTo>
                <a:cubicBezTo>
                  <a:pt x="306" y="90"/>
                  <a:pt x="306" y="90"/>
                  <a:pt x="305" y="90"/>
                </a:cubicBezTo>
                <a:lnTo>
                  <a:pt x="305" y="89"/>
                </a:lnTo>
                <a:close/>
              </a:path>
              <a:path w="336" h="189">
                <a:moveTo>
                  <a:pt x="300" y="104"/>
                </a:moveTo>
                <a:lnTo>
                  <a:pt x="309" y="109"/>
                </a:lnTo>
                <a:lnTo>
                  <a:pt x="311" y="106"/>
                </a:lnTo>
                <a:cubicBezTo>
                  <a:pt x="311" y="105"/>
                  <a:pt x="311" y="105"/>
                  <a:pt x="311" y="104"/>
                </a:cubicBezTo>
                <a:cubicBezTo>
                  <a:pt x="310" y="104"/>
                  <a:pt x="309" y="103"/>
                  <a:pt x="308" y="102"/>
                </a:cubicBezTo>
                <a:lnTo>
                  <a:pt x="317" y="106"/>
                </a:lnTo>
                <a:lnTo>
                  <a:pt x="316" y="106"/>
                </a:lnTo>
                <a:cubicBezTo>
                  <a:pt x="315" y="106"/>
                  <a:pt x="314" y="106"/>
                  <a:pt x="314" y="106"/>
                </a:cubicBezTo>
                <a:cubicBezTo>
                  <a:pt x="314" y="106"/>
                  <a:pt x="313" y="106"/>
                  <a:pt x="313" y="106"/>
                </a:cubicBezTo>
                <a:cubicBezTo>
                  <a:pt x="312" y="106"/>
                  <a:pt x="312" y="106"/>
                  <a:pt x="312" y="107"/>
                </a:cubicBezTo>
                <a:lnTo>
                  <a:pt x="311" y="109"/>
                </a:lnTo>
                <a:lnTo>
                  <a:pt x="319" y="113"/>
                </a:lnTo>
                <a:cubicBezTo>
                  <a:pt x="320" y="113"/>
                  <a:pt x="320" y="114"/>
                  <a:pt x="321" y="114"/>
                </a:cubicBezTo>
                <a:cubicBezTo>
                  <a:pt x="321" y="114"/>
                  <a:pt x="321" y="114"/>
                  <a:pt x="321" y="114"/>
                </a:cubicBezTo>
                <a:cubicBezTo>
                  <a:pt x="321" y="114"/>
                  <a:pt x="322" y="114"/>
                  <a:pt x="322" y="113"/>
                </a:cubicBezTo>
                <a:lnTo>
                  <a:pt x="323" y="111"/>
                </a:lnTo>
                <a:cubicBezTo>
                  <a:pt x="323" y="111"/>
                  <a:pt x="323" y="110"/>
                  <a:pt x="323" y="110"/>
                </a:cubicBezTo>
                <a:cubicBezTo>
                  <a:pt x="323" y="109"/>
                  <a:pt x="323" y="109"/>
                  <a:pt x="322" y="108"/>
                </a:cubicBezTo>
                <a:cubicBezTo>
                  <a:pt x="322" y="108"/>
                  <a:pt x="321" y="107"/>
                  <a:pt x="320" y="106"/>
                </a:cubicBezTo>
                <a:lnTo>
                  <a:pt x="320" y="105"/>
                </a:lnTo>
                <a:lnTo>
                  <a:pt x="325" y="109"/>
                </a:lnTo>
                <a:lnTo>
                  <a:pt x="321" y="118"/>
                </a:lnTo>
                <a:lnTo>
                  <a:pt x="320" y="118"/>
                </a:lnTo>
                <a:lnTo>
                  <a:pt x="321" y="118"/>
                </a:lnTo>
                <a:cubicBezTo>
                  <a:pt x="321" y="117"/>
                  <a:pt x="321" y="117"/>
                  <a:pt x="320" y="117"/>
                </a:cubicBezTo>
                <a:cubicBezTo>
                  <a:pt x="320" y="116"/>
                  <a:pt x="320" y="116"/>
                  <a:pt x="320" y="116"/>
                </a:cubicBezTo>
                <a:cubicBezTo>
                  <a:pt x="319" y="115"/>
                  <a:pt x="319" y="115"/>
                  <a:pt x="318" y="115"/>
                </a:cubicBezTo>
                <a:lnTo>
                  <a:pt x="302" y="107"/>
                </a:lnTo>
                <a:cubicBezTo>
                  <a:pt x="301" y="106"/>
                  <a:pt x="300" y="106"/>
                  <a:pt x="299" y="106"/>
                </a:cubicBezTo>
                <a:cubicBezTo>
                  <a:pt x="299" y="106"/>
                  <a:pt x="298" y="106"/>
                  <a:pt x="298" y="107"/>
                </a:cubicBezTo>
                <a:lnTo>
                  <a:pt x="297" y="107"/>
                </a:lnTo>
                <a:lnTo>
                  <a:pt x="301" y="98"/>
                </a:lnTo>
                <a:lnTo>
                  <a:pt x="307" y="100"/>
                </a:lnTo>
                <a:cubicBezTo>
                  <a:pt x="305" y="100"/>
                  <a:pt x="304" y="100"/>
                  <a:pt x="304" y="100"/>
                </a:cubicBezTo>
                <a:cubicBezTo>
                  <a:pt x="303" y="99"/>
                  <a:pt x="303" y="100"/>
                  <a:pt x="302" y="100"/>
                </a:cubicBezTo>
                <a:cubicBezTo>
                  <a:pt x="302" y="100"/>
                  <a:pt x="302" y="100"/>
                  <a:pt x="302" y="101"/>
                </a:cubicBezTo>
                <a:lnTo>
                  <a:pt x="300" y="104"/>
                </a:lnTo>
                <a:close/>
              </a:path>
              <a:path w="336" h="189">
                <a:moveTo>
                  <a:pt x="298" y="108"/>
                </a:moveTo>
                <a:lnTo>
                  <a:pt x="303" y="111"/>
                </a:lnTo>
                <a:cubicBezTo>
                  <a:pt x="302" y="111"/>
                  <a:pt x="301" y="110"/>
                  <a:pt x="301" y="110"/>
                </a:cubicBezTo>
                <a:cubicBezTo>
                  <a:pt x="300" y="110"/>
                  <a:pt x="299" y="110"/>
                  <a:pt x="299" y="110"/>
                </a:cubicBezTo>
                <a:cubicBezTo>
                  <a:pt x="299" y="110"/>
                  <a:pt x="298" y="111"/>
                  <a:pt x="298" y="111"/>
                </a:cubicBezTo>
                <a:lnTo>
                  <a:pt x="297" y="113"/>
                </a:lnTo>
                <a:lnTo>
                  <a:pt x="315" y="122"/>
                </a:lnTo>
                <a:cubicBezTo>
                  <a:pt x="316" y="123"/>
                  <a:pt x="317" y="123"/>
                  <a:pt x="318" y="123"/>
                </a:cubicBezTo>
                <a:cubicBezTo>
                  <a:pt x="318" y="123"/>
                  <a:pt x="319" y="123"/>
                  <a:pt x="319" y="123"/>
                </a:cubicBezTo>
                <a:lnTo>
                  <a:pt x="319" y="122"/>
                </a:lnTo>
                <a:lnTo>
                  <a:pt x="320" y="123"/>
                </a:lnTo>
                <a:lnTo>
                  <a:pt x="317" y="128"/>
                </a:lnTo>
                <a:lnTo>
                  <a:pt x="317" y="127"/>
                </a:lnTo>
                <a:cubicBezTo>
                  <a:pt x="317" y="126"/>
                  <a:pt x="317" y="126"/>
                  <a:pt x="317" y="125"/>
                </a:cubicBezTo>
                <a:cubicBezTo>
                  <a:pt x="316" y="125"/>
                  <a:pt x="315" y="124"/>
                  <a:pt x="314" y="124"/>
                </a:cubicBezTo>
                <a:lnTo>
                  <a:pt x="296" y="114"/>
                </a:lnTo>
                <a:lnTo>
                  <a:pt x="296" y="116"/>
                </a:lnTo>
                <a:cubicBezTo>
                  <a:pt x="295" y="116"/>
                  <a:pt x="295" y="117"/>
                  <a:pt x="295" y="117"/>
                </a:cubicBezTo>
                <a:cubicBezTo>
                  <a:pt x="295" y="117"/>
                  <a:pt x="296" y="118"/>
                  <a:pt x="296" y="118"/>
                </a:cubicBezTo>
                <a:cubicBezTo>
                  <a:pt x="297" y="119"/>
                  <a:pt x="297" y="120"/>
                  <a:pt x="298" y="120"/>
                </a:cubicBezTo>
                <a:lnTo>
                  <a:pt x="293" y="117"/>
                </a:lnTo>
                <a:lnTo>
                  <a:pt x="298" y="108"/>
                </a:lnTo>
                <a:close/>
              </a:path>
              <a:path w="336" h="189">
                <a:moveTo>
                  <a:pt x="307" y="54"/>
                </a:moveTo>
                <a:cubicBezTo>
                  <a:pt x="307" y="53"/>
                  <a:pt x="308" y="51"/>
                  <a:pt x="310" y="50"/>
                </a:cubicBezTo>
                <a:cubicBezTo>
                  <a:pt x="313" y="49"/>
                  <a:pt x="316" y="48"/>
                  <a:pt x="320" y="48"/>
                </a:cubicBezTo>
                <a:cubicBezTo>
                  <a:pt x="324" y="48"/>
                  <a:pt x="327" y="48"/>
                  <a:pt x="330" y="50"/>
                </a:cubicBezTo>
                <a:cubicBezTo>
                  <a:pt x="333" y="51"/>
                  <a:pt x="334" y="52"/>
                  <a:pt x="334" y="54"/>
                </a:cubicBezTo>
                <a:cubicBezTo>
                  <a:pt x="334" y="56"/>
                  <a:pt x="333" y="57"/>
                  <a:pt x="330" y="59"/>
                </a:cubicBezTo>
                <a:cubicBezTo>
                  <a:pt x="328" y="60"/>
                  <a:pt x="325" y="61"/>
                  <a:pt x="320" y="61"/>
                </a:cubicBezTo>
                <a:cubicBezTo>
                  <a:pt x="316" y="61"/>
                  <a:pt x="313" y="60"/>
                  <a:pt x="310" y="59"/>
                </a:cubicBezTo>
                <a:cubicBezTo>
                  <a:pt x="308" y="57"/>
                  <a:pt x="307" y="56"/>
                  <a:pt x="307" y="54"/>
                </a:cubicBezTo>
                <a:close/>
                <a:moveTo>
                  <a:pt x="308" y="55"/>
                </a:moveTo>
                <a:cubicBezTo>
                  <a:pt x="308" y="56"/>
                  <a:pt x="309" y="57"/>
                  <a:pt x="311" y="57"/>
                </a:cubicBezTo>
                <a:cubicBezTo>
                  <a:pt x="313" y="58"/>
                  <a:pt x="316" y="58"/>
                  <a:pt x="320" y="58"/>
                </a:cubicBezTo>
                <a:cubicBezTo>
                  <a:pt x="325" y="58"/>
                  <a:pt x="328" y="58"/>
                  <a:pt x="330" y="57"/>
                </a:cubicBezTo>
                <a:cubicBezTo>
                  <a:pt x="332" y="56"/>
                  <a:pt x="333" y="55"/>
                  <a:pt x="333" y="54"/>
                </a:cubicBezTo>
                <a:cubicBezTo>
                  <a:pt x="333" y="53"/>
                  <a:pt x="332" y="52"/>
                  <a:pt x="330" y="51"/>
                </a:cubicBezTo>
                <a:cubicBezTo>
                  <a:pt x="328" y="50"/>
                  <a:pt x="325" y="50"/>
                  <a:pt x="321" y="50"/>
                </a:cubicBezTo>
                <a:cubicBezTo>
                  <a:pt x="316" y="50"/>
                  <a:pt x="313" y="51"/>
                  <a:pt x="311" y="52"/>
                </a:cubicBezTo>
                <a:cubicBezTo>
                  <a:pt x="309" y="52"/>
                  <a:pt x="308" y="53"/>
                  <a:pt x="308" y="55"/>
                </a:cubicBezTo>
                <a:close/>
              </a:path>
              <a:path w="336" h="189">
                <a:moveTo>
                  <a:pt x="310" y="75"/>
                </a:moveTo>
                <a:lnTo>
                  <a:pt x="310" y="71"/>
                </a:lnTo>
                <a:lnTo>
                  <a:pt x="329" y="63"/>
                </a:lnTo>
                <a:lnTo>
                  <a:pt x="314" y="63"/>
                </a:lnTo>
                <a:cubicBezTo>
                  <a:pt x="313" y="63"/>
                  <a:pt x="312" y="63"/>
                  <a:pt x="311" y="63"/>
                </a:cubicBezTo>
                <a:cubicBezTo>
                  <a:pt x="311" y="63"/>
                  <a:pt x="310" y="64"/>
                  <a:pt x="310" y="64"/>
                </a:cubicBezTo>
                <a:lnTo>
                  <a:pt x="310" y="65"/>
                </a:lnTo>
                <a:lnTo>
                  <a:pt x="310" y="60"/>
                </a:lnTo>
                <a:lnTo>
                  <a:pt x="310" y="61"/>
                </a:lnTo>
                <a:cubicBezTo>
                  <a:pt x="310" y="61"/>
                  <a:pt x="311" y="62"/>
                  <a:pt x="311" y="62"/>
                </a:cubicBezTo>
                <a:cubicBezTo>
                  <a:pt x="312" y="62"/>
                  <a:pt x="313" y="62"/>
                  <a:pt x="314" y="62"/>
                </a:cubicBezTo>
                <a:lnTo>
                  <a:pt x="336" y="62"/>
                </a:lnTo>
                <a:lnTo>
                  <a:pt x="315" y="71"/>
                </a:lnTo>
                <a:lnTo>
                  <a:pt x="332" y="71"/>
                </a:lnTo>
                <a:cubicBezTo>
                  <a:pt x="333" y="71"/>
                  <a:pt x="334" y="71"/>
                  <a:pt x="335" y="70"/>
                </a:cubicBezTo>
                <a:cubicBezTo>
                  <a:pt x="335" y="70"/>
                  <a:pt x="335" y="70"/>
                  <a:pt x="335" y="69"/>
                </a:cubicBezTo>
                <a:lnTo>
                  <a:pt x="336" y="69"/>
                </a:lnTo>
                <a:lnTo>
                  <a:pt x="336" y="73"/>
                </a:lnTo>
                <a:lnTo>
                  <a:pt x="335" y="73"/>
                </a:lnTo>
                <a:cubicBezTo>
                  <a:pt x="335" y="72"/>
                  <a:pt x="335" y="72"/>
                  <a:pt x="334" y="72"/>
                </a:cubicBezTo>
                <a:cubicBezTo>
                  <a:pt x="334" y="72"/>
                  <a:pt x="333" y="72"/>
                  <a:pt x="332" y="72"/>
                </a:cubicBezTo>
                <a:lnTo>
                  <a:pt x="313" y="72"/>
                </a:lnTo>
                <a:cubicBezTo>
                  <a:pt x="312" y="72"/>
                  <a:pt x="312" y="73"/>
                  <a:pt x="311" y="73"/>
                </a:cubicBezTo>
                <a:cubicBezTo>
                  <a:pt x="311" y="73"/>
                  <a:pt x="311" y="73"/>
                  <a:pt x="311" y="74"/>
                </a:cubicBezTo>
                <a:cubicBezTo>
                  <a:pt x="311" y="74"/>
                  <a:pt x="311" y="74"/>
                  <a:pt x="311" y="75"/>
                </a:cubicBezTo>
                <a:lnTo>
                  <a:pt x="310" y="75"/>
                </a:lnTo>
                <a:close/>
              </a:path>
              <a:path w="336" h="189">
                <a:moveTo>
                  <a:pt x="301" y="38"/>
                </a:moveTo>
                <a:cubicBezTo>
                  <a:pt x="300" y="36"/>
                  <a:pt x="301" y="34"/>
                  <a:pt x="303" y="32"/>
                </a:cubicBezTo>
                <a:cubicBezTo>
                  <a:pt x="305" y="30"/>
                  <a:pt x="307" y="28"/>
                  <a:pt x="311" y="27"/>
                </a:cubicBezTo>
                <a:cubicBezTo>
                  <a:pt x="315" y="25"/>
                  <a:pt x="318" y="25"/>
                  <a:pt x="321" y="25"/>
                </a:cubicBezTo>
                <a:cubicBezTo>
                  <a:pt x="324" y="25"/>
                  <a:pt x="326" y="26"/>
                  <a:pt x="326" y="27"/>
                </a:cubicBezTo>
                <a:cubicBezTo>
                  <a:pt x="327" y="29"/>
                  <a:pt x="326" y="31"/>
                  <a:pt x="325" y="33"/>
                </a:cubicBezTo>
                <a:cubicBezTo>
                  <a:pt x="323" y="35"/>
                  <a:pt x="320" y="37"/>
                  <a:pt x="316" y="39"/>
                </a:cubicBezTo>
                <a:cubicBezTo>
                  <a:pt x="312" y="40"/>
                  <a:pt x="309" y="41"/>
                  <a:pt x="306" y="41"/>
                </a:cubicBezTo>
                <a:cubicBezTo>
                  <a:pt x="303" y="40"/>
                  <a:pt x="302" y="39"/>
                  <a:pt x="301" y="38"/>
                </a:cubicBezTo>
                <a:close/>
                <a:moveTo>
                  <a:pt x="302" y="38"/>
                </a:moveTo>
                <a:cubicBezTo>
                  <a:pt x="303" y="39"/>
                  <a:pt x="304" y="39"/>
                  <a:pt x="306" y="39"/>
                </a:cubicBezTo>
                <a:cubicBezTo>
                  <a:pt x="308" y="39"/>
                  <a:pt x="311" y="38"/>
                  <a:pt x="315" y="37"/>
                </a:cubicBezTo>
                <a:cubicBezTo>
                  <a:pt x="319" y="35"/>
                  <a:pt x="322" y="33"/>
                  <a:pt x="324" y="31"/>
                </a:cubicBezTo>
                <a:cubicBezTo>
                  <a:pt x="325" y="30"/>
                  <a:pt x="326" y="29"/>
                  <a:pt x="325" y="28"/>
                </a:cubicBezTo>
                <a:cubicBezTo>
                  <a:pt x="325" y="27"/>
                  <a:pt x="323" y="26"/>
                  <a:pt x="321" y="26"/>
                </a:cubicBezTo>
                <a:cubicBezTo>
                  <a:pt x="319" y="26"/>
                  <a:pt x="316" y="27"/>
                  <a:pt x="312" y="29"/>
                </a:cubicBezTo>
                <a:cubicBezTo>
                  <a:pt x="308" y="30"/>
                  <a:pt x="305" y="32"/>
                  <a:pt x="304" y="34"/>
                </a:cubicBezTo>
                <a:cubicBezTo>
                  <a:pt x="302" y="35"/>
                  <a:pt x="302" y="36"/>
                  <a:pt x="302" y="38"/>
                </a:cubicBezTo>
                <a:close/>
              </a:path>
              <a:path w="336" h="189">
                <a:moveTo>
                  <a:pt x="323" y="35"/>
                </a:moveTo>
                <a:lnTo>
                  <a:pt x="324" y="35"/>
                </a:lnTo>
                <a:lnTo>
                  <a:pt x="331" y="35"/>
                </a:lnTo>
                <a:lnTo>
                  <a:pt x="332" y="45"/>
                </a:lnTo>
                <a:cubicBezTo>
                  <a:pt x="331" y="44"/>
                  <a:pt x="331" y="44"/>
                  <a:pt x="330" y="44"/>
                </a:cubicBezTo>
                <a:cubicBezTo>
                  <a:pt x="330" y="44"/>
                  <a:pt x="329" y="44"/>
                  <a:pt x="327" y="44"/>
                </a:cubicBezTo>
                <a:lnTo>
                  <a:pt x="311" y="47"/>
                </a:lnTo>
                <a:cubicBezTo>
                  <a:pt x="309" y="47"/>
                  <a:pt x="308" y="47"/>
                  <a:pt x="308" y="47"/>
                </a:cubicBezTo>
                <a:cubicBezTo>
                  <a:pt x="307" y="48"/>
                  <a:pt x="307" y="48"/>
                  <a:pt x="307" y="49"/>
                </a:cubicBezTo>
                <a:lnTo>
                  <a:pt x="306" y="49"/>
                </a:lnTo>
                <a:lnTo>
                  <a:pt x="305" y="43"/>
                </a:lnTo>
                <a:lnTo>
                  <a:pt x="306" y="43"/>
                </a:lnTo>
                <a:cubicBezTo>
                  <a:pt x="306" y="44"/>
                  <a:pt x="306" y="44"/>
                  <a:pt x="307" y="45"/>
                </a:cubicBezTo>
                <a:cubicBezTo>
                  <a:pt x="307" y="45"/>
                  <a:pt x="307" y="45"/>
                  <a:pt x="308" y="45"/>
                </a:cubicBezTo>
                <a:cubicBezTo>
                  <a:pt x="308" y="45"/>
                  <a:pt x="309" y="45"/>
                  <a:pt x="311" y="45"/>
                </a:cubicBezTo>
                <a:lnTo>
                  <a:pt x="327" y="42"/>
                </a:lnTo>
                <a:cubicBezTo>
                  <a:pt x="328" y="42"/>
                  <a:pt x="329" y="42"/>
                  <a:pt x="329" y="42"/>
                </a:cubicBezTo>
                <a:cubicBezTo>
                  <a:pt x="330" y="41"/>
                  <a:pt x="330" y="41"/>
                  <a:pt x="330" y="41"/>
                </a:cubicBezTo>
                <a:cubicBezTo>
                  <a:pt x="330" y="41"/>
                  <a:pt x="330" y="40"/>
                  <a:pt x="330" y="40"/>
                </a:cubicBezTo>
                <a:lnTo>
                  <a:pt x="330" y="39"/>
                </a:lnTo>
                <a:cubicBezTo>
                  <a:pt x="330" y="38"/>
                  <a:pt x="329" y="37"/>
                  <a:pt x="329" y="37"/>
                </a:cubicBezTo>
                <a:cubicBezTo>
                  <a:pt x="329" y="36"/>
                  <a:pt x="328" y="36"/>
                  <a:pt x="327" y="36"/>
                </a:cubicBezTo>
                <a:cubicBezTo>
                  <a:pt x="326" y="36"/>
                  <a:pt x="325" y="35"/>
                  <a:pt x="323" y="35"/>
                </a:cubicBezTo>
                <a:close/>
              </a:path>
              <a:path w="336" h="189">
                <a:moveTo>
                  <a:pt x="286" y="18"/>
                </a:moveTo>
                <a:lnTo>
                  <a:pt x="283" y="14"/>
                </a:lnTo>
                <a:lnTo>
                  <a:pt x="284" y="14"/>
                </a:lnTo>
                <a:cubicBezTo>
                  <a:pt x="284" y="14"/>
                  <a:pt x="284" y="14"/>
                  <a:pt x="285" y="14"/>
                </a:cubicBezTo>
                <a:cubicBezTo>
                  <a:pt x="285" y="14"/>
                  <a:pt x="285" y="14"/>
                  <a:pt x="286" y="14"/>
                </a:cubicBezTo>
                <a:cubicBezTo>
                  <a:pt x="287" y="14"/>
                  <a:pt x="288" y="14"/>
                  <a:pt x="289" y="13"/>
                </a:cubicBezTo>
                <a:lnTo>
                  <a:pt x="298" y="9"/>
                </a:lnTo>
                <a:lnTo>
                  <a:pt x="303" y="4"/>
                </a:lnTo>
                <a:cubicBezTo>
                  <a:pt x="304" y="3"/>
                  <a:pt x="305" y="3"/>
                  <a:pt x="305" y="2"/>
                </a:cubicBezTo>
                <a:cubicBezTo>
                  <a:pt x="306" y="2"/>
                  <a:pt x="306" y="1"/>
                  <a:pt x="305" y="1"/>
                </a:cubicBezTo>
                <a:lnTo>
                  <a:pt x="305" y="0"/>
                </a:lnTo>
                <a:lnTo>
                  <a:pt x="309" y="4"/>
                </a:lnTo>
                <a:lnTo>
                  <a:pt x="309" y="5"/>
                </a:lnTo>
                <a:lnTo>
                  <a:pt x="308" y="4"/>
                </a:lnTo>
                <a:cubicBezTo>
                  <a:pt x="308" y="4"/>
                  <a:pt x="307" y="4"/>
                  <a:pt x="307" y="4"/>
                </a:cubicBezTo>
                <a:cubicBezTo>
                  <a:pt x="306" y="4"/>
                  <a:pt x="306" y="5"/>
                  <a:pt x="304" y="6"/>
                </a:cubicBezTo>
                <a:lnTo>
                  <a:pt x="300" y="10"/>
                </a:lnTo>
                <a:lnTo>
                  <a:pt x="294" y="20"/>
                </a:lnTo>
                <a:cubicBezTo>
                  <a:pt x="293" y="21"/>
                  <a:pt x="293" y="22"/>
                  <a:pt x="293" y="22"/>
                </a:cubicBezTo>
                <a:cubicBezTo>
                  <a:pt x="293" y="23"/>
                  <a:pt x="293" y="23"/>
                  <a:pt x="292" y="24"/>
                </a:cubicBezTo>
                <a:cubicBezTo>
                  <a:pt x="292" y="24"/>
                  <a:pt x="293" y="24"/>
                  <a:pt x="293" y="24"/>
                </a:cubicBezTo>
                <a:lnTo>
                  <a:pt x="292" y="25"/>
                </a:lnTo>
                <a:lnTo>
                  <a:pt x="288" y="21"/>
                </a:lnTo>
                <a:lnTo>
                  <a:pt x="289" y="20"/>
                </a:lnTo>
                <a:cubicBezTo>
                  <a:pt x="289" y="21"/>
                  <a:pt x="290" y="21"/>
                  <a:pt x="290" y="21"/>
                </a:cubicBezTo>
                <a:cubicBezTo>
                  <a:pt x="290" y="21"/>
                  <a:pt x="291" y="20"/>
                  <a:pt x="291" y="20"/>
                </a:cubicBezTo>
                <a:cubicBezTo>
                  <a:pt x="292" y="20"/>
                  <a:pt x="292" y="19"/>
                  <a:pt x="293" y="18"/>
                </a:cubicBezTo>
                <a:lnTo>
                  <a:pt x="297" y="10"/>
                </a:lnTo>
                <a:lnTo>
                  <a:pt x="290" y="14"/>
                </a:lnTo>
                <a:cubicBezTo>
                  <a:pt x="288" y="14"/>
                  <a:pt x="288" y="15"/>
                  <a:pt x="287" y="15"/>
                </a:cubicBezTo>
                <a:cubicBezTo>
                  <a:pt x="287" y="15"/>
                  <a:pt x="287" y="16"/>
                  <a:pt x="286" y="16"/>
                </a:cubicBezTo>
                <a:cubicBezTo>
                  <a:pt x="286" y="16"/>
                  <a:pt x="286" y="16"/>
                  <a:pt x="286" y="17"/>
                </a:cubicBezTo>
                <a:cubicBezTo>
                  <a:pt x="286" y="17"/>
                  <a:pt x="286" y="17"/>
                  <a:pt x="287" y="17"/>
                </a:cubicBezTo>
                <a:lnTo>
                  <a:pt x="286" y="18"/>
                </a:lnTo>
                <a:close/>
              </a:path>
              <a:path w="336" h="189">
                <a:moveTo>
                  <a:pt x="35" y="20"/>
                </a:moveTo>
                <a:lnTo>
                  <a:pt x="32" y="25"/>
                </a:lnTo>
                <a:lnTo>
                  <a:pt x="39" y="29"/>
                </a:lnTo>
                <a:cubicBezTo>
                  <a:pt x="40" y="29"/>
                  <a:pt x="41" y="30"/>
                  <a:pt x="41" y="30"/>
                </a:cubicBezTo>
                <a:cubicBezTo>
                  <a:pt x="42" y="30"/>
                  <a:pt x="42" y="30"/>
                  <a:pt x="42" y="30"/>
                </a:cubicBezTo>
                <a:cubicBezTo>
                  <a:pt x="43" y="30"/>
                  <a:pt x="43" y="30"/>
                  <a:pt x="43" y="29"/>
                </a:cubicBezTo>
                <a:lnTo>
                  <a:pt x="44" y="29"/>
                </a:lnTo>
                <a:lnTo>
                  <a:pt x="41" y="34"/>
                </a:lnTo>
                <a:lnTo>
                  <a:pt x="41" y="33"/>
                </a:lnTo>
                <a:cubicBezTo>
                  <a:pt x="41" y="33"/>
                  <a:pt x="41" y="33"/>
                  <a:pt x="41" y="33"/>
                </a:cubicBezTo>
                <a:cubicBezTo>
                  <a:pt x="41" y="32"/>
                  <a:pt x="41" y="32"/>
                  <a:pt x="40" y="32"/>
                </a:cubicBezTo>
                <a:cubicBezTo>
                  <a:pt x="40" y="31"/>
                  <a:pt x="39" y="31"/>
                  <a:pt x="38" y="30"/>
                </a:cubicBezTo>
                <a:lnTo>
                  <a:pt x="23" y="22"/>
                </a:lnTo>
                <a:cubicBezTo>
                  <a:pt x="22" y="21"/>
                  <a:pt x="21" y="21"/>
                  <a:pt x="21" y="21"/>
                </a:cubicBezTo>
                <a:cubicBezTo>
                  <a:pt x="21" y="21"/>
                  <a:pt x="20" y="21"/>
                  <a:pt x="20" y="21"/>
                </a:cubicBezTo>
                <a:cubicBezTo>
                  <a:pt x="19" y="21"/>
                  <a:pt x="19" y="21"/>
                  <a:pt x="19" y="21"/>
                </a:cubicBezTo>
                <a:lnTo>
                  <a:pt x="19" y="22"/>
                </a:lnTo>
                <a:lnTo>
                  <a:pt x="18" y="21"/>
                </a:lnTo>
                <a:lnTo>
                  <a:pt x="21" y="17"/>
                </a:lnTo>
                <a:lnTo>
                  <a:pt x="22" y="17"/>
                </a:lnTo>
                <a:lnTo>
                  <a:pt x="21" y="17"/>
                </a:lnTo>
                <a:cubicBezTo>
                  <a:pt x="21" y="18"/>
                  <a:pt x="21" y="18"/>
                  <a:pt x="22" y="19"/>
                </a:cubicBezTo>
                <a:cubicBezTo>
                  <a:pt x="22" y="19"/>
                  <a:pt x="23" y="20"/>
                  <a:pt x="24" y="20"/>
                </a:cubicBezTo>
                <a:lnTo>
                  <a:pt x="31" y="24"/>
                </a:lnTo>
                <a:lnTo>
                  <a:pt x="34" y="19"/>
                </a:lnTo>
                <a:lnTo>
                  <a:pt x="27" y="15"/>
                </a:lnTo>
                <a:cubicBezTo>
                  <a:pt x="26" y="15"/>
                  <a:pt x="25" y="14"/>
                  <a:pt x="25" y="14"/>
                </a:cubicBezTo>
                <a:cubicBezTo>
                  <a:pt x="24" y="14"/>
                  <a:pt x="24" y="14"/>
                  <a:pt x="24" y="14"/>
                </a:cubicBezTo>
                <a:cubicBezTo>
                  <a:pt x="23" y="14"/>
                  <a:pt x="23" y="14"/>
                  <a:pt x="23" y="14"/>
                </a:cubicBezTo>
                <a:lnTo>
                  <a:pt x="23" y="15"/>
                </a:lnTo>
                <a:lnTo>
                  <a:pt x="22" y="15"/>
                </a:lnTo>
                <a:lnTo>
                  <a:pt x="25" y="10"/>
                </a:lnTo>
                <a:cubicBezTo>
                  <a:pt x="25" y="11"/>
                  <a:pt x="25" y="11"/>
                  <a:pt x="25" y="12"/>
                </a:cubicBezTo>
                <a:cubicBezTo>
                  <a:pt x="26" y="12"/>
                  <a:pt x="27" y="13"/>
                  <a:pt x="28" y="14"/>
                </a:cubicBezTo>
                <a:lnTo>
                  <a:pt x="43" y="22"/>
                </a:lnTo>
                <a:cubicBezTo>
                  <a:pt x="44" y="22"/>
                  <a:pt x="45" y="23"/>
                  <a:pt x="45" y="23"/>
                </a:cubicBezTo>
                <a:cubicBezTo>
                  <a:pt x="45" y="23"/>
                  <a:pt x="46" y="23"/>
                  <a:pt x="46" y="23"/>
                </a:cubicBezTo>
                <a:cubicBezTo>
                  <a:pt x="46" y="23"/>
                  <a:pt x="47" y="23"/>
                  <a:pt x="47" y="23"/>
                </a:cubicBezTo>
                <a:lnTo>
                  <a:pt x="47" y="22"/>
                </a:lnTo>
                <a:lnTo>
                  <a:pt x="48" y="22"/>
                </a:lnTo>
                <a:lnTo>
                  <a:pt x="45" y="27"/>
                </a:lnTo>
                <a:lnTo>
                  <a:pt x="44" y="27"/>
                </a:lnTo>
                <a:lnTo>
                  <a:pt x="45" y="27"/>
                </a:lnTo>
                <a:cubicBezTo>
                  <a:pt x="45" y="26"/>
                  <a:pt x="45" y="26"/>
                  <a:pt x="45" y="26"/>
                </a:cubicBezTo>
                <a:cubicBezTo>
                  <a:pt x="45" y="25"/>
                  <a:pt x="44" y="25"/>
                  <a:pt x="44" y="25"/>
                </a:cubicBezTo>
                <a:cubicBezTo>
                  <a:pt x="44" y="25"/>
                  <a:pt x="43" y="24"/>
                  <a:pt x="42" y="23"/>
                </a:cubicBezTo>
                <a:lnTo>
                  <a:pt x="35" y="20"/>
                </a:lnTo>
                <a:close/>
              </a:path>
              <a:path w="336" h="189">
                <a:moveTo>
                  <a:pt x="36" y="43"/>
                </a:moveTo>
                <a:lnTo>
                  <a:pt x="36" y="43"/>
                </a:lnTo>
                <a:lnTo>
                  <a:pt x="34" y="47"/>
                </a:lnTo>
                <a:lnTo>
                  <a:pt x="33" y="47"/>
                </a:lnTo>
                <a:lnTo>
                  <a:pt x="34" y="47"/>
                </a:lnTo>
                <a:cubicBezTo>
                  <a:pt x="34" y="46"/>
                  <a:pt x="34" y="46"/>
                  <a:pt x="33" y="45"/>
                </a:cubicBezTo>
                <a:cubicBezTo>
                  <a:pt x="33" y="45"/>
                  <a:pt x="32" y="44"/>
                  <a:pt x="31" y="43"/>
                </a:cubicBezTo>
                <a:lnTo>
                  <a:pt x="21" y="38"/>
                </a:lnTo>
                <a:cubicBezTo>
                  <a:pt x="19" y="37"/>
                  <a:pt x="17" y="36"/>
                  <a:pt x="16" y="35"/>
                </a:cubicBezTo>
                <a:cubicBezTo>
                  <a:pt x="15" y="34"/>
                  <a:pt x="14" y="33"/>
                  <a:pt x="14" y="32"/>
                </a:cubicBezTo>
                <a:cubicBezTo>
                  <a:pt x="13" y="30"/>
                  <a:pt x="13" y="29"/>
                  <a:pt x="14" y="28"/>
                </a:cubicBezTo>
                <a:cubicBezTo>
                  <a:pt x="14" y="27"/>
                  <a:pt x="15" y="26"/>
                  <a:pt x="17" y="26"/>
                </a:cubicBezTo>
                <a:cubicBezTo>
                  <a:pt x="18" y="26"/>
                  <a:pt x="19" y="26"/>
                  <a:pt x="21" y="27"/>
                </a:cubicBezTo>
                <a:cubicBezTo>
                  <a:pt x="22" y="27"/>
                  <a:pt x="24" y="28"/>
                  <a:pt x="27" y="30"/>
                </a:cubicBezTo>
                <a:lnTo>
                  <a:pt x="36" y="35"/>
                </a:lnTo>
                <a:cubicBezTo>
                  <a:pt x="37" y="35"/>
                  <a:pt x="38" y="36"/>
                  <a:pt x="39" y="36"/>
                </a:cubicBezTo>
                <a:cubicBezTo>
                  <a:pt x="39" y="36"/>
                  <a:pt x="40" y="36"/>
                  <a:pt x="40" y="35"/>
                </a:cubicBezTo>
                <a:lnTo>
                  <a:pt x="41" y="35"/>
                </a:lnTo>
                <a:lnTo>
                  <a:pt x="38" y="40"/>
                </a:lnTo>
                <a:lnTo>
                  <a:pt x="37" y="40"/>
                </a:lnTo>
                <a:lnTo>
                  <a:pt x="38" y="39"/>
                </a:lnTo>
                <a:cubicBezTo>
                  <a:pt x="38" y="39"/>
                  <a:pt x="38" y="38"/>
                  <a:pt x="37" y="38"/>
                </a:cubicBezTo>
                <a:cubicBezTo>
                  <a:pt x="37" y="37"/>
                  <a:pt x="36" y="37"/>
                  <a:pt x="35" y="36"/>
                </a:cubicBezTo>
                <a:lnTo>
                  <a:pt x="25" y="31"/>
                </a:lnTo>
                <a:cubicBezTo>
                  <a:pt x="24" y="30"/>
                  <a:pt x="23" y="30"/>
                  <a:pt x="22" y="29"/>
                </a:cubicBezTo>
                <a:cubicBezTo>
                  <a:pt x="20" y="28"/>
                  <a:pt x="19" y="28"/>
                  <a:pt x="19" y="28"/>
                </a:cubicBezTo>
                <a:cubicBezTo>
                  <a:pt x="18" y="28"/>
                  <a:pt x="17" y="28"/>
                  <a:pt x="17" y="28"/>
                </a:cubicBezTo>
                <a:cubicBezTo>
                  <a:pt x="16" y="28"/>
                  <a:pt x="15" y="29"/>
                  <a:pt x="15" y="29"/>
                </a:cubicBezTo>
                <a:cubicBezTo>
                  <a:pt x="15" y="30"/>
                  <a:pt x="15" y="31"/>
                  <a:pt x="15" y="32"/>
                </a:cubicBezTo>
                <a:cubicBezTo>
                  <a:pt x="15" y="33"/>
                  <a:pt x="16" y="33"/>
                  <a:pt x="17" y="34"/>
                </a:cubicBezTo>
                <a:cubicBezTo>
                  <a:pt x="18" y="35"/>
                  <a:pt x="19" y="36"/>
                  <a:pt x="22" y="37"/>
                </a:cubicBezTo>
                <a:lnTo>
                  <a:pt x="31" y="43"/>
                </a:lnTo>
                <a:cubicBezTo>
                  <a:pt x="33" y="43"/>
                  <a:pt x="34" y="44"/>
                  <a:pt x="34" y="44"/>
                </a:cubicBezTo>
                <a:cubicBezTo>
                  <a:pt x="35" y="44"/>
                  <a:pt x="35" y="44"/>
                  <a:pt x="35" y="43"/>
                </a:cubicBezTo>
                <a:lnTo>
                  <a:pt x="36" y="43"/>
                </a:lnTo>
                <a:close/>
              </a:path>
              <a:path w="336" h="189">
                <a:moveTo>
                  <a:pt x="15" y="45"/>
                </a:moveTo>
                <a:lnTo>
                  <a:pt x="16" y="40"/>
                </a:lnTo>
                <a:lnTo>
                  <a:pt x="13" y="38"/>
                </a:lnTo>
                <a:cubicBezTo>
                  <a:pt x="12" y="37"/>
                  <a:pt x="11" y="37"/>
                  <a:pt x="11" y="37"/>
                </a:cubicBezTo>
                <a:cubicBezTo>
                  <a:pt x="11" y="37"/>
                  <a:pt x="10" y="37"/>
                  <a:pt x="10" y="37"/>
                </a:cubicBezTo>
                <a:cubicBezTo>
                  <a:pt x="9" y="37"/>
                  <a:pt x="9" y="37"/>
                  <a:pt x="9" y="38"/>
                </a:cubicBezTo>
                <a:lnTo>
                  <a:pt x="8" y="37"/>
                </a:lnTo>
                <a:lnTo>
                  <a:pt x="10" y="33"/>
                </a:lnTo>
                <a:lnTo>
                  <a:pt x="10" y="34"/>
                </a:lnTo>
                <a:cubicBezTo>
                  <a:pt x="10" y="34"/>
                  <a:pt x="10" y="35"/>
                  <a:pt x="11" y="35"/>
                </a:cubicBezTo>
                <a:cubicBezTo>
                  <a:pt x="11" y="36"/>
                  <a:pt x="12" y="36"/>
                  <a:pt x="14" y="37"/>
                </a:cubicBezTo>
                <a:lnTo>
                  <a:pt x="32" y="50"/>
                </a:lnTo>
                <a:lnTo>
                  <a:pt x="10" y="46"/>
                </a:lnTo>
                <a:cubicBezTo>
                  <a:pt x="8" y="46"/>
                  <a:pt x="7" y="46"/>
                  <a:pt x="7" y="46"/>
                </a:cubicBezTo>
                <a:cubicBezTo>
                  <a:pt x="6" y="46"/>
                  <a:pt x="6" y="46"/>
                  <a:pt x="5" y="47"/>
                </a:cubicBezTo>
                <a:lnTo>
                  <a:pt x="5" y="46"/>
                </a:lnTo>
                <a:lnTo>
                  <a:pt x="6" y="42"/>
                </a:lnTo>
                <a:lnTo>
                  <a:pt x="7" y="42"/>
                </a:lnTo>
                <a:cubicBezTo>
                  <a:pt x="7" y="42"/>
                  <a:pt x="7" y="43"/>
                  <a:pt x="7" y="43"/>
                </a:cubicBezTo>
                <a:cubicBezTo>
                  <a:pt x="7" y="43"/>
                  <a:pt x="8" y="44"/>
                  <a:pt x="8" y="44"/>
                </a:cubicBezTo>
                <a:cubicBezTo>
                  <a:pt x="9" y="44"/>
                  <a:pt x="10" y="44"/>
                  <a:pt x="11" y="44"/>
                </a:cubicBezTo>
                <a:lnTo>
                  <a:pt x="15" y="45"/>
                </a:lnTo>
                <a:close/>
                <a:moveTo>
                  <a:pt x="16" y="45"/>
                </a:moveTo>
                <a:lnTo>
                  <a:pt x="27" y="47"/>
                </a:lnTo>
                <a:lnTo>
                  <a:pt x="18" y="41"/>
                </a:lnTo>
                <a:lnTo>
                  <a:pt x="16" y="45"/>
                </a:lnTo>
                <a:close/>
              </a:path>
              <a:path w="336" h="189">
                <a:moveTo>
                  <a:pt x="29" y="62"/>
                </a:moveTo>
                <a:lnTo>
                  <a:pt x="5" y="52"/>
                </a:lnTo>
                <a:lnTo>
                  <a:pt x="5" y="57"/>
                </a:lnTo>
                <a:cubicBezTo>
                  <a:pt x="5" y="58"/>
                  <a:pt x="5" y="59"/>
                  <a:pt x="6" y="59"/>
                </a:cubicBezTo>
                <a:cubicBezTo>
                  <a:pt x="6" y="60"/>
                  <a:pt x="8" y="60"/>
                  <a:pt x="10" y="61"/>
                </a:cubicBezTo>
                <a:lnTo>
                  <a:pt x="3" y="60"/>
                </a:lnTo>
                <a:lnTo>
                  <a:pt x="4" y="49"/>
                </a:lnTo>
                <a:lnTo>
                  <a:pt x="28" y="59"/>
                </a:lnTo>
                <a:lnTo>
                  <a:pt x="28" y="55"/>
                </a:lnTo>
                <a:cubicBezTo>
                  <a:pt x="28" y="54"/>
                  <a:pt x="28" y="53"/>
                  <a:pt x="28" y="53"/>
                </a:cubicBezTo>
                <a:cubicBezTo>
                  <a:pt x="27" y="53"/>
                  <a:pt x="27" y="53"/>
                  <a:pt x="26" y="52"/>
                </a:cubicBezTo>
                <a:cubicBezTo>
                  <a:pt x="26" y="52"/>
                  <a:pt x="25" y="52"/>
                  <a:pt x="23" y="52"/>
                </a:cubicBezTo>
                <a:lnTo>
                  <a:pt x="23" y="51"/>
                </a:lnTo>
                <a:lnTo>
                  <a:pt x="30" y="52"/>
                </a:lnTo>
                <a:lnTo>
                  <a:pt x="29" y="62"/>
                </a:lnTo>
                <a:close/>
              </a:path>
              <a:path w="336" h="189">
                <a:moveTo>
                  <a:pt x="29" y="82"/>
                </a:moveTo>
                <a:cubicBezTo>
                  <a:pt x="29" y="84"/>
                  <a:pt x="28" y="85"/>
                  <a:pt x="25" y="87"/>
                </a:cubicBezTo>
                <a:cubicBezTo>
                  <a:pt x="22" y="88"/>
                  <a:pt x="19" y="89"/>
                  <a:pt x="15" y="89"/>
                </a:cubicBezTo>
                <a:cubicBezTo>
                  <a:pt x="11" y="89"/>
                  <a:pt x="8" y="89"/>
                  <a:pt x="5" y="87"/>
                </a:cubicBezTo>
                <a:cubicBezTo>
                  <a:pt x="3" y="86"/>
                  <a:pt x="1" y="85"/>
                  <a:pt x="1" y="83"/>
                </a:cubicBezTo>
                <a:cubicBezTo>
                  <a:pt x="1" y="81"/>
                  <a:pt x="2" y="80"/>
                  <a:pt x="5" y="78"/>
                </a:cubicBezTo>
                <a:cubicBezTo>
                  <a:pt x="7" y="77"/>
                  <a:pt x="11" y="76"/>
                  <a:pt x="15" y="76"/>
                </a:cubicBezTo>
                <a:cubicBezTo>
                  <a:pt x="19" y="76"/>
                  <a:pt x="22" y="77"/>
                  <a:pt x="25" y="78"/>
                </a:cubicBezTo>
                <a:cubicBezTo>
                  <a:pt x="27" y="79"/>
                  <a:pt x="29" y="80"/>
                  <a:pt x="29" y="82"/>
                </a:cubicBezTo>
                <a:close/>
                <a:moveTo>
                  <a:pt x="27" y="82"/>
                </a:moveTo>
                <a:cubicBezTo>
                  <a:pt x="27" y="81"/>
                  <a:pt x="26" y="80"/>
                  <a:pt x="25" y="79"/>
                </a:cubicBezTo>
                <a:cubicBezTo>
                  <a:pt x="22" y="78"/>
                  <a:pt x="19" y="78"/>
                  <a:pt x="15" y="78"/>
                </a:cubicBezTo>
                <a:cubicBezTo>
                  <a:pt x="11" y="79"/>
                  <a:pt x="7" y="79"/>
                  <a:pt x="5" y="80"/>
                </a:cubicBezTo>
                <a:cubicBezTo>
                  <a:pt x="3" y="81"/>
                  <a:pt x="2" y="82"/>
                  <a:pt x="3" y="83"/>
                </a:cubicBezTo>
                <a:cubicBezTo>
                  <a:pt x="3" y="84"/>
                  <a:pt x="4" y="85"/>
                  <a:pt x="6" y="86"/>
                </a:cubicBezTo>
                <a:cubicBezTo>
                  <a:pt x="8" y="87"/>
                  <a:pt x="11" y="87"/>
                  <a:pt x="15" y="87"/>
                </a:cubicBezTo>
                <a:cubicBezTo>
                  <a:pt x="19" y="87"/>
                  <a:pt x="23" y="86"/>
                  <a:pt x="25" y="85"/>
                </a:cubicBezTo>
                <a:cubicBezTo>
                  <a:pt x="26" y="84"/>
                  <a:pt x="27" y="83"/>
                  <a:pt x="27" y="82"/>
                </a:cubicBezTo>
                <a:close/>
              </a:path>
              <a:path w="336" h="189">
                <a:moveTo>
                  <a:pt x="16" y="66"/>
                </a:moveTo>
                <a:lnTo>
                  <a:pt x="15" y="72"/>
                </a:lnTo>
                <a:lnTo>
                  <a:pt x="22" y="73"/>
                </a:lnTo>
                <a:cubicBezTo>
                  <a:pt x="24" y="73"/>
                  <a:pt x="24" y="73"/>
                  <a:pt x="25" y="73"/>
                </a:cubicBezTo>
                <a:cubicBezTo>
                  <a:pt x="25" y="73"/>
                  <a:pt x="26" y="73"/>
                  <a:pt x="26" y="73"/>
                </a:cubicBezTo>
                <a:cubicBezTo>
                  <a:pt x="26" y="73"/>
                  <a:pt x="26" y="72"/>
                  <a:pt x="26" y="72"/>
                </a:cubicBezTo>
                <a:lnTo>
                  <a:pt x="27" y="72"/>
                </a:lnTo>
                <a:lnTo>
                  <a:pt x="26" y="77"/>
                </a:lnTo>
                <a:cubicBezTo>
                  <a:pt x="26" y="76"/>
                  <a:pt x="26" y="76"/>
                  <a:pt x="25" y="76"/>
                </a:cubicBezTo>
                <a:cubicBezTo>
                  <a:pt x="25" y="76"/>
                  <a:pt x="25" y="75"/>
                  <a:pt x="25" y="75"/>
                </a:cubicBezTo>
                <a:cubicBezTo>
                  <a:pt x="24" y="75"/>
                  <a:pt x="23" y="75"/>
                  <a:pt x="22" y="75"/>
                </a:cubicBezTo>
                <a:lnTo>
                  <a:pt x="5" y="73"/>
                </a:lnTo>
                <a:cubicBezTo>
                  <a:pt x="4" y="72"/>
                  <a:pt x="3" y="72"/>
                  <a:pt x="3" y="72"/>
                </a:cubicBezTo>
                <a:cubicBezTo>
                  <a:pt x="2" y="72"/>
                  <a:pt x="2" y="72"/>
                  <a:pt x="2" y="73"/>
                </a:cubicBezTo>
                <a:cubicBezTo>
                  <a:pt x="1" y="73"/>
                  <a:pt x="1" y="73"/>
                  <a:pt x="1" y="73"/>
                </a:cubicBezTo>
                <a:lnTo>
                  <a:pt x="1" y="74"/>
                </a:lnTo>
                <a:lnTo>
                  <a:pt x="0" y="74"/>
                </a:lnTo>
                <a:lnTo>
                  <a:pt x="1" y="68"/>
                </a:lnTo>
                <a:lnTo>
                  <a:pt x="2" y="68"/>
                </a:lnTo>
                <a:lnTo>
                  <a:pt x="2" y="69"/>
                </a:lnTo>
                <a:cubicBezTo>
                  <a:pt x="2" y="69"/>
                  <a:pt x="2" y="70"/>
                  <a:pt x="2" y="70"/>
                </a:cubicBezTo>
                <a:cubicBezTo>
                  <a:pt x="3" y="70"/>
                  <a:pt x="4" y="71"/>
                  <a:pt x="5" y="71"/>
                </a:cubicBezTo>
                <a:lnTo>
                  <a:pt x="13" y="72"/>
                </a:lnTo>
                <a:lnTo>
                  <a:pt x="14" y="66"/>
                </a:lnTo>
                <a:lnTo>
                  <a:pt x="6" y="65"/>
                </a:lnTo>
                <a:cubicBezTo>
                  <a:pt x="5" y="65"/>
                  <a:pt x="4" y="65"/>
                  <a:pt x="4" y="65"/>
                </a:cubicBezTo>
                <a:cubicBezTo>
                  <a:pt x="3" y="65"/>
                  <a:pt x="3" y="65"/>
                  <a:pt x="3" y="65"/>
                </a:cubicBezTo>
                <a:cubicBezTo>
                  <a:pt x="2" y="65"/>
                  <a:pt x="2" y="65"/>
                  <a:pt x="2" y="66"/>
                </a:cubicBezTo>
                <a:lnTo>
                  <a:pt x="1" y="66"/>
                </a:lnTo>
                <a:lnTo>
                  <a:pt x="2" y="60"/>
                </a:lnTo>
                <a:lnTo>
                  <a:pt x="3" y="61"/>
                </a:lnTo>
                <a:cubicBezTo>
                  <a:pt x="3" y="62"/>
                  <a:pt x="3" y="62"/>
                  <a:pt x="3" y="62"/>
                </a:cubicBezTo>
                <a:cubicBezTo>
                  <a:pt x="4" y="63"/>
                  <a:pt x="5" y="63"/>
                  <a:pt x="6" y="63"/>
                </a:cubicBezTo>
                <a:lnTo>
                  <a:pt x="23" y="65"/>
                </a:lnTo>
                <a:cubicBezTo>
                  <a:pt x="25" y="65"/>
                  <a:pt x="25" y="65"/>
                  <a:pt x="26" y="65"/>
                </a:cubicBezTo>
                <a:cubicBezTo>
                  <a:pt x="26" y="65"/>
                  <a:pt x="27" y="65"/>
                  <a:pt x="27" y="65"/>
                </a:cubicBezTo>
                <a:cubicBezTo>
                  <a:pt x="27" y="65"/>
                  <a:pt x="27" y="65"/>
                  <a:pt x="27" y="64"/>
                </a:cubicBezTo>
                <a:lnTo>
                  <a:pt x="28" y="64"/>
                </a:lnTo>
                <a:lnTo>
                  <a:pt x="27" y="69"/>
                </a:lnTo>
                <a:cubicBezTo>
                  <a:pt x="27" y="69"/>
                  <a:pt x="27" y="68"/>
                  <a:pt x="26" y="68"/>
                </a:cubicBezTo>
                <a:cubicBezTo>
                  <a:pt x="26" y="68"/>
                  <a:pt x="26" y="67"/>
                  <a:pt x="26" y="67"/>
                </a:cubicBezTo>
                <a:cubicBezTo>
                  <a:pt x="25" y="67"/>
                  <a:pt x="24" y="67"/>
                  <a:pt x="23" y="67"/>
                </a:cubicBezTo>
                <a:lnTo>
                  <a:pt x="16" y="66"/>
                </a:lnTo>
                <a:close/>
              </a:path>
              <a:path w="336" h="189">
                <a:moveTo>
                  <a:pt x="29" y="84"/>
                </a:moveTo>
                <a:lnTo>
                  <a:pt x="30" y="88"/>
                </a:lnTo>
                <a:lnTo>
                  <a:pt x="14" y="101"/>
                </a:lnTo>
                <a:lnTo>
                  <a:pt x="28" y="97"/>
                </a:lnTo>
                <a:cubicBezTo>
                  <a:pt x="30" y="96"/>
                  <a:pt x="31" y="96"/>
                  <a:pt x="31" y="95"/>
                </a:cubicBezTo>
                <a:cubicBezTo>
                  <a:pt x="32" y="95"/>
                  <a:pt x="32" y="95"/>
                  <a:pt x="32" y="94"/>
                </a:cubicBezTo>
                <a:lnTo>
                  <a:pt x="31" y="94"/>
                </a:lnTo>
                <a:lnTo>
                  <a:pt x="32" y="93"/>
                </a:lnTo>
                <a:lnTo>
                  <a:pt x="33" y="98"/>
                </a:lnTo>
                <a:cubicBezTo>
                  <a:pt x="32" y="97"/>
                  <a:pt x="32" y="97"/>
                  <a:pt x="31" y="97"/>
                </a:cubicBezTo>
                <a:cubicBezTo>
                  <a:pt x="31" y="97"/>
                  <a:pt x="30" y="97"/>
                  <a:pt x="29" y="97"/>
                </a:cubicBezTo>
                <a:lnTo>
                  <a:pt x="7" y="104"/>
                </a:lnTo>
                <a:lnTo>
                  <a:pt x="25" y="89"/>
                </a:lnTo>
                <a:lnTo>
                  <a:pt x="9" y="94"/>
                </a:lnTo>
                <a:cubicBezTo>
                  <a:pt x="8" y="95"/>
                  <a:pt x="7" y="95"/>
                  <a:pt x="7" y="95"/>
                </a:cubicBezTo>
                <a:cubicBezTo>
                  <a:pt x="6" y="96"/>
                  <a:pt x="6" y="96"/>
                  <a:pt x="6" y="97"/>
                </a:cubicBezTo>
                <a:lnTo>
                  <a:pt x="4" y="93"/>
                </a:lnTo>
                <a:lnTo>
                  <a:pt x="5" y="93"/>
                </a:lnTo>
                <a:cubicBezTo>
                  <a:pt x="5" y="94"/>
                  <a:pt x="6" y="94"/>
                  <a:pt x="6" y="94"/>
                </a:cubicBezTo>
                <a:cubicBezTo>
                  <a:pt x="7" y="94"/>
                  <a:pt x="8" y="94"/>
                  <a:pt x="9" y="93"/>
                </a:cubicBezTo>
                <a:lnTo>
                  <a:pt x="27" y="88"/>
                </a:lnTo>
                <a:cubicBezTo>
                  <a:pt x="27" y="87"/>
                  <a:pt x="28" y="87"/>
                  <a:pt x="28" y="86"/>
                </a:cubicBezTo>
                <a:cubicBezTo>
                  <a:pt x="28" y="86"/>
                  <a:pt x="28" y="86"/>
                  <a:pt x="29" y="85"/>
                </a:cubicBezTo>
                <a:cubicBezTo>
                  <a:pt x="29" y="85"/>
                  <a:pt x="29" y="85"/>
                  <a:pt x="28" y="84"/>
                </a:cubicBezTo>
                <a:lnTo>
                  <a:pt x="29" y="84"/>
                </a:lnTo>
                <a:close/>
              </a:path>
              <a:path w="336" h="189">
                <a:moveTo>
                  <a:pt x="38" y="107"/>
                </a:moveTo>
                <a:lnTo>
                  <a:pt x="30" y="110"/>
                </a:lnTo>
                <a:cubicBezTo>
                  <a:pt x="32" y="109"/>
                  <a:pt x="33" y="108"/>
                  <a:pt x="34" y="107"/>
                </a:cubicBezTo>
                <a:cubicBezTo>
                  <a:pt x="35" y="106"/>
                  <a:pt x="36" y="105"/>
                  <a:pt x="35" y="104"/>
                </a:cubicBezTo>
                <a:cubicBezTo>
                  <a:pt x="35" y="102"/>
                  <a:pt x="33" y="101"/>
                  <a:pt x="30" y="101"/>
                </a:cubicBezTo>
                <a:cubicBezTo>
                  <a:pt x="28" y="102"/>
                  <a:pt x="25" y="102"/>
                  <a:pt x="22" y="103"/>
                </a:cubicBezTo>
                <a:cubicBezTo>
                  <a:pt x="20" y="104"/>
                  <a:pt x="18" y="105"/>
                  <a:pt x="16" y="106"/>
                </a:cubicBezTo>
                <a:cubicBezTo>
                  <a:pt x="14" y="107"/>
                  <a:pt x="13" y="108"/>
                  <a:pt x="12" y="109"/>
                </a:cubicBezTo>
                <a:cubicBezTo>
                  <a:pt x="12" y="110"/>
                  <a:pt x="11" y="111"/>
                  <a:pt x="12" y="112"/>
                </a:cubicBezTo>
                <a:cubicBezTo>
                  <a:pt x="12" y="112"/>
                  <a:pt x="12" y="113"/>
                  <a:pt x="12" y="113"/>
                </a:cubicBezTo>
                <a:cubicBezTo>
                  <a:pt x="13" y="113"/>
                  <a:pt x="13" y="114"/>
                  <a:pt x="14" y="114"/>
                </a:cubicBezTo>
                <a:lnTo>
                  <a:pt x="21" y="112"/>
                </a:lnTo>
                <a:cubicBezTo>
                  <a:pt x="22" y="111"/>
                  <a:pt x="23" y="111"/>
                  <a:pt x="24" y="111"/>
                </a:cubicBezTo>
                <a:cubicBezTo>
                  <a:pt x="24" y="110"/>
                  <a:pt x="24" y="110"/>
                  <a:pt x="24" y="110"/>
                </a:cubicBezTo>
                <a:cubicBezTo>
                  <a:pt x="24" y="110"/>
                  <a:pt x="24" y="109"/>
                  <a:pt x="24" y="109"/>
                </a:cubicBezTo>
                <a:lnTo>
                  <a:pt x="25" y="108"/>
                </a:lnTo>
                <a:lnTo>
                  <a:pt x="27" y="113"/>
                </a:lnTo>
                <a:lnTo>
                  <a:pt x="26" y="113"/>
                </a:lnTo>
                <a:cubicBezTo>
                  <a:pt x="26" y="113"/>
                  <a:pt x="25" y="113"/>
                  <a:pt x="24" y="113"/>
                </a:cubicBezTo>
                <a:cubicBezTo>
                  <a:pt x="24" y="113"/>
                  <a:pt x="23" y="113"/>
                  <a:pt x="22" y="113"/>
                </a:cubicBezTo>
                <a:lnTo>
                  <a:pt x="14" y="116"/>
                </a:lnTo>
                <a:cubicBezTo>
                  <a:pt x="13" y="115"/>
                  <a:pt x="12" y="115"/>
                  <a:pt x="12" y="114"/>
                </a:cubicBezTo>
                <a:cubicBezTo>
                  <a:pt x="11" y="114"/>
                  <a:pt x="11" y="113"/>
                  <a:pt x="10" y="112"/>
                </a:cubicBezTo>
                <a:cubicBezTo>
                  <a:pt x="10" y="110"/>
                  <a:pt x="11" y="108"/>
                  <a:pt x="13" y="105"/>
                </a:cubicBezTo>
                <a:cubicBezTo>
                  <a:pt x="15" y="104"/>
                  <a:pt x="18" y="102"/>
                  <a:pt x="21" y="101"/>
                </a:cubicBezTo>
                <a:cubicBezTo>
                  <a:pt x="23" y="100"/>
                  <a:pt x="25" y="100"/>
                  <a:pt x="27" y="100"/>
                </a:cubicBezTo>
                <a:cubicBezTo>
                  <a:pt x="30" y="100"/>
                  <a:pt x="32" y="100"/>
                  <a:pt x="34" y="101"/>
                </a:cubicBezTo>
                <a:cubicBezTo>
                  <a:pt x="35" y="101"/>
                  <a:pt x="36" y="102"/>
                  <a:pt x="36" y="103"/>
                </a:cubicBezTo>
                <a:cubicBezTo>
                  <a:pt x="37" y="104"/>
                  <a:pt x="37" y="104"/>
                  <a:pt x="37" y="104"/>
                </a:cubicBezTo>
                <a:cubicBezTo>
                  <a:pt x="37" y="105"/>
                  <a:pt x="36" y="106"/>
                  <a:pt x="36" y="106"/>
                </a:cubicBezTo>
                <a:cubicBezTo>
                  <a:pt x="36" y="107"/>
                  <a:pt x="36" y="107"/>
                  <a:pt x="36" y="107"/>
                </a:cubicBezTo>
                <a:cubicBezTo>
                  <a:pt x="36" y="107"/>
                  <a:pt x="36" y="107"/>
                  <a:pt x="36" y="107"/>
                </a:cubicBezTo>
                <a:cubicBezTo>
                  <a:pt x="37" y="107"/>
                  <a:pt x="37" y="107"/>
                  <a:pt x="38" y="107"/>
                </a:cubicBezTo>
                <a:close/>
              </a:path>
              <a:path w="336" h="189">
                <a:moveTo>
                  <a:pt x="47" y="119"/>
                </a:moveTo>
                <a:lnTo>
                  <a:pt x="48" y="118"/>
                </a:lnTo>
                <a:lnTo>
                  <a:pt x="51" y="122"/>
                </a:lnTo>
                <a:lnTo>
                  <a:pt x="50" y="122"/>
                </a:lnTo>
                <a:cubicBezTo>
                  <a:pt x="49" y="121"/>
                  <a:pt x="49" y="121"/>
                  <a:pt x="48" y="122"/>
                </a:cubicBezTo>
                <a:cubicBezTo>
                  <a:pt x="48" y="122"/>
                  <a:pt x="47" y="122"/>
                  <a:pt x="46" y="123"/>
                </a:cubicBezTo>
                <a:lnTo>
                  <a:pt x="38" y="130"/>
                </a:lnTo>
                <a:cubicBezTo>
                  <a:pt x="36" y="132"/>
                  <a:pt x="34" y="133"/>
                  <a:pt x="33" y="134"/>
                </a:cubicBezTo>
                <a:cubicBezTo>
                  <a:pt x="31" y="135"/>
                  <a:pt x="30" y="135"/>
                  <a:pt x="29" y="135"/>
                </a:cubicBezTo>
                <a:cubicBezTo>
                  <a:pt x="27" y="135"/>
                  <a:pt x="26" y="135"/>
                  <a:pt x="26" y="134"/>
                </a:cubicBezTo>
                <a:cubicBezTo>
                  <a:pt x="25" y="133"/>
                  <a:pt x="24" y="131"/>
                  <a:pt x="25" y="130"/>
                </a:cubicBezTo>
                <a:cubicBezTo>
                  <a:pt x="25" y="129"/>
                  <a:pt x="26" y="128"/>
                  <a:pt x="27" y="126"/>
                </a:cubicBezTo>
                <a:cubicBezTo>
                  <a:pt x="27" y="126"/>
                  <a:pt x="29" y="124"/>
                  <a:pt x="32" y="122"/>
                </a:cubicBezTo>
                <a:lnTo>
                  <a:pt x="39" y="115"/>
                </a:lnTo>
                <a:cubicBezTo>
                  <a:pt x="41" y="114"/>
                  <a:pt x="41" y="114"/>
                  <a:pt x="42" y="113"/>
                </a:cubicBezTo>
                <a:cubicBezTo>
                  <a:pt x="42" y="113"/>
                  <a:pt x="42" y="112"/>
                  <a:pt x="42" y="112"/>
                </a:cubicBezTo>
                <a:lnTo>
                  <a:pt x="41" y="111"/>
                </a:lnTo>
                <a:lnTo>
                  <a:pt x="42" y="111"/>
                </a:lnTo>
                <a:lnTo>
                  <a:pt x="45" y="115"/>
                </a:lnTo>
                <a:lnTo>
                  <a:pt x="45" y="116"/>
                </a:lnTo>
                <a:lnTo>
                  <a:pt x="45" y="115"/>
                </a:lnTo>
                <a:cubicBezTo>
                  <a:pt x="44" y="115"/>
                  <a:pt x="44" y="115"/>
                  <a:pt x="43" y="115"/>
                </a:cubicBezTo>
                <a:cubicBezTo>
                  <a:pt x="43" y="115"/>
                  <a:pt x="42" y="116"/>
                  <a:pt x="41" y="117"/>
                </a:cubicBezTo>
                <a:lnTo>
                  <a:pt x="32" y="124"/>
                </a:lnTo>
                <a:cubicBezTo>
                  <a:pt x="31" y="125"/>
                  <a:pt x="30" y="126"/>
                  <a:pt x="29" y="127"/>
                </a:cubicBezTo>
                <a:cubicBezTo>
                  <a:pt x="28" y="127"/>
                  <a:pt x="28" y="128"/>
                  <a:pt x="27" y="129"/>
                </a:cubicBezTo>
                <a:cubicBezTo>
                  <a:pt x="27" y="130"/>
                  <a:pt x="26" y="130"/>
                  <a:pt x="26" y="131"/>
                </a:cubicBezTo>
                <a:cubicBezTo>
                  <a:pt x="26" y="132"/>
                  <a:pt x="26" y="132"/>
                  <a:pt x="27" y="133"/>
                </a:cubicBezTo>
                <a:cubicBezTo>
                  <a:pt x="27" y="133"/>
                  <a:pt x="28" y="134"/>
                  <a:pt x="29" y="134"/>
                </a:cubicBezTo>
                <a:cubicBezTo>
                  <a:pt x="30" y="134"/>
                  <a:pt x="31" y="133"/>
                  <a:pt x="32" y="133"/>
                </a:cubicBezTo>
                <a:cubicBezTo>
                  <a:pt x="33" y="132"/>
                  <a:pt x="35" y="131"/>
                  <a:pt x="37" y="129"/>
                </a:cubicBezTo>
                <a:lnTo>
                  <a:pt x="45" y="123"/>
                </a:lnTo>
                <a:cubicBezTo>
                  <a:pt x="47" y="122"/>
                  <a:pt x="47" y="121"/>
                  <a:pt x="48" y="120"/>
                </a:cubicBezTo>
                <a:cubicBezTo>
                  <a:pt x="48" y="120"/>
                  <a:pt x="48" y="119"/>
                  <a:pt x="47" y="119"/>
                </a:cubicBezTo>
                <a:close/>
              </a:path>
              <a:path w="336" h="189">
                <a:moveTo>
                  <a:pt x="51" y="121"/>
                </a:moveTo>
                <a:lnTo>
                  <a:pt x="53" y="123"/>
                </a:lnTo>
                <a:lnTo>
                  <a:pt x="46" y="143"/>
                </a:lnTo>
                <a:lnTo>
                  <a:pt x="56" y="132"/>
                </a:lnTo>
                <a:cubicBezTo>
                  <a:pt x="57" y="131"/>
                  <a:pt x="58" y="130"/>
                  <a:pt x="58" y="130"/>
                </a:cubicBezTo>
                <a:cubicBezTo>
                  <a:pt x="58" y="129"/>
                  <a:pt x="58" y="128"/>
                  <a:pt x="58" y="128"/>
                </a:cubicBezTo>
                <a:lnTo>
                  <a:pt x="57" y="128"/>
                </a:lnTo>
                <a:lnTo>
                  <a:pt x="58" y="127"/>
                </a:lnTo>
                <a:lnTo>
                  <a:pt x="61" y="130"/>
                </a:lnTo>
                <a:lnTo>
                  <a:pt x="61" y="131"/>
                </a:lnTo>
                <a:lnTo>
                  <a:pt x="60" y="131"/>
                </a:lnTo>
                <a:cubicBezTo>
                  <a:pt x="60" y="130"/>
                  <a:pt x="60" y="130"/>
                  <a:pt x="59" y="131"/>
                </a:cubicBezTo>
                <a:cubicBezTo>
                  <a:pt x="59" y="131"/>
                  <a:pt x="58" y="131"/>
                  <a:pt x="57" y="133"/>
                </a:cubicBezTo>
                <a:lnTo>
                  <a:pt x="42" y="149"/>
                </a:lnTo>
                <a:lnTo>
                  <a:pt x="50" y="127"/>
                </a:lnTo>
                <a:lnTo>
                  <a:pt x="39" y="140"/>
                </a:lnTo>
                <a:cubicBezTo>
                  <a:pt x="38" y="141"/>
                  <a:pt x="37" y="142"/>
                  <a:pt x="37" y="142"/>
                </a:cubicBezTo>
                <a:cubicBezTo>
                  <a:pt x="37" y="143"/>
                  <a:pt x="37" y="143"/>
                  <a:pt x="37" y="143"/>
                </a:cubicBezTo>
                <a:lnTo>
                  <a:pt x="38" y="144"/>
                </a:lnTo>
                <a:lnTo>
                  <a:pt x="37" y="144"/>
                </a:lnTo>
                <a:lnTo>
                  <a:pt x="34" y="141"/>
                </a:lnTo>
                <a:lnTo>
                  <a:pt x="35" y="141"/>
                </a:lnTo>
                <a:cubicBezTo>
                  <a:pt x="35" y="141"/>
                  <a:pt x="36" y="141"/>
                  <a:pt x="36" y="141"/>
                </a:cubicBezTo>
                <a:cubicBezTo>
                  <a:pt x="37" y="141"/>
                  <a:pt x="37" y="140"/>
                  <a:pt x="38" y="139"/>
                </a:cubicBezTo>
                <a:lnTo>
                  <a:pt x="50" y="125"/>
                </a:lnTo>
                <a:cubicBezTo>
                  <a:pt x="51" y="124"/>
                  <a:pt x="51" y="124"/>
                  <a:pt x="51" y="123"/>
                </a:cubicBezTo>
                <a:cubicBezTo>
                  <a:pt x="51" y="123"/>
                  <a:pt x="51" y="123"/>
                  <a:pt x="51" y="122"/>
                </a:cubicBezTo>
                <a:cubicBezTo>
                  <a:pt x="51" y="122"/>
                  <a:pt x="50" y="122"/>
                  <a:pt x="50" y="121"/>
                </a:cubicBezTo>
                <a:lnTo>
                  <a:pt x="51" y="121"/>
                </a:lnTo>
                <a:close/>
              </a:path>
              <a:path w="336" h="189">
                <a:moveTo>
                  <a:pt x="51" y="155"/>
                </a:moveTo>
                <a:lnTo>
                  <a:pt x="50" y="156"/>
                </a:lnTo>
                <a:lnTo>
                  <a:pt x="46" y="152"/>
                </a:lnTo>
                <a:lnTo>
                  <a:pt x="47" y="151"/>
                </a:lnTo>
                <a:lnTo>
                  <a:pt x="47" y="152"/>
                </a:lnTo>
                <a:cubicBezTo>
                  <a:pt x="47" y="152"/>
                  <a:pt x="48" y="152"/>
                  <a:pt x="49" y="152"/>
                </a:cubicBezTo>
                <a:cubicBezTo>
                  <a:pt x="49" y="152"/>
                  <a:pt x="50" y="151"/>
                  <a:pt x="51" y="150"/>
                </a:cubicBezTo>
                <a:lnTo>
                  <a:pt x="62" y="137"/>
                </a:lnTo>
                <a:cubicBezTo>
                  <a:pt x="63" y="136"/>
                  <a:pt x="63" y="135"/>
                  <a:pt x="63" y="135"/>
                </a:cubicBezTo>
                <a:cubicBezTo>
                  <a:pt x="64" y="134"/>
                  <a:pt x="64" y="134"/>
                  <a:pt x="64" y="134"/>
                </a:cubicBezTo>
                <a:cubicBezTo>
                  <a:pt x="64" y="133"/>
                  <a:pt x="64" y="133"/>
                  <a:pt x="63" y="133"/>
                </a:cubicBezTo>
                <a:lnTo>
                  <a:pt x="63" y="132"/>
                </a:lnTo>
                <a:lnTo>
                  <a:pt x="68" y="136"/>
                </a:lnTo>
                <a:lnTo>
                  <a:pt x="67" y="136"/>
                </a:lnTo>
                <a:cubicBezTo>
                  <a:pt x="66" y="136"/>
                  <a:pt x="66" y="136"/>
                  <a:pt x="65" y="136"/>
                </a:cubicBezTo>
                <a:cubicBezTo>
                  <a:pt x="65" y="136"/>
                  <a:pt x="64" y="137"/>
                  <a:pt x="63" y="138"/>
                </a:cubicBezTo>
                <a:lnTo>
                  <a:pt x="52" y="151"/>
                </a:lnTo>
                <a:cubicBezTo>
                  <a:pt x="51" y="152"/>
                  <a:pt x="51" y="153"/>
                  <a:pt x="50" y="153"/>
                </a:cubicBezTo>
                <a:cubicBezTo>
                  <a:pt x="50" y="153"/>
                  <a:pt x="50" y="153"/>
                  <a:pt x="50" y="154"/>
                </a:cubicBezTo>
                <a:cubicBezTo>
                  <a:pt x="50" y="154"/>
                  <a:pt x="50" y="155"/>
                  <a:pt x="51" y="155"/>
                </a:cubicBezTo>
                <a:close/>
              </a:path>
              <a:path w="336" h="189">
                <a:moveTo>
                  <a:pt x="81" y="143"/>
                </a:moveTo>
                <a:lnTo>
                  <a:pt x="80" y="143"/>
                </a:lnTo>
                <a:cubicBezTo>
                  <a:pt x="80" y="143"/>
                  <a:pt x="79" y="143"/>
                  <a:pt x="79" y="144"/>
                </a:cubicBezTo>
                <a:cubicBezTo>
                  <a:pt x="78" y="144"/>
                  <a:pt x="78" y="145"/>
                  <a:pt x="77" y="146"/>
                </a:cubicBezTo>
                <a:lnTo>
                  <a:pt x="61" y="163"/>
                </a:lnTo>
                <a:lnTo>
                  <a:pt x="61" y="162"/>
                </a:lnTo>
                <a:lnTo>
                  <a:pt x="68" y="140"/>
                </a:lnTo>
                <a:cubicBezTo>
                  <a:pt x="69" y="139"/>
                  <a:pt x="69" y="139"/>
                  <a:pt x="69" y="138"/>
                </a:cubicBezTo>
                <a:cubicBezTo>
                  <a:pt x="69" y="138"/>
                  <a:pt x="69" y="137"/>
                  <a:pt x="69" y="137"/>
                </a:cubicBezTo>
                <a:cubicBezTo>
                  <a:pt x="69" y="137"/>
                  <a:pt x="69" y="137"/>
                  <a:pt x="68" y="136"/>
                </a:cubicBezTo>
                <a:lnTo>
                  <a:pt x="69" y="136"/>
                </a:lnTo>
                <a:lnTo>
                  <a:pt x="73" y="138"/>
                </a:lnTo>
                <a:lnTo>
                  <a:pt x="73" y="139"/>
                </a:lnTo>
                <a:cubicBezTo>
                  <a:pt x="72" y="139"/>
                  <a:pt x="72" y="139"/>
                  <a:pt x="72" y="139"/>
                </a:cubicBezTo>
                <a:cubicBezTo>
                  <a:pt x="71" y="139"/>
                  <a:pt x="71" y="139"/>
                  <a:pt x="71" y="140"/>
                </a:cubicBezTo>
                <a:cubicBezTo>
                  <a:pt x="71" y="140"/>
                  <a:pt x="70" y="141"/>
                  <a:pt x="70" y="143"/>
                </a:cubicBezTo>
                <a:lnTo>
                  <a:pt x="65" y="158"/>
                </a:lnTo>
                <a:lnTo>
                  <a:pt x="75" y="146"/>
                </a:lnTo>
                <a:cubicBezTo>
                  <a:pt x="76" y="145"/>
                  <a:pt x="77" y="144"/>
                  <a:pt x="77" y="144"/>
                </a:cubicBezTo>
                <a:cubicBezTo>
                  <a:pt x="77" y="143"/>
                  <a:pt x="77" y="143"/>
                  <a:pt x="77" y="143"/>
                </a:cubicBezTo>
                <a:cubicBezTo>
                  <a:pt x="77" y="142"/>
                  <a:pt x="77" y="142"/>
                  <a:pt x="77" y="141"/>
                </a:cubicBezTo>
                <a:cubicBezTo>
                  <a:pt x="77" y="141"/>
                  <a:pt x="77" y="141"/>
                  <a:pt x="77" y="141"/>
                </a:cubicBezTo>
                <a:lnTo>
                  <a:pt x="81" y="143"/>
                </a:lnTo>
                <a:close/>
              </a:path>
              <a:path w="336" h="189">
                <a:moveTo>
                  <a:pt x="153" y="160"/>
                </a:moveTo>
                <a:cubicBezTo>
                  <a:pt x="155" y="160"/>
                  <a:pt x="156" y="161"/>
                  <a:pt x="157" y="164"/>
                </a:cubicBezTo>
                <a:cubicBezTo>
                  <a:pt x="159" y="166"/>
                  <a:pt x="159" y="170"/>
                  <a:pt x="159" y="174"/>
                </a:cubicBezTo>
                <a:cubicBezTo>
                  <a:pt x="159" y="178"/>
                  <a:pt x="159" y="181"/>
                  <a:pt x="157" y="184"/>
                </a:cubicBezTo>
                <a:cubicBezTo>
                  <a:pt x="156" y="186"/>
                  <a:pt x="155" y="187"/>
                  <a:pt x="153" y="187"/>
                </a:cubicBezTo>
                <a:cubicBezTo>
                  <a:pt x="151" y="187"/>
                  <a:pt x="150" y="186"/>
                  <a:pt x="148" y="184"/>
                </a:cubicBezTo>
                <a:cubicBezTo>
                  <a:pt x="147" y="181"/>
                  <a:pt x="147" y="178"/>
                  <a:pt x="147" y="174"/>
                </a:cubicBezTo>
                <a:cubicBezTo>
                  <a:pt x="147" y="169"/>
                  <a:pt x="147" y="166"/>
                  <a:pt x="149" y="163"/>
                </a:cubicBezTo>
                <a:cubicBezTo>
                  <a:pt x="150" y="161"/>
                  <a:pt x="151" y="160"/>
                  <a:pt x="153" y="160"/>
                </a:cubicBezTo>
                <a:close/>
                <a:moveTo>
                  <a:pt x="153" y="161"/>
                </a:moveTo>
                <a:cubicBezTo>
                  <a:pt x="152" y="161"/>
                  <a:pt x="151" y="162"/>
                  <a:pt x="150" y="164"/>
                </a:cubicBezTo>
                <a:cubicBezTo>
                  <a:pt x="149" y="166"/>
                  <a:pt x="149" y="169"/>
                  <a:pt x="149" y="174"/>
                </a:cubicBezTo>
                <a:cubicBezTo>
                  <a:pt x="149" y="178"/>
                  <a:pt x="149" y="181"/>
                  <a:pt x="150" y="183"/>
                </a:cubicBezTo>
                <a:cubicBezTo>
                  <a:pt x="151" y="185"/>
                  <a:pt x="152" y="186"/>
                  <a:pt x="153" y="186"/>
                </a:cubicBezTo>
                <a:cubicBezTo>
                  <a:pt x="154" y="186"/>
                  <a:pt x="155" y="185"/>
                  <a:pt x="156" y="183"/>
                </a:cubicBezTo>
                <a:cubicBezTo>
                  <a:pt x="157" y="181"/>
                  <a:pt x="157" y="178"/>
                  <a:pt x="157" y="174"/>
                </a:cubicBezTo>
                <a:cubicBezTo>
                  <a:pt x="157" y="170"/>
                  <a:pt x="157" y="166"/>
                  <a:pt x="156" y="164"/>
                </a:cubicBezTo>
                <a:cubicBezTo>
                  <a:pt x="155" y="162"/>
                  <a:pt x="154" y="161"/>
                  <a:pt x="153" y="161"/>
                </a:cubicBezTo>
                <a:close/>
              </a:path>
              <a:path w="336" h="189">
                <a:moveTo>
                  <a:pt x="165" y="162"/>
                </a:moveTo>
                <a:lnTo>
                  <a:pt x="165" y="172"/>
                </a:lnTo>
                <a:lnTo>
                  <a:pt x="167" y="172"/>
                </a:lnTo>
                <a:cubicBezTo>
                  <a:pt x="168" y="172"/>
                  <a:pt x="168" y="172"/>
                  <a:pt x="168" y="172"/>
                </a:cubicBezTo>
                <a:cubicBezTo>
                  <a:pt x="168" y="171"/>
                  <a:pt x="169" y="170"/>
                  <a:pt x="169" y="169"/>
                </a:cubicBezTo>
                <a:lnTo>
                  <a:pt x="169" y="178"/>
                </a:lnTo>
                <a:cubicBezTo>
                  <a:pt x="169" y="177"/>
                  <a:pt x="169" y="176"/>
                  <a:pt x="169" y="175"/>
                </a:cubicBezTo>
                <a:cubicBezTo>
                  <a:pt x="168" y="175"/>
                  <a:pt x="168" y="175"/>
                  <a:pt x="168" y="174"/>
                </a:cubicBezTo>
                <a:cubicBezTo>
                  <a:pt x="168" y="174"/>
                  <a:pt x="167" y="174"/>
                  <a:pt x="167" y="174"/>
                </a:cubicBezTo>
                <a:lnTo>
                  <a:pt x="165" y="174"/>
                </a:lnTo>
                <a:lnTo>
                  <a:pt x="165" y="182"/>
                </a:lnTo>
                <a:cubicBezTo>
                  <a:pt x="165" y="184"/>
                  <a:pt x="165" y="184"/>
                  <a:pt x="165" y="185"/>
                </a:cubicBezTo>
                <a:cubicBezTo>
                  <a:pt x="165" y="185"/>
                  <a:pt x="165" y="185"/>
                  <a:pt x="165" y="186"/>
                </a:cubicBezTo>
                <a:cubicBezTo>
                  <a:pt x="165" y="186"/>
                  <a:pt x="166" y="186"/>
                  <a:pt x="166" y="186"/>
                </a:cubicBezTo>
                <a:lnTo>
                  <a:pt x="167" y="186"/>
                </a:lnTo>
                <a:lnTo>
                  <a:pt x="167" y="187"/>
                </a:lnTo>
                <a:lnTo>
                  <a:pt x="161" y="187"/>
                </a:lnTo>
                <a:lnTo>
                  <a:pt x="161" y="186"/>
                </a:lnTo>
                <a:cubicBezTo>
                  <a:pt x="162" y="186"/>
                  <a:pt x="162" y="186"/>
                  <a:pt x="163" y="185"/>
                </a:cubicBezTo>
                <a:cubicBezTo>
                  <a:pt x="163" y="185"/>
                  <a:pt x="163" y="184"/>
                  <a:pt x="163" y="182"/>
                </a:cubicBezTo>
                <a:lnTo>
                  <a:pt x="163" y="165"/>
                </a:lnTo>
                <a:cubicBezTo>
                  <a:pt x="163" y="164"/>
                  <a:pt x="163" y="163"/>
                  <a:pt x="163" y="163"/>
                </a:cubicBezTo>
                <a:cubicBezTo>
                  <a:pt x="163" y="162"/>
                  <a:pt x="162" y="162"/>
                  <a:pt x="162" y="162"/>
                </a:cubicBezTo>
                <a:cubicBezTo>
                  <a:pt x="162" y="161"/>
                  <a:pt x="162" y="161"/>
                  <a:pt x="161" y="161"/>
                </a:cubicBezTo>
                <a:lnTo>
                  <a:pt x="171" y="161"/>
                </a:lnTo>
                <a:lnTo>
                  <a:pt x="171" y="166"/>
                </a:lnTo>
                <a:lnTo>
                  <a:pt x="170" y="166"/>
                </a:lnTo>
                <a:cubicBezTo>
                  <a:pt x="170" y="165"/>
                  <a:pt x="170" y="164"/>
                  <a:pt x="170" y="164"/>
                </a:cubicBezTo>
                <a:cubicBezTo>
                  <a:pt x="170" y="163"/>
                  <a:pt x="169" y="163"/>
                  <a:pt x="169" y="162"/>
                </a:cubicBezTo>
                <a:cubicBezTo>
                  <a:pt x="169" y="162"/>
                  <a:pt x="168" y="162"/>
                  <a:pt x="168" y="162"/>
                </a:cubicBezTo>
                <a:lnTo>
                  <a:pt x="165" y="162"/>
                </a:lnTo>
                <a:close/>
              </a:path>
              <a:path w="336" h="189">
                <a:moveTo>
                  <a:pt x="92" y="176"/>
                </a:moveTo>
                <a:lnTo>
                  <a:pt x="89" y="175"/>
                </a:lnTo>
                <a:lnTo>
                  <a:pt x="91" y="162"/>
                </a:lnTo>
                <a:cubicBezTo>
                  <a:pt x="90" y="162"/>
                  <a:pt x="90" y="161"/>
                  <a:pt x="90" y="161"/>
                </a:cubicBezTo>
                <a:cubicBezTo>
                  <a:pt x="90" y="161"/>
                  <a:pt x="90" y="161"/>
                  <a:pt x="90" y="161"/>
                </a:cubicBezTo>
                <a:cubicBezTo>
                  <a:pt x="90" y="161"/>
                  <a:pt x="90" y="161"/>
                  <a:pt x="89" y="161"/>
                </a:cubicBezTo>
                <a:lnTo>
                  <a:pt x="86" y="168"/>
                </a:lnTo>
                <a:cubicBezTo>
                  <a:pt x="85" y="169"/>
                  <a:pt x="85" y="170"/>
                  <a:pt x="84" y="171"/>
                </a:cubicBezTo>
                <a:cubicBezTo>
                  <a:pt x="84" y="171"/>
                  <a:pt x="85" y="172"/>
                  <a:pt x="85" y="172"/>
                </a:cubicBezTo>
                <a:lnTo>
                  <a:pt x="85" y="173"/>
                </a:lnTo>
                <a:lnTo>
                  <a:pt x="80" y="170"/>
                </a:lnTo>
                <a:lnTo>
                  <a:pt x="81" y="169"/>
                </a:lnTo>
                <a:lnTo>
                  <a:pt x="81" y="170"/>
                </a:lnTo>
                <a:cubicBezTo>
                  <a:pt x="81" y="170"/>
                  <a:pt x="82" y="170"/>
                  <a:pt x="83" y="169"/>
                </a:cubicBezTo>
                <a:cubicBezTo>
                  <a:pt x="83" y="169"/>
                  <a:pt x="83" y="168"/>
                  <a:pt x="84" y="167"/>
                </a:cubicBezTo>
                <a:lnTo>
                  <a:pt x="92" y="152"/>
                </a:lnTo>
                <a:cubicBezTo>
                  <a:pt x="93" y="151"/>
                  <a:pt x="94" y="150"/>
                  <a:pt x="94" y="149"/>
                </a:cubicBezTo>
                <a:cubicBezTo>
                  <a:pt x="94" y="149"/>
                  <a:pt x="94" y="148"/>
                  <a:pt x="93" y="148"/>
                </a:cubicBezTo>
                <a:lnTo>
                  <a:pt x="93" y="147"/>
                </a:lnTo>
                <a:lnTo>
                  <a:pt x="97" y="149"/>
                </a:lnTo>
                <a:cubicBezTo>
                  <a:pt x="98" y="150"/>
                  <a:pt x="99" y="151"/>
                  <a:pt x="100" y="151"/>
                </a:cubicBezTo>
                <a:cubicBezTo>
                  <a:pt x="100" y="152"/>
                  <a:pt x="100" y="153"/>
                  <a:pt x="100" y="154"/>
                </a:cubicBezTo>
                <a:cubicBezTo>
                  <a:pt x="100" y="155"/>
                  <a:pt x="99" y="157"/>
                  <a:pt x="99" y="158"/>
                </a:cubicBezTo>
                <a:cubicBezTo>
                  <a:pt x="98" y="159"/>
                  <a:pt x="97" y="160"/>
                  <a:pt x="96" y="161"/>
                </a:cubicBezTo>
                <a:cubicBezTo>
                  <a:pt x="95" y="162"/>
                  <a:pt x="94" y="162"/>
                  <a:pt x="93" y="162"/>
                </a:cubicBezTo>
                <a:lnTo>
                  <a:pt x="91" y="170"/>
                </a:lnTo>
                <a:cubicBezTo>
                  <a:pt x="91" y="172"/>
                  <a:pt x="91" y="173"/>
                  <a:pt x="91" y="174"/>
                </a:cubicBezTo>
                <a:cubicBezTo>
                  <a:pt x="91" y="175"/>
                  <a:pt x="91" y="175"/>
                  <a:pt x="92" y="176"/>
                </a:cubicBezTo>
                <a:close/>
                <a:moveTo>
                  <a:pt x="90" y="160"/>
                </a:moveTo>
                <a:cubicBezTo>
                  <a:pt x="90" y="160"/>
                  <a:pt x="90" y="160"/>
                  <a:pt x="90" y="160"/>
                </a:cubicBezTo>
                <a:cubicBezTo>
                  <a:pt x="90" y="160"/>
                  <a:pt x="90" y="160"/>
                  <a:pt x="91" y="160"/>
                </a:cubicBezTo>
                <a:cubicBezTo>
                  <a:pt x="92" y="161"/>
                  <a:pt x="93" y="161"/>
                  <a:pt x="94" y="160"/>
                </a:cubicBezTo>
                <a:cubicBezTo>
                  <a:pt x="95" y="160"/>
                  <a:pt x="96" y="158"/>
                  <a:pt x="97" y="157"/>
                </a:cubicBezTo>
                <a:cubicBezTo>
                  <a:pt x="97" y="156"/>
                  <a:pt x="98" y="154"/>
                  <a:pt x="98" y="153"/>
                </a:cubicBezTo>
                <a:cubicBezTo>
                  <a:pt x="98" y="152"/>
                  <a:pt x="98" y="151"/>
                  <a:pt x="97" y="151"/>
                </a:cubicBezTo>
                <a:cubicBezTo>
                  <a:pt x="97" y="151"/>
                  <a:pt x="96" y="150"/>
                  <a:pt x="95" y="150"/>
                </a:cubicBezTo>
                <a:lnTo>
                  <a:pt x="90" y="160"/>
                </a:lnTo>
                <a:close/>
              </a:path>
              <a:path w="336" h="189">
                <a:moveTo>
                  <a:pt x="110" y="153"/>
                </a:moveTo>
                <a:lnTo>
                  <a:pt x="107" y="161"/>
                </a:lnTo>
                <a:cubicBezTo>
                  <a:pt x="107" y="160"/>
                  <a:pt x="108" y="158"/>
                  <a:pt x="108" y="157"/>
                </a:cubicBezTo>
                <a:cubicBezTo>
                  <a:pt x="108" y="156"/>
                  <a:pt x="108" y="155"/>
                  <a:pt x="107" y="154"/>
                </a:cubicBezTo>
                <a:cubicBezTo>
                  <a:pt x="107" y="154"/>
                  <a:pt x="107" y="153"/>
                  <a:pt x="106" y="153"/>
                </a:cubicBezTo>
                <a:cubicBezTo>
                  <a:pt x="105" y="153"/>
                  <a:pt x="105" y="153"/>
                  <a:pt x="104" y="154"/>
                </a:cubicBezTo>
                <a:cubicBezTo>
                  <a:pt x="103" y="154"/>
                  <a:pt x="103" y="155"/>
                  <a:pt x="103" y="156"/>
                </a:cubicBezTo>
                <a:cubicBezTo>
                  <a:pt x="102" y="157"/>
                  <a:pt x="102" y="157"/>
                  <a:pt x="102" y="158"/>
                </a:cubicBezTo>
                <a:cubicBezTo>
                  <a:pt x="102" y="159"/>
                  <a:pt x="103" y="161"/>
                  <a:pt x="104" y="163"/>
                </a:cubicBezTo>
                <a:cubicBezTo>
                  <a:pt x="104" y="164"/>
                  <a:pt x="105" y="166"/>
                  <a:pt x="105" y="166"/>
                </a:cubicBezTo>
                <a:cubicBezTo>
                  <a:pt x="105" y="167"/>
                  <a:pt x="105" y="168"/>
                  <a:pt x="105" y="169"/>
                </a:cubicBezTo>
                <a:cubicBezTo>
                  <a:pt x="105" y="170"/>
                  <a:pt x="105" y="171"/>
                  <a:pt x="104" y="172"/>
                </a:cubicBezTo>
                <a:cubicBezTo>
                  <a:pt x="104" y="174"/>
                  <a:pt x="103" y="175"/>
                  <a:pt x="101" y="177"/>
                </a:cubicBezTo>
                <a:cubicBezTo>
                  <a:pt x="100" y="178"/>
                  <a:pt x="99" y="178"/>
                  <a:pt x="98" y="178"/>
                </a:cubicBezTo>
                <a:cubicBezTo>
                  <a:pt x="97" y="177"/>
                  <a:pt x="97" y="177"/>
                  <a:pt x="97" y="177"/>
                </a:cubicBezTo>
                <a:cubicBezTo>
                  <a:pt x="97" y="177"/>
                  <a:pt x="96" y="177"/>
                  <a:pt x="96" y="176"/>
                </a:cubicBezTo>
                <a:cubicBezTo>
                  <a:pt x="96" y="175"/>
                  <a:pt x="95" y="175"/>
                  <a:pt x="95" y="175"/>
                </a:cubicBezTo>
                <a:cubicBezTo>
                  <a:pt x="95" y="175"/>
                  <a:pt x="95" y="175"/>
                  <a:pt x="95" y="175"/>
                </a:cubicBezTo>
                <a:cubicBezTo>
                  <a:pt x="94" y="175"/>
                  <a:pt x="94" y="176"/>
                  <a:pt x="94" y="176"/>
                </a:cubicBezTo>
                <a:lnTo>
                  <a:pt x="97" y="168"/>
                </a:lnTo>
                <a:cubicBezTo>
                  <a:pt x="97" y="170"/>
                  <a:pt x="96" y="171"/>
                  <a:pt x="96" y="172"/>
                </a:cubicBezTo>
                <a:cubicBezTo>
                  <a:pt x="96" y="173"/>
                  <a:pt x="96" y="174"/>
                  <a:pt x="97" y="175"/>
                </a:cubicBezTo>
                <a:cubicBezTo>
                  <a:pt x="97" y="175"/>
                  <a:pt x="98" y="176"/>
                  <a:pt x="98" y="176"/>
                </a:cubicBezTo>
                <a:cubicBezTo>
                  <a:pt x="99" y="176"/>
                  <a:pt x="100" y="176"/>
                  <a:pt x="100" y="176"/>
                </a:cubicBezTo>
                <a:cubicBezTo>
                  <a:pt x="101" y="175"/>
                  <a:pt x="102" y="174"/>
                  <a:pt x="102" y="173"/>
                </a:cubicBezTo>
                <a:cubicBezTo>
                  <a:pt x="102" y="172"/>
                  <a:pt x="102" y="172"/>
                  <a:pt x="103" y="171"/>
                </a:cubicBezTo>
                <a:cubicBezTo>
                  <a:pt x="103" y="170"/>
                  <a:pt x="103" y="170"/>
                  <a:pt x="102" y="169"/>
                </a:cubicBezTo>
                <a:cubicBezTo>
                  <a:pt x="102" y="169"/>
                  <a:pt x="102" y="168"/>
                  <a:pt x="101" y="166"/>
                </a:cubicBezTo>
                <a:cubicBezTo>
                  <a:pt x="101" y="164"/>
                  <a:pt x="100" y="163"/>
                  <a:pt x="100" y="162"/>
                </a:cubicBezTo>
                <a:cubicBezTo>
                  <a:pt x="100" y="161"/>
                  <a:pt x="100" y="161"/>
                  <a:pt x="100" y="160"/>
                </a:cubicBezTo>
                <a:cubicBezTo>
                  <a:pt x="100" y="159"/>
                  <a:pt x="100" y="158"/>
                  <a:pt x="101" y="157"/>
                </a:cubicBezTo>
                <a:cubicBezTo>
                  <a:pt x="101" y="155"/>
                  <a:pt x="102" y="153"/>
                  <a:pt x="103" y="152"/>
                </a:cubicBezTo>
                <a:cubicBezTo>
                  <a:pt x="105" y="151"/>
                  <a:pt x="106" y="151"/>
                  <a:pt x="107" y="151"/>
                </a:cubicBezTo>
                <a:cubicBezTo>
                  <a:pt x="107" y="152"/>
                  <a:pt x="108" y="152"/>
                  <a:pt x="108" y="153"/>
                </a:cubicBezTo>
                <a:cubicBezTo>
                  <a:pt x="109" y="154"/>
                  <a:pt x="109" y="154"/>
                  <a:pt x="109" y="154"/>
                </a:cubicBezTo>
                <a:cubicBezTo>
                  <a:pt x="109" y="154"/>
                  <a:pt x="109" y="154"/>
                  <a:pt x="109" y="154"/>
                </a:cubicBezTo>
                <a:cubicBezTo>
                  <a:pt x="110" y="154"/>
                  <a:pt x="110" y="153"/>
                  <a:pt x="110" y="153"/>
                </a:cubicBezTo>
                <a:close/>
              </a:path>
              <a:path w="336" h="189">
                <a:moveTo>
                  <a:pt x="138" y="160"/>
                </a:moveTo>
                <a:lnTo>
                  <a:pt x="143" y="160"/>
                </a:lnTo>
                <a:lnTo>
                  <a:pt x="143" y="161"/>
                </a:lnTo>
                <a:lnTo>
                  <a:pt x="142" y="161"/>
                </a:lnTo>
                <a:cubicBezTo>
                  <a:pt x="142" y="161"/>
                  <a:pt x="142" y="161"/>
                  <a:pt x="142" y="161"/>
                </a:cubicBezTo>
                <a:cubicBezTo>
                  <a:pt x="141" y="162"/>
                  <a:pt x="141" y="162"/>
                  <a:pt x="141" y="163"/>
                </a:cubicBezTo>
                <a:cubicBezTo>
                  <a:pt x="140" y="163"/>
                  <a:pt x="140" y="164"/>
                  <a:pt x="139" y="165"/>
                </a:cubicBezTo>
                <a:lnTo>
                  <a:pt x="135" y="175"/>
                </a:lnTo>
                <a:lnTo>
                  <a:pt x="134" y="181"/>
                </a:lnTo>
                <a:cubicBezTo>
                  <a:pt x="134" y="183"/>
                  <a:pt x="134" y="184"/>
                  <a:pt x="134" y="184"/>
                </a:cubicBezTo>
                <a:cubicBezTo>
                  <a:pt x="135" y="185"/>
                  <a:pt x="135" y="185"/>
                  <a:pt x="135" y="185"/>
                </a:cubicBezTo>
                <a:lnTo>
                  <a:pt x="136" y="185"/>
                </a:lnTo>
                <a:lnTo>
                  <a:pt x="136" y="186"/>
                </a:lnTo>
                <a:lnTo>
                  <a:pt x="130" y="185"/>
                </a:lnTo>
                <a:lnTo>
                  <a:pt x="131" y="185"/>
                </a:lnTo>
                <a:cubicBezTo>
                  <a:pt x="131" y="185"/>
                  <a:pt x="132" y="184"/>
                  <a:pt x="132" y="184"/>
                </a:cubicBezTo>
                <a:cubicBezTo>
                  <a:pt x="132" y="183"/>
                  <a:pt x="132" y="183"/>
                  <a:pt x="133" y="181"/>
                </a:cubicBezTo>
                <a:lnTo>
                  <a:pt x="133" y="175"/>
                </a:lnTo>
                <a:lnTo>
                  <a:pt x="131" y="164"/>
                </a:lnTo>
                <a:cubicBezTo>
                  <a:pt x="131" y="162"/>
                  <a:pt x="130" y="161"/>
                  <a:pt x="130" y="161"/>
                </a:cubicBezTo>
                <a:cubicBezTo>
                  <a:pt x="130" y="161"/>
                  <a:pt x="130" y="160"/>
                  <a:pt x="130" y="160"/>
                </a:cubicBezTo>
                <a:cubicBezTo>
                  <a:pt x="129" y="160"/>
                  <a:pt x="129" y="160"/>
                  <a:pt x="129" y="159"/>
                </a:cubicBezTo>
                <a:lnTo>
                  <a:pt x="135" y="159"/>
                </a:lnTo>
                <a:lnTo>
                  <a:pt x="135" y="160"/>
                </a:lnTo>
                <a:lnTo>
                  <a:pt x="134" y="160"/>
                </a:lnTo>
                <a:cubicBezTo>
                  <a:pt x="134" y="160"/>
                  <a:pt x="134" y="160"/>
                  <a:pt x="133" y="160"/>
                </a:cubicBezTo>
                <a:cubicBezTo>
                  <a:pt x="133" y="161"/>
                  <a:pt x="133" y="161"/>
                  <a:pt x="133" y="162"/>
                </a:cubicBezTo>
                <a:cubicBezTo>
                  <a:pt x="133" y="162"/>
                  <a:pt x="133" y="163"/>
                  <a:pt x="133" y="164"/>
                </a:cubicBezTo>
                <a:lnTo>
                  <a:pt x="135" y="173"/>
                </a:lnTo>
                <a:lnTo>
                  <a:pt x="138" y="165"/>
                </a:lnTo>
                <a:cubicBezTo>
                  <a:pt x="139" y="164"/>
                  <a:pt x="139" y="163"/>
                  <a:pt x="139" y="163"/>
                </a:cubicBezTo>
                <a:cubicBezTo>
                  <a:pt x="139" y="162"/>
                  <a:pt x="139" y="162"/>
                  <a:pt x="139" y="162"/>
                </a:cubicBezTo>
                <a:cubicBezTo>
                  <a:pt x="139" y="161"/>
                  <a:pt x="139" y="161"/>
                  <a:pt x="139" y="161"/>
                </a:cubicBezTo>
                <a:cubicBezTo>
                  <a:pt x="139" y="161"/>
                  <a:pt x="139" y="161"/>
                  <a:pt x="138" y="161"/>
                </a:cubicBezTo>
                <a:lnTo>
                  <a:pt x="138" y="160"/>
                </a:lnTo>
                <a:close/>
              </a:path>
              <a:path w="336" h="189">
                <a:moveTo>
                  <a:pt x="84" y="146"/>
                </a:moveTo>
                <a:lnTo>
                  <a:pt x="79" y="155"/>
                </a:lnTo>
                <a:lnTo>
                  <a:pt x="82" y="156"/>
                </a:lnTo>
                <a:cubicBezTo>
                  <a:pt x="83" y="157"/>
                  <a:pt x="83" y="157"/>
                  <a:pt x="84" y="156"/>
                </a:cubicBezTo>
                <a:cubicBezTo>
                  <a:pt x="84" y="156"/>
                  <a:pt x="85" y="155"/>
                  <a:pt x="86" y="154"/>
                </a:cubicBezTo>
                <a:lnTo>
                  <a:pt x="82" y="162"/>
                </a:lnTo>
                <a:lnTo>
                  <a:pt x="81" y="162"/>
                </a:lnTo>
                <a:cubicBezTo>
                  <a:pt x="82" y="161"/>
                  <a:pt x="82" y="160"/>
                  <a:pt x="82" y="160"/>
                </a:cubicBezTo>
                <a:cubicBezTo>
                  <a:pt x="82" y="159"/>
                  <a:pt x="82" y="159"/>
                  <a:pt x="82" y="158"/>
                </a:cubicBezTo>
                <a:cubicBezTo>
                  <a:pt x="82" y="158"/>
                  <a:pt x="82" y="158"/>
                  <a:pt x="81" y="157"/>
                </a:cubicBezTo>
                <a:lnTo>
                  <a:pt x="79" y="156"/>
                </a:lnTo>
                <a:lnTo>
                  <a:pt x="75" y="164"/>
                </a:lnTo>
                <a:cubicBezTo>
                  <a:pt x="74" y="165"/>
                  <a:pt x="74" y="165"/>
                  <a:pt x="74" y="166"/>
                </a:cubicBezTo>
                <a:cubicBezTo>
                  <a:pt x="74" y="166"/>
                  <a:pt x="74" y="166"/>
                  <a:pt x="74" y="166"/>
                </a:cubicBezTo>
                <a:cubicBezTo>
                  <a:pt x="74" y="166"/>
                  <a:pt x="74" y="167"/>
                  <a:pt x="74" y="167"/>
                </a:cubicBezTo>
                <a:lnTo>
                  <a:pt x="76" y="168"/>
                </a:lnTo>
                <a:cubicBezTo>
                  <a:pt x="77" y="168"/>
                  <a:pt x="77" y="168"/>
                  <a:pt x="78" y="168"/>
                </a:cubicBezTo>
                <a:cubicBezTo>
                  <a:pt x="78" y="168"/>
                  <a:pt x="79" y="168"/>
                  <a:pt x="79" y="168"/>
                </a:cubicBezTo>
                <a:cubicBezTo>
                  <a:pt x="80" y="167"/>
                  <a:pt x="81" y="166"/>
                  <a:pt x="82" y="165"/>
                </a:cubicBezTo>
                <a:lnTo>
                  <a:pt x="78" y="171"/>
                </a:lnTo>
                <a:lnTo>
                  <a:pt x="69" y="166"/>
                </a:lnTo>
                <a:lnTo>
                  <a:pt x="70" y="165"/>
                </a:lnTo>
                <a:cubicBezTo>
                  <a:pt x="70" y="166"/>
                  <a:pt x="71" y="166"/>
                  <a:pt x="71" y="165"/>
                </a:cubicBezTo>
                <a:cubicBezTo>
                  <a:pt x="71" y="165"/>
                  <a:pt x="72" y="165"/>
                  <a:pt x="72" y="165"/>
                </a:cubicBezTo>
                <a:cubicBezTo>
                  <a:pt x="72" y="164"/>
                  <a:pt x="73" y="164"/>
                  <a:pt x="73" y="163"/>
                </a:cubicBezTo>
                <a:lnTo>
                  <a:pt x="81" y="148"/>
                </a:lnTo>
                <a:cubicBezTo>
                  <a:pt x="82" y="146"/>
                  <a:pt x="82" y="145"/>
                  <a:pt x="82" y="145"/>
                </a:cubicBezTo>
                <a:cubicBezTo>
                  <a:pt x="82" y="144"/>
                  <a:pt x="82" y="144"/>
                  <a:pt x="82" y="144"/>
                </a:cubicBezTo>
                <a:lnTo>
                  <a:pt x="81" y="143"/>
                </a:lnTo>
                <a:lnTo>
                  <a:pt x="82" y="143"/>
                </a:lnTo>
                <a:lnTo>
                  <a:pt x="91" y="147"/>
                </a:lnTo>
                <a:lnTo>
                  <a:pt x="88" y="153"/>
                </a:lnTo>
                <a:lnTo>
                  <a:pt x="88" y="152"/>
                </a:lnTo>
                <a:cubicBezTo>
                  <a:pt x="88" y="151"/>
                  <a:pt x="89" y="150"/>
                  <a:pt x="89" y="150"/>
                </a:cubicBezTo>
                <a:cubicBezTo>
                  <a:pt x="89" y="149"/>
                  <a:pt x="89" y="149"/>
                  <a:pt x="89" y="148"/>
                </a:cubicBezTo>
                <a:cubicBezTo>
                  <a:pt x="88" y="148"/>
                  <a:pt x="88" y="148"/>
                  <a:pt x="87" y="147"/>
                </a:cubicBezTo>
                <a:lnTo>
                  <a:pt x="84" y="146"/>
                </a:lnTo>
                <a:close/>
              </a:path>
              <a:path w="336" h="189">
                <a:moveTo>
                  <a:pt x="108" y="180"/>
                </a:moveTo>
                <a:lnTo>
                  <a:pt x="108" y="180"/>
                </a:lnTo>
                <a:lnTo>
                  <a:pt x="103" y="178"/>
                </a:lnTo>
                <a:lnTo>
                  <a:pt x="103" y="177"/>
                </a:lnTo>
                <a:lnTo>
                  <a:pt x="104" y="178"/>
                </a:lnTo>
                <a:cubicBezTo>
                  <a:pt x="104" y="178"/>
                  <a:pt x="105" y="178"/>
                  <a:pt x="105" y="177"/>
                </a:cubicBezTo>
                <a:cubicBezTo>
                  <a:pt x="105" y="177"/>
                  <a:pt x="106" y="176"/>
                  <a:pt x="106" y="174"/>
                </a:cubicBezTo>
                <a:lnTo>
                  <a:pt x="113" y="159"/>
                </a:lnTo>
                <a:cubicBezTo>
                  <a:pt x="113" y="157"/>
                  <a:pt x="113" y="157"/>
                  <a:pt x="113" y="156"/>
                </a:cubicBezTo>
                <a:cubicBezTo>
                  <a:pt x="113" y="156"/>
                  <a:pt x="113" y="156"/>
                  <a:pt x="113" y="155"/>
                </a:cubicBezTo>
                <a:cubicBezTo>
                  <a:pt x="113" y="155"/>
                  <a:pt x="113" y="155"/>
                  <a:pt x="113" y="154"/>
                </a:cubicBezTo>
                <a:lnTo>
                  <a:pt x="112" y="154"/>
                </a:lnTo>
                <a:lnTo>
                  <a:pt x="113" y="154"/>
                </a:lnTo>
                <a:lnTo>
                  <a:pt x="118" y="156"/>
                </a:lnTo>
                <a:lnTo>
                  <a:pt x="117" y="156"/>
                </a:lnTo>
                <a:cubicBezTo>
                  <a:pt x="117" y="156"/>
                  <a:pt x="116" y="156"/>
                  <a:pt x="116" y="157"/>
                </a:cubicBezTo>
                <a:cubicBezTo>
                  <a:pt x="115" y="157"/>
                  <a:pt x="115" y="158"/>
                  <a:pt x="114" y="159"/>
                </a:cubicBezTo>
                <a:lnTo>
                  <a:pt x="108" y="175"/>
                </a:lnTo>
                <a:cubicBezTo>
                  <a:pt x="108" y="176"/>
                  <a:pt x="107" y="177"/>
                  <a:pt x="107" y="178"/>
                </a:cubicBezTo>
                <a:cubicBezTo>
                  <a:pt x="107" y="178"/>
                  <a:pt x="107" y="178"/>
                  <a:pt x="107" y="179"/>
                </a:cubicBezTo>
                <a:cubicBezTo>
                  <a:pt x="107" y="179"/>
                  <a:pt x="108" y="179"/>
                  <a:pt x="108" y="179"/>
                </a:cubicBezTo>
                <a:lnTo>
                  <a:pt x="108" y="180"/>
                </a:lnTo>
                <a:close/>
              </a:path>
              <a:path w="336" h="189">
                <a:moveTo>
                  <a:pt x="129" y="158"/>
                </a:moveTo>
                <a:lnTo>
                  <a:pt x="128" y="164"/>
                </a:lnTo>
                <a:cubicBezTo>
                  <a:pt x="128" y="163"/>
                  <a:pt x="128" y="162"/>
                  <a:pt x="128" y="162"/>
                </a:cubicBezTo>
                <a:cubicBezTo>
                  <a:pt x="128" y="161"/>
                  <a:pt x="128" y="161"/>
                  <a:pt x="128" y="160"/>
                </a:cubicBezTo>
                <a:cubicBezTo>
                  <a:pt x="127" y="160"/>
                  <a:pt x="127" y="159"/>
                  <a:pt x="126" y="159"/>
                </a:cubicBezTo>
                <a:lnTo>
                  <a:pt x="125" y="159"/>
                </a:lnTo>
                <a:lnTo>
                  <a:pt x="120" y="178"/>
                </a:lnTo>
                <a:cubicBezTo>
                  <a:pt x="119" y="180"/>
                  <a:pt x="119" y="181"/>
                  <a:pt x="119" y="181"/>
                </a:cubicBezTo>
                <a:cubicBezTo>
                  <a:pt x="119" y="182"/>
                  <a:pt x="119" y="182"/>
                  <a:pt x="120" y="182"/>
                </a:cubicBezTo>
                <a:lnTo>
                  <a:pt x="120" y="183"/>
                </a:lnTo>
                <a:lnTo>
                  <a:pt x="115" y="182"/>
                </a:lnTo>
                <a:lnTo>
                  <a:pt x="115" y="181"/>
                </a:lnTo>
                <a:cubicBezTo>
                  <a:pt x="116" y="181"/>
                  <a:pt x="116" y="181"/>
                  <a:pt x="117" y="180"/>
                </a:cubicBezTo>
                <a:cubicBezTo>
                  <a:pt x="117" y="180"/>
                  <a:pt x="117" y="179"/>
                  <a:pt x="118" y="178"/>
                </a:cubicBezTo>
                <a:lnTo>
                  <a:pt x="123" y="158"/>
                </a:lnTo>
                <a:lnTo>
                  <a:pt x="121" y="158"/>
                </a:lnTo>
                <a:cubicBezTo>
                  <a:pt x="121" y="158"/>
                  <a:pt x="120" y="158"/>
                  <a:pt x="120" y="158"/>
                </a:cubicBezTo>
                <a:cubicBezTo>
                  <a:pt x="120" y="158"/>
                  <a:pt x="119" y="158"/>
                  <a:pt x="119" y="159"/>
                </a:cubicBezTo>
                <a:cubicBezTo>
                  <a:pt x="119" y="160"/>
                  <a:pt x="118" y="160"/>
                  <a:pt x="118" y="162"/>
                </a:cubicBezTo>
                <a:lnTo>
                  <a:pt x="117" y="161"/>
                </a:lnTo>
                <a:lnTo>
                  <a:pt x="119" y="156"/>
                </a:lnTo>
                <a:lnTo>
                  <a:pt x="129" y="158"/>
                </a:lnTo>
                <a:close/>
              </a:path>
              <a:path w="336" h="189">
                <a:moveTo>
                  <a:pt x="209" y="181"/>
                </a:moveTo>
                <a:lnTo>
                  <a:pt x="210" y="181"/>
                </a:lnTo>
                <a:lnTo>
                  <a:pt x="204" y="183"/>
                </a:lnTo>
                <a:lnTo>
                  <a:pt x="204" y="182"/>
                </a:lnTo>
                <a:lnTo>
                  <a:pt x="205" y="182"/>
                </a:lnTo>
                <a:cubicBezTo>
                  <a:pt x="205" y="182"/>
                  <a:pt x="205" y="181"/>
                  <a:pt x="206" y="181"/>
                </a:cubicBezTo>
                <a:cubicBezTo>
                  <a:pt x="206" y="180"/>
                  <a:pt x="205" y="179"/>
                  <a:pt x="205" y="178"/>
                </a:cubicBezTo>
                <a:lnTo>
                  <a:pt x="202" y="161"/>
                </a:lnTo>
                <a:cubicBezTo>
                  <a:pt x="201" y="160"/>
                  <a:pt x="201" y="159"/>
                  <a:pt x="201" y="159"/>
                </a:cubicBezTo>
                <a:cubicBezTo>
                  <a:pt x="201" y="158"/>
                  <a:pt x="201" y="158"/>
                  <a:pt x="200" y="158"/>
                </a:cubicBezTo>
                <a:cubicBezTo>
                  <a:pt x="200" y="158"/>
                  <a:pt x="200" y="158"/>
                  <a:pt x="199" y="158"/>
                </a:cubicBezTo>
                <a:lnTo>
                  <a:pt x="199" y="157"/>
                </a:lnTo>
                <a:lnTo>
                  <a:pt x="204" y="156"/>
                </a:lnTo>
                <a:lnTo>
                  <a:pt x="204" y="157"/>
                </a:lnTo>
                <a:cubicBezTo>
                  <a:pt x="203" y="157"/>
                  <a:pt x="203" y="157"/>
                  <a:pt x="203" y="158"/>
                </a:cubicBezTo>
                <a:cubicBezTo>
                  <a:pt x="203" y="158"/>
                  <a:pt x="203" y="159"/>
                  <a:pt x="203" y="161"/>
                </a:cubicBezTo>
                <a:lnTo>
                  <a:pt x="207" y="177"/>
                </a:lnTo>
                <a:cubicBezTo>
                  <a:pt x="207" y="179"/>
                  <a:pt x="207" y="179"/>
                  <a:pt x="208" y="180"/>
                </a:cubicBezTo>
                <a:cubicBezTo>
                  <a:pt x="208" y="180"/>
                  <a:pt x="208" y="180"/>
                  <a:pt x="208" y="181"/>
                </a:cubicBezTo>
                <a:cubicBezTo>
                  <a:pt x="208" y="181"/>
                  <a:pt x="209" y="181"/>
                  <a:pt x="209" y="181"/>
                </a:cubicBezTo>
                <a:close/>
              </a:path>
              <a:path w="336" h="189">
                <a:moveTo>
                  <a:pt x="197" y="157"/>
                </a:moveTo>
                <a:lnTo>
                  <a:pt x="199" y="166"/>
                </a:lnTo>
                <a:cubicBezTo>
                  <a:pt x="198" y="163"/>
                  <a:pt x="197" y="162"/>
                  <a:pt x="196" y="161"/>
                </a:cubicBezTo>
                <a:cubicBezTo>
                  <a:pt x="195" y="160"/>
                  <a:pt x="194" y="159"/>
                  <a:pt x="193" y="160"/>
                </a:cubicBezTo>
                <a:cubicBezTo>
                  <a:pt x="193" y="160"/>
                  <a:pt x="192" y="160"/>
                  <a:pt x="192" y="161"/>
                </a:cubicBezTo>
                <a:cubicBezTo>
                  <a:pt x="191" y="162"/>
                  <a:pt x="191" y="164"/>
                  <a:pt x="191" y="166"/>
                </a:cubicBezTo>
                <a:cubicBezTo>
                  <a:pt x="191" y="168"/>
                  <a:pt x="191" y="170"/>
                  <a:pt x="192" y="173"/>
                </a:cubicBezTo>
                <a:cubicBezTo>
                  <a:pt x="192" y="175"/>
                  <a:pt x="193" y="177"/>
                  <a:pt x="194" y="179"/>
                </a:cubicBezTo>
                <a:cubicBezTo>
                  <a:pt x="194" y="181"/>
                  <a:pt x="195" y="182"/>
                  <a:pt x="196" y="183"/>
                </a:cubicBezTo>
                <a:cubicBezTo>
                  <a:pt x="197" y="183"/>
                  <a:pt x="198" y="184"/>
                  <a:pt x="199" y="183"/>
                </a:cubicBezTo>
                <a:cubicBezTo>
                  <a:pt x="200" y="183"/>
                  <a:pt x="200" y="183"/>
                  <a:pt x="201" y="182"/>
                </a:cubicBezTo>
                <a:cubicBezTo>
                  <a:pt x="201" y="181"/>
                  <a:pt x="202" y="179"/>
                  <a:pt x="202" y="177"/>
                </a:cubicBezTo>
                <a:cubicBezTo>
                  <a:pt x="202" y="180"/>
                  <a:pt x="202" y="182"/>
                  <a:pt x="201" y="183"/>
                </a:cubicBezTo>
                <a:cubicBezTo>
                  <a:pt x="201" y="184"/>
                  <a:pt x="200" y="185"/>
                  <a:pt x="199" y="185"/>
                </a:cubicBezTo>
                <a:cubicBezTo>
                  <a:pt x="197" y="186"/>
                  <a:pt x="195" y="184"/>
                  <a:pt x="193" y="182"/>
                </a:cubicBezTo>
                <a:cubicBezTo>
                  <a:pt x="191" y="179"/>
                  <a:pt x="190" y="177"/>
                  <a:pt x="190" y="174"/>
                </a:cubicBezTo>
                <a:cubicBezTo>
                  <a:pt x="189" y="171"/>
                  <a:pt x="189" y="169"/>
                  <a:pt x="189" y="166"/>
                </a:cubicBezTo>
                <a:cubicBezTo>
                  <a:pt x="189" y="164"/>
                  <a:pt x="190" y="162"/>
                  <a:pt x="190" y="161"/>
                </a:cubicBezTo>
                <a:cubicBezTo>
                  <a:pt x="191" y="159"/>
                  <a:pt x="192" y="159"/>
                  <a:pt x="193" y="158"/>
                </a:cubicBezTo>
                <a:cubicBezTo>
                  <a:pt x="194" y="158"/>
                  <a:pt x="195" y="158"/>
                  <a:pt x="196" y="159"/>
                </a:cubicBezTo>
                <a:cubicBezTo>
                  <a:pt x="196" y="159"/>
                  <a:pt x="196" y="159"/>
                  <a:pt x="197" y="159"/>
                </a:cubicBezTo>
                <a:cubicBezTo>
                  <a:pt x="197" y="159"/>
                  <a:pt x="197" y="159"/>
                  <a:pt x="197" y="159"/>
                </a:cubicBezTo>
                <a:cubicBezTo>
                  <a:pt x="197" y="158"/>
                  <a:pt x="197" y="158"/>
                  <a:pt x="197" y="157"/>
                </a:cubicBezTo>
                <a:close/>
              </a:path>
              <a:path w="336" h="189">
                <a:moveTo>
                  <a:pt x="183" y="160"/>
                </a:moveTo>
                <a:lnTo>
                  <a:pt x="185" y="169"/>
                </a:lnTo>
                <a:cubicBezTo>
                  <a:pt x="184" y="167"/>
                  <a:pt x="184" y="166"/>
                  <a:pt x="183" y="165"/>
                </a:cubicBezTo>
                <a:cubicBezTo>
                  <a:pt x="183" y="164"/>
                  <a:pt x="182" y="163"/>
                  <a:pt x="182" y="163"/>
                </a:cubicBezTo>
                <a:cubicBezTo>
                  <a:pt x="181" y="162"/>
                  <a:pt x="180" y="162"/>
                  <a:pt x="180" y="162"/>
                </a:cubicBezTo>
                <a:cubicBezTo>
                  <a:pt x="179" y="163"/>
                  <a:pt x="179" y="163"/>
                  <a:pt x="178" y="164"/>
                </a:cubicBezTo>
                <a:cubicBezTo>
                  <a:pt x="178" y="165"/>
                  <a:pt x="178" y="166"/>
                  <a:pt x="178" y="167"/>
                </a:cubicBezTo>
                <a:cubicBezTo>
                  <a:pt x="179" y="168"/>
                  <a:pt x="179" y="168"/>
                  <a:pt x="179" y="169"/>
                </a:cubicBezTo>
                <a:cubicBezTo>
                  <a:pt x="180" y="170"/>
                  <a:pt x="181" y="171"/>
                  <a:pt x="183" y="172"/>
                </a:cubicBezTo>
                <a:cubicBezTo>
                  <a:pt x="184" y="173"/>
                  <a:pt x="185" y="174"/>
                  <a:pt x="186" y="175"/>
                </a:cubicBezTo>
                <a:cubicBezTo>
                  <a:pt x="186" y="175"/>
                  <a:pt x="187" y="176"/>
                  <a:pt x="187" y="177"/>
                </a:cubicBezTo>
                <a:cubicBezTo>
                  <a:pt x="188" y="178"/>
                  <a:pt x="188" y="179"/>
                  <a:pt x="188" y="180"/>
                </a:cubicBezTo>
                <a:cubicBezTo>
                  <a:pt x="189" y="182"/>
                  <a:pt x="189" y="183"/>
                  <a:pt x="188" y="185"/>
                </a:cubicBezTo>
                <a:cubicBezTo>
                  <a:pt x="188" y="186"/>
                  <a:pt x="187" y="187"/>
                  <a:pt x="186" y="188"/>
                </a:cubicBezTo>
                <a:cubicBezTo>
                  <a:pt x="185" y="188"/>
                  <a:pt x="185" y="188"/>
                  <a:pt x="185" y="188"/>
                </a:cubicBezTo>
                <a:cubicBezTo>
                  <a:pt x="185" y="188"/>
                  <a:pt x="184" y="188"/>
                  <a:pt x="184" y="187"/>
                </a:cubicBezTo>
                <a:cubicBezTo>
                  <a:pt x="183" y="187"/>
                  <a:pt x="182" y="187"/>
                  <a:pt x="182" y="187"/>
                </a:cubicBezTo>
                <a:cubicBezTo>
                  <a:pt x="182" y="187"/>
                  <a:pt x="182" y="187"/>
                  <a:pt x="182" y="187"/>
                </a:cubicBezTo>
                <a:cubicBezTo>
                  <a:pt x="182" y="188"/>
                  <a:pt x="182" y="188"/>
                  <a:pt x="182" y="189"/>
                </a:cubicBezTo>
                <a:lnTo>
                  <a:pt x="180" y="180"/>
                </a:lnTo>
                <a:cubicBezTo>
                  <a:pt x="181" y="182"/>
                  <a:pt x="181" y="183"/>
                  <a:pt x="182" y="184"/>
                </a:cubicBezTo>
                <a:cubicBezTo>
                  <a:pt x="182" y="185"/>
                  <a:pt x="183" y="185"/>
                  <a:pt x="183" y="186"/>
                </a:cubicBezTo>
                <a:cubicBezTo>
                  <a:pt x="184" y="186"/>
                  <a:pt x="185" y="186"/>
                  <a:pt x="185" y="186"/>
                </a:cubicBezTo>
                <a:cubicBezTo>
                  <a:pt x="186" y="186"/>
                  <a:pt x="187" y="185"/>
                  <a:pt x="187" y="185"/>
                </a:cubicBezTo>
                <a:cubicBezTo>
                  <a:pt x="187" y="184"/>
                  <a:pt x="187" y="183"/>
                  <a:pt x="187" y="181"/>
                </a:cubicBezTo>
                <a:cubicBezTo>
                  <a:pt x="187" y="181"/>
                  <a:pt x="187" y="180"/>
                  <a:pt x="186" y="180"/>
                </a:cubicBezTo>
                <a:cubicBezTo>
                  <a:pt x="186" y="179"/>
                  <a:pt x="186" y="178"/>
                  <a:pt x="185" y="178"/>
                </a:cubicBezTo>
                <a:cubicBezTo>
                  <a:pt x="185" y="178"/>
                  <a:pt x="184" y="177"/>
                  <a:pt x="183" y="176"/>
                </a:cubicBezTo>
                <a:cubicBezTo>
                  <a:pt x="181" y="175"/>
                  <a:pt x="180" y="174"/>
                  <a:pt x="180" y="174"/>
                </a:cubicBezTo>
                <a:cubicBezTo>
                  <a:pt x="179" y="173"/>
                  <a:pt x="179" y="172"/>
                  <a:pt x="178" y="171"/>
                </a:cubicBezTo>
                <a:cubicBezTo>
                  <a:pt x="178" y="171"/>
                  <a:pt x="177" y="170"/>
                  <a:pt x="177" y="169"/>
                </a:cubicBezTo>
                <a:cubicBezTo>
                  <a:pt x="177" y="167"/>
                  <a:pt x="177" y="165"/>
                  <a:pt x="177" y="164"/>
                </a:cubicBezTo>
                <a:cubicBezTo>
                  <a:pt x="178" y="162"/>
                  <a:pt x="178" y="161"/>
                  <a:pt x="179" y="161"/>
                </a:cubicBezTo>
                <a:cubicBezTo>
                  <a:pt x="180" y="161"/>
                  <a:pt x="181" y="161"/>
                  <a:pt x="182" y="161"/>
                </a:cubicBezTo>
                <a:cubicBezTo>
                  <a:pt x="182" y="162"/>
                  <a:pt x="182" y="162"/>
                  <a:pt x="182" y="162"/>
                </a:cubicBezTo>
                <a:cubicBezTo>
                  <a:pt x="183" y="162"/>
                  <a:pt x="183" y="162"/>
                  <a:pt x="183" y="161"/>
                </a:cubicBezTo>
                <a:cubicBezTo>
                  <a:pt x="183" y="161"/>
                  <a:pt x="183" y="161"/>
                  <a:pt x="183" y="160"/>
                </a:cubicBezTo>
                <a:close/>
              </a:path>
              <a:path w="336" h="189">
                <a:moveTo>
                  <a:pt x="209" y="157"/>
                </a:moveTo>
                <a:lnTo>
                  <a:pt x="212" y="167"/>
                </a:lnTo>
                <a:lnTo>
                  <a:pt x="214" y="166"/>
                </a:lnTo>
                <a:cubicBezTo>
                  <a:pt x="215" y="166"/>
                  <a:pt x="215" y="166"/>
                  <a:pt x="216" y="165"/>
                </a:cubicBezTo>
                <a:cubicBezTo>
                  <a:pt x="216" y="165"/>
                  <a:pt x="216" y="164"/>
                  <a:pt x="215" y="162"/>
                </a:cubicBezTo>
                <a:lnTo>
                  <a:pt x="216" y="162"/>
                </a:lnTo>
                <a:lnTo>
                  <a:pt x="218" y="171"/>
                </a:lnTo>
                <a:lnTo>
                  <a:pt x="217" y="171"/>
                </a:lnTo>
                <a:cubicBezTo>
                  <a:pt x="217" y="170"/>
                  <a:pt x="217" y="169"/>
                  <a:pt x="217" y="169"/>
                </a:cubicBezTo>
                <a:cubicBezTo>
                  <a:pt x="216" y="168"/>
                  <a:pt x="216" y="168"/>
                  <a:pt x="216" y="168"/>
                </a:cubicBezTo>
                <a:cubicBezTo>
                  <a:pt x="216" y="168"/>
                  <a:pt x="215" y="167"/>
                  <a:pt x="215" y="168"/>
                </a:cubicBezTo>
                <a:lnTo>
                  <a:pt x="212" y="168"/>
                </a:lnTo>
                <a:lnTo>
                  <a:pt x="214" y="177"/>
                </a:lnTo>
                <a:cubicBezTo>
                  <a:pt x="214" y="178"/>
                  <a:pt x="214" y="179"/>
                  <a:pt x="214" y="179"/>
                </a:cubicBezTo>
                <a:cubicBezTo>
                  <a:pt x="215" y="179"/>
                  <a:pt x="215" y="179"/>
                  <a:pt x="215" y="179"/>
                </a:cubicBezTo>
                <a:cubicBezTo>
                  <a:pt x="215" y="179"/>
                  <a:pt x="215" y="179"/>
                  <a:pt x="216" y="179"/>
                </a:cubicBezTo>
                <a:lnTo>
                  <a:pt x="218" y="179"/>
                </a:lnTo>
                <a:cubicBezTo>
                  <a:pt x="218" y="179"/>
                  <a:pt x="219" y="178"/>
                  <a:pt x="219" y="178"/>
                </a:cubicBezTo>
                <a:cubicBezTo>
                  <a:pt x="219" y="178"/>
                  <a:pt x="219" y="177"/>
                  <a:pt x="220" y="177"/>
                </a:cubicBezTo>
                <a:cubicBezTo>
                  <a:pt x="220" y="176"/>
                  <a:pt x="220" y="175"/>
                  <a:pt x="220" y="173"/>
                </a:cubicBezTo>
                <a:lnTo>
                  <a:pt x="221" y="180"/>
                </a:lnTo>
                <a:lnTo>
                  <a:pt x="212" y="182"/>
                </a:lnTo>
                <a:lnTo>
                  <a:pt x="211" y="181"/>
                </a:lnTo>
                <a:lnTo>
                  <a:pt x="212" y="181"/>
                </a:lnTo>
                <a:cubicBezTo>
                  <a:pt x="212" y="181"/>
                  <a:pt x="212" y="181"/>
                  <a:pt x="213" y="180"/>
                </a:cubicBezTo>
                <a:cubicBezTo>
                  <a:pt x="213" y="180"/>
                  <a:pt x="213" y="180"/>
                  <a:pt x="213" y="179"/>
                </a:cubicBezTo>
                <a:cubicBezTo>
                  <a:pt x="213" y="179"/>
                  <a:pt x="213" y="178"/>
                  <a:pt x="212" y="177"/>
                </a:cubicBezTo>
                <a:lnTo>
                  <a:pt x="208" y="160"/>
                </a:lnTo>
                <a:cubicBezTo>
                  <a:pt x="208" y="159"/>
                  <a:pt x="208" y="158"/>
                  <a:pt x="208" y="157"/>
                </a:cubicBezTo>
                <a:cubicBezTo>
                  <a:pt x="207" y="157"/>
                  <a:pt x="207" y="157"/>
                  <a:pt x="206" y="157"/>
                </a:cubicBezTo>
                <a:lnTo>
                  <a:pt x="206" y="156"/>
                </a:lnTo>
                <a:lnTo>
                  <a:pt x="215" y="154"/>
                </a:lnTo>
                <a:lnTo>
                  <a:pt x="216" y="159"/>
                </a:lnTo>
                <a:lnTo>
                  <a:pt x="216" y="160"/>
                </a:lnTo>
                <a:cubicBezTo>
                  <a:pt x="215" y="158"/>
                  <a:pt x="215" y="157"/>
                  <a:pt x="215" y="157"/>
                </a:cubicBezTo>
                <a:cubicBezTo>
                  <a:pt x="215" y="156"/>
                  <a:pt x="214" y="156"/>
                  <a:pt x="214" y="156"/>
                </a:cubicBezTo>
                <a:cubicBezTo>
                  <a:pt x="214" y="156"/>
                  <a:pt x="213" y="156"/>
                  <a:pt x="213" y="156"/>
                </a:cubicBezTo>
                <a:lnTo>
                  <a:pt x="209" y="157"/>
                </a:lnTo>
                <a:close/>
              </a:path>
              <a:path w="336" h="189">
                <a:moveTo>
                  <a:pt x="217" y="153"/>
                </a:moveTo>
                <a:lnTo>
                  <a:pt x="220" y="153"/>
                </a:lnTo>
                <a:lnTo>
                  <a:pt x="231" y="170"/>
                </a:lnTo>
                <a:lnTo>
                  <a:pt x="228" y="155"/>
                </a:lnTo>
                <a:cubicBezTo>
                  <a:pt x="228" y="154"/>
                  <a:pt x="227" y="153"/>
                  <a:pt x="227" y="152"/>
                </a:cubicBezTo>
                <a:cubicBezTo>
                  <a:pt x="227" y="152"/>
                  <a:pt x="226" y="152"/>
                  <a:pt x="226" y="152"/>
                </a:cubicBezTo>
                <a:lnTo>
                  <a:pt x="225" y="152"/>
                </a:lnTo>
                <a:lnTo>
                  <a:pt x="225" y="151"/>
                </a:lnTo>
                <a:lnTo>
                  <a:pt x="229" y="150"/>
                </a:lnTo>
                <a:lnTo>
                  <a:pt x="230" y="151"/>
                </a:lnTo>
                <a:lnTo>
                  <a:pt x="229" y="151"/>
                </a:lnTo>
                <a:cubicBezTo>
                  <a:pt x="229" y="151"/>
                  <a:pt x="228" y="151"/>
                  <a:pt x="228" y="152"/>
                </a:cubicBezTo>
                <a:cubicBezTo>
                  <a:pt x="228" y="153"/>
                  <a:pt x="228" y="154"/>
                  <a:pt x="229" y="155"/>
                </a:cubicBezTo>
                <a:lnTo>
                  <a:pt x="234" y="177"/>
                </a:lnTo>
                <a:lnTo>
                  <a:pt x="233" y="177"/>
                </a:lnTo>
                <a:lnTo>
                  <a:pt x="221" y="158"/>
                </a:lnTo>
                <a:lnTo>
                  <a:pt x="224" y="174"/>
                </a:lnTo>
                <a:cubicBezTo>
                  <a:pt x="225" y="175"/>
                  <a:pt x="225" y="176"/>
                  <a:pt x="225" y="177"/>
                </a:cubicBezTo>
                <a:cubicBezTo>
                  <a:pt x="226" y="177"/>
                  <a:pt x="226" y="177"/>
                  <a:pt x="226" y="177"/>
                </a:cubicBezTo>
                <a:lnTo>
                  <a:pt x="227" y="177"/>
                </a:lnTo>
                <a:lnTo>
                  <a:pt x="227" y="178"/>
                </a:lnTo>
                <a:lnTo>
                  <a:pt x="223" y="179"/>
                </a:lnTo>
                <a:lnTo>
                  <a:pt x="223" y="178"/>
                </a:lnTo>
                <a:cubicBezTo>
                  <a:pt x="224" y="178"/>
                  <a:pt x="224" y="178"/>
                  <a:pt x="224" y="177"/>
                </a:cubicBezTo>
                <a:cubicBezTo>
                  <a:pt x="224" y="176"/>
                  <a:pt x="224" y="175"/>
                  <a:pt x="224" y="174"/>
                </a:cubicBezTo>
                <a:lnTo>
                  <a:pt x="220" y="156"/>
                </a:lnTo>
                <a:cubicBezTo>
                  <a:pt x="219" y="155"/>
                  <a:pt x="219" y="155"/>
                  <a:pt x="218" y="155"/>
                </a:cubicBezTo>
                <a:cubicBezTo>
                  <a:pt x="218" y="154"/>
                  <a:pt x="218" y="154"/>
                  <a:pt x="217" y="154"/>
                </a:cubicBezTo>
                <a:cubicBezTo>
                  <a:pt x="217" y="154"/>
                  <a:pt x="217" y="154"/>
                  <a:pt x="217" y="154"/>
                </a:cubicBezTo>
                <a:lnTo>
                  <a:pt x="217" y="153"/>
                </a:lnTo>
                <a:close/>
              </a:path>
              <a:path w="336" h="189">
                <a:moveTo>
                  <a:pt x="238" y="146"/>
                </a:moveTo>
                <a:lnTo>
                  <a:pt x="242" y="155"/>
                </a:lnTo>
                <a:cubicBezTo>
                  <a:pt x="240" y="152"/>
                  <a:pt x="239" y="151"/>
                  <a:pt x="238" y="150"/>
                </a:cubicBezTo>
                <a:cubicBezTo>
                  <a:pt x="237" y="149"/>
                  <a:pt x="236" y="149"/>
                  <a:pt x="235" y="149"/>
                </a:cubicBezTo>
                <a:cubicBezTo>
                  <a:pt x="234" y="149"/>
                  <a:pt x="233" y="150"/>
                  <a:pt x="233" y="151"/>
                </a:cubicBezTo>
                <a:cubicBezTo>
                  <a:pt x="233" y="152"/>
                  <a:pt x="233" y="154"/>
                  <a:pt x="233" y="156"/>
                </a:cubicBezTo>
                <a:cubicBezTo>
                  <a:pt x="233" y="158"/>
                  <a:pt x="234" y="160"/>
                  <a:pt x="235" y="163"/>
                </a:cubicBezTo>
                <a:cubicBezTo>
                  <a:pt x="236" y="165"/>
                  <a:pt x="237" y="167"/>
                  <a:pt x="237" y="168"/>
                </a:cubicBezTo>
                <a:cubicBezTo>
                  <a:pt x="238" y="170"/>
                  <a:pt x="239" y="171"/>
                  <a:pt x="240" y="172"/>
                </a:cubicBezTo>
                <a:cubicBezTo>
                  <a:pt x="241" y="172"/>
                  <a:pt x="242" y="172"/>
                  <a:pt x="243" y="172"/>
                </a:cubicBezTo>
                <a:cubicBezTo>
                  <a:pt x="244" y="172"/>
                  <a:pt x="245" y="171"/>
                  <a:pt x="245" y="170"/>
                </a:cubicBezTo>
                <a:cubicBezTo>
                  <a:pt x="245" y="169"/>
                  <a:pt x="246" y="168"/>
                  <a:pt x="246" y="165"/>
                </a:cubicBezTo>
                <a:lnTo>
                  <a:pt x="246" y="166"/>
                </a:lnTo>
                <a:cubicBezTo>
                  <a:pt x="246" y="168"/>
                  <a:pt x="246" y="170"/>
                  <a:pt x="246" y="171"/>
                </a:cubicBezTo>
                <a:cubicBezTo>
                  <a:pt x="245" y="173"/>
                  <a:pt x="244" y="174"/>
                  <a:pt x="243" y="174"/>
                </a:cubicBezTo>
                <a:cubicBezTo>
                  <a:pt x="241" y="175"/>
                  <a:pt x="239" y="174"/>
                  <a:pt x="237" y="171"/>
                </a:cubicBezTo>
                <a:cubicBezTo>
                  <a:pt x="235" y="169"/>
                  <a:pt x="234" y="167"/>
                  <a:pt x="233" y="164"/>
                </a:cubicBezTo>
                <a:cubicBezTo>
                  <a:pt x="232" y="161"/>
                  <a:pt x="231" y="159"/>
                  <a:pt x="231" y="156"/>
                </a:cubicBezTo>
                <a:cubicBezTo>
                  <a:pt x="231" y="154"/>
                  <a:pt x="231" y="152"/>
                  <a:pt x="232" y="151"/>
                </a:cubicBezTo>
                <a:cubicBezTo>
                  <a:pt x="232" y="149"/>
                  <a:pt x="233" y="148"/>
                  <a:pt x="234" y="148"/>
                </a:cubicBezTo>
                <a:cubicBezTo>
                  <a:pt x="235" y="148"/>
                  <a:pt x="236" y="148"/>
                  <a:pt x="237" y="148"/>
                </a:cubicBezTo>
                <a:cubicBezTo>
                  <a:pt x="238" y="148"/>
                  <a:pt x="238" y="149"/>
                  <a:pt x="238" y="149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8"/>
                  <a:pt x="238" y="147"/>
                  <a:pt x="238" y="147"/>
                </a:cubicBezTo>
                <a:lnTo>
                  <a:pt x="238" y="146"/>
                </a:lnTo>
                <a:close/>
              </a:path>
              <a:path w="336" h="189">
                <a:moveTo>
                  <a:pt x="245" y="146"/>
                </a:moveTo>
                <a:lnTo>
                  <a:pt x="248" y="156"/>
                </a:lnTo>
                <a:lnTo>
                  <a:pt x="251" y="155"/>
                </a:lnTo>
                <a:cubicBezTo>
                  <a:pt x="252" y="155"/>
                  <a:pt x="252" y="155"/>
                  <a:pt x="252" y="154"/>
                </a:cubicBezTo>
                <a:cubicBezTo>
                  <a:pt x="252" y="153"/>
                  <a:pt x="252" y="152"/>
                  <a:pt x="252" y="151"/>
                </a:cubicBezTo>
                <a:lnTo>
                  <a:pt x="255" y="159"/>
                </a:lnTo>
                <a:cubicBezTo>
                  <a:pt x="254" y="158"/>
                  <a:pt x="254" y="158"/>
                  <a:pt x="254" y="157"/>
                </a:cubicBezTo>
                <a:cubicBezTo>
                  <a:pt x="253" y="157"/>
                  <a:pt x="253" y="157"/>
                  <a:pt x="253" y="156"/>
                </a:cubicBezTo>
                <a:cubicBezTo>
                  <a:pt x="252" y="156"/>
                  <a:pt x="252" y="156"/>
                  <a:pt x="251" y="156"/>
                </a:cubicBezTo>
                <a:lnTo>
                  <a:pt x="249" y="157"/>
                </a:lnTo>
                <a:lnTo>
                  <a:pt x="252" y="166"/>
                </a:lnTo>
                <a:cubicBezTo>
                  <a:pt x="252" y="167"/>
                  <a:pt x="252" y="167"/>
                  <a:pt x="252" y="168"/>
                </a:cubicBezTo>
                <a:cubicBezTo>
                  <a:pt x="253" y="168"/>
                  <a:pt x="253" y="168"/>
                  <a:pt x="253" y="168"/>
                </a:cubicBezTo>
                <a:cubicBezTo>
                  <a:pt x="253" y="168"/>
                  <a:pt x="253" y="168"/>
                  <a:pt x="254" y="168"/>
                </a:cubicBezTo>
                <a:lnTo>
                  <a:pt x="256" y="167"/>
                </a:lnTo>
                <a:cubicBezTo>
                  <a:pt x="256" y="167"/>
                  <a:pt x="257" y="167"/>
                  <a:pt x="257" y="166"/>
                </a:cubicBezTo>
                <a:cubicBezTo>
                  <a:pt x="257" y="166"/>
                  <a:pt x="258" y="166"/>
                  <a:pt x="258" y="165"/>
                </a:cubicBezTo>
                <a:cubicBezTo>
                  <a:pt x="258" y="164"/>
                  <a:pt x="258" y="163"/>
                  <a:pt x="258" y="161"/>
                </a:cubicBezTo>
                <a:lnTo>
                  <a:pt x="259" y="168"/>
                </a:lnTo>
                <a:lnTo>
                  <a:pt x="250" y="171"/>
                </a:lnTo>
                <a:lnTo>
                  <a:pt x="249" y="170"/>
                </a:lnTo>
                <a:lnTo>
                  <a:pt x="250" y="170"/>
                </a:lnTo>
                <a:cubicBezTo>
                  <a:pt x="250" y="170"/>
                  <a:pt x="250" y="170"/>
                  <a:pt x="251" y="169"/>
                </a:cubicBezTo>
                <a:cubicBezTo>
                  <a:pt x="251" y="169"/>
                  <a:pt x="251" y="169"/>
                  <a:pt x="251" y="168"/>
                </a:cubicBezTo>
                <a:cubicBezTo>
                  <a:pt x="251" y="168"/>
                  <a:pt x="250" y="167"/>
                  <a:pt x="250" y="166"/>
                </a:cubicBezTo>
                <a:lnTo>
                  <a:pt x="244" y="150"/>
                </a:lnTo>
                <a:cubicBezTo>
                  <a:pt x="244" y="148"/>
                  <a:pt x="243" y="147"/>
                  <a:pt x="243" y="147"/>
                </a:cubicBezTo>
                <a:cubicBezTo>
                  <a:pt x="242" y="147"/>
                  <a:pt x="242" y="147"/>
                  <a:pt x="241" y="147"/>
                </a:cubicBezTo>
                <a:lnTo>
                  <a:pt x="241" y="146"/>
                </a:lnTo>
                <a:lnTo>
                  <a:pt x="250" y="143"/>
                </a:lnTo>
                <a:lnTo>
                  <a:pt x="252" y="148"/>
                </a:lnTo>
                <a:cubicBezTo>
                  <a:pt x="251" y="147"/>
                  <a:pt x="251" y="146"/>
                  <a:pt x="251" y="146"/>
                </a:cubicBezTo>
                <a:cubicBezTo>
                  <a:pt x="250" y="145"/>
                  <a:pt x="250" y="145"/>
                  <a:pt x="249" y="145"/>
                </a:cubicBezTo>
                <a:cubicBezTo>
                  <a:pt x="249" y="145"/>
                  <a:pt x="249" y="145"/>
                  <a:pt x="248" y="145"/>
                </a:cubicBezTo>
                <a:lnTo>
                  <a:pt x="245" y="146"/>
                </a:lnTo>
                <a:close/>
              </a:path>
            </a:pathLst>
          </a:custGeom>
          <a:solidFill>
            <a:srgbClr val="24211D"/>
          </a:solidFill>
          <a:ln>
            <a:noFill/>
          </a:ln>
        </p:spPr>
      </p:sp>
      <p:sp>
        <p:nvSpPr>
          <p:cNvPr id="18" name="Freeform 16"/>
          <p:cNvSpPr>
            <a:spLocks noGrp="1"/>
          </p:cNvSpPr>
          <p:nvPr/>
        </p:nvSpPr>
        <p:spPr>
          <a:xfrm>
            <a:off x="9943582" y="268135"/>
            <a:ext cx="220968" cy="125723"/>
          </a:xfrm>
          <a:custGeom>
            <a:avLst/>
            <a:gdLst/>
            <a:ahLst/>
            <a:cxnLst/>
            <a:rect l="l" t="t" r="r" b="b"/>
            <a:pathLst>
              <a:path w="143" h="81">
                <a:moveTo>
                  <a:pt x="102" y="38"/>
                </a:moveTo>
                <a:lnTo>
                  <a:pt x="129" y="38"/>
                </a:lnTo>
                <a:cubicBezTo>
                  <a:pt x="135" y="33"/>
                  <a:pt x="68" y="12"/>
                  <a:pt x="53" y="18"/>
                </a:cubicBezTo>
                <a:cubicBezTo>
                  <a:pt x="44" y="22"/>
                  <a:pt x="65" y="31"/>
                  <a:pt x="77" y="41"/>
                </a:cubicBezTo>
                <a:cubicBezTo>
                  <a:pt x="84" y="46"/>
                  <a:pt x="94" y="54"/>
                  <a:pt x="96" y="58"/>
                </a:cubicBezTo>
                <a:cubicBezTo>
                  <a:pt x="101" y="65"/>
                  <a:pt x="97" y="72"/>
                  <a:pt x="88" y="81"/>
                </a:cubicBezTo>
                <a:lnTo>
                  <a:pt x="0" y="81"/>
                </a:lnTo>
                <a:cubicBezTo>
                  <a:pt x="3" y="78"/>
                  <a:pt x="7" y="76"/>
                  <a:pt x="10" y="76"/>
                </a:cubicBezTo>
                <a:lnTo>
                  <a:pt x="57" y="76"/>
                </a:lnTo>
                <a:cubicBezTo>
                  <a:pt x="65" y="75"/>
                  <a:pt x="82" y="73"/>
                  <a:pt x="82" y="53"/>
                </a:cubicBezTo>
                <a:cubicBezTo>
                  <a:pt x="79" y="40"/>
                  <a:pt x="48" y="37"/>
                  <a:pt x="39" y="27"/>
                </a:cubicBezTo>
                <a:cubicBezTo>
                  <a:pt x="35" y="23"/>
                  <a:pt x="41" y="17"/>
                  <a:pt x="53" y="17"/>
                </a:cubicBezTo>
                <a:cubicBezTo>
                  <a:pt x="75" y="0"/>
                  <a:pt x="143" y="8"/>
                  <a:pt x="141" y="24"/>
                </a:cubicBezTo>
                <a:cubicBezTo>
                  <a:pt x="140" y="33"/>
                  <a:pt x="134" y="39"/>
                  <a:pt x="127" y="45"/>
                </a:cubicBezTo>
                <a:lnTo>
                  <a:pt x="118" y="45"/>
                </a:lnTo>
                <a:lnTo>
                  <a:pt x="108" y="81"/>
                </a:lnTo>
                <a:lnTo>
                  <a:pt x="96" y="81"/>
                </a:lnTo>
                <a:lnTo>
                  <a:pt x="106" y="45"/>
                </a:lnTo>
                <a:lnTo>
                  <a:pt x="95" y="45"/>
                </a:lnTo>
                <a:lnTo>
                  <a:pt x="102" y="38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9" name="Freeform 17"/>
          <p:cNvSpPr>
            <a:spLocks noGrp="1"/>
          </p:cNvSpPr>
          <p:nvPr/>
        </p:nvSpPr>
        <p:spPr>
          <a:xfrm>
            <a:off x="9962631" y="339251"/>
            <a:ext cx="50797" cy="41908"/>
          </a:xfrm>
          <a:custGeom>
            <a:avLst/>
            <a:gdLst/>
            <a:ahLst/>
            <a:cxnLst/>
            <a:rect l="l" t="t" r="r" b="b"/>
            <a:pathLst>
              <a:path w="33" h="27">
                <a:moveTo>
                  <a:pt x="7" y="0"/>
                </a:moveTo>
                <a:lnTo>
                  <a:pt x="18" y="0"/>
                </a:lnTo>
                <a:lnTo>
                  <a:pt x="13" y="17"/>
                </a:lnTo>
                <a:lnTo>
                  <a:pt x="18" y="17"/>
                </a:lnTo>
                <a:lnTo>
                  <a:pt x="22" y="0"/>
                </a:lnTo>
                <a:lnTo>
                  <a:pt x="33" y="0"/>
                </a:lnTo>
                <a:lnTo>
                  <a:pt x="25" y="27"/>
                </a:lnTo>
                <a:lnTo>
                  <a:pt x="15" y="27"/>
                </a:lnTo>
                <a:lnTo>
                  <a:pt x="17" y="20"/>
                </a:lnTo>
                <a:lnTo>
                  <a:pt x="13" y="20"/>
                </a:lnTo>
                <a:lnTo>
                  <a:pt x="11" y="27"/>
                </a:lnTo>
                <a:lnTo>
                  <a:pt x="0" y="27"/>
                </a:lnTo>
                <a:lnTo>
                  <a:pt x="7" y="0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20" name="Freeform 18"/>
          <p:cNvSpPr>
            <a:spLocks noGrp="1"/>
          </p:cNvSpPr>
          <p:nvPr/>
        </p:nvSpPr>
        <p:spPr>
          <a:xfrm>
            <a:off x="10007079" y="339251"/>
            <a:ext cx="50797" cy="41908"/>
          </a:xfrm>
          <a:custGeom>
            <a:avLst/>
            <a:gdLst/>
            <a:ahLst/>
            <a:cxnLst/>
            <a:rect l="l" t="t" r="r" b="b"/>
            <a:pathLst>
              <a:path w="33" h="27">
                <a:moveTo>
                  <a:pt x="8" y="0"/>
                </a:moveTo>
                <a:lnTo>
                  <a:pt x="0" y="27"/>
                </a:lnTo>
                <a:lnTo>
                  <a:pt x="25" y="27"/>
                </a:lnTo>
                <a:lnTo>
                  <a:pt x="33" y="0"/>
                </a:lnTo>
                <a:lnTo>
                  <a:pt x="22" y="0"/>
                </a:lnTo>
                <a:lnTo>
                  <a:pt x="15" y="24"/>
                </a:lnTo>
                <a:lnTo>
                  <a:pt x="11" y="24"/>
                </a:lnTo>
                <a:lnTo>
                  <a:pt x="18" y="0"/>
                </a:lnTo>
                <a:lnTo>
                  <a:pt x="8" y="0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21" name="Freeform 5"/>
          <p:cNvSpPr>
            <a:spLocks noGrp="1"/>
          </p:cNvSpPr>
          <p:nvPr/>
        </p:nvSpPr>
        <p:spPr>
          <a:xfrm>
            <a:off x="10436316" y="152571"/>
            <a:ext cx="1607736" cy="325103"/>
          </a:xfrm>
          <a:custGeom>
            <a:avLst/>
            <a:gdLst/>
            <a:ahLst/>
            <a:cxnLst/>
            <a:rect l="l" t="t" r="r" b="b"/>
            <a:pathLst>
              <a:path w="489" h="98">
                <a:moveTo>
                  <a:pt x="98" y="37"/>
                </a:moveTo>
                <a:cubicBezTo>
                  <a:pt x="98" y="37"/>
                  <a:pt x="101" y="31"/>
                  <a:pt x="102" y="39"/>
                </a:cubicBezTo>
                <a:lnTo>
                  <a:pt x="104" y="45"/>
                </a:lnTo>
                <a:cubicBezTo>
                  <a:pt x="104" y="45"/>
                  <a:pt x="106" y="49"/>
                  <a:pt x="109" y="43"/>
                </a:cubicBezTo>
                <a:lnTo>
                  <a:pt x="112" y="40"/>
                </a:lnTo>
                <a:cubicBezTo>
                  <a:pt x="112" y="40"/>
                  <a:pt x="114" y="40"/>
                  <a:pt x="114" y="37"/>
                </a:cubicBezTo>
                <a:lnTo>
                  <a:pt x="113" y="28"/>
                </a:lnTo>
                <a:cubicBezTo>
                  <a:pt x="113" y="28"/>
                  <a:pt x="113" y="22"/>
                  <a:pt x="111" y="22"/>
                </a:cubicBezTo>
                <a:cubicBezTo>
                  <a:pt x="111" y="22"/>
                  <a:pt x="108" y="16"/>
                  <a:pt x="112" y="15"/>
                </a:cubicBezTo>
                <a:cubicBezTo>
                  <a:pt x="112" y="15"/>
                  <a:pt x="113" y="11"/>
                  <a:pt x="119" y="14"/>
                </a:cubicBezTo>
                <a:cubicBezTo>
                  <a:pt x="119" y="14"/>
                  <a:pt x="125" y="16"/>
                  <a:pt x="123" y="21"/>
                </a:cubicBezTo>
                <a:lnTo>
                  <a:pt x="122" y="29"/>
                </a:lnTo>
                <a:cubicBezTo>
                  <a:pt x="122" y="29"/>
                  <a:pt x="121" y="33"/>
                  <a:pt x="127" y="28"/>
                </a:cubicBezTo>
                <a:lnTo>
                  <a:pt x="135" y="23"/>
                </a:lnTo>
                <a:cubicBezTo>
                  <a:pt x="135" y="23"/>
                  <a:pt x="143" y="20"/>
                  <a:pt x="145" y="24"/>
                </a:cubicBezTo>
                <a:cubicBezTo>
                  <a:pt x="145" y="24"/>
                  <a:pt x="147" y="27"/>
                  <a:pt x="143" y="30"/>
                </a:cubicBezTo>
                <a:cubicBezTo>
                  <a:pt x="143" y="30"/>
                  <a:pt x="131" y="33"/>
                  <a:pt x="133" y="42"/>
                </a:cubicBezTo>
                <a:cubicBezTo>
                  <a:pt x="133" y="42"/>
                  <a:pt x="139" y="43"/>
                  <a:pt x="134" y="48"/>
                </a:cubicBezTo>
                <a:cubicBezTo>
                  <a:pt x="134" y="48"/>
                  <a:pt x="128" y="49"/>
                  <a:pt x="125" y="52"/>
                </a:cubicBezTo>
                <a:lnTo>
                  <a:pt x="121" y="53"/>
                </a:lnTo>
                <a:lnTo>
                  <a:pt x="121" y="86"/>
                </a:lnTo>
                <a:cubicBezTo>
                  <a:pt x="121" y="86"/>
                  <a:pt x="121" y="96"/>
                  <a:pt x="115" y="92"/>
                </a:cubicBezTo>
                <a:cubicBezTo>
                  <a:pt x="115" y="92"/>
                  <a:pt x="109" y="84"/>
                  <a:pt x="113" y="74"/>
                </a:cubicBezTo>
                <a:lnTo>
                  <a:pt x="114" y="49"/>
                </a:lnTo>
                <a:cubicBezTo>
                  <a:pt x="114" y="49"/>
                  <a:pt x="115" y="41"/>
                  <a:pt x="109" y="50"/>
                </a:cubicBezTo>
                <a:lnTo>
                  <a:pt x="104" y="57"/>
                </a:lnTo>
                <a:cubicBezTo>
                  <a:pt x="104" y="57"/>
                  <a:pt x="102" y="60"/>
                  <a:pt x="98" y="58"/>
                </a:cubicBezTo>
                <a:cubicBezTo>
                  <a:pt x="98" y="58"/>
                  <a:pt x="90" y="54"/>
                  <a:pt x="94" y="47"/>
                </a:cubicBezTo>
                <a:cubicBezTo>
                  <a:pt x="96" y="45"/>
                  <a:pt x="97" y="40"/>
                  <a:pt x="98" y="37"/>
                </a:cubicBezTo>
                <a:close/>
                <a:moveTo>
                  <a:pt x="121" y="39"/>
                </a:moveTo>
                <a:lnTo>
                  <a:pt x="121" y="45"/>
                </a:lnTo>
                <a:cubicBezTo>
                  <a:pt x="121" y="45"/>
                  <a:pt x="120" y="48"/>
                  <a:pt x="125" y="45"/>
                </a:cubicBezTo>
                <a:cubicBezTo>
                  <a:pt x="125" y="45"/>
                  <a:pt x="128" y="42"/>
                  <a:pt x="128" y="40"/>
                </a:cubicBezTo>
                <a:cubicBezTo>
                  <a:pt x="128" y="40"/>
                  <a:pt x="128" y="35"/>
                  <a:pt x="130" y="35"/>
                </a:cubicBezTo>
                <a:cubicBezTo>
                  <a:pt x="130" y="35"/>
                  <a:pt x="131" y="31"/>
                  <a:pt x="126" y="33"/>
                </a:cubicBezTo>
                <a:lnTo>
                  <a:pt x="123" y="37"/>
                </a:lnTo>
                <a:lnTo>
                  <a:pt x="122" y="37"/>
                </a:lnTo>
                <a:cubicBezTo>
                  <a:pt x="122" y="37"/>
                  <a:pt x="121" y="38"/>
                  <a:pt x="121" y="39"/>
                </a:cubicBezTo>
                <a:close/>
              </a:path>
              <a:path w="489" h="98">
                <a:moveTo>
                  <a:pt x="29" y="76"/>
                </a:moveTo>
                <a:cubicBezTo>
                  <a:pt x="34" y="73"/>
                  <a:pt x="37" y="72"/>
                  <a:pt x="38" y="73"/>
                </a:cubicBezTo>
                <a:cubicBezTo>
                  <a:pt x="39" y="73"/>
                  <a:pt x="39" y="80"/>
                  <a:pt x="39" y="92"/>
                </a:cubicBezTo>
                <a:cubicBezTo>
                  <a:pt x="39" y="98"/>
                  <a:pt x="43" y="98"/>
                  <a:pt x="45" y="95"/>
                </a:cubicBezTo>
                <a:cubicBezTo>
                  <a:pt x="47" y="92"/>
                  <a:pt x="48" y="86"/>
                  <a:pt x="48" y="78"/>
                </a:cubicBezTo>
                <a:lnTo>
                  <a:pt x="48" y="71"/>
                </a:lnTo>
                <a:lnTo>
                  <a:pt x="50" y="68"/>
                </a:lnTo>
                <a:lnTo>
                  <a:pt x="59" y="64"/>
                </a:lnTo>
                <a:cubicBezTo>
                  <a:pt x="62" y="63"/>
                  <a:pt x="62" y="61"/>
                  <a:pt x="59" y="60"/>
                </a:cubicBezTo>
                <a:lnTo>
                  <a:pt x="54" y="56"/>
                </a:lnTo>
                <a:cubicBezTo>
                  <a:pt x="53" y="54"/>
                  <a:pt x="53" y="53"/>
                  <a:pt x="56" y="52"/>
                </a:cubicBezTo>
                <a:lnTo>
                  <a:pt x="71" y="44"/>
                </a:lnTo>
                <a:cubicBezTo>
                  <a:pt x="73" y="44"/>
                  <a:pt x="74" y="42"/>
                  <a:pt x="71" y="39"/>
                </a:cubicBezTo>
                <a:cubicBezTo>
                  <a:pt x="69" y="37"/>
                  <a:pt x="67" y="37"/>
                  <a:pt x="64" y="39"/>
                </a:cubicBezTo>
                <a:lnTo>
                  <a:pt x="59" y="41"/>
                </a:lnTo>
                <a:cubicBezTo>
                  <a:pt x="56" y="44"/>
                  <a:pt x="55" y="42"/>
                  <a:pt x="59" y="37"/>
                </a:cubicBezTo>
                <a:lnTo>
                  <a:pt x="64" y="34"/>
                </a:lnTo>
                <a:cubicBezTo>
                  <a:pt x="68" y="32"/>
                  <a:pt x="66" y="30"/>
                  <a:pt x="63" y="29"/>
                </a:cubicBezTo>
                <a:lnTo>
                  <a:pt x="59" y="26"/>
                </a:lnTo>
                <a:cubicBezTo>
                  <a:pt x="57" y="25"/>
                  <a:pt x="56" y="25"/>
                  <a:pt x="55" y="28"/>
                </a:cubicBezTo>
                <a:cubicBezTo>
                  <a:pt x="55" y="32"/>
                  <a:pt x="54" y="34"/>
                  <a:pt x="52" y="35"/>
                </a:cubicBezTo>
                <a:cubicBezTo>
                  <a:pt x="50" y="36"/>
                  <a:pt x="48" y="36"/>
                  <a:pt x="47" y="35"/>
                </a:cubicBezTo>
                <a:cubicBezTo>
                  <a:pt x="45" y="33"/>
                  <a:pt x="45" y="32"/>
                  <a:pt x="47" y="30"/>
                </a:cubicBezTo>
                <a:cubicBezTo>
                  <a:pt x="49" y="27"/>
                  <a:pt x="52" y="25"/>
                  <a:pt x="56" y="25"/>
                </a:cubicBezTo>
                <a:cubicBezTo>
                  <a:pt x="60" y="23"/>
                  <a:pt x="64" y="21"/>
                  <a:pt x="65" y="18"/>
                </a:cubicBezTo>
                <a:cubicBezTo>
                  <a:pt x="66" y="17"/>
                  <a:pt x="65" y="14"/>
                  <a:pt x="62" y="11"/>
                </a:cubicBezTo>
                <a:cubicBezTo>
                  <a:pt x="59" y="6"/>
                  <a:pt x="55" y="5"/>
                  <a:pt x="52" y="10"/>
                </a:cubicBezTo>
                <a:lnTo>
                  <a:pt x="47" y="22"/>
                </a:lnTo>
                <a:lnTo>
                  <a:pt x="43" y="22"/>
                </a:lnTo>
                <a:lnTo>
                  <a:pt x="44" y="14"/>
                </a:lnTo>
                <a:cubicBezTo>
                  <a:pt x="45" y="12"/>
                  <a:pt x="43" y="10"/>
                  <a:pt x="40" y="7"/>
                </a:cubicBezTo>
                <a:cubicBezTo>
                  <a:pt x="36" y="5"/>
                  <a:pt x="34" y="4"/>
                  <a:pt x="33" y="7"/>
                </a:cubicBezTo>
                <a:cubicBezTo>
                  <a:pt x="32" y="7"/>
                  <a:pt x="33" y="9"/>
                  <a:pt x="36" y="13"/>
                </a:cubicBezTo>
                <a:cubicBezTo>
                  <a:pt x="38" y="15"/>
                  <a:pt x="39" y="18"/>
                  <a:pt x="41" y="23"/>
                </a:cubicBezTo>
                <a:cubicBezTo>
                  <a:pt x="36" y="23"/>
                  <a:pt x="31" y="24"/>
                  <a:pt x="26" y="23"/>
                </a:cubicBezTo>
                <a:cubicBezTo>
                  <a:pt x="20" y="23"/>
                  <a:pt x="17" y="24"/>
                  <a:pt x="20" y="27"/>
                </a:cubicBezTo>
                <a:cubicBezTo>
                  <a:pt x="21" y="29"/>
                  <a:pt x="23" y="30"/>
                  <a:pt x="24" y="32"/>
                </a:cubicBezTo>
                <a:lnTo>
                  <a:pt x="38" y="28"/>
                </a:lnTo>
                <a:cubicBezTo>
                  <a:pt x="45" y="27"/>
                  <a:pt x="45" y="27"/>
                  <a:pt x="43" y="30"/>
                </a:cubicBezTo>
                <a:cubicBezTo>
                  <a:pt x="43" y="31"/>
                  <a:pt x="41" y="31"/>
                  <a:pt x="39" y="30"/>
                </a:cubicBezTo>
                <a:cubicBezTo>
                  <a:pt x="36" y="31"/>
                  <a:pt x="36" y="33"/>
                  <a:pt x="37" y="35"/>
                </a:cubicBezTo>
                <a:cubicBezTo>
                  <a:pt x="38" y="39"/>
                  <a:pt x="38" y="40"/>
                  <a:pt x="35" y="38"/>
                </a:cubicBezTo>
                <a:cubicBezTo>
                  <a:pt x="34" y="38"/>
                  <a:pt x="33" y="38"/>
                  <a:pt x="33" y="39"/>
                </a:cubicBezTo>
                <a:cubicBezTo>
                  <a:pt x="32" y="40"/>
                  <a:pt x="30" y="40"/>
                  <a:pt x="28" y="37"/>
                </a:cubicBezTo>
                <a:cubicBezTo>
                  <a:pt x="24" y="33"/>
                  <a:pt x="21" y="32"/>
                  <a:pt x="20" y="35"/>
                </a:cubicBezTo>
                <a:lnTo>
                  <a:pt x="21" y="38"/>
                </a:lnTo>
                <a:cubicBezTo>
                  <a:pt x="23" y="42"/>
                  <a:pt x="23" y="44"/>
                  <a:pt x="20" y="44"/>
                </a:cubicBezTo>
                <a:cubicBezTo>
                  <a:pt x="19" y="45"/>
                  <a:pt x="20" y="46"/>
                  <a:pt x="21" y="47"/>
                </a:cubicBezTo>
                <a:lnTo>
                  <a:pt x="24" y="50"/>
                </a:lnTo>
                <a:cubicBezTo>
                  <a:pt x="26" y="53"/>
                  <a:pt x="28" y="53"/>
                  <a:pt x="32" y="49"/>
                </a:cubicBezTo>
                <a:cubicBezTo>
                  <a:pt x="36" y="44"/>
                  <a:pt x="38" y="43"/>
                  <a:pt x="38" y="47"/>
                </a:cubicBezTo>
                <a:cubicBezTo>
                  <a:pt x="38" y="50"/>
                  <a:pt x="37" y="51"/>
                  <a:pt x="34" y="51"/>
                </a:cubicBezTo>
                <a:lnTo>
                  <a:pt x="1" y="61"/>
                </a:lnTo>
                <a:cubicBezTo>
                  <a:pt x="0" y="61"/>
                  <a:pt x="0" y="61"/>
                  <a:pt x="0" y="61"/>
                </a:cubicBezTo>
                <a:lnTo>
                  <a:pt x="7" y="66"/>
                </a:lnTo>
                <a:cubicBezTo>
                  <a:pt x="8" y="66"/>
                  <a:pt x="10" y="66"/>
                  <a:pt x="11" y="66"/>
                </a:cubicBezTo>
                <a:lnTo>
                  <a:pt x="20" y="63"/>
                </a:lnTo>
                <a:lnTo>
                  <a:pt x="33" y="56"/>
                </a:lnTo>
                <a:cubicBezTo>
                  <a:pt x="37" y="55"/>
                  <a:pt x="39" y="55"/>
                  <a:pt x="38" y="58"/>
                </a:cubicBezTo>
                <a:cubicBezTo>
                  <a:pt x="38" y="59"/>
                  <a:pt x="37" y="60"/>
                  <a:pt x="35" y="61"/>
                </a:cubicBezTo>
                <a:cubicBezTo>
                  <a:pt x="29" y="64"/>
                  <a:pt x="23" y="69"/>
                  <a:pt x="17" y="74"/>
                </a:cubicBezTo>
                <a:cubicBezTo>
                  <a:pt x="14" y="77"/>
                  <a:pt x="13" y="78"/>
                  <a:pt x="17" y="78"/>
                </a:cubicBezTo>
                <a:cubicBezTo>
                  <a:pt x="19" y="79"/>
                  <a:pt x="21" y="79"/>
                  <a:pt x="25" y="77"/>
                </a:cubicBezTo>
                <a:lnTo>
                  <a:pt x="29" y="76"/>
                </a:lnTo>
                <a:close/>
                <a:moveTo>
                  <a:pt x="38" y="65"/>
                </a:moveTo>
                <a:cubicBezTo>
                  <a:pt x="38" y="67"/>
                  <a:pt x="37" y="68"/>
                  <a:pt x="34" y="69"/>
                </a:cubicBezTo>
                <a:lnTo>
                  <a:pt x="30" y="70"/>
                </a:lnTo>
                <a:cubicBezTo>
                  <a:pt x="26" y="71"/>
                  <a:pt x="25" y="71"/>
                  <a:pt x="28" y="69"/>
                </a:cubicBezTo>
                <a:lnTo>
                  <a:pt x="35" y="64"/>
                </a:lnTo>
                <a:cubicBezTo>
                  <a:pt x="37" y="63"/>
                  <a:pt x="38" y="63"/>
                  <a:pt x="38" y="65"/>
                </a:cubicBezTo>
                <a:close/>
                <a:moveTo>
                  <a:pt x="48" y="57"/>
                </a:moveTo>
                <a:lnTo>
                  <a:pt x="48" y="61"/>
                </a:lnTo>
                <a:cubicBezTo>
                  <a:pt x="48" y="63"/>
                  <a:pt x="50" y="63"/>
                  <a:pt x="51" y="62"/>
                </a:cubicBezTo>
                <a:cubicBezTo>
                  <a:pt x="51" y="62"/>
                  <a:pt x="51" y="61"/>
                  <a:pt x="51" y="59"/>
                </a:cubicBezTo>
                <a:cubicBezTo>
                  <a:pt x="50" y="58"/>
                  <a:pt x="49" y="57"/>
                  <a:pt x="48" y="57"/>
                </a:cubicBezTo>
                <a:close/>
                <a:moveTo>
                  <a:pt x="50" y="50"/>
                </a:moveTo>
                <a:cubicBezTo>
                  <a:pt x="48" y="50"/>
                  <a:pt x="48" y="51"/>
                  <a:pt x="48" y="52"/>
                </a:cubicBezTo>
                <a:cubicBezTo>
                  <a:pt x="49" y="53"/>
                  <a:pt x="51" y="53"/>
                  <a:pt x="53" y="51"/>
                </a:cubicBezTo>
                <a:lnTo>
                  <a:pt x="58" y="48"/>
                </a:lnTo>
                <a:cubicBezTo>
                  <a:pt x="59" y="47"/>
                  <a:pt x="59" y="47"/>
                  <a:pt x="56" y="47"/>
                </a:cubicBezTo>
                <a:lnTo>
                  <a:pt x="51" y="49"/>
                </a:lnTo>
                <a:lnTo>
                  <a:pt x="50" y="50"/>
                </a:lnTo>
                <a:close/>
                <a:moveTo>
                  <a:pt x="48" y="39"/>
                </a:moveTo>
                <a:lnTo>
                  <a:pt x="47" y="44"/>
                </a:lnTo>
                <a:cubicBezTo>
                  <a:pt x="48" y="47"/>
                  <a:pt x="49" y="47"/>
                  <a:pt x="51" y="45"/>
                </a:cubicBezTo>
                <a:cubicBezTo>
                  <a:pt x="51" y="44"/>
                  <a:pt x="52" y="43"/>
                  <a:pt x="53" y="41"/>
                </a:cubicBezTo>
                <a:cubicBezTo>
                  <a:pt x="53" y="39"/>
                  <a:pt x="52" y="39"/>
                  <a:pt x="51" y="38"/>
                </a:cubicBezTo>
                <a:cubicBezTo>
                  <a:pt x="50" y="38"/>
                  <a:pt x="49" y="38"/>
                  <a:pt x="48" y="39"/>
                </a:cubicBezTo>
                <a:close/>
                <a:moveTo>
                  <a:pt x="60" y="14"/>
                </a:moveTo>
                <a:cubicBezTo>
                  <a:pt x="60" y="15"/>
                  <a:pt x="59" y="16"/>
                  <a:pt x="58" y="17"/>
                </a:cubicBezTo>
                <a:lnTo>
                  <a:pt x="57" y="17"/>
                </a:lnTo>
                <a:cubicBezTo>
                  <a:pt x="56" y="17"/>
                  <a:pt x="55" y="18"/>
                  <a:pt x="54" y="17"/>
                </a:cubicBezTo>
                <a:lnTo>
                  <a:pt x="57" y="14"/>
                </a:lnTo>
                <a:cubicBezTo>
                  <a:pt x="58" y="14"/>
                  <a:pt x="60" y="13"/>
                  <a:pt x="60" y="14"/>
                </a:cubicBezTo>
                <a:close/>
              </a:path>
              <a:path w="489" h="98">
                <a:moveTo>
                  <a:pt x="186" y="22"/>
                </a:moveTo>
                <a:lnTo>
                  <a:pt x="193" y="17"/>
                </a:lnTo>
                <a:cubicBezTo>
                  <a:pt x="193" y="17"/>
                  <a:pt x="195" y="13"/>
                  <a:pt x="198" y="18"/>
                </a:cubicBezTo>
                <a:cubicBezTo>
                  <a:pt x="198" y="18"/>
                  <a:pt x="202" y="23"/>
                  <a:pt x="196" y="24"/>
                </a:cubicBezTo>
                <a:cubicBezTo>
                  <a:pt x="196" y="24"/>
                  <a:pt x="193" y="26"/>
                  <a:pt x="191" y="25"/>
                </a:cubicBezTo>
                <a:cubicBezTo>
                  <a:pt x="191" y="25"/>
                  <a:pt x="180" y="30"/>
                  <a:pt x="177" y="31"/>
                </a:cubicBezTo>
                <a:cubicBezTo>
                  <a:pt x="177" y="31"/>
                  <a:pt x="171" y="33"/>
                  <a:pt x="172" y="30"/>
                </a:cubicBezTo>
                <a:lnTo>
                  <a:pt x="183" y="24"/>
                </a:lnTo>
                <a:lnTo>
                  <a:pt x="186" y="22"/>
                </a:lnTo>
                <a:close/>
              </a:path>
              <a:path w="489" h="98">
                <a:moveTo>
                  <a:pt x="217" y="29"/>
                </a:moveTo>
                <a:lnTo>
                  <a:pt x="216" y="50"/>
                </a:lnTo>
                <a:lnTo>
                  <a:pt x="220" y="47"/>
                </a:lnTo>
                <a:lnTo>
                  <a:pt x="221" y="42"/>
                </a:lnTo>
                <a:cubicBezTo>
                  <a:pt x="221" y="42"/>
                  <a:pt x="221" y="39"/>
                  <a:pt x="225" y="43"/>
                </a:cubicBezTo>
                <a:cubicBezTo>
                  <a:pt x="225" y="43"/>
                  <a:pt x="229" y="46"/>
                  <a:pt x="228" y="50"/>
                </a:cubicBezTo>
                <a:cubicBezTo>
                  <a:pt x="228" y="50"/>
                  <a:pt x="220" y="52"/>
                  <a:pt x="216" y="59"/>
                </a:cubicBezTo>
                <a:lnTo>
                  <a:pt x="216" y="83"/>
                </a:lnTo>
                <a:cubicBezTo>
                  <a:pt x="216" y="83"/>
                  <a:pt x="216" y="87"/>
                  <a:pt x="215" y="89"/>
                </a:cubicBezTo>
                <a:cubicBezTo>
                  <a:pt x="215" y="89"/>
                  <a:pt x="212" y="95"/>
                  <a:pt x="211" y="94"/>
                </a:cubicBezTo>
                <a:cubicBezTo>
                  <a:pt x="211" y="94"/>
                  <a:pt x="207" y="92"/>
                  <a:pt x="209" y="86"/>
                </a:cubicBezTo>
                <a:lnTo>
                  <a:pt x="209" y="69"/>
                </a:lnTo>
                <a:cubicBezTo>
                  <a:pt x="209" y="69"/>
                  <a:pt x="210" y="63"/>
                  <a:pt x="206" y="68"/>
                </a:cubicBezTo>
                <a:cubicBezTo>
                  <a:pt x="206" y="68"/>
                  <a:pt x="202" y="74"/>
                  <a:pt x="197" y="69"/>
                </a:cubicBezTo>
                <a:cubicBezTo>
                  <a:pt x="197" y="69"/>
                  <a:pt x="192" y="67"/>
                  <a:pt x="197" y="64"/>
                </a:cubicBezTo>
                <a:cubicBezTo>
                  <a:pt x="197" y="64"/>
                  <a:pt x="198" y="64"/>
                  <a:pt x="199" y="59"/>
                </a:cubicBezTo>
                <a:lnTo>
                  <a:pt x="200" y="55"/>
                </a:lnTo>
                <a:cubicBezTo>
                  <a:pt x="200" y="55"/>
                  <a:pt x="201" y="50"/>
                  <a:pt x="198" y="50"/>
                </a:cubicBezTo>
                <a:cubicBezTo>
                  <a:pt x="198" y="50"/>
                  <a:pt x="195" y="47"/>
                  <a:pt x="197" y="45"/>
                </a:cubicBezTo>
                <a:cubicBezTo>
                  <a:pt x="197" y="45"/>
                  <a:pt x="203" y="38"/>
                  <a:pt x="196" y="32"/>
                </a:cubicBezTo>
                <a:cubicBezTo>
                  <a:pt x="196" y="32"/>
                  <a:pt x="190" y="29"/>
                  <a:pt x="195" y="28"/>
                </a:cubicBezTo>
                <a:cubicBezTo>
                  <a:pt x="195" y="28"/>
                  <a:pt x="199" y="28"/>
                  <a:pt x="199" y="29"/>
                </a:cubicBezTo>
                <a:cubicBezTo>
                  <a:pt x="199" y="29"/>
                  <a:pt x="207" y="28"/>
                  <a:pt x="207" y="34"/>
                </a:cubicBezTo>
                <a:cubicBezTo>
                  <a:pt x="207" y="34"/>
                  <a:pt x="207" y="37"/>
                  <a:pt x="205" y="37"/>
                </a:cubicBezTo>
                <a:cubicBezTo>
                  <a:pt x="205" y="37"/>
                  <a:pt x="197" y="44"/>
                  <a:pt x="203" y="44"/>
                </a:cubicBezTo>
                <a:cubicBezTo>
                  <a:pt x="203" y="44"/>
                  <a:pt x="211" y="46"/>
                  <a:pt x="205" y="52"/>
                </a:cubicBezTo>
                <a:cubicBezTo>
                  <a:pt x="205" y="52"/>
                  <a:pt x="203" y="51"/>
                  <a:pt x="202" y="57"/>
                </a:cubicBezTo>
                <a:cubicBezTo>
                  <a:pt x="202" y="57"/>
                  <a:pt x="199" y="64"/>
                  <a:pt x="204" y="61"/>
                </a:cubicBezTo>
                <a:cubicBezTo>
                  <a:pt x="204" y="61"/>
                  <a:pt x="206" y="60"/>
                  <a:pt x="209" y="57"/>
                </a:cubicBezTo>
                <a:cubicBezTo>
                  <a:pt x="209" y="57"/>
                  <a:pt x="210" y="54"/>
                  <a:pt x="210" y="51"/>
                </a:cubicBezTo>
                <a:cubicBezTo>
                  <a:pt x="210" y="51"/>
                  <a:pt x="210" y="26"/>
                  <a:pt x="209" y="20"/>
                </a:cubicBezTo>
                <a:cubicBezTo>
                  <a:pt x="209" y="20"/>
                  <a:pt x="207" y="16"/>
                  <a:pt x="211" y="14"/>
                </a:cubicBezTo>
                <a:cubicBezTo>
                  <a:pt x="211" y="14"/>
                  <a:pt x="214" y="12"/>
                  <a:pt x="218" y="16"/>
                </a:cubicBezTo>
                <a:cubicBezTo>
                  <a:pt x="218" y="16"/>
                  <a:pt x="221" y="17"/>
                  <a:pt x="218" y="21"/>
                </a:cubicBezTo>
                <a:lnTo>
                  <a:pt x="217" y="26"/>
                </a:lnTo>
                <a:lnTo>
                  <a:pt x="217" y="29"/>
                </a:lnTo>
                <a:close/>
              </a:path>
              <a:path w="489" h="98">
                <a:moveTo>
                  <a:pt x="170" y="48"/>
                </a:moveTo>
                <a:cubicBezTo>
                  <a:pt x="170" y="48"/>
                  <a:pt x="165" y="51"/>
                  <a:pt x="163" y="49"/>
                </a:cubicBezTo>
                <a:cubicBezTo>
                  <a:pt x="163" y="49"/>
                  <a:pt x="160" y="49"/>
                  <a:pt x="162" y="52"/>
                </a:cubicBezTo>
                <a:cubicBezTo>
                  <a:pt x="162" y="52"/>
                  <a:pt x="165" y="59"/>
                  <a:pt x="171" y="55"/>
                </a:cubicBezTo>
                <a:lnTo>
                  <a:pt x="179" y="49"/>
                </a:lnTo>
                <a:cubicBezTo>
                  <a:pt x="179" y="49"/>
                  <a:pt x="182" y="45"/>
                  <a:pt x="181" y="51"/>
                </a:cubicBezTo>
                <a:cubicBezTo>
                  <a:pt x="181" y="51"/>
                  <a:pt x="181" y="55"/>
                  <a:pt x="179" y="55"/>
                </a:cubicBezTo>
                <a:lnTo>
                  <a:pt x="167" y="68"/>
                </a:lnTo>
                <a:cubicBezTo>
                  <a:pt x="167" y="68"/>
                  <a:pt x="162" y="73"/>
                  <a:pt x="168" y="74"/>
                </a:cubicBezTo>
                <a:cubicBezTo>
                  <a:pt x="168" y="74"/>
                  <a:pt x="172" y="75"/>
                  <a:pt x="175" y="72"/>
                </a:cubicBezTo>
                <a:cubicBezTo>
                  <a:pt x="175" y="72"/>
                  <a:pt x="180" y="66"/>
                  <a:pt x="179" y="70"/>
                </a:cubicBezTo>
                <a:lnTo>
                  <a:pt x="179" y="79"/>
                </a:lnTo>
                <a:cubicBezTo>
                  <a:pt x="179" y="79"/>
                  <a:pt x="178" y="82"/>
                  <a:pt x="181" y="83"/>
                </a:cubicBezTo>
                <a:cubicBezTo>
                  <a:pt x="181" y="83"/>
                  <a:pt x="183" y="85"/>
                  <a:pt x="185" y="82"/>
                </a:cubicBezTo>
                <a:cubicBezTo>
                  <a:pt x="185" y="82"/>
                  <a:pt x="187" y="80"/>
                  <a:pt x="186" y="75"/>
                </a:cubicBezTo>
                <a:lnTo>
                  <a:pt x="186" y="63"/>
                </a:lnTo>
                <a:cubicBezTo>
                  <a:pt x="186" y="63"/>
                  <a:pt x="192" y="59"/>
                  <a:pt x="193" y="57"/>
                </a:cubicBezTo>
                <a:cubicBezTo>
                  <a:pt x="193" y="57"/>
                  <a:pt x="194" y="53"/>
                  <a:pt x="190" y="57"/>
                </a:cubicBezTo>
                <a:cubicBezTo>
                  <a:pt x="190" y="57"/>
                  <a:pt x="185" y="62"/>
                  <a:pt x="186" y="58"/>
                </a:cubicBezTo>
                <a:lnTo>
                  <a:pt x="186" y="52"/>
                </a:lnTo>
                <a:cubicBezTo>
                  <a:pt x="186" y="52"/>
                  <a:pt x="197" y="43"/>
                  <a:pt x="196" y="42"/>
                </a:cubicBezTo>
                <a:cubicBezTo>
                  <a:pt x="196" y="41"/>
                  <a:pt x="198" y="40"/>
                  <a:pt x="194" y="36"/>
                </a:cubicBezTo>
                <a:cubicBezTo>
                  <a:pt x="194" y="36"/>
                  <a:pt x="191" y="34"/>
                  <a:pt x="190" y="37"/>
                </a:cubicBezTo>
                <a:cubicBezTo>
                  <a:pt x="190" y="37"/>
                  <a:pt x="186" y="41"/>
                  <a:pt x="186" y="37"/>
                </a:cubicBezTo>
                <a:cubicBezTo>
                  <a:pt x="186" y="37"/>
                  <a:pt x="189" y="34"/>
                  <a:pt x="186" y="32"/>
                </a:cubicBezTo>
                <a:cubicBezTo>
                  <a:pt x="186" y="32"/>
                  <a:pt x="182" y="28"/>
                  <a:pt x="180" y="33"/>
                </a:cubicBezTo>
                <a:cubicBezTo>
                  <a:pt x="180" y="33"/>
                  <a:pt x="178" y="33"/>
                  <a:pt x="181" y="42"/>
                </a:cubicBezTo>
                <a:lnTo>
                  <a:pt x="176" y="44"/>
                </a:lnTo>
                <a:lnTo>
                  <a:pt x="173" y="46"/>
                </a:lnTo>
                <a:lnTo>
                  <a:pt x="170" y="48"/>
                </a:lnTo>
                <a:close/>
                <a:moveTo>
                  <a:pt x="186" y="43"/>
                </a:moveTo>
                <a:cubicBezTo>
                  <a:pt x="186" y="43"/>
                  <a:pt x="187" y="41"/>
                  <a:pt x="189" y="42"/>
                </a:cubicBezTo>
                <a:cubicBezTo>
                  <a:pt x="189" y="42"/>
                  <a:pt x="189" y="44"/>
                  <a:pt x="188" y="45"/>
                </a:cubicBezTo>
                <a:cubicBezTo>
                  <a:pt x="188" y="45"/>
                  <a:pt x="186" y="46"/>
                  <a:pt x="187" y="44"/>
                </a:cubicBezTo>
                <a:cubicBezTo>
                  <a:pt x="186" y="46"/>
                  <a:pt x="186" y="43"/>
                  <a:pt x="186" y="43"/>
                </a:cubicBezTo>
                <a:close/>
                <a:moveTo>
                  <a:pt x="175" y="64"/>
                </a:moveTo>
                <a:lnTo>
                  <a:pt x="178" y="61"/>
                </a:lnTo>
                <a:cubicBezTo>
                  <a:pt x="178" y="61"/>
                  <a:pt x="180" y="57"/>
                  <a:pt x="180" y="60"/>
                </a:cubicBezTo>
                <a:cubicBezTo>
                  <a:pt x="180" y="60"/>
                  <a:pt x="180" y="65"/>
                  <a:pt x="177" y="65"/>
                </a:cubicBezTo>
                <a:cubicBezTo>
                  <a:pt x="177" y="65"/>
                  <a:pt x="174" y="67"/>
                  <a:pt x="174" y="65"/>
                </a:cubicBezTo>
                <a:lnTo>
                  <a:pt x="175" y="65"/>
                </a:lnTo>
                <a:lnTo>
                  <a:pt x="175" y="64"/>
                </a:lnTo>
                <a:close/>
              </a:path>
              <a:path w="489" h="98">
                <a:moveTo>
                  <a:pt x="255" y="43"/>
                </a:moveTo>
                <a:cubicBezTo>
                  <a:pt x="255" y="43"/>
                  <a:pt x="252" y="46"/>
                  <a:pt x="249" y="46"/>
                </a:cubicBezTo>
                <a:cubicBezTo>
                  <a:pt x="249" y="46"/>
                  <a:pt x="247" y="45"/>
                  <a:pt x="248" y="48"/>
                </a:cubicBezTo>
                <a:cubicBezTo>
                  <a:pt x="248" y="48"/>
                  <a:pt x="248" y="51"/>
                  <a:pt x="253" y="52"/>
                </a:cubicBezTo>
                <a:cubicBezTo>
                  <a:pt x="253" y="52"/>
                  <a:pt x="257" y="52"/>
                  <a:pt x="257" y="51"/>
                </a:cubicBezTo>
                <a:cubicBezTo>
                  <a:pt x="257" y="51"/>
                  <a:pt x="257" y="49"/>
                  <a:pt x="260" y="48"/>
                </a:cubicBezTo>
                <a:cubicBezTo>
                  <a:pt x="260" y="48"/>
                  <a:pt x="263" y="46"/>
                  <a:pt x="264" y="45"/>
                </a:cubicBezTo>
                <a:cubicBezTo>
                  <a:pt x="264" y="45"/>
                  <a:pt x="267" y="42"/>
                  <a:pt x="266" y="46"/>
                </a:cubicBezTo>
                <a:lnTo>
                  <a:pt x="265" y="55"/>
                </a:lnTo>
                <a:cubicBezTo>
                  <a:pt x="265" y="59"/>
                  <a:pt x="258" y="64"/>
                  <a:pt x="256" y="66"/>
                </a:cubicBezTo>
                <a:cubicBezTo>
                  <a:pt x="256" y="66"/>
                  <a:pt x="253" y="69"/>
                  <a:pt x="251" y="69"/>
                </a:cubicBezTo>
                <a:cubicBezTo>
                  <a:pt x="251" y="69"/>
                  <a:pt x="249" y="68"/>
                  <a:pt x="251" y="72"/>
                </a:cubicBezTo>
                <a:cubicBezTo>
                  <a:pt x="251" y="72"/>
                  <a:pt x="255" y="76"/>
                  <a:pt x="257" y="75"/>
                </a:cubicBezTo>
                <a:lnTo>
                  <a:pt x="261" y="71"/>
                </a:lnTo>
                <a:lnTo>
                  <a:pt x="263" y="67"/>
                </a:lnTo>
                <a:cubicBezTo>
                  <a:pt x="263" y="67"/>
                  <a:pt x="266" y="63"/>
                  <a:pt x="265" y="69"/>
                </a:cubicBezTo>
                <a:cubicBezTo>
                  <a:pt x="265" y="69"/>
                  <a:pt x="265" y="77"/>
                  <a:pt x="263" y="79"/>
                </a:cubicBezTo>
                <a:cubicBezTo>
                  <a:pt x="263" y="79"/>
                  <a:pt x="262" y="79"/>
                  <a:pt x="264" y="82"/>
                </a:cubicBezTo>
                <a:cubicBezTo>
                  <a:pt x="264" y="82"/>
                  <a:pt x="266" y="87"/>
                  <a:pt x="268" y="85"/>
                </a:cubicBezTo>
                <a:lnTo>
                  <a:pt x="270" y="81"/>
                </a:lnTo>
                <a:cubicBezTo>
                  <a:pt x="270" y="81"/>
                  <a:pt x="272" y="78"/>
                  <a:pt x="271" y="76"/>
                </a:cubicBezTo>
                <a:cubicBezTo>
                  <a:pt x="270" y="75"/>
                  <a:pt x="271" y="57"/>
                  <a:pt x="271" y="57"/>
                </a:cubicBezTo>
                <a:lnTo>
                  <a:pt x="277" y="48"/>
                </a:lnTo>
                <a:cubicBezTo>
                  <a:pt x="277" y="48"/>
                  <a:pt x="281" y="44"/>
                  <a:pt x="277" y="44"/>
                </a:cubicBezTo>
                <a:cubicBezTo>
                  <a:pt x="277" y="44"/>
                  <a:pt x="275" y="46"/>
                  <a:pt x="273" y="49"/>
                </a:cubicBezTo>
                <a:cubicBezTo>
                  <a:pt x="273" y="49"/>
                  <a:pt x="271" y="51"/>
                  <a:pt x="272" y="46"/>
                </a:cubicBezTo>
                <a:lnTo>
                  <a:pt x="272" y="40"/>
                </a:lnTo>
                <a:cubicBezTo>
                  <a:pt x="272" y="40"/>
                  <a:pt x="271" y="37"/>
                  <a:pt x="275" y="36"/>
                </a:cubicBezTo>
                <a:lnTo>
                  <a:pt x="279" y="33"/>
                </a:lnTo>
                <a:cubicBezTo>
                  <a:pt x="279" y="33"/>
                  <a:pt x="282" y="31"/>
                  <a:pt x="280" y="30"/>
                </a:cubicBezTo>
                <a:cubicBezTo>
                  <a:pt x="280" y="30"/>
                  <a:pt x="276" y="26"/>
                  <a:pt x="276" y="30"/>
                </a:cubicBezTo>
                <a:lnTo>
                  <a:pt x="274" y="32"/>
                </a:lnTo>
                <a:cubicBezTo>
                  <a:pt x="274" y="32"/>
                  <a:pt x="272" y="34"/>
                  <a:pt x="273" y="30"/>
                </a:cubicBezTo>
                <a:lnTo>
                  <a:pt x="274" y="23"/>
                </a:lnTo>
                <a:cubicBezTo>
                  <a:pt x="274" y="23"/>
                  <a:pt x="274" y="18"/>
                  <a:pt x="276" y="17"/>
                </a:cubicBezTo>
                <a:cubicBezTo>
                  <a:pt x="276" y="17"/>
                  <a:pt x="273" y="11"/>
                  <a:pt x="269" y="14"/>
                </a:cubicBezTo>
                <a:cubicBezTo>
                  <a:pt x="269" y="14"/>
                  <a:pt x="263" y="17"/>
                  <a:pt x="267" y="21"/>
                </a:cubicBezTo>
                <a:lnTo>
                  <a:pt x="266" y="35"/>
                </a:lnTo>
                <a:cubicBezTo>
                  <a:pt x="266" y="35"/>
                  <a:pt x="266" y="38"/>
                  <a:pt x="264" y="38"/>
                </a:cubicBezTo>
                <a:lnTo>
                  <a:pt x="258" y="42"/>
                </a:lnTo>
                <a:lnTo>
                  <a:pt x="256" y="43"/>
                </a:lnTo>
                <a:lnTo>
                  <a:pt x="255" y="43"/>
                </a:lnTo>
                <a:close/>
              </a:path>
              <a:path w="489" h="98">
                <a:moveTo>
                  <a:pt x="303" y="56"/>
                </a:moveTo>
                <a:cubicBezTo>
                  <a:pt x="303" y="56"/>
                  <a:pt x="300" y="63"/>
                  <a:pt x="298" y="65"/>
                </a:cubicBezTo>
                <a:lnTo>
                  <a:pt x="304" y="70"/>
                </a:lnTo>
                <a:cubicBezTo>
                  <a:pt x="304" y="70"/>
                  <a:pt x="306" y="73"/>
                  <a:pt x="317" y="73"/>
                </a:cubicBezTo>
                <a:cubicBezTo>
                  <a:pt x="317" y="73"/>
                  <a:pt x="323" y="73"/>
                  <a:pt x="316" y="76"/>
                </a:cubicBezTo>
                <a:lnTo>
                  <a:pt x="307" y="81"/>
                </a:lnTo>
                <a:cubicBezTo>
                  <a:pt x="307" y="81"/>
                  <a:pt x="300" y="84"/>
                  <a:pt x="299" y="80"/>
                </a:cubicBezTo>
                <a:lnTo>
                  <a:pt x="295" y="73"/>
                </a:lnTo>
                <a:cubicBezTo>
                  <a:pt x="295" y="73"/>
                  <a:pt x="294" y="68"/>
                  <a:pt x="293" y="72"/>
                </a:cubicBezTo>
                <a:cubicBezTo>
                  <a:pt x="293" y="72"/>
                  <a:pt x="288" y="78"/>
                  <a:pt x="285" y="78"/>
                </a:cubicBezTo>
                <a:cubicBezTo>
                  <a:pt x="285" y="78"/>
                  <a:pt x="280" y="79"/>
                  <a:pt x="276" y="77"/>
                </a:cubicBezTo>
                <a:cubicBezTo>
                  <a:pt x="276" y="77"/>
                  <a:pt x="269" y="77"/>
                  <a:pt x="279" y="75"/>
                </a:cubicBezTo>
                <a:cubicBezTo>
                  <a:pt x="279" y="75"/>
                  <a:pt x="286" y="73"/>
                  <a:pt x="290" y="66"/>
                </a:cubicBezTo>
                <a:lnTo>
                  <a:pt x="283" y="58"/>
                </a:lnTo>
                <a:cubicBezTo>
                  <a:pt x="283" y="58"/>
                  <a:pt x="280" y="55"/>
                  <a:pt x="284" y="55"/>
                </a:cubicBezTo>
                <a:cubicBezTo>
                  <a:pt x="284" y="55"/>
                  <a:pt x="285" y="54"/>
                  <a:pt x="289" y="57"/>
                </a:cubicBezTo>
                <a:cubicBezTo>
                  <a:pt x="289" y="57"/>
                  <a:pt x="291" y="59"/>
                  <a:pt x="292" y="60"/>
                </a:cubicBezTo>
                <a:cubicBezTo>
                  <a:pt x="293" y="60"/>
                  <a:pt x="293" y="61"/>
                  <a:pt x="295" y="59"/>
                </a:cubicBezTo>
                <a:cubicBezTo>
                  <a:pt x="295" y="58"/>
                  <a:pt x="296" y="56"/>
                  <a:pt x="298" y="52"/>
                </a:cubicBezTo>
                <a:cubicBezTo>
                  <a:pt x="298" y="52"/>
                  <a:pt x="300" y="49"/>
                  <a:pt x="296" y="50"/>
                </a:cubicBezTo>
                <a:cubicBezTo>
                  <a:pt x="296" y="50"/>
                  <a:pt x="293" y="52"/>
                  <a:pt x="292" y="54"/>
                </a:cubicBezTo>
                <a:cubicBezTo>
                  <a:pt x="292" y="54"/>
                  <a:pt x="290" y="56"/>
                  <a:pt x="287" y="54"/>
                </a:cubicBezTo>
                <a:cubicBezTo>
                  <a:pt x="287" y="54"/>
                  <a:pt x="282" y="51"/>
                  <a:pt x="285" y="49"/>
                </a:cubicBezTo>
                <a:lnTo>
                  <a:pt x="286" y="45"/>
                </a:lnTo>
                <a:cubicBezTo>
                  <a:pt x="286" y="45"/>
                  <a:pt x="288" y="40"/>
                  <a:pt x="284" y="44"/>
                </a:cubicBezTo>
                <a:cubicBezTo>
                  <a:pt x="284" y="44"/>
                  <a:pt x="282" y="47"/>
                  <a:pt x="281" y="45"/>
                </a:cubicBezTo>
                <a:lnTo>
                  <a:pt x="276" y="41"/>
                </a:lnTo>
                <a:cubicBezTo>
                  <a:pt x="276" y="41"/>
                  <a:pt x="273" y="38"/>
                  <a:pt x="278" y="39"/>
                </a:cubicBezTo>
                <a:lnTo>
                  <a:pt x="290" y="34"/>
                </a:lnTo>
                <a:cubicBezTo>
                  <a:pt x="290" y="34"/>
                  <a:pt x="291" y="25"/>
                  <a:pt x="292" y="23"/>
                </a:cubicBezTo>
                <a:cubicBezTo>
                  <a:pt x="292" y="23"/>
                  <a:pt x="293" y="14"/>
                  <a:pt x="298" y="15"/>
                </a:cubicBezTo>
                <a:cubicBezTo>
                  <a:pt x="298" y="15"/>
                  <a:pt x="302" y="15"/>
                  <a:pt x="305" y="23"/>
                </a:cubicBezTo>
                <a:cubicBezTo>
                  <a:pt x="305" y="23"/>
                  <a:pt x="308" y="26"/>
                  <a:pt x="304" y="29"/>
                </a:cubicBezTo>
                <a:cubicBezTo>
                  <a:pt x="304" y="29"/>
                  <a:pt x="296" y="34"/>
                  <a:pt x="295" y="35"/>
                </a:cubicBezTo>
                <a:cubicBezTo>
                  <a:pt x="295" y="35"/>
                  <a:pt x="292" y="37"/>
                  <a:pt x="291" y="41"/>
                </a:cubicBezTo>
                <a:cubicBezTo>
                  <a:pt x="291" y="41"/>
                  <a:pt x="287" y="50"/>
                  <a:pt x="291" y="47"/>
                </a:cubicBezTo>
                <a:lnTo>
                  <a:pt x="301" y="40"/>
                </a:lnTo>
                <a:cubicBezTo>
                  <a:pt x="301" y="40"/>
                  <a:pt x="302" y="37"/>
                  <a:pt x="307" y="41"/>
                </a:cubicBezTo>
                <a:cubicBezTo>
                  <a:pt x="307" y="41"/>
                  <a:pt x="312" y="44"/>
                  <a:pt x="309" y="47"/>
                </a:cubicBezTo>
                <a:lnTo>
                  <a:pt x="305" y="52"/>
                </a:lnTo>
                <a:lnTo>
                  <a:pt x="303" y="54"/>
                </a:lnTo>
                <a:lnTo>
                  <a:pt x="303" y="56"/>
                </a:lnTo>
                <a:close/>
                <a:moveTo>
                  <a:pt x="295" y="27"/>
                </a:moveTo>
                <a:cubicBezTo>
                  <a:pt x="295" y="27"/>
                  <a:pt x="297" y="22"/>
                  <a:pt x="299" y="24"/>
                </a:cubicBezTo>
                <a:cubicBezTo>
                  <a:pt x="299" y="24"/>
                  <a:pt x="302" y="24"/>
                  <a:pt x="299" y="27"/>
                </a:cubicBezTo>
                <a:lnTo>
                  <a:pt x="297" y="30"/>
                </a:lnTo>
                <a:cubicBezTo>
                  <a:pt x="297" y="30"/>
                  <a:pt x="294" y="33"/>
                  <a:pt x="295" y="28"/>
                </a:cubicBezTo>
                <a:cubicBezTo>
                  <a:pt x="294" y="33"/>
                  <a:pt x="295" y="27"/>
                  <a:pt x="295" y="27"/>
                </a:cubicBezTo>
                <a:close/>
              </a:path>
              <a:path w="489" h="98">
                <a:moveTo>
                  <a:pt x="354" y="54"/>
                </a:moveTo>
                <a:cubicBezTo>
                  <a:pt x="354" y="54"/>
                  <a:pt x="348" y="58"/>
                  <a:pt x="341" y="59"/>
                </a:cubicBezTo>
                <a:cubicBezTo>
                  <a:pt x="341" y="59"/>
                  <a:pt x="336" y="59"/>
                  <a:pt x="342" y="62"/>
                </a:cubicBezTo>
                <a:lnTo>
                  <a:pt x="347" y="66"/>
                </a:lnTo>
                <a:cubicBezTo>
                  <a:pt x="347" y="66"/>
                  <a:pt x="352" y="67"/>
                  <a:pt x="354" y="64"/>
                </a:cubicBezTo>
                <a:lnTo>
                  <a:pt x="358" y="61"/>
                </a:lnTo>
                <a:cubicBezTo>
                  <a:pt x="358" y="61"/>
                  <a:pt x="364" y="56"/>
                  <a:pt x="361" y="63"/>
                </a:cubicBezTo>
                <a:cubicBezTo>
                  <a:pt x="361" y="63"/>
                  <a:pt x="357" y="73"/>
                  <a:pt x="342" y="79"/>
                </a:cubicBezTo>
                <a:cubicBezTo>
                  <a:pt x="342" y="79"/>
                  <a:pt x="335" y="81"/>
                  <a:pt x="346" y="80"/>
                </a:cubicBezTo>
                <a:cubicBezTo>
                  <a:pt x="346" y="80"/>
                  <a:pt x="365" y="83"/>
                  <a:pt x="372" y="50"/>
                </a:cubicBezTo>
                <a:cubicBezTo>
                  <a:pt x="372" y="50"/>
                  <a:pt x="385" y="41"/>
                  <a:pt x="388" y="40"/>
                </a:cubicBezTo>
                <a:cubicBezTo>
                  <a:pt x="388" y="40"/>
                  <a:pt x="393" y="37"/>
                  <a:pt x="387" y="36"/>
                </a:cubicBezTo>
                <a:cubicBezTo>
                  <a:pt x="387" y="36"/>
                  <a:pt x="383" y="33"/>
                  <a:pt x="380" y="38"/>
                </a:cubicBezTo>
                <a:lnTo>
                  <a:pt x="377" y="40"/>
                </a:lnTo>
                <a:cubicBezTo>
                  <a:pt x="377" y="40"/>
                  <a:pt x="373" y="43"/>
                  <a:pt x="374" y="37"/>
                </a:cubicBezTo>
                <a:lnTo>
                  <a:pt x="376" y="26"/>
                </a:lnTo>
                <a:cubicBezTo>
                  <a:pt x="376" y="26"/>
                  <a:pt x="377" y="22"/>
                  <a:pt x="374" y="21"/>
                </a:cubicBezTo>
                <a:cubicBezTo>
                  <a:pt x="371" y="19"/>
                  <a:pt x="368" y="15"/>
                  <a:pt x="368" y="15"/>
                </a:cubicBezTo>
                <a:cubicBezTo>
                  <a:pt x="368" y="15"/>
                  <a:pt x="365" y="12"/>
                  <a:pt x="365" y="18"/>
                </a:cubicBezTo>
                <a:cubicBezTo>
                  <a:pt x="365" y="18"/>
                  <a:pt x="368" y="35"/>
                  <a:pt x="365" y="47"/>
                </a:cubicBezTo>
                <a:lnTo>
                  <a:pt x="359" y="51"/>
                </a:lnTo>
                <a:lnTo>
                  <a:pt x="357" y="53"/>
                </a:lnTo>
                <a:lnTo>
                  <a:pt x="354" y="54"/>
                </a:lnTo>
                <a:close/>
              </a:path>
              <a:path w="489" h="98">
                <a:moveTo>
                  <a:pt x="378" y="66"/>
                </a:moveTo>
                <a:lnTo>
                  <a:pt x="383" y="76"/>
                </a:lnTo>
                <a:cubicBezTo>
                  <a:pt x="383" y="76"/>
                  <a:pt x="386" y="79"/>
                  <a:pt x="391" y="76"/>
                </a:cubicBezTo>
                <a:lnTo>
                  <a:pt x="401" y="72"/>
                </a:lnTo>
                <a:cubicBezTo>
                  <a:pt x="401" y="72"/>
                  <a:pt x="405" y="70"/>
                  <a:pt x="400" y="70"/>
                </a:cubicBezTo>
                <a:cubicBezTo>
                  <a:pt x="400" y="70"/>
                  <a:pt x="384" y="70"/>
                  <a:pt x="377" y="55"/>
                </a:cubicBezTo>
                <a:cubicBezTo>
                  <a:pt x="377" y="55"/>
                  <a:pt x="374" y="51"/>
                  <a:pt x="374" y="55"/>
                </a:cubicBezTo>
                <a:cubicBezTo>
                  <a:pt x="374" y="55"/>
                  <a:pt x="373" y="56"/>
                  <a:pt x="376" y="60"/>
                </a:cubicBezTo>
                <a:lnTo>
                  <a:pt x="377" y="63"/>
                </a:lnTo>
                <a:lnTo>
                  <a:pt x="378" y="66"/>
                </a:lnTo>
                <a:close/>
              </a:path>
              <a:path w="489" h="98">
                <a:moveTo>
                  <a:pt x="437" y="62"/>
                </a:moveTo>
                <a:cubicBezTo>
                  <a:pt x="437" y="62"/>
                  <a:pt x="428" y="68"/>
                  <a:pt x="424" y="68"/>
                </a:cubicBezTo>
                <a:cubicBezTo>
                  <a:pt x="424" y="68"/>
                  <a:pt x="420" y="68"/>
                  <a:pt x="424" y="71"/>
                </a:cubicBezTo>
                <a:lnTo>
                  <a:pt x="432" y="74"/>
                </a:lnTo>
                <a:cubicBezTo>
                  <a:pt x="432" y="74"/>
                  <a:pt x="436" y="78"/>
                  <a:pt x="438" y="73"/>
                </a:cubicBezTo>
                <a:cubicBezTo>
                  <a:pt x="438" y="73"/>
                  <a:pt x="449" y="59"/>
                  <a:pt x="452" y="59"/>
                </a:cubicBezTo>
                <a:cubicBezTo>
                  <a:pt x="452" y="59"/>
                  <a:pt x="456" y="55"/>
                  <a:pt x="456" y="60"/>
                </a:cubicBezTo>
                <a:cubicBezTo>
                  <a:pt x="456" y="60"/>
                  <a:pt x="456" y="68"/>
                  <a:pt x="456" y="77"/>
                </a:cubicBezTo>
                <a:cubicBezTo>
                  <a:pt x="456" y="77"/>
                  <a:pt x="458" y="86"/>
                  <a:pt x="450" y="85"/>
                </a:cubicBezTo>
                <a:lnTo>
                  <a:pt x="444" y="86"/>
                </a:lnTo>
                <a:lnTo>
                  <a:pt x="451" y="89"/>
                </a:lnTo>
                <a:lnTo>
                  <a:pt x="457" y="91"/>
                </a:lnTo>
                <a:cubicBezTo>
                  <a:pt x="457" y="91"/>
                  <a:pt x="462" y="94"/>
                  <a:pt x="464" y="88"/>
                </a:cubicBezTo>
                <a:cubicBezTo>
                  <a:pt x="464" y="88"/>
                  <a:pt x="465" y="86"/>
                  <a:pt x="463" y="75"/>
                </a:cubicBezTo>
                <a:lnTo>
                  <a:pt x="461" y="54"/>
                </a:lnTo>
                <a:cubicBezTo>
                  <a:pt x="461" y="54"/>
                  <a:pt x="463" y="49"/>
                  <a:pt x="467" y="53"/>
                </a:cubicBezTo>
                <a:lnTo>
                  <a:pt x="467" y="56"/>
                </a:lnTo>
                <a:cubicBezTo>
                  <a:pt x="467" y="56"/>
                  <a:pt x="466" y="60"/>
                  <a:pt x="471" y="56"/>
                </a:cubicBezTo>
                <a:cubicBezTo>
                  <a:pt x="471" y="56"/>
                  <a:pt x="474" y="53"/>
                  <a:pt x="477" y="53"/>
                </a:cubicBezTo>
                <a:cubicBezTo>
                  <a:pt x="477" y="53"/>
                  <a:pt x="480" y="50"/>
                  <a:pt x="476" y="49"/>
                </a:cubicBezTo>
                <a:cubicBezTo>
                  <a:pt x="476" y="49"/>
                  <a:pt x="473" y="45"/>
                  <a:pt x="468" y="46"/>
                </a:cubicBezTo>
                <a:cubicBezTo>
                  <a:pt x="468" y="46"/>
                  <a:pt x="463" y="46"/>
                  <a:pt x="469" y="41"/>
                </a:cubicBezTo>
                <a:lnTo>
                  <a:pt x="473" y="38"/>
                </a:lnTo>
                <a:cubicBezTo>
                  <a:pt x="473" y="38"/>
                  <a:pt x="477" y="35"/>
                  <a:pt x="472" y="33"/>
                </a:cubicBezTo>
                <a:lnTo>
                  <a:pt x="470" y="31"/>
                </a:lnTo>
                <a:cubicBezTo>
                  <a:pt x="470" y="31"/>
                  <a:pt x="467" y="30"/>
                  <a:pt x="473" y="25"/>
                </a:cubicBezTo>
                <a:cubicBezTo>
                  <a:pt x="473" y="25"/>
                  <a:pt x="478" y="20"/>
                  <a:pt x="483" y="19"/>
                </a:cubicBezTo>
                <a:cubicBezTo>
                  <a:pt x="483" y="19"/>
                  <a:pt x="489" y="15"/>
                  <a:pt x="483" y="9"/>
                </a:cubicBezTo>
                <a:cubicBezTo>
                  <a:pt x="483" y="9"/>
                  <a:pt x="478" y="2"/>
                  <a:pt x="472" y="6"/>
                </a:cubicBezTo>
                <a:lnTo>
                  <a:pt x="462" y="11"/>
                </a:lnTo>
                <a:cubicBezTo>
                  <a:pt x="462" y="11"/>
                  <a:pt x="458" y="14"/>
                  <a:pt x="461" y="10"/>
                </a:cubicBezTo>
                <a:cubicBezTo>
                  <a:pt x="461" y="10"/>
                  <a:pt x="463" y="6"/>
                  <a:pt x="460" y="5"/>
                </a:cubicBezTo>
                <a:lnTo>
                  <a:pt x="457" y="3"/>
                </a:lnTo>
                <a:cubicBezTo>
                  <a:pt x="457" y="3"/>
                  <a:pt x="453" y="0"/>
                  <a:pt x="453" y="4"/>
                </a:cubicBezTo>
                <a:cubicBezTo>
                  <a:pt x="453" y="4"/>
                  <a:pt x="451" y="12"/>
                  <a:pt x="447" y="10"/>
                </a:cubicBezTo>
                <a:cubicBezTo>
                  <a:pt x="447" y="10"/>
                  <a:pt x="442" y="8"/>
                  <a:pt x="442" y="11"/>
                </a:cubicBezTo>
                <a:cubicBezTo>
                  <a:pt x="442" y="11"/>
                  <a:pt x="449" y="15"/>
                  <a:pt x="446" y="18"/>
                </a:cubicBezTo>
                <a:cubicBezTo>
                  <a:pt x="446" y="18"/>
                  <a:pt x="441" y="24"/>
                  <a:pt x="439" y="18"/>
                </a:cubicBezTo>
                <a:cubicBezTo>
                  <a:pt x="439" y="18"/>
                  <a:pt x="436" y="11"/>
                  <a:pt x="430" y="9"/>
                </a:cubicBezTo>
                <a:cubicBezTo>
                  <a:pt x="430" y="9"/>
                  <a:pt x="425" y="7"/>
                  <a:pt x="428" y="11"/>
                </a:cubicBezTo>
                <a:cubicBezTo>
                  <a:pt x="428" y="11"/>
                  <a:pt x="434" y="16"/>
                  <a:pt x="435" y="21"/>
                </a:cubicBezTo>
                <a:cubicBezTo>
                  <a:pt x="435" y="21"/>
                  <a:pt x="438" y="27"/>
                  <a:pt x="433" y="23"/>
                </a:cubicBezTo>
                <a:cubicBezTo>
                  <a:pt x="433" y="23"/>
                  <a:pt x="426" y="17"/>
                  <a:pt x="427" y="21"/>
                </a:cubicBezTo>
                <a:cubicBezTo>
                  <a:pt x="427" y="21"/>
                  <a:pt x="433" y="32"/>
                  <a:pt x="436" y="37"/>
                </a:cubicBezTo>
                <a:cubicBezTo>
                  <a:pt x="436" y="37"/>
                  <a:pt x="439" y="42"/>
                  <a:pt x="439" y="36"/>
                </a:cubicBezTo>
                <a:cubicBezTo>
                  <a:pt x="439" y="36"/>
                  <a:pt x="438" y="30"/>
                  <a:pt x="442" y="34"/>
                </a:cubicBezTo>
                <a:cubicBezTo>
                  <a:pt x="442" y="34"/>
                  <a:pt x="445" y="37"/>
                  <a:pt x="447" y="35"/>
                </a:cubicBezTo>
                <a:cubicBezTo>
                  <a:pt x="447" y="35"/>
                  <a:pt x="449" y="31"/>
                  <a:pt x="447" y="31"/>
                </a:cubicBezTo>
                <a:cubicBezTo>
                  <a:pt x="444" y="30"/>
                  <a:pt x="445" y="26"/>
                  <a:pt x="445" y="26"/>
                </a:cubicBezTo>
                <a:cubicBezTo>
                  <a:pt x="445" y="26"/>
                  <a:pt x="443" y="22"/>
                  <a:pt x="445" y="22"/>
                </a:cubicBezTo>
                <a:cubicBezTo>
                  <a:pt x="445" y="22"/>
                  <a:pt x="453" y="17"/>
                  <a:pt x="450" y="22"/>
                </a:cubicBezTo>
                <a:cubicBezTo>
                  <a:pt x="450" y="22"/>
                  <a:pt x="444" y="27"/>
                  <a:pt x="452" y="32"/>
                </a:cubicBezTo>
                <a:cubicBezTo>
                  <a:pt x="452" y="32"/>
                  <a:pt x="460" y="35"/>
                  <a:pt x="463" y="28"/>
                </a:cubicBezTo>
                <a:cubicBezTo>
                  <a:pt x="463" y="28"/>
                  <a:pt x="464" y="23"/>
                  <a:pt x="462" y="21"/>
                </a:cubicBezTo>
                <a:cubicBezTo>
                  <a:pt x="462" y="21"/>
                  <a:pt x="458" y="16"/>
                  <a:pt x="463" y="16"/>
                </a:cubicBezTo>
                <a:lnTo>
                  <a:pt x="468" y="14"/>
                </a:lnTo>
                <a:cubicBezTo>
                  <a:pt x="468" y="14"/>
                  <a:pt x="473" y="12"/>
                  <a:pt x="472" y="16"/>
                </a:cubicBezTo>
                <a:lnTo>
                  <a:pt x="466" y="28"/>
                </a:lnTo>
                <a:cubicBezTo>
                  <a:pt x="466" y="28"/>
                  <a:pt x="463" y="34"/>
                  <a:pt x="460" y="34"/>
                </a:cubicBezTo>
                <a:lnTo>
                  <a:pt x="444" y="43"/>
                </a:lnTo>
                <a:cubicBezTo>
                  <a:pt x="444" y="43"/>
                  <a:pt x="437" y="45"/>
                  <a:pt x="442" y="46"/>
                </a:cubicBezTo>
                <a:cubicBezTo>
                  <a:pt x="442" y="46"/>
                  <a:pt x="447" y="48"/>
                  <a:pt x="450" y="44"/>
                </a:cubicBezTo>
                <a:lnTo>
                  <a:pt x="458" y="40"/>
                </a:lnTo>
                <a:cubicBezTo>
                  <a:pt x="458" y="40"/>
                  <a:pt x="463" y="36"/>
                  <a:pt x="460" y="42"/>
                </a:cubicBezTo>
                <a:cubicBezTo>
                  <a:pt x="460" y="42"/>
                  <a:pt x="460" y="47"/>
                  <a:pt x="453" y="52"/>
                </a:cubicBezTo>
                <a:lnTo>
                  <a:pt x="443" y="59"/>
                </a:lnTo>
                <a:lnTo>
                  <a:pt x="440" y="60"/>
                </a:lnTo>
                <a:lnTo>
                  <a:pt x="437" y="62"/>
                </a:lnTo>
                <a:close/>
                <a:moveTo>
                  <a:pt x="456" y="23"/>
                </a:moveTo>
                <a:cubicBezTo>
                  <a:pt x="457" y="23"/>
                  <a:pt x="458" y="24"/>
                  <a:pt x="458" y="25"/>
                </a:cubicBezTo>
                <a:cubicBezTo>
                  <a:pt x="458" y="27"/>
                  <a:pt x="457" y="28"/>
                  <a:pt x="456" y="28"/>
                </a:cubicBezTo>
                <a:cubicBezTo>
                  <a:pt x="455" y="28"/>
                  <a:pt x="454" y="27"/>
                  <a:pt x="454" y="25"/>
                </a:cubicBezTo>
                <a:cubicBezTo>
                  <a:pt x="454" y="24"/>
                  <a:pt x="455" y="23"/>
                  <a:pt x="456" y="2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2" name="Freeform 6"/>
          <p:cNvSpPr>
            <a:spLocks noGrp="1"/>
          </p:cNvSpPr>
          <p:nvPr/>
        </p:nvSpPr>
        <p:spPr>
          <a:xfrm>
            <a:off x="10465525" y="520851"/>
            <a:ext cx="1549319" cy="49527"/>
          </a:xfrm>
          <a:custGeom>
            <a:avLst/>
            <a:gdLst/>
            <a:ahLst/>
            <a:cxnLst/>
            <a:rect l="l" t="t" r="r" b="b"/>
            <a:pathLst>
              <a:path w="471" h="15">
                <a:moveTo>
                  <a:pt x="0" y="15"/>
                </a:moveTo>
                <a:lnTo>
                  <a:pt x="0" y="0"/>
                </a:lnTo>
                <a:lnTo>
                  <a:pt x="2" y="0"/>
                </a:lnTo>
                <a:lnTo>
                  <a:pt x="2" y="6"/>
                </a:lnTo>
                <a:lnTo>
                  <a:pt x="9" y="6"/>
                </a:lnTo>
                <a:lnTo>
                  <a:pt x="9" y="0"/>
                </a:lnTo>
                <a:lnTo>
                  <a:pt x="10" y="0"/>
                </a:lnTo>
                <a:lnTo>
                  <a:pt x="10" y="15"/>
                </a:lnTo>
                <a:lnTo>
                  <a:pt x="9" y="15"/>
                </a:lnTo>
                <a:lnTo>
                  <a:pt x="9" y="8"/>
                </a:lnTo>
                <a:lnTo>
                  <a:pt x="2" y="8"/>
                </a:lnTo>
                <a:lnTo>
                  <a:pt x="2" y="15"/>
                </a:lnTo>
                <a:lnTo>
                  <a:pt x="0" y="15"/>
                </a:lnTo>
                <a:close/>
              </a:path>
              <a:path w="471" h="15">
                <a:moveTo>
                  <a:pt x="21" y="0"/>
                </a:moveTo>
                <a:lnTo>
                  <a:pt x="22" y="0"/>
                </a:lnTo>
                <a:lnTo>
                  <a:pt x="22" y="9"/>
                </a:lnTo>
                <a:cubicBezTo>
                  <a:pt x="22" y="10"/>
                  <a:pt x="22" y="11"/>
                  <a:pt x="22" y="12"/>
                </a:cubicBezTo>
                <a:cubicBezTo>
                  <a:pt x="22" y="13"/>
                  <a:pt x="21" y="14"/>
                  <a:pt x="20" y="14"/>
                </a:cubicBezTo>
                <a:cubicBezTo>
                  <a:pt x="20" y="15"/>
                  <a:pt x="19" y="15"/>
                  <a:pt x="17" y="15"/>
                </a:cubicBezTo>
                <a:cubicBezTo>
                  <a:pt x="16" y="15"/>
                  <a:pt x="15" y="15"/>
                  <a:pt x="15" y="14"/>
                </a:cubicBezTo>
                <a:cubicBezTo>
                  <a:pt x="14" y="14"/>
                  <a:pt x="13" y="13"/>
                  <a:pt x="13" y="12"/>
                </a:cubicBezTo>
                <a:cubicBezTo>
                  <a:pt x="13" y="11"/>
                  <a:pt x="12" y="10"/>
                  <a:pt x="12" y="9"/>
                </a:cubicBezTo>
                <a:lnTo>
                  <a:pt x="12" y="0"/>
                </a:lnTo>
                <a:lnTo>
                  <a:pt x="14" y="0"/>
                </a:lnTo>
                <a:lnTo>
                  <a:pt x="14" y="9"/>
                </a:lnTo>
                <a:cubicBezTo>
                  <a:pt x="14" y="10"/>
                  <a:pt x="14" y="11"/>
                  <a:pt x="14" y="11"/>
                </a:cubicBezTo>
                <a:cubicBezTo>
                  <a:pt x="15" y="12"/>
                  <a:pt x="15" y="12"/>
                  <a:pt x="15" y="13"/>
                </a:cubicBezTo>
                <a:cubicBezTo>
                  <a:pt x="16" y="13"/>
                  <a:pt x="17" y="13"/>
                  <a:pt x="17" y="13"/>
                </a:cubicBezTo>
                <a:cubicBezTo>
                  <a:pt x="18" y="13"/>
                  <a:pt x="19" y="13"/>
                  <a:pt x="20" y="12"/>
                </a:cubicBezTo>
                <a:cubicBezTo>
                  <a:pt x="20" y="12"/>
                  <a:pt x="21" y="10"/>
                  <a:pt x="21" y="9"/>
                </a:cubicBezTo>
                <a:lnTo>
                  <a:pt x="21" y="0"/>
                </a:lnTo>
                <a:close/>
              </a:path>
              <a:path w="471" h="15">
                <a:moveTo>
                  <a:pt x="23" y="15"/>
                </a:moveTo>
                <a:lnTo>
                  <a:pt x="28" y="0"/>
                </a:lnTo>
                <a:lnTo>
                  <a:pt x="30" y="0"/>
                </a:lnTo>
                <a:lnTo>
                  <a:pt x="35" y="15"/>
                </a:lnTo>
                <a:lnTo>
                  <a:pt x="33" y="15"/>
                </a:lnTo>
                <a:lnTo>
                  <a:pt x="32" y="10"/>
                </a:lnTo>
                <a:lnTo>
                  <a:pt x="26" y="10"/>
                </a:lnTo>
                <a:lnTo>
                  <a:pt x="25" y="15"/>
                </a:lnTo>
                <a:lnTo>
                  <a:pt x="23" y="15"/>
                </a:lnTo>
                <a:close/>
                <a:moveTo>
                  <a:pt x="27" y="9"/>
                </a:moveTo>
                <a:lnTo>
                  <a:pt x="31" y="9"/>
                </a:lnTo>
                <a:lnTo>
                  <a:pt x="30" y="5"/>
                </a:lnTo>
                <a:cubicBezTo>
                  <a:pt x="29" y="4"/>
                  <a:pt x="29" y="3"/>
                  <a:pt x="29" y="2"/>
                </a:cubicBezTo>
                <a:cubicBezTo>
                  <a:pt x="29" y="3"/>
                  <a:pt x="28" y="4"/>
                  <a:pt x="28" y="5"/>
                </a:cubicBezTo>
                <a:lnTo>
                  <a:pt x="27" y="9"/>
                </a:lnTo>
                <a:close/>
              </a:path>
              <a:path w="471" h="15">
                <a:moveTo>
                  <a:pt x="35" y="15"/>
                </a:moveTo>
                <a:lnTo>
                  <a:pt x="35" y="13"/>
                </a:lnTo>
                <a:lnTo>
                  <a:pt x="41" y="4"/>
                </a:lnTo>
                <a:cubicBezTo>
                  <a:pt x="42" y="3"/>
                  <a:pt x="42" y="2"/>
                  <a:pt x="42" y="2"/>
                </a:cubicBezTo>
                <a:lnTo>
                  <a:pt x="35" y="2"/>
                </a:lnTo>
                <a:lnTo>
                  <a:pt x="35" y="0"/>
                </a:lnTo>
                <a:lnTo>
                  <a:pt x="44" y="0"/>
                </a:lnTo>
                <a:lnTo>
                  <a:pt x="44" y="2"/>
                </a:lnTo>
                <a:lnTo>
                  <a:pt x="37" y="12"/>
                </a:lnTo>
                <a:lnTo>
                  <a:pt x="37" y="13"/>
                </a:lnTo>
                <a:lnTo>
                  <a:pt x="45" y="13"/>
                </a:lnTo>
                <a:lnTo>
                  <a:pt x="45" y="15"/>
                </a:lnTo>
                <a:lnTo>
                  <a:pt x="35" y="15"/>
                </a:lnTo>
                <a:close/>
              </a:path>
              <a:path w="471" h="15">
                <a:moveTo>
                  <a:pt x="46" y="15"/>
                </a:moveTo>
                <a:lnTo>
                  <a:pt x="46" y="0"/>
                </a:lnTo>
                <a:lnTo>
                  <a:pt x="48" y="0"/>
                </a:lnTo>
                <a:lnTo>
                  <a:pt x="48" y="6"/>
                </a:lnTo>
                <a:lnTo>
                  <a:pt x="54" y="6"/>
                </a:lnTo>
                <a:lnTo>
                  <a:pt x="54" y="0"/>
                </a:lnTo>
                <a:lnTo>
                  <a:pt x="56" y="0"/>
                </a:lnTo>
                <a:lnTo>
                  <a:pt x="56" y="15"/>
                </a:lnTo>
                <a:lnTo>
                  <a:pt x="54" y="15"/>
                </a:lnTo>
                <a:lnTo>
                  <a:pt x="54" y="8"/>
                </a:lnTo>
                <a:lnTo>
                  <a:pt x="48" y="8"/>
                </a:lnTo>
                <a:lnTo>
                  <a:pt x="48" y="15"/>
                </a:lnTo>
                <a:lnTo>
                  <a:pt x="46" y="15"/>
                </a:lnTo>
                <a:close/>
              </a:path>
              <a:path w="471" h="15">
                <a:moveTo>
                  <a:pt x="58" y="8"/>
                </a:moveTo>
                <a:cubicBezTo>
                  <a:pt x="58" y="5"/>
                  <a:pt x="58" y="3"/>
                  <a:pt x="59" y="2"/>
                </a:cubicBezTo>
                <a:cubicBezTo>
                  <a:pt x="60" y="1"/>
                  <a:pt x="62" y="0"/>
                  <a:pt x="64" y="0"/>
                </a:cubicBezTo>
                <a:cubicBezTo>
                  <a:pt x="65" y="0"/>
                  <a:pt x="66" y="0"/>
                  <a:pt x="67" y="1"/>
                </a:cubicBezTo>
                <a:cubicBezTo>
                  <a:pt x="68" y="2"/>
                  <a:pt x="68" y="3"/>
                  <a:pt x="69" y="4"/>
                </a:cubicBezTo>
                <a:cubicBezTo>
                  <a:pt x="69" y="5"/>
                  <a:pt x="70" y="6"/>
                  <a:pt x="70" y="8"/>
                </a:cubicBezTo>
                <a:cubicBezTo>
                  <a:pt x="70" y="9"/>
                  <a:pt x="69" y="10"/>
                  <a:pt x="69" y="11"/>
                </a:cubicBezTo>
                <a:cubicBezTo>
                  <a:pt x="68" y="13"/>
                  <a:pt x="68" y="13"/>
                  <a:pt x="67" y="14"/>
                </a:cubicBezTo>
                <a:cubicBezTo>
                  <a:pt x="66" y="15"/>
                  <a:pt x="65" y="15"/>
                  <a:pt x="64" y="15"/>
                </a:cubicBezTo>
                <a:cubicBezTo>
                  <a:pt x="62" y="15"/>
                  <a:pt x="61" y="15"/>
                  <a:pt x="60" y="14"/>
                </a:cubicBezTo>
                <a:cubicBezTo>
                  <a:pt x="59" y="13"/>
                  <a:pt x="59" y="12"/>
                  <a:pt x="58" y="11"/>
                </a:cubicBezTo>
                <a:cubicBezTo>
                  <a:pt x="58" y="10"/>
                  <a:pt x="58" y="9"/>
                  <a:pt x="58" y="8"/>
                </a:cubicBezTo>
                <a:close/>
                <a:moveTo>
                  <a:pt x="59" y="8"/>
                </a:moveTo>
                <a:cubicBezTo>
                  <a:pt x="59" y="9"/>
                  <a:pt x="60" y="11"/>
                  <a:pt x="60" y="12"/>
                </a:cubicBezTo>
                <a:cubicBezTo>
                  <a:pt x="61" y="13"/>
                  <a:pt x="62" y="13"/>
                  <a:pt x="64" y="13"/>
                </a:cubicBezTo>
                <a:cubicBezTo>
                  <a:pt x="65" y="13"/>
                  <a:pt x="66" y="13"/>
                  <a:pt x="67" y="12"/>
                </a:cubicBezTo>
                <a:cubicBezTo>
                  <a:pt x="67" y="11"/>
                  <a:pt x="68" y="9"/>
                  <a:pt x="68" y="7"/>
                </a:cubicBezTo>
                <a:cubicBezTo>
                  <a:pt x="68" y="6"/>
                  <a:pt x="68" y="5"/>
                  <a:pt x="67" y="4"/>
                </a:cubicBezTo>
                <a:cubicBezTo>
                  <a:pt x="67" y="4"/>
                  <a:pt x="66" y="3"/>
                  <a:pt x="66" y="2"/>
                </a:cubicBezTo>
                <a:cubicBezTo>
                  <a:pt x="65" y="2"/>
                  <a:pt x="64" y="2"/>
                  <a:pt x="64" y="2"/>
                </a:cubicBezTo>
                <a:cubicBezTo>
                  <a:pt x="62" y="2"/>
                  <a:pt x="61" y="2"/>
                  <a:pt x="61" y="3"/>
                </a:cubicBezTo>
                <a:cubicBezTo>
                  <a:pt x="60" y="4"/>
                  <a:pt x="59" y="6"/>
                  <a:pt x="59" y="8"/>
                </a:cubicBezTo>
                <a:close/>
              </a:path>
              <a:path w="471" h="15">
                <a:moveTo>
                  <a:pt x="71" y="15"/>
                </a:moveTo>
                <a:lnTo>
                  <a:pt x="71" y="0"/>
                </a:lnTo>
                <a:lnTo>
                  <a:pt x="73" y="0"/>
                </a:lnTo>
                <a:lnTo>
                  <a:pt x="79" y="12"/>
                </a:lnTo>
                <a:lnTo>
                  <a:pt x="79" y="0"/>
                </a:lnTo>
                <a:lnTo>
                  <a:pt x="81" y="0"/>
                </a:lnTo>
                <a:lnTo>
                  <a:pt x="81" y="15"/>
                </a:lnTo>
                <a:lnTo>
                  <a:pt x="79" y="15"/>
                </a:lnTo>
                <a:lnTo>
                  <a:pt x="73" y="3"/>
                </a:lnTo>
                <a:lnTo>
                  <a:pt x="73" y="15"/>
                </a:lnTo>
                <a:lnTo>
                  <a:pt x="71" y="15"/>
                </a:lnTo>
                <a:close/>
              </a:path>
              <a:path w="471" h="15">
                <a:moveTo>
                  <a:pt x="89" y="9"/>
                </a:moveTo>
                <a:lnTo>
                  <a:pt x="89" y="7"/>
                </a:lnTo>
                <a:lnTo>
                  <a:pt x="94" y="7"/>
                </a:lnTo>
                <a:lnTo>
                  <a:pt x="94" y="13"/>
                </a:lnTo>
                <a:cubicBezTo>
                  <a:pt x="94" y="13"/>
                  <a:pt x="93" y="14"/>
                  <a:pt x="92" y="14"/>
                </a:cubicBezTo>
                <a:cubicBezTo>
                  <a:pt x="91" y="15"/>
                  <a:pt x="90" y="15"/>
                  <a:pt x="89" y="15"/>
                </a:cubicBezTo>
                <a:cubicBezTo>
                  <a:pt x="88" y="15"/>
                  <a:pt x="87" y="15"/>
                  <a:pt x="86" y="14"/>
                </a:cubicBezTo>
                <a:cubicBezTo>
                  <a:pt x="85" y="13"/>
                  <a:pt x="84" y="13"/>
                  <a:pt x="84" y="11"/>
                </a:cubicBezTo>
                <a:cubicBezTo>
                  <a:pt x="83" y="10"/>
                  <a:pt x="83" y="9"/>
                  <a:pt x="83" y="8"/>
                </a:cubicBezTo>
                <a:cubicBezTo>
                  <a:pt x="83" y="6"/>
                  <a:pt x="83" y="5"/>
                  <a:pt x="84" y="4"/>
                </a:cubicBezTo>
                <a:cubicBezTo>
                  <a:pt x="84" y="2"/>
                  <a:pt x="85" y="2"/>
                  <a:pt x="86" y="1"/>
                </a:cubicBezTo>
                <a:cubicBezTo>
                  <a:pt x="87" y="0"/>
                  <a:pt x="88" y="0"/>
                  <a:pt x="89" y="0"/>
                </a:cubicBezTo>
                <a:cubicBezTo>
                  <a:pt x="90" y="0"/>
                  <a:pt x="91" y="0"/>
                  <a:pt x="92" y="1"/>
                </a:cubicBezTo>
                <a:cubicBezTo>
                  <a:pt x="92" y="1"/>
                  <a:pt x="93" y="1"/>
                  <a:pt x="93" y="2"/>
                </a:cubicBezTo>
                <a:cubicBezTo>
                  <a:pt x="94" y="3"/>
                  <a:pt x="94" y="3"/>
                  <a:pt x="94" y="4"/>
                </a:cubicBezTo>
                <a:lnTo>
                  <a:pt x="93" y="5"/>
                </a:lnTo>
                <a:cubicBezTo>
                  <a:pt x="93" y="4"/>
                  <a:pt x="92" y="3"/>
                  <a:pt x="92" y="3"/>
                </a:cubicBezTo>
                <a:cubicBezTo>
                  <a:pt x="92" y="3"/>
                  <a:pt x="91" y="2"/>
                  <a:pt x="91" y="2"/>
                </a:cubicBezTo>
                <a:cubicBezTo>
                  <a:pt x="90" y="2"/>
                  <a:pt x="90" y="2"/>
                  <a:pt x="89" y="2"/>
                </a:cubicBezTo>
                <a:cubicBezTo>
                  <a:pt x="88" y="2"/>
                  <a:pt x="88" y="2"/>
                  <a:pt x="87" y="2"/>
                </a:cubicBezTo>
                <a:cubicBezTo>
                  <a:pt x="87" y="2"/>
                  <a:pt x="86" y="3"/>
                  <a:pt x="86" y="3"/>
                </a:cubicBezTo>
                <a:cubicBezTo>
                  <a:pt x="86" y="4"/>
                  <a:pt x="85" y="4"/>
                  <a:pt x="85" y="5"/>
                </a:cubicBezTo>
                <a:cubicBezTo>
                  <a:pt x="85" y="5"/>
                  <a:pt x="85" y="6"/>
                  <a:pt x="85" y="7"/>
                </a:cubicBezTo>
                <a:cubicBezTo>
                  <a:pt x="85" y="9"/>
                  <a:pt x="85" y="10"/>
                  <a:pt x="85" y="11"/>
                </a:cubicBezTo>
                <a:cubicBezTo>
                  <a:pt x="86" y="12"/>
                  <a:pt x="86" y="12"/>
                  <a:pt x="87" y="13"/>
                </a:cubicBezTo>
                <a:cubicBezTo>
                  <a:pt x="88" y="13"/>
                  <a:pt x="88" y="13"/>
                  <a:pt x="89" y="13"/>
                </a:cubicBezTo>
                <a:cubicBezTo>
                  <a:pt x="90" y="13"/>
                  <a:pt x="91" y="13"/>
                  <a:pt x="91" y="13"/>
                </a:cubicBezTo>
                <a:cubicBezTo>
                  <a:pt x="92" y="12"/>
                  <a:pt x="92" y="12"/>
                  <a:pt x="93" y="12"/>
                </a:cubicBezTo>
                <a:lnTo>
                  <a:pt x="93" y="9"/>
                </a:lnTo>
                <a:lnTo>
                  <a:pt x="89" y="9"/>
                </a:lnTo>
                <a:close/>
              </a:path>
              <a:path w="471" h="15">
                <a:moveTo>
                  <a:pt x="110" y="0"/>
                </a:moveTo>
                <a:lnTo>
                  <a:pt x="112" y="0"/>
                </a:lnTo>
                <a:lnTo>
                  <a:pt x="112" y="9"/>
                </a:lnTo>
                <a:cubicBezTo>
                  <a:pt x="112" y="10"/>
                  <a:pt x="111" y="11"/>
                  <a:pt x="111" y="12"/>
                </a:cubicBezTo>
                <a:cubicBezTo>
                  <a:pt x="111" y="13"/>
                  <a:pt x="110" y="14"/>
                  <a:pt x="110" y="14"/>
                </a:cubicBezTo>
                <a:cubicBezTo>
                  <a:pt x="109" y="15"/>
                  <a:pt x="108" y="15"/>
                  <a:pt x="107" y="15"/>
                </a:cubicBezTo>
                <a:cubicBezTo>
                  <a:pt x="106" y="15"/>
                  <a:pt x="105" y="15"/>
                  <a:pt x="104" y="14"/>
                </a:cubicBezTo>
                <a:cubicBezTo>
                  <a:pt x="103" y="14"/>
                  <a:pt x="103" y="13"/>
                  <a:pt x="102" y="12"/>
                </a:cubicBezTo>
                <a:cubicBezTo>
                  <a:pt x="102" y="11"/>
                  <a:pt x="102" y="10"/>
                  <a:pt x="102" y="9"/>
                </a:cubicBezTo>
                <a:lnTo>
                  <a:pt x="102" y="0"/>
                </a:lnTo>
                <a:lnTo>
                  <a:pt x="103" y="0"/>
                </a:lnTo>
                <a:lnTo>
                  <a:pt x="103" y="9"/>
                </a:lnTo>
                <a:cubicBezTo>
                  <a:pt x="103" y="10"/>
                  <a:pt x="104" y="11"/>
                  <a:pt x="104" y="11"/>
                </a:cubicBezTo>
                <a:cubicBezTo>
                  <a:pt x="104" y="12"/>
                  <a:pt x="104" y="12"/>
                  <a:pt x="105" y="13"/>
                </a:cubicBezTo>
                <a:cubicBezTo>
                  <a:pt x="105" y="13"/>
                  <a:pt x="106" y="13"/>
                  <a:pt x="107" y="13"/>
                </a:cubicBezTo>
                <a:cubicBezTo>
                  <a:pt x="108" y="13"/>
                  <a:pt x="109" y="13"/>
                  <a:pt x="109" y="12"/>
                </a:cubicBezTo>
                <a:cubicBezTo>
                  <a:pt x="110" y="12"/>
                  <a:pt x="110" y="10"/>
                  <a:pt x="110" y="9"/>
                </a:cubicBezTo>
                <a:lnTo>
                  <a:pt x="110" y="0"/>
                </a:lnTo>
                <a:close/>
              </a:path>
              <a:path w="471" h="15">
                <a:moveTo>
                  <a:pt x="114" y="15"/>
                </a:moveTo>
                <a:lnTo>
                  <a:pt x="114" y="0"/>
                </a:lnTo>
                <a:lnTo>
                  <a:pt x="116" y="0"/>
                </a:lnTo>
                <a:lnTo>
                  <a:pt x="122" y="12"/>
                </a:lnTo>
                <a:lnTo>
                  <a:pt x="122" y="0"/>
                </a:lnTo>
                <a:lnTo>
                  <a:pt x="124" y="0"/>
                </a:lnTo>
                <a:lnTo>
                  <a:pt x="124" y="15"/>
                </a:lnTo>
                <a:lnTo>
                  <a:pt x="122" y="15"/>
                </a:lnTo>
                <a:lnTo>
                  <a:pt x="115" y="3"/>
                </a:lnTo>
                <a:lnTo>
                  <a:pt x="115" y="15"/>
                </a:lnTo>
                <a:lnTo>
                  <a:pt x="114" y="15"/>
                </a:lnTo>
                <a:close/>
              </a:path>
              <a:path w="471" h="15">
                <a:moveTo>
                  <a:pt x="126" y="15"/>
                </a:moveTo>
                <a:lnTo>
                  <a:pt x="126" y="0"/>
                </a:lnTo>
                <a:lnTo>
                  <a:pt x="128" y="0"/>
                </a:lnTo>
                <a:lnTo>
                  <a:pt x="128" y="15"/>
                </a:lnTo>
                <a:lnTo>
                  <a:pt x="126" y="15"/>
                </a:lnTo>
                <a:close/>
              </a:path>
              <a:path w="471" h="15">
                <a:moveTo>
                  <a:pt x="134" y="15"/>
                </a:moveTo>
                <a:lnTo>
                  <a:pt x="129" y="0"/>
                </a:lnTo>
                <a:lnTo>
                  <a:pt x="131" y="0"/>
                </a:lnTo>
                <a:lnTo>
                  <a:pt x="134" y="11"/>
                </a:lnTo>
                <a:cubicBezTo>
                  <a:pt x="134" y="12"/>
                  <a:pt x="135" y="12"/>
                  <a:pt x="135" y="13"/>
                </a:cubicBezTo>
                <a:cubicBezTo>
                  <a:pt x="135" y="12"/>
                  <a:pt x="135" y="12"/>
                  <a:pt x="135" y="11"/>
                </a:cubicBezTo>
                <a:lnTo>
                  <a:pt x="139" y="0"/>
                </a:lnTo>
                <a:lnTo>
                  <a:pt x="141" y="0"/>
                </a:lnTo>
                <a:lnTo>
                  <a:pt x="136" y="15"/>
                </a:lnTo>
                <a:lnTo>
                  <a:pt x="134" y="15"/>
                </a:lnTo>
                <a:close/>
              </a:path>
              <a:path w="471" h="15">
                <a:moveTo>
                  <a:pt x="142" y="15"/>
                </a:moveTo>
                <a:lnTo>
                  <a:pt x="142" y="0"/>
                </a:lnTo>
                <a:lnTo>
                  <a:pt x="151" y="0"/>
                </a:lnTo>
                <a:lnTo>
                  <a:pt x="151" y="2"/>
                </a:lnTo>
                <a:lnTo>
                  <a:pt x="143" y="2"/>
                </a:lnTo>
                <a:lnTo>
                  <a:pt x="143" y="6"/>
                </a:lnTo>
                <a:lnTo>
                  <a:pt x="150" y="6"/>
                </a:lnTo>
                <a:lnTo>
                  <a:pt x="150" y="8"/>
                </a:lnTo>
                <a:lnTo>
                  <a:pt x="143" y="8"/>
                </a:lnTo>
                <a:lnTo>
                  <a:pt x="143" y="13"/>
                </a:lnTo>
                <a:lnTo>
                  <a:pt x="151" y="13"/>
                </a:lnTo>
                <a:lnTo>
                  <a:pt x="151" y="15"/>
                </a:lnTo>
                <a:lnTo>
                  <a:pt x="142" y="15"/>
                </a:lnTo>
                <a:close/>
              </a:path>
              <a:path w="471" h="15">
                <a:moveTo>
                  <a:pt x="153" y="15"/>
                </a:moveTo>
                <a:lnTo>
                  <a:pt x="153" y="0"/>
                </a:lnTo>
                <a:lnTo>
                  <a:pt x="158" y="0"/>
                </a:lnTo>
                <a:cubicBezTo>
                  <a:pt x="159" y="0"/>
                  <a:pt x="160" y="0"/>
                  <a:pt x="161" y="1"/>
                </a:cubicBezTo>
                <a:cubicBezTo>
                  <a:pt x="161" y="1"/>
                  <a:pt x="162" y="1"/>
                  <a:pt x="162" y="2"/>
                </a:cubicBezTo>
                <a:cubicBezTo>
                  <a:pt x="163" y="3"/>
                  <a:pt x="163" y="3"/>
                  <a:pt x="163" y="4"/>
                </a:cubicBezTo>
                <a:cubicBezTo>
                  <a:pt x="163" y="5"/>
                  <a:pt x="162" y="6"/>
                  <a:pt x="162" y="7"/>
                </a:cubicBezTo>
                <a:cubicBezTo>
                  <a:pt x="161" y="7"/>
                  <a:pt x="160" y="8"/>
                  <a:pt x="159" y="8"/>
                </a:cubicBezTo>
                <a:cubicBezTo>
                  <a:pt x="160" y="8"/>
                  <a:pt x="160" y="9"/>
                  <a:pt x="160" y="9"/>
                </a:cubicBezTo>
                <a:cubicBezTo>
                  <a:pt x="161" y="9"/>
                  <a:pt x="161" y="10"/>
                  <a:pt x="162" y="11"/>
                </a:cubicBezTo>
                <a:lnTo>
                  <a:pt x="164" y="15"/>
                </a:lnTo>
                <a:lnTo>
                  <a:pt x="162" y="15"/>
                </a:lnTo>
                <a:lnTo>
                  <a:pt x="160" y="12"/>
                </a:lnTo>
                <a:cubicBezTo>
                  <a:pt x="160" y="11"/>
                  <a:pt x="159" y="10"/>
                  <a:pt x="159" y="10"/>
                </a:cubicBezTo>
                <a:cubicBezTo>
                  <a:pt x="159" y="9"/>
                  <a:pt x="158" y="9"/>
                  <a:pt x="158" y="9"/>
                </a:cubicBezTo>
                <a:cubicBezTo>
                  <a:pt x="158" y="9"/>
                  <a:pt x="158" y="8"/>
                  <a:pt x="157" y="8"/>
                </a:cubicBezTo>
                <a:cubicBezTo>
                  <a:pt x="157" y="8"/>
                  <a:pt x="157" y="8"/>
                  <a:pt x="156" y="8"/>
                </a:cubicBezTo>
                <a:lnTo>
                  <a:pt x="154" y="8"/>
                </a:lnTo>
                <a:lnTo>
                  <a:pt x="154" y="15"/>
                </a:lnTo>
                <a:lnTo>
                  <a:pt x="153" y="15"/>
                </a:lnTo>
                <a:close/>
                <a:moveTo>
                  <a:pt x="154" y="7"/>
                </a:moveTo>
                <a:lnTo>
                  <a:pt x="158" y="7"/>
                </a:lnTo>
                <a:cubicBezTo>
                  <a:pt x="159" y="7"/>
                  <a:pt x="159" y="7"/>
                  <a:pt x="160" y="6"/>
                </a:cubicBezTo>
                <a:cubicBezTo>
                  <a:pt x="160" y="6"/>
                  <a:pt x="160" y="6"/>
                  <a:pt x="161" y="6"/>
                </a:cubicBezTo>
                <a:cubicBezTo>
                  <a:pt x="161" y="5"/>
                  <a:pt x="161" y="5"/>
                  <a:pt x="161" y="4"/>
                </a:cubicBezTo>
                <a:cubicBezTo>
                  <a:pt x="161" y="4"/>
                  <a:pt x="161" y="3"/>
                  <a:pt x="160" y="3"/>
                </a:cubicBezTo>
                <a:cubicBezTo>
                  <a:pt x="160" y="2"/>
                  <a:pt x="159" y="2"/>
                  <a:pt x="158" y="2"/>
                </a:cubicBezTo>
                <a:lnTo>
                  <a:pt x="154" y="2"/>
                </a:lnTo>
                <a:lnTo>
                  <a:pt x="154" y="7"/>
                </a:lnTo>
                <a:close/>
              </a:path>
              <a:path w="471" h="15">
                <a:moveTo>
                  <a:pt x="164" y="10"/>
                </a:moveTo>
                <a:lnTo>
                  <a:pt x="166" y="10"/>
                </a:lnTo>
                <a:cubicBezTo>
                  <a:pt x="166" y="11"/>
                  <a:pt x="166" y="11"/>
                  <a:pt x="166" y="12"/>
                </a:cubicBezTo>
                <a:cubicBezTo>
                  <a:pt x="167" y="12"/>
                  <a:pt x="167" y="13"/>
                  <a:pt x="168" y="13"/>
                </a:cubicBezTo>
                <a:cubicBezTo>
                  <a:pt x="168" y="13"/>
                  <a:pt x="169" y="13"/>
                  <a:pt x="170" y="13"/>
                </a:cubicBezTo>
                <a:cubicBezTo>
                  <a:pt x="170" y="13"/>
                  <a:pt x="171" y="13"/>
                  <a:pt x="171" y="13"/>
                </a:cubicBezTo>
                <a:cubicBezTo>
                  <a:pt x="172" y="13"/>
                  <a:pt x="172" y="12"/>
                  <a:pt x="172" y="12"/>
                </a:cubicBezTo>
                <a:cubicBezTo>
                  <a:pt x="173" y="12"/>
                  <a:pt x="173" y="11"/>
                  <a:pt x="173" y="11"/>
                </a:cubicBezTo>
                <a:cubicBezTo>
                  <a:pt x="173" y="10"/>
                  <a:pt x="173" y="10"/>
                  <a:pt x="172" y="10"/>
                </a:cubicBezTo>
                <a:cubicBezTo>
                  <a:pt x="172" y="9"/>
                  <a:pt x="172" y="9"/>
                  <a:pt x="171" y="9"/>
                </a:cubicBezTo>
                <a:cubicBezTo>
                  <a:pt x="171" y="9"/>
                  <a:pt x="170" y="8"/>
                  <a:pt x="169" y="8"/>
                </a:cubicBezTo>
                <a:cubicBezTo>
                  <a:pt x="168" y="8"/>
                  <a:pt x="167" y="7"/>
                  <a:pt x="167" y="7"/>
                </a:cubicBezTo>
                <a:cubicBezTo>
                  <a:pt x="166" y="7"/>
                  <a:pt x="166" y="6"/>
                  <a:pt x="165" y="6"/>
                </a:cubicBezTo>
                <a:cubicBezTo>
                  <a:pt x="165" y="5"/>
                  <a:pt x="165" y="5"/>
                  <a:pt x="165" y="4"/>
                </a:cubicBezTo>
                <a:cubicBezTo>
                  <a:pt x="165" y="3"/>
                  <a:pt x="165" y="3"/>
                  <a:pt x="165" y="2"/>
                </a:cubicBezTo>
                <a:cubicBezTo>
                  <a:pt x="166" y="1"/>
                  <a:pt x="166" y="1"/>
                  <a:pt x="167" y="1"/>
                </a:cubicBezTo>
                <a:cubicBezTo>
                  <a:pt x="168" y="0"/>
                  <a:pt x="168" y="0"/>
                  <a:pt x="169" y="0"/>
                </a:cubicBezTo>
                <a:cubicBezTo>
                  <a:pt x="170" y="0"/>
                  <a:pt x="171" y="0"/>
                  <a:pt x="172" y="1"/>
                </a:cubicBezTo>
                <a:cubicBezTo>
                  <a:pt x="172" y="1"/>
                  <a:pt x="173" y="1"/>
                  <a:pt x="173" y="2"/>
                </a:cubicBezTo>
                <a:cubicBezTo>
                  <a:pt x="174" y="3"/>
                  <a:pt x="174" y="3"/>
                  <a:pt x="174" y="4"/>
                </a:cubicBezTo>
                <a:lnTo>
                  <a:pt x="172" y="4"/>
                </a:lnTo>
                <a:cubicBezTo>
                  <a:pt x="172" y="4"/>
                  <a:pt x="172" y="3"/>
                  <a:pt x="171" y="2"/>
                </a:cubicBezTo>
                <a:cubicBezTo>
                  <a:pt x="171" y="2"/>
                  <a:pt x="170" y="2"/>
                  <a:pt x="169" y="2"/>
                </a:cubicBezTo>
                <a:cubicBezTo>
                  <a:pt x="168" y="2"/>
                  <a:pt x="168" y="2"/>
                  <a:pt x="167" y="2"/>
                </a:cubicBezTo>
                <a:cubicBezTo>
                  <a:pt x="167" y="3"/>
                  <a:pt x="166" y="3"/>
                  <a:pt x="166" y="4"/>
                </a:cubicBezTo>
                <a:cubicBezTo>
                  <a:pt x="166" y="4"/>
                  <a:pt x="167" y="5"/>
                  <a:pt x="167" y="5"/>
                </a:cubicBezTo>
                <a:cubicBezTo>
                  <a:pt x="167" y="5"/>
                  <a:pt x="168" y="6"/>
                  <a:pt x="169" y="6"/>
                </a:cubicBezTo>
                <a:cubicBezTo>
                  <a:pt x="171" y="7"/>
                  <a:pt x="172" y="7"/>
                  <a:pt x="172" y="7"/>
                </a:cubicBezTo>
                <a:cubicBezTo>
                  <a:pt x="173" y="7"/>
                  <a:pt x="173" y="8"/>
                  <a:pt x="174" y="9"/>
                </a:cubicBezTo>
                <a:cubicBezTo>
                  <a:pt x="174" y="9"/>
                  <a:pt x="174" y="10"/>
                  <a:pt x="174" y="11"/>
                </a:cubicBezTo>
                <a:cubicBezTo>
                  <a:pt x="174" y="11"/>
                  <a:pt x="174" y="12"/>
                  <a:pt x="174" y="13"/>
                </a:cubicBezTo>
                <a:cubicBezTo>
                  <a:pt x="173" y="13"/>
                  <a:pt x="173" y="14"/>
                  <a:pt x="172" y="14"/>
                </a:cubicBezTo>
                <a:cubicBezTo>
                  <a:pt x="171" y="15"/>
                  <a:pt x="171" y="15"/>
                  <a:pt x="170" y="15"/>
                </a:cubicBezTo>
                <a:cubicBezTo>
                  <a:pt x="169" y="15"/>
                  <a:pt x="168" y="15"/>
                  <a:pt x="167" y="14"/>
                </a:cubicBezTo>
                <a:cubicBezTo>
                  <a:pt x="166" y="14"/>
                  <a:pt x="165" y="13"/>
                  <a:pt x="165" y="13"/>
                </a:cubicBezTo>
                <a:cubicBezTo>
                  <a:pt x="165" y="12"/>
                  <a:pt x="164" y="11"/>
                  <a:pt x="164" y="10"/>
                </a:cubicBezTo>
                <a:close/>
              </a:path>
              <a:path w="471" h="15">
                <a:moveTo>
                  <a:pt x="176" y="15"/>
                </a:moveTo>
                <a:lnTo>
                  <a:pt x="176" y="0"/>
                </a:lnTo>
                <a:lnTo>
                  <a:pt x="178" y="0"/>
                </a:lnTo>
                <a:lnTo>
                  <a:pt x="178" y="15"/>
                </a:lnTo>
                <a:lnTo>
                  <a:pt x="176" y="15"/>
                </a:lnTo>
                <a:close/>
              </a:path>
              <a:path w="471" h="15">
                <a:moveTo>
                  <a:pt x="184" y="15"/>
                </a:moveTo>
                <a:lnTo>
                  <a:pt x="184" y="2"/>
                </a:lnTo>
                <a:lnTo>
                  <a:pt x="179" y="2"/>
                </a:lnTo>
                <a:lnTo>
                  <a:pt x="179" y="0"/>
                </a:lnTo>
                <a:lnTo>
                  <a:pt x="189" y="0"/>
                </a:lnTo>
                <a:lnTo>
                  <a:pt x="189" y="2"/>
                </a:lnTo>
                <a:lnTo>
                  <a:pt x="185" y="2"/>
                </a:lnTo>
                <a:lnTo>
                  <a:pt x="185" y="15"/>
                </a:lnTo>
                <a:lnTo>
                  <a:pt x="184" y="15"/>
                </a:lnTo>
                <a:close/>
              </a:path>
              <a:path w="471" h="15">
                <a:moveTo>
                  <a:pt x="194" y="15"/>
                </a:moveTo>
                <a:lnTo>
                  <a:pt x="194" y="9"/>
                </a:lnTo>
                <a:lnTo>
                  <a:pt x="189" y="0"/>
                </a:lnTo>
                <a:lnTo>
                  <a:pt x="191" y="0"/>
                </a:lnTo>
                <a:lnTo>
                  <a:pt x="194" y="5"/>
                </a:lnTo>
                <a:cubicBezTo>
                  <a:pt x="194" y="5"/>
                  <a:pt x="195" y="6"/>
                  <a:pt x="195" y="7"/>
                </a:cubicBezTo>
                <a:cubicBezTo>
                  <a:pt x="195" y="6"/>
                  <a:pt x="196" y="5"/>
                  <a:pt x="196" y="5"/>
                </a:cubicBezTo>
                <a:lnTo>
                  <a:pt x="199" y="0"/>
                </a:lnTo>
                <a:lnTo>
                  <a:pt x="201" y="0"/>
                </a:lnTo>
                <a:lnTo>
                  <a:pt x="196" y="9"/>
                </a:lnTo>
                <a:lnTo>
                  <a:pt x="196" y="15"/>
                </a:lnTo>
                <a:lnTo>
                  <a:pt x="194" y="15"/>
                </a:lnTo>
                <a:close/>
              </a:path>
              <a:path w="471" h="15">
                <a:moveTo>
                  <a:pt x="206" y="8"/>
                </a:moveTo>
                <a:cubicBezTo>
                  <a:pt x="206" y="5"/>
                  <a:pt x="207" y="3"/>
                  <a:pt x="208" y="2"/>
                </a:cubicBezTo>
                <a:cubicBezTo>
                  <a:pt x="209" y="1"/>
                  <a:pt x="211" y="0"/>
                  <a:pt x="212" y="0"/>
                </a:cubicBezTo>
                <a:cubicBezTo>
                  <a:pt x="213" y="0"/>
                  <a:pt x="214" y="0"/>
                  <a:pt x="215" y="1"/>
                </a:cubicBezTo>
                <a:cubicBezTo>
                  <a:pt x="216" y="2"/>
                  <a:pt x="217" y="3"/>
                  <a:pt x="218" y="4"/>
                </a:cubicBezTo>
                <a:cubicBezTo>
                  <a:pt x="218" y="5"/>
                  <a:pt x="218" y="6"/>
                  <a:pt x="218" y="8"/>
                </a:cubicBezTo>
                <a:cubicBezTo>
                  <a:pt x="218" y="9"/>
                  <a:pt x="218" y="10"/>
                  <a:pt x="217" y="11"/>
                </a:cubicBezTo>
                <a:cubicBezTo>
                  <a:pt x="217" y="13"/>
                  <a:pt x="216" y="13"/>
                  <a:pt x="215" y="14"/>
                </a:cubicBezTo>
                <a:cubicBezTo>
                  <a:pt x="214" y="15"/>
                  <a:pt x="213" y="15"/>
                  <a:pt x="212" y="15"/>
                </a:cubicBezTo>
                <a:cubicBezTo>
                  <a:pt x="211" y="15"/>
                  <a:pt x="210" y="15"/>
                  <a:pt x="209" y="14"/>
                </a:cubicBezTo>
                <a:cubicBezTo>
                  <a:pt x="208" y="13"/>
                  <a:pt x="207" y="12"/>
                  <a:pt x="207" y="11"/>
                </a:cubicBezTo>
                <a:cubicBezTo>
                  <a:pt x="207" y="10"/>
                  <a:pt x="206" y="9"/>
                  <a:pt x="206" y="8"/>
                </a:cubicBezTo>
                <a:close/>
                <a:moveTo>
                  <a:pt x="208" y="8"/>
                </a:moveTo>
                <a:cubicBezTo>
                  <a:pt x="208" y="9"/>
                  <a:pt x="208" y="11"/>
                  <a:pt x="209" y="12"/>
                </a:cubicBezTo>
                <a:cubicBezTo>
                  <a:pt x="210" y="13"/>
                  <a:pt x="211" y="13"/>
                  <a:pt x="212" y="13"/>
                </a:cubicBezTo>
                <a:cubicBezTo>
                  <a:pt x="214" y="13"/>
                  <a:pt x="215" y="13"/>
                  <a:pt x="215" y="12"/>
                </a:cubicBezTo>
                <a:cubicBezTo>
                  <a:pt x="216" y="11"/>
                  <a:pt x="217" y="9"/>
                  <a:pt x="217" y="7"/>
                </a:cubicBezTo>
                <a:cubicBezTo>
                  <a:pt x="217" y="6"/>
                  <a:pt x="216" y="5"/>
                  <a:pt x="216" y="4"/>
                </a:cubicBezTo>
                <a:cubicBezTo>
                  <a:pt x="216" y="4"/>
                  <a:pt x="215" y="3"/>
                  <a:pt x="215" y="2"/>
                </a:cubicBezTo>
                <a:cubicBezTo>
                  <a:pt x="214" y="2"/>
                  <a:pt x="213" y="2"/>
                  <a:pt x="212" y="2"/>
                </a:cubicBezTo>
                <a:cubicBezTo>
                  <a:pt x="211" y="2"/>
                  <a:pt x="210" y="2"/>
                  <a:pt x="209" y="3"/>
                </a:cubicBezTo>
                <a:cubicBezTo>
                  <a:pt x="208" y="4"/>
                  <a:pt x="208" y="6"/>
                  <a:pt x="208" y="8"/>
                </a:cubicBezTo>
                <a:close/>
              </a:path>
              <a:path w="471" h="15">
                <a:moveTo>
                  <a:pt x="220" y="15"/>
                </a:moveTo>
                <a:lnTo>
                  <a:pt x="220" y="0"/>
                </a:lnTo>
                <a:lnTo>
                  <a:pt x="228" y="0"/>
                </a:lnTo>
                <a:lnTo>
                  <a:pt x="228" y="2"/>
                </a:lnTo>
                <a:lnTo>
                  <a:pt x="222" y="2"/>
                </a:lnTo>
                <a:lnTo>
                  <a:pt x="222" y="6"/>
                </a:lnTo>
                <a:lnTo>
                  <a:pt x="228" y="6"/>
                </a:lnTo>
                <a:lnTo>
                  <a:pt x="228" y="8"/>
                </a:lnTo>
                <a:lnTo>
                  <a:pt x="222" y="8"/>
                </a:lnTo>
                <a:lnTo>
                  <a:pt x="222" y="15"/>
                </a:lnTo>
                <a:lnTo>
                  <a:pt x="220" y="15"/>
                </a:lnTo>
                <a:close/>
              </a:path>
              <a:path w="471" h="15">
                <a:moveTo>
                  <a:pt x="235" y="10"/>
                </a:moveTo>
                <a:lnTo>
                  <a:pt x="236" y="10"/>
                </a:lnTo>
                <a:cubicBezTo>
                  <a:pt x="237" y="11"/>
                  <a:pt x="237" y="11"/>
                  <a:pt x="237" y="12"/>
                </a:cubicBezTo>
                <a:cubicBezTo>
                  <a:pt x="237" y="12"/>
                  <a:pt x="238" y="13"/>
                  <a:pt x="238" y="13"/>
                </a:cubicBezTo>
                <a:cubicBezTo>
                  <a:pt x="239" y="13"/>
                  <a:pt x="239" y="13"/>
                  <a:pt x="240" y="13"/>
                </a:cubicBezTo>
                <a:cubicBezTo>
                  <a:pt x="241" y="13"/>
                  <a:pt x="241" y="13"/>
                  <a:pt x="242" y="13"/>
                </a:cubicBezTo>
                <a:cubicBezTo>
                  <a:pt x="242" y="13"/>
                  <a:pt x="243" y="12"/>
                  <a:pt x="243" y="12"/>
                </a:cubicBezTo>
                <a:cubicBezTo>
                  <a:pt x="243" y="12"/>
                  <a:pt x="243" y="11"/>
                  <a:pt x="243" y="11"/>
                </a:cubicBezTo>
                <a:cubicBezTo>
                  <a:pt x="243" y="10"/>
                  <a:pt x="243" y="10"/>
                  <a:pt x="243" y="10"/>
                </a:cubicBezTo>
                <a:cubicBezTo>
                  <a:pt x="243" y="9"/>
                  <a:pt x="242" y="9"/>
                  <a:pt x="242" y="9"/>
                </a:cubicBezTo>
                <a:cubicBezTo>
                  <a:pt x="241" y="9"/>
                  <a:pt x="241" y="8"/>
                  <a:pt x="240" y="8"/>
                </a:cubicBezTo>
                <a:cubicBezTo>
                  <a:pt x="238" y="8"/>
                  <a:pt x="238" y="7"/>
                  <a:pt x="237" y="7"/>
                </a:cubicBezTo>
                <a:cubicBezTo>
                  <a:pt x="237" y="7"/>
                  <a:pt x="236" y="6"/>
                  <a:pt x="236" y="6"/>
                </a:cubicBezTo>
                <a:cubicBezTo>
                  <a:pt x="235" y="5"/>
                  <a:pt x="235" y="5"/>
                  <a:pt x="235" y="4"/>
                </a:cubicBezTo>
                <a:cubicBezTo>
                  <a:pt x="235" y="3"/>
                  <a:pt x="236" y="3"/>
                  <a:pt x="236" y="2"/>
                </a:cubicBezTo>
                <a:cubicBezTo>
                  <a:pt x="236" y="1"/>
                  <a:pt x="237" y="1"/>
                  <a:pt x="237" y="1"/>
                </a:cubicBezTo>
                <a:cubicBezTo>
                  <a:pt x="238" y="0"/>
                  <a:pt x="239" y="0"/>
                  <a:pt x="240" y="0"/>
                </a:cubicBezTo>
                <a:cubicBezTo>
                  <a:pt x="241" y="0"/>
                  <a:pt x="241" y="0"/>
                  <a:pt x="242" y="1"/>
                </a:cubicBezTo>
                <a:cubicBezTo>
                  <a:pt x="243" y="1"/>
                  <a:pt x="243" y="1"/>
                  <a:pt x="244" y="2"/>
                </a:cubicBezTo>
                <a:cubicBezTo>
                  <a:pt x="244" y="3"/>
                  <a:pt x="244" y="3"/>
                  <a:pt x="244" y="4"/>
                </a:cubicBezTo>
                <a:lnTo>
                  <a:pt x="243" y="4"/>
                </a:lnTo>
                <a:cubicBezTo>
                  <a:pt x="243" y="4"/>
                  <a:pt x="242" y="3"/>
                  <a:pt x="242" y="2"/>
                </a:cubicBezTo>
                <a:cubicBezTo>
                  <a:pt x="242" y="2"/>
                  <a:pt x="241" y="2"/>
                  <a:pt x="240" y="2"/>
                </a:cubicBezTo>
                <a:cubicBezTo>
                  <a:pt x="239" y="2"/>
                  <a:pt x="238" y="2"/>
                  <a:pt x="238" y="2"/>
                </a:cubicBezTo>
                <a:cubicBezTo>
                  <a:pt x="237" y="3"/>
                  <a:pt x="237" y="3"/>
                  <a:pt x="237" y="4"/>
                </a:cubicBezTo>
                <a:cubicBezTo>
                  <a:pt x="237" y="4"/>
                  <a:pt x="237" y="5"/>
                  <a:pt x="237" y="5"/>
                </a:cubicBezTo>
                <a:cubicBezTo>
                  <a:pt x="238" y="5"/>
                  <a:pt x="239" y="6"/>
                  <a:pt x="240" y="6"/>
                </a:cubicBezTo>
                <a:cubicBezTo>
                  <a:pt x="241" y="7"/>
                  <a:pt x="242" y="7"/>
                  <a:pt x="243" y="7"/>
                </a:cubicBezTo>
                <a:cubicBezTo>
                  <a:pt x="243" y="7"/>
                  <a:pt x="244" y="8"/>
                  <a:pt x="244" y="9"/>
                </a:cubicBezTo>
                <a:cubicBezTo>
                  <a:pt x="245" y="9"/>
                  <a:pt x="245" y="10"/>
                  <a:pt x="245" y="11"/>
                </a:cubicBezTo>
                <a:cubicBezTo>
                  <a:pt x="245" y="11"/>
                  <a:pt x="245" y="12"/>
                  <a:pt x="244" y="13"/>
                </a:cubicBezTo>
                <a:cubicBezTo>
                  <a:pt x="244" y="13"/>
                  <a:pt x="243" y="14"/>
                  <a:pt x="243" y="14"/>
                </a:cubicBezTo>
                <a:cubicBezTo>
                  <a:pt x="242" y="15"/>
                  <a:pt x="241" y="15"/>
                  <a:pt x="240" y="15"/>
                </a:cubicBezTo>
                <a:cubicBezTo>
                  <a:pt x="239" y="15"/>
                  <a:pt x="238" y="15"/>
                  <a:pt x="237" y="14"/>
                </a:cubicBezTo>
                <a:cubicBezTo>
                  <a:pt x="237" y="14"/>
                  <a:pt x="236" y="13"/>
                  <a:pt x="236" y="13"/>
                </a:cubicBezTo>
                <a:cubicBezTo>
                  <a:pt x="235" y="12"/>
                  <a:pt x="235" y="11"/>
                  <a:pt x="235" y="10"/>
                </a:cubicBezTo>
                <a:close/>
              </a:path>
              <a:path w="471" h="15">
                <a:moveTo>
                  <a:pt x="256" y="10"/>
                </a:moveTo>
                <a:lnTo>
                  <a:pt x="257" y="10"/>
                </a:lnTo>
                <a:cubicBezTo>
                  <a:pt x="257" y="12"/>
                  <a:pt x="256" y="13"/>
                  <a:pt x="255" y="14"/>
                </a:cubicBezTo>
                <a:cubicBezTo>
                  <a:pt x="254" y="15"/>
                  <a:pt x="253" y="15"/>
                  <a:pt x="252" y="15"/>
                </a:cubicBezTo>
                <a:cubicBezTo>
                  <a:pt x="251" y="15"/>
                  <a:pt x="250" y="15"/>
                  <a:pt x="249" y="14"/>
                </a:cubicBezTo>
                <a:cubicBezTo>
                  <a:pt x="248" y="13"/>
                  <a:pt x="247" y="12"/>
                  <a:pt x="247" y="11"/>
                </a:cubicBezTo>
                <a:cubicBezTo>
                  <a:pt x="246" y="10"/>
                  <a:pt x="246" y="9"/>
                  <a:pt x="246" y="7"/>
                </a:cubicBezTo>
                <a:cubicBezTo>
                  <a:pt x="246" y="6"/>
                  <a:pt x="246" y="5"/>
                  <a:pt x="247" y="3"/>
                </a:cubicBezTo>
                <a:cubicBezTo>
                  <a:pt x="247" y="2"/>
                  <a:pt x="248" y="1"/>
                  <a:pt x="249" y="1"/>
                </a:cubicBezTo>
                <a:cubicBezTo>
                  <a:pt x="250" y="0"/>
                  <a:pt x="251" y="0"/>
                  <a:pt x="252" y="0"/>
                </a:cubicBezTo>
                <a:cubicBezTo>
                  <a:pt x="253" y="0"/>
                  <a:pt x="254" y="0"/>
                  <a:pt x="255" y="1"/>
                </a:cubicBezTo>
                <a:cubicBezTo>
                  <a:pt x="256" y="2"/>
                  <a:pt x="257" y="3"/>
                  <a:pt x="257" y="4"/>
                </a:cubicBezTo>
                <a:lnTo>
                  <a:pt x="255" y="5"/>
                </a:lnTo>
                <a:cubicBezTo>
                  <a:pt x="255" y="4"/>
                  <a:pt x="255" y="3"/>
                  <a:pt x="254" y="2"/>
                </a:cubicBezTo>
                <a:cubicBezTo>
                  <a:pt x="254" y="2"/>
                  <a:pt x="253" y="2"/>
                  <a:pt x="252" y="2"/>
                </a:cubicBezTo>
                <a:cubicBezTo>
                  <a:pt x="251" y="2"/>
                  <a:pt x="250" y="2"/>
                  <a:pt x="250" y="2"/>
                </a:cubicBezTo>
                <a:cubicBezTo>
                  <a:pt x="249" y="3"/>
                  <a:pt x="248" y="4"/>
                  <a:pt x="248" y="5"/>
                </a:cubicBezTo>
                <a:cubicBezTo>
                  <a:pt x="248" y="5"/>
                  <a:pt x="248" y="6"/>
                  <a:pt x="248" y="7"/>
                </a:cubicBezTo>
                <a:cubicBezTo>
                  <a:pt x="248" y="9"/>
                  <a:pt x="248" y="10"/>
                  <a:pt x="248" y="11"/>
                </a:cubicBezTo>
                <a:cubicBezTo>
                  <a:pt x="249" y="11"/>
                  <a:pt x="249" y="12"/>
                  <a:pt x="250" y="13"/>
                </a:cubicBezTo>
                <a:cubicBezTo>
                  <a:pt x="250" y="13"/>
                  <a:pt x="251" y="13"/>
                  <a:pt x="252" y="13"/>
                </a:cubicBezTo>
                <a:cubicBezTo>
                  <a:pt x="253" y="13"/>
                  <a:pt x="254" y="13"/>
                  <a:pt x="254" y="12"/>
                </a:cubicBezTo>
                <a:cubicBezTo>
                  <a:pt x="255" y="12"/>
                  <a:pt x="255" y="11"/>
                  <a:pt x="256" y="10"/>
                </a:cubicBezTo>
                <a:close/>
              </a:path>
              <a:path w="471" h="15">
                <a:moveTo>
                  <a:pt x="259" y="15"/>
                </a:moveTo>
                <a:lnTo>
                  <a:pt x="259" y="0"/>
                </a:lnTo>
                <a:lnTo>
                  <a:pt x="261" y="0"/>
                </a:lnTo>
                <a:lnTo>
                  <a:pt x="261" y="15"/>
                </a:lnTo>
                <a:lnTo>
                  <a:pt x="259" y="15"/>
                </a:lnTo>
                <a:close/>
              </a:path>
              <a:path w="471" h="15">
                <a:moveTo>
                  <a:pt x="263" y="15"/>
                </a:moveTo>
                <a:lnTo>
                  <a:pt x="263" y="0"/>
                </a:lnTo>
                <a:lnTo>
                  <a:pt x="272" y="0"/>
                </a:lnTo>
                <a:lnTo>
                  <a:pt x="272" y="2"/>
                </a:lnTo>
                <a:lnTo>
                  <a:pt x="265" y="2"/>
                </a:lnTo>
                <a:lnTo>
                  <a:pt x="265" y="6"/>
                </a:lnTo>
                <a:lnTo>
                  <a:pt x="272" y="6"/>
                </a:lnTo>
                <a:lnTo>
                  <a:pt x="272" y="8"/>
                </a:lnTo>
                <a:lnTo>
                  <a:pt x="265" y="8"/>
                </a:lnTo>
                <a:lnTo>
                  <a:pt x="265" y="13"/>
                </a:lnTo>
                <a:lnTo>
                  <a:pt x="272" y="13"/>
                </a:lnTo>
                <a:lnTo>
                  <a:pt x="272" y="15"/>
                </a:lnTo>
                <a:lnTo>
                  <a:pt x="263" y="15"/>
                </a:lnTo>
                <a:close/>
              </a:path>
              <a:path w="471" h="15">
                <a:moveTo>
                  <a:pt x="274" y="15"/>
                </a:moveTo>
                <a:lnTo>
                  <a:pt x="274" y="0"/>
                </a:lnTo>
                <a:lnTo>
                  <a:pt x="276" y="0"/>
                </a:lnTo>
                <a:lnTo>
                  <a:pt x="283" y="12"/>
                </a:lnTo>
                <a:lnTo>
                  <a:pt x="283" y="0"/>
                </a:lnTo>
                <a:lnTo>
                  <a:pt x="284" y="0"/>
                </a:lnTo>
                <a:lnTo>
                  <a:pt x="284" y="15"/>
                </a:lnTo>
                <a:lnTo>
                  <a:pt x="282" y="15"/>
                </a:lnTo>
                <a:lnTo>
                  <a:pt x="276" y="3"/>
                </a:lnTo>
                <a:lnTo>
                  <a:pt x="276" y="15"/>
                </a:lnTo>
                <a:lnTo>
                  <a:pt x="274" y="15"/>
                </a:lnTo>
                <a:close/>
              </a:path>
              <a:path w="471" h="15">
                <a:moveTo>
                  <a:pt x="295" y="10"/>
                </a:moveTo>
                <a:lnTo>
                  <a:pt x="297" y="10"/>
                </a:lnTo>
                <a:cubicBezTo>
                  <a:pt x="297" y="12"/>
                  <a:pt x="296" y="13"/>
                  <a:pt x="295" y="14"/>
                </a:cubicBezTo>
                <a:cubicBezTo>
                  <a:pt x="294" y="15"/>
                  <a:pt x="293" y="15"/>
                  <a:pt x="292" y="15"/>
                </a:cubicBezTo>
                <a:cubicBezTo>
                  <a:pt x="290" y="15"/>
                  <a:pt x="289" y="15"/>
                  <a:pt x="289" y="14"/>
                </a:cubicBezTo>
                <a:cubicBezTo>
                  <a:pt x="288" y="13"/>
                  <a:pt x="287" y="12"/>
                  <a:pt x="287" y="11"/>
                </a:cubicBezTo>
                <a:cubicBezTo>
                  <a:pt x="286" y="10"/>
                  <a:pt x="286" y="9"/>
                  <a:pt x="286" y="7"/>
                </a:cubicBezTo>
                <a:cubicBezTo>
                  <a:pt x="286" y="6"/>
                  <a:pt x="286" y="5"/>
                  <a:pt x="287" y="3"/>
                </a:cubicBezTo>
                <a:cubicBezTo>
                  <a:pt x="287" y="2"/>
                  <a:pt x="288" y="1"/>
                  <a:pt x="289" y="1"/>
                </a:cubicBezTo>
                <a:cubicBezTo>
                  <a:pt x="290" y="0"/>
                  <a:pt x="291" y="0"/>
                  <a:pt x="292" y="0"/>
                </a:cubicBezTo>
                <a:cubicBezTo>
                  <a:pt x="293" y="0"/>
                  <a:pt x="294" y="0"/>
                  <a:pt x="295" y="1"/>
                </a:cubicBezTo>
                <a:cubicBezTo>
                  <a:pt x="296" y="2"/>
                  <a:pt x="296" y="3"/>
                  <a:pt x="297" y="4"/>
                </a:cubicBezTo>
                <a:lnTo>
                  <a:pt x="295" y="5"/>
                </a:lnTo>
                <a:cubicBezTo>
                  <a:pt x="295" y="4"/>
                  <a:pt x="294" y="3"/>
                  <a:pt x="294" y="2"/>
                </a:cubicBezTo>
                <a:cubicBezTo>
                  <a:pt x="293" y="2"/>
                  <a:pt x="293" y="2"/>
                  <a:pt x="292" y="2"/>
                </a:cubicBezTo>
                <a:cubicBezTo>
                  <a:pt x="291" y="2"/>
                  <a:pt x="290" y="2"/>
                  <a:pt x="289" y="2"/>
                </a:cubicBezTo>
                <a:cubicBezTo>
                  <a:pt x="289" y="3"/>
                  <a:pt x="288" y="4"/>
                  <a:pt x="288" y="5"/>
                </a:cubicBezTo>
                <a:cubicBezTo>
                  <a:pt x="288" y="5"/>
                  <a:pt x="288" y="6"/>
                  <a:pt x="288" y="7"/>
                </a:cubicBezTo>
                <a:cubicBezTo>
                  <a:pt x="288" y="9"/>
                  <a:pt x="288" y="10"/>
                  <a:pt x="288" y="11"/>
                </a:cubicBezTo>
                <a:cubicBezTo>
                  <a:pt x="288" y="11"/>
                  <a:pt x="289" y="12"/>
                  <a:pt x="290" y="13"/>
                </a:cubicBezTo>
                <a:cubicBezTo>
                  <a:pt x="290" y="13"/>
                  <a:pt x="291" y="13"/>
                  <a:pt x="292" y="13"/>
                </a:cubicBezTo>
                <a:cubicBezTo>
                  <a:pt x="293" y="13"/>
                  <a:pt x="293" y="13"/>
                  <a:pt x="294" y="12"/>
                </a:cubicBezTo>
                <a:cubicBezTo>
                  <a:pt x="295" y="12"/>
                  <a:pt x="295" y="11"/>
                  <a:pt x="295" y="10"/>
                </a:cubicBezTo>
                <a:close/>
              </a:path>
              <a:path w="471" h="15">
                <a:moveTo>
                  <a:pt x="299" y="15"/>
                </a:moveTo>
                <a:lnTo>
                  <a:pt x="299" y="0"/>
                </a:lnTo>
                <a:lnTo>
                  <a:pt x="308" y="0"/>
                </a:lnTo>
                <a:lnTo>
                  <a:pt x="308" y="2"/>
                </a:lnTo>
                <a:lnTo>
                  <a:pt x="300" y="2"/>
                </a:lnTo>
                <a:lnTo>
                  <a:pt x="300" y="6"/>
                </a:lnTo>
                <a:lnTo>
                  <a:pt x="307" y="6"/>
                </a:lnTo>
                <a:lnTo>
                  <a:pt x="307" y="8"/>
                </a:lnTo>
                <a:lnTo>
                  <a:pt x="300" y="8"/>
                </a:lnTo>
                <a:lnTo>
                  <a:pt x="300" y="13"/>
                </a:lnTo>
                <a:lnTo>
                  <a:pt x="308" y="13"/>
                </a:lnTo>
                <a:lnTo>
                  <a:pt x="308" y="15"/>
                </a:lnTo>
                <a:lnTo>
                  <a:pt x="299" y="15"/>
                </a:lnTo>
                <a:close/>
              </a:path>
              <a:path w="471" h="15">
                <a:moveTo>
                  <a:pt x="313" y="15"/>
                </a:moveTo>
                <a:lnTo>
                  <a:pt x="318" y="0"/>
                </a:lnTo>
                <a:lnTo>
                  <a:pt x="319" y="0"/>
                </a:lnTo>
                <a:lnTo>
                  <a:pt x="324" y="15"/>
                </a:lnTo>
                <a:lnTo>
                  <a:pt x="323" y="15"/>
                </a:lnTo>
                <a:lnTo>
                  <a:pt x="321" y="10"/>
                </a:lnTo>
                <a:lnTo>
                  <a:pt x="316" y="10"/>
                </a:lnTo>
                <a:lnTo>
                  <a:pt x="314" y="15"/>
                </a:lnTo>
                <a:lnTo>
                  <a:pt x="313" y="15"/>
                </a:lnTo>
                <a:close/>
                <a:moveTo>
                  <a:pt x="316" y="9"/>
                </a:moveTo>
                <a:lnTo>
                  <a:pt x="321" y="9"/>
                </a:lnTo>
                <a:lnTo>
                  <a:pt x="319" y="5"/>
                </a:lnTo>
                <a:cubicBezTo>
                  <a:pt x="319" y="4"/>
                  <a:pt x="319" y="3"/>
                  <a:pt x="318" y="2"/>
                </a:cubicBezTo>
                <a:cubicBezTo>
                  <a:pt x="318" y="3"/>
                  <a:pt x="318" y="4"/>
                  <a:pt x="318" y="5"/>
                </a:cubicBezTo>
                <a:lnTo>
                  <a:pt x="316" y="9"/>
                </a:lnTo>
                <a:close/>
              </a:path>
              <a:path w="471" h="15">
                <a:moveTo>
                  <a:pt x="325" y="15"/>
                </a:moveTo>
                <a:lnTo>
                  <a:pt x="325" y="0"/>
                </a:lnTo>
                <a:lnTo>
                  <a:pt x="327" y="0"/>
                </a:lnTo>
                <a:lnTo>
                  <a:pt x="334" y="12"/>
                </a:lnTo>
                <a:lnTo>
                  <a:pt x="334" y="0"/>
                </a:lnTo>
                <a:lnTo>
                  <a:pt x="335" y="0"/>
                </a:lnTo>
                <a:lnTo>
                  <a:pt x="335" y="15"/>
                </a:lnTo>
                <a:lnTo>
                  <a:pt x="333" y="15"/>
                </a:lnTo>
                <a:lnTo>
                  <a:pt x="327" y="3"/>
                </a:lnTo>
                <a:lnTo>
                  <a:pt x="327" y="15"/>
                </a:lnTo>
                <a:lnTo>
                  <a:pt x="325" y="15"/>
                </a:lnTo>
                <a:close/>
              </a:path>
              <a:path w="471" h="15">
                <a:moveTo>
                  <a:pt x="337" y="15"/>
                </a:moveTo>
                <a:lnTo>
                  <a:pt x="337" y="0"/>
                </a:lnTo>
                <a:lnTo>
                  <a:pt x="342" y="0"/>
                </a:lnTo>
                <a:cubicBezTo>
                  <a:pt x="343" y="0"/>
                  <a:pt x="343" y="0"/>
                  <a:pt x="344" y="0"/>
                </a:cubicBezTo>
                <a:cubicBezTo>
                  <a:pt x="345" y="1"/>
                  <a:pt x="345" y="1"/>
                  <a:pt x="346" y="2"/>
                </a:cubicBezTo>
                <a:cubicBezTo>
                  <a:pt x="346" y="2"/>
                  <a:pt x="347" y="3"/>
                  <a:pt x="347" y="4"/>
                </a:cubicBezTo>
                <a:cubicBezTo>
                  <a:pt x="348" y="5"/>
                  <a:pt x="348" y="6"/>
                  <a:pt x="348" y="7"/>
                </a:cubicBezTo>
                <a:cubicBezTo>
                  <a:pt x="348" y="8"/>
                  <a:pt x="348" y="9"/>
                  <a:pt x="347" y="10"/>
                </a:cubicBezTo>
                <a:cubicBezTo>
                  <a:pt x="347" y="11"/>
                  <a:pt x="347" y="12"/>
                  <a:pt x="347" y="12"/>
                </a:cubicBezTo>
                <a:cubicBezTo>
                  <a:pt x="346" y="13"/>
                  <a:pt x="346" y="13"/>
                  <a:pt x="345" y="14"/>
                </a:cubicBezTo>
                <a:cubicBezTo>
                  <a:pt x="345" y="14"/>
                  <a:pt x="344" y="14"/>
                  <a:pt x="344" y="14"/>
                </a:cubicBezTo>
                <a:cubicBezTo>
                  <a:pt x="343" y="15"/>
                  <a:pt x="343" y="15"/>
                  <a:pt x="342" y="15"/>
                </a:cubicBezTo>
                <a:lnTo>
                  <a:pt x="337" y="15"/>
                </a:lnTo>
                <a:close/>
                <a:moveTo>
                  <a:pt x="339" y="13"/>
                </a:moveTo>
                <a:lnTo>
                  <a:pt x="342" y="13"/>
                </a:lnTo>
                <a:cubicBezTo>
                  <a:pt x="343" y="13"/>
                  <a:pt x="343" y="13"/>
                  <a:pt x="344" y="13"/>
                </a:cubicBezTo>
                <a:cubicBezTo>
                  <a:pt x="344" y="13"/>
                  <a:pt x="345" y="12"/>
                  <a:pt x="345" y="12"/>
                </a:cubicBezTo>
                <a:cubicBezTo>
                  <a:pt x="345" y="12"/>
                  <a:pt x="345" y="11"/>
                  <a:pt x="346" y="10"/>
                </a:cubicBezTo>
                <a:cubicBezTo>
                  <a:pt x="346" y="9"/>
                  <a:pt x="346" y="8"/>
                  <a:pt x="346" y="7"/>
                </a:cubicBezTo>
                <a:cubicBezTo>
                  <a:pt x="346" y="6"/>
                  <a:pt x="346" y="5"/>
                  <a:pt x="345" y="4"/>
                </a:cubicBezTo>
                <a:cubicBezTo>
                  <a:pt x="345" y="3"/>
                  <a:pt x="344" y="3"/>
                  <a:pt x="344" y="2"/>
                </a:cubicBezTo>
                <a:cubicBezTo>
                  <a:pt x="343" y="2"/>
                  <a:pt x="343" y="2"/>
                  <a:pt x="342" y="2"/>
                </a:cubicBezTo>
                <a:lnTo>
                  <a:pt x="339" y="2"/>
                </a:lnTo>
                <a:lnTo>
                  <a:pt x="339" y="13"/>
                </a:lnTo>
                <a:close/>
              </a:path>
              <a:path w="471" h="15">
                <a:moveTo>
                  <a:pt x="358" y="15"/>
                </a:moveTo>
                <a:lnTo>
                  <a:pt x="358" y="2"/>
                </a:lnTo>
                <a:lnTo>
                  <a:pt x="354" y="2"/>
                </a:lnTo>
                <a:lnTo>
                  <a:pt x="354" y="0"/>
                </a:lnTo>
                <a:lnTo>
                  <a:pt x="364" y="0"/>
                </a:lnTo>
                <a:lnTo>
                  <a:pt x="364" y="2"/>
                </a:lnTo>
                <a:lnTo>
                  <a:pt x="359" y="2"/>
                </a:lnTo>
                <a:lnTo>
                  <a:pt x="359" y="15"/>
                </a:lnTo>
                <a:lnTo>
                  <a:pt x="358" y="15"/>
                </a:lnTo>
                <a:close/>
              </a:path>
              <a:path w="471" h="15">
                <a:moveTo>
                  <a:pt x="365" y="15"/>
                </a:moveTo>
                <a:lnTo>
                  <a:pt x="365" y="0"/>
                </a:lnTo>
                <a:lnTo>
                  <a:pt x="374" y="0"/>
                </a:lnTo>
                <a:lnTo>
                  <a:pt x="374" y="2"/>
                </a:lnTo>
                <a:lnTo>
                  <a:pt x="366" y="2"/>
                </a:lnTo>
                <a:lnTo>
                  <a:pt x="366" y="6"/>
                </a:lnTo>
                <a:lnTo>
                  <a:pt x="373" y="6"/>
                </a:lnTo>
                <a:lnTo>
                  <a:pt x="373" y="8"/>
                </a:lnTo>
                <a:lnTo>
                  <a:pt x="366" y="8"/>
                </a:lnTo>
                <a:lnTo>
                  <a:pt x="366" y="13"/>
                </a:lnTo>
                <a:lnTo>
                  <a:pt x="374" y="13"/>
                </a:lnTo>
                <a:lnTo>
                  <a:pt x="374" y="15"/>
                </a:lnTo>
                <a:lnTo>
                  <a:pt x="365" y="15"/>
                </a:lnTo>
                <a:close/>
              </a:path>
              <a:path w="471" h="15">
                <a:moveTo>
                  <a:pt x="385" y="10"/>
                </a:moveTo>
                <a:lnTo>
                  <a:pt x="386" y="10"/>
                </a:lnTo>
                <a:cubicBezTo>
                  <a:pt x="386" y="12"/>
                  <a:pt x="386" y="13"/>
                  <a:pt x="385" y="14"/>
                </a:cubicBezTo>
                <a:cubicBezTo>
                  <a:pt x="384" y="15"/>
                  <a:pt x="383" y="15"/>
                  <a:pt x="381" y="15"/>
                </a:cubicBezTo>
                <a:cubicBezTo>
                  <a:pt x="380" y="15"/>
                  <a:pt x="379" y="15"/>
                  <a:pt x="378" y="14"/>
                </a:cubicBezTo>
                <a:cubicBezTo>
                  <a:pt x="377" y="13"/>
                  <a:pt x="377" y="12"/>
                  <a:pt x="376" y="11"/>
                </a:cubicBezTo>
                <a:cubicBezTo>
                  <a:pt x="376" y="10"/>
                  <a:pt x="375" y="9"/>
                  <a:pt x="375" y="7"/>
                </a:cubicBezTo>
                <a:cubicBezTo>
                  <a:pt x="375" y="6"/>
                  <a:pt x="376" y="5"/>
                  <a:pt x="376" y="3"/>
                </a:cubicBezTo>
                <a:cubicBezTo>
                  <a:pt x="377" y="2"/>
                  <a:pt x="377" y="1"/>
                  <a:pt x="378" y="1"/>
                </a:cubicBezTo>
                <a:cubicBezTo>
                  <a:pt x="379" y="0"/>
                  <a:pt x="380" y="0"/>
                  <a:pt x="381" y="0"/>
                </a:cubicBezTo>
                <a:cubicBezTo>
                  <a:pt x="383" y="0"/>
                  <a:pt x="384" y="0"/>
                  <a:pt x="384" y="1"/>
                </a:cubicBezTo>
                <a:cubicBezTo>
                  <a:pt x="385" y="2"/>
                  <a:pt x="386" y="3"/>
                  <a:pt x="386" y="4"/>
                </a:cubicBezTo>
                <a:lnTo>
                  <a:pt x="385" y="5"/>
                </a:lnTo>
                <a:cubicBezTo>
                  <a:pt x="384" y="4"/>
                  <a:pt x="384" y="3"/>
                  <a:pt x="383" y="2"/>
                </a:cubicBezTo>
                <a:cubicBezTo>
                  <a:pt x="383" y="2"/>
                  <a:pt x="382" y="2"/>
                  <a:pt x="381" y="2"/>
                </a:cubicBezTo>
                <a:cubicBezTo>
                  <a:pt x="380" y="2"/>
                  <a:pt x="380" y="2"/>
                  <a:pt x="379" y="2"/>
                </a:cubicBezTo>
                <a:cubicBezTo>
                  <a:pt x="378" y="3"/>
                  <a:pt x="378" y="4"/>
                  <a:pt x="378" y="5"/>
                </a:cubicBezTo>
                <a:cubicBezTo>
                  <a:pt x="377" y="5"/>
                  <a:pt x="377" y="6"/>
                  <a:pt x="377" y="7"/>
                </a:cubicBezTo>
                <a:cubicBezTo>
                  <a:pt x="377" y="9"/>
                  <a:pt x="377" y="10"/>
                  <a:pt x="378" y="11"/>
                </a:cubicBezTo>
                <a:cubicBezTo>
                  <a:pt x="378" y="11"/>
                  <a:pt x="378" y="12"/>
                  <a:pt x="379" y="13"/>
                </a:cubicBezTo>
                <a:cubicBezTo>
                  <a:pt x="380" y="13"/>
                  <a:pt x="380" y="13"/>
                  <a:pt x="381" y="13"/>
                </a:cubicBezTo>
                <a:cubicBezTo>
                  <a:pt x="382" y="13"/>
                  <a:pt x="383" y="13"/>
                  <a:pt x="384" y="12"/>
                </a:cubicBezTo>
                <a:cubicBezTo>
                  <a:pt x="384" y="12"/>
                  <a:pt x="385" y="11"/>
                  <a:pt x="385" y="10"/>
                </a:cubicBezTo>
                <a:close/>
              </a:path>
              <a:path w="471" h="15">
                <a:moveTo>
                  <a:pt x="388" y="15"/>
                </a:moveTo>
                <a:lnTo>
                  <a:pt x="388" y="0"/>
                </a:lnTo>
                <a:lnTo>
                  <a:pt x="390" y="0"/>
                </a:lnTo>
                <a:lnTo>
                  <a:pt x="390" y="6"/>
                </a:lnTo>
                <a:lnTo>
                  <a:pt x="396" y="6"/>
                </a:lnTo>
                <a:lnTo>
                  <a:pt x="396" y="0"/>
                </a:lnTo>
                <a:lnTo>
                  <a:pt x="398" y="0"/>
                </a:lnTo>
                <a:lnTo>
                  <a:pt x="398" y="15"/>
                </a:lnTo>
                <a:lnTo>
                  <a:pt x="396" y="15"/>
                </a:lnTo>
                <a:lnTo>
                  <a:pt x="396" y="8"/>
                </a:lnTo>
                <a:lnTo>
                  <a:pt x="390" y="8"/>
                </a:lnTo>
                <a:lnTo>
                  <a:pt x="390" y="15"/>
                </a:lnTo>
                <a:lnTo>
                  <a:pt x="388" y="15"/>
                </a:lnTo>
                <a:close/>
              </a:path>
              <a:path w="471" h="15">
                <a:moveTo>
                  <a:pt x="400" y="15"/>
                </a:moveTo>
                <a:lnTo>
                  <a:pt x="400" y="0"/>
                </a:lnTo>
                <a:lnTo>
                  <a:pt x="402" y="0"/>
                </a:lnTo>
                <a:lnTo>
                  <a:pt x="408" y="12"/>
                </a:lnTo>
                <a:lnTo>
                  <a:pt x="408" y="0"/>
                </a:lnTo>
                <a:lnTo>
                  <a:pt x="410" y="0"/>
                </a:lnTo>
                <a:lnTo>
                  <a:pt x="410" y="15"/>
                </a:lnTo>
                <a:lnTo>
                  <a:pt x="408" y="15"/>
                </a:lnTo>
                <a:lnTo>
                  <a:pt x="402" y="3"/>
                </a:lnTo>
                <a:lnTo>
                  <a:pt x="402" y="15"/>
                </a:lnTo>
                <a:lnTo>
                  <a:pt x="400" y="15"/>
                </a:lnTo>
                <a:close/>
              </a:path>
              <a:path w="471" h="15">
                <a:moveTo>
                  <a:pt x="412" y="8"/>
                </a:moveTo>
                <a:cubicBezTo>
                  <a:pt x="412" y="5"/>
                  <a:pt x="412" y="3"/>
                  <a:pt x="413" y="2"/>
                </a:cubicBezTo>
                <a:cubicBezTo>
                  <a:pt x="415" y="1"/>
                  <a:pt x="416" y="0"/>
                  <a:pt x="418" y="0"/>
                </a:cubicBezTo>
                <a:cubicBezTo>
                  <a:pt x="419" y="0"/>
                  <a:pt x="420" y="0"/>
                  <a:pt x="421" y="1"/>
                </a:cubicBezTo>
                <a:cubicBezTo>
                  <a:pt x="422" y="2"/>
                  <a:pt x="423" y="3"/>
                  <a:pt x="423" y="4"/>
                </a:cubicBezTo>
                <a:cubicBezTo>
                  <a:pt x="424" y="5"/>
                  <a:pt x="424" y="6"/>
                  <a:pt x="424" y="8"/>
                </a:cubicBezTo>
                <a:cubicBezTo>
                  <a:pt x="424" y="9"/>
                  <a:pt x="424" y="10"/>
                  <a:pt x="423" y="11"/>
                </a:cubicBezTo>
                <a:cubicBezTo>
                  <a:pt x="422" y="13"/>
                  <a:pt x="422" y="13"/>
                  <a:pt x="421" y="14"/>
                </a:cubicBezTo>
                <a:cubicBezTo>
                  <a:pt x="420" y="15"/>
                  <a:pt x="419" y="15"/>
                  <a:pt x="418" y="15"/>
                </a:cubicBezTo>
                <a:cubicBezTo>
                  <a:pt x="417" y="15"/>
                  <a:pt x="416" y="15"/>
                  <a:pt x="415" y="14"/>
                </a:cubicBezTo>
                <a:cubicBezTo>
                  <a:pt x="414" y="13"/>
                  <a:pt x="413" y="12"/>
                  <a:pt x="413" y="11"/>
                </a:cubicBezTo>
                <a:cubicBezTo>
                  <a:pt x="412" y="10"/>
                  <a:pt x="412" y="9"/>
                  <a:pt x="412" y="8"/>
                </a:cubicBezTo>
                <a:close/>
                <a:moveTo>
                  <a:pt x="414" y="8"/>
                </a:moveTo>
                <a:cubicBezTo>
                  <a:pt x="414" y="9"/>
                  <a:pt x="414" y="11"/>
                  <a:pt x="415" y="12"/>
                </a:cubicBezTo>
                <a:cubicBezTo>
                  <a:pt x="416" y="13"/>
                  <a:pt x="417" y="13"/>
                  <a:pt x="418" y="13"/>
                </a:cubicBezTo>
                <a:cubicBezTo>
                  <a:pt x="419" y="13"/>
                  <a:pt x="420" y="13"/>
                  <a:pt x="421" y="12"/>
                </a:cubicBezTo>
                <a:cubicBezTo>
                  <a:pt x="422" y="11"/>
                  <a:pt x="422" y="9"/>
                  <a:pt x="422" y="7"/>
                </a:cubicBezTo>
                <a:cubicBezTo>
                  <a:pt x="422" y="6"/>
                  <a:pt x="422" y="5"/>
                  <a:pt x="422" y="4"/>
                </a:cubicBezTo>
                <a:cubicBezTo>
                  <a:pt x="421" y="4"/>
                  <a:pt x="421" y="3"/>
                  <a:pt x="420" y="2"/>
                </a:cubicBezTo>
                <a:cubicBezTo>
                  <a:pt x="419" y="2"/>
                  <a:pt x="419" y="2"/>
                  <a:pt x="418" y="2"/>
                </a:cubicBezTo>
                <a:cubicBezTo>
                  <a:pt x="417" y="2"/>
                  <a:pt x="416" y="2"/>
                  <a:pt x="415" y="3"/>
                </a:cubicBezTo>
                <a:cubicBezTo>
                  <a:pt x="414" y="4"/>
                  <a:pt x="414" y="6"/>
                  <a:pt x="414" y="8"/>
                </a:cubicBezTo>
                <a:close/>
              </a:path>
              <a:path w="471" h="15">
                <a:moveTo>
                  <a:pt x="425" y="15"/>
                </a:moveTo>
                <a:lnTo>
                  <a:pt x="425" y="0"/>
                </a:lnTo>
                <a:lnTo>
                  <a:pt x="427" y="0"/>
                </a:lnTo>
                <a:lnTo>
                  <a:pt x="427" y="13"/>
                </a:lnTo>
                <a:lnTo>
                  <a:pt x="433" y="13"/>
                </a:lnTo>
                <a:lnTo>
                  <a:pt x="433" y="15"/>
                </a:lnTo>
                <a:lnTo>
                  <a:pt x="425" y="15"/>
                </a:lnTo>
                <a:close/>
              </a:path>
              <a:path w="471" h="15">
                <a:moveTo>
                  <a:pt x="434" y="8"/>
                </a:moveTo>
                <a:cubicBezTo>
                  <a:pt x="434" y="5"/>
                  <a:pt x="435" y="3"/>
                  <a:pt x="436" y="2"/>
                </a:cubicBezTo>
                <a:cubicBezTo>
                  <a:pt x="437" y="1"/>
                  <a:pt x="438" y="0"/>
                  <a:pt x="440" y="0"/>
                </a:cubicBezTo>
                <a:cubicBezTo>
                  <a:pt x="441" y="0"/>
                  <a:pt x="442" y="0"/>
                  <a:pt x="443" y="1"/>
                </a:cubicBezTo>
                <a:cubicBezTo>
                  <a:pt x="444" y="2"/>
                  <a:pt x="445" y="3"/>
                  <a:pt x="445" y="4"/>
                </a:cubicBezTo>
                <a:cubicBezTo>
                  <a:pt x="446" y="5"/>
                  <a:pt x="446" y="6"/>
                  <a:pt x="446" y="8"/>
                </a:cubicBezTo>
                <a:cubicBezTo>
                  <a:pt x="446" y="9"/>
                  <a:pt x="446" y="10"/>
                  <a:pt x="445" y="11"/>
                </a:cubicBezTo>
                <a:cubicBezTo>
                  <a:pt x="445" y="13"/>
                  <a:pt x="444" y="13"/>
                  <a:pt x="443" y="14"/>
                </a:cubicBezTo>
                <a:cubicBezTo>
                  <a:pt x="442" y="15"/>
                  <a:pt x="441" y="15"/>
                  <a:pt x="440" y="15"/>
                </a:cubicBezTo>
                <a:cubicBezTo>
                  <a:pt x="439" y="15"/>
                  <a:pt x="438" y="15"/>
                  <a:pt x="437" y="14"/>
                </a:cubicBezTo>
                <a:cubicBezTo>
                  <a:pt x="436" y="13"/>
                  <a:pt x="435" y="12"/>
                  <a:pt x="435" y="11"/>
                </a:cubicBezTo>
                <a:cubicBezTo>
                  <a:pt x="434" y="10"/>
                  <a:pt x="434" y="9"/>
                  <a:pt x="434" y="8"/>
                </a:cubicBezTo>
                <a:close/>
                <a:moveTo>
                  <a:pt x="436" y="8"/>
                </a:moveTo>
                <a:cubicBezTo>
                  <a:pt x="436" y="9"/>
                  <a:pt x="436" y="11"/>
                  <a:pt x="437" y="12"/>
                </a:cubicBezTo>
                <a:cubicBezTo>
                  <a:pt x="438" y="13"/>
                  <a:pt x="439" y="13"/>
                  <a:pt x="440" y="13"/>
                </a:cubicBezTo>
                <a:cubicBezTo>
                  <a:pt x="441" y="13"/>
                  <a:pt x="442" y="13"/>
                  <a:pt x="443" y="12"/>
                </a:cubicBezTo>
                <a:cubicBezTo>
                  <a:pt x="444" y="11"/>
                  <a:pt x="444" y="9"/>
                  <a:pt x="444" y="7"/>
                </a:cubicBezTo>
                <a:cubicBezTo>
                  <a:pt x="444" y="6"/>
                  <a:pt x="444" y="5"/>
                  <a:pt x="444" y="4"/>
                </a:cubicBezTo>
                <a:cubicBezTo>
                  <a:pt x="444" y="4"/>
                  <a:pt x="443" y="3"/>
                  <a:pt x="442" y="2"/>
                </a:cubicBezTo>
                <a:cubicBezTo>
                  <a:pt x="442" y="2"/>
                  <a:pt x="441" y="2"/>
                  <a:pt x="440" y="2"/>
                </a:cubicBezTo>
                <a:cubicBezTo>
                  <a:pt x="439" y="2"/>
                  <a:pt x="438" y="2"/>
                  <a:pt x="437" y="3"/>
                </a:cubicBezTo>
                <a:cubicBezTo>
                  <a:pt x="436" y="4"/>
                  <a:pt x="436" y="6"/>
                  <a:pt x="436" y="8"/>
                </a:cubicBezTo>
                <a:close/>
              </a:path>
              <a:path w="471" h="15">
                <a:moveTo>
                  <a:pt x="454" y="9"/>
                </a:moveTo>
                <a:lnTo>
                  <a:pt x="454" y="7"/>
                </a:lnTo>
                <a:lnTo>
                  <a:pt x="459" y="7"/>
                </a:lnTo>
                <a:lnTo>
                  <a:pt x="459" y="13"/>
                </a:lnTo>
                <a:cubicBezTo>
                  <a:pt x="458" y="13"/>
                  <a:pt x="457" y="14"/>
                  <a:pt x="456" y="14"/>
                </a:cubicBezTo>
                <a:cubicBezTo>
                  <a:pt x="456" y="15"/>
                  <a:pt x="455" y="15"/>
                  <a:pt x="454" y="15"/>
                </a:cubicBezTo>
                <a:cubicBezTo>
                  <a:pt x="453" y="15"/>
                  <a:pt x="451" y="15"/>
                  <a:pt x="450" y="14"/>
                </a:cubicBezTo>
                <a:cubicBezTo>
                  <a:pt x="449" y="13"/>
                  <a:pt x="449" y="13"/>
                  <a:pt x="448" y="11"/>
                </a:cubicBezTo>
                <a:cubicBezTo>
                  <a:pt x="448" y="10"/>
                  <a:pt x="447" y="9"/>
                  <a:pt x="447" y="8"/>
                </a:cubicBezTo>
                <a:cubicBezTo>
                  <a:pt x="447" y="6"/>
                  <a:pt x="448" y="5"/>
                  <a:pt x="448" y="4"/>
                </a:cubicBezTo>
                <a:cubicBezTo>
                  <a:pt x="449" y="2"/>
                  <a:pt x="449" y="2"/>
                  <a:pt x="450" y="1"/>
                </a:cubicBezTo>
                <a:cubicBezTo>
                  <a:pt x="451" y="0"/>
                  <a:pt x="452" y="0"/>
                  <a:pt x="454" y="0"/>
                </a:cubicBezTo>
                <a:cubicBezTo>
                  <a:pt x="455" y="0"/>
                  <a:pt x="455" y="0"/>
                  <a:pt x="456" y="1"/>
                </a:cubicBezTo>
                <a:cubicBezTo>
                  <a:pt x="457" y="1"/>
                  <a:pt x="457" y="1"/>
                  <a:pt x="458" y="2"/>
                </a:cubicBezTo>
                <a:cubicBezTo>
                  <a:pt x="458" y="3"/>
                  <a:pt x="459" y="3"/>
                  <a:pt x="459" y="4"/>
                </a:cubicBezTo>
                <a:lnTo>
                  <a:pt x="457" y="5"/>
                </a:lnTo>
                <a:cubicBezTo>
                  <a:pt x="457" y="4"/>
                  <a:pt x="457" y="3"/>
                  <a:pt x="457" y="3"/>
                </a:cubicBezTo>
                <a:cubicBezTo>
                  <a:pt x="456" y="3"/>
                  <a:pt x="456" y="2"/>
                  <a:pt x="455" y="2"/>
                </a:cubicBezTo>
                <a:cubicBezTo>
                  <a:pt x="455" y="2"/>
                  <a:pt x="454" y="2"/>
                  <a:pt x="454" y="2"/>
                </a:cubicBezTo>
                <a:cubicBezTo>
                  <a:pt x="453" y="2"/>
                  <a:pt x="452" y="2"/>
                  <a:pt x="452" y="2"/>
                </a:cubicBezTo>
                <a:cubicBezTo>
                  <a:pt x="451" y="2"/>
                  <a:pt x="451" y="3"/>
                  <a:pt x="450" y="3"/>
                </a:cubicBezTo>
                <a:cubicBezTo>
                  <a:pt x="450" y="4"/>
                  <a:pt x="450" y="4"/>
                  <a:pt x="450" y="5"/>
                </a:cubicBezTo>
                <a:cubicBezTo>
                  <a:pt x="449" y="5"/>
                  <a:pt x="449" y="6"/>
                  <a:pt x="449" y="7"/>
                </a:cubicBezTo>
                <a:cubicBezTo>
                  <a:pt x="449" y="9"/>
                  <a:pt x="449" y="10"/>
                  <a:pt x="450" y="11"/>
                </a:cubicBezTo>
                <a:cubicBezTo>
                  <a:pt x="450" y="12"/>
                  <a:pt x="451" y="12"/>
                  <a:pt x="451" y="13"/>
                </a:cubicBezTo>
                <a:cubicBezTo>
                  <a:pt x="452" y="13"/>
                  <a:pt x="453" y="13"/>
                  <a:pt x="454" y="13"/>
                </a:cubicBezTo>
                <a:cubicBezTo>
                  <a:pt x="454" y="13"/>
                  <a:pt x="455" y="13"/>
                  <a:pt x="456" y="13"/>
                </a:cubicBezTo>
                <a:cubicBezTo>
                  <a:pt x="456" y="12"/>
                  <a:pt x="457" y="12"/>
                  <a:pt x="457" y="12"/>
                </a:cubicBezTo>
                <a:lnTo>
                  <a:pt x="457" y="9"/>
                </a:lnTo>
                <a:lnTo>
                  <a:pt x="454" y="9"/>
                </a:lnTo>
                <a:close/>
              </a:path>
              <a:path w="471" h="15">
                <a:moveTo>
                  <a:pt x="464" y="15"/>
                </a:moveTo>
                <a:lnTo>
                  <a:pt x="464" y="9"/>
                </a:lnTo>
                <a:lnTo>
                  <a:pt x="460" y="0"/>
                </a:lnTo>
                <a:lnTo>
                  <a:pt x="462" y="0"/>
                </a:lnTo>
                <a:lnTo>
                  <a:pt x="464" y="5"/>
                </a:lnTo>
                <a:cubicBezTo>
                  <a:pt x="465" y="5"/>
                  <a:pt x="465" y="6"/>
                  <a:pt x="465" y="7"/>
                </a:cubicBezTo>
                <a:cubicBezTo>
                  <a:pt x="466" y="6"/>
                  <a:pt x="466" y="5"/>
                  <a:pt x="467" y="5"/>
                </a:cubicBezTo>
                <a:lnTo>
                  <a:pt x="469" y="0"/>
                </a:lnTo>
                <a:lnTo>
                  <a:pt x="471" y="0"/>
                </a:lnTo>
                <a:lnTo>
                  <a:pt x="466" y="9"/>
                </a:lnTo>
                <a:lnTo>
                  <a:pt x="466" y="15"/>
                </a:lnTo>
                <a:lnTo>
                  <a:pt x="464" y="1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pic>
        <p:nvPicPr>
          <p:cNvPr id="45" name="图片 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3251" y="124632"/>
            <a:ext cx="627347" cy="471145"/>
          </a:xfrm>
          <a:prstGeom prst="rect">
            <a:avLst/>
          </a:prstGeom>
          <a:ln>
            <a:noFill/>
          </a:ln>
        </p:spPr>
      </p:pic>
      <p:sp>
        <p:nvSpPr>
          <p:cNvPr id="23" name="TextBox 9"/>
          <p:cNvSpPr>
            <a:spLocks noGrp="1"/>
          </p:cNvSpPr>
          <p:nvPr/>
        </p:nvSpPr>
        <p:spPr>
          <a:xfrm>
            <a:off x="4620019" y="4965620"/>
            <a:ext cx="2952596" cy="40002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buClrTx/>
              <a:buSzTx/>
              <a:buFontTx/>
              <a:buNone/>
            </a:pPr>
            <a:r>
              <a:rPr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2026年</a:t>
            </a:r>
            <a:r>
              <a:rPr 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r>
              <a:rPr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  <a:r>
              <a:rPr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</a:t>
            </a:r>
            <a:endParaRPr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9674352" cy="530352"/>
          </a:xfrm>
          <a:prstGeom prst="rect">
            <a:avLst/>
          </a:prstGeom>
          <a:solidFill>
            <a:srgbClr val="407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82131"/>
            <a:ext cx="9217152" cy="386715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汇报目录</a:t>
            </a:r>
            <a:r>
              <a:rPr lang="zh-CN" sz="2400" b="1">
                <a:solidFill>
                  <a:srgbClr val="FFFFFF"/>
                </a:solidFill>
              </a:rPr>
              <a:t>：</a:t>
            </a:r>
            <a:r>
              <a:rPr sz="2400" b="1">
                <a:solidFill>
                  <a:srgbClr val="FFFFFF"/>
                </a:solidFill>
              </a:rPr>
              <a:t>四个核心问题</a:t>
            </a:r>
            <a:endParaRPr sz="2400" b="1">
              <a:solidFill>
                <a:srgbClr val="FFFFFF"/>
              </a:solidFill>
            </a:endParaRP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4" y="118872"/>
            <a:ext cx="1783080" cy="60350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896112"/>
            <a:ext cx="11228832" cy="41148"/>
          </a:xfrm>
          <a:prstGeom prst="rect">
            <a:avLst/>
          </a:prstGeom>
          <a:solidFill>
            <a:srgbClr val="00A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051560"/>
            <a:ext cx="11137392" cy="56692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115568"/>
            <a:ext cx="10753344" cy="42976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r>
              <a:rPr sz="1900"/>
              <a:t>从研究需求出发，介绍两中心数据特点、前期对齐工作与后续协作重点。</a:t>
            </a:r>
            <a:endParaRPr sz="1900"/>
          </a:p>
        </p:txBody>
      </p:sp>
      <p:sp>
        <p:nvSpPr>
          <p:cNvPr id="9" name="TextBox 8"/>
          <p:cNvSpPr txBox="1"/>
          <p:nvPr/>
        </p:nvSpPr>
        <p:spPr>
          <a:xfrm>
            <a:off x="484632" y="6510528"/>
            <a:ext cx="7498079" cy="20116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646E79"/>
                </a:solidFill>
                <a:latin typeface="微软雅黑" panose="020B0503020204020204" charset="-122"/>
              </a:defRPr>
            </a:pPr>
            <a:r>
              <a:t>老年流感两中心数据对齐与院方协作汇报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4552" y="6473952"/>
            <a:ext cx="365760" cy="25603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783080"/>
            <a:ext cx="10835640" cy="859536"/>
          </a:xfrm>
          <a:prstGeom prst="roundRect">
            <a:avLst/>
          </a:prstGeom>
          <a:solidFill>
            <a:srgbClr val="EFF5FB"/>
          </a:solidFill>
          <a:ln>
            <a:solidFill>
              <a:srgbClr val="CF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>
            <p:custDataLst>
              <p:tags r:id="rId2"/>
            </p:custDataLst>
          </p:nvPr>
        </p:nvSpPr>
        <p:spPr>
          <a:xfrm>
            <a:off x="822960" y="1938528"/>
            <a:ext cx="630936" cy="530352"/>
          </a:xfrm>
          <a:prstGeom prst="roundRect">
            <a:avLst/>
          </a:prstGeom>
          <a:solidFill>
            <a:srgbClr val="214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01</a:t>
            </a:r>
            <a:endParaRPr sz="2000" b="1">
              <a:solidFill>
                <a:srgbClr val="FFFFFF"/>
              </a:solidFill>
            </a:endParaRPr>
          </a:p>
        </p:txBody>
      </p:sp>
      <p:sp>
        <p:nvSpPr>
          <p:cNvPr id="13" name="TextBox 12"/>
          <p:cNvSpPr txBox="1"/>
          <p:nvPr>
            <p:custDataLst>
              <p:tags r:id="rId3"/>
            </p:custDataLst>
          </p:nvPr>
        </p:nvSpPr>
        <p:spPr>
          <a:xfrm>
            <a:off x="1691640" y="1874519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214F97"/>
                </a:solidFill>
                <a:latin typeface="微软雅黑" panose="020B0503020204020204" charset="-122"/>
              </a:rPr>
              <a:t>我们理想的数据是怎样的？</a:t>
            </a:r>
            <a:endParaRPr sz="2100" b="1">
              <a:solidFill>
                <a:srgbClr val="214F97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4"/>
            </p:custDataLst>
          </p:nvPr>
        </p:nvSpPr>
        <p:spPr>
          <a:xfrm>
            <a:off x="1691640" y="2276856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33750"/>
                </a:solidFill>
                <a:latin typeface="微软雅黑" panose="020B0503020204020204" charset="-122"/>
              </a:rPr>
              <a:t>围绕老年流感转重预测，明确病程、连续观测与结局时间要求。</a:t>
            </a:r>
            <a:endParaRPr sz="1600" b="0">
              <a:solidFill>
                <a:srgbClr val="233750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58368" y="2825496"/>
            <a:ext cx="10835640" cy="859536"/>
          </a:xfrm>
          <a:prstGeom prst="roundRect">
            <a:avLst/>
          </a:prstGeom>
          <a:solidFill>
            <a:srgbClr val="EFF5FB"/>
          </a:solidFill>
          <a:ln>
            <a:solidFill>
              <a:srgbClr val="CF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>
            <p:custDataLst>
              <p:tags r:id="rId5"/>
            </p:custDataLst>
          </p:nvPr>
        </p:nvSpPr>
        <p:spPr>
          <a:xfrm>
            <a:off x="822960" y="2980944"/>
            <a:ext cx="630936" cy="530352"/>
          </a:xfrm>
          <a:prstGeom prst="roundRect">
            <a:avLst/>
          </a:prstGeom>
          <a:solidFill>
            <a:srgbClr val="214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02</a:t>
            </a:r>
            <a:endParaRPr sz="2000" b="1">
              <a:solidFill>
                <a:srgbClr val="FFFFFF"/>
              </a:solidFill>
            </a:endParaRPr>
          </a:p>
        </p:txBody>
      </p:sp>
      <p:sp>
        <p:nvSpPr>
          <p:cNvPr id="17" name="TextBox 16"/>
          <p:cNvSpPr txBox="1"/>
          <p:nvPr>
            <p:custDataLst>
              <p:tags r:id="rId6"/>
            </p:custDataLst>
          </p:nvPr>
        </p:nvSpPr>
        <p:spPr>
          <a:xfrm>
            <a:off x="1691640" y="2916936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214F97"/>
                </a:solidFill>
                <a:latin typeface="微软雅黑" panose="020B0503020204020204" charset="-122"/>
              </a:rPr>
              <a:t>GAM 和 GD 的数据差异体现在哪些方面？</a:t>
            </a:r>
            <a:endParaRPr sz="2100" b="1">
              <a:solidFill>
                <a:srgbClr val="214F97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>
            <p:custDataLst>
              <p:tags r:id="rId7"/>
            </p:custDataLst>
          </p:nvPr>
        </p:nvSpPr>
        <p:spPr>
          <a:xfrm>
            <a:off x="1691640" y="3319272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33750"/>
                </a:solidFill>
                <a:latin typeface="微软雅黑" panose="020B0503020204020204" charset="-122"/>
              </a:rPr>
              <a:t>对比两中心的数据结构、记录密度、时间信息与标签特点。</a:t>
            </a:r>
            <a:endParaRPr sz="1600" b="0">
              <a:solidFill>
                <a:srgbClr val="233750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58368" y="3867911"/>
            <a:ext cx="10835640" cy="859536"/>
          </a:xfrm>
          <a:prstGeom prst="roundRect">
            <a:avLst/>
          </a:prstGeom>
          <a:solidFill>
            <a:srgbClr val="EFF5FB"/>
          </a:solidFill>
          <a:ln>
            <a:solidFill>
              <a:srgbClr val="CF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>
            <p:custDataLst>
              <p:tags r:id="rId8"/>
            </p:custDataLst>
          </p:nvPr>
        </p:nvSpPr>
        <p:spPr>
          <a:xfrm>
            <a:off x="822960" y="4023359"/>
            <a:ext cx="630936" cy="530352"/>
          </a:xfrm>
          <a:prstGeom prst="roundRect">
            <a:avLst/>
          </a:prstGeom>
          <a:solidFill>
            <a:srgbClr val="214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03</a:t>
            </a:r>
            <a:endParaRPr sz="2000" b="1">
              <a:solidFill>
                <a:srgbClr val="FFFFFF"/>
              </a:solidFill>
            </a:endParaRPr>
          </a:p>
        </p:txBody>
      </p:sp>
      <p:sp>
        <p:nvSpPr>
          <p:cNvPr id="21" name="TextBox 20"/>
          <p:cNvSpPr txBox="1"/>
          <p:nvPr>
            <p:custDataLst>
              <p:tags r:id="rId9"/>
            </p:custDataLst>
          </p:nvPr>
        </p:nvSpPr>
        <p:spPr>
          <a:xfrm>
            <a:off x="1691640" y="3959351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214F97"/>
                </a:solidFill>
                <a:latin typeface="微软雅黑" panose="020B0503020204020204" charset="-122"/>
              </a:rPr>
              <a:t>我们做了什么工作来对齐两中心的数据？</a:t>
            </a:r>
            <a:endParaRPr sz="2100" b="1">
              <a:solidFill>
                <a:srgbClr val="214F97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>
            <p:custDataLst>
              <p:tags r:id="rId10"/>
            </p:custDataLst>
          </p:nvPr>
        </p:nvSpPr>
        <p:spPr>
          <a:xfrm>
            <a:off x="1691640" y="4361688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33750"/>
                </a:solidFill>
                <a:latin typeface="微软雅黑" panose="020B0503020204020204" charset="-122"/>
              </a:rPr>
              <a:t>介绍统一数据模型、字段与时间对齐，以及具体记录转换示例。</a:t>
            </a:r>
            <a:endParaRPr sz="1600" b="0">
              <a:solidFill>
                <a:srgbClr val="233750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58368" y="4910328"/>
            <a:ext cx="10835640" cy="859536"/>
          </a:xfrm>
          <a:prstGeom prst="roundRect">
            <a:avLst/>
          </a:prstGeom>
          <a:solidFill>
            <a:srgbClr val="EFF5FB"/>
          </a:solidFill>
          <a:ln>
            <a:solidFill>
              <a:srgbClr val="CF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>
            <p:custDataLst>
              <p:tags r:id="rId11"/>
            </p:custDataLst>
          </p:nvPr>
        </p:nvSpPr>
        <p:spPr>
          <a:xfrm>
            <a:off x="822960" y="5065776"/>
            <a:ext cx="630936" cy="530352"/>
          </a:xfrm>
          <a:prstGeom prst="roundRect">
            <a:avLst/>
          </a:prstGeom>
          <a:solidFill>
            <a:srgbClr val="214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04</a:t>
            </a:r>
            <a:endParaRPr sz="2000" b="1">
              <a:solidFill>
                <a:srgbClr val="FFFFFF"/>
              </a:solidFill>
            </a:endParaRPr>
          </a:p>
        </p:txBody>
      </p:sp>
      <p:sp>
        <p:nvSpPr>
          <p:cNvPr id="25" name="TextBox 24"/>
          <p:cNvSpPr txBox="1"/>
          <p:nvPr>
            <p:custDataLst>
              <p:tags r:id="rId12"/>
            </p:custDataLst>
          </p:nvPr>
        </p:nvSpPr>
        <p:spPr>
          <a:xfrm>
            <a:off x="1691640" y="5001768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214F97"/>
                </a:solidFill>
                <a:latin typeface="微软雅黑" panose="020B0503020204020204" charset="-122"/>
              </a:rPr>
              <a:t>现有数据还有哪些问题需要共同解决？</a:t>
            </a:r>
            <a:endParaRPr sz="2100" b="1">
              <a:solidFill>
                <a:srgbClr val="214F97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>
            <p:custDataLst>
              <p:tags r:id="rId13"/>
            </p:custDataLst>
          </p:nvPr>
        </p:nvSpPr>
        <p:spPr>
          <a:xfrm>
            <a:off x="1691640" y="5404104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33750"/>
                </a:solidFill>
                <a:latin typeface="微软雅黑" panose="020B0503020204020204" charset="-122"/>
              </a:rPr>
              <a:t>重点讨论转重标签、事件时间、样本规模及关键临床记录核实。</a:t>
            </a:r>
            <a:endParaRPr sz="1600" b="0">
              <a:solidFill>
                <a:srgbClr val="23375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9674352" cy="530352"/>
          </a:xfrm>
          <a:prstGeom prst="rect">
            <a:avLst/>
          </a:prstGeom>
          <a:solidFill>
            <a:srgbClr val="407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9217152" cy="402336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问题一  理想的数据应具备怎样的形态？</a:t>
            </a:r>
          </a:p>
        </p:txBody>
      </p:sp>
      <p:pic>
        <p:nvPicPr>
          <p:cNvPr id="5" name="Picture 4" descr="hospital_logo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4" y="118872"/>
            <a:ext cx="1783080" cy="60350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896112"/>
            <a:ext cx="11228832" cy="41148"/>
          </a:xfrm>
          <a:prstGeom prst="rect">
            <a:avLst/>
          </a:prstGeom>
          <a:solidFill>
            <a:srgbClr val="00A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051560"/>
            <a:ext cx="11137392" cy="56692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115568"/>
            <a:ext cx="10753344" cy="42976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11376A"/>
                </a:solidFill>
                <a:latin typeface="微软雅黑" panose="020B0503020204020204" charset="-122"/>
              </a:defRPr>
            </a:pPr>
            <a:r>
              <a:t>目标：以患者病程为主线，支持“转重是否发生、何时发生”的动态研究。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6510528"/>
            <a:ext cx="7498079" cy="20116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646E79"/>
                </a:solidFill>
                <a:latin typeface="微软雅黑" panose="020B0503020204020204" charset="-122"/>
              </a:defRPr>
            </a:pPr>
            <a:r>
              <a:t>老年流感两中心数据对齐与院方协作汇报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4552" y="6473952"/>
            <a:ext cx="365760" cy="25603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92807"/>
            <a:ext cx="2167128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892807"/>
            <a:ext cx="2167128" cy="448056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938527"/>
            <a:ext cx="1892808" cy="34747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患者与就诊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2432303"/>
            <a:ext cx="1874520" cy="1024128"/>
          </a:xfrm>
          <a:prstGeom prst="rect">
            <a:avLst/>
          </a:prstGeom>
          <a:noFill/>
        </p:spPr>
        <p:txBody>
          <a:bodyPr wrap="square" lIns="45720" tIns="9144" rIns="45720" bIns="9144" anchor="t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脱敏患者 ID</a:t>
            </a:r>
          </a:p>
          <a:p>
            <a:pPr>
              <a:spcAft>
                <a:spcPts val="0"/>
              </a:spcAft>
              <a:defRPr sz="1600" b="0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门急诊、入院、出院、ICU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71216" y="1892807"/>
            <a:ext cx="2167128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71216" y="1892807"/>
            <a:ext cx="2167128" cy="448056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08376" y="1938527"/>
            <a:ext cx="1892808" cy="34747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连续观测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26664" y="2432303"/>
            <a:ext cx="1874520" cy="1024128"/>
          </a:xfrm>
          <a:prstGeom prst="rect">
            <a:avLst/>
          </a:prstGeom>
          <a:noFill/>
        </p:spPr>
        <p:txBody>
          <a:bodyPr wrap="square" lIns="45720" tIns="9144" rIns="45720" bIns="9144" anchor="t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多次生命体征与检验</a:t>
            </a:r>
          </a:p>
          <a:p>
            <a:pPr>
              <a:spcAft>
                <a:spcPts val="0"/>
              </a:spcAft>
              <a:defRPr sz="1600" b="0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真实测量时间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93792" y="1892807"/>
            <a:ext cx="2167128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93792" y="1892807"/>
            <a:ext cx="2167128" cy="448056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30952" y="1938527"/>
            <a:ext cx="1892808" cy="34747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临床过程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2432303"/>
            <a:ext cx="1874520" cy="1024128"/>
          </a:xfrm>
          <a:prstGeom prst="rect">
            <a:avLst/>
          </a:prstGeom>
          <a:noFill/>
        </p:spPr>
        <p:txBody>
          <a:bodyPr wrap="square" lIns="45720" tIns="9144" rIns="45720" bIns="9144" anchor="t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病历、病原、影像</a:t>
            </a:r>
          </a:p>
          <a:p>
            <a:pPr>
              <a:spcAft>
                <a:spcPts val="0"/>
              </a:spcAft>
              <a:defRPr sz="1600" b="0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用药与呼吸支持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16368" y="1892807"/>
            <a:ext cx="2167128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516368" y="1892807"/>
            <a:ext cx="2167128" cy="448056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53528" y="1938527"/>
            <a:ext cx="1892808" cy="34747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临床结局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71816" y="2432303"/>
            <a:ext cx="1874520" cy="1024128"/>
          </a:xfrm>
          <a:prstGeom prst="rect">
            <a:avLst/>
          </a:prstGeom>
          <a:noFill/>
        </p:spPr>
        <p:txBody>
          <a:bodyPr wrap="square" lIns="45720" tIns="9144" rIns="45720" bIns="9144" anchor="t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ICU、通气、ECMO</a:t>
            </a:r>
          </a:p>
          <a:p>
            <a:pPr>
              <a:spcAft>
                <a:spcPts val="0"/>
              </a:spcAft>
              <a:defRPr sz="1600" b="0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死亡、出院方式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38944" y="1892807"/>
            <a:ext cx="2167128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838944" y="1892807"/>
            <a:ext cx="2167128" cy="448056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76104" y="1938527"/>
            <a:ext cx="1892808" cy="34747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预测标签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94392" y="2432303"/>
            <a:ext cx="1874520" cy="1024128"/>
          </a:xfrm>
          <a:prstGeom prst="rect">
            <a:avLst/>
          </a:prstGeom>
          <a:noFill/>
        </p:spPr>
        <p:txBody>
          <a:bodyPr wrap="square" lIns="45720" tIns="9144" rIns="45720" bIns="9144" anchor="t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是否发生转重</a:t>
            </a:r>
          </a:p>
          <a:p>
            <a:pPr>
              <a:spcAft>
                <a:spcPts val="0"/>
              </a:spcAft>
              <a:defRPr sz="1600" b="0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首次转重时间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" y="3803904"/>
            <a:ext cx="10698480" cy="41148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11376A"/>
                </a:solidFill>
                <a:latin typeface="微软雅黑" panose="020B0503020204020204" charset="-122"/>
              </a:defRPr>
            </a:pPr>
            <a:r>
              <a:t>开展动态预警研究需要共同满足的条件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4325112"/>
            <a:ext cx="1828800" cy="557784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" y="4379976"/>
            <a:ext cx="1627632" cy="42976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时间可追溯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68880" y="4325112"/>
            <a:ext cx="9098280" cy="55778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15184" y="4370832"/>
            <a:ext cx="8741664" cy="448056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保留原始测量、治疗与事件时间，注明时间精度。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4974336"/>
            <a:ext cx="1828800" cy="557784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4088" y="5029200"/>
            <a:ext cx="1627632" cy="42976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病程可重建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68880" y="4974336"/>
            <a:ext cx="9098280" cy="55778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15184" y="5020056"/>
            <a:ext cx="8741664" cy="448056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保留多次观测、明确结局与观察起点；同时纳入未转重病例。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" y="6080760"/>
            <a:ext cx="10972800" cy="347472"/>
          </a:xfrm>
          <a:prstGeom prst="rect">
            <a:avLst/>
          </a:prstGeom>
          <a:solidFill>
            <a:srgbClr val="FCE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" y="6099048"/>
            <a:ext cx="10698480" cy="30175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11376A"/>
                </a:solidFill>
                <a:latin typeface="微软雅黑" panose="020B0503020204020204" charset="-122"/>
              </a:defRPr>
            </a:pPr>
            <a:r>
              <a:t>研究重点：不仅记录最终出院状态，更关注住院期间病情的变化与时间顺序。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9674352" cy="530352"/>
          </a:xfrm>
          <a:prstGeom prst="rect">
            <a:avLst/>
          </a:prstGeom>
          <a:solidFill>
            <a:srgbClr val="407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896112"/>
            <a:ext cx="11228832" cy="41148"/>
          </a:xfrm>
          <a:prstGeom prst="rect">
            <a:avLst/>
          </a:prstGeom>
          <a:solidFill>
            <a:srgbClr val="00A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051560"/>
            <a:ext cx="11137392" cy="56692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4" y="118872"/>
            <a:ext cx="1783080" cy="6035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1124712"/>
            <a:ext cx="10762488" cy="438912"/>
          </a:xfrm>
          <a:prstGeom prst="rect">
            <a:avLst/>
          </a:prstGeom>
          <a:noFill/>
        </p:spPr>
        <p:txBody>
          <a:bodyPr wrap="square" lIns="25400" tIns="25400" rIns="25400" bIns="12700">
            <a:spAutoFit/>
          </a:bodyPr>
          <a:lstStyle/>
          <a:p>
            <a:r>
              <a:rPr sz="1800"/>
              <a:t>先比较数据来源、研究人群与信息覆盖，再明确如何实现跨中心字段对齐。</a:t>
            </a:r>
            <a:endParaRPr sz="1800"/>
          </a:p>
        </p:txBody>
      </p:sp>
      <p:sp>
        <p:nvSpPr>
          <p:cNvPr id="11" name="TextBox 10"/>
          <p:cNvSpPr txBox="1"/>
          <p:nvPr/>
        </p:nvSpPr>
        <p:spPr>
          <a:xfrm>
            <a:off x="484632" y="6510528"/>
            <a:ext cx="7772400" cy="228600"/>
          </a:xfrm>
          <a:prstGeom prst="rect">
            <a:avLst/>
          </a:prstGeom>
          <a:noFill/>
        </p:spPr>
        <p:txBody>
          <a:bodyPr wrap="square" lIns="25400" tIns="25400" rIns="25400" bIns="12700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78808B"/>
                </a:solidFill>
                <a:latin typeface="微软雅黑" panose="020B0503020204020204" charset="-122"/>
              </a:defRPr>
            </a:pPr>
            <a:r>
              <a:t>老年流感两中心数据对齐与院方协作汇报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847088"/>
            <a:ext cx="5394960" cy="3310128"/>
          </a:xfrm>
          <a:prstGeom prst="roundRect">
            <a:avLst/>
          </a:prstGeom>
          <a:solidFill>
            <a:srgbClr val="FFFFFF"/>
          </a:solidFill>
          <a:ln>
            <a:solidFill>
              <a:srgbClr val="CD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1847088"/>
            <a:ext cx="5394960" cy="457200"/>
          </a:xfrm>
          <a:prstGeom prst="rect">
            <a:avLst/>
          </a:prstGeom>
          <a:solidFill>
            <a:srgbClr val="22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1901952"/>
            <a:ext cx="5138928" cy="365760"/>
          </a:xfrm>
          <a:prstGeom prst="rect">
            <a:avLst/>
          </a:prstGeom>
          <a:noFill/>
        </p:spPr>
        <p:txBody>
          <a:bodyPr wrap="square" lIns="25400" tIns="25400" rIns="25400" bIns="12700">
            <a:spAutoFit/>
          </a:bodyPr>
          <a:lstStyle/>
          <a:p>
            <a:pPr>
              <a:spcAft>
                <a:spcPts val="0"/>
              </a:spcAft>
              <a:defRPr sz="19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GAM · 广安门医院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2432304"/>
            <a:ext cx="5065776" cy="2633472"/>
          </a:xfrm>
          <a:prstGeom prst="rect">
            <a:avLst/>
          </a:prstGeom>
          <a:noFill/>
        </p:spPr>
        <p:txBody>
          <a:bodyPr wrap="square" lIns="25400" tIns="25400" rIns="25400" bIns="12700">
            <a:spAutoFit/>
          </a:bodyPr>
          <a:lstStyle/>
          <a:p>
            <a:r>
              <a:rPr sz="1700"/>
              <a:t>来源：多科室临床 EHR，住院原始表及门诊记录</a:t>
            </a:r>
            <a:endParaRPr sz="1700"/>
          </a:p>
          <a:p>
            <a:r>
              <a:rPr sz="1700"/>
              <a:t>组织：病历、检验、影像、医嘱分散于不同记录</a:t>
            </a:r>
            <a:endParaRPr sz="1700"/>
          </a:p>
          <a:p>
            <a:r>
              <a:rPr sz="1700"/>
              <a:t>使用：先筛选老年流感病例，再提取临床变量</a:t>
            </a:r>
            <a:endParaRPr sz="1700"/>
          </a:p>
        </p:txBody>
      </p:sp>
      <p:sp>
        <p:nvSpPr>
          <p:cNvPr id="16" name="Rounded Rectangle 15"/>
          <p:cNvSpPr/>
          <p:nvPr/>
        </p:nvSpPr>
        <p:spPr>
          <a:xfrm>
            <a:off x="6181344" y="1847088"/>
            <a:ext cx="5394960" cy="3310128"/>
          </a:xfrm>
          <a:prstGeom prst="roundRect">
            <a:avLst/>
          </a:prstGeom>
          <a:solidFill>
            <a:srgbClr val="FFFFFF"/>
          </a:solidFill>
          <a:ln>
            <a:solidFill>
              <a:srgbClr val="CD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1344" y="1847088"/>
            <a:ext cx="5394960" cy="457200"/>
          </a:xfrm>
          <a:prstGeom prst="rect">
            <a:avLst/>
          </a:prstGeom>
          <a:solidFill>
            <a:srgbClr val="3B7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59" y="1901952"/>
            <a:ext cx="5138928" cy="365760"/>
          </a:xfrm>
          <a:prstGeom prst="rect">
            <a:avLst/>
          </a:prstGeom>
          <a:noFill/>
        </p:spPr>
        <p:txBody>
          <a:bodyPr wrap="square" lIns="25400" tIns="25400" rIns="25400" bIns="12700">
            <a:spAutoFit/>
          </a:bodyPr>
          <a:lstStyle/>
          <a:p>
            <a:pPr>
              <a:spcAft>
                <a:spcPts val="0"/>
              </a:spcAft>
              <a:defRPr sz="19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GD · 广东省中医院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2432304"/>
            <a:ext cx="5065776" cy="2633472"/>
          </a:xfrm>
          <a:prstGeom prst="rect">
            <a:avLst/>
          </a:prstGeom>
          <a:noFill/>
        </p:spPr>
        <p:txBody>
          <a:bodyPr wrap="square" lIns="25400" tIns="25400" rIns="25400" bIns="12700">
            <a:spAutoFit/>
          </a:bodyPr>
          <a:lstStyle/>
          <a:p>
            <a:r>
              <a:rPr sz="1700"/>
              <a:t>来源：已整理的老年流感研究队列 CRF</a:t>
            </a:r>
            <a:endParaRPr sz="1700"/>
          </a:p>
          <a:p>
            <a:r>
              <a:rPr sz="1700"/>
              <a:t>组织：症状、基础病、治疗及结局字段较集中</a:t>
            </a:r>
            <a:endParaRPr sz="1700"/>
          </a:p>
          <a:p>
            <a:r>
              <a:rPr sz="1700"/>
              <a:t>使用：适合按统一字段开展队列分析与验证</a:t>
            </a:r>
            <a:endParaRPr sz="1700"/>
          </a:p>
        </p:txBody>
      </p:sp>
      <p:sp>
        <p:nvSpPr>
          <p:cNvPr id="20" name="Rectangle 19"/>
          <p:cNvSpPr/>
          <p:nvPr/>
        </p:nvSpPr>
        <p:spPr>
          <a:xfrm>
            <a:off x="640080" y="5404104"/>
            <a:ext cx="10908792" cy="502920"/>
          </a:xfrm>
          <a:prstGeom prst="rect">
            <a:avLst/>
          </a:prstGeom>
          <a:solidFill>
            <a:srgbClr val="EB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5477256"/>
            <a:ext cx="10607040" cy="347472"/>
          </a:xfrm>
          <a:prstGeom prst="rect">
            <a:avLst/>
          </a:prstGeom>
          <a:noFill/>
        </p:spPr>
        <p:txBody>
          <a:bodyPr wrap="square" lIns="25400" tIns="25400" rIns="25400" bIns="12700">
            <a:spAutoFit/>
          </a:bodyPr>
          <a:lstStyle/>
          <a:p>
            <a:r>
              <a:rPr sz="1800"/>
              <a:t>两院具有互补价值：GAM 保留较丰富的诊疗过程，GD 提供专病结构化字段；需统一变量含义与纳排标准。</a:t>
            </a:r>
            <a:endParaRPr sz="1800"/>
          </a:p>
        </p:txBody>
      </p:sp>
      <p:sp>
        <p:nvSpPr>
          <p:cNvPr id="5" name="TextBox 3"/>
          <p:cNvSpPr txBox="1"/>
          <p:nvPr/>
        </p:nvSpPr>
        <p:spPr>
          <a:xfrm>
            <a:off x="320040" y="297371"/>
            <a:ext cx="9217152" cy="356235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问题</a:t>
            </a:r>
            <a:r>
              <a:rPr lang="zh-CN"/>
              <a:t>二</a:t>
            </a:r>
            <a:r>
              <a:t>  </a:t>
            </a:r>
            <a:r>
              <a:rPr lang="zh-CN" altLang="en-US"/>
              <a:t>两中心的数据结构与研究对象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9674352" cy="530352"/>
          </a:xfrm>
          <a:prstGeom prst="rect">
            <a:avLst/>
          </a:prstGeom>
          <a:solidFill>
            <a:srgbClr val="407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896112"/>
            <a:ext cx="11228832" cy="41148"/>
          </a:xfrm>
          <a:prstGeom prst="rect">
            <a:avLst/>
          </a:prstGeom>
          <a:solidFill>
            <a:srgbClr val="00A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051560"/>
            <a:ext cx="11137392" cy="56692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4" y="118872"/>
            <a:ext cx="1783080" cy="6035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1124712"/>
            <a:ext cx="10762488" cy="438912"/>
          </a:xfrm>
          <a:prstGeom prst="rect">
            <a:avLst/>
          </a:prstGeom>
          <a:noFill/>
        </p:spPr>
        <p:txBody>
          <a:bodyPr wrap="square" lIns="25400" tIns="25400" rIns="25400" bIns="12700">
            <a:spAutoFit/>
          </a:bodyPr>
          <a:lstStyle/>
          <a:p>
            <a:r>
              <a:rPr sz="1800"/>
              <a:t>这三类差异直接影响能否比较同一病程阶段，以及能否识别“住院后转重”。</a:t>
            </a:r>
            <a:endParaRPr sz="1800"/>
          </a:p>
        </p:txBody>
      </p:sp>
      <p:sp>
        <p:nvSpPr>
          <p:cNvPr id="11" name="TextBox 10"/>
          <p:cNvSpPr txBox="1"/>
          <p:nvPr/>
        </p:nvSpPr>
        <p:spPr>
          <a:xfrm>
            <a:off x="484632" y="6510528"/>
            <a:ext cx="7772400" cy="228600"/>
          </a:xfrm>
          <a:prstGeom prst="rect">
            <a:avLst/>
          </a:prstGeom>
          <a:noFill/>
        </p:spPr>
        <p:txBody>
          <a:bodyPr wrap="square" lIns="25400" tIns="25400" rIns="25400" bIns="12700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78808B"/>
                </a:solidFill>
                <a:latin typeface="微软雅黑" panose="020B0503020204020204" charset="-122"/>
              </a:defRPr>
            </a:pPr>
            <a:r>
              <a:t>老年流感两中心数据对齐与院方协作汇报</a:t>
            </a:r>
          </a:p>
        </p:txBody>
      </p:sp>
      <p:sp>
        <p:nvSpPr>
          <p:cNvPr id="12" name="Rounded Rectangle 11"/>
          <p:cNvSpPr/>
          <p:nvPr>
            <p:custDataLst>
              <p:tags r:id="rId2"/>
            </p:custDataLst>
          </p:nvPr>
        </p:nvSpPr>
        <p:spPr>
          <a:xfrm>
            <a:off x="594360" y="1792224"/>
            <a:ext cx="5394960" cy="3621024"/>
          </a:xfrm>
          <a:prstGeom prst="roundRect">
            <a:avLst/>
          </a:prstGeom>
          <a:solidFill>
            <a:srgbClr val="FFFFFF"/>
          </a:solidFill>
          <a:ln>
            <a:solidFill>
              <a:srgbClr val="CD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>
            <p:custDataLst>
              <p:tags r:id="rId3"/>
            </p:custDataLst>
          </p:nvPr>
        </p:nvSpPr>
        <p:spPr>
          <a:xfrm>
            <a:off x="594360" y="1792224"/>
            <a:ext cx="5394960" cy="457200"/>
          </a:xfrm>
          <a:prstGeom prst="rect">
            <a:avLst/>
          </a:prstGeom>
          <a:solidFill>
            <a:srgbClr val="22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4"/>
            </p:custDataLst>
          </p:nvPr>
        </p:nvSpPr>
        <p:spPr>
          <a:xfrm>
            <a:off x="722376" y="1847088"/>
            <a:ext cx="5138928" cy="365760"/>
          </a:xfrm>
          <a:prstGeom prst="rect">
            <a:avLst/>
          </a:prstGeom>
          <a:solidFill>
            <a:srgbClr val="224F9B"/>
          </a:solidFill>
        </p:spPr>
        <p:txBody>
          <a:bodyPr wrap="square" lIns="25400" tIns="25400" rIns="25400" bIns="12700">
            <a:spAutoFit/>
          </a:bodyPr>
          <a:lstStyle/>
          <a:p>
            <a:r>
              <a:rPr sz="1800">
                <a:solidFill>
                  <a:schemeClr val="bg1"/>
                </a:solidFill>
              </a:rPr>
              <a:t>GAM：时间线索较多，需核实临床语境</a:t>
            </a:r>
            <a:endParaRPr sz="180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>
            <p:custDataLst>
              <p:tags r:id="rId5"/>
            </p:custDataLst>
          </p:nvPr>
        </p:nvSpPr>
        <p:spPr>
          <a:xfrm>
            <a:off x="758952" y="2377440"/>
            <a:ext cx="5065776" cy="2944368"/>
          </a:xfrm>
          <a:prstGeom prst="rect">
            <a:avLst/>
          </a:prstGeom>
          <a:noFill/>
        </p:spPr>
        <p:txBody>
          <a:bodyPr wrap="square" lIns="25400" tIns="25400" rIns="25400" bIns="12700">
            <a:spAutoFit/>
          </a:bodyPr>
          <a:lstStyle/>
          <a:p>
            <a:r>
              <a:rPr sz="1700"/>
              <a:t>部分体征取自病历，书写时间不一定是测量时间</a:t>
            </a:r>
            <a:endParaRPr sz="1700"/>
          </a:p>
          <a:p>
            <a:r>
              <a:rPr sz="1700"/>
              <a:t>部分患者入院较晚才首次流感阳性，需区分院内发病</a:t>
            </a:r>
            <a:endParaRPr sz="1700"/>
          </a:p>
          <a:p>
            <a:r>
              <a:rPr sz="1700"/>
              <a:t>ICU、通气等事件需确认实际发生与首次时间</a:t>
            </a:r>
            <a:endParaRPr sz="1700"/>
          </a:p>
        </p:txBody>
      </p:sp>
      <p:sp>
        <p:nvSpPr>
          <p:cNvPr id="16" name="Rounded Rectangle 15"/>
          <p:cNvSpPr/>
          <p:nvPr>
            <p:custDataLst>
              <p:tags r:id="rId6"/>
            </p:custDataLst>
          </p:nvPr>
        </p:nvSpPr>
        <p:spPr>
          <a:xfrm>
            <a:off x="6190488" y="1792224"/>
            <a:ext cx="5394960" cy="3621024"/>
          </a:xfrm>
          <a:prstGeom prst="roundRect">
            <a:avLst/>
          </a:prstGeom>
          <a:solidFill>
            <a:srgbClr val="FFFFFF"/>
          </a:solidFill>
          <a:ln>
            <a:solidFill>
              <a:srgbClr val="CD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>
            <p:custDataLst>
              <p:tags r:id="rId7"/>
            </p:custDataLst>
          </p:nvPr>
        </p:nvSpPr>
        <p:spPr>
          <a:xfrm>
            <a:off x="6190488" y="1792224"/>
            <a:ext cx="5394960" cy="457200"/>
          </a:xfrm>
          <a:prstGeom prst="rect">
            <a:avLst/>
          </a:prstGeom>
          <a:solidFill>
            <a:srgbClr val="3B7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>
            <p:custDataLst>
              <p:tags r:id="rId8"/>
            </p:custDataLst>
          </p:nvPr>
        </p:nvSpPr>
        <p:spPr>
          <a:xfrm>
            <a:off x="6318503" y="1847088"/>
            <a:ext cx="5138928" cy="365760"/>
          </a:xfrm>
          <a:prstGeom prst="rect">
            <a:avLst/>
          </a:prstGeom>
          <a:noFill/>
        </p:spPr>
        <p:txBody>
          <a:bodyPr wrap="square" lIns="25400" tIns="25400" rIns="25400" bIns="12700">
            <a:spAutoFit/>
          </a:bodyPr>
          <a:lstStyle/>
          <a:p>
            <a:r>
              <a:rPr sz="1800">
                <a:solidFill>
                  <a:schemeClr val="bg1"/>
                </a:solidFill>
              </a:rPr>
              <a:t>GD：专病字段完整度较高，需补充时间</a:t>
            </a:r>
            <a:endParaRPr sz="1800">
              <a:solidFill>
                <a:schemeClr val="bg1"/>
              </a:solidFill>
            </a:endParaRPr>
          </a:p>
        </p:txBody>
      </p:sp>
      <p:sp>
        <p:nvSpPr>
          <p:cNvPr id="19" name="TextBox 18"/>
          <p:cNvSpPr txBox="1"/>
          <p:nvPr>
            <p:custDataLst>
              <p:tags r:id="rId9"/>
            </p:custDataLst>
          </p:nvPr>
        </p:nvSpPr>
        <p:spPr>
          <a:xfrm>
            <a:off x="6355079" y="2377440"/>
            <a:ext cx="5065776" cy="2944368"/>
          </a:xfrm>
          <a:prstGeom prst="rect">
            <a:avLst/>
          </a:prstGeom>
          <a:noFill/>
        </p:spPr>
        <p:txBody>
          <a:bodyPr wrap="square" lIns="25400" tIns="25400" rIns="25400" bIns="12700">
            <a:spAutoFit/>
          </a:bodyPr>
          <a:lstStyle/>
          <a:p>
            <a:r>
              <a:rPr sz="1700"/>
              <a:t>不少指标在单次住院中仅记录 1–2 个时间点</a:t>
            </a:r>
            <a:endParaRPr sz="1700"/>
          </a:p>
          <a:p>
            <a:r>
              <a:rPr sz="1700"/>
              <a:t>部分检验仅有日期；当前材料未明确入院时刻</a:t>
            </a:r>
            <a:endParaRPr sz="1700"/>
          </a:p>
          <a:p>
            <a:r>
              <a:rPr sz="1700"/>
              <a:t>重症、通气和出院等字段需核实定义与发生时间</a:t>
            </a:r>
            <a:endParaRPr sz="1700"/>
          </a:p>
        </p:txBody>
      </p:sp>
      <p:sp>
        <p:nvSpPr>
          <p:cNvPr id="20" name="Rectangle 19"/>
          <p:cNvSpPr/>
          <p:nvPr/>
        </p:nvSpPr>
        <p:spPr>
          <a:xfrm>
            <a:off x="612648" y="5568696"/>
            <a:ext cx="10972800" cy="438912"/>
          </a:xfrm>
          <a:prstGeom prst="rect">
            <a:avLst/>
          </a:prstGeom>
          <a:solidFill>
            <a:srgbClr val="EB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5596128"/>
            <a:ext cx="10652760" cy="347472"/>
          </a:xfrm>
          <a:prstGeom prst="rect">
            <a:avLst/>
          </a:prstGeom>
          <a:noFill/>
        </p:spPr>
        <p:txBody>
          <a:bodyPr wrap="square" lIns="25400" tIns="25400" rIns="25400" bIns="12700">
            <a:spAutoFit/>
          </a:bodyPr>
          <a:lstStyle/>
          <a:p>
            <a:r>
              <a:rPr sz="1800"/>
              <a:t>共同建议：统一流感索引时点、观察起点与转重定义；明确“起点已重症／住院后转重／未转重”。</a:t>
            </a:r>
            <a:endParaRPr sz="1800"/>
          </a:p>
        </p:txBody>
      </p:sp>
      <p:sp>
        <p:nvSpPr>
          <p:cNvPr id="4" name="TextBox 3"/>
          <p:cNvSpPr txBox="1"/>
          <p:nvPr/>
        </p:nvSpPr>
        <p:spPr>
          <a:xfrm>
            <a:off x="320040" y="297371"/>
            <a:ext cx="9217152" cy="356235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问题</a:t>
            </a:r>
            <a:r>
              <a:rPr lang="zh-CN"/>
              <a:t>二</a:t>
            </a:r>
            <a:r>
              <a:t>  </a:t>
            </a:r>
            <a:r>
              <a:rPr lang="zh-CN" altLang="en-US"/>
              <a:t>时间记录、病程起点与结局定义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9674352" cy="530352"/>
          </a:xfrm>
          <a:prstGeom prst="rect">
            <a:avLst/>
          </a:prstGeom>
          <a:solidFill>
            <a:srgbClr val="407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9217152" cy="402336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问题三  已完成的两中心数据对齐工作</a:t>
            </a:r>
          </a:p>
        </p:txBody>
      </p:sp>
      <p:pic>
        <p:nvPicPr>
          <p:cNvPr id="5" name="Picture 4" descr="hospital_logo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4" y="118872"/>
            <a:ext cx="1783080" cy="60350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896112"/>
            <a:ext cx="11228832" cy="41148"/>
          </a:xfrm>
          <a:prstGeom prst="rect">
            <a:avLst/>
          </a:prstGeom>
          <a:solidFill>
            <a:srgbClr val="00A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051560"/>
            <a:ext cx="11137392" cy="56692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115568"/>
            <a:ext cx="10753344" cy="42976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11376A"/>
                </a:solidFill>
                <a:latin typeface="微软雅黑" panose="020B0503020204020204" charset="-122"/>
              </a:defRPr>
            </a:pPr>
            <a:r>
              <a:t>对齐时始终保留原始数值和来源；修正另加标记，具体临床口径仍以共同确认结果为准。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6510528"/>
            <a:ext cx="7498079" cy="20116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646E79"/>
                </a:solidFill>
                <a:latin typeface="微软雅黑" panose="020B0503020204020204" charset="-122"/>
              </a:defRPr>
            </a:pPr>
            <a:r>
              <a:t>老年流感两中心数据对齐与院方协作汇报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4552" y="6473952"/>
            <a:ext cx="365760" cy="25603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r>
              <a:t>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265176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1828800"/>
            <a:ext cx="2651760" cy="448056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874519"/>
            <a:ext cx="2377440" cy="34747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① 结构对齐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368296"/>
            <a:ext cx="2359152" cy="1892807"/>
          </a:xfrm>
          <a:prstGeom prst="rect">
            <a:avLst/>
          </a:prstGeom>
          <a:noFill/>
        </p:spPr>
        <p:txBody>
          <a:bodyPr wrap="square" lIns="45720" tIns="9144" rIns="45720" bIns="9144" anchor="t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统一为 8 张 CDM 表</a:t>
            </a:r>
          </a:p>
          <a:p>
            <a:pPr>
              <a:spcAft>
                <a:spcPts val="0"/>
              </a:spcAft>
              <a:defRPr sz="1700" b="0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GAM：173 次住院、1,166 次门诊</a:t>
            </a:r>
          </a:p>
          <a:p>
            <a:pPr>
              <a:spcAft>
                <a:spcPts val="0"/>
              </a:spcAft>
              <a:defRPr sz="1700" b="0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GD：297 次住院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74136" y="1828800"/>
            <a:ext cx="265176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74136" y="1828800"/>
            <a:ext cx="2651760" cy="448056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11296" y="1874519"/>
            <a:ext cx="2377440" cy="34747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② 语义与时间对齐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9584" y="2368296"/>
            <a:ext cx="2359152" cy="1892807"/>
          </a:xfrm>
          <a:prstGeom prst="rect">
            <a:avLst/>
          </a:prstGeom>
          <a:noFill/>
        </p:spPr>
        <p:txBody>
          <a:bodyPr wrap="square" lIns="45720" tIns="9144" rIns="45720" bIns="9144" anchor="t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统一字段、编码和单位</a:t>
            </a:r>
          </a:p>
          <a:p>
            <a:pPr>
              <a:spcAft>
                <a:spcPts val="0"/>
              </a:spcAft>
              <a:defRPr sz="1700" b="0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保留时间精度和原始记录</a:t>
            </a:r>
          </a:p>
          <a:p>
            <a:pPr>
              <a:spcAft>
                <a:spcPts val="0"/>
              </a:spcAft>
              <a:defRPr sz="1700" b="0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逐类处理 22 类问题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53912" y="1828800"/>
            <a:ext cx="265176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3912" y="1828800"/>
            <a:ext cx="2651760" cy="448056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2" y="1874519"/>
            <a:ext cx="2377440" cy="34747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③ 标签对齐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368296"/>
            <a:ext cx="2359152" cy="1892807"/>
          </a:xfrm>
          <a:prstGeom prst="rect">
            <a:avLst/>
          </a:prstGeom>
          <a:noFill/>
        </p:spPr>
        <p:txBody>
          <a:bodyPr wrap="square" lIns="45720" tIns="9144" rIns="45720" bIns="9144" anchor="t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拆分 ICU、通气、ECMO、</a:t>
            </a:r>
          </a:p>
          <a:p>
            <a:pPr>
              <a:spcAft>
                <a:spcPts val="0"/>
              </a:spcAft>
              <a:defRPr sz="1700" b="0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呼衰、死亡与出院去向</a:t>
            </a:r>
          </a:p>
          <a:p>
            <a:pPr>
              <a:spcAft>
                <a:spcPts val="0"/>
              </a:spcAft>
              <a:defRPr sz="1700" b="0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形成 SEV_B 候选规则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33688" y="1828800"/>
            <a:ext cx="265176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33688" y="1828800"/>
            <a:ext cx="2651760" cy="448056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70848" y="1874519"/>
            <a:ext cx="2377440" cy="34747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④ 质量检查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9136" y="2368296"/>
            <a:ext cx="2359152" cy="1892807"/>
          </a:xfrm>
          <a:prstGeom prst="rect">
            <a:avLst/>
          </a:prstGeom>
          <a:noFill/>
        </p:spPr>
        <p:txBody>
          <a:bodyPr wrap="square" lIns="45720" tIns="9144" rIns="45720" bIns="9144" anchor="t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一致性与可复现性核验</a:t>
            </a:r>
          </a:p>
          <a:p>
            <a:pPr>
              <a:spcAft>
                <a:spcPts val="0"/>
              </a:spcAft>
              <a:defRPr sz="1700" b="0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跨院分布差异分析</a:t>
            </a:r>
          </a:p>
          <a:p>
            <a:pPr>
              <a:spcAft>
                <a:spcPts val="0"/>
              </a:spcAft>
              <a:defRPr sz="1700" b="0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隐私字段审计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4626864"/>
            <a:ext cx="1920240" cy="420624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11376A"/>
                </a:solidFill>
                <a:latin typeface="微软雅黑" panose="020B0503020204020204" charset="-122"/>
              </a:defRPr>
            </a:pPr>
            <a:r>
              <a:t>对齐流水线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5166360"/>
            <a:ext cx="10972800" cy="530352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5212080"/>
            <a:ext cx="10634472" cy="41148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11376A"/>
                </a:solidFill>
                <a:latin typeface="微软雅黑" panose="020B0503020204020204" charset="-122"/>
              </a:defRPr>
            </a:pPr>
            <a:r>
              <a:t>只读读入  →  识别就诊  →  脱敏映射  →  字段映射  →  时间处理  →  单位核对  →  候选标签  →  隐私审计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5980176"/>
            <a:ext cx="10972800" cy="347472"/>
          </a:xfrm>
          <a:prstGeom prst="rect">
            <a:avLst/>
          </a:prstGeom>
          <a:solidFill>
            <a:srgbClr val="FCE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" y="5998464"/>
            <a:ext cx="10698480" cy="30175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11376A"/>
                </a:solidFill>
                <a:latin typeface="微软雅黑" panose="020B0503020204020204" charset="-122"/>
              </a:defRPr>
            </a:pPr>
            <a:r>
              <a:t>本页数量为 CDM 对齐数据口径，非后续转重分析的入模样本数。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9674352" cy="530352"/>
          </a:xfrm>
          <a:prstGeom prst="rect">
            <a:avLst/>
          </a:prstGeom>
          <a:solidFill>
            <a:srgbClr val="407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9217152" cy="402336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问题三  对齐后的记录如何保留原始信息？</a:t>
            </a:r>
          </a:p>
        </p:txBody>
      </p:sp>
      <p:pic>
        <p:nvPicPr>
          <p:cNvPr id="5" name="Picture 4" descr="hospital_logo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4" y="118872"/>
            <a:ext cx="1783080" cy="60350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896112"/>
            <a:ext cx="11228832" cy="41148"/>
          </a:xfrm>
          <a:prstGeom prst="rect">
            <a:avLst/>
          </a:prstGeom>
          <a:solidFill>
            <a:srgbClr val="00A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051560"/>
            <a:ext cx="11137392" cy="56692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115568"/>
            <a:ext cx="10753344" cy="42976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11376A"/>
                </a:solidFill>
                <a:latin typeface="微软雅黑" panose="020B0503020204020204" charset="-122"/>
              </a:defRPr>
            </a:pPr>
            <a:r>
              <a:t>以下为虚构记录示例，仅用于说明实际采用的数据结构与可追溯原则。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6510528"/>
            <a:ext cx="7498079" cy="20116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646E79"/>
                </a:solidFill>
                <a:latin typeface="微软雅黑" panose="020B0503020204020204" charset="-122"/>
              </a:defRPr>
            </a:pPr>
            <a:r>
              <a:t>老年流感两中心数据对齐与院方协作汇报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4552" y="6473952"/>
            <a:ext cx="365760" cy="25603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r>
              <a:t>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19656"/>
            <a:ext cx="5349240" cy="3310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1819656"/>
            <a:ext cx="5349240" cy="448056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865376"/>
            <a:ext cx="5074920" cy="34747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原始记录 · 两种形态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359152"/>
            <a:ext cx="5056631" cy="2688336"/>
          </a:xfrm>
          <a:prstGeom prst="rect">
            <a:avLst/>
          </a:prstGeom>
          <a:noFill/>
        </p:spPr>
        <p:txBody>
          <a:bodyPr wrap="square" lIns="45720" tIns="9144" rIns="45720" bIns="9144" anchor="t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GD 原始 CRF：</a:t>
            </a:r>
          </a:p>
          <a:p>
            <a:pPr>
              <a:spcAft>
                <a:spcPts val="0"/>
              </a:spcAft>
              <a:defRPr sz="1700" b="0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体温 38.6℃｜2024-01-03 10:30</a:t>
            </a:r>
          </a:p>
          <a:p>
            <a:pPr>
              <a:spcAft>
                <a:spcPts val="0"/>
              </a:spcAft>
              <a:defRPr sz="1700" b="0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PCT &lt;0.05｜2024-01-08</a:t>
            </a:r>
          </a:p>
          <a:p>
            <a:pPr>
              <a:spcAft>
                <a:spcPts val="0"/>
              </a:spcAft>
              <a:defRPr sz="1700" b="0">
                <a:solidFill>
                  <a:srgbClr val="273140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0"/>
              </a:spcAft>
              <a:defRPr sz="1700" b="0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GAM 病历文本：</a:t>
            </a:r>
          </a:p>
          <a:p>
            <a:pPr>
              <a:spcAft>
                <a:spcPts val="0"/>
              </a:spcAft>
              <a:defRPr sz="1700" b="0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“SpO₂ 88%，予无创呼吸机辅助通气”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819656"/>
            <a:ext cx="5385816" cy="3310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819656"/>
            <a:ext cx="5385816" cy="448056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865376"/>
            <a:ext cx="5111496" cy="34747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统一 events 记录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2359152"/>
            <a:ext cx="5093207" cy="2688336"/>
          </a:xfrm>
          <a:prstGeom prst="rect">
            <a:avLst/>
          </a:prstGeom>
          <a:noFill/>
        </p:spPr>
        <p:txBody>
          <a:bodyPr wrap="square" lIns="45720" tIns="9144" rIns="45720" bIns="9144" anchor="t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VS001：38.6｜分钟级测量时间</a:t>
            </a:r>
          </a:p>
          <a:p>
            <a:pPr>
              <a:spcAft>
                <a:spcPts val="0"/>
              </a:spcAft>
              <a:defRPr sz="1700" b="0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LAB007：0.05｜保留“&lt;”删失标志</a:t>
            </a:r>
          </a:p>
          <a:p>
            <a:pPr>
              <a:spcAft>
                <a:spcPts val="0"/>
              </a:spcAft>
              <a:defRPr sz="1700" b="0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VS006：88｜病历记载时间</a:t>
            </a:r>
          </a:p>
          <a:p>
            <a:pPr>
              <a:spcAft>
                <a:spcPts val="0"/>
              </a:spcAft>
              <a:defRPr sz="1700" b="0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OUT_NIV：1｜文本肯定提及</a:t>
            </a:r>
          </a:p>
          <a:p>
            <a:pPr>
              <a:spcAft>
                <a:spcPts val="0"/>
              </a:spcAft>
              <a:defRPr sz="1700" b="0">
                <a:solidFill>
                  <a:srgbClr val="273140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0"/>
              </a:spcAft>
              <a:defRPr sz="1700" b="0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各记录关联患者、就诊与来源。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5358384"/>
            <a:ext cx="10972800" cy="46634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" y="5394960"/>
            <a:ext cx="10652760" cy="38404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11376A"/>
                </a:solidFill>
                <a:latin typeface="微软雅黑" panose="020B0503020204020204" charset="-122"/>
              </a:defRPr>
            </a:pPr>
            <a:r>
              <a:t>同步保留：raw_value 原值 · time_raw 原时间 · time_precision 时间精度 · origin 来源 · correction_flag 修正标记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044184"/>
            <a:ext cx="10972800" cy="347472"/>
          </a:xfrm>
          <a:prstGeom prst="rect">
            <a:avLst/>
          </a:prstGeom>
          <a:solidFill>
            <a:srgbClr val="FCE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6062472"/>
            <a:ext cx="10698480" cy="30175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11376A"/>
                </a:solidFill>
                <a:latin typeface="微软雅黑" panose="020B0503020204020204" charset="-122"/>
              </a:defRPr>
            </a:pPr>
            <a:r>
              <a:t>统一数据不覆盖原始数据；文本提及的时间也不直接等同于事件真实发生时间。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9674352" cy="530352"/>
          </a:xfrm>
          <a:prstGeom prst="rect">
            <a:avLst/>
          </a:prstGeom>
          <a:solidFill>
            <a:srgbClr val="407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9217152" cy="402336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问题四  现有数据需要共同核实哪些方面？</a:t>
            </a:r>
          </a:p>
        </p:txBody>
      </p:sp>
      <p:pic>
        <p:nvPicPr>
          <p:cNvPr id="5" name="Picture 4" descr="hospital_logo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4" y="118872"/>
            <a:ext cx="1783080" cy="60350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896112"/>
            <a:ext cx="11228832" cy="41148"/>
          </a:xfrm>
          <a:prstGeom prst="rect">
            <a:avLst/>
          </a:prstGeom>
          <a:solidFill>
            <a:srgbClr val="00A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051560"/>
            <a:ext cx="11137392" cy="56692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115568"/>
            <a:ext cx="10753344" cy="42976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11376A"/>
                </a:solidFill>
                <a:latin typeface="微软雅黑" panose="020B0503020204020204" charset="-122"/>
              </a:defRPr>
            </a:pPr>
            <a:r>
              <a:t>第四部分聚焦研究适用性和进一步补充的方向，不对任何一方的数据质量作价值判断。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6510528"/>
            <a:ext cx="7498079" cy="20116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646E79"/>
                </a:solidFill>
                <a:latin typeface="微软雅黑" panose="020B0503020204020204" charset="-122"/>
              </a:defRPr>
            </a:pPr>
            <a:r>
              <a:t>老年流感两中心数据对齐与院方协作汇报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4552" y="6473952"/>
            <a:ext cx="365760" cy="25603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r>
              <a:t>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47088"/>
            <a:ext cx="5404104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1847088"/>
            <a:ext cx="5404104" cy="448056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892807"/>
            <a:ext cx="5129784" cy="34747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A. 样本与结局事件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386584"/>
            <a:ext cx="5111496" cy="841248"/>
          </a:xfrm>
          <a:prstGeom prst="rect">
            <a:avLst/>
          </a:prstGeom>
          <a:noFill/>
        </p:spPr>
        <p:txBody>
          <a:bodyPr wrap="square" lIns="45720" tIns="9144" rIns="45720" bIns="9144" anchor="t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当前定义下可识别的转重事件数量有限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1847088"/>
            <a:ext cx="5404104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08776" y="1847088"/>
            <a:ext cx="5404104" cy="448056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5936" y="1892807"/>
            <a:ext cx="5129784" cy="34747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B. 标签与病程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2386584"/>
            <a:ext cx="5111496" cy="841248"/>
          </a:xfrm>
          <a:prstGeom prst="rect">
            <a:avLst/>
          </a:prstGeom>
          <a:noFill/>
        </p:spPr>
        <p:txBody>
          <a:bodyPr wrap="square" lIns="45720" tIns="9144" rIns="45720" bIns="9144" anchor="t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需确认观察起点、首次转重及恢复后出院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575304"/>
            <a:ext cx="5404104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3575304"/>
            <a:ext cx="5404104" cy="448056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621024"/>
            <a:ext cx="5129784" cy="34747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C. 时间与时序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114800"/>
            <a:ext cx="5111496" cy="841248"/>
          </a:xfrm>
          <a:prstGeom prst="rect">
            <a:avLst/>
          </a:prstGeom>
          <a:noFill/>
        </p:spPr>
        <p:txBody>
          <a:bodyPr wrap="square" lIns="45720" tIns="9144" rIns="45720" bIns="9144" anchor="t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需完善入出院时间及重复测量轨迹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8776" y="3575304"/>
            <a:ext cx="5404104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08776" y="3575304"/>
            <a:ext cx="5404104" cy="448056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45936" y="3621024"/>
            <a:ext cx="5129784" cy="34747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D. 文本与字段含义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4224" y="4114800"/>
            <a:ext cx="5111496" cy="841248"/>
          </a:xfrm>
          <a:prstGeom prst="rect">
            <a:avLst/>
          </a:prstGeom>
          <a:noFill/>
        </p:spPr>
        <p:txBody>
          <a:bodyPr wrap="square" lIns="45720" tIns="9144" rIns="45720" bIns="9144" anchor="t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需区分明确阴性、未提及和抽取不确定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916168"/>
            <a:ext cx="10972800" cy="347472"/>
          </a:xfrm>
          <a:prstGeom prst="rect">
            <a:avLst/>
          </a:prstGeom>
          <a:solidFill>
            <a:srgbClr val="FCE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5934455"/>
            <a:ext cx="10698480" cy="30175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11376A"/>
                </a:solidFill>
                <a:latin typeface="微软雅黑" panose="020B0503020204020204" charset="-122"/>
              </a:defRPr>
            </a:pPr>
            <a:r>
              <a:t>目标是与医院共同明确“谁发生转重、何时转重”，为后续建模建立可靠依据。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9674352" cy="530352"/>
          </a:xfrm>
          <a:prstGeom prst="rect">
            <a:avLst/>
          </a:prstGeom>
          <a:solidFill>
            <a:srgbClr val="407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9217152" cy="402336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问题四  研究样本及可识别转重事件数量</a:t>
            </a:r>
          </a:p>
        </p:txBody>
      </p:sp>
      <p:pic>
        <p:nvPicPr>
          <p:cNvPr id="5" name="Picture 4" descr="hospital_logo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4" y="118872"/>
            <a:ext cx="1783080" cy="60350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896112"/>
            <a:ext cx="11228832" cy="41148"/>
          </a:xfrm>
          <a:prstGeom prst="rect">
            <a:avLst/>
          </a:prstGeom>
          <a:solidFill>
            <a:srgbClr val="00A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051560"/>
            <a:ext cx="11137392" cy="56692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115568"/>
            <a:ext cx="10753344" cy="42976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11376A"/>
                </a:solidFill>
                <a:latin typeface="微软雅黑" panose="020B0503020204020204" charset="-122"/>
              </a:defRPr>
            </a:pPr>
            <a:r>
              <a:t>以下为第二份 PPT 的当前转重分析样本口径；不同于前述 CDM 全部住院记录数。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6510528"/>
            <a:ext cx="7498079" cy="20116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646E79"/>
                </a:solidFill>
                <a:latin typeface="微软雅黑" panose="020B0503020204020204" charset="-122"/>
              </a:defRPr>
            </a:pPr>
            <a:r>
              <a:t>老年流感两中心数据对齐与院方协作汇报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4552" y="6473952"/>
            <a:ext cx="365760" cy="25603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r>
              <a:t>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" y="1901952"/>
            <a:ext cx="10561320" cy="658368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1965960"/>
            <a:ext cx="3108960" cy="45720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9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统计项目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42232" y="1965960"/>
            <a:ext cx="3438144" cy="45720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9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GAM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9831" y="1965960"/>
            <a:ext cx="2926080" cy="45720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9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GD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" y="2596896"/>
            <a:ext cx="10561320" cy="722376"/>
          </a:xfrm>
          <a:prstGeom prst="rect">
            <a:avLst/>
          </a:prstGeom>
          <a:solidFill>
            <a:srgbClr val="EBF3FB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697479"/>
            <a:ext cx="2999232" cy="493776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900" b="1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当前分析样本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42232" y="2697479"/>
            <a:ext cx="3291840" cy="493776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11376A"/>
                </a:solidFill>
                <a:latin typeface="微软雅黑" panose="020B0503020204020204" charset="-122"/>
              </a:defRPr>
            </a:pPr>
            <a:r>
              <a:t>163 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99831" y="2697479"/>
            <a:ext cx="2907792" cy="493776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11376A"/>
                </a:solidFill>
                <a:latin typeface="微软雅黑" panose="020B0503020204020204" charset="-122"/>
              </a:defRPr>
            </a:pPr>
            <a:r>
              <a:t>290 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" y="3383279"/>
            <a:ext cx="10561320" cy="722376"/>
          </a:xfrm>
          <a:prstGeom prst="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483863"/>
            <a:ext cx="2999232" cy="493776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900" b="1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符合当前转重定义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42232" y="3483863"/>
            <a:ext cx="3291840" cy="493776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11376A"/>
                </a:solidFill>
                <a:latin typeface="微软雅黑" panose="020B0503020204020204" charset="-122"/>
              </a:defRPr>
            </a:pPr>
            <a:r>
              <a:t>10 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99831" y="3483863"/>
            <a:ext cx="2907792" cy="493776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11376A"/>
                </a:solidFill>
                <a:latin typeface="微软雅黑" panose="020B0503020204020204" charset="-122"/>
              </a:defRPr>
            </a:pPr>
            <a:r>
              <a:t>38 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952" y="4169663"/>
            <a:ext cx="10561320" cy="722376"/>
          </a:xfrm>
          <a:prstGeom prst="rect">
            <a:avLst/>
          </a:prstGeom>
          <a:solidFill>
            <a:srgbClr val="EBF3FB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270248"/>
            <a:ext cx="2999232" cy="493776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900" b="1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对应占比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42232" y="4270248"/>
            <a:ext cx="3291840" cy="493776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11376A"/>
                </a:solidFill>
                <a:latin typeface="微软雅黑" panose="020B0503020204020204" charset="-122"/>
              </a:defRPr>
            </a:pPr>
            <a:r>
              <a:t>6.1%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99831" y="4270248"/>
            <a:ext cx="2907792" cy="493776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11376A"/>
                </a:solidFill>
                <a:latin typeface="微软雅黑" panose="020B0503020204020204" charset="-122"/>
              </a:defRPr>
            </a:pPr>
            <a:r>
              <a:t>13.1%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266944"/>
            <a:ext cx="1828800" cy="557784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5321807"/>
            <a:ext cx="1627632" cy="42976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研究影响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68880" y="5266944"/>
            <a:ext cx="9098280" cy="55778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15184" y="5312664"/>
            <a:ext cx="8741664" cy="448056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事件数会影响训练稳定性、分层评估和置信区间。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5998464"/>
            <a:ext cx="10972800" cy="347472"/>
          </a:xfrm>
          <a:prstGeom prst="rect">
            <a:avLst/>
          </a:prstGeom>
          <a:solidFill>
            <a:srgbClr val="FCE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6016751"/>
            <a:ext cx="10698480" cy="30175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11376A"/>
                </a:solidFill>
                <a:latin typeface="微软雅黑" panose="020B0503020204020204" charset="-122"/>
              </a:defRPr>
            </a:pPr>
            <a:r>
              <a:t>上述为训练和测试合计；具体筛选口径及可能遗漏事件，建议联合复核。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9674352" cy="530352"/>
          </a:xfrm>
          <a:prstGeom prst="rect">
            <a:avLst/>
          </a:prstGeom>
          <a:solidFill>
            <a:srgbClr val="407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9217152" cy="402336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问题四  转重标签应反映病程，而不仅是出院结局</a:t>
            </a:r>
          </a:p>
        </p:txBody>
      </p:sp>
      <p:pic>
        <p:nvPicPr>
          <p:cNvPr id="5" name="Picture 4" descr="hospital_logo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4" y="118872"/>
            <a:ext cx="1783080" cy="60350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896112"/>
            <a:ext cx="11228832" cy="41148"/>
          </a:xfrm>
          <a:prstGeom prst="rect">
            <a:avLst/>
          </a:prstGeom>
          <a:solidFill>
            <a:srgbClr val="00A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051560"/>
            <a:ext cx="11137392" cy="56692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115568"/>
            <a:ext cx="10753344" cy="42976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11376A"/>
                </a:solidFill>
                <a:latin typeface="微软雅黑" panose="020B0503020204020204" charset="-122"/>
              </a:defRPr>
            </a:pPr>
            <a:r>
              <a:t>建议明确区分“起点已处于重症”“观察期间发生转重”“始终未转重”等情况。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6510528"/>
            <a:ext cx="7498079" cy="20116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646E79"/>
                </a:solidFill>
                <a:latin typeface="微软雅黑" panose="020B0503020204020204" charset="-122"/>
              </a:defRPr>
            </a:pPr>
            <a:r>
              <a:t>老年流感两中心数据对齐与院方协作汇报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4552" y="6473952"/>
            <a:ext cx="365760" cy="25603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" y="1883664"/>
            <a:ext cx="5358384" cy="3136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" y="1883664"/>
            <a:ext cx="5358384" cy="448056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929384"/>
            <a:ext cx="5084064" cy="34747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9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情形一 · 转重后好转出院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423160"/>
            <a:ext cx="5065776" cy="2514600"/>
          </a:xfrm>
          <a:prstGeom prst="rect">
            <a:avLst/>
          </a:prstGeom>
          <a:noFill/>
        </p:spPr>
        <p:txBody>
          <a:bodyPr wrap="square" lIns="45720" tIns="9144" rIns="45720" bIns="9144" anchor="t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患者可能在住院期间进入重症状态，经过治疗后恢复并出院。</a:t>
            </a:r>
          </a:p>
          <a:p>
            <a:pPr>
              <a:spcAft>
                <a:spcPts val="0"/>
              </a:spcAft>
              <a:defRPr sz="1800" b="0">
                <a:solidFill>
                  <a:srgbClr val="273140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0"/>
              </a:spcAft>
              <a:defRPr sz="1800" b="0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因此，仅凭最终出院状态，不能直接判定住院期间从未转重。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883664"/>
            <a:ext cx="5367528" cy="3136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883664"/>
            <a:ext cx="5367528" cy="448056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929384"/>
            <a:ext cx="5093208" cy="34747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9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情形二 · 文本线索待复核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2423160"/>
            <a:ext cx="5074920" cy="2514600"/>
          </a:xfrm>
          <a:prstGeom prst="rect">
            <a:avLst/>
          </a:prstGeom>
          <a:noFill/>
        </p:spPr>
        <p:txBody>
          <a:bodyPr wrap="square" lIns="45720" tIns="9144" rIns="45720" bIns="9144" anchor="t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GAM 相关信息分散在病历叙述中，可能存在不同表述、否定语境或记录不完整的情况。</a:t>
            </a:r>
          </a:p>
          <a:p>
            <a:pPr>
              <a:spcAft>
                <a:spcPts val="0"/>
              </a:spcAft>
              <a:defRPr sz="1800" b="0">
                <a:solidFill>
                  <a:srgbClr val="273140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0"/>
              </a:spcAft>
              <a:defRPr sz="1800" b="0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候选事件需结合临床记录进行核验。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5276088"/>
            <a:ext cx="1828800" cy="557784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5330951"/>
            <a:ext cx="1627632" cy="42976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建议确认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68880" y="5276088"/>
            <a:ext cx="9098280" cy="55778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15184" y="5321807"/>
            <a:ext cx="8741664" cy="448056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观察起点的重症状态、首次转重时间、转重后恢复的病例。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5998464"/>
            <a:ext cx="10972800" cy="347472"/>
          </a:xfrm>
          <a:prstGeom prst="rect">
            <a:avLst/>
          </a:prstGeom>
          <a:solidFill>
            <a:srgbClr val="FCE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6016751"/>
            <a:ext cx="10698480" cy="30175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11376A"/>
                </a:solidFill>
                <a:latin typeface="微软雅黑" panose="020B0503020204020204" charset="-122"/>
              </a:defRPr>
            </a:pPr>
            <a:r>
              <a:t>统一标签建议以观察期间状态变化为基础，而非单一最终去向。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9674352" cy="530352"/>
          </a:xfrm>
          <a:prstGeom prst="rect">
            <a:avLst/>
          </a:prstGeom>
          <a:solidFill>
            <a:srgbClr val="407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9217152" cy="402336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问题四  时间信息与连续观测是动态预测的关键</a:t>
            </a:r>
          </a:p>
        </p:txBody>
      </p:sp>
      <p:pic>
        <p:nvPicPr>
          <p:cNvPr id="5" name="Picture 4" descr="hospital_logo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4" y="118872"/>
            <a:ext cx="1783080" cy="60350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896112"/>
            <a:ext cx="11228832" cy="41148"/>
          </a:xfrm>
          <a:prstGeom prst="rect">
            <a:avLst/>
          </a:prstGeom>
          <a:solidFill>
            <a:srgbClr val="00A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051560"/>
            <a:ext cx="11137392" cy="56692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115568"/>
            <a:ext cx="10753344" cy="42976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11376A"/>
                </a:solidFill>
                <a:latin typeface="微软雅黑" panose="020B0503020204020204" charset="-122"/>
              </a:defRPr>
            </a:pPr>
            <a:r>
              <a:t>现有数据适用于一定的描述性和初步验证工作；动态病程建模则需要更明确的时间信息。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6510528"/>
            <a:ext cx="7498079" cy="20116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646E79"/>
                </a:solidFill>
                <a:latin typeface="微软雅黑" panose="020B0503020204020204" charset="-122"/>
              </a:defRPr>
            </a:pPr>
            <a:r>
              <a:t>老年流感两中心数据对齐与院方协作汇报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4552" y="6473952"/>
            <a:ext cx="365760" cy="25603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r>
              <a:t>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" y="1847088"/>
            <a:ext cx="5358384" cy="3227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" y="1847088"/>
            <a:ext cx="5358384" cy="448056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892807"/>
            <a:ext cx="5084064" cy="34747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GD · 时间与观测点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386584"/>
            <a:ext cx="5065776" cy="2606039"/>
          </a:xfrm>
          <a:prstGeom prst="rect">
            <a:avLst/>
          </a:prstGeom>
          <a:noFill/>
        </p:spPr>
        <p:txBody>
          <a:bodyPr wrap="square" lIns="45720" tIns="9144" rIns="45720" bIns="9144" anchor="t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当前结构化资料尚未明确提供入出院时间。</a:t>
            </a:r>
          </a:p>
          <a:p>
            <a:pPr>
              <a:spcAft>
                <a:spcPts val="0"/>
              </a:spcAft>
              <a:defRPr sz="1700" b="0">
                <a:solidFill>
                  <a:srgbClr val="273140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0"/>
              </a:spcAft>
              <a:defRPr sz="1700" b="0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先前以首次、末次有效体征近似时间边界；该代理时间不等同于真实入出院时间。</a:t>
            </a:r>
          </a:p>
          <a:p>
            <a:pPr>
              <a:spcAft>
                <a:spcPts val="0"/>
              </a:spcAft>
              <a:defRPr sz="1700" b="0">
                <a:solidFill>
                  <a:srgbClr val="273140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0"/>
              </a:spcAft>
              <a:defRPr sz="1700" b="0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部分体征或检验尚需补充重复测量。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847088"/>
            <a:ext cx="5358384" cy="3227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847088"/>
            <a:ext cx="5358384" cy="448056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18504" y="1892807"/>
            <a:ext cx="5084064" cy="34747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GAM · 文本与测量时间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792" y="2386584"/>
            <a:ext cx="5065776" cy="2606039"/>
          </a:xfrm>
          <a:prstGeom prst="rect">
            <a:avLst/>
          </a:prstGeom>
          <a:noFill/>
        </p:spPr>
        <p:txBody>
          <a:bodyPr wrap="square" lIns="45720" tIns="9144" rIns="45720" bIns="9144" anchor="t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原始资料含有病历及检验信息。</a:t>
            </a:r>
          </a:p>
          <a:p>
            <a:pPr>
              <a:spcAft>
                <a:spcPts val="0"/>
              </a:spcAft>
              <a:defRPr sz="1700" b="0">
                <a:solidFill>
                  <a:srgbClr val="273140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0"/>
              </a:spcAft>
              <a:defRPr sz="1700" b="0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部分生命体征从文本提取，需要区分病历书写时间与实际测量时间。</a:t>
            </a:r>
          </a:p>
          <a:p>
            <a:pPr>
              <a:spcAft>
                <a:spcPts val="0"/>
              </a:spcAft>
              <a:defRPr sz="1700" b="0">
                <a:solidFill>
                  <a:srgbClr val="273140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0"/>
              </a:spcAft>
              <a:defRPr sz="1700" b="0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如可获得结构化护理记录，将有助于还原变化轨迹。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5312664"/>
            <a:ext cx="1828800" cy="557784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5367527"/>
            <a:ext cx="1627632" cy="42976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建议补充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68880" y="5312664"/>
            <a:ext cx="9098280" cy="55778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15184" y="5358383"/>
            <a:ext cx="8741664" cy="448056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真实入出院时间、首次转重时间、体征／护理的多次观测及时间戳。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016752"/>
            <a:ext cx="10972800" cy="347472"/>
          </a:xfrm>
          <a:prstGeom prst="rect">
            <a:avLst/>
          </a:prstGeom>
          <a:solidFill>
            <a:srgbClr val="FCE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6035040"/>
            <a:ext cx="10698480" cy="30175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11376A"/>
                </a:solidFill>
                <a:latin typeface="微软雅黑" panose="020B0503020204020204" charset="-122"/>
              </a:defRPr>
            </a:pPr>
            <a:r>
              <a:t>对仅有日期级时间的数据保留精度标志，不推断为精确分钟时间。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9674352" cy="530352"/>
          </a:xfrm>
          <a:prstGeom prst="rect">
            <a:avLst/>
          </a:prstGeom>
          <a:solidFill>
            <a:srgbClr val="407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9217152" cy="402336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问题四  文本记录的“未提及”需要独立编码</a:t>
            </a:r>
          </a:p>
        </p:txBody>
      </p:sp>
      <p:pic>
        <p:nvPicPr>
          <p:cNvPr id="5" name="Picture 4" descr="hospital_logo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4" y="118872"/>
            <a:ext cx="1783080" cy="60350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896112"/>
            <a:ext cx="11228832" cy="41148"/>
          </a:xfrm>
          <a:prstGeom prst="rect">
            <a:avLst/>
          </a:prstGeom>
          <a:solidFill>
            <a:srgbClr val="00A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051560"/>
            <a:ext cx="11137392" cy="56692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115568"/>
            <a:ext cx="10753344" cy="42976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11376A"/>
                </a:solidFill>
                <a:latin typeface="微软雅黑" panose="020B0503020204020204" charset="-122"/>
              </a:defRPr>
            </a:pPr>
            <a:r>
              <a:t>文本提取结果是研究候选变量，需考虑临床语境与记录方式，并以核验后规则为准。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6510528"/>
            <a:ext cx="7498079" cy="20116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646E79"/>
                </a:solidFill>
                <a:latin typeface="微软雅黑" panose="020B0503020204020204" charset="-122"/>
              </a:defRPr>
            </a:pPr>
            <a:r>
              <a:t>老年流感两中心数据对齐与院方协作汇报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4552" y="6473952"/>
            <a:ext cx="365760" cy="25603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r>
              <a:t>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892807"/>
            <a:ext cx="1828800" cy="557784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1947672"/>
            <a:ext cx="1627632" cy="42976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明确存在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80" y="1892807"/>
            <a:ext cx="9098280" cy="55778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15184" y="1938527"/>
            <a:ext cx="8741664" cy="448056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如记录“已插管”“已行无创通气”，可作为候选发生线索。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798063"/>
            <a:ext cx="1828800" cy="557784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2852927"/>
            <a:ext cx="1627632" cy="42976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明确不存在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0" y="2798063"/>
            <a:ext cx="9098280" cy="55778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15184" y="2843783"/>
            <a:ext cx="8741664" cy="448056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如“未行插管”，应识别否定表达。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3703320"/>
            <a:ext cx="1828800" cy="557784"/>
          </a:xfrm>
          <a:prstGeom prst="rect">
            <a:avLst/>
          </a:prstGeom>
          <a:solidFill>
            <a:srgbClr val="407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3758183"/>
            <a:ext cx="1627632" cy="42976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未提及／待核实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68880" y="3703320"/>
            <a:ext cx="9098280" cy="55778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15184" y="3749039"/>
            <a:ext cx="8741664" cy="448056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病历未检出相关词语，不等同于临床上确定未发生。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745736"/>
            <a:ext cx="10972800" cy="978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" y="4745736"/>
            <a:ext cx="10972800" cy="448056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791456"/>
            <a:ext cx="10698480" cy="34747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还需识别的语境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5285232"/>
            <a:ext cx="10680192" cy="356616"/>
          </a:xfrm>
          <a:prstGeom prst="rect">
            <a:avLst/>
          </a:prstGeom>
          <a:noFill/>
        </p:spPr>
        <p:txBody>
          <a:bodyPr wrap="square" lIns="45720" tIns="9144" rIns="45720" bIns="9144" anchor="t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“必要时插管”“拟转 ICU”“拒绝插管”不代表该项治疗已经实际实施。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6025896"/>
            <a:ext cx="10972800" cy="347472"/>
          </a:xfrm>
          <a:prstGeom prst="rect">
            <a:avLst/>
          </a:prstGeom>
          <a:solidFill>
            <a:srgbClr val="FCE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6044183"/>
            <a:ext cx="10698480" cy="30175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11376A"/>
                </a:solidFill>
                <a:latin typeface="微软雅黑" panose="020B0503020204020204" charset="-122"/>
              </a:defRPr>
            </a:pPr>
            <a:r>
              <a:t>建议共同确认症状、治疗和重症状态的术语词表、否定规则及事件时间。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9674352" cy="530352"/>
          </a:xfrm>
          <a:prstGeom prst="rect">
            <a:avLst/>
          </a:prstGeom>
          <a:solidFill>
            <a:srgbClr val="407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9217152" cy="402336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问题四  其他字段：技术处理进展与待确认口径</a:t>
            </a:r>
          </a:p>
        </p:txBody>
      </p:sp>
      <p:pic>
        <p:nvPicPr>
          <p:cNvPr id="5" name="Picture 4" descr="hospital_logo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4" y="118872"/>
            <a:ext cx="1783080" cy="60350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896112"/>
            <a:ext cx="11228832" cy="41148"/>
          </a:xfrm>
          <a:prstGeom prst="rect">
            <a:avLst/>
          </a:prstGeom>
          <a:solidFill>
            <a:srgbClr val="00A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051560"/>
            <a:ext cx="11137392" cy="56692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115568"/>
            <a:ext cx="10753344" cy="42976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11376A"/>
                </a:solidFill>
                <a:latin typeface="微软雅黑" panose="020B0503020204020204" charset="-122"/>
              </a:defRPr>
            </a:pPr>
            <a:r>
              <a:t>格式与字段的预处理已经开展；临床定义、检验方法和数据来源需进一步与院方确认。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6510528"/>
            <a:ext cx="7498079" cy="20116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646E79"/>
                </a:solidFill>
                <a:latin typeface="微软雅黑" panose="020B0503020204020204" charset="-122"/>
              </a:defRPr>
            </a:pPr>
            <a:r>
              <a:t>老年流感两中心数据对齐与院方协作汇报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4552" y="6473952"/>
            <a:ext cx="365760" cy="25603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r>
              <a:t>13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847088"/>
            <a:ext cx="2404872" cy="841248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56816"/>
            <a:ext cx="2130552" cy="56692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标识与日期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72384" y="1847088"/>
            <a:ext cx="4023360" cy="84124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18688" y="1920240"/>
            <a:ext cx="3694176" cy="65836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已兼容表头、跨行、日期格式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78040" y="1847088"/>
            <a:ext cx="4398264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1920240"/>
            <a:ext cx="4096512" cy="65836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核对重复病案号、个别年份和字段映射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2834640"/>
            <a:ext cx="2404872" cy="841248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944368"/>
            <a:ext cx="2130552" cy="56692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检验与单位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72384" y="2834640"/>
            <a:ext cx="4023360" cy="84124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18688" y="2907792"/>
            <a:ext cx="3694176" cy="65836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已调整部分同名检验的提取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78040" y="2834640"/>
            <a:ext cx="4398264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0" y="2907792"/>
            <a:ext cx="4096512" cy="65836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核对标本、IL-6 单位、D-二聚体 FEU/DDU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3822191"/>
            <a:ext cx="2404872" cy="841248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931920"/>
            <a:ext cx="2130552" cy="56692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治疗与并发症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72384" y="3822191"/>
            <a:ext cx="4023360" cy="84124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18688" y="3895344"/>
            <a:ext cx="3694176" cy="65836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已建立治疗／诊断候选提取规则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78040" y="3822191"/>
            <a:ext cx="4398264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3895344"/>
            <a:ext cx="4096512" cy="65836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核对医嘱执行时间、并发症临床定义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4809744"/>
            <a:ext cx="2404872" cy="841248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919472"/>
            <a:ext cx="2130552" cy="56692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缺失与隐私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72384" y="4809744"/>
            <a:ext cx="4023360" cy="84124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18688" y="4882896"/>
            <a:ext cx="3694176" cy="65836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已处理人口学关联及隐私清洗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78040" y="4809744"/>
            <a:ext cx="4398264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0" y="4882896"/>
            <a:ext cx="4096512" cy="65836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核对空白、未记录与重复记录的含义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6071616"/>
            <a:ext cx="10972800" cy="347472"/>
          </a:xfrm>
          <a:prstGeom prst="rect">
            <a:avLst/>
          </a:prstGeom>
          <a:solidFill>
            <a:srgbClr val="FCE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2" y="6089903"/>
            <a:ext cx="10698480" cy="30175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11376A"/>
                </a:solidFill>
                <a:latin typeface="微软雅黑" panose="020B0503020204020204" charset="-122"/>
              </a:defRPr>
            </a:pPr>
            <a:r>
              <a:t>临床字段的最终解释以双方确认的数据字典及原始病历记录为依据。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9674352" cy="530352"/>
          </a:xfrm>
          <a:prstGeom prst="rect">
            <a:avLst/>
          </a:prstGeom>
          <a:solidFill>
            <a:srgbClr val="407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9217152" cy="402336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问题四  建议下一步共同推进的核实事项</a:t>
            </a:r>
          </a:p>
        </p:txBody>
      </p:sp>
      <p:pic>
        <p:nvPicPr>
          <p:cNvPr id="5" name="Picture 4" descr="hospital_logo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4" y="118872"/>
            <a:ext cx="1783080" cy="60350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896112"/>
            <a:ext cx="11228832" cy="41148"/>
          </a:xfrm>
          <a:prstGeom prst="rect">
            <a:avLst/>
          </a:prstGeom>
          <a:solidFill>
            <a:srgbClr val="00A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051560"/>
            <a:ext cx="11137392" cy="56692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115568"/>
            <a:ext cx="10753344" cy="42976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11376A"/>
                </a:solidFill>
                <a:latin typeface="微软雅黑" panose="020B0503020204020204" charset="-122"/>
              </a:defRPr>
            </a:pPr>
            <a:r>
              <a:t>感谢两家医院前期在数据整理与提供方面的支持；建议按研究影响逐项确认。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6510528"/>
            <a:ext cx="7498079" cy="20116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646E79"/>
                </a:solidFill>
                <a:latin typeface="微软雅黑" panose="020B0503020204020204" charset="-122"/>
              </a:defRPr>
            </a:pPr>
            <a:r>
              <a:t>老年流感两中心数据对齐与院方协作汇报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4552" y="6473952"/>
            <a:ext cx="365760" cy="25603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828800"/>
            <a:ext cx="10945368" cy="832104"/>
          </a:xfrm>
          <a:prstGeom prst="roundRect">
            <a:avLst>
              <a:gd name="adj" fmla="val 8000"/>
            </a:avLst>
          </a:prstGeom>
          <a:solidFill>
            <a:srgbClr val="EBF3FB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29384"/>
            <a:ext cx="3291840" cy="57607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11376A"/>
                </a:solidFill>
                <a:latin typeface="微软雅黑" panose="020B0503020204020204" charset="-122"/>
              </a:defRPr>
            </a:pPr>
            <a:r>
              <a:t>① 优先核对转重定义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1920240"/>
            <a:ext cx="7214616" cy="603504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明确起点是否已重症、首次转重、转重后恢复以及未转重组。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2779776"/>
            <a:ext cx="10945368" cy="8321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880360"/>
            <a:ext cx="3291840" cy="57607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11376A"/>
                </a:solidFill>
                <a:latin typeface="微软雅黑" panose="020B0503020204020204" charset="-122"/>
              </a:defRPr>
            </a:pPr>
            <a:r>
              <a:t>② 完善重要时间锚点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871216"/>
            <a:ext cx="7214616" cy="603504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确认真实入出院时间、流感索引时点与关键治疗发生时间。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3730752"/>
            <a:ext cx="10945368" cy="832104"/>
          </a:xfrm>
          <a:prstGeom prst="roundRect">
            <a:avLst>
              <a:gd name="adj" fmla="val 8000"/>
            </a:avLst>
          </a:prstGeom>
          <a:solidFill>
            <a:srgbClr val="EBF3FB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3831336"/>
            <a:ext cx="3291840" cy="57607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11376A"/>
                </a:solidFill>
                <a:latin typeface="微软雅黑" panose="020B0503020204020204" charset="-122"/>
              </a:defRPr>
            </a:pPr>
            <a:r>
              <a:t>③ 复核文本与结构化字段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822191"/>
            <a:ext cx="7214616" cy="603504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统一症状／治疗的有、明确无、未提及；确认单位与并发症定义。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4681728"/>
            <a:ext cx="10945368" cy="8321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4782312"/>
            <a:ext cx="3291840" cy="57607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11376A"/>
                </a:solidFill>
                <a:latin typeface="微软雅黑" panose="020B0503020204020204" charset="-122"/>
              </a:defRPr>
            </a:pPr>
            <a:r>
              <a:t>④ 评估可继续补充的病例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4773168"/>
            <a:ext cx="7214616" cy="603504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273140"/>
                </a:solidFill>
                <a:latin typeface="微软雅黑" panose="020B0503020204020204" charset="-122"/>
              </a:defRPr>
            </a:pPr>
            <a:r>
              <a:t>重点关注有明确事件时间的转重病例和明确未转重病例。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044184"/>
            <a:ext cx="10972800" cy="347472"/>
          </a:xfrm>
          <a:prstGeom prst="rect">
            <a:avLst/>
          </a:prstGeom>
          <a:solidFill>
            <a:srgbClr val="FCE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6062472"/>
            <a:ext cx="10698480" cy="30175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11376A"/>
                </a:solidFill>
                <a:latin typeface="微软雅黑" panose="020B0503020204020204" charset="-122"/>
              </a:defRPr>
            </a:pPr>
            <a:r>
              <a:t>核实完成后，共同形成最终字段字典、冻结版 CDM、统一结局标签与可复现实验数据。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03.8400787401574,&quot;left&quot;:64.8,&quot;top&quot;:147.59992125984252,&quot;width&quot;:810}"/>
</p:tagLst>
</file>

<file path=ppt/tags/tag2.xml><?xml version="1.0" encoding="utf-8"?>
<p:tagLst xmlns:p="http://schemas.openxmlformats.org/presentationml/2006/main">
  <p:tag name="KSO_WM_DIAGRAM_VIRTUALLY_FRAME" val="{&quot;height&quot;:303.8400787401574,&quot;left&quot;:64.8,&quot;top&quot;:147.59992125984252,&quot;width&quot;:810}"/>
</p:tagLst>
</file>

<file path=ppt/tags/tag3.xml><?xml version="1.0" encoding="utf-8"?>
<p:tagLst xmlns:p="http://schemas.openxmlformats.org/presentationml/2006/main">
  <p:tag name="KSO_WM_DIAGRAM_VIRTUALLY_FRAME" val="{&quot;height&quot;:303.8400787401574,&quot;left&quot;:64.8,&quot;top&quot;:147.59992125984252,&quot;width&quot;:810}"/>
</p:tagLst>
</file>

<file path=ppt/tags/tag4.xml><?xml version="1.0" encoding="utf-8"?>
<p:tagLst xmlns:p="http://schemas.openxmlformats.org/presentationml/2006/main">
  <p:tag name="KSO_WM_DIAGRAM_VIRTUALLY_FRAME" val="{&quot;height&quot;:303.8400787401574,&quot;left&quot;:64.8,&quot;top&quot;:147.59992125984252,&quot;width&quot;:810}"/>
</p:tagLst>
</file>

<file path=ppt/tags/tag5.xml><?xml version="1.0" encoding="utf-8"?>
<p:tagLst xmlns:p="http://schemas.openxmlformats.org/presentationml/2006/main">
  <p:tag name="KSO_WM_DIAGRAM_VIRTUALLY_FRAME" val="{&quot;height&quot;:303.8400787401574,&quot;left&quot;:64.8,&quot;top&quot;:147.59992125984252,&quot;width&quot;:810}"/>
</p:tagLst>
</file>

<file path=ppt/tags/tag6.xml><?xml version="1.0" encoding="utf-8"?>
<p:tagLst xmlns:p="http://schemas.openxmlformats.org/presentationml/2006/main">
  <p:tag name="KSO_WM_DIAGRAM_VIRTUALLY_FRAME" val="{&quot;height&quot;:303.8400787401574,&quot;left&quot;:64.8,&quot;top&quot;:147.59992125984252,&quot;width&quot;:810}"/>
</p:tagLst>
</file>

<file path=ppt/tags/tag7.xml><?xml version="1.0" encoding="utf-8"?>
<p:tagLst xmlns:p="http://schemas.openxmlformats.org/presentationml/2006/main">
  <p:tag name="KSO_WM_DIAGRAM_VIRTUALLY_FRAME" val="{&quot;height&quot;:303.8400787401574,&quot;left&quot;:64.8,&quot;top&quot;:147.59992125984252,&quot;width&quot;:810}"/>
</p:tagLst>
</file>

<file path=ppt/tags/tag8.xml><?xml version="1.0" encoding="utf-8"?>
<p:tagLst xmlns:p="http://schemas.openxmlformats.org/presentationml/2006/main">
  <p:tag name="KSO_WM_DIAGRAM_VIRTUALLY_FRAME" val="{&quot;height&quot;:303.8400787401574,&quot;left&quot;:64.8,&quot;top&quot;:147.59992125984252,&quot;width&quot;:810}"/>
</p:tagLst>
</file>

<file path=ppt/tags/tag9.xml><?xml version="1.0" encoding="utf-8"?>
<p:tagLst xmlns:p="http://schemas.openxmlformats.org/presentationml/2006/main">
  <p:tag name="KSO_WM_DIAGRAM_VIRTUALLY_FRAME" val="{&quot;height&quot;:303.8400787401574,&quot;left&quot;:64.8,&quot;top&quot;:147.59992125984252,&quot;width&quot;:810}"/>
</p:tagLst>
</file>

<file path=ppt/tags/tag10.xml><?xml version="1.0" encoding="utf-8"?>
<p:tagLst xmlns:p="http://schemas.openxmlformats.org/presentationml/2006/main">
  <p:tag name="KSO_WM_DIAGRAM_VIRTUALLY_FRAME" val="{&quot;height&quot;:303.8400787401574,&quot;left&quot;:64.8,&quot;top&quot;:147.59992125984252,&quot;width&quot;:810}"/>
</p:tagLst>
</file>

<file path=ppt/tags/tag11.xml><?xml version="1.0" encoding="utf-8"?>
<p:tagLst xmlns:p="http://schemas.openxmlformats.org/presentationml/2006/main">
  <p:tag name="KSO_WM_DIAGRAM_VIRTUALLY_FRAME" val="{&quot;height&quot;:303.8400787401574,&quot;left&quot;:64.8,&quot;top&quot;:147.59992125984252,&quot;width&quot;:810}"/>
</p:tagLst>
</file>

<file path=ppt/tags/tag12.xml><?xml version="1.0" encoding="utf-8"?>
<p:tagLst xmlns:p="http://schemas.openxmlformats.org/presentationml/2006/main">
  <p:tag name="KSO_WM_DIAGRAM_VIRTUALLY_FRAME" val="{&quot;height&quot;:303.8400787401574,&quot;left&quot;:64.8,&quot;top&quot;:147.59992125984252,&quot;width&quot;:810}"/>
</p:tagLst>
</file>

<file path=ppt/tags/tag13.xml><?xml version="1.0" encoding="utf-8"?>
<p:tagLst xmlns:p="http://schemas.openxmlformats.org/presentationml/2006/main">
  <p:tag name="KSO_WM_DIAGRAM_VIRTUALLY_FRAME" val="{&quot;height&quot;:285.12,&quot;left&quot;:46.8,&quot;top&quot;:141.12,&quot;width&quot;:865.4399999999999}"/>
</p:tagLst>
</file>

<file path=ppt/tags/tag14.xml><?xml version="1.0" encoding="utf-8"?>
<p:tagLst xmlns:p="http://schemas.openxmlformats.org/presentationml/2006/main">
  <p:tag name="KSO_WM_DIAGRAM_VIRTUALLY_FRAME" val="{&quot;height&quot;:285.12,&quot;left&quot;:46.8,&quot;top&quot;:141.12,&quot;width&quot;:865.4399999999999}"/>
</p:tagLst>
</file>

<file path=ppt/tags/tag15.xml><?xml version="1.0" encoding="utf-8"?>
<p:tagLst xmlns:p="http://schemas.openxmlformats.org/presentationml/2006/main">
  <p:tag name="KSO_WM_DIAGRAM_VIRTUALLY_FRAME" val="{&quot;height&quot;:285.12,&quot;left&quot;:46.8,&quot;top&quot;:141.12,&quot;width&quot;:865.4399999999999}"/>
</p:tagLst>
</file>

<file path=ppt/tags/tag16.xml><?xml version="1.0" encoding="utf-8"?>
<p:tagLst xmlns:p="http://schemas.openxmlformats.org/presentationml/2006/main">
  <p:tag name="KSO_WM_DIAGRAM_VIRTUALLY_FRAME" val="{&quot;height&quot;:285.12,&quot;left&quot;:46.8,&quot;top&quot;:141.12,&quot;width&quot;:865.4399999999999}"/>
</p:tagLst>
</file>

<file path=ppt/tags/tag17.xml><?xml version="1.0" encoding="utf-8"?>
<p:tagLst xmlns:p="http://schemas.openxmlformats.org/presentationml/2006/main">
  <p:tag name="KSO_WM_DIAGRAM_VIRTUALLY_FRAME" val="{&quot;height&quot;:285.12,&quot;left&quot;:46.8,&quot;top&quot;:141.12,&quot;width&quot;:865.4399999999999}"/>
</p:tagLst>
</file>

<file path=ppt/tags/tag18.xml><?xml version="1.0" encoding="utf-8"?>
<p:tagLst xmlns:p="http://schemas.openxmlformats.org/presentationml/2006/main">
  <p:tag name="KSO_WM_DIAGRAM_VIRTUALLY_FRAME" val="{&quot;height&quot;:285.12,&quot;left&quot;:46.8,&quot;top&quot;:141.12,&quot;width&quot;:865.4399999999999}"/>
</p:tagLst>
</file>

<file path=ppt/tags/tag19.xml><?xml version="1.0" encoding="utf-8"?>
<p:tagLst xmlns:p="http://schemas.openxmlformats.org/presentationml/2006/main">
  <p:tag name="KSO_WM_DIAGRAM_VIRTUALLY_FRAME" val="{&quot;height&quot;:285.12,&quot;left&quot;:46.8,&quot;top&quot;:141.12,&quot;width&quot;:865.4399999999999}"/>
</p:tagLst>
</file>

<file path=ppt/tags/tag20.xml><?xml version="1.0" encoding="utf-8"?>
<p:tagLst xmlns:p="http://schemas.openxmlformats.org/presentationml/2006/main">
  <p:tag name="KSO_WM_DIAGRAM_VIRTUALLY_FRAME" val="{&quot;height&quot;:285.12,&quot;left&quot;:46.8,&quot;top&quot;:141.12,&quot;width&quot;:865.439999999999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3619</Words>
  <Application>WPS 演示</Application>
  <PresentationFormat>On-screen Show (4:3)</PresentationFormat>
  <Paragraphs>399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华文隶书</vt:lpstr>
      <vt:lpstr>Times New Roman</vt:lpstr>
      <vt:lpstr>黑体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WPS_1663841273</cp:lastModifiedBy>
  <cp:revision>3</cp:revision>
  <dcterms:created xsi:type="dcterms:W3CDTF">2026-10-08T17:10:00Z</dcterms:created>
  <dcterms:modified xsi:type="dcterms:W3CDTF">2026-10-09T03:14:08Z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B4859E5D52ED938F9CCEC76A15F9362E_43</vt:lpwstr>
  </property>
</Properties>
</file>